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09.xml" ContentType="application/inkml+xml"/>
  <Override PartName="/ppt/notesSlides/notesSlide7.xml" ContentType="application/vnd.openxmlformats-officedocument.presentationml.notesSlide+xml"/>
  <Override PartName="/ppt/ink/ink110.xml" ContentType="application/inkml+xml"/>
  <Override PartName="/ppt/ink/ink111.xml" ContentType="application/inkml+xml"/>
  <Override PartName="/ppt/notesSlides/notesSlide8.xml" ContentType="application/vnd.openxmlformats-officedocument.presentationml.notesSlide+xml"/>
  <Override PartName="/ppt/ink/ink112.xml" ContentType="application/inkml+xml"/>
  <Override PartName="/ppt/ink/ink113.xml" ContentType="application/inkml+xml"/>
  <Override PartName="/ppt/notesSlides/notesSlide9.xml" ContentType="application/vnd.openxmlformats-officedocument.presentationml.notesSlide+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notesSlides/notesSlide10.xml" ContentType="application/vnd.openxmlformats-officedocument.presentationml.notesSlide+xml"/>
  <Override PartName="/ppt/ink/ink139.xml" ContentType="application/inkml+xml"/>
  <Override PartName="/ppt/notesSlides/notesSlide11.xml" ContentType="application/vnd.openxmlformats-officedocument.presentationml.notesSlide+xml"/>
  <Override PartName="/ppt/ink/ink140.xml" ContentType="application/inkml+xml"/>
  <Override PartName="/ppt/ink/ink14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42.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Lst>
  <p:notesMasterIdLst>
    <p:notesMasterId r:id="rId24"/>
  </p:notesMasterIdLst>
  <p:sldIdLst>
    <p:sldId id="605" r:id="rId3"/>
    <p:sldId id="606" r:id="rId4"/>
    <p:sldId id="561" r:id="rId5"/>
    <p:sldId id="563" r:id="rId6"/>
    <p:sldId id="608" r:id="rId7"/>
    <p:sldId id="607" r:id="rId8"/>
    <p:sldId id="562" r:id="rId9"/>
    <p:sldId id="615" r:id="rId10"/>
    <p:sldId id="616" r:id="rId11"/>
    <p:sldId id="564" r:id="rId12"/>
    <p:sldId id="565" r:id="rId13"/>
    <p:sldId id="612" r:id="rId14"/>
    <p:sldId id="614" r:id="rId15"/>
    <p:sldId id="610" r:id="rId16"/>
    <p:sldId id="609" r:id="rId17"/>
    <p:sldId id="568" r:id="rId18"/>
    <p:sldId id="572" r:id="rId19"/>
    <p:sldId id="569" r:id="rId20"/>
    <p:sldId id="571" r:id="rId21"/>
    <p:sldId id="570" r:id="rId22"/>
    <p:sldId id="5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577112-FE46-4BBB-AD4D-0C23587D9486}" v="1" dt="2025-09-16T06:41:03.2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3" autoAdjust="0"/>
    <p:restoredTop sz="77323" autoAdjust="0"/>
  </p:normalViewPr>
  <p:slideViewPr>
    <p:cSldViewPr snapToGrid="0">
      <p:cViewPr varScale="1">
        <p:scale>
          <a:sx n="65" d="100"/>
          <a:sy n="65" d="100"/>
        </p:scale>
        <p:origin x="7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594B7771-557E-45E2-A18A-3E20D3193E86}"/>
    <pc:docChg chg="undo redo custSel addSld delSld modSld">
      <pc:chgData name="Deepika Vatsa" userId="f7100972-27fe-4ee6-8fb4-ec9b7931b409" providerId="ADAL" clId="{594B7771-557E-45E2-A18A-3E20D3193E86}" dt="2022-08-14T06:21:25.980" v="4503" actId="20577"/>
      <pc:docMkLst>
        <pc:docMk/>
      </pc:docMkLst>
      <pc:sldChg chg="modSp mod">
        <pc:chgData name="Deepika Vatsa" userId="f7100972-27fe-4ee6-8fb4-ec9b7931b409" providerId="ADAL" clId="{594B7771-557E-45E2-A18A-3E20D3193E86}" dt="2022-08-13T13:34:57.892" v="119" actId="27636"/>
        <pc:sldMkLst>
          <pc:docMk/>
          <pc:sldMk cId="492309654" sldId="256"/>
        </pc:sldMkLst>
        <pc:spChg chg="mod">
          <ac:chgData name="Deepika Vatsa" userId="f7100972-27fe-4ee6-8fb4-ec9b7931b409" providerId="ADAL" clId="{594B7771-557E-45E2-A18A-3E20D3193E86}" dt="2022-08-13T13:34:57.892" v="119" actId="27636"/>
          <ac:spMkLst>
            <pc:docMk/>
            <pc:sldMk cId="492309654" sldId="256"/>
            <ac:spMk id="3" creationId="{D11C1709-B620-47DC-9742-B9FB880F0527}"/>
          </ac:spMkLst>
        </pc:spChg>
      </pc:sldChg>
      <pc:sldChg chg="delSp modSp mod">
        <pc:chgData name="Deepika Vatsa" userId="f7100972-27fe-4ee6-8fb4-ec9b7931b409" providerId="ADAL" clId="{594B7771-557E-45E2-A18A-3E20D3193E86}" dt="2022-08-13T12:19:11.423" v="59" actId="20577"/>
        <pc:sldMkLst>
          <pc:docMk/>
          <pc:sldMk cId="3472450693" sldId="257"/>
        </pc:sldMkLst>
        <pc:spChg chg="mod">
          <ac:chgData name="Deepika Vatsa" userId="f7100972-27fe-4ee6-8fb4-ec9b7931b409" providerId="ADAL" clId="{594B7771-557E-45E2-A18A-3E20D3193E86}" dt="2022-08-13T12:19:11.423" v="59" actId="20577"/>
          <ac:spMkLst>
            <pc:docMk/>
            <pc:sldMk cId="3472450693" sldId="257"/>
            <ac:spMk id="3" creationId="{80E36F94-92C5-49C4-89B0-FDCC3A53501B}"/>
          </ac:spMkLst>
        </pc:spChg>
        <pc:graphicFrameChg chg="del mod">
          <ac:chgData name="Deepika Vatsa" userId="f7100972-27fe-4ee6-8fb4-ec9b7931b409" providerId="ADAL" clId="{594B7771-557E-45E2-A18A-3E20D3193E86}" dt="2022-08-13T12:18:23.827" v="44"/>
          <ac:graphicFrameMkLst>
            <pc:docMk/>
            <pc:sldMk cId="3472450693" sldId="257"/>
            <ac:graphicFrameMk id="4" creationId="{329C2075-3F1C-4434-BDE7-2F4E5741AF9F}"/>
          </ac:graphicFrameMkLst>
        </pc:graphicFrameChg>
      </pc:sldChg>
      <pc:sldChg chg="modSp mod">
        <pc:chgData name="Deepika Vatsa" userId="f7100972-27fe-4ee6-8fb4-ec9b7931b409" providerId="ADAL" clId="{594B7771-557E-45E2-A18A-3E20D3193E86}" dt="2022-08-14T05:02:46.024" v="3861" actId="20577"/>
        <pc:sldMkLst>
          <pc:docMk/>
          <pc:sldMk cId="3962052602" sldId="559"/>
        </pc:sldMkLst>
        <pc:spChg chg="mod">
          <ac:chgData name="Deepika Vatsa" userId="f7100972-27fe-4ee6-8fb4-ec9b7931b409" providerId="ADAL" clId="{594B7771-557E-45E2-A18A-3E20D3193E86}" dt="2022-08-14T05:02:46.024" v="3861" actId="20577"/>
          <ac:spMkLst>
            <pc:docMk/>
            <pc:sldMk cId="3962052602" sldId="559"/>
            <ac:spMk id="2" creationId="{D3824733-69A3-4ABC-8F50-20BC8E4873AC}"/>
          </ac:spMkLst>
        </pc:spChg>
      </pc:sldChg>
      <pc:sldChg chg="del">
        <pc:chgData name="Deepika Vatsa" userId="f7100972-27fe-4ee6-8fb4-ec9b7931b409" providerId="ADAL" clId="{594B7771-557E-45E2-A18A-3E20D3193E86}" dt="2022-08-13T12:20:11.156" v="69" actId="47"/>
        <pc:sldMkLst>
          <pc:docMk/>
          <pc:sldMk cId="4184969250" sldId="560"/>
        </pc:sldMkLst>
      </pc:sldChg>
      <pc:sldChg chg="modSp mod modNotesTx">
        <pc:chgData name="Deepika Vatsa" userId="f7100972-27fe-4ee6-8fb4-ec9b7931b409" providerId="ADAL" clId="{594B7771-557E-45E2-A18A-3E20D3193E86}" dt="2022-08-13T13:45:30.482" v="538" actId="27636"/>
        <pc:sldMkLst>
          <pc:docMk/>
          <pc:sldMk cId="1127720626" sldId="561"/>
        </pc:sldMkLst>
        <pc:spChg chg="mod">
          <ac:chgData name="Deepika Vatsa" userId="f7100972-27fe-4ee6-8fb4-ec9b7931b409" providerId="ADAL" clId="{594B7771-557E-45E2-A18A-3E20D3193E86}" dt="2022-08-13T13:35:07.014" v="120" actId="20577"/>
          <ac:spMkLst>
            <pc:docMk/>
            <pc:sldMk cId="1127720626" sldId="561"/>
            <ac:spMk id="2" creationId="{6167DC2D-0072-445E-8CB3-E53407061CE7}"/>
          </ac:spMkLst>
        </pc:spChg>
        <pc:spChg chg="mod">
          <ac:chgData name="Deepika Vatsa" userId="f7100972-27fe-4ee6-8fb4-ec9b7931b409" providerId="ADAL" clId="{594B7771-557E-45E2-A18A-3E20D3193E86}" dt="2022-08-13T13:45:30.482" v="538" actId="27636"/>
          <ac:spMkLst>
            <pc:docMk/>
            <pc:sldMk cId="1127720626" sldId="561"/>
            <ac:spMk id="9" creationId="{55A5BFD8-4962-4C89-86F0-4A582AD35F41}"/>
          </ac:spMkLst>
        </pc:spChg>
      </pc:sldChg>
      <pc:sldChg chg="addSp delSp modSp add mod modNotesTx">
        <pc:chgData name="Deepika Vatsa" userId="f7100972-27fe-4ee6-8fb4-ec9b7931b409" providerId="ADAL" clId="{594B7771-557E-45E2-A18A-3E20D3193E86}" dt="2022-08-13T13:50:33.447" v="866" actId="6549"/>
        <pc:sldMkLst>
          <pc:docMk/>
          <pc:sldMk cId="1907208806" sldId="562"/>
        </pc:sldMkLst>
        <pc:spChg chg="mod">
          <ac:chgData name="Deepika Vatsa" userId="f7100972-27fe-4ee6-8fb4-ec9b7931b409" providerId="ADAL" clId="{594B7771-557E-45E2-A18A-3E20D3193E86}" dt="2022-08-13T13:49:16.820" v="747" actId="20577"/>
          <ac:spMkLst>
            <pc:docMk/>
            <pc:sldMk cId="1907208806" sldId="562"/>
            <ac:spMk id="2" creationId="{6167DC2D-0072-445E-8CB3-E53407061CE7}"/>
          </ac:spMkLst>
        </pc:spChg>
        <pc:spChg chg="add del">
          <ac:chgData name="Deepika Vatsa" userId="f7100972-27fe-4ee6-8fb4-ec9b7931b409" providerId="ADAL" clId="{594B7771-557E-45E2-A18A-3E20D3193E86}" dt="2022-08-13T13:42:26.131" v="357"/>
          <ac:spMkLst>
            <pc:docMk/>
            <pc:sldMk cId="1907208806" sldId="562"/>
            <ac:spMk id="5" creationId="{06D450E8-BA10-4E60-A759-3F4690904AC4}"/>
          </ac:spMkLst>
        </pc:spChg>
        <pc:spChg chg="add del">
          <ac:chgData name="Deepika Vatsa" userId="f7100972-27fe-4ee6-8fb4-ec9b7931b409" providerId="ADAL" clId="{594B7771-557E-45E2-A18A-3E20D3193E86}" dt="2022-08-13T13:42:26.131" v="357"/>
          <ac:spMkLst>
            <pc:docMk/>
            <pc:sldMk cId="1907208806" sldId="562"/>
            <ac:spMk id="7" creationId="{16ED48FA-2AF4-49FD-A6EF-3CC88B22AFCD}"/>
          </ac:spMkLst>
        </pc:spChg>
        <pc:spChg chg="add del">
          <ac:chgData name="Deepika Vatsa" userId="f7100972-27fe-4ee6-8fb4-ec9b7931b409" providerId="ADAL" clId="{594B7771-557E-45E2-A18A-3E20D3193E86}" dt="2022-08-13T13:42:26.131" v="357"/>
          <ac:spMkLst>
            <pc:docMk/>
            <pc:sldMk cId="1907208806" sldId="562"/>
            <ac:spMk id="8" creationId="{3CE507B3-EDDD-4A91-B053-AB1B9F272F57}"/>
          </ac:spMkLst>
        </pc:spChg>
        <pc:spChg chg="mod">
          <ac:chgData name="Deepika Vatsa" userId="f7100972-27fe-4ee6-8fb4-ec9b7931b409" providerId="ADAL" clId="{594B7771-557E-45E2-A18A-3E20D3193E86}" dt="2022-08-13T13:48:41.580" v="739" actId="27636"/>
          <ac:spMkLst>
            <pc:docMk/>
            <pc:sldMk cId="1907208806" sldId="562"/>
            <ac:spMk id="9" creationId="{55A5BFD8-4962-4C89-86F0-4A582AD35F41}"/>
          </ac:spMkLst>
        </pc:spChg>
        <pc:spChg chg="add del">
          <ac:chgData name="Deepika Vatsa" userId="f7100972-27fe-4ee6-8fb4-ec9b7931b409" providerId="ADAL" clId="{594B7771-557E-45E2-A18A-3E20D3193E86}" dt="2022-08-13T13:42:26.131" v="357"/>
          <ac:spMkLst>
            <pc:docMk/>
            <pc:sldMk cId="1907208806" sldId="562"/>
            <ac:spMk id="10" creationId="{37AF3EA8-C6D0-4F21-ADE5-EEB4784627B6}"/>
          </ac:spMkLst>
        </pc:spChg>
        <pc:spChg chg="add mod">
          <ac:chgData name="Deepika Vatsa" userId="f7100972-27fe-4ee6-8fb4-ec9b7931b409" providerId="ADAL" clId="{594B7771-557E-45E2-A18A-3E20D3193E86}" dt="2022-08-13T13:48:46.193" v="741" actId="20577"/>
          <ac:spMkLst>
            <pc:docMk/>
            <pc:sldMk cId="1907208806" sldId="562"/>
            <ac:spMk id="16" creationId="{D1EE3E77-CF31-42AC-8176-12CE89CC5248}"/>
          </ac:spMkLst>
        </pc:spChg>
        <pc:picChg chg="add mod modCrop">
          <ac:chgData name="Deepika Vatsa" userId="f7100972-27fe-4ee6-8fb4-ec9b7931b409" providerId="ADAL" clId="{594B7771-557E-45E2-A18A-3E20D3193E86}" dt="2022-08-13T13:48:49.627" v="742" actId="1076"/>
          <ac:picMkLst>
            <pc:docMk/>
            <pc:sldMk cId="1907208806" sldId="562"/>
            <ac:picMk id="4" creationId="{F4ED055A-A013-4AA4-A591-4C6D12610DC3}"/>
          </ac:picMkLst>
        </pc:picChg>
        <pc:picChg chg="add mod modCrop">
          <ac:chgData name="Deepika Vatsa" userId="f7100972-27fe-4ee6-8fb4-ec9b7931b409" providerId="ADAL" clId="{594B7771-557E-45E2-A18A-3E20D3193E86}" dt="2022-08-13T13:49:08.081" v="746" actId="1076"/>
          <ac:picMkLst>
            <pc:docMk/>
            <pc:sldMk cId="1907208806" sldId="562"/>
            <ac:picMk id="12" creationId="{824B5EE7-835A-4D6B-92DF-62AAA696B513}"/>
          </ac:picMkLst>
        </pc:picChg>
      </pc:sldChg>
      <pc:sldChg chg="modSp add mod modNotesTx">
        <pc:chgData name="Deepika Vatsa" userId="f7100972-27fe-4ee6-8fb4-ec9b7931b409" providerId="ADAL" clId="{594B7771-557E-45E2-A18A-3E20D3193E86}" dt="2022-08-13T13:45:53.123" v="549" actId="12"/>
        <pc:sldMkLst>
          <pc:docMk/>
          <pc:sldMk cId="1783766294" sldId="563"/>
        </pc:sldMkLst>
        <pc:spChg chg="mod">
          <ac:chgData name="Deepika Vatsa" userId="f7100972-27fe-4ee6-8fb4-ec9b7931b409" providerId="ADAL" clId="{594B7771-557E-45E2-A18A-3E20D3193E86}" dt="2022-08-13T13:45:42.497" v="546" actId="20577"/>
          <ac:spMkLst>
            <pc:docMk/>
            <pc:sldMk cId="1783766294" sldId="563"/>
            <ac:spMk id="2" creationId="{6167DC2D-0072-445E-8CB3-E53407061CE7}"/>
          </ac:spMkLst>
        </pc:spChg>
        <pc:spChg chg="mod">
          <ac:chgData name="Deepika Vatsa" userId="f7100972-27fe-4ee6-8fb4-ec9b7931b409" providerId="ADAL" clId="{594B7771-557E-45E2-A18A-3E20D3193E86}" dt="2022-08-13T13:45:53.123" v="549" actId="12"/>
          <ac:spMkLst>
            <pc:docMk/>
            <pc:sldMk cId="1783766294" sldId="563"/>
            <ac:spMk id="9" creationId="{55A5BFD8-4962-4C89-86F0-4A582AD35F41}"/>
          </ac:spMkLst>
        </pc:spChg>
      </pc:sldChg>
      <pc:sldChg chg="addSp delSp add del setBg delDesignElem">
        <pc:chgData name="Deepika Vatsa" userId="f7100972-27fe-4ee6-8fb4-ec9b7931b409" providerId="ADAL" clId="{594B7771-557E-45E2-A18A-3E20D3193E86}" dt="2022-08-13T13:50:59.918" v="869"/>
        <pc:sldMkLst>
          <pc:docMk/>
          <pc:sldMk cId="3404470186" sldId="564"/>
        </pc:sldMkLst>
        <pc:spChg chg="add del">
          <ac:chgData name="Deepika Vatsa" userId="f7100972-27fe-4ee6-8fb4-ec9b7931b409" providerId="ADAL" clId="{594B7771-557E-45E2-A18A-3E20D3193E86}" dt="2022-08-13T13:50:59.918" v="869"/>
          <ac:spMkLst>
            <pc:docMk/>
            <pc:sldMk cId="3404470186" sldId="564"/>
            <ac:spMk id="15" creationId="{A8384FB5-9ADC-4DDC-881B-597D56F5B15D}"/>
          </ac:spMkLst>
        </pc:spChg>
        <pc:spChg chg="add del">
          <ac:chgData name="Deepika Vatsa" userId="f7100972-27fe-4ee6-8fb4-ec9b7931b409" providerId="ADAL" clId="{594B7771-557E-45E2-A18A-3E20D3193E86}" dt="2022-08-13T13:50:59.918" v="869"/>
          <ac:spMkLst>
            <pc:docMk/>
            <pc:sldMk cId="3404470186" sldId="564"/>
            <ac:spMk id="17" creationId="{1199E1B1-A8C0-4FE8-A5A8-1CB41D69F857}"/>
          </ac:spMkLst>
        </pc:spChg>
        <pc:spChg chg="add del">
          <ac:chgData name="Deepika Vatsa" userId="f7100972-27fe-4ee6-8fb4-ec9b7931b409" providerId="ADAL" clId="{594B7771-557E-45E2-A18A-3E20D3193E86}" dt="2022-08-13T13:50:59.918" v="869"/>
          <ac:spMkLst>
            <pc:docMk/>
            <pc:sldMk cId="3404470186" sldId="564"/>
            <ac:spMk id="19" creationId="{84A8DE83-DE75-4B41-9DB4-A7EC0B0DEC0B}"/>
          </ac:spMkLst>
        </pc:spChg>
        <pc:spChg chg="add del">
          <ac:chgData name="Deepika Vatsa" userId="f7100972-27fe-4ee6-8fb4-ec9b7931b409" providerId="ADAL" clId="{594B7771-557E-45E2-A18A-3E20D3193E86}" dt="2022-08-13T13:50:59.918" v="869"/>
          <ac:spMkLst>
            <pc:docMk/>
            <pc:sldMk cId="3404470186" sldId="564"/>
            <ac:spMk id="21" creationId="{A7009A0A-BEF5-4EAC-AF15-E4F9F002E239}"/>
          </ac:spMkLst>
        </pc:spChg>
      </pc:sldChg>
      <pc:sldChg chg="modSp add mod">
        <pc:chgData name="Deepika Vatsa" userId="f7100972-27fe-4ee6-8fb4-ec9b7931b409" providerId="ADAL" clId="{594B7771-557E-45E2-A18A-3E20D3193E86}" dt="2022-08-13T13:53:26.839" v="929" actId="20577"/>
        <pc:sldMkLst>
          <pc:docMk/>
          <pc:sldMk cId="4025597411" sldId="564"/>
        </pc:sldMkLst>
        <pc:spChg chg="mod">
          <ac:chgData name="Deepika Vatsa" userId="f7100972-27fe-4ee6-8fb4-ec9b7931b409" providerId="ADAL" clId="{594B7771-557E-45E2-A18A-3E20D3193E86}" dt="2022-08-13T13:51:05.378" v="877" actId="20577"/>
          <ac:spMkLst>
            <pc:docMk/>
            <pc:sldMk cId="4025597411" sldId="564"/>
            <ac:spMk id="2" creationId="{6167DC2D-0072-445E-8CB3-E53407061CE7}"/>
          </ac:spMkLst>
        </pc:spChg>
        <pc:spChg chg="mod">
          <ac:chgData name="Deepika Vatsa" userId="f7100972-27fe-4ee6-8fb4-ec9b7931b409" providerId="ADAL" clId="{594B7771-557E-45E2-A18A-3E20D3193E86}" dt="2022-08-13T13:53:26.839" v="929" actId="20577"/>
          <ac:spMkLst>
            <pc:docMk/>
            <pc:sldMk cId="4025597411" sldId="564"/>
            <ac:spMk id="9" creationId="{55A5BFD8-4962-4C89-86F0-4A582AD35F41}"/>
          </ac:spMkLst>
        </pc:spChg>
      </pc:sldChg>
      <pc:sldChg chg="addSp delSp modSp add mod modNotesTx">
        <pc:chgData name="Deepika Vatsa" userId="f7100972-27fe-4ee6-8fb4-ec9b7931b409" providerId="ADAL" clId="{594B7771-557E-45E2-A18A-3E20D3193E86}" dt="2022-08-13T14:15:31.089" v="1129" actId="403"/>
        <pc:sldMkLst>
          <pc:docMk/>
          <pc:sldMk cId="357030392" sldId="565"/>
        </pc:sldMkLst>
        <pc:spChg chg="del">
          <ac:chgData name="Deepika Vatsa" userId="f7100972-27fe-4ee6-8fb4-ec9b7931b409" providerId="ADAL" clId="{594B7771-557E-45E2-A18A-3E20D3193E86}" dt="2022-08-13T14:13:49.015" v="1052" actId="478"/>
          <ac:spMkLst>
            <pc:docMk/>
            <pc:sldMk cId="357030392" sldId="565"/>
            <ac:spMk id="6" creationId="{98E0FE6E-8F22-4B9F-9E9F-E2B694DC96D4}"/>
          </ac:spMkLst>
        </pc:spChg>
        <pc:spChg chg="mod">
          <ac:chgData name="Deepika Vatsa" userId="f7100972-27fe-4ee6-8fb4-ec9b7931b409" providerId="ADAL" clId="{594B7771-557E-45E2-A18A-3E20D3193E86}" dt="2022-08-13T14:11:23.187" v="931" actId="6549"/>
          <ac:spMkLst>
            <pc:docMk/>
            <pc:sldMk cId="357030392" sldId="565"/>
            <ac:spMk id="9" creationId="{55A5BFD8-4962-4C89-86F0-4A582AD35F41}"/>
          </ac:spMkLst>
        </pc:spChg>
        <pc:spChg chg="add mod">
          <ac:chgData name="Deepika Vatsa" userId="f7100972-27fe-4ee6-8fb4-ec9b7931b409" providerId="ADAL" clId="{594B7771-557E-45E2-A18A-3E20D3193E86}" dt="2022-08-13T14:15:31.089" v="1129" actId="403"/>
          <ac:spMkLst>
            <pc:docMk/>
            <pc:sldMk cId="357030392" sldId="565"/>
            <ac:spMk id="12" creationId="{D5B13703-7B5B-498F-8DA8-1CF30B077D58}"/>
          </ac:spMkLst>
        </pc:spChg>
        <pc:picChg chg="add mod modCrop">
          <ac:chgData name="Deepika Vatsa" userId="f7100972-27fe-4ee6-8fb4-ec9b7931b409" providerId="ADAL" clId="{594B7771-557E-45E2-A18A-3E20D3193E86}" dt="2022-08-13T14:13:55.252" v="1055" actId="1076"/>
          <ac:picMkLst>
            <pc:docMk/>
            <pc:sldMk cId="357030392" sldId="565"/>
            <ac:picMk id="4" creationId="{BD7446CC-88FB-4173-AE93-38432FA15BA6}"/>
          </ac:picMkLst>
        </pc:picChg>
      </pc:sldChg>
      <pc:sldChg chg="addSp delSp add del setBg delDesignElem">
        <pc:chgData name="Deepika Vatsa" userId="f7100972-27fe-4ee6-8fb4-ec9b7931b409" providerId="ADAL" clId="{594B7771-557E-45E2-A18A-3E20D3193E86}" dt="2022-08-13T14:16:29.996" v="1132"/>
        <pc:sldMkLst>
          <pc:docMk/>
          <pc:sldMk cId="183449245" sldId="566"/>
        </pc:sldMkLst>
        <pc:spChg chg="add del">
          <ac:chgData name="Deepika Vatsa" userId="f7100972-27fe-4ee6-8fb4-ec9b7931b409" providerId="ADAL" clId="{594B7771-557E-45E2-A18A-3E20D3193E86}" dt="2022-08-13T14:16:29.996" v="1132"/>
          <ac:spMkLst>
            <pc:docMk/>
            <pc:sldMk cId="183449245" sldId="566"/>
            <ac:spMk id="15" creationId="{A8384FB5-9ADC-4DDC-881B-597D56F5B15D}"/>
          </ac:spMkLst>
        </pc:spChg>
        <pc:spChg chg="add del">
          <ac:chgData name="Deepika Vatsa" userId="f7100972-27fe-4ee6-8fb4-ec9b7931b409" providerId="ADAL" clId="{594B7771-557E-45E2-A18A-3E20D3193E86}" dt="2022-08-13T14:16:29.996" v="1132"/>
          <ac:spMkLst>
            <pc:docMk/>
            <pc:sldMk cId="183449245" sldId="566"/>
            <ac:spMk id="17" creationId="{1199E1B1-A8C0-4FE8-A5A8-1CB41D69F857}"/>
          </ac:spMkLst>
        </pc:spChg>
        <pc:spChg chg="add del">
          <ac:chgData name="Deepika Vatsa" userId="f7100972-27fe-4ee6-8fb4-ec9b7931b409" providerId="ADAL" clId="{594B7771-557E-45E2-A18A-3E20D3193E86}" dt="2022-08-13T14:16:29.996" v="1132"/>
          <ac:spMkLst>
            <pc:docMk/>
            <pc:sldMk cId="183449245" sldId="566"/>
            <ac:spMk id="19" creationId="{84A8DE83-DE75-4B41-9DB4-A7EC0B0DEC0B}"/>
          </ac:spMkLst>
        </pc:spChg>
        <pc:spChg chg="add del">
          <ac:chgData name="Deepika Vatsa" userId="f7100972-27fe-4ee6-8fb4-ec9b7931b409" providerId="ADAL" clId="{594B7771-557E-45E2-A18A-3E20D3193E86}" dt="2022-08-13T14:16:29.996" v="1132"/>
          <ac:spMkLst>
            <pc:docMk/>
            <pc:sldMk cId="183449245" sldId="566"/>
            <ac:spMk id="21" creationId="{A7009A0A-BEF5-4EAC-AF15-E4F9F002E239}"/>
          </ac:spMkLst>
        </pc:spChg>
      </pc:sldChg>
      <pc:sldChg chg="addSp delSp add del setBg delDesignElem">
        <pc:chgData name="Deepika Vatsa" userId="f7100972-27fe-4ee6-8fb4-ec9b7931b409" providerId="ADAL" clId="{594B7771-557E-45E2-A18A-3E20D3193E86}" dt="2022-08-13T14:16:33.848" v="1135"/>
        <pc:sldMkLst>
          <pc:docMk/>
          <pc:sldMk cId="2907742033" sldId="566"/>
        </pc:sldMkLst>
        <pc:spChg chg="add del">
          <ac:chgData name="Deepika Vatsa" userId="f7100972-27fe-4ee6-8fb4-ec9b7931b409" providerId="ADAL" clId="{594B7771-557E-45E2-A18A-3E20D3193E86}" dt="2022-08-13T14:16:33.848" v="1135"/>
          <ac:spMkLst>
            <pc:docMk/>
            <pc:sldMk cId="2907742033" sldId="566"/>
            <ac:spMk id="15" creationId="{A8384FB5-9ADC-4DDC-881B-597D56F5B15D}"/>
          </ac:spMkLst>
        </pc:spChg>
        <pc:spChg chg="add del">
          <ac:chgData name="Deepika Vatsa" userId="f7100972-27fe-4ee6-8fb4-ec9b7931b409" providerId="ADAL" clId="{594B7771-557E-45E2-A18A-3E20D3193E86}" dt="2022-08-13T14:16:33.848" v="1135"/>
          <ac:spMkLst>
            <pc:docMk/>
            <pc:sldMk cId="2907742033" sldId="566"/>
            <ac:spMk id="17" creationId="{1199E1B1-A8C0-4FE8-A5A8-1CB41D69F857}"/>
          </ac:spMkLst>
        </pc:spChg>
        <pc:spChg chg="add del">
          <ac:chgData name="Deepika Vatsa" userId="f7100972-27fe-4ee6-8fb4-ec9b7931b409" providerId="ADAL" clId="{594B7771-557E-45E2-A18A-3E20D3193E86}" dt="2022-08-13T14:16:33.848" v="1135"/>
          <ac:spMkLst>
            <pc:docMk/>
            <pc:sldMk cId="2907742033" sldId="566"/>
            <ac:spMk id="19" creationId="{84A8DE83-DE75-4B41-9DB4-A7EC0B0DEC0B}"/>
          </ac:spMkLst>
        </pc:spChg>
        <pc:spChg chg="add del">
          <ac:chgData name="Deepika Vatsa" userId="f7100972-27fe-4ee6-8fb4-ec9b7931b409" providerId="ADAL" clId="{594B7771-557E-45E2-A18A-3E20D3193E86}" dt="2022-08-13T14:16:33.848" v="1135"/>
          <ac:spMkLst>
            <pc:docMk/>
            <pc:sldMk cId="2907742033" sldId="566"/>
            <ac:spMk id="21" creationId="{A7009A0A-BEF5-4EAC-AF15-E4F9F002E239}"/>
          </ac:spMkLst>
        </pc:spChg>
      </pc:sldChg>
      <pc:sldChg chg="addSp delSp modSp add mod modNotesTx">
        <pc:chgData name="Deepika Vatsa" userId="f7100972-27fe-4ee6-8fb4-ec9b7931b409" providerId="ADAL" clId="{594B7771-557E-45E2-A18A-3E20D3193E86}" dt="2022-08-13T14:31:35.678" v="1916" actId="20577"/>
        <pc:sldMkLst>
          <pc:docMk/>
          <pc:sldMk cId="2977502381" sldId="566"/>
        </pc:sldMkLst>
        <pc:spChg chg="add del">
          <ac:chgData name="Deepika Vatsa" userId="f7100972-27fe-4ee6-8fb4-ec9b7931b409" providerId="ADAL" clId="{594B7771-557E-45E2-A18A-3E20D3193E86}" dt="2022-08-13T14:22:54.568" v="1632"/>
          <ac:spMkLst>
            <pc:docMk/>
            <pc:sldMk cId="2977502381" sldId="566"/>
            <ac:spMk id="8" creationId="{93A81162-525F-497D-9DEE-411A04A9B611}"/>
          </ac:spMkLst>
        </pc:spChg>
        <pc:spChg chg="mod">
          <ac:chgData name="Deepika Vatsa" userId="f7100972-27fe-4ee6-8fb4-ec9b7931b409" providerId="ADAL" clId="{594B7771-557E-45E2-A18A-3E20D3193E86}" dt="2022-08-13T14:16:42.843" v="1139" actId="14100"/>
          <ac:spMkLst>
            <pc:docMk/>
            <pc:sldMk cId="2977502381" sldId="566"/>
            <ac:spMk id="9" creationId="{55A5BFD8-4962-4C89-86F0-4A582AD35F41}"/>
          </ac:spMkLst>
        </pc:spChg>
        <pc:spChg chg="add mod">
          <ac:chgData name="Deepika Vatsa" userId="f7100972-27fe-4ee6-8fb4-ec9b7931b409" providerId="ADAL" clId="{594B7771-557E-45E2-A18A-3E20D3193E86}" dt="2022-08-13T14:25:18.520" v="1826" actId="20577"/>
          <ac:spMkLst>
            <pc:docMk/>
            <pc:sldMk cId="2977502381" sldId="566"/>
            <ac:spMk id="10" creationId="{C42FEFAA-1BDB-469A-85CD-A4F00ACBD147}"/>
          </ac:spMkLst>
        </pc:spChg>
        <pc:spChg chg="add del">
          <ac:chgData name="Deepika Vatsa" userId="f7100972-27fe-4ee6-8fb4-ec9b7931b409" providerId="ADAL" clId="{594B7771-557E-45E2-A18A-3E20D3193E86}" dt="2022-08-13T14:22:54.568" v="1632"/>
          <ac:spMkLst>
            <pc:docMk/>
            <pc:sldMk cId="2977502381" sldId="566"/>
            <ac:spMk id="11" creationId="{1E3DD5A1-B169-4F66-B86D-137415A2E5DE}"/>
          </ac:spMkLst>
        </pc:spChg>
        <pc:spChg chg="add del">
          <ac:chgData name="Deepika Vatsa" userId="f7100972-27fe-4ee6-8fb4-ec9b7931b409" providerId="ADAL" clId="{594B7771-557E-45E2-A18A-3E20D3193E86}" dt="2022-08-13T14:22:54.568" v="1632"/>
          <ac:spMkLst>
            <pc:docMk/>
            <pc:sldMk cId="2977502381" sldId="566"/>
            <ac:spMk id="12" creationId="{EF099A37-C482-4D04-A11E-7FA333993306}"/>
          </ac:spMkLst>
        </pc:spChg>
        <pc:spChg chg="add del">
          <ac:chgData name="Deepika Vatsa" userId="f7100972-27fe-4ee6-8fb4-ec9b7931b409" providerId="ADAL" clId="{594B7771-557E-45E2-A18A-3E20D3193E86}" dt="2022-08-13T14:23:15.127" v="1654"/>
          <ac:spMkLst>
            <pc:docMk/>
            <pc:sldMk cId="2977502381" sldId="566"/>
            <ac:spMk id="13" creationId="{87397D57-E0ED-4089-B8C7-B6D07EF531BD}"/>
          </ac:spMkLst>
        </pc:spChg>
        <pc:spChg chg="add del">
          <ac:chgData name="Deepika Vatsa" userId="f7100972-27fe-4ee6-8fb4-ec9b7931b409" providerId="ADAL" clId="{594B7771-557E-45E2-A18A-3E20D3193E86}" dt="2022-08-13T14:23:15.127" v="1654"/>
          <ac:spMkLst>
            <pc:docMk/>
            <pc:sldMk cId="2977502381" sldId="566"/>
            <ac:spMk id="14" creationId="{E8B58021-0DA1-4FC1-999A-811BA6C93759}"/>
          </ac:spMkLst>
        </pc:spChg>
        <pc:spChg chg="add del">
          <ac:chgData name="Deepika Vatsa" userId="f7100972-27fe-4ee6-8fb4-ec9b7931b409" providerId="ADAL" clId="{594B7771-557E-45E2-A18A-3E20D3193E86}" dt="2022-08-13T14:23:15.127" v="1654"/>
          <ac:spMkLst>
            <pc:docMk/>
            <pc:sldMk cId="2977502381" sldId="566"/>
            <ac:spMk id="16" creationId="{2967010C-0FE9-4EA1-8B58-AB2A26CED38D}"/>
          </ac:spMkLst>
        </pc:spChg>
        <pc:picChg chg="add mod modCrop">
          <ac:chgData name="Deepika Vatsa" userId="f7100972-27fe-4ee6-8fb4-ec9b7931b409" providerId="ADAL" clId="{594B7771-557E-45E2-A18A-3E20D3193E86}" dt="2022-08-13T14:17:52.931" v="1197" actId="14100"/>
          <ac:picMkLst>
            <pc:docMk/>
            <pc:sldMk cId="2977502381" sldId="566"/>
            <ac:picMk id="4" creationId="{07B8BB6B-C944-46F6-B5F9-4D6A53E34148}"/>
          </ac:picMkLst>
        </pc:picChg>
        <pc:picChg chg="add mod modCrop">
          <ac:chgData name="Deepika Vatsa" userId="f7100972-27fe-4ee6-8fb4-ec9b7931b409" providerId="ADAL" clId="{594B7771-557E-45E2-A18A-3E20D3193E86}" dt="2022-08-13T14:24:22.521" v="1802" actId="1076"/>
          <ac:picMkLst>
            <pc:docMk/>
            <pc:sldMk cId="2977502381" sldId="566"/>
            <ac:picMk id="7" creationId="{732703AA-4BCB-46DE-A323-0B3528490C88}"/>
          </ac:picMkLst>
        </pc:picChg>
      </pc:sldChg>
      <pc:sldChg chg="delSp modSp add mod modNotesTx">
        <pc:chgData name="Deepika Vatsa" userId="f7100972-27fe-4ee6-8fb4-ec9b7931b409" providerId="ADAL" clId="{594B7771-557E-45E2-A18A-3E20D3193E86}" dt="2022-08-13T14:40:02.080" v="2168" actId="20577"/>
        <pc:sldMkLst>
          <pc:docMk/>
          <pc:sldMk cId="2899493889" sldId="567"/>
        </pc:sldMkLst>
        <pc:spChg chg="mod">
          <ac:chgData name="Deepika Vatsa" userId="f7100972-27fe-4ee6-8fb4-ec9b7931b409" providerId="ADAL" clId="{594B7771-557E-45E2-A18A-3E20D3193E86}" dt="2022-08-13T14:33:46.659" v="2111" actId="20577"/>
          <ac:spMkLst>
            <pc:docMk/>
            <pc:sldMk cId="2899493889" sldId="567"/>
            <ac:spMk id="2" creationId="{6167DC2D-0072-445E-8CB3-E53407061CE7}"/>
          </ac:spMkLst>
        </pc:spChg>
        <pc:spChg chg="mod">
          <ac:chgData name="Deepika Vatsa" userId="f7100972-27fe-4ee6-8fb4-ec9b7931b409" providerId="ADAL" clId="{594B7771-557E-45E2-A18A-3E20D3193E86}" dt="2022-08-13T14:38:32.379" v="2163" actId="27636"/>
          <ac:spMkLst>
            <pc:docMk/>
            <pc:sldMk cId="2899493889" sldId="567"/>
            <ac:spMk id="10" creationId="{C42FEFAA-1BDB-469A-85CD-A4F00ACBD147}"/>
          </ac:spMkLst>
        </pc:spChg>
        <pc:picChg chg="del">
          <ac:chgData name="Deepika Vatsa" userId="f7100972-27fe-4ee6-8fb4-ec9b7931b409" providerId="ADAL" clId="{594B7771-557E-45E2-A18A-3E20D3193E86}" dt="2022-08-13T14:32:06.073" v="1919" actId="478"/>
          <ac:picMkLst>
            <pc:docMk/>
            <pc:sldMk cId="2899493889" sldId="567"/>
            <ac:picMk id="4" creationId="{07B8BB6B-C944-46F6-B5F9-4D6A53E34148}"/>
          </ac:picMkLst>
        </pc:picChg>
        <pc:picChg chg="del">
          <ac:chgData name="Deepika Vatsa" userId="f7100972-27fe-4ee6-8fb4-ec9b7931b409" providerId="ADAL" clId="{594B7771-557E-45E2-A18A-3E20D3193E86}" dt="2022-08-13T14:32:08.070" v="1920" actId="478"/>
          <ac:picMkLst>
            <pc:docMk/>
            <pc:sldMk cId="2899493889" sldId="567"/>
            <ac:picMk id="7" creationId="{732703AA-4BCB-46DE-A323-0B3528490C88}"/>
          </ac:picMkLst>
        </pc:picChg>
      </pc:sldChg>
      <pc:sldChg chg="addSp delSp add del setBg delDesignElem">
        <pc:chgData name="Deepika Vatsa" userId="f7100972-27fe-4ee6-8fb4-ec9b7931b409" providerId="ADAL" clId="{594B7771-557E-45E2-A18A-3E20D3193E86}" dt="2022-08-13T14:16:48.562" v="1142"/>
        <pc:sldMkLst>
          <pc:docMk/>
          <pc:sldMk cId="3680039929" sldId="567"/>
        </pc:sldMkLst>
        <pc:spChg chg="add del">
          <ac:chgData name="Deepika Vatsa" userId="f7100972-27fe-4ee6-8fb4-ec9b7931b409" providerId="ADAL" clId="{594B7771-557E-45E2-A18A-3E20D3193E86}" dt="2022-08-13T14:16:48.562" v="1142"/>
          <ac:spMkLst>
            <pc:docMk/>
            <pc:sldMk cId="3680039929" sldId="567"/>
            <ac:spMk id="15" creationId="{A8384FB5-9ADC-4DDC-881B-597D56F5B15D}"/>
          </ac:spMkLst>
        </pc:spChg>
        <pc:spChg chg="add del">
          <ac:chgData name="Deepika Vatsa" userId="f7100972-27fe-4ee6-8fb4-ec9b7931b409" providerId="ADAL" clId="{594B7771-557E-45E2-A18A-3E20D3193E86}" dt="2022-08-13T14:16:48.562" v="1142"/>
          <ac:spMkLst>
            <pc:docMk/>
            <pc:sldMk cId="3680039929" sldId="567"/>
            <ac:spMk id="17" creationId="{1199E1B1-A8C0-4FE8-A5A8-1CB41D69F857}"/>
          </ac:spMkLst>
        </pc:spChg>
        <pc:spChg chg="add del">
          <ac:chgData name="Deepika Vatsa" userId="f7100972-27fe-4ee6-8fb4-ec9b7931b409" providerId="ADAL" clId="{594B7771-557E-45E2-A18A-3E20D3193E86}" dt="2022-08-13T14:16:48.562" v="1142"/>
          <ac:spMkLst>
            <pc:docMk/>
            <pc:sldMk cId="3680039929" sldId="567"/>
            <ac:spMk id="19" creationId="{84A8DE83-DE75-4B41-9DB4-A7EC0B0DEC0B}"/>
          </ac:spMkLst>
        </pc:spChg>
        <pc:spChg chg="add del">
          <ac:chgData name="Deepika Vatsa" userId="f7100972-27fe-4ee6-8fb4-ec9b7931b409" providerId="ADAL" clId="{594B7771-557E-45E2-A18A-3E20D3193E86}" dt="2022-08-13T14:16:48.562" v="1142"/>
          <ac:spMkLst>
            <pc:docMk/>
            <pc:sldMk cId="3680039929" sldId="567"/>
            <ac:spMk id="21" creationId="{A7009A0A-BEF5-4EAC-AF15-E4F9F002E239}"/>
          </ac:spMkLst>
        </pc:spChg>
      </pc:sldChg>
      <pc:sldChg chg="modSp add mod modNotesTx">
        <pc:chgData name="Deepika Vatsa" userId="f7100972-27fe-4ee6-8fb4-ec9b7931b409" providerId="ADAL" clId="{594B7771-557E-45E2-A18A-3E20D3193E86}" dt="2022-08-14T05:01:04.395" v="3786" actId="20577"/>
        <pc:sldMkLst>
          <pc:docMk/>
          <pc:sldMk cId="3510859047" sldId="568"/>
        </pc:sldMkLst>
        <pc:spChg chg="mod">
          <ac:chgData name="Deepika Vatsa" userId="f7100972-27fe-4ee6-8fb4-ec9b7931b409" providerId="ADAL" clId="{594B7771-557E-45E2-A18A-3E20D3193E86}" dt="2022-08-14T05:01:04.395" v="3786" actId="20577"/>
          <ac:spMkLst>
            <pc:docMk/>
            <pc:sldMk cId="3510859047" sldId="568"/>
            <ac:spMk id="2" creationId="{6167DC2D-0072-445E-8CB3-E53407061CE7}"/>
          </ac:spMkLst>
        </pc:spChg>
        <pc:spChg chg="mod">
          <ac:chgData name="Deepika Vatsa" userId="f7100972-27fe-4ee6-8fb4-ec9b7931b409" providerId="ADAL" clId="{594B7771-557E-45E2-A18A-3E20D3193E86}" dt="2022-08-14T05:00:35.455" v="3776" actId="27636"/>
          <ac:spMkLst>
            <pc:docMk/>
            <pc:sldMk cId="3510859047" sldId="568"/>
            <ac:spMk id="10" creationId="{C42FEFAA-1BDB-469A-85CD-A4F00ACBD147}"/>
          </ac:spMkLst>
        </pc:spChg>
      </pc:sldChg>
      <pc:sldChg chg="modSp add mod modNotesTx">
        <pc:chgData name="Deepika Vatsa" userId="f7100972-27fe-4ee6-8fb4-ec9b7931b409" providerId="ADAL" clId="{594B7771-557E-45E2-A18A-3E20D3193E86}" dt="2022-08-14T04:56:51.060" v="3710" actId="20577"/>
        <pc:sldMkLst>
          <pc:docMk/>
          <pc:sldMk cId="2237539640" sldId="569"/>
        </pc:sldMkLst>
        <pc:spChg chg="mod">
          <ac:chgData name="Deepika Vatsa" userId="f7100972-27fe-4ee6-8fb4-ec9b7931b409" providerId="ADAL" clId="{594B7771-557E-45E2-A18A-3E20D3193E86}" dt="2022-08-14T04:23:59.786" v="2571" actId="20577"/>
          <ac:spMkLst>
            <pc:docMk/>
            <pc:sldMk cId="2237539640" sldId="569"/>
            <ac:spMk id="2" creationId="{6167DC2D-0072-445E-8CB3-E53407061CE7}"/>
          </ac:spMkLst>
        </pc:spChg>
        <pc:spChg chg="mod">
          <ac:chgData name="Deepika Vatsa" userId="f7100972-27fe-4ee6-8fb4-ec9b7931b409" providerId="ADAL" clId="{594B7771-557E-45E2-A18A-3E20D3193E86}" dt="2022-08-14T04:56:51.060" v="3710" actId="20577"/>
          <ac:spMkLst>
            <pc:docMk/>
            <pc:sldMk cId="2237539640" sldId="569"/>
            <ac:spMk id="10" creationId="{C42FEFAA-1BDB-469A-85CD-A4F00ACBD147}"/>
          </ac:spMkLst>
        </pc:spChg>
      </pc:sldChg>
      <pc:sldChg chg="addSp modSp add mod modNotesTx">
        <pc:chgData name="Deepika Vatsa" userId="f7100972-27fe-4ee6-8fb4-ec9b7931b409" providerId="ADAL" clId="{594B7771-557E-45E2-A18A-3E20D3193E86}" dt="2022-08-14T05:16:14.981" v="4008"/>
        <pc:sldMkLst>
          <pc:docMk/>
          <pc:sldMk cId="622041629" sldId="570"/>
        </pc:sldMkLst>
        <pc:spChg chg="mod">
          <ac:chgData name="Deepika Vatsa" userId="f7100972-27fe-4ee6-8fb4-ec9b7931b409" providerId="ADAL" clId="{594B7771-557E-45E2-A18A-3E20D3193E86}" dt="2022-08-14T05:07:26.979" v="4001" actId="27636"/>
          <ac:spMkLst>
            <pc:docMk/>
            <pc:sldMk cId="622041629" sldId="570"/>
            <ac:spMk id="10" creationId="{C42FEFAA-1BDB-469A-85CD-A4F00ACBD147}"/>
          </ac:spMkLst>
        </pc:spChg>
        <pc:picChg chg="add mod modCrop">
          <ac:chgData name="Deepika Vatsa" userId="f7100972-27fe-4ee6-8fb4-ec9b7931b409" providerId="ADAL" clId="{594B7771-557E-45E2-A18A-3E20D3193E86}" dt="2022-08-14T05:07:34.918" v="4004" actId="14100"/>
          <ac:picMkLst>
            <pc:docMk/>
            <pc:sldMk cId="622041629" sldId="570"/>
            <ac:picMk id="4" creationId="{19675A84-601D-4226-96D7-0B27757E2CD5}"/>
          </ac:picMkLst>
        </pc:picChg>
      </pc:sldChg>
      <pc:sldChg chg="addSp delSp modSp add mod modNotesTx">
        <pc:chgData name="Deepika Vatsa" userId="f7100972-27fe-4ee6-8fb4-ec9b7931b409" providerId="ADAL" clId="{594B7771-557E-45E2-A18A-3E20D3193E86}" dt="2022-08-14T05:05:45.011" v="3938" actId="20577"/>
        <pc:sldMkLst>
          <pc:docMk/>
          <pc:sldMk cId="1020087436" sldId="571"/>
        </pc:sldMkLst>
        <pc:spChg chg="mod">
          <ac:chgData name="Deepika Vatsa" userId="f7100972-27fe-4ee6-8fb4-ec9b7931b409" providerId="ADAL" clId="{594B7771-557E-45E2-A18A-3E20D3193E86}" dt="2022-08-14T05:04:33.547" v="3928" actId="20577"/>
          <ac:spMkLst>
            <pc:docMk/>
            <pc:sldMk cId="1020087436" sldId="571"/>
            <ac:spMk id="10" creationId="{C42FEFAA-1BDB-469A-85CD-A4F00ACBD147}"/>
          </ac:spMkLst>
        </pc:spChg>
        <pc:picChg chg="add del mod modCrop">
          <ac:chgData name="Deepika Vatsa" userId="f7100972-27fe-4ee6-8fb4-ec9b7931b409" providerId="ADAL" clId="{594B7771-557E-45E2-A18A-3E20D3193E86}" dt="2022-08-14T05:03:25.022" v="3862" actId="478"/>
          <ac:picMkLst>
            <pc:docMk/>
            <pc:sldMk cId="1020087436" sldId="571"/>
            <ac:picMk id="4" creationId="{82CA4475-1EF3-48A4-8275-4AC364E461C3}"/>
          </ac:picMkLst>
        </pc:picChg>
        <pc:picChg chg="add mod modCrop">
          <ac:chgData name="Deepika Vatsa" userId="f7100972-27fe-4ee6-8fb4-ec9b7931b409" providerId="ADAL" clId="{594B7771-557E-45E2-A18A-3E20D3193E86}" dt="2022-08-14T05:03:46.718" v="3867" actId="14100"/>
          <ac:picMkLst>
            <pc:docMk/>
            <pc:sldMk cId="1020087436" sldId="571"/>
            <ac:picMk id="7" creationId="{3BC6F42B-891E-4430-97D6-EFA30795AC69}"/>
          </ac:picMkLst>
        </pc:picChg>
      </pc:sldChg>
      <pc:sldChg chg="modSp add mod modNotesTx">
        <pc:chgData name="Deepika Vatsa" userId="f7100972-27fe-4ee6-8fb4-ec9b7931b409" providerId="ADAL" clId="{594B7771-557E-45E2-A18A-3E20D3193E86}" dt="2022-08-14T05:01:46.167" v="3835" actId="20577"/>
        <pc:sldMkLst>
          <pc:docMk/>
          <pc:sldMk cId="2788033133" sldId="572"/>
        </pc:sldMkLst>
        <pc:spChg chg="mod">
          <ac:chgData name="Deepika Vatsa" userId="f7100972-27fe-4ee6-8fb4-ec9b7931b409" providerId="ADAL" clId="{594B7771-557E-45E2-A18A-3E20D3193E86}" dt="2022-08-14T05:01:46.167" v="3835" actId="20577"/>
          <ac:spMkLst>
            <pc:docMk/>
            <pc:sldMk cId="2788033133" sldId="572"/>
            <ac:spMk id="10" creationId="{C42FEFAA-1BDB-469A-85CD-A4F00ACBD147}"/>
          </ac:spMkLst>
        </pc:spChg>
      </pc:sldChg>
      <pc:sldChg chg="addSp delSp modSp add mod modNotesTx">
        <pc:chgData name="Deepika Vatsa" userId="f7100972-27fe-4ee6-8fb4-ec9b7931b409" providerId="ADAL" clId="{594B7771-557E-45E2-A18A-3E20D3193E86}" dt="2022-08-14T06:21:25.980" v="4503" actId="20577"/>
        <pc:sldMkLst>
          <pc:docMk/>
          <pc:sldMk cId="521620590" sldId="573"/>
        </pc:sldMkLst>
        <pc:spChg chg="mod">
          <ac:chgData name="Deepika Vatsa" userId="f7100972-27fe-4ee6-8fb4-ec9b7931b409" providerId="ADAL" clId="{594B7771-557E-45E2-A18A-3E20D3193E86}" dt="2022-08-14T05:41:45.744" v="4037" actId="20577"/>
          <ac:spMkLst>
            <pc:docMk/>
            <pc:sldMk cId="521620590" sldId="573"/>
            <ac:spMk id="2" creationId="{6167DC2D-0072-445E-8CB3-E53407061CE7}"/>
          </ac:spMkLst>
        </pc:spChg>
        <pc:spChg chg="add del mod">
          <ac:chgData name="Deepika Vatsa" userId="f7100972-27fe-4ee6-8fb4-ec9b7931b409" providerId="ADAL" clId="{594B7771-557E-45E2-A18A-3E20D3193E86}" dt="2022-08-14T05:57:40.941" v="4331" actId="478"/>
          <ac:spMkLst>
            <pc:docMk/>
            <pc:sldMk cId="521620590" sldId="573"/>
            <ac:spMk id="3" creationId="{F187924E-9703-44A9-9037-297530ECCDBC}"/>
          </ac:spMkLst>
        </pc:spChg>
        <pc:spChg chg="add del mod">
          <ac:chgData name="Deepika Vatsa" userId="f7100972-27fe-4ee6-8fb4-ec9b7931b409" providerId="ADAL" clId="{594B7771-557E-45E2-A18A-3E20D3193E86}" dt="2022-08-14T05:57:40.941" v="4331" actId="478"/>
          <ac:spMkLst>
            <pc:docMk/>
            <pc:sldMk cId="521620590" sldId="573"/>
            <ac:spMk id="5" creationId="{E3531A27-1831-42B8-A1B9-B64EA2C0477C}"/>
          </ac:spMkLst>
        </pc:spChg>
        <pc:spChg chg="add del mod">
          <ac:chgData name="Deepika Vatsa" userId="f7100972-27fe-4ee6-8fb4-ec9b7931b409" providerId="ADAL" clId="{594B7771-557E-45E2-A18A-3E20D3193E86}" dt="2022-08-14T05:57:40.941" v="4331" actId="478"/>
          <ac:spMkLst>
            <pc:docMk/>
            <pc:sldMk cId="521620590" sldId="573"/>
            <ac:spMk id="7" creationId="{D1B0DA12-5329-490C-A232-3991FAE9BDBB}"/>
          </ac:spMkLst>
        </pc:spChg>
        <pc:spChg chg="mod">
          <ac:chgData name="Deepika Vatsa" userId="f7100972-27fe-4ee6-8fb4-ec9b7931b409" providerId="ADAL" clId="{594B7771-557E-45E2-A18A-3E20D3193E86}" dt="2022-08-14T06:21:25.980" v="4503" actId="20577"/>
          <ac:spMkLst>
            <pc:docMk/>
            <pc:sldMk cId="521620590" sldId="573"/>
            <ac:spMk id="10" creationId="{C42FEFAA-1BDB-469A-85CD-A4F00ACBD147}"/>
          </ac:spMkLst>
        </pc:spChg>
        <pc:spChg chg="add del mod">
          <ac:chgData name="Deepika Vatsa" userId="f7100972-27fe-4ee6-8fb4-ec9b7931b409" providerId="ADAL" clId="{594B7771-557E-45E2-A18A-3E20D3193E86}" dt="2022-08-14T05:57:40.941" v="4331" actId="478"/>
          <ac:spMkLst>
            <pc:docMk/>
            <pc:sldMk cId="521620590" sldId="573"/>
            <ac:spMk id="14" creationId="{10131FA8-9FD5-409F-9852-A0BF7A958CF9}"/>
          </ac:spMkLst>
        </pc:spChg>
        <pc:picChg chg="del">
          <ac:chgData name="Deepika Vatsa" userId="f7100972-27fe-4ee6-8fb4-ec9b7931b409" providerId="ADAL" clId="{594B7771-557E-45E2-A18A-3E20D3193E86}" dt="2022-08-14T05:41:50.852" v="4039" actId="478"/>
          <ac:picMkLst>
            <pc:docMk/>
            <pc:sldMk cId="521620590" sldId="573"/>
            <ac:picMk id="4" creationId="{19675A84-601D-4226-96D7-0B27757E2CD5}"/>
          </ac:picMkLst>
        </pc:picChg>
      </pc:sldChg>
      <pc:sldChg chg="modSp add mod modNotesTx">
        <pc:chgData name="Deepika Vatsa" userId="f7100972-27fe-4ee6-8fb4-ec9b7931b409" providerId="ADAL" clId="{594B7771-557E-45E2-A18A-3E20D3193E86}" dt="2022-08-14T06:21:20.753" v="4502" actId="313"/>
        <pc:sldMkLst>
          <pc:docMk/>
          <pc:sldMk cId="218622921" sldId="574"/>
        </pc:sldMkLst>
        <pc:spChg chg="mod">
          <ac:chgData name="Deepika Vatsa" userId="f7100972-27fe-4ee6-8fb4-ec9b7931b409" providerId="ADAL" clId="{594B7771-557E-45E2-A18A-3E20D3193E86}" dt="2022-08-14T05:58:28.870" v="4338" actId="1076"/>
          <ac:spMkLst>
            <pc:docMk/>
            <pc:sldMk cId="218622921" sldId="574"/>
            <ac:spMk id="3" creationId="{F187924E-9703-44A9-9037-297530ECCDBC}"/>
          </ac:spMkLst>
        </pc:spChg>
        <pc:spChg chg="mod">
          <ac:chgData name="Deepika Vatsa" userId="f7100972-27fe-4ee6-8fb4-ec9b7931b409" providerId="ADAL" clId="{594B7771-557E-45E2-A18A-3E20D3193E86}" dt="2022-08-14T05:58:26.059" v="4337" actId="1076"/>
          <ac:spMkLst>
            <pc:docMk/>
            <pc:sldMk cId="218622921" sldId="574"/>
            <ac:spMk id="7" creationId="{D1B0DA12-5329-490C-A232-3991FAE9BDBB}"/>
          </ac:spMkLst>
        </pc:spChg>
        <pc:spChg chg="mod">
          <ac:chgData name="Deepika Vatsa" userId="f7100972-27fe-4ee6-8fb4-ec9b7931b409" providerId="ADAL" clId="{594B7771-557E-45E2-A18A-3E20D3193E86}" dt="2022-08-14T06:21:20.753" v="4502" actId="313"/>
          <ac:spMkLst>
            <pc:docMk/>
            <pc:sldMk cId="218622921" sldId="574"/>
            <ac:spMk id="10" creationId="{C42FEFAA-1BDB-469A-85CD-A4F00ACBD147}"/>
          </ac:spMkLst>
        </pc:spChg>
      </pc:sldChg>
      <pc:sldChg chg="del">
        <pc:chgData name="Deepika Vatsa" userId="f7100972-27fe-4ee6-8fb4-ec9b7931b409" providerId="ADAL" clId="{594B7771-557E-45E2-A18A-3E20D3193E86}" dt="2022-08-13T12:20:33.386" v="89" actId="47"/>
        <pc:sldMkLst>
          <pc:docMk/>
          <pc:sldMk cId="4266152413" sldId="581"/>
        </pc:sldMkLst>
      </pc:sldChg>
      <pc:sldChg chg="del">
        <pc:chgData name="Deepika Vatsa" userId="f7100972-27fe-4ee6-8fb4-ec9b7931b409" providerId="ADAL" clId="{594B7771-557E-45E2-A18A-3E20D3193E86}" dt="2022-08-13T12:20:33.386" v="89" actId="47"/>
        <pc:sldMkLst>
          <pc:docMk/>
          <pc:sldMk cId="3109505439" sldId="582"/>
        </pc:sldMkLst>
      </pc:sldChg>
      <pc:sldChg chg="del">
        <pc:chgData name="Deepika Vatsa" userId="f7100972-27fe-4ee6-8fb4-ec9b7931b409" providerId="ADAL" clId="{594B7771-557E-45E2-A18A-3E20D3193E86}" dt="2022-08-13T12:20:33.386" v="89" actId="47"/>
        <pc:sldMkLst>
          <pc:docMk/>
          <pc:sldMk cId="2722501262" sldId="583"/>
        </pc:sldMkLst>
      </pc:sldChg>
      <pc:sldChg chg="del">
        <pc:chgData name="Deepika Vatsa" userId="f7100972-27fe-4ee6-8fb4-ec9b7931b409" providerId="ADAL" clId="{594B7771-557E-45E2-A18A-3E20D3193E86}" dt="2022-08-13T12:20:33.386" v="89" actId="47"/>
        <pc:sldMkLst>
          <pc:docMk/>
          <pc:sldMk cId="2142725904" sldId="584"/>
        </pc:sldMkLst>
      </pc:sldChg>
      <pc:sldChg chg="del">
        <pc:chgData name="Deepika Vatsa" userId="f7100972-27fe-4ee6-8fb4-ec9b7931b409" providerId="ADAL" clId="{594B7771-557E-45E2-A18A-3E20D3193E86}" dt="2022-08-13T12:20:33.386" v="89" actId="47"/>
        <pc:sldMkLst>
          <pc:docMk/>
          <pc:sldMk cId="3681918962" sldId="585"/>
        </pc:sldMkLst>
      </pc:sldChg>
      <pc:sldChg chg="del">
        <pc:chgData name="Deepika Vatsa" userId="f7100972-27fe-4ee6-8fb4-ec9b7931b409" providerId="ADAL" clId="{594B7771-557E-45E2-A18A-3E20D3193E86}" dt="2022-08-13T12:20:33.386" v="89" actId="47"/>
        <pc:sldMkLst>
          <pc:docMk/>
          <pc:sldMk cId="3136226123" sldId="586"/>
        </pc:sldMkLst>
      </pc:sldChg>
      <pc:sldChg chg="del">
        <pc:chgData name="Deepika Vatsa" userId="f7100972-27fe-4ee6-8fb4-ec9b7931b409" providerId="ADAL" clId="{594B7771-557E-45E2-A18A-3E20D3193E86}" dt="2022-08-13T12:20:33.386" v="89" actId="47"/>
        <pc:sldMkLst>
          <pc:docMk/>
          <pc:sldMk cId="2576216198" sldId="587"/>
        </pc:sldMkLst>
      </pc:sldChg>
      <pc:sldChg chg="del">
        <pc:chgData name="Deepika Vatsa" userId="f7100972-27fe-4ee6-8fb4-ec9b7931b409" providerId="ADAL" clId="{594B7771-557E-45E2-A18A-3E20D3193E86}" dt="2022-08-13T12:20:33.386" v="89" actId="47"/>
        <pc:sldMkLst>
          <pc:docMk/>
          <pc:sldMk cId="3660427837" sldId="588"/>
        </pc:sldMkLst>
      </pc:sldChg>
      <pc:sldChg chg="del">
        <pc:chgData name="Deepika Vatsa" userId="f7100972-27fe-4ee6-8fb4-ec9b7931b409" providerId="ADAL" clId="{594B7771-557E-45E2-A18A-3E20D3193E86}" dt="2022-08-13T12:20:11.156" v="69" actId="47"/>
        <pc:sldMkLst>
          <pc:docMk/>
          <pc:sldMk cId="4154716115" sldId="589"/>
        </pc:sldMkLst>
      </pc:sldChg>
      <pc:sldChg chg="del">
        <pc:chgData name="Deepika Vatsa" userId="f7100972-27fe-4ee6-8fb4-ec9b7931b409" providerId="ADAL" clId="{594B7771-557E-45E2-A18A-3E20D3193E86}" dt="2022-08-13T12:20:11.156" v="69" actId="47"/>
        <pc:sldMkLst>
          <pc:docMk/>
          <pc:sldMk cId="2174576397" sldId="590"/>
        </pc:sldMkLst>
      </pc:sldChg>
      <pc:sldChg chg="del">
        <pc:chgData name="Deepika Vatsa" userId="f7100972-27fe-4ee6-8fb4-ec9b7931b409" providerId="ADAL" clId="{594B7771-557E-45E2-A18A-3E20D3193E86}" dt="2022-08-13T12:20:33.386" v="89" actId="47"/>
        <pc:sldMkLst>
          <pc:docMk/>
          <pc:sldMk cId="2579858776" sldId="591"/>
        </pc:sldMkLst>
      </pc:sldChg>
      <pc:sldChg chg="del">
        <pc:chgData name="Deepika Vatsa" userId="f7100972-27fe-4ee6-8fb4-ec9b7931b409" providerId="ADAL" clId="{594B7771-557E-45E2-A18A-3E20D3193E86}" dt="2022-08-13T12:20:33.386" v="89" actId="47"/>
        <pc:sldMkLst>
          <pc:docMk/>
          <pc:sldMk cId="989767306" sldId="592"/>
        </pc:sldMkLst>
      </pc:sldChg>
      <pc:sldChg chg="del">
        <pc:chgData name="Deepika Vatsa" userId="f7100972-27fe-4ee6-8fb4-ec9b7931b409" providerId="ADAL" clId="{594B7771-557E-45E2-A18A-3E20D3193E86}" dt="2022-08-13T12:20:33.386" v="89" actId="47"/>
        <pc:sldMkLst>
          <pc:docMk/>
          <pc:sldMk cId="2664121395" sldId="593"/>
        </pc:sldMkLst>
      </pc:sldChg>
      <pc:sldChg chg="del">
        <pc:chgData name="Deepika Vatsa" userId="f7100972-27fe-4ee6-8fb4-ec9b7931b409" providerId="ADAL" clId="{594B7771-557E-45E2-A18A-3E20D3193E86}" dt="2022-08-13T12:20:33.386" v="89" actId="47"/>
        <pc:sldMkLst>
          <pc:docMk/>
          <pc:sldMk cId="4178212524" sldId="594"/>
        </pc:sldMkLst>
      </pc:sldChg>
      <pc:sldChg chg="del">
        <pc:chgData name="Deepika Vatsa" userId="f7100972-27fe-4ee6-8fb4-ec9b7931b409" providerId="ADAL" clId="{594B7771-557E-45E2-A18A-3E20D3193E86}" dt="2022-08-13T12:20:33.386" v="89" actId="47"/>
        <pc:sldMkLst>
          <pc:docMk/>
          <pc:sldMk cId="1734510123" sldId="595"/>
        </pc:sldMkLst>
      </pc:sldChg>
      <pc:sldChg chg="del">
        <pc:chgData name="Deepika Vatsa" userId="f7100972-27fe-4ee6-8fb4-ec9b7931b409" providerId="ADAL" clId="{594B7771-557E-45E2-A18A-3E20D3193E86}" dt="2022-08-13T12:20:33.386" v="89" actId="47"/>
        <pc:sldMkLst>
          <pc:docMk/>
          <pc:sldMk cId="1867896786" sldId="596"/>
        </pc:sldMkLst>
      </pc:sldChg>
      <pc:sldChg chg="del">
        <pc:chgData name="Deepika Vatsa" userId="f7100972-27fe-4ee6-8fb4-ec9b7931b409" providerId="ADAL" clId="{594B7771-557E-45E2-A18A-3E20D3193E86}" dt="2022-08-13T12:20:33.386" v="89" actId="47"/>
        <pc:sldMkLst>
          <pc:docMk/>
          <pc:sldMk cId="3441028822" sldId="597"/>
        </pc:sldMkLst>
      </pc:sldChg>
      <pc:sldChg chg="del">
        <pc:chgData name="Deepika Vatsa" userId="f7100972-27fe-4ee6-8fb4-ec9b7931b409" providerId="ADAL" clId="{594B7771-557E-45E2-A18A-3E20D3193E86}" dt="2022-08-13T12:20:33.386" v="89" actId="47"/>
        <pc:sldMkLst>
          <pc:docMk/>
          <pc:sldMk cId="166715966" sldId="598"/>
        </pc:sldMkLst>
      </pc:sldChg>
      <pc:sldChg chg="del">
        <pc:chgData name="Deepika Vatsa" userId="f7100972-27fe-4ee6-8fb4-ec9b7931b409" providerId="ADAL" clId="{594B7771-557E-45E2-A18A-3E20D3193E86}" dt="2022-08-13T12:20:33.386" v="89" actId="47"/>
        <pc:sldMkLst>
          <pc:docMk/>
          <pc:sldMk cId="3192749011" sldId="599"/>
        </pc:sldMkLst>
      </pc:sldChg>
      <pc:sldChg chg="del">
        <pc:chgData name="Deepika Vatsa" userId="f7100972-27fe-4ee6-8fb4-ec9b7931b409" providerId="ADAL" clId="{594B7771-557E-45E2-A18A-3E20D3193E86}" dt="2022-08-13T12:20:33.386" v="89" actId="47"/>
        <pc:sldMkLst>
          <pc:docMk/>
          <pc:sldMk cId="829392238" sldId="600"/>
        </pc:sldMkLst>
      </pc:sldChg>
      <pc:sldChg chg="del">
        <pc:chgData name="Deepika Vatsa" userId="f7100972-27fe-4ee6-8fb4-ec9b7931b409" providerId="ADAL" clId="{594B7771-557E-45E2-A18A-3E20D3193E86}" dt="2022-08-13T12:20:33.386" v="89" actId="47"/>
        <pc:sldMkLst>
          <pc:docMk/>
          <pc:sldMk cId="573867450" sldId="601"/>
        </pc:sldMkLst>
      </pc:sldChg>
      <pc:sldChg chg="del">
        <pc:chgData name="Deepika Vatsa" userId="f7100972-27fe-4ee6-8fb4-ec9b7931b409" providerId="ADAL" clId="{594B7771-557E-45E2-A18A-3E20D3193E86}" dt="2022-08-13T12:20:33.386" v="89" actId="47"/>
        <pc:sldMkLst>
          <pc:docMk/>
          <pc:sldMk cId="2339495179" sldId="602"/>
        </pc:sldMkLst>
      </pc:sldChg>
      <pc:sldChg chg="del">
        <pc:chgData name="Deepika Vatsa" userId="f7100972-27fe-4ee6-8fb4-ec9b7931b409" providerId="ADAL" clId="{594B7771-557E-45E2-A18A-3E20D3193E86}" dt="2022-08-13T12:20:33.386" v="89" actId="47"/>
        <pc:sldMkLst>
          <pc:docMk/>
          <pc:sldMk cId="4267505518" sldId="603"/>
        </pc:sldMkLst>
      </pc:sldChg>
      <pc:sldChg chg="del">
        <pc:chgData name="Deepika Vatsa" userId="f7100972-27fe-4ee6-8fb4-ec9b7931b409" providerId="ADAL" clId="{594B7771-557E-45E2-A18A-3E20D3193E86}" dt="2022-08-13T12:20:33.386" v="89" actId="47"/>
        <pc:sldMkLst>
          <pc:docMk/>
          <pc:sldMk cId="2585325527" sldId="604"/>
        </pc:sldMkLst>
      </pc:sldChg>
    </pc:docChg>
  </pc:docChgLst>
  <pc:docChgLst>
    <pc:chgData name="Deepika Vatsa" userId="f7100972-27fe-4ee6-8fb4-ec9b7931b409" providerId="ADAL" clId="{370D9028-36F8-4AB2-98A0-D65BBB10A27E}"/>
    <pc:docChg chg="custSel addSld modSld">
      <pc:chgData name="Deepika Vatsa" userId="f7100972-27fe-4ee6-8fb4-ec9b7931b409" providerId="ADAL" clId="{370D9028-36F8-4AB2-98A0-D65BBB10A27E}" dt="2022-08-14T06:33:57.843" v="23" actId="20577"/>
      <pc:docMkLst>
        <pc:docMk/>
      </pc:docMkLst>
      <pc:sldChg chg="delSp modSp add mod modNotesTx">
        <pc:chgData name="Deepika Vatsa" userId="f7100972-27fe-4ee6-8fb4-ec9b7931b409" providerId="ADAL" clId="{370D9028-36F8-4AB2-98A0-D65BBB10A27E}" dt="2022-08-14T06:33:57.843" v="23" actId="20577"/>
        <pc:sldMkLst>
          <pc:docMk/>
          <pc:sldMk cId="411671898" sldId="575"/>
        </pc:sldMkLst>
        <pc:spChg chg="mod">
          <ac:chgData name="Deepika Vatsa" userId="f7100972-27fe-4ee6-8fb4-ec9b7931b409" providerId="ADAL" clId="{370D9028-36F8-4AB2-98A0-D65BBB10A27E}" dt="2022-08-14T06:33:57.843" v="23" actId="20577"/>
          <ac:spMkLst>
            <pc:docMk/>
            <pc:sldMk cId="411671898" sldId="575"/>
            <ac:spMk id="2" creationId="{6167DC2D-0072-445E-8CB3-E53407061CE7}"/>
          </ac:spMkLst>
        </pc:spChg>
        <pc:spChg chg="del">
          <ac:chgData name="Deepika Vatsa" userId="f7100972-27fe-4ee6-8fb4-ec9b7931b409" providerId="ADAL" clId="{370D9028-36F8-4AB2-98A0-D65BBB10A27E}" dt="2022-08-14T06:33:48.215" v="5" actId="478"/>
          <ac:spMkLst>
            <pc:docMk/>
            <pc:sldMk cId="411671898" sldId="575"/>
            <ac:spMk id="3" creationId="{F187924E-9703-44A9-9037-297530ECCDBC}"/>
          </ac:spMkLst>
        </pc:spChg>
        <pc:spChg chg="del">
          <ac:chgData name="Deepika Vatsa" userId="f7100972-27fe-4ee6-8fb4-ec9b7931b409" providerId="ADAL" clId="{370D9028-36F8-4AB2-98A0-D65BBB10A27E}" dt="2022-08-14T06:33:48.215" v="5" actId="478"/>
          <ac:spMkLst>
            <pc:docMk/>
            <pc:sldMk cId="411671898" sldId="575"/>
            <ac:spMk id="5" creationId="{E3531A27-1831-42B8-A1B9-B64EA2C0477C}"/>
          </ac:spMkLst>
        </pc:spChg>
        <pc:spChg chg="del">
          <ac:chgData name="Deepika Vatsa" userId="f7100972-27fe-4ee6-8fb4-ec9b7931b409" providerId="ADAL" clId="{370D9028-36F8-4AB2-98A0-D65BBB10A27E}" dt="2022-08-14T06:33:48.215" v="5" actId="478"/>
          <ac:spMkLst>
            <pc:docMk/>
            <pc:sldMk cId="411671898" sldId="575"/>
            <ac:spMk id="7" creationId="{D1B0DA12-5329-490C-A232-3991FAE9BDBB}"/>
          </ac:spMkLst>
        </pc:spChg>
        <pc:spChg chg="mod">
          <ac:chgData name="Deepika Vatsa" userId="f7100972-27fe-4ee6-8fb4-ec9b7931b409" providerId="ADAL" clId="{370D9028-36F8-4AB2-98A0-D65BBB10A27E}" dt="2022-08-14T06:33:38.333" v="4" actId="20577"/>
          <ac:spMkLst>
            <pc:docMk/>
            <pc:sldMk cId="411671898" sldId="575"/>
            <ac:spMk id="10" creationId="{C42FEFAA-1BDB-469A-85CD-A4F00ACBD147}"/>
          </ac:spMkLst>
        </pc:spChg>
        <pc:spChg chg="del">
          <ac:chgData name="Deepika Vatsa" userId="f7100972-27fe-4ee6-8fb4-ec9b7931b409" providerId="ADAL" clId="{370D9028-36F8-4AB2-98A0-D65BBB10A27E}" dt="2022-08-14T06:33:48.215" v="5" actId="478"/>
          <ac:spMkLst>
            <pc:docMk/>
            <pc:sldMk cId="411671898" sldId="575"/>
            <ac:spMk id="14" creationId="{10131FA8-9FD5-409F-9852-A0BF7A958CF9}"/>
          </ac:spMkLst>
        </pc:spChg>
      </pc:sldChg>
    </pc:docChg>
  </pc:docChgLst>
  <pc:docChgLst>
    <pc:chgData name="Deepika Vatsa" userId="f7100972-27fe-4ee6-8fb4-ec9b7931b409" providerId="ADAL" clId="{3291ADED-E722-4D72-B4E8-25130B6F1C00}"/>
    <pc:docChg chg="undo custSel addSld delSld modSld sldOrd">
      <pc:chgData name="Deepika Vatsa" userId="f7100972-27fe-4ee6-8fb4-ec9b7931b409" providerId="ADAL" clId="{3291ADED-E722-4D72-B4E8-25130B6F1C00}" dt="2022-08-04T09:36:26.211" v="13202" actId="20577"/>
      <pc:docMkLst>
        <pc:docMk/>
      </pc:docMkLst>
      <pc:sldChg chg="modSp mod">
        <pc:chgData name="Deepika Vatsa" userId="f7100972-27fe-4ee6-8fb4-ec9b7931b409" providerId="ADAL" clId="{3291ADED-E722-4D72-B4E8-25130B6F1C00}" dt="2022-08-03T07:51:45.010" v="7027" actId="113"/>
        <pc:sldMkLst>
          <pc:docMk/>
          <pc:sldMk cId="492309654" sldId="256"/>
        </pc:sldMkLst>
        <pc:spChg chg="mod">
          <ac:chgData name="Deepika Vatsa" userId="f7100972-27fe-4ee6-8fb4-ec9b7931b409" providerId="ADAL" clId="{3291ADED-E722-4D72-B4E8-25130B6F1C00}" dt="2022-08-02T04:23:47.475" v="176" actId="20577"/>
          <ac:spMkLst>
            <pc:docMk/>
            <pc:sldMk cId="492309654" sldId="256"/>
            <ac:spMk id="2" creationId="{E0C40C05-8385-48CA-92A2-DF37B0EE4230}"/>
          </ac:spMkLst>
        </pc:spChg>
        <pc:spChg chg="mod">
          <ac:chgData name="Deepika Vatsa" userId="f7100972-27fe-4ee6-8fb4-ec9b7931b409" providerId="ADAL" clId="{3291ADED-E722-4D72-B4E8-25130B6F1C00}" dt="2022-08-03T07:51:45.010" v="7027" actId="113"/>
          <ac:spMkLst>
            <pc:docMk/>
            <pc:sldMk cId="492309654" sldId="256"/>
            <ac:spMk id="3" creationId="{D11C1709-B620-47DC-9742-B9FB880F0527}"/>
          </ac:spMkLst>
        </pc:spChg>
      </pc:sldChg>
      <pc:sldChg chg="modSp mod">
        <pc:chgData name="Deepika Vatsa" userId="f7100972-27fe-4ee6-8fb4-ec9b7931b409" providerId="ADAL" clId="{3291ADED-E722-4D72-B4E8-25130B6F1C00}" dt="2022-08-02T05:22:27.112" v="717" actId="20577"/>
        <pc:sldMkLst>
          <pc:docMk/>
          <pc:sldMk cId="3472450693" sldId="257"/>
        </pc:sldMkLst>
        <pc:spChg chg="mod">
          <ac:chgData name="Deepika Vatsa" userId="f7100972-27fe-4ee6-8fb4-ec9b7931b409" providerId="ADAL" clId="{3291ADED-E722-4D72-B4E8-25130B6F1C00}" dt="2022-08-02T05:22:27.112" v="717" actId="20577"/>
          <ac:spMkLst>
            <pc:docMk/>
            <pc:sldMk cId="3472450693" sldId="257"/>
            <ac:spMk id="2" creationId="{62761FFB-B61B-4D55-81FD-2A4988EECDC9}"/>
          </ac:spMkLst>
        </pc:spChg>
        <pc:spChg chg="mod">
          <ac:chgData name="Deepika Vatsa" userId="f7100972-27fe-4ee6-8fb4-ec9b7931b409" providerId="ADAL" clId="{3291ADED-E722-4D72-B4E8-25130B6F1C00}" dt="2022-08-02T05:06:45.017" v="327" actId="20577"/>
          <ac:spMkLst>
            <pc:docMk/>
            <pc:sldMk cId="3472450693" sldId="257"/>
            <ac:spMk id="3" creationId="{80E36F94-92C5-49C4-89B0-FDCC3A53501B}"/>
          </ac:spMkLst>
        </pc:spChg>
      </pc:sldChg>
      <pc:sldChg chg="addSp modSp add mod modNotesTx">
        <pc:chgData name="Deepika Vatsa" userId="f7100972-27fe-4ee6-8fb4-ec9b7931b409" providerId="ADAL" clId="{3291ADED-E722-4D72-B4E8-25130B6F1C00}" dt="2022-08-02T10:04:30.526" v="5127" actId="20577"/>
        <pc:sldMkLst>
          <pc:docMk/>
          <pc:sldMk cId="0" sldId="260"/>
        </pc:sldMkLst>
        <pc:spChg chg="mod">
          <ac:chgData name="Deepika Vatsa" userId="f7100972-27fe-4ee6-8fb4-ec9b7931b409" providerId="ADAL" clId="{3291ADED-E722-4D72-B4E8-25130B6F1C00}" dt="2022-08-02T04:20:40.124" v="13" actId="1036"/>
          <ac:spMkLst>
            <pc:docMk/>
            <pc:sldMk cId="0" sldId="260"/>
            <ac:spMk id="9" creationId="{3FC51FE3-A4A7-458D-814C-D0DCC098464F}"/>
          </ac:spMkLst>
        </pc:spChg>
        <pc:spChg chg="mod">
          <ac:chgData name="Deepika Vatsa" userId="f7100972-27fe-4ee6-8fb4-ec9b7931b409" providerId="ADAL" clId="{3291ADED-E722-4D72-B4E8-25130B6F1C00}" dt="2022-08-02T04:21:39.212" v="44" actId="1036"/>
          <ac:spMkLst>
            <pc:docMk/>
            <pc:sldMk cId="0" sldId="260"/>
            <ac:spMk id="10" creationId="{BCB88034-3308-4C39-9DE6-E1200C70C5B9}"/>
          </ac:spMkLst>
        </pc:spChg>
        <pc:spChg chg="add mod">
          <ac:chgData name="Deepika Vatsa" userId="f7100972-27fe-4ee6-8fb4-ec9b7931b409" providerId="ADAL" clId="{3291ADED-E722-4D72-B4E8-25130B6F1C00}" dt="2022-08-02T04:22:03.721" v="93" actId="20577"/>
          <ac:spMkLst>
            <pc:docMk/>
            <pc:sldMk cId="0" sldId="260"/>
            <ac:spMk id="16" creationId="{CFB741DD-6D6A-4048-8211-A2948AF8B56B}"/>
          </ac:spMkLst>
        </pc:spChg>
        <pc:cxnChg chg="mod">
          <ac:chgData name="Deepika Vatsa" userId="f7100972-27fe-4ee6-8fb4-ec9b7931b409" providerId="ADAL" clId="{3291ADED-E722-4D72-B4E8-25130B6F1C00}" dt="2022-08-02T04:21:29.945" v="29" actId="13822"/>
          <ac:cxnSpMkLst>
            <pc:docMk/>
            <pc:sldMk cId="0" sldId="260"/>
            <ac:cxnSpMk id="11" creationId="{CB1315CC-DFEE-48D7-9E66-C3CD54A44B2B}"/>
          </ac:cxnSpMkLst>
        </pc:cxnChg>
        <pc:cxnChg chg="mod">
          <ac:chgData name="Deepika Vatsa" userId="f7100972-27fe-4ee6-8fb4-ec9b7931b409" providerId="ADAL" clId="{3291ADED-E722-4D72-B4E8-25130B6F1C00}" dt="2022-08-02T04:21:43.260" v="52" actId="1038"/>
          <ac:cxnSpMkLst>
            <pc:docMk/>
            <pc:sldMk cId="0" sldId="260"/>
            <ac:cxnSpMk id="13" creationId="{10A5614B-8041-438A-ADBE-CE3A4D27FA68}"/>
          </ac:cxnSpMkLst>
        </pc:cxnChg>
        <pc:cxnChg chg="mod">
          <ac:chgData name="Deepika Vatsa" userId="f7100972-27fe-4ee6-8fb4-ec9b7931b409" providerId="ADAL" clId="{3291ADED-E722-4D72-B4E8-25130B6F1C00}" dt="2022-08-02T04:20:40.124" v="13" actId="1036"/>
          <ac:cxnSpMkLst>
            <pc:docMk/>
            <pc:sldMk cId="0" sldId="260"/>
            <ac:cxnSpMk id="14" creationId="{143650B0-8620-4D0C-81AD-1E228DB707E3}"/>
          </ac:cxnSpMkLst>
        </pc:cxnChg>
      </pc:sldChg>
      <pc:sldChg chg="modSp add mod">
        <pc:chgData name="Deepika Vatsa" userId="f7100972-27fe-4ee6-8fb4-ec9b7931b409" providerId="ADAL" clId="{3291ADED-E722-4D72-B4E8-25130B6F1C00}" dt="2022-08-02T05:27:31.824" v="803" actId="20577"/>
        <pc:sldMkLst>
          <pc:docMk/>
          <pc:sldMk cId="0" sldId="444"/>
        </pc:sldMkLst>
        <pc:spChg chg="mod">
          <ac:chgData name="Deepika Vatsa" userId="f7100972-27fe-4ee6-8fb4-ec9b7931b409" providerId="ADAL" clId="{3291ADED-E722-4D72-B4E8-25130B6F1C00}" dt="2022-08-02T05:27:31.824" v="803" actId="20577"/>
          <ac:spMkLst>
            <pc:docMk/>
            <pc:sldMk cId="0" sldId="444"/>
            <ac:spMk id="3" creationId="{8742D992-CD80-4072-8891-5DE4E4E9A046}"/>
          </ac:spMkLst>
        </pc:spChg>
      </pc:sldChg>
      <pc:sldChg chg="addSp modSp add mod">
        <pc:chgData name="Deepika Vatsa" userId="f7100972-27fe-4ee6-8fb4-ec9b7931b409" providerId="ADAL" clId="{3291ADED-E722-4D72-B4E8-25130B6F1C00}" dt="2022-08-02T04:49:32.031" v="241" actId="1076"/>
        <pc:sldMkLst>
          <pc:docMk/>
          <pc:sldMk cId="0" sldId="446"/>
        </pc:sldMkLst>
        <pc:picChg chg="add mod ord">
          <ac:chgData name="Deepika Vatsa" userId="f7100972-27fe-4ee6-8fb4-ec9b7931b409" providerId="ADAL" clId="{3291ADED-E722-4D72-B4E8-25130B6F1C00}" dt="2022-08-02T04:49:32.031" v="241" actId="1076"/>
          <ac:picMkLst>
            <pc:docMk/>
            <pc:sldMk cId="0" sldId="446"/>
            <ac:picMk id="5" creationId="{C6A5244B-F656-4E88-A42A-3266EE91F6F3}"/>
          </ac:picMkLst>
        </pc:picChg>
        <pc:picChg chg="mod">
          <ac:chgData name="Deepika Vatsa" userId="f7100972-27fe-4ee6-8fb4-ec9b7931b409" providerId="ADAL" clId="{3291ADED-E722-4D72-B4E8-25130B6F1C00}" dt="2022-08-02T04:49:28.253" v="240" actId="1076"/>
          <ac:picMkLst>
            <pc:docMk/>
            <pc:sldMk cId="0" sldId="446"/>
            <ac:picMk id="10244" creationId="{33A2C098-77FB-498B-89C1-293A02B3BCFB}"/>
          </ac:picMkLst>
        </pc:picChg>
      </pc:sldChg>
      <pc:sldChg chg="modSp add mod ord">
        <pc:chgData name="Deepika Vatsa" userId="f7100972-27fe-4ee6-8fb4-ec9b7931b409" providerId="ADAL" clId="{3291ADED-E722-4D72-B4E8-25130B6F1C00}" dt="2022-08-02T10:15:49.873" v="6002"/>
        <pc:sldMkLst>
          <pc:docMk/>
          <pc:sldMk cId="0" sldId="454"/>
        </pc:sldMkLst>
        <pc:spChg chg="mod">
          <ac:chgData name="Deepika Vatsa" userId="f7100972-27fe-4ee6-8fb4-ec9b7931b409" providerId="ADAL" clId="{3291ADED-E722-4D72-B4E8-25130B6F1C00}" dt="2022-08-02T05:36:04.752" v="974" actId="20577"/>
          <ac:spMkLst>
            <pc:docMk/>
            <pc:sldMk cId="0" sldId="454"/>
            <ac:spMk id="3" creationId="{C205F30A-7C17-4484-8544-4186CC2C5D59}"/>
          </ac:spMkLst>
        </pc:spChg>
        <pc:spChg chg="mod">
          <ac:chgData name="Deepika Vatsa" userId="f7100972-27fe-4ee6-8fb4-ec9b7931b409" providerId="ADAL" clId="{3291ADED-E722-4D72-B4E8-25130B6F1C00}" dt="2022-08-02T05:35:35.807" v="972" actId="20577"/>
          <ac:spMkLst>
            <pc:docMk/>
            <pc:sldMk cId="0" sldId="454"/>
            <ac:spMk id="11266" creationId="{7D9174AF-1F1E-4E7D-A243-C1A8E99F08E4}"/>
          </ac:spMkLst>
        </pc:spChg>
      </pc:sldChg>
      <pc:sldChg chg="modSp add mod">
        <pc:chgData name="Deepika Vatsa" userId="f7100972-27fe-4ee6-8fb4-ec9b7931b409" providerId="ADAL" clId="{3291ADED-E722-4D72-B4E8-25130B6F1C00}" dt="2022-08-02T05:51:19.773" v="1476" actId="20577"/>
        <pc:sldMkLst>
          <pc:docMk/>
          <pc:sldMk cId="0" sldId="519"/>
        </pc:sldMkLst>
        <pc:spChg chg="mod">
          <ac:chgData name="Deepika Vatsa" userId="f7100972-27fe-4ee6-8fb4-ec9b7931b409" providerId="ADAL" clId="{3291ADED-E722-4D72-B4E8-25130B6F1C00}" dt="2022-08-02T05:51:19.773" v="1476" actId="20577"/>
          <ac:spMkLst>
            <pc:docMk/>
            <pc:sldMk cId="0" sldId="519"/>
            <ac:spMk id="13314" creationId="{CBAC7A8F-7EE2-476E-B83C-7B434D873662}"/>
          </ac:spMkLst>
        </pc:spChg>
      </pc:sldChg>
      <pc:sldChg chg="modSp add mod ord modNotesTx">
        <pc:chgData name="Deepika Vatsa" userId="f7100972-27fe-4ee6-8fb4-ec9b7931b409" providerId="ADAL" clId="{3291ADED-E722-4D72-B4E8-25130B6F1C00}" dt="2022-08-02T10:07:54.172" v="5433" actId="20577"/>
        <pc:sldMkLst>
          <pc:docMk/>
          <pc:sldMk cId="0" sldId="521"/>
        </pc:sldMkLst>
        <pc:spChg chg="mod">
          <ac:chgData name="Deepika Vatsa" userId="f7100972-27fe-4ee6-8fb4-ec9b7931b409" providerId="ADAL" clId="{3291ADED-E722-4D72-B4E8-25130B6F1C00}" dt="2022-08-02T10:05:28.796" v="5263" actId="20577"/>
          <ac:spMkLst>
            <pc:docMk/>
            <pc:sldMk cId="0" sldId="521"/>
            <ac:spMk id="9220" creationId="{91FFA14E-91B3-44B2-AF3A-49B6235ECEC6}"/>
          </ac:spMkLst>
        </pc:spChg>
      </pc:sldChg>
      <pc:sldChg chg="modSp add">
        <pc:chgData name="Deepika Vatsa" userId="f7100972-27fe-4ee6-8fb4-ec9b7931b409" providerId="ADAL" clId="{3291ADED-E722-4D72-B4E8-25130B6F1C00}" dt="2022-08-02T05:57:52.333" v="1653" actId="1036"/>
        <pc:sldMkLst>
          <pc:docMk/>
          <pc:sldMk cId="0" sldId="522"/>
        </pc:sldMkLst>
        <pc:spChg chg="mod">
          <ac:chgData name="Deepika Vatsa" userId="f7100972-27fe-4ee6-8fb4-ec9b7931b409" providerId="ADAL" clId="{3291ADED-E722-4D72-B4E8-25130B6F1C00}" dt="2022-08-02T05:57:45.673" v="1634" actId="1076"/>
          <ac:spMkLst>
            <pc:docMk/>
            <pc:sldMk cId="0" sldId="522"/>
            <ac:spMk id="14338" creationId="{FBD8693C-3A18-46C7-B80E-01E033CDECDC}"/>
          </ac:spMkLst>
        </pc:spChg>
        <pc:spChg chg="mod">
          <ac:chgData name="Deepika Vatsa" userId="f7100972-27fe-4ee6-8fb4-ec9b7931b409" providerId="ADAL" clId="{3291ADED-E722-4D72-B4E8-25130B6F1C00}" dt="2022-08-02T05:57:52.333" v="1653" actId="1036"/>
          <ac:spMkLst>
            <pc:docMk/>
            <pc:sldMk cId="0" sldId="522"/>
            <ac:spMk id="14344" creationId="{F3771709-78BD-404C-857F-78F9A6047677}"/>
          </ac:spMkLst>
        </pc:spChg>
        <pc:picChg chg="mod">
          <ac:chgData name="Deepika Vatsa" userId="f7100972-27fe-4ee6-8fb4-ec9b7931b409" providerId="ADAL" clId="{3291ADED-E722-4D72-B4E8-25130B6F1C00}" dt="2022-08-02T05:57:52.333" v="1653" actId="1036"/>
          <ac:picMkLst>
            <pc:docMk/>
            <pc:sldMk cId="0" sldId="522"/>
            <ac:picMk id="14342" creationId="{AED56A7C-E3E2-4205-BE15-2EBFD59166F0}"/>
          </ac:picMkLst>
        </pc:picChg>
      </pc:sldChg>
      <pc:sldChg chg="addSp modSp add">
        <pc:chgData name="Deepika Vatsa" userId="f7100972-27fe-4ee6-8fb4-ec9b7931b409" providerId="ADAL" clId="{3291ADED-E722-4D72-B4E8-25130B6F1C00}" dt="2022-08-02T05:57:34.884" v="1632" actId="1037"/>
        <pc:sldMkLst>
          <pc:docMk/>
          <pc:sldMk cId="0" sldId="523"/>
        </pc:sldMkLst>
        <pc:spChg chg="add mod">
          <ac:chgData name="Deepika Vatsa" userId="f7100972-27fe-4ee6-8fb4-ec9b7931b409" providerId="ADAL" clId="{3291ADED-E722-4D72-B4E8-25130B6F1C00}" dt="2022-08-02T05:57:34.884" v="1632" actId="1037"/>
          <ac:spMkLst>
            <pc:docMk/>
            <pc:sldMk cId="0" sldId="523"/>
            <ac:spMk id="9" creationId="{B17BC3F7-CA5E-4FEC-940A-2EC0774E93A3}"/>
          </ac:spMkLst>
        </pc:spChg>
        <pc:spChg chg="mod">
          <ac:chgData name="Deepika Vatsa" userId="f7100972-27fe-4ee6-8fb4-ec9b7931b409" providerId="ADAL" clId="{3291ADED-E722-4D72-B4E8-25130B6F1C00}" dt="2022-08-02T05:56:52.588" v="1477" actId="1076"/>
          <ac:spMkLst>
            <pc:docMk/>
            <pc:sldMk cId="0" sldId="523"/>
            <ac:spMk id="15362" creationId="{4733C1E2-24F3-4754-9834-2DBF479B7C27}"/>
          </ac:spMkLst>
        </pc:spChg>
        <pc:spChg chg="mod">
          <ac:chgData name="Deepika Vatsa" userId="f7100972-27fe-4ee6-8fb4-ec9b7931b409" providerId="ADAL" clId="{3291ADED-E722-4D72-B4E8-25130B6F1C00}" dt="2022-08-02T05:56:58.612" v="1501" actId="1035"/>
          <ac:spMkLst>
            <pc:docMk/>
            <pc:sldMk cId="0" sldId="523"/>
            <ac:spMk id="15367" creationId="{121C9651-2280-4086-A2C0-835AE7BDB729}"/>
          </ac:spMkLst>
        </pc:spChg>
        <pc:spChg chg="mod">
          <ac:chgData name="Deepika Vatsa" userId="f7100972-27fe-4ee6-8fb4-ec9b7931b409" providerId="ADAL" clId="{3291ADED-E722-4D72-B4E8-25130B6F1C00}" dt="2022-08-02T05:57:25.513" v="1611" actId="1036"/>
          <ac:spMkLst>
            <pc:docMk/>
            <pc:sldMk cId="0" sldId="523"/>
            <ac:spMk id="15368" creationId="{B2C3323A-ECE1-4DD1-BCE2-8341E5E14404}"/>
          </ac:spMkLst>
        </pc:spChg>
        <pc:picChg chg="add mod">
          <ac:chgData name="Deepika Vatsa" userId="f7100972-27fe-4ee6-8fb4-ec9b7931b409" providerId="ADAL" clId="{3291ADED-E722-4D72-B4E8-25130B6F1C00}" dt="2022-08-02T05:57:34.884" v="1632" actId="1037"/>
          <ac:picMkLst>
            <pc:docMk/>
            <pc:sldMk cId="0" sldId="523"/>
            <ac:picMk id="10" creationId="{FBA8AA4A-DF71-41F4-9D0A-AB3FBAB4F540}"/>
          </ac:picMkLst>
        </pc:picChg>
        <pc:picChg chg="mod">
          <ac:chgData name="Deepika Vatsa" userId="f7100972-27fe-4ee6-8fb4-ec9b7931b409" providerId="ADAL" clId="{3291ADED-E722-4D72-B4E8-25130B6F1C00}" dt="2022-08-02T05:56:58.612" v="1501" actId="1035"/>
          <ac:picMkLst>
            <pc:docMk/>
            <pc:sldMk cId="0" sldId="523"/>
            <ac:picMk id="15365" creationId="{831E7FDA-685A-491C-B34A-934B97194A84}"/>
          </ac:picMkLst>
        </pc:picChg>
        <pc:picChg chg="mod">
          <ac:chgData name="Deepika Vatsa" userId="f7100972-27fe-4ee6-8fb4-ec9b7931b409" providerId="ADAL" clId="{3291ADED-E722-4D72-B4E8-25130B6F1C00}" dt="2022-08-02T05:57:25.513" v="1611" actId="1036"/>
          <ac:picMkLst>
            <pc:docMk/>
            <pc:sldMk cId="0" sldId="523"/>
            <ac:picMk id="15366" creationId="{A1045A5C-B36F-4CE7-937A-5EFD0F56F6EC}"/>
          </ac:picMkLst>
        </pc:picChg>
      </pc:sldChg>
      <pc:sldChg chg="delSp add del">
        <pc:chgData name="Deepika Vatsa" userId="f7100972-27fe-4ee6-8fb4-ec9b7931b409" providerId="ADAL" clId="{3291ADED-E722-4D72-B4E8-25130B6F1C00}" dt="2022-08-02T05:57:39.918" v="1633" actId="47"/>
        <pc:sldMkLst>
          <pc:docMk/>
          <pc:sldMk cId="0" sldId="524"/>
        </pc:sldMkLst>
        <pc:spChg chg="del">
          <ac:chgData name="Deepika Vatsa" userId="f7100972-27fe-4ee6-8fb4-ec9b7931b409" providerId="ADAL" clId="{3291ADED-E722-4D72-B4E8-25130B6F1C00}" dt="2022-08-02T05:57:10.223" v="1531" actId="21"/>
          <ac:spMkLst>
            <pc:docMk/>
            <pc:sldMk cId="0" sldId="524"/>
            <ac:spMk id="16389" creationId="{A5E9E8B8-54AA-45CB-B630-7300EC928F5E}"/>
          </ac:spMkLst>
        </pc:spChg>
        <pc:picChg chg="del">
          <ac:chgData name="Deepika Vatsa" userId="f7100972-27fe-4ee6-8fb4-ec9b7931b409" providerId="ADAL" clId="{3291ADED-E722-4D72-B4E8-25130B6F1C00}" dt="2022-08-02T05:57:10.223" v="1531" actId="21"/>
          <ac:picMkLst>
            <pc:docMk/>
            <pc:sldMk cId="0" sldId="524"/>
            <ac:picMk id="16392" creationId="{DE8B858E-3707-4312-9838-072D5963F5C6}"/>
          </ac:picMkLst>
        </pc:picChg>
      </pc:sldChg>
      <pc:sldChg chg="modSp add mod">
        <pc:chgData name="Deepika Vatsa" userId="f7100972-27fe-4ee6-8fb4-ec9b7931b409" providerId="ADAL" clId="{3291ADED-E722-4D72-B4E8-25130B6F1C00}" dt="2022-08-02T05:37:15.306" v="989" actId="20577"/>
        <pc:sldMkLst>
          <pc:docMk/>
          <pc:sldMk cId="0" sldId="542"/>
        </pc:sldMkLst>
        <pc:spChg chg="mod">
          <ac:chgData name="Deepika Vatsa" userId="f7100972-27fe-4ee6-8fb4-ec9b7931b409" providerId="ADAL" clId="{3291ADED-E722-4D72-B4E8-25130B6F1C00}" dt="2022-08-02T05:37:15.306" v="989" actId="20577"/>
          <ac:spMkLst>
            <pc:docMk/>
            <pc:sldMk cId="0" sldId="542"/>
            <ac:spMk id="3" creationId="{73C816AA-8985-49DC-B97C-CF26B5B068D9}"/>
          </ac:spMkLst>
        </pc:spChg>
        <pc:spChg chg="mod">
          <ac:chgData name="Deepika Vatsa" userId="f7100972-27fe-4ee6-8fb4-ec9b7931b409" providerId="ADAL" clId="{3291ADED-E722-4D72-B4E8-25130B6F1C00}" dt="2022-08-02T05:36:58.583" v="984" actId="20577"/>
          <ac:spMkLst>
            <pc:docMk/>
            <pc:sldMk cId="0" sldId="542"/>
            <ac:spMk id="12290" creationId="{795297E3-61AF-419D-AA9F-FB176E051720}"/>
          </ac:spMkLst>
        </pc:spChg>
      </pc:sldChg>
      <pc:sldChg chg="addSp delSp modSp new mod modNotesTx">
        <pc:chgData name="Deepika Vatsa" userId="f7100972-27fe-4ee6-8fb4-ec9b7931b409" providerId="ADAL" clId="{3291ADED-E722-4D72-B4E8-25130B6F1C00}" dt="2022-08-02T09:58:53.141" v="5021" actId="20577"/>
        <pc:sldMkLst>
          <pc:docMk/>
          <pc:sldMk cId="2124192201" sldId="543"/>
        </pc:sldMkLst>
        <pc:spChg chg="del mod">
          <ac:chgData name="Deepika Vatsa" userId="f7100972-27fe-4ee6-8fb4-ec9b7931b409" providerId="ADAL" clId="{3291ADED-E722-4D72-B4E8-25130B6F1C00}" dt="2022-08-02T05:15:06.676" v="634" actId="478"/>
          <ac:spMkLst>
            <pc:docMk/>
            <pc:sldMk cId="2124192201" sldId="543"/>
            <ac:spMk id="2" creationId="{FB578C73-661F-4DC5-84B8-F64A212D389B}"/>
          </ac:spMkLst>
        </pc:spChg>
        <pc:spChg chg="del">
          <ac:chgData name="Deepika Vatsa" userId="f7100972-27fe-4ee6-8fb4-ec9b7931b409" providerId="ADAL" clId="{3291ADED-E722-4D72-B4E8-25130B6F1C00}" dt="2022-08-02T05:06:54.553" v="328" actId="478"/>
          <ac:spMkLst>
            <pc:docMk/>
            <pc:sldMk cId="2124192201" sldId="543"/>
            <ac:spMk id="3" creationId="{2B224D1B-5B72-4604-ACE4-DD246E53E398}"/>
          </ac:spMkLst>
        </pc:spChg>
        <pc:spChg chg="add mod">
          <ac:chgData name="Deepika Vatsa" userId="f7100972-27fe-4ee6-8fb4-ec9b7931b409" providerId="ADAL" clId="{3291ADED-E722-4D72-B4E8-25130B6F1C00}" dt="2022-08-02T09:50:59.852" v="4098" actId="6549"/>
          <ac:spMkLst>
            <pc:docMk/>
            <pc:sldMk cId="2124192201" sldId="543"/>
            <ac:spMk id="6" creationId="{47631036-3A0F-4E75-A879-957017069B49}"/>
          </ac:spMkLst>
        </pc:spChg>
        <pc:spChg chg="add mod">
          <ac:chgData name="Deepika Vatsa" userId="f7100972-27fe-4ee6-8fb4-ec9b7931b409" providerId="ADAL" clId="{3291ADED-E722-4D72-B4E8-25130B6F1C00}" dt="2022-08-02T09:51:03.842" v="4099" actId="6549"/>
          <ac:spMkLst>
            <pc:docMk/>
            <pc:sldMk cId="2124192201" sldId="543"/>
            <ac:spMk id="7" creationId="{8C8EC707-7EDD-44E3-9196-6FF5FB72B380}"/>
          </ac:spMkLst>
        </pc:spChg>
        <pc:spChg chg="add mod">
          <ac:chgData name="Deepika Vatsa" userId="f7100972-27fe-4ee6-8fb4-ec9b7931b409" providerId="ADAL" clId="{3291ADED-E722-4D72-B4E8-25130B6F1C00}" dt="2022-08-02T05:20:52.013" v="703" actId="1076"/>
          <ac:spMkLst>
            <pc:docMk/>
            <pc:sldMk cId="2124192201" sldId="543"/>
            <ac:spMk id="8" creationId="{4EDBCB09-D995-422D-87CD-70E194643C92}"/>
          </ac:spMkLst>
        </pc:spChg>
        <pc:spChg chg="add mod">
          <ac:chgData name="Deepika Vatsa" userId="f7100972-27fe-4ee6-8fb4-ec9b7931b409" providerId="ADAL" clId="{3291ADED-E722-4D72-B4E8-25130B6F1C00}" dt="2022-08-02T09:50:53.250" v="4097" actId="404"/>
          <ac:spMkLst>
            <pc:docMk/>
            <pc:sldMk cId="2124192201" sldId="543"/>
            <ac:spMk id="15" creationId="{BCBCDEEC-C4B5-4EB8-8B4B-EDA9E99D2F16}"/>
          </ac:spMkLst>
        </pc:spChg>
        <pc:picChg chg="add del mod ord modCrop">
          <ac:chgData name="Deepika Vatsa" userId="f7100972-27fe-4ee6-8fb4-ec9b7931b409" providerId="ADAL" clId="{3291ADED-E722-4D72-B4E8-25130B6F1C00}" dt="2022-08-02T05:08:51.252" v="333" actId="478"/>
          <ac:picMkLst>
            <pc:docMk/>
            <pc:sldMk cId="2124192201" sldId="543"/>
            <ac:picMk id="5" creationId="{EAA760CC-D0E1-431A-8755-A1CCFEED6C63}"/>
          </ac:picMkLst>
        </pc:picChg>
        <pc:picChg chg="add mod modCrop">
          <ac:chgData name="Deepika Vatsa" userId="f7100972-27fe-4ee6-8fb4-ec9b7931b409" providerId="ADAL" clId="{3291ADED-E722-4D72-B4E8-25130B6F1C00}" dt="2022-08-02T09:50:29.824" v="4070" actId="1076"/>
          <ac:picMkLst>
            <pc:docMk/>
            <pc:sldMk cId="2124192201" sldId="543"/>
            <ac:picMk id="10" creationId="{E22FD091-D2AC-48F7-854B-91EBD889B3F2}"/>
          </ac:picMkLst>
        </pc:picChg>
        <pc:picChg chg="add mod modCrop">
          <ac:chgData name="Deepika Vatsa" userId="f7100972-27fe-4ee6-8fb4-ec9b7931b409" providerId="ADAL" clId="{3291ADED-E722-4D72-B4E8-25130B6F1C00}" dt="2022-08-02T09:51:06.917" v="4100" actId="1076"/>
          <ac:picMkLst>
            <pc:docMk/>
            <pc:sldMk cId="2124192201" sldId="543"/>
            <ac:picMk id="12" creationId="{961DF107-8E6A-4173-8D7A-1EDDEDFF0A4D}"/>
          </ac:picMkLst>
        </pc:picChg>
        <pc:picChg chg="add mod">
          <ac:chgData name="Deepika Vatsa" userId="f7100972-27fe-4ee6-8fb4-ec9b7931b409" providerId="ADAL" clId="{3291ADED-E722-4D72-B4E8-25130B6F1C00}" dt="2022-08-02T05:22:06.922" v="710" actId="1076"/>
          <ac:picMkLst>
            <pc:docMk/>
            <pc:sldMk cId="2124192201" sldId="543"/>
            <ac:picMk id="14" creationId="{0DD799E7-7D4D-4C6B-92A7-A4277A6B985F}"/>
          </ac:picMkLst>
        </pc:picChg>
      </pc:sldChg>
      <pc:sldChg chg="addSp delSp modSp new del mod">
        <pc:chgData name="Deepika Vatsa" userId="f7100972-27fe-4ee6-8fb4-ec9b7931b409" providerId="ADAL" clId="{3291ADED-E722-4D72-B4E8-25130B6F1C00}" dt="2022-08-02T04:49:36.765" v="242" actId="47"/>
        <pc:sldMkLst>
          <pc:docMk/>
          <pc:sldMk cId="3812708689" sldId="543"/>
        </pc:sldMkLst>
        <pc:spChg chg="del">
          <ac:chgData name="Deepika Vatsa" userId="f7100972-27fe-4ee6-8fb4-ec9b7931b409" providerId="ADAL" clId="{3291ADED-E722-4D72-B4E8-25130B6F1C00}" dt="2022-08-02T04:48:59.826" v="233" actId="478"/>
          <ac:spMkLst>
            <pc:docMk/>
            <pc:sldMk cId="3812708689" sldId="543"/>
            <ac:spMk id="2" creationId="{27972EE3-664C-410B-AE5B-BD15536AEAB6}"/>
          </ac:spMkLst>
        </pc:spChg>
        <pc:picChg chg="add del mod modCrop">
          <ac:chgData name="Deepika Vatsa" userId="f7100972-27fe-4ee6-8fb4-ec9b7931b409" providerId="ADAL" clId="{3291ADED-E722-4D72-B4E8-25130B6F1C00}" dt="2022-08-02T04:49:11.965" v="236" actId="21"/>
          <ac:picMkLst>
            <pc:docMk/>
            <pc:sldMk cId="3812708689" sldId="543"/>
            <ac:picMk id="4" creationId="{8E850A99-AA6D-4EB0-9E72-CC82985C4DD4}"/>
          </ac:picMkLst>
        </pc:picChg>
      </pc:sldChg>
      <pc:sldChg chg="new del">
        <pc:chgData name="Deepika Vatsa" userId="f7100972-27fe-4ee6-8fb4-ec9b7931b409" providerId="ADAL" clId="{3291ADED-E722-4D72-B4E8-25130B6F1C00}" dt="2022-08-02T05:38:33.463" v="991" actId="47"/>
        <pc:sldMkLst>
          <pc:docMk/>
          <pc:sldMk cId="2707398985" sldId="544"/>
        </pc:sldMkLst>
      </pc:sldChg>
      <pc:sldChg chg="addSp modSp add mod modNotesTx">
        <pc:chgData name="Deepika Vatsa" userId="f7100972-27fe-4ee6-8fb4-ec9b7931b409" providerId="ADAL" clId="{3291ADED-E722-4D72-B4E8-25130B6F1C00}" dt="2022-08-02T10:25:31.588" v="6900" actId="20577"/>
        <pc:sldMkLst>
          <pc:docMk/>
          <pc:sldMk cId="3333838952" sldId="544"/>
        </pc:sldMkLst>
        <pc:spChg chg="add mod">
          <ac:chgData name="Deepika Vatsa" userId="f7100972-27fe-4ee6-8fb4-ec9b7931b409" providerId="ADAL" clId="{3291ADED-E722-4D72-B4E8-25130B6F1C00}" dt="2022-08-02T05:44:53.548" v="1437" actId="403"/>
          <ac:spMkLst>
            <pc:docMk/>
            <pc:sldMk cId="3333838952" sldId="544"/>
            <ac:spMk id="2" creationId="{876EC85A-9E98-431D-99DA-93047B6A1169}"/>
          </ac:spMkLst>
        </pc:spChg>
        <pc:spChg chg="mod">
          <ac:chgData name="Deepika Vatsa" userId="f7100972-27fe-4ee6-8fb4-ec9b7931b409" providerId="ADAL" clId="{3291ADED-E722-4D72-B4E8-25130B6F1C00}" dt="2022-08-02T10:17:30.436" v="6063" actId="20577"/>
          <ac:spMkLst>
            <pc:docMk/>
            <pc:sldMk cId="3333838952" sldId="544"/>
            <ac:spMk id="3" creationId="{73C816AA-8985-49DC-B97C-CF26B5B068D9}"/>
          </ac:spMkLst>
        </pc:spChg>
        <pc:spChg chg="add mod">
          <ac:chgData name="Deepika Vatsa" userId="f7100972-27fe-4ee6-8fb4-ec9b7931b409" providerId="ADAL" clId="{3291ADED-E722-4D72-B4E8-25130B6F1C00}" dt="2022-08-02T05:49:54.909" v="1466" actId="1037"/>
          <ac:spMkLst>
            <pc:docMk/>
            <pc:sldMk cId="3333838952" sldId="544"/>
            <ac:spMk id="7" creationId="{150361ED-11EB-47EB-B13D-82A3255775C2}"/>
          </ac:spMkLst>
        </pc:spChg>
        <pc:spChg chg="add mod">
          <ac:chgData name="Deepika Vatsa" userId="f7100972-27fe-4ee6-8fb4-ec9b7931b409" providerId="ADAL" clId="{3291ADED-E722-4D72-B4E8-25130B6F1C00}" dt="2022-08-02T05:44:42.431" v="1435" actId="403"/>
          <ac:spMkLst>
            <pc:docMk/>
            <pc:sldMk cId="3333838952" sldId="544"/>
            <ac:spMk id="8" creationId="{B24B5BFC-C5EC-4EEF-A678-F331A68AA639}"/>
          </ac:spMkLst>
        </pc:spChg>
        <pc:spChg chg="mod">
          <ac:chgData name="Deepika Vatsa" userId="f7100972-27fe-4ee6-8fb4-ec9b7931b409" providerId="ADAL" clId="{3291ADED-E722-4D72-B4E8-25130B6F1C00}" dt="2022-08-02T05:38:42.026" v="996" actId="20577"/>
          <ac:spMkLst>
            <pc:docMk/>
            <pc:sldMk cId="3333838952" sldId="544"/>
            <ac:spMk id="12290" creationId="{795297E3-61AF-419D-AA9F-FB176E051720}"/>
          </ac:spMkLst>
        </pc:spChg>
        <pc:picChg chg="add mod">
          <ac:chgData name="Deepika Vatsa" userId="f7100972-27fe-4ee6-8fb4-ec9b7931b409" providerId="ADAL" clId="{3291ADED-E722-4D72-B4E8-25130B6F1C00}" dt="2022-08-02T05:49:05.369" v="1440" actId="1076"/>
          <ac:picMkLst>
            <pc:docMk/>
            <pc:sldMk cId="3333838952" sldId="544"/>
            <ac:picMk id="5" creationId="{0633AD17-0538-493C-BF7B-FCBAD7595C07}"/>
          </ac:picMkLst>
        </pc:picChg>
        <pc:picChg chg="add mod">
          <ac:chgData name="Deepika Vatsa" userId="f7100972-27fe-4ee6-8fb4-ec9b7931b409" providerId="ADAL" clId="{3291ADED-E722-4D72-B4E8-25130B6F1C00}" dt="2022-08-02T05:50:01.106" v="1468" actId="1076"/>
          <ac:picMkLst>
            <pc:docMk/>
            <pc:sldMk cId="3333838952" sldId="544"/>
            <ac:picMk id="9" creationId="{22F66F09-6D24-4648-8D4B-04BBE4E1E515}"/>
          </ac:picMkLst>
        </pc:picChg>
        <pc:picChg chg="add mod">
          <ac:chgData name="Deepika Vatsa" userId="f7100972-27fe-4ee6-8fb4-ec9b7931b409" providerId="ADAL" clId="{3291ADED-E722-4D72-B4E8-25130B6F1C00}" dt="2022-08-02T05:51:06.210" v="1470" actId="1076"/>
          <ac:picMkLst>
            <pc:docMk/>
            <pc:sldMk cId="3333838952" sldId="544"/>
            <ac:picMk id="11" creationId="{9EF450B5-A787-4EA7-BA06-A5123E0609ED}"/>
          </ac:picMkLst>
        </pc:picChg>
      </pc:sldChg>
      <pc:sldChg chg="addSp delSp modSp new mod modNotesTx">
        <pc:chgData name="Deepika Vatsa" userId="f7100972-27fe-4ee6-8fb4-ec9b7931b409" providerId="ADAL" clId="{3291ADED-E722-4D72-B4E8-25130B6F1C00}" dt="2022-08-03T09:54:38.622" v="8918" actId="20577"/>
        <pc:sldMkLst>
          <pc:docMk/>
          <pc:sldMk cId="4255949818" sldId="545"/>
        </pc:sldMkLst>
        <pc:spChg chg="mod">
          <ac:chgData name="Deepika Vatsa" userId="f7100972-27fe-4ee6-8fb4-ec9b7931b409" providerId="ADAL" clId="{3291ADED-E722-4D72-B4E8-25130B6F1C00}" dt="2022-08-02T06:21:12.163" v="1857" actId="14100"/>
          <ac:spMkLst>
            <pc:docMk/>
            <pc:sldMk cId="4255949818" sldId="545"/>
            <ac:spMk id="2" creationId="{E198A5B3-AA77-4574-857A-B0BAF7ED7A51}"/>
          </ac:spMkLst>
        </pc:spChg>
        <pc:spChg chg="add mod">
          <ac:chgData name="Deepika Vatsa" userId="f7100972-27fe-4ee6-8fb4-ec9b7931b409" providerId="ADAL" clId="{3291ADED-E722-4D72-B4E8-25130B6F1C00}" dt="2022-08-02T06:03:15.895" v="1703" actId="14100"/>
          <ac:spMkLst>
            <pc:docMk/>
            <pc:sldMk cId="4255949818" sldId="545"/>
            <ac:spMk id="3" creationId="{7513A98B-7EE2-411B-9C45-C5B84E25262E}"/>
          </ac:spMkLst>
        </pc:spChg>
        <pc:spChg chg="add del mod">
          <ac:chgData name="Deepika Vatsa" userId="f7100972-27fe-4ee6-8fb4-ec9b7931b409" providerId="ADAL" clId="{3291ADED-E722-4D72-B4E8-25130B6F1C00}" dt="2022-08-02T06:25:40.535" v="1910" actId="478"/>
          <ac:spMkLst>
            <pc:docMk/>
            <pc:sldMk cId="4255949818" sldId="545"/>
            <ac:spMk id="6" creationId="{B521FFDF-D974-4507-AFF6-0CB68B7888C0}"/>
          </ac:spMkLst>
        </pc:spChg>
        <pc:spChg chg="add del mod">
          <ac:chgData name="Deepika Vatsa" userId="f7100972-27fe-4ee6-8fb4-ec9b7931b409" providerId="ADAL" clId="{3291ADED-E722-4D72-B4E8-25130B6F1C00}" dt="2022-08-02T06:25:40.535" v="1910" actId="478"/>
          <ac:spMkLst>
            <pc:docMk/>
            <pc:sldMk cId="4255949818" sldId="545"/>
            <ac:spMk id="7" creationId="{FA18092F-4840-404B-BFBD-0D6D40908BAF}"/>
          </ac:spMkLst>
        </pc:spChg>
        <pc:spChg chg="add del mod">
          <ac:chgData name="Deepika Vatsa" userId="f7100972-27fe-4ee6-8fb4-ec9b7931b409" providerId="ADAL" clId="{3291ADED-E722-4D72-B4E8-25130B6F1C00}" dt="2022-08-02T06:25:40.535" v="1910" actId="478"/>
          <ac:spMkLst>
            <pc:docMk/>
            <pc:sldMk cId="4255949818" sldId="545"/>
            <ac:spMk id="8" creationId="{E6C69D27-A4EF-4CC7-8D28-79879990C359}"/>
          </ac:spMkLst>
        </pc:spChg>
        <pc:spChg chg="add del mod">
          <ac:chgData name="Deepika Vatsa" userId="f7100972-27fe-4ee6-8fb4-ec9b7931b409" providerId="ADAL" clId="{3291ADED-E722-4D72-B4E8-25130B6F1C00}" dt="2022-08-02T06:25:40.535" v="1910" actId="478"/>
          <ac:spMkLst>
            <pc:docMk/>
            <pc:sldMk cId="4255949818" sldId="545"/>
            <ac:spMk id="9" creationId="{76E4AEF4-99F8-4669-84EB-1355F1DF246D}"/>
          </ac:spMkLst>
        </pc:spChg>
        <pc:picChg chg="add del mod">
          <ac:chgData name="Deepika Vatsa" userId="f7100972-27fe-4ee6-8fb4-ec9b7931b409" providerId="ADAL" clId="{3291ADED-E722-4D72-B4E8-25130B6F1C00}" dt="2022-08-02T06:25:33.173" v="1909" actId="478"/>
          <ac:picMkLst>
            <pc:docMk/>
            <pc:sldMk cId="4255949818" sldId="545"/>
            <ac:picMk id="5" creationId="{D39E487D-42BD-44B6-86D2-E1A0668F8BCA}"/>
          </ac:picMkLst>
        </pc:picChg>
        <pc:picChg chg="add del mod">
          <ac:chgData name="Deepika Vatsa" userId="f7100972-27fe-4ee6-8fb4-ec9b7931b409" providerId="ADAL" clId="{3291ADED-E722-4D72-B4E8-25130B6F1C00}" dt="2022-08-02T06:30:42.220" v="1918" actId="478"/>
          <ac:picMkLst>
            <pc:docMk/>
            <pc:sldMk cId="4255949818" sldId="545"/>
            <ac:picMk id="10" creationId="{88D4E2BA-BF81-4099-83C0-F70D1CCC3FFB}"/>
          </ac:picMkLst>
        </pc:picChg>
        <pc:picChg chg="add mod">
          <ac:chgData name="Deepika Vatsa" userId="f7100972-27fe-4ee6-8fb4-ec9b7931b409" providerId="ADAL" clId="{3291ADED-E722-4D72-B4E8-25130B6F1C00}" dt="2022-08-02T06:31:00.026" v="1925" actId="1076"/>
          <ac:picMkLst>
            <pc:docMk/>
            <pc:sldMk cId="4255949818" sldId="545"/>
            <ac:picMk id="12" creationId="{0582751B-1751-4F42-988E-8FD8C485FBDC}"/>
          </ac:picMkLst>
        </pc:picChg>
      </pc:sldChg>
      <pc:sldChg chg="addSp delSp modSp add del mod">
        <pc:chgData name="Deepika Vatsa" userId="f7100972-27fe-4ee6-8fb4-ec9b7931b409" providerId="ADAL" clId="{3291ADED-E722-4D72-B4E8-25130B6F1C00}" dt="2022-08-02T06:25:59.094" v="1917" actId="47"/>
        <pc:sldMkLst>
          <pc:docMk/>
          <pc:sldMk cId="1248345707" sldId="546"/>
        </pc:sldMkLst>
        <pc:picChg chg="del">
          <ac:chgData name="Deepika Vatsa" userId="f7100972-27fe-4ee6-8fb4-ec9b7931b409" providerId="ADAL" clId="{3291ADED-E722-4D72-B4E8-25130B6F1C00}" dt="2022-08-02T06:25:24.176" v="1906" actId="478"/>
          <ac:picMkLst>
            <pc:docMk/>
            <pc:sldMk cId="1248345707" sldId="546"/>
            <ac:picMk id="5" creationId="{D39E487D-42BD-44B6-86D2-E1A0668F8BCA}"/>
          </ac:picMkLst>
        </pc:picChg>
        <pc:picChg chg="add del mod">
          <ac:chgData name="Deepika Vatsa" userId="f7100972-27fe-4ee6-8fb4-ec9b7931b409" providerId="ADAL" clId="{3291ADED-E722-4D72-B4E8-25130B6F1C00}" dt="2022-08-02T06:25:44.813" v="1911" actId="21"/>
          <ac:picMkLst>
            <pc:docMk/>
            <pc:sldMk cId="1248345707" sldId="546"/>
            <ac:picMk id="10" creationId="{E485923E-3299-4004-A860-BA498B818011}"/>
          </ac:picMkLst>
        </pc:picChg>
      </pc:sldChg>
      <pc:sldChg chg="addSp delSp modSp new mod modNotesTx">
        <pc:chgData name="Deepika Vatsa" userId="f7100972-27fe-4ee6-8fb4-ec9b7931b409" providerId="ADAL" clId="{3291ADED-E722-4D72-B4E8-25130B6F1C00}" dt="2022-08-03T09:01:09.111" v="8136" actId="20577"/>
        <pc:sldMkLst>
          <pc:docMk/>
          <pc:sldMk cId="3134347243" sldId="546"/>
        </pc:sldMkLst>
        <pc:spChg chg="del mod">
          <ac:chgData name="Deepika Vatsa" userId="f7100972-27fe-4ee6-8fb4-ec9b7931b409" providerId="ADAL" clId="{3291ADED-E722-4D72-B4E8-25130B6F1C00}" dt="2022-08-02T07:15:45.072" v="1937" actId="478"/>
          <ac:spMkLst>
            <pc:docMk/>
            <pc:sldMk cId="3134347243" sldId="546"/>
            <ac:spMk id="2" creationId="{8A67B2D3-E82B-4A59-950C-83131B956037}"/>
          </ac:spMkLst>
        </pc:spChg>
        <pc:spChg chg="add mod">
          <ac:chgData name="Deepika Vatsa" userId="f7100972-27fe-4ee6-8fb4-ec9b7931b409" providerId="ADAL" clId="{3291ADED-E722-4D72-B4E8-25130B6F1C00}" dt="2022-08-03T08:59:32.327" v="8029"/>
          <ac:spMkLst>
            <pc:docMk/>
            <pc:sldMk cId="3134347243" sldId="546"/>
            <ac:spMk id="6" creationId="{4A2BBF6E-CEFD-4B3B-9213-771FB248BFDE}"/>
          </ac:spMkLst>
        </pc:spChg>
        <pc:picChg chg="add mod modCrop">
          <ac:chgData name="Deepika Vatsa" userId="f7100972-27fe-4ee6-8fb4-ec9b7931b409" providerId="ADAL" clId="{3291ADED-E722-4D72-B4E8-25130B6F1C00}" dt="2022-08-02T07:15:32.688" v="1935" actId="1076"/>
          <ac:picMkLst>
            <pc:docMk/>
            <pc:sldMk cId="3134347243" sldId="546"/>
            <ac:picMk id="4" creationId="{9E1038A7-A714-4537-AACF-317428CC9041}"/>
          </ac:picMkLst>
        </pc:picChg>
        <pc:picChg chg="add mod modCrop">
          <ac:chgData name="Deepika Vatsa" userId="f7100972-27fe-4ee6-8fb4-ec9b7931b409" providerId="ADAL" clId="{3291ADED-E722-4D72-B4E8-25130B6F1C00}" dt="2022-08-02T07:15:28.981" v="1934" actId="1076"/>
          <ac:picMkLst>
            <pc:docMk/>
            <pc:sldMk cId="3134347243" sldId="546"/>
            <ac:picMk id="5" creationId="{8BC749A2-F79D-459C-AFD0-819778A1F160}"/>
          </ac:picMkLst>
        </pc:picChg>
      </pc:sldChg>
      <pc:sldChg chg="addSp delSp modSp new mod">
        <pc:chgData name="Deepika Vatsa" userId="f7100972-27fe-4ee6-8fb4-ec9b7931b409" providerId="ADAL" clId="{3291ADED-E722-4D72-B4E8-25130B6F1C00}" dt="2022-08-03T10:11:14.517" v="9532" actId="1076"/>
        <pc:sldMkLst>
          <pc:docMk/>
          <pc:sldMk cId="1109385362" sldId="547"/>
        </pc:sldMkLst>
        <pc:spChg chg="add del">
          <ac:chgData name="Deepika Vatsa" userId="f7100972-27fe-4ee6-8fb4-ec9b7931b409" providerId="ADAL" clId="{3291ADED-E722-4D72-B4E8-25130B6F1C00}" dt="2022-08-02T07:29:45.273" v="1950" actId="478"/>
          <ac:spMkLst>
            <pc:docMk/>
            <pc:sldMk cId="1109385362" sldId="547"/>
            <ac:spMk id="2" creationId="{16647000-37EF-4977-9339-0B1B74C4DC3E}"/>
          </ac:spMkLst>
        </pc:spChg>
        <pc:spChg chg="add mod">
          <ac:chgData name="Deepika Vatsa" userId="f7100972-27fe-4ee6-8fb4-ec9b7931b409" providerId="ADAL" clId="{3291ADED-E722-4D72-B4E8-25130B6F1C00}" dt="2022-08-03T09:55:38.503" v="8932" actId="20577"/>
          <ac:spMkLst>
            <pc:docMk/>
            <pc:sldMk cId="1109385362" sldId="547"/>
            <ac:spMk id="3" creationId="{CE692883-A57E-4D91-884A-76AC513E9C94}"/>
          </ac:spMkLst>
        </pc:spChg>
        <pc:spChg chg="add mod">
          <ac:chgData name="Deepika Vatsa" userId="f7100972-27fe-4ee6-8fb4-ec9b7931b409" providerId="ADAL" clId="{3291ADED-E722-4D72-B4E8-25130B6F1C00}" dt="2022-08-03T10:11:14.517" v="9532" actId="1076"/>
          <ac:spMkLst>
            <pc:docMk/>
            <pc:sldMk cId="1109385362" sldId="547"/>
            <ac:spMk id="4" creationId="{2D57B701-10FD-461C-9863-7FD02A3164D8}"/>
          </ac:spMkLst>
        </pc:spChg>
      </pc:sldChg>
      <pc:sldChg chg="addSp delSp modSp new mod modNotesTx">
        <pc:chgData name="Deepika Vatsa" userId="f7100972-27fe-4ee6-8fb4-ec9b7931b409" providerId="ADAL" clId="{3291ADED-E722-4D72-B4E8-25130B6F1C00}" dt="2022-08-03T09:59:13.345" v="8976" actId="20577"/>
        <pc:sldMkLst>
          <pc:docMk/>
          <pc:sldMk cId="1888868402" sldId="548"/>
        </pc:sldMkLst>
        <pc:spChg chg="del">
          <ac:chgData name="Deepika Vatsa" userId="f7100972-27fe-4ee6-8fb4-ec9b7931b409" providerId="ADAL" clId="{3291ADED-E722-4D72-B4E8-25130B6F1C00}" dt="2022-08-02T07:34:38.295" v="2041" actId="478"/>
          <ac:spMkLst>
            <pc:docMk/>
            <pc:sldMk cId="1888868402" sldId="548"/>
            <ac:spMk id="2" creationId="{EEE392AC-8BD0-408E-A870-9EEFF6380150}"/>
          </ac:spMkLst>
        </pc:spChg>
        <pc:spChg chg="add mod">
          <ac:chgData name="Deepika Vatsa" userId="f7100972-27fe-4ee6-8fb4-ec9b7931b409" providerId="ADAL" clId="{3291ADED-E722-4D72-B4E8-25130B6F1C00}" dt="2022-08-03T09:59:13.345" v="8976" actId="20577"/>
          <ac:spMkLst>
            <pc:docMk/>
            <pc:sldMk cId="1888868402" sldId="548"/>
            <ac:spMk id="5" creationId="{0FDEED16-F3F7-444C-BA0B-6F43726B3E9D}"/>
          </ac:spMkLst>
        </pc:spChg>
        <pc:picChg chg="add mod modCrop">
          <ac:chgData name="Deepika Vatsa" userId="f7100972-27fe-4ee6-8fb4-ec9b7931b409" providerId="ADAL" clId="{3291ADED-E722-4D72-B4E8-25130B6F1C00}" dt="2022-08-03T09:17:01.925" v="8431" actId="14100"/>
          <ac:picMkLst>
            <pc:docMk/>
            <pc:sldMk cId="1888868402" sldId="548"/>
            <ac:picMk id="4" creationId="{0BA75463-27E0-4F69-A0DE-9CC524FCC1C3}"/>
          </ac:picMkLst>
        </pc:picChg>
      </pc:sldChg>
      <pc:sldChg chg="addSp delSp modSp new del mod">
        <pc:chgData name="Deepika Vatsa" userId="f7100972-27fe-4ee6-8fb4-ec9b7931b409" providerId="ADAL" clId="{3291ADED-E722-4D72-B4E8-25130B6F1C00}" dt="2022-08-03T10:17:50.603" v="9533" actId="47"/>
        <pc:sldMkLst>
          <pc:docMk/>
          <pc:sldMk cId="1000256191" sldId="549"/>
        </pc:sldMkLst>
        <pc:spChg chg="del">
          <ac:chgData name="Deepika Vatsa" userId="f7100972-27fe-4ee6-8fb4-ec9b7931b409" providerId="ADAL" clId="{3291ADED-E722-4D72-B4E8-25130B6F1C00}" dt="2022-08-02T07:34:58.188" v="2044" actId="478"/>
          <ac:spMkLst>
            <pc:docMk/>
            <pc:sldMk cId="1000256191" sldId="549"/>
            <ac:spMk id="2" creationId="{3330A2DE-C7D1-4794-A799-D99D78CBCF1B}"/>
          </ac:spMkLst>
        </pc:spChg>
        <pc:spChg chg="add mod">
          <ac:chgData name="Deepika Vatsa" userId="f7100972-27fe-4ee6-8fb4-ec9b7931b409" providerId="ADAL" clId="{3291ADED-E722-4D72-B4E8-25130B6F1C00}" dt="2022-08-02T07:35:19.257" v="2051" actId="404"/>
          <ac:spMkLst>
            <pc:docMk/>
            <pc:sldMk cId="1000256191" sldId="549"/>
            <ac:spMk id="4" creationId="{08D39C8E-BB5B-426A-99D1-448D577A44FE}"/>
          </ac:spMkLst>
        </pc:spChg>
      </pc:sldChg>
      <pc:sldChg chg="addSp modSp new del mod">
        <pc:chgData name="Deepika Vatsa" userId="f7100972-27fe-4ee6-8fb4-ec9b7931b409" providerId="ADAL" clId="{3291ADED-E722-4D72-B4E8-25130B6F1C00}" dt="2022-08-03T10:22:37.442" v="9655" actId="2696"/>
        <pc:sldMkLst>
          <pc:docMk/>
          <pc:sldMk cId="781658851" sldId="550"/>
        </pc:sldMkLst>
        <pc:spChg chg="mod">
          <ac:chgData name="Deepika Vatsa" userId="f7100972-27fe-4ee6-8fb4-ec9b7931b409" providerId="ADAL" clId="{3291ADED-E722-4D72-B4E8-25130B6F1C00}" dt="2022-08-02T07:40:47.077" v="2273" actId="20577"/>
          <ac:spMkLst>
            <pc:docMk/>
            <pc:sldMk cId="781658851" sldId="550"/>
            <ac:spMk id="2" creationId="{EC549642-0FBB-4ED8-92EA-65F7EBF2F73D}"/>
          </ac:spMkLst>
        </pc:spChg>
        <pc:spChg chg="add mod">
          <ac:chgData name="Deepika Vatsa" userId="f7100972-27fe-4ee6-8fb4-ec9b7931b409" providerId="ADAL" clId="{3291ADED-E722-4D72-B4E8-25130B6F1C00}" dt="2022-08-02T07:38:55.628" v="2092" actId="20577"/>
          <ac:spMkLst>
            <pc:docMk/>
            <pc:sldMk cId="781658851" sldId="550"/>
            <ac:spMk id="5" creationId="{05E18380-446B-4B6F-9EC6-98B449C15B4F}"/>
          </ac:spMkLst>
        </pc:spChg>
        <pc:picChg chg="add mod modCrop">
          <ac:chgData name="Deepika Vatsa" userId="f7100972-27fe-4ee6-8fb4-ec9b7931b409" providerId="ADAL" clId="{3291ADED-E722-4D72-B4E8-25130B6F1C00}" dt="2022-08-02T07:40:32.518" v="2265" actId="1076"/>
          <ac:picMkLst>
            <pc:docMk/>
            <pc:sldMk cId="781658851" sldId="550"/>
            <ac:picMk id="4" creationId="{BBFFEBB1-41B5-4F9C-B66C-FD24BDF1CEF6}"/>
          </ac:picMkLst>
        </pc:picChg>
      </pc:sldChg>
      <pc:sldChg chg="modSp add mod modNotesTx">
        <pc:chgData name="Deepika Vatsa" userId="f7100972-27fe-4ee6-8fb4-ec9b7931b409" providerId="ADAL" clId="{3291ADED-E722-4D72-B4E8-25130B6F1C00}" dt="2022-08-03T10:28:02.653" v="10199" actId="20577"/>
        <pc:sldMkLst>
          <pc:docMk/>
          <pc:sldMk cId="3934559713" sldId="550"/>
        </pc:sldMkLst>
        <pc:spChg chg="mod">
          <ac:chgData name="Deepika Vatsa" userId="f7100972-27fe-4ee6-8fb4-ec9b7931b409" providerId="ADAL" clId="{3291ADED-E722-4D72-B4E8-25130B6F1C00}" dt="2022-08-03T10:25:05.421" v="9755" actId="20577"/>
          <ac:spMkLst>
            <pc:docMk/>
            <pc:sldMk cId="3934559713" sldId="550"/>
            <ac:spMk id="5" creationId="{05E18380-446B-4B6F-9EC6-98B449C15B4F}"/>
          </ac:spMkLst>
        </pc:spChg>
      </pc:sldChg>
      <pc:sldChg chg="addSp modSp new del mod">
        <pc:chgData name="Deepika Vatsa" userId="f7100972-27fe-4ee6-8fb4-ec9b7931b409" providerId="ADAL" clId="{3291ADED-E722-4D72-B4E8-25130B6F1C00}" dt="2022-08-03T10:29:06.229" v="10200" actId="2696"/>
        <pc:sldMkLst>
          <pc:docMk/>
          <pc:sldMk cId="1474411663" sldId="551"/>
        </pc:sldMkLst>
        <pc:spChg chg="mod">
          <ac:chgData name="Deepika Vatsa" userId="f7100972-27fe-4ee6-8fb4-ec9b7931b409" providerId="ADAL" clId="{3291ADED-E722-4D72-B4E8-25130B6F1C00}" dt="2022-08-02T07:43:41.543" v="2375" actId="20577"/>
          <ac:spMkLst>
            <pc:docMk/>
            <pc:sldMk cId="1474411663" sldId="551"/>
            <ac:spMk id="2" creationId="{092D9BBE-F4BA-4CEA-9889-CD5E166FE24E}"/>
          </ac:spMkLst>
        </pc:spChg>
        <pc:spChg chg="add mod">
          <ac:chgData name="Deepika Vatsa" userId="f7100972-27fe-4ee6-8fb4-ec9b7931b409" providerId="ADAL" clId="{3291ADED-E722-4D72-B4E8-25130B6F1C00}" dt="2022-08-02T07:48:57.866" v="2493"/>
          <ac:spMkLst>
            <pc:docMk/>
            <pc:sldMk cId="1474411663" sldId="551"/>
            <ac:spMk id="5" creationId="{6246AC31-6A6E-4D74-9E39-0B2FA07C3FFF}"/>
          </ac:spMkLst>
        </pc:spChg>
        <pc:picChg chg="add mod modCrop">
          <ac:chgData name="Deepika Vatsa" userId="f7100972-27fe-4ee6-8fb4-ec9b7931b409" providerId="ADAL" clId="{3291ADED-E722-4D72-B4E8-25130B6F1C00}" dt="2022-08-02T07:44:30.224" v="2377" actId="14100"/>
          <ac:picMkLst>
            <pc:docMk/>
            <pc:sldMk cId="1474411663" sldId="551"/>
            <ac:picMk id="4" creationId="{E5F3E230-D84C-4FEF-9191-BA94AFF37035}"/>
          </ac:picMkLst>
        </pc:picChg>
      </pc:sldChg>
      <pc:sldChg chg="add modNotesTx">
        <pc:chgData name="Deepika Vatsa" userId="f7100972-27fe-4ee6-8fb4-ec9b7931b409" providerId="ADAL" clId="{3291ADED-E722-4D72-B4E8-25130B6F1C00}" dt="2022-08-03T10:32:29.907" v="10444" actId="20577"/>
        <pc:sldMkLst>
          <pc:docMk/>
          <pc:sldMk cId="2133940914" sldId="551"/>
        </pc:sldMkLst>
      </pc:sldChg>
      <pc:sldChg chg="addSp delSp modSp new del mod">
        <pc:chgData name="Deepika Vatsa" userId="f7100972-27fe-4ee6-8fb4-ec9b7931b409" providerId="ADAL" clId="{3291ADED-E722-4D72-B4E8-25130B6F1C00}" dt="2022-08-03T10:29:06.229" v="10200" actId="2696"/>
        <pc:sldMkLst>
          <pc:docMk/>
          <pc:sldMk cId="1618428373" sldId="552"/>
        </pc:sldMkLst>
        <pc:spChg chg="add del mod">
          <ac:chgData name="Deepika Vatsa" userId="f7100972-27fe-4ee6-8fb4-ec9b7931b409" providerId="ADAL" clId="{3291ADED-E722-4D72-B4E8-25130B6F1C00}" dt="2022-08-02T07:45:54.155" v="2477" actId="478"/>
          <ac:spMkLst>
            <pc:docMk/>
            <pc:sldMk cId="1618428373" sldId="552"/>
            <ac:spMk id="2" creationId="{5683F6F4-79F8-4442-8988-32A91B96D415}"/>
          </ac:spMkLst>
        </pc:spChg>
        <pc:spChg chg="add del">
          <ac:chgData name="Deepika Vatsa" userId="f7100972-27fe-4ee6-8fb4-ec9b7931b409" providerId="ADAL" clId="{3291ADED-E722-4D72-B4E8-25130B6F1C00}" dt="2022-08-02T07:45:57.269" v="2478" actId="478"/>
          <ac:spMkLst>
            <pc:docMk/>
            <pc:sldMk cId="1618428373" sldId="552"/>
            <ac:spMk id="3" creationId="{5271179C-A427-4F95-B6F9-C1731F04101D}"/>
          </ac:spMkLst>
        </pc:spChg>
        <pc:spChg chg="add del mod">
          <ac:chgData name="Deepika Vatsa" userId="f7100972-27fe-4ee6-8fb4-ec9b7931b409" providerId="ADAL" clId="{3291ADED-E722-4D72-B4E8-25130B6F1C00}" dt="2022-08-02T07:45:54.155" v="2477" actId="478"/>
          <ac:spMkLst>
            <pc:docMk/>
            <pc:sldMk cId="1618428373" sldId="552"/>
            <ac:spMk id="4" creationId="{DA53C79F-5592-4FE7-ADBC-F39F1B7A099A}"/>
          </ac:spMkLst>
        </pc:spChg>
        <pc:spChg chg="add mod">
          <ac:chgData name="Deepika Vatsa" userId="f7100972-27fe-4ee6-8fb4-ec9b7931b409" providerId="ADAL" clId="{3291ADED-E722-4D72-B4E8-25130B6F1C00}" dt="2022-08-02T07:48:59.431" v="2494"/>
          <ac:spMkLst>
            <pc:docMk/>
            <pc:sldMk cId="1618428373" sldId="552"/>
            <ac:spMk id="7" creationId="{923887D4-6EE8-4DE3-81C2-42ACFA588F0C}"/>
          </ac:spMkLst>
        </pc:spChg>
        <pc:picChg chg="add mod">
          <ac:chgData name="Deepika Vatsa" userId="f7100972-27fe-4ee6-8fb4-ec9b7931b409" providerId="ADAL" clId="{3291ADED-E722-4D72-B4E8-25130B6F1C00}" dt="2022-08-02T07:46:20.783" v="2487" actId="1076"/>
          <ac:picMkLst>
            <pc:docMk/>
            <pc:sldMk cId="1618428373" sldId="552"/>
            <ac:picMk id="6" creationId="{832F5D65-D7AA-4A3D-9AE9-7578A1DDFDCC}"/>
          </ac:picMkLst>
        </pc:picChg>
      </pc:sldChg>
      <pc:sldChg chg="add modNotesTx">
        <pc:chgData name="Deepika Vatsa" userId="f7100972-27fe-4ee6-8fb4-ec9b7931b409" providerId="ADAL" clId="{3291ADED-E722-4D72-B4E8-25130B6F1C00}" dt="2022-08-03T10:37:58.482" v="10958" actId="20577"/>
        <pc:sldMkLst>
          <pc:docMk/>
          <pc:sldMk cId="4272627569" sldId="552"/>
        </pc:sldMkLst>
      </pc:sldChg>
      <pc:sldChg chg="addSp delSp modSp new del mod">
        <pc:chgData name="Deepika Vatsa" userId="f7100972-27fe-4ee6-8fb4-ec9b7931b409" providerId="ADAL" clId="{3291ADED-E722-4D72-B4E8-25130B6F1C00}" dt="2022-08-03T10:29:06.229" v="10200" actId="2696"/>
        <pc:sldMkLst>
          <pc:docMk/>
          <pc:sldMk cId="900825494" sldId="553"/>
        </pc:sldMkLst>
        <pc:spChg chg="add del mod">
          <ac:chgData name="Deepika Vatsa" userId="f7100972-27fe-4ee6-8fb4-ec9b7931b409" providerId="ADAL" clId="{3291ADED-E722-4D72-B4E8-25130B6F1C00}" dt="2022-08-02T07:48:42.389" v="2492"/>
          <ac:spMkLst>
            <pc:docMk/>
            <pc:sldMk cId="900825494" sldId="553"/>
            <ac:spMk id="2" creationId="{32A92513-3495-4690-82EB-C3A07CA20CF9}"/>
          </ac:spMkLst>
        </pc:spChg>
        <pc:spChg chg="add del mod">
          <ac:chgData name="Deepika Vatsa" userId="f7100972-27fe-4ee6-8fb4-ec9b7931b409" providerId="ADAL" clId="{3291ADED-E722-4D72-B4E8-25130B6F1C00}" dt="2022-08-02T07:48:42.334" v="2490"/>
          <ac:spMkLst>
            <pc:docMk/>
            <pc:sldMk cId="900825494" sldId="553"/>
            <ac:spMk id="3" creationId="{09549FE9-176F-4809-BF15-685C8187CE43}"/>
          </ac:spMkLst>
        </pc:spChg>
        <pc:spChg chg="add mod">
          <ac:chgData name="Deepika Vatsa" userId="f7100972-27fe-4ee6-8fb4-ec9b7931b409" providerId="ADAL" clId="{3291ADED-E722-4D72-B4E8-25130B6F1C00}" dt="2022-08-02T07:49:00.989" v="2495"/>
          <ac:spMkLst>
            <pc:docMk/>
            <pc:sldMk cId="900825494" sldId="553"/>
            <ac:spMk id="4" creationId="{93C06BB6-9170-4357-A131-2DA4D117C6DE}"/>
          </ac:spMkLst>
        </pc:spChg>
      </pc:sldChg>
      <pc:sldChg chg="add">
        <pc:chgData name="Deepika Vatsa" userId="f7100972-27fe-4ee6-8fb4-ec9b7931b409" providerId="ADAL" clId="{3291ADED-E722-4D72-B4E8-25130B6F1C00}" dt="2022-08-03T10:29:12.558" v="10201"/>
        <pc:sldMkLst>
          <pc:docMk/>
          <pc:sldMk cId="3474017746" sldId="553"/>
        </pc:sldMkLst>
      </pc:sldChg>
      <pc:sldChg chg="addSp delSp modSp new mod modNotesTx">
        <pc:chgData name="Deepika Vatsa" userId="f7100972-27fe-4ee6-8fb4-ec9b7931b409" providerId="ADAL" clId="{3291ADED-E722-4D72-B4E8-25130B6F1C00}" dt="2022-08-04T08:57:53.348" v="11574" actId="20577"/>
        <pc:sldMkLst>
          <pc:docMk/>
          <pc:sldMk cId="3988423650" sldId="554"/>
        </pc:sldMkLst>
        <pc:spChg chg="del">
          <ac:chgData name="Deepika Vatsa" userId="f7100972-27fe-4ee6-8fb4-ec9b7931b409" providerId="ADAL" clId="{3291ADED-E722-4D72-B4E8-25130B6F1C00}" dt="2022-08-02T08:08:41.962" v="2539" actId="478"/>
          <ac:spMkLst>
            <pc:docMk/>
            <pc:sldMk cId="3988423650" sldId="554"/>
            <ac:spMk id="2" creationId="{84DCAB94-2473-4565-85CC-6C8E6775D491}"/>
          </ac:spMkLst>
        </pc:spChg>
        <pc:spChg chg="add mod">
          <ac:chgData name="Deepika Vatsa" userId="f7100972-27fe-4ee6-8fb4-ec9b7931b409" providerId="ADAL" clId="{3291ADED-E722-4D72-B4E8-25130B6F1C00}" dt="2022-08-02T08:11:28.132" v="2549" actId="20577"/>
          <ac:spMkLst>
            <pc:docMk/>
            <pc:sldMk cId="3988423650" sldId="554"/>
            <ac:spMk id="3" creationId="{5A68D9E4-772A-4335-A4B3-D5355BC8BB21}"/>
          </ac:spMkLst>
        </pc:spChg>
        <pc:spChg chg="add mod">
          <ac:chgData name="Deepika Vatsa" userId="f7100972-27fe-4ee6-8fb4-ec9b7931b409" providerId="ADAL" clId="{3291ADED-E722-4D72-B4E8-25130B6F1C00}" dt="2022-08-02T08:12:36.140" v="2643" actId="5793"/>
          <ac:spMkLst>
            <pc:docMk/>
            <pc:sldMk cId="3988423650" sldId="554"/>
            <ac:spMk id="8" creationId="{189FBF5D-5E19-4522-B903-7F6FD38BC976}"/>
          </ac:spMkLst>
        </pc:spChg>
        <pc:picChg chg="add del mod modCrop">
          <ac:chgData name="Deepika Vatsa" userId="f7100972-27fe-4ee6-8fb4-ec9b7931b409" providerId="ADAL" clId="{3291ADED-E722-4D72-B4E8-25130B6F1C00}" dt="2022-08-02T08:11:06.105" v="2543" actId="478"/>
          <ac:picMkLst>
            <pc:docMk/>
            <pc:sldMk cId="3988423650" sldId="554"/>
            <ac:picMk id="5" creationId="{F1ADB4E6-6A08-474C-B22E-44B99EE6D6AA}"/>
          </ac:picMkLst>
        </pc:picChg>
        <pc:picChg chg="add mod modCrop">
          <ac:chgData name="Deepika Vatsa" userId="f7100972-27fe-4ee6-8fb4-ec9b7931b409" providerId="ADAL" clId="{3291ADED-E722-4D72-B4E8-25130B6F1C00}" dt="2022-08-02T08:11:35.803" v="2551" actId="1076"/>
          <ac:picMkLst>
            <pc:docMk/>
            <pc:sldMk cId="3988423650" sldId="554"/>
            <ac:picMk id="7" creationId="{E07BF081-190D-44EE-B7F3-9C8DE7B14266}"/>
          </ac:picMkLst>
        </pc:picChg>
      </pc:sldChg>
      <pc:sldChg chg="addSp delSp modSp add mod modNotesTx">
        <pc:chgData name="Deepika Vatsa" userId="f7100972-27fe-4ee6-8fb4-ec9b7931b409" providerId="ADAL" clId="{3291ADED-E722-4D72-B4E8-25130B6F1C00}" dt="2022-08-04T09:10:34.445" v="12073" actId="20577"/>
        <pc:sldMkLst>
          <pc:docMk/>
          <pc:sldMk cId="2496126553" sldId="555"/>
        </pc:sldMkLst>
        <pc:spChg chg="mod">
          <ac:chgData name="Deepika Vatsa" userId="f7100972-27fe-4ee6-8fb4-ec9b7931b409" providerId="ADAL" clId="{3291ADED-E722-4D72-B4E8-25130B6F1C00}" dt="2022-08-02T08:31:34.707" v="2705" actId="20577"/>
          <ac:spMkLst>
            <pc:docMk/>
            <pc:sldMk cId="2496126553" sldId="555"/>
            <ac:spMk id="3" creationId="{5A68D9E4-772A-4335-A4B3-D5355BC8BB21}"/>
          </ac:spMkLst>
        </pc:spChg>
        <pc:picChg chg="add del mod modCrop">
          <ac:chgData name="Deepika Vatsa" userId="f7100972-27fe-4ee6-8fb4-ec9b7931b409" providerId="ADAL" clId="{3291ADED-E722-4D72-B4E8-25130B6F1C00}" dt="2022-08-04T09:08:37.290" v="11991" actId="478"/>
          <ac:picMkLst>
            <pc:docMk/>
            <pc:sldMk cId="2496126553" sldId="555"/>
            <ac:picMk id="4" creationId="{752A9B22-F617-44A3-91C5-FA700A0152F2}"/>
          </ac:picMkLst>
        </pc:picChg>
        <pc:picChg chg="add mod modCrop">
          <ac:chgData name="Deepika Vatsa" userId="f7100972-27fe-4ee6-8fb4-ec9b7931b409" providerId="ADAL" clId="{3291ADED-E722-4D72-B4E8-25130B6F1C00}" dt="2022-08-04T09:09:17.386" v="12000" actId="1076"/>
          <ac:picMkLst>
            <pc:docMk/>
            <pc:sldMk cId="2496126553" sldId="555"/>
            <ac:picMk id="5" creationId="{7FDC44E3-24BB-4DC5-A835-E1E563F0F38A}"/>
          </ac:picMkLst>
        </pc:picChg>
        <pc:picChg chg="del mod">
          <ac:chgData name="Deepika Vatsa" userId="f7100972-27fe-4ee6-8fb4-ec9b7931b409" providerId="ADAL" clId="{3291ADED-E722-4D72-B4E8-25130B6F1C00}" dt="2022-08-02T08:13:42.826" v="2646" actId="478"/>
          <ac:picMkLst>
            <pc:docMk/>
            <pc:sldMk cId="2496126553" sldId="555"/>
            <ac:picMk id="7" creationId="{E07BF081-190D-44EE-B7F3-9C8DE7B14266}"/>
          </ac:picMkLst>
        </pc:picChg>
      </pc:sldChg>
      <pc:sldChg chg="addSp delSp modSp add mod modNotesTx">
        <pc:chgData name="Deepika Vatsa" userId="f7100972-27fe-4ee6-8fb4-ec9b7931b409" providerId="ADAL" clId="{3291ADED-E722-4D72-B4E8-25130B6F1C00}" dt="2022-08-04T09:12:05.745" v="12117" actId="20577"/>
        <pc:sldMkLst>
          <pc:docMk/>
          <pc:sldMk cId="3542942855" sldId="556"/>
        </pc:sldMkLst>
        <pc:spChg chg="mod">
          <ac:chgData name="Deepika Vatsa" userId="f7100972-27fe-4ee6-8fb4-ec9b7931b409" providerId="ADAL" clId="{3291ADED-E722-4D72-B4E8-25130B6F1C00}" dt="2022-08-02T08:31:44.643" v="2732" actId="20577"/>
          <ac:spMkLst>
            <pc:docMk/>
            <pc:sldMk cId="3542942855" sldId="556"/>
            <ac:spMk id="3" creationId="{5A68D9E4-772A-4335-A4B3-D5355BC8BB21}"/>
          </ac:spMkLst>
        </pc:spChg>
        <pc:spChg chg="del mod">
          <ac:chgData name="Deepika Vatsa" userId="f7100972-27fe-4ee6-8fb4-ec9b7931b409" providerId="ADAL" clId="{3291ADED-E722-4D72-B4E8-25130B6F1C00}" dt="2022-08-02T08:31:47.956" v="2733" actId="478"/>
          <ac:spMkLst>
            <pc:docMk/>
            <pc:sldMk cId="3542942855" sldId="556"/>
            <ac:spMk id="8" creationId="{189FBF5D-5E19-4522-B903-7F6FD38BC976}"/>
          </ac:spMkLst>
        </pc:spChg>
        <pc:picChg chg="del">
          <ac:chgData name="Deepika Vatsa" userId="f7100972-27fe-4ee6-8fb4-ec9b7931b409" providerId="ADAL" clId="{3291ADED-E722-4D72-B4E8-25130B6F1C00}" dt="2022-08-02T08:14:53.066" v="2666" actId="478"/>
          <ac:picMkLst>
            <pc:docMk/>
            <pc:sldMk cId="3542942855" sldId="556"/>
            <ac:picMk id="4" creationId="{752A9B22-F617-44A3-91C5-FA700A0152F2}"/>
          </ac:picMkLst>
        </pc:picChg>
        <pc:picChg chg="add mod modCrop">
          <ac:chgData name="Deepika Vatsa" userId="f7100972-27fe-4ee6-8fb4-ec9b7931b409" providerId="ADAL" clId="{3291ADED-E722-4D72-B4E8-25130B6F1C00}" dt="2022-08-02T08:31:54.747" v="2736" actId="1076"/>
          <ac:picMkLst>
            <pc:docMk/>
            <pc:sldMk cId="3542942855" sldId="556"/>
            <ac:picMk id="5" creationId="{6BF35E3C-1F2B-42D7-BAD5-8F6472D5382C}"/>
          </ac:picMkLst>
        </pc:picChg>
      </pc:sldChg>
      <pc:sldChg chg="addSp delSp modSp new mod modNotesTx">
        <pc:chgData name="Deepika Vatsa" userId="f7100972-27fe-4ee6-8fb4-ec9b7931b409" providerId="ADAL" clId="{3291ADED-E722-4D72-B4E8-25130B6F1C00}" dt="2022-08-04T09:28:58.430" v="12726" actId="20577"/>
        <pc:sldMkLst>
          <pc:docMk/>
          <pc:sldMk cId="2762624031" sldId="557"/>
        </pc:sldMkLst>
        <pc:spChg chg="mod">
          <ac:chgData name="Deepika Vatsa" userId="f7100972-27fe-4ee6-8fb4-ec9b7931b409" providerId="ADAL" clId="{3291ADED-E722-4D72-B4E8-25130B6F1C00}" dt="2022-08-02T08:56:57.351" v="2826" actId="20577"/>
          <ac:spMkLst>
            <pc:docMk/>
            <pc:sldMk cId="2762624031" sldId="557"/>
            <ac:spMk id="2" creationId="{9888C39D-F166-4A1D-863D-8F9F17378625}"/>
          </ac:spMkLst>
        </pc:spChg>
        <pc:spChg chg="add mod">
          <ac:chgData name="Deepika Vatsa" userId="f7100972-27fe-4ee6-8fb4-ec9b7931b409" providerId="ADAL" clId="{3291ADED-E722-4D72-B4E8-25130B6F1C00}" dt="2022-08-02T08:55:50.311" v="2756" actId="20577"/>
          <ac:spMkLst>
            <pc:docMk/>
            <pc:sldMk cId="2762624031" sldId="557"/>
            <ac:spMk id="5" creationId="{B89011E9-2C6B-499A-90CC-F574276A9CCF}"/>
          </ac:spMkLst>
        </pc:spChg>
        <pc:picChg chg="add del mod modCrop">
          <ac:chgData name="Deepika Vatsa" userId="f7100972-27fe-4ee6-8fb4-ec9b7931b409" providerId="ADAL" clId="{3291ADED-E722-4D72-B4E8-25130B6F1C00}" dt="2022-08-02T08:59:09.163" v="2838" actId="478"/>
          <ac:picMkLst>
            <pc:docMk/>
            <pc:sldMk cId="2762624031" sldId="557"/>
            <ac:picMk id="4" creationId="{A91E4936-77DE-4AFB-A8D9-1A454EE8FF9D}"/>
          </ac:picMkLst>
        </pc:picChg>
        <pc:picChg chg="add del mod modCrop">
          <ac:chgData name="Deepika Vatsa" userId="f7100972-27fe-4ee6-8fb4-ec9b7931b409" providerId="ADAL" clId="{3291ADED-E722-4D72-B4E8-25130B6F1C00}" dt="2022-08-02T08:59:11.229" v="2839" actId="478"/>
          <ac:picMkLst>
            <pc:docMk/>
            <pc:sldMk cId="2762624031" sldId="557"/>
            <ac:picMk id="7" creationId="{AE59815B-A569-4C41-ABAF-29EDBAD9540E}"/>
          </ac:picMkLst>
        </pc:picChg>
        <pc:picChg chg="add mod modCrop">
          <ac:chgData name="Deepika Vatsa" userId="f7100972-27fe-4ee6-8fb4-ec9b7931b409" providerId="ADAL" clId="{3291ADED-E722-4D72-B4E8-25130B6F1C00}" dt="2022-08-02T08:59:38.896" v="2846" actId="14100"/>
          <ac:picMkLst>
            <pc:docMk/>
            <pc:sldMk cId="2762624031" sldId="557"/>
            <ac:picMk id="9" creationId="{C01BB7F5-2CA2-4385-9EFB-E4F3A1BBBBE3}"/>
          </ac:picMkLst>
        </pc:picChg>
      </pc:sldChg>
      <pc:sldChg chg="addSp delSp modSp new mod modNotesTx">
        <pc:chgData name="Deepika Vatsa" userId="f7100972-27fe-4ee6-8fb4-ec9b7931b409" providerId="ADAL" clId="{3291ADED-E722-4D72-B4E8-25130B6F1C00}" dt="2022-08-04T09:32:40.056" v="12908" actId="20577"/>
        <pc:sldMkLst>
          <pc:docMk/>
          <pc:sldMk cId="1537609984" sldId="558"/>
        </pc:sldMkLst>
        <pc:spChg chg="del">
          <ac:chgData name="Deepika Vatsa" userId="f7100972-27fe-4ee6-8fb4-ec9b7931b409" providerId="ADAL" clId="{3291ADED-E722-4D72-B4E8-25130B6F1C00}" dt="2022-08-02T08:58:33.400" v="2836" actId="22"/>
          <ac:spMkLst>
            <pc:docMk/>
            <pc:sldMk cId="1537609984" sldId="558"/>
            <ac:spMk id="2" creationId="{50158C4A-2F7F-4A25-A327-0C8428331654}"/>
          </ac:spMkLst>
        </pc:spChg>
        <pc:spChg chg="add mod">
          <ac:chgData name="Deepika Vatsa" userId="f7100972-27fe-4ee6-8fb4-ec9b7931b409" providerId="ADAL" clId="{3291ADED-E722-4D72-B4E8-25130B6F1C00}" dt="2022-08-02T08:59:43.356" v="2847" actId="478"/>
          <ac:spMkLst>
            <pc:docMk/>
            <pc:sldMk cId="1537609984" sldId="558"/>
            <ac:spMk id="6" creationId="{2C166842-AF8D-446D-BC43-0F1AAA1C25A1}"/>
          </ac:spMkLst>
        </pc:spChg>
        <pc:spChg chg="add mod">
          <ac:chgData name="Deepika Vatsa" userId="f7100972-27fe-4ee6-8fb4-ec9b7931b409" providerId="ADAL" clId="{3291ADED-E722-4D72-B4E8-25130B6F1C00}" dt="2022-08-02T09:00:50.460" v="2876" actId="20577"/>
          <ac:spMkLst>
            <pc:docMk/>
            <pc:sldMk cId="1537609984" sldId="558"/>
            <ac:spMk id="9" creationId="{45156CC4-0602-4FBE-89FF-A11A461B17F7}"/>
          </ac:spMkLst>
        </pc:spChg>
        <pc:picChg chg="add del mod ord modCrop">
          <ac:chgData name="Deepika Vatsa" userId="f7100972-27fe-4ee6-8fb4-ec9b7931b409" providerId="ADAL" clId="{3291ADED-E722-4D72-B4E8-25130B6F1C00}" dt="2022-08-02T08:59:43.356" v="2847" actId="478"/>
          <ac:picMkLst>
            <pc:docMk/>
            <pc:sldMk cId="1537609984" sldId="558"/>
            <ac:picMk id="4" creationId="{CFA671DB-3D7E-4D38-AEE2-4084AF349035}"/>
          </ac:picMkLst>
        </pc:picChg>
        <pc:picChg chg="add mod modCrop">
          <ac:chgData name="Deepika Vatsa" userId="f7100972-27fe-4ee6-8fb4-ec9b7931b409" providerId="ADAL" clId="{3291ADED-E722-4D72-B4E8-25130B6F1C00}" dt="2022-08-02T09:00:28.394" v="2854" actId="14100"/>
          <ac:picMkLst>
            <pc:docMk/>
            <pc:sldMk cId="1537609984" sldId="558"/>
            <ac:picMk id="8" creationId="{DA9EA2DD-7D88-4D1F-BAD8-F99317D38D5B}"/>
          </ac:picMkLst>
        </pc:picChg>
      </pc:sldChg>
      <pc:sldChg chg="addSp modSp new mod">
        <pc:chgData name="Deepika Vatsa" userId="f7100972-27fe-4ee6-8fb4-ec9b7931b409" providerId="ADAL" clId="{3291ADED-E722-4D72-B4E8-25130B6F1C00}" dt="2022-08-02T09:02:23.055" v="2978" actId="20577"/>
        <pc:sldMkLst>
          <pc:docMk/>
          <pc:sldMk cId="3962052602" sldId="559"/>
        </pc:sldMkLst>
        <pc:spChg chg="mod">
          <ac:chgData name="Deepika Vatsa" userId="f7100972-27fe-4ee6-8fb4-ec9b7931b409" providerId="ADAL" clId="{3291ADED-E722-4D72-B4E8-25130B6F1C00}" dt="2022-08-02T09:02:23.055" v="2978" actId="20577"/>
          <ac:spMkLst>
            <pc:docMk/>
            <pc:sldMk cId="3962052602" sldId="559"/>
            <ac:spMk id="2" creationId="{D3824733-69A3-4ABC-8F50-20BC8E4873AC}"/>
          </ac:spMkLst>
        </pc:spChg>
        <pc:spChg chg="add mod">
          <ac:chgData name="Deepika Vatsa" userId="f7100972-27fe-4ee6-8fb4-ec9b7931b409" providerId="ADAL" clId="{3291ADED-E722-4D72-B4E8-25130B6F1C00}" dt="2022-08-02T09:01:05.545" v="2894" actId="20577"/>
          <ac:spMkLst>
            <pc:docMk/>
            <pc:sldMk cId="3962052602" sldId="559"/>
            <ac:spMk id="3" creationId="{03FB8F68-31E1-4B1A-B435-DA5668BAF265}"/>
          </ac:spMkLst>
        </pc:spChg>
      </pc:sldChg>
      <pc:sldChg chg="modSp new mod">
        <pc:chgData name="Deepika Vatsa" userId="f7100972-27fe-4ee6-8fb4-ec9b7931b409" providerId="ADAL" clId="{3291ADED-E722-4D72-B4E8-25130B6F1C00}" dt="2022-08-04T04:06:12.018" v="10981" actId="20577"/>
        <pc:sldMkLst>
          <pc:docMk/>
          <pc:sldMk cId="2287077721" sldId="560"/>
        </pc:sldMkLst>
        <pc:spChg chg="mod">
          <ac:chgData name="Deepika Vatsa" userId="f7100972-27fe-4ee6-8fb4-ec9b7931b409" providerId="ADAL" clId="{3291ADED-E722-4D72-B4E8-25130B6F1C00}" dt="2022-08-04T04:06:12.018" v="10981" actId="20577"/>
          <ac:spMkLst>
            <pc:docMk/>
            <pc:sldMk cId="2287077721" sldId="560"/>
            <ac:spMk id="2" creationId="{1F066B02-0939-47B7-8058-E926BC315E43}"/>
          </ac:spMkLst>
        </pc:spChg>
      </pc:sldChg>
      <pc:sldChg chg="addSp delSp modSp add mod modNotesTx">
        <pc:chgData name="Deepika Vatsa" userId="f7100972-27fe-4ee6-8fb4-ec9b7931b409" providerId="ADAL" clId="{3291ADED-E722-4D72-B4E8-25130B6F1C00}" dt="2022-08-04T09:33:32.713" v="12973" actId="20577"/>
        <pc:sldMkLst>
          <pc:docMk/>
          <pc:sldMk cId="3322141314" sldId="561"/>
        </pc:sldMkLst>
        <pc:spChg chg="mod">
          <ac:chgData name="Deepika Vatsa" userId="f7100972-27fe-4ee6-8fb4-ec9b7931b409" providerId="ADAL" clId="{3291ADED-E722-4D72-B4E8-25130B6F1C00}" dt="2022-08-02T09:06:54.394" v="3139" actId="14100"/>
          <ac:spMkLst>
            <pc:docMk/>
            <pc:sldMk cId="3322141314" sldId="561"/>
            <ac:spMk id="6" creationId="{2C166842-AF8D-446D-BC43-0F1AAA1C25A1}"/>
          </ac:spMkLst>
        </pc:spChg>
        <pc:spChg chg="mod">
          <ac:chgData name="Deepika Vatsa" userId="f7100972-27fe-4ee6-8fb4-ec9b7931b409" providerId="ADAL" clId="{3291ADED-E722-4D72-B4E8-25130B6F1C00}" dt="2022-08-02T09:04:44.971" v="3017" actId="20577"/>
          <ac:spMkLst>
            <pc:docMk/>
            <pc:sldMk cId="3322141314" sldId="561"/>
            <ac:spMk id="9" creationId="{45156CC4-0602-4FBE-89FF-A11A461B17F7}"/>
          </ac:spMkLst>
        </pc:spChg>
        <pc:picChg chg="add mod modCrop">
          <ac:chgData name="Deepika Vatsa" userId="f7100972-27fe-4ee6-8fb4-ec9b7931b409" providerId="ADAL" clId="{3291ADED-E722-4D72-B4E8-25130B6F1C00}" dt="2022-08-02T09:04:30.607" v="2989" actId="1076"/>
          <ac:picMkLst>
            <pc:docMk/>
            <pc:sldMk cId="3322141314" sldId="561"/>
            <ac:picMk id="3" creationId="{A97908B4-0B7A-4239-9CC3-498D56B87664}"/>
          </ac:picMkLst>
        </pc:picChg>
        <pc:picChg chg="del">
          <ac:chgData name="Deepika Vatsa" userId="f7100972-27fe-4ee6-8fb4-ec9b7931b409" providerId="ADAL" clId="{3291ADED-E722-4D72-B4E8-25130B6F1C00}" dt="2022-08-02T09:04:01.292" v="2981" actId="478"/>
          <ac:picMkLst>
            <pc:docMk/>
            <pc:sldMk cId="3322141314" sldId="561"/>
            <ac:picMk id="8" creationId="{DA9EA2DD-7D88-4D1F-BAD8-F99317D38D5B}"/>
          </ac:picMkLst>
        </pc:picChg>
      </pc:sldChg>
      <pc:sldChg chg="addSp delSp modSp add mod modNotesTx">
        <pc:chgData name="Deepika Vatsa" userId="f7100972-27fe-4ee6-8fb4-ec9b7931b409" providerId="ADAL" clId="{3291ADED-E722-4D72-B4E8-25130B6F1C00}" dt="2022-08-04T09:36:26.211" v="13202" actId="20577"/>
        <pc:sldMkLst>
          <pc:docMk/>
          <pc:sldMk cId="3714429487" sldId="562"/>
        </pc:sldMkLst>
        <pc:spChg chg="mod">
          <ac:chgData name="Deepika Vatsa" userId="f7100972-27fe-4ee6-8fb4-ec9b7931b409" providerId="ADAL" clId="{3291ADED-E722-4D72-B4E8-25130B6F1C00}" dt="2022-08-02T09:06:22.208" v="3102" actId="14100"/>
          <ac:spMkLst>
            <pc:docMk/>
            <pc:sldMk cId="3714429487" sldId="562"/>
            <ac:spMk id="6" creationId="{2C166842-AF8D-446D-BC43-0F1AAA1C25A1}"/>
          </ac:spMkLst>
        </pc:spChg>
        <pc:spChg chg="mod">
          <ac:chgData name="Deepika Vatsa" userId="f7100972-27fe-4ee6-8fb4-ec9b7931b409" providerId="ADAL" clId="{3291ADED-E722-4D72-B4E8-25130B6F1C00}" dt="2022-08-02T09:05:52.078" v="3049" actId="20577"/>
          <ac:spMkLst>
            <pc:docMk/>
            <pc:sldMk cId="3714429487" sldId="562"/>
            <ac:spMk id="9" creationId="{45156CC4-0602-4FBE-89FF-A11A461B17F7}"/>
          </ac:spMkLst>
        </pc:spChg>
        <pc:picChg chg="del">
          <ac:chgData name="Deepika Vatsa" userId="f7100972-27fe-4ee6-8fb4-ec9b7931b409" providerId="ADAL" clId="{3291ADED-E722-4D72-B4E8-25130B6F1C00}" dt="2022-08-02T09:04:58.271" v="3031" actId="478"/>
          <ac:picMkLst>
            <pc:docMk/>
            <pc:sldMk cId="3714429487" sldId="562"/>
            <ac:picMk id="3" creationId="{A97908B4-0B7A-4239-9CC3-498D56B87664}"/>
          </ac:picMkLst>
        </pc:picChg>
        <pc:picChg chg="add mod modCrop">
          <ac:chgData name="Deepika Vatsa" userId="f7100972-27fe-4ee6-8fb4-ec9b7931b409" providerId="ADAL" clId="{3291ADED-E722-4D72-B4E8-25130B6F1C00}" dt="2022-08-02T09:05:41.930" v="3038" actId="1076"/>
          <ac:picMkLst>
            <pc:docMk/>
            <pc:sldMk cId="3714429487" sldId="562"/>
            <ac:picMk id="4" creationId="{FB326A48-5AF8-4D8A-A32C-1FBC456179CE}"/>
          </ac:picMkLst>
        </pc:picChg>
      </pc:sldChg>
      <pc:sldChg chg="addSp delSp modSp new mod modAnim modNotesTx">
        <pc:chgData name="Deepika Vatsa" userId="f7100972-27fe-4ee6-8fb4-ec9b7931b409" providerId="ADAL" clId="{3291ADED-E722-4D72-B4E8-25130B6F1C00}" dt="2022-08-02T09:48:46.839" v="4065" actId="404"/>
        <pc:sldMkLst>
          <pc:docMk/>
          <pc:sldMk cId="4122715105" sldId="563"/>
        </pc:sldMkLst>
        <pc:spChg chg="mod">
          <ac:chgData name="Deepika Vatsa" userId="f7100972-27fe-4ee6-8fb4-ec9b7931b409" providerId="ADAL" clId="{3291ADED-E722-4D72-B4E8-25130B6F1C00}" dt="2022-08-02T09:48:46.839" v="4065" actId="404"/>
          <ac:spMkLst>
            <pc:docMk/>
            <pc:sldMk cId="4122715105" sldId="563"/>
            <ac:spMk id="2" creationId="{C93A671A-1721-4DE1-B957-C07314B17682}"/>
          </ac:spMkLst>
        </pc:spChg>
        <pc:spChg chg="del">
          <ac:chgData name="Deepika Vatsa" userId="f7100972-27fe-4ee6-8fb4-ec9b7931b409" providerId="ADAL" clId="{3291ADED-E722-4D72-B4E8-25130B6F1C00}" dt="2022-08-02T09:27:42.049" v="3162"/>
          <ac:spMkLst>
            <pc:docMk/>
            <pc:sldMk cId="4122715105" sldId="563"/>
            <ac:spMk id="3" creationId="{19CAAA3D-2B4A-4B51-8B90-E09D9571968B}"/>
          </ac:spMkLst>
        </pc:spChg>
        <pc:picChg chg="add mod">
          <ac:chgData name="Deepika Vatsa" userId="f7100972-27fe-4ee6-8fb4-ec9b7931b409" providerId="ADAL" clId="{3291ADED-E722-4D72-B4E8-25130B6F1C00}" dt="2022-08-02T09:27:42.049" v="3162"/>
          <ac:picMkLst>
            <pc:docMk/>
            <pc:sldMk cId="4122715105" sldId="563"/>
            <ac:picMk id="4" creationId="{AFC9ED52-61E4-40D4-BF3A-6935F85E0C8E}"/>
          </ac:picMkLst>
        </pc:picChg>
      </pc:sldChg>
      <pc:sldChg chg="addSp delSp modSp add mod modNotesTx">
        <pc:chgData name="Deepika Vatsa" userId="f7100972-27fe-4ee6-8fb4-ec9b7931b409" providerId="ADAL" clId="{3291ADED-E722-4D72-B4E8-25130B6F1C00}" dt="2022-08-02T10:14:21.444" v="6000" actId="20577"/>
        <pc:sldMkLst>
          <pc:docMk/>
          <pc:sldMk cId="3320667722" sldId="564"/>
        </pc:sldMkLst>
        <pc:spChg chg="add mod">
          <ac:chgData name="Deepika Vatsa" userId="f7100972-27fe-4ee6-8fb4-ec9b7931b409" providerId="ADAL" clId="{3291ADED-E722-4D72-B4E8-25130B6F1C00}" dt="2022-08-02T10:08:48.046" v="5441" actId="1076"/>
          <ac:spMkLst>
            <pc:docMk/>
            <pc:sldMk cId="3320667722" sldId="564"/>
            <ac:spMk id="10" creationId="{95CD7F63-5203-405D-ACAB-5C3F8CC3A6C1}"/>
          </ac:spMkLst>
        </pc:spChg>
        <pc:spChg chg="del">
          <ac:chgData name="Deepika Vatsa" userId="f7100972-27fe-4ee6-8fb4-ec9b7931b409" providerId="ADAL" clId="{3291ADED-E722-4D72-B4E8-25130B6F1C00}" dt="2022-08-02T10:08:15.452" v="5435" actId="478"/>
          <ac:spMkLst>
            <pc:docMk/>
            <pc:sldMk cId="3320667722" sldId="564"/>
            <ac:spMk id="16" creationId="{62953A26-701A-418A-A04F-02F4B6603588}"/>
          </ac:spMkLst>
        </pc:spChg>
        <pc:spChg chg="del">
          <ac:chgData name="Deepika Vatsa" userId="f7100972-27fe-4ee6-8fb4-ec9b7931b409" providerId="ADAL" clId="{3291ADED-E722-4D72-B4E8-25130B6F1C00}" dt="2022-08-02T10:08:33.084" v="5438" actId="478"/>
          <ac:spMkLst>
            <pc:docMk/>
            <pc:sldMk cId="3320667722" sldId="564"/>
            <ac:spMk id="17" creationId="{66D4D783-0215-4CC2-80A7-8FD2F0FED8F0}"/>
          </ac:spMkLst>
        </pc:spChg>
        <pc:spChg chg="del">
          <ac:chgData name="Deepika Vatsa" userId="f7100972-27fe-4ee6-8fb4-ec9b7931b409" providerId="ADAL" clId="{3291ADED-E722-4D72-B4E8-25130B6F1C00}" dt="2022-08-02T10:08:33.084" v="5438" actId="478"/>
          <ac:spMkLst>
            <pc:docMk/>
            <pc:sldMk cId="3320667722" sldId="564"/>
            <ac:spMk id="9220" creationId="{91FFA14E-91B3-44B2-AF3A-49B6235ECEC6}"/>
          </ac:spMkLst>
        </pc:spChg>
        <pc:spChg chg="del">
          <ac:chgData name="Deepika Vatsa" userId="f7100972-27fe-4ee6-8fb4-ec9b7931b409" providerId="ADAL" clId="{3291ADED-E722-4D72-B4E8-25130B6F1C00}" dt="2022-08-02T10:08:33.084" v="5438" actId="478"/>
          <ac:spMkLst>
            <pc:docMk/>
            <pc:sldMk cId="3320667722" sldId="564"/>
            <ac:spMk id="9221" creationId="{79C111DE-5C2D-4864-B910-44A024C176B2}"/>
          </ac:spMkLst>
        </pc:spChg>
        <pc:spChg chg="del">
          <ac:chgData name="Deepika Vatsa" userId="f7100972-27fe-4ee6-8fb4-ec9b7931b409" providerId="ADAL" clId="{3291ADED-E722-4D72-B4E8-25130B6F1C00}" dt="2022-08-02T10:08:33.084" v="5438" actId="478"/>
          <ac:spMkLst>
            <pc:docMk/>
            <pc:sldMk cId="3320667722" sldId="564"/>
            <ac:spMk id="9222" creationId="{35B48C92-4549-4543-B46C-DE3FE2073E6F}"/>
          </ac:spMkLst>
        </pc:spChg>
        <pc:spChg chg="del">
          <ac:chgData name="Deepika Vatsa" userId="f7100972-27fe-4ee6-8fb4-ec9b7931b409" providerId="ADAL" clId="{3291ADED-E722-4D72-B4E8-25130B6F1C00}" dt="2022-08-02T10:08:26.472" v="5437" actId="478"/>
          <ac:spMkLst>
            <pc:docMk/>
            <pc:sldMk cId="3320667722" sldId="564"/>
            <ac:spMk id="9225" creationId="{DD6806A6-B1CD-43D6-8A30-7AF37D41D575}"/>
          </ac:spMkLst>
        </pc:spChg>
        <pc:graphicFrameChg chg="del mod">
          <ac:chgData name="Deepika Vatsa" userId="f7100972-27fe-4ee6-8fb4-ec9b7931b409" providerId="ADAL" clId="{3291ADED-E722-4D72-B4E8-25130B6F1C00}" dt="2022-08-02T10:08:33.084" v="5438" actId="478"/>
          <ac:graphicFrameMkLst>
            <pc:docMk/>
            <pc:sldMk cId="3320667722" sldId="564"/>
            <ac:graphicFrameMk id="13" creationId="{03F4E5F2-1679-4F98-A13A-11A90636D428}"/>
          </ac:graphicFrameMkLst>
        </pc:graphicFrameChg>
        <pc:graphicFrameChg chg="del">
          <ac:chgData name="Deepika Vatsa" userId="f7100972-27fe-4ee6-8fb4-ec9b7931b409" providerId="ADAL" clId="{3291ADED-E722-4D72-B4E8-25130B6F1C00}" dt="2022-08-02T10:08:33.084" v="5438" actId="478"/>
          <ac:graphicFrameMkLst>
            <pc:docMk/>
            <pc:sldMk cId="3320667722" sldId="564"/>
            <ac:graphicFrameMk id="15" creationId="{8DC750C3-D17D-4D48-922D-786C9EC08588}"/>
          </ac:graphicFrameMkLst>
        </pc:graphicFrameChg>
        <pc:picChg chg="add mod modCrop">
          <ac:chgData name="Deepika Vatsa" userId="f7100972-27fe-4ee6-8fb4-ec9b7931b409" providerId="ADAL" clId="{3291ADED-E722-4D72-B4E8-25130B6F1C00}" dt="2022-08-02T10:09:48.772" v="5449" actId="1076"/>
          <ac:picMkLst>
            <pc:docMk/>
            <pc:sldMk cId="3320667722" sldId="564"/>
            <ac:picMk id="3" creationId="{2F76B3E1-76DD-4B00-9FB5-4EDB963D9A44}"/>
          </ac:picMkLst>
        </pc:picChg>
      </pc:sldChg>
      <pc:sldChg chg="addSp modSp add mod">
        <pc:chgData name="Deepika Vatsa" userId="f7100972-27fe-4ee6-8fb4-ec9b7931b409" providerId="ADAL" clId="{3291ADED-E722-4D72-B4E8-25130B6F1C00}" dt="2022-08-03T09:15:02.740" v="8428" actId="27636"/>
        <pc:sldMkLst>
          <pc:docMk/>
          <pc:sldMk cId="2906569521" sldId="565"/>
        </pc:sldMkLst>
        <pc:spChg chg="add mod">
          <ac:chgData name="Deepika Vatsa" userId="f7100972-27fe-4ee6-8fb4-ec9b7931b409" providerId="ADAL" clId="{3291ADED-E722-4D72-B4E8-25130B6F1C00}" dt="2022-08-03T09:15:02.740" v="8428" actId="27636"/>
          <ac:spMkLst>
            <pc:docMk/>
            <pc:sldMk cId="2906569521" sldId="565"/>
            <ac:spMk id="3" creationId="{7CFE1DA2-F5A9-465D-9995-1C5AA292C499}"/>
          </ac:spMkLst>
        </pc:spChg>
        <pc:spChg chg="mod">
          <ac:chgData name="Deepika Vatsa" userId="f7100972-27fe-4ee6-8fb4-ec9b7931b409" providerId="ADAL" clId="{3291ADED-E722-4D72-B4E8-25130B6F1C00}" dt="2022-08-03T09:14:39.184" v="8380" actId="1076"/>
          <ac:spMkLst>
            <pc:docMk/>
            <pc:sldMk cId="2906569521" sldId="565"/>
            <ac:spMk id="4" creationId="{2D57B701-10FD-461C-9863-7FD02A3164D8}"/>
          </ac:spMkLst>
        </pc:spChg>
      </pc:sldChg>
      <pc:sldChg chg="addSp delSp modSp add del mod modNotesTx">
        <pc:chgData name="Deepika Vatsa" userId="f7100972-27fe-4ee6-8fb4-ec9b7931b409" providerId="ADAL" clId="{3291ADED-E722-4D72-B4E8-25130B6F1C00}" dt="2022-08-03T09:59:34.755" v="8977" actId="47"/>
        <pc:sldMkLst>
          <pc:docMk/>
          <pc:sldMk cId="2884417018" sldId="566"/>
        </pc:sldMkLst>
        <pc:spChg chg="mod">
          <ac:chgData name="Deepika Vatsa" userId="f7100972-27fe-4ee6-8fb4-ec9b7931b409" providerId="ADAL" clId="{3291ADED-E722-4D72-B4E8-25130B6F1C00}" dt="2022-08-03T09:47:05.540" v="8785" actId="27636"/>
          <ac:spMkLst>
            <pc:docMk/>
            <pc:sldMk cId="2884417018" sldId="566"/>
            <ac:spMk id="5" creationId="{0FDEED16-F3F7-444C-BA0B-6F43726B3E9D}"/>
          </ac:spMkLst>
        </pc:spChg>
        <pc:spChg chg="add mod">
          <ac:chgData name="Deepika Vatsa" userId="f7100972-27fe-4ee6-8fb4-ec9b7931b409" providerId="ADAL" clId="{3291ADED-E722-4D72-B4E8-25130B6F1C00}" dt="2022-08-03T09:51:48.407" v="8811" actId="113"/>
          <ac:spMkLst>
            <pc:docMk/>
            <pc:sldMk cId="2884417018" sldId="566"/>
            <ac:spMk id="6" creationId="{77BF17A9-34CD-4722-A21F-A29648B9496B}"/>
          </ac:spMkLst>
        </pc:spChg>
        <pc:picChg chg="del">
          <ac:chgData name="Deepika Vatsa" userId="f7100972-27fe-4ee6-8fb4-ec9b7931b409" providerId="ADAL" clId="{3291ADED-E722-4D72-B4E8-25130B6F1C00}" dt="2022-08-03T09:21:53.451" v="8694" actId="478"/>
          <ac:picMkLst>
            <pc:docMk/>
            <pc:sldMk cId="2884417018" sldId="566"/>
            <ac:picMk id="4" creationId="{0BA75463-27E0-4F69-A0DE-9CC524FCC1C3}"/>
          </ac:picMkLst>
        </pc:picChg>
      </pc:sldChg>
      <pc:sldChg chg="add del">
        <pc:chgData name="Deepika Vatsa" userId="f7100972-27fe-4ee6-8fb4-ec9b7931b409" providerId="ADAL" clId="{3291ADED-E722-4D72-B4E8-25130B6F1C00}" dt="2022-08-04T04:06:00.932" v="10968" actId="2696"/>
        <pc:sldMkLst>
          <pc:docMk/>
          <pc:sldMk cId="2784545357" sldId="567"/>
        </pc:sldMkLst>
      </pc:sldChg>
      <pc:sldChg chg="add">
        <pc:chgData name="Deepika Vatsa" userId="f7100972-27fe-4ee6-8fb4-ec9b7931b409" providerId="ADAL" clId="{3291ADED-E722-4D72-B4E8-25130B6F1C00}" dt="2022-08-04T04:06:06.118" v="10969"/>
        <pc:sldMkLst>
          <pc:docMk/>
          <pc:sldMk cId="3548862972" sldId="567"/>
        </pc:sldMkLst>
      </pc:sldChg>
      <pc:sldChg chg="add del">
        <pc:chgData name="Deepika Vatsa" userId="f7100972-27fe-4ee6-8fb4-ec9b7931b409" providerId="ADAL" clId="{3291ADED-E722-4D72-B4E8-25130B6F1C00}" dt="2022-08-03T10:10:27.433" v="9496" actId="2696"/>
        <pc:sldMkLst>
          <pc:docMk/>
          <pc:sldMk cId="3787983892" sldId="567"/>
        </pc:sldMkLst>
      </pc:sldChg>
      <pc:sldChg chg="addSp delSp modSp add mod">
        <pc:chgData name="Deepika Vatsa" userId="f7100972-27fe-4ee6-8fb4-ec9b7931b409" providerId="ADAL" clId="{3291ADED-E722-4D72-B4E8-25130B6F1C00}" dt="2022-08-03T10:20:09.479" v="9654"/>
        <pc:sldMkLst>
          <pc:docMk/>
          <pc:sldMk cId="903697734" sldId="568"/>
        </pc:sldMkLst>
        <pc:spChg chg="add del mod">
          <ac:chgData name="Deepika Vatsa" userId="f7100972-27fe-4ee6-8fb4-ec9b7931b409" providerId="ADAL" clId="{3291ADED-E722-4D72-B4E8-25130B6F1C00}" dt="2022-08-03T09:47:16.070" v="8787" actId="478"/>
          <ac:spMkLst>
            <pc:docMk/>
            <pc:sldMk cId="903697734" sldId="568"/>
            <ac:spMk id="4" creationId="{4AF1901C-45EE-42D2-BA5C-D3E229ABD086}"/>
          </ac:spMkLst>
        </pc:spChg>
        <pc:spChg chg="del">
          <ac:chgData name="Deepika Vatsa" userId="f7100972-27fe-4ee6-8fb4-ec9b7931b409" providerId="ADAL" clId="{3291ADED-E722-4D72-B4E8-25130B6F1C00}" dt="2022-08-03T09:47:19.126" v="8788" actId="478"/>
          <ac:spMkLst>
            <pc:docMk/>
            <pc:sldMk cId="903697734" sldId="568"/>
            <ac:spMk id="5" creationId="{0FDEED16-F3F7-444C-BA0B-6F43726B3E9D}"/>
          </ac:spMkLst>
        </pc:spChg>
        <pc:spChg chg="mod">
          <ac:chgData name="Deepika Vatsa" userId="f7100972-27fe-4ee6-8fb4-ec9b7931b409" providerId="ADAL" clId="{3291ADED-E722-4D72-B4E8-25130B6F1C00}" dt="2022-08-03T10:19:52.420" v="9640" actId="2711"/>
          <ac:spMkLst>
            <pc:docMk/>
            <pc:sldMk cId="903697734" sldId="568"/>
            <ac:spMk id="6" creationId="{77BF17A9-34CD-4722-A21F-A29648B9496B}"/>
          </ac:spMkLst>
        </pc:spChg>
        <pc:spChg chg="add mod">
          <ac:chgData name="Deepika Vatsa" userId="f7100972-27fe-4ee6-8fb4-ec9b7931b409" providerId="ADAL" clId="{3291ADED-E722-4D72-B4E8-25130B6F1C00}" dt="2022-08-03T10:20:09.479" v="9654"/>
          <ac:spMkLst>
            <pc:docMk/>
            <pc:sldMk cId="903697734" sldId="568"/>
            <ac:spMk id="7" creationId="{6E0E4260-E28C-412B-AD49-4D67840A5330}"/>
          </ac:spMkLst>
        </pc:spChg>
      </pc:sldChg>
      <pc:sldChg chg="modSp add del mod">
        <pc:chgData name="Deepika Vatsa" userId="f7100972-27fe-4ee6-8fb4-ec9b7931b409" providerId="ADAL" clId="{3291ADED-E722-4D72-B4E8-25130B6F1C00}" dt="2022-08-04T04:06:00.932" v="10968" actId="2696"/>
        <pc:sldMkLst>
          <pc:docMk/>
          <pc:sldMk cId="28580409" sldId="569"/>
        </pc:sldMkLst>
        <pc:spChg chg="mod">
          <ac:chgData name="Deepika Vatsa" userId="f7100972-27fe-4ee6-8fb4-ec9b7931b409" providerId="ADAL" clId="{3291ADED-E722-4D72-B4E8-25130B6F1C00}" dt="2022-08-03T10:10:46.895" v="9527" actId="20577"/>
          <ac:spMkLst>
            <pc:docMk/>
            <pc:sldMk cId="28580409" sldId="569"/>
            <ac:spMk id="7" creationId="{6E0E4260-E28C-412B-AD49-4D67840A5330}"/>
          </ac:spMkLst>
        </pc:spChg>
      </pc:sldChg>
      <pc:sldChg chg="modSp add del mod">
        <pc:chgData name="Deepika Vatsa" userId="f7100972-27fe-4ee6-8fb4-ec9b7931b409" providerId="ADAL" clId="{3291ADED-E722-4D72-B4E8-25130B6F1C00}" dt="2022-08-03T10:10:27.433" v="9496" actId="2696"/>
        <pc:sldMkLst>
          <pc:docMk/>
          <pc:sldMk cId="1672371624" sldId="569"/>
        </pc:sldMkLst>
        <pc:spChg chg="mod">
          <ac:chgData name="Deepika Vatsa" userId="f7100972-27fe-4ee6-8fb4-ec9b7931b409" providerId="ADAL" clId="{3291ADED-E722-4D72-B4E8-25130B6F1C00}" dt="2022-08-03T10:09:28.659" v="9495" actId="6549"/>
          <ac:spMkLst>
            <pc:docMk/>
            <pc:sldMk cId="1672371624" sldId="569"/>
            <ac:spMk id="6" creationId="{77BF17A9-34CD-4722-A21F-A29648B9496B}"/>
          </ac:spMkLst>
        </pc:spChg>
      </pc:sldChg>
      <pc:sldChg chg="add">
        <pc:chgData name="Deepika Vatsa" userId="f7100972-27fe-4ee6-8fb4-ec9b7931b409" providerId="ADAL" clId="{3291ADED-E722-4D72-B4E8-25130B6F1C00}" dt="2022-08-04T04:06:06.118" v="10969"/>
        <pc:sldMkLst>
          <pc:docMk/>
          <pc:sldMk cId="3078107687" sldId="569"/>
        </pc:sldMkLst>
      </pc:sldChg>
      <pc:sldChg chg="add del">
        <pc:chgData name="Deepika Vatsa" userId="f7100972-27fe-4ee6-8fb4-ec9b7931b409" providerId="ADAL" clId="{3291ADED-E722-4D72-B4E8-25130B6F1C00}" dt="2022-08-04T04:06:00.932" v="10968" actId="2696"/>
        <pc:sldMkLst>
          <pc:docMk/>
          <pc:sldMk cId="131134272" sldId="570"/>
        </pc:sldMkLst>
      </pc:sldChg>
      <pc:sldChg chg="add">
        <pc:chgData name="Deepika Vatsa" userId="f7100972-27fe-4ee6-8fb4-ec9b7931b409" providerId="ADAL" clId="{3291ADED-E722-4D72-B4E8-25130B6F1C00}" dt="2022-08-04T04:06:06.118" v="10969"/>
        <pc:sldMkLst>
          <pc:docMk/>
          <pc:sldMk cId="2887069432" sldId="570"/>
        </pc:sldMkLst>
      </pc:sldChg>
      <pc:sldChg chg="addSp delSp modSp add del mod">
        <pc:chgData name="Deepika Vatsa" userId="f7100972-27fe-4ee6-8fb4-ec9b7931b409" providerId="ADAL" clId="{3291ADED-E722-4D72-B4E8-25130B6F1C00}" dt="2022-08-03T10:10:27.433" v="9496" actId="2696"/>
        <pc:sldMkLst>
          <pc:docMk/>
          <pc:sldMk cId="3023373207" sldId="570"/>
        </pc:sldMkLst>
        <pc:spChg chg="add del">
          <ac:chgData name="Deepika Vatsa" userId="f7100972-27fe-4ee6-8fb4-ec9b7931b409" providerId="ADAL" clId="{3291ADED-E722-4D72-B4E8-25130B6F1C00}" dt="2022-08-03T09:48:10.099" v="8794"/>
          <ac:spMkLst>
            <pc:docMk/>
            <pc:sldMk cId="3023373207" sldId="570"/>
            <ac:spMk id="2" creationId="{C2AE34ED-4C01-4301-B2B5-CCCEBE8123EA}"/>
          </ac:spMkLst>
        </pc:spChg>
        <pc:spChg chg="add del">
          <ac:chgData name="Deepika Vatsa" userId="f7100972-27fe-4ee6-8fb4-ec9b7931b409" providerId="ADAL" clId="{3291ADED-E722-4D72-B4E8-25130B6F1C00}" dt="2022-08-03T09:48:14.035" v="8797"/>
          <ac:spMkLst>
            <pc:docMk/>
            <pc:sldMk cId="3023373207" sldId="570"/>
            <ac:spMk id="3" creationId="{A1901AD3-E555-4EF1-BB15-6A594A60EBA1}"/>
          </ac:spMkLst>
        </pc:spChg>
        <pc:spChg chg="add del mod">
          <ac:chgData name="Deepika Vatsa" userId="f7100972-27fe-4ee6-8fb4-ec9b7931b409" providerId="ADAL" clId="{3291ADED-E722-4D72-B4E8-25130B6F1C00}" dt="2022-08-03T09:48:37.869" v="8803"/>
          <ac:spMkLst>
            <pc:docMk/>
            <pc:sldMk cId="3023373207" sldId="570"/>
            <ac:spMk id="4" creationId="{BBE792CE-1A24-4E9E-B8F7-861563AFCE46}"/>
          </ac:spMkLst>
        </pc:spChg>
        <pc:spChg chg="add del">
          <ac:chgData name="Deepika Vatsa" userId="f7100972-27fe-4ee6-8fb4-ec9b7931b409" providerId="ADAL" clId="{3291ADED-E722-4D72-B4E8-25130B6F1C00}" dt="2022-08-03T09:48:45.723" v="8805"/>
          <ac:spMkLst>
            <pc:docMk/>
            <pc:sldMk cId="3023373207" sldId="570"/>
            <ac:spMk id="5" creationId="{5BCC875C-9B6B-49D8-849C-4FF92F2BFF9C}"/>
          </ac:spMkLst>
        </pc:spChg>
        <pc:spChg chg="add del mod">
          <ac:chgData name="Deepika Vatsa" userId="f7100972-27fe-4ee6-8fb4-ec9b7931b409" providerId="ADAL" clId="{3291ADED-E722-4D72-B4E8-25130B6F1C00}" dt="2022-08-03T09:48:45.777" v="8807"/>
          <ac:spMkLst>
            <pc:docMk/>
            <pc:sldMk cId="3023373207" sldId="570"/>
            <ac:spMk id="6" creationId="{77BF17A9-34CD-4722-A21F-A29648B9496B}"/>
          </ac:spMkLst>
        </pc:spChg>
      </pc:sldChg>
      <pc:sldChg chg="modSp add mod modNotesTx">
        <pc:chgData name="Deepika Vatsa" userId="f7100972-27fe-4ee6-8fb4-ec9b7931b409" providerId="ADAL" clId="{3291ADED-E722-4D72-B4E8-25130B6F1C00}" dt="2022-08-03T10:25:22.895" v="9830" actId="20577"/>
        <pc:sldMkLst>
          <pc:docMk/>
          <pc:sldMk cId="3015075479" sldId="571"/>
        </pc:sldMkLst>
        <pc:spChg chg="mod">
          <ac:chgData name="Deepika Vatsa" userId="f7100972-27fe-4ee6-8fb4-ec9b7931b409" providerId="ADAL" clId="{3291ADED-E722-4D72-B4E8-25130B6F1C00}" dt="2022-08-03T09:53:03.845" v="8834" actId="20577"/>
          <ac:spMkLst>
            <pc:docMk/>
            <pc:sldMk cId="3015075479" sldId="571"/>
            <ac:spMk id="5" creationId="{0FDEED16-F3F7-444C-BA0B-6F43726B3E9D}"/>
          </ac:spMkLst>
        </pc:spChg>
        <pc:spChg chg="mod">
          <ac:chgData name="Deepika Vatsa" userId="f7100972-27fe-4ee6-8fb4-ec9b7931b409" providerId="ADAL" clId="{3291ADED-E722-4D72-B4E8-25130B6F1C00}" dt="2022-08-03T09:57:35.051" v="8937" actId="113"/>
          <ac:spMkLst>
            <pc:docMk/>
            <pc:sldMk cId="3015075479" sldId="571"/>
            <ac:spMk id="6" creationId="{77BF17A9-34CD-4722-A21F-A29648B9496B}"/>
          </ac:spMkLst>
        </pc:spChg>
      </pc:sldChg>
      <pc:sldChg chg="modSp add del mod">
        <pc:chgData name="Deepika Vatsa" userId="f7100972-27fe-4ee6-8fb4-ec9b7931b409" providerId="ADAL" clId="{3291ADED-E722-4D72-B4E8-25130B6F1C00}" dt="2022-08-04T08:51:15.787" v="11030" actId="47"/>
        <pc:sldMkLst>
          <pc:docMk/>
          <pc:sldMk cId="3491494360" sldId="572"/>
        </pc:sldMkLst>
        <pc:spChg chg="mod">
          <ac:chgData name="Deepika Vatsa" userId="f7100972-27fe-4ee6-8fb4-ec9b7931b409" providerId="ADAL" clId="{3291ADED-E722-4D72-B4E8-25130B6F1C00}" dt="2022-08-03T10:20:04.244" v="9653" actId="20577"/>
          <ac:spMkLst>
            <pc:docMk/>
            <pc:sldMk cId="3491494360" sldId="572"/>
            <ac:spMk id="5" creationId="{0FDEED16-F3F7-444C-BA0B-6F43726B3E9D}"/>
          </ac:spMkLst>
        </pc:spChg>
      </pc:sldChg>
      <pc:sldChg chg="addSp delSp modSp add mod">
        <pc:chgData name="Deepika Vatsa" userId="f7100972-27fe-4ee6-8fb4-ec9b7931b409" providerId="ADAL" clId="{3291ADED-E722-4D72-B4E8-25130B6F1C00}" dt="2022-08-03T10:39:08.165" v="10967" actId="5793"/>
        <pc:sldMkLst>
          <pc:docMk/>
          <pc:sldMk cId="364232575" sldId="573"/>
        </pc:sldMkLst>
        <pc:spChg chg="mod">
          <ac:chgData name="Deepika Vatsa" userId="f7100972-27fe-4ee6-8fb4-ec9b7931b409" providerId="ADAL" clId="{3291ADED-E722-4D72-B4E8-25130B6F1C00}" dt="2022-08-03T10:39:08.165" v="10967" actId="5793"/>
          <ac:spMkLst>
            <pc:docMk/>
            <pc:sldMk cId="364232575" sldId="573"/>
            <ac:spMk id="2" creationId="{5683F6F4-79F8-4442-8988-32A91B96D415}"/>
          </ac:spMkLst>
        </pc:spChg>
        <pc:picChg chg="add mod modCrop">
          <ac:chgData name="Deepika Vatsa" userId="f7100972-27fe-4ee6-8fb4-ec9b7931b409" providerId="ADAL" clId="{3291ADED-E722-4D72-B4E8-25130B6F1C00}" dt="2022-08-03T10:39:02.130" v="10965" actId="1076"/>
          <ac:picMkLst>
            <pc:docMk/>
            <pc:sldMk cId="364232575" sldId="573"/>
            <ac:picMk id="4" creationId="{0FA52259-C317-4A3E-ABED-666C49EA67CB}"/>
          </ac:picMkLst>
        </pc:picChg>
        <pc:picChg chg="del">
          <ac:chgData name="Deepika Vatsa" userId="f7100972-27fe-4ee6-8fb4-ec9b7931b409" providerId="ADAL" clId="{3291ADED-E722-4D72-B4E8-25130B6F1C00}" dt="2022-08-03T10:38:56.581" v="10964" actId="478"/>
          <ac:picMkLst>
            <pc:docMk/>
            <pc:sldMk cId="364232575" sldId="573"/>
            <ac:picMk id="6" creationId="{832F5D65-D7AA-4A3D-9AE9-7578A1DDFDCC}"/>
          </ac:picMkLst>
        </pc:picChg>
      </pc:sldChg>
      <pc:sldChg chg="addSp delSp modSp new mod modNotesTx">
        <pc:chgData name="Deepika Vatsa" userId="f7100972-27fe-4ee6-8fb4-ec9b7931b409" providerId="ADAL" clId="{3291ADED-E722-4D72-B4E8-25130B6F1C00}" dt="2022-08-04T08:54:51.325" v="11221" actId="20577"/>
        <pc:sldMkLst>
          <pc:docMk/>
          <pc:sldMk cId="835221985" sldId="574"/>
        </pc:sldMkLst>
        <pc:spChg chg="del">
          <ac:chgData name="Deepika Vatsa" userId="f7100972-27fe-4ee6-8fb4-ec9b7931b409" providerId="ADAL" clId="{3291ADED-E722-4D72-B4E8-25130B6F1C00}" dt="2022-08-04T08:52:47.690" v="11032" actId="22"/>
          <ac:spMkLst>
            <pc:docMk/>
            <pc:sldMk cId="835221985" sldId="574"/>
            <ac:spMk id="2" creationId="{FB8C1725-BA1E-4BD6-A7FF-694DC61A0D45}"/>
          </ac:spMkLst>
        </pc:spChg>
        <pc:spChg chg="add mod">
          <ac:chgData name="Deepika Vatsa" userId="f7100972-27fe-4ee6-8fb4-ec9b7931b409" providerId="ADAL" clId="{3291ADED-E722-4D72-B4E8-25130B6F1C00}" dt="2022-08-04T08:54:10.817" v="11155" actId="5793"/>
          <ac:spMkLst>
            <pc:docMk/>
            <pc:sldMk cId="835221985" sldId="574"/>
            <ac:spMk id="5" creationId="{E9A6EA54-AA9E-4FC4-BE90-B990B93106FF}"/>
          </ac:spMkLst>
        </pc:spChg>
        <pc:picChg chg="add mod ord modCrop">
          <ac:chgData name="Deepika Vatsa" userId="f7100972-27fe-4ee6-8fb4-ec9b7931b409" providerId="ADAL" clId="{3291ADED-E722-4D72-B4E8-25130B6F1C00}" dt="2022-08-04T08:54:18.231" v="11157" actId="1076"/>
          <ac:picMkLst>
            <pc:docMk/>
            <pc:sldMk cId="835221985" sldId="574"/>
            <ac:picMk id="4" creationId="{946E8039-E9F5-4389-A5AB-23CFF355615D}"/>
          </ac:picMkLst>
        </pc:picChg>
      </pc:sldChg>
      <pc:sldChg chg="addSp delSp modSp add mod modNotesTx">
        <pc:chgData name="Deepika Vatsa" userId="f7100972-27fe-4ee6-8fb4-ec9b7931b409" providerId="ADAL" clId="{3291ADED-E722-4D72-B4E8-25130B6F1C00}" dt="2022-08-04T09:20:29.117" v="12392" actId="14100"/>
        <pc:sldMkLst>
          <pc:docMk/>
          <pc:sldMk cId="1570742894" sldId="575"/>
        </pc:sldMkLst>
        <pc:picChg chg="add del mod modCrop">
          <ac:chgData name="Deepika Vatsa" userId="f7100972-27fe-4ee6-8fb4-ec9b7931b409" providerId="ADAL" clId="{3291ADED-E722-4D72-B4E8-25130B6F1C00}" dt="2022-08-04T09:20:05.599" v="12386" actId="478"/>
          <ac:picMkLst>
            <pc:docMk/>
            <pc:sldMk cId="1570742894" sldId="575"/>
            <ac:picMk id="4" creationId="{52721FEC-A83D-4766-9442-DABEDA984876}"/>
          </ac:picMkLst>
        </pc:picChg>
        <pc:picChg chg="del">
          <ac:chgData name="Deepika Vatsa" userId="f7100972-27fe-4ee6-8fb4-ec9b7931b409" providerId="ADAL" clId="{3291ADED-E722-4D72-B4E8-25130B6F1C00}" dt="2022-08-04T09:13:54.607" v="12146" actId="478"/>
          <ac:picMkLst>
            <pc:docMk/>
            <pc:sldMk cId="1570742894" sldId="575"/>
            <ac:picMk id="5" creationId="{6BF35E3C-1F2B-42D7-BAD5-8F6472D5382C}"/>
          </ac:picMkLst>
        </pc:picChg>
        <pc:picChg chg="add mod modCrop">
          <ac:chgData name="Deepika Vatsa" userId="f7100972-27fe-4ee6-8fb4-ec9b7931b409" providerId="ADAL" clId="{3291ADED-E722-4D72-B4E8-25130B6F1C00}" dt="2022-08-04T09:20:29.117" v="12392" actId="14100"/>
          <ac:picMkLst>
            <pc:docMk/>
            <pc:sldMk cId="1570742894" sldId="575"/>
            <ac:picMk id="7" creationId="{6CDA8781-39A7-4E23-B58E-9126D96BA5B3}"/>
          </ac:picMkLst>
        </pc:picChg>
      </pc:sldChg>
      <pc:sldChg chg="addSp delSp modSp add mod modNotesTx">
        <pc:chgData name="Deepika Vatsa" userId="f7100972-27fe-4ee6-8fb4-ec9b7931b409" providerId="ADAL" clId="{3291ADED-E722-4D72-B4E8-25130B6F1C00}" dt="2022-08-04T09:21:13.806" v="12400" actId="14100"/>
        <pc:sldMkLst>
          <pc:docMk/>
          <pc:sldMk cId="1837020608" sldId="576"/>
        </pc:sldMkLst>
        <pc:picChg chg="del">
          <ac:chgData name="Deepika Vatsa" userId="f7100972-27fe-4ee6-8fb4-ec9b7931b409" providerId="ADAL" clId="{3291ADED-E722-4D72-B4E8-25130B6F1C00}" dt="2022-08-04T09:15:26.677" v="12273" actId="478"/>
          <ac:picMkLst>
            <pc:docMk/>
            <pc:sldMk cId="1837020608" sldId="576"/>
            <ac:picMk id="4" creationId="{52721FEC-A83D-4766-9442-DABEDA984876}"/>
          </ac:picMkLst>
        </pc:picChg>
        <pc:picChg chg="add del mod modCrop">
          <ac:chgData name="Deepika Vatsa" userId="f7100972-27fe-4ee6-8fb4-ec9b7931b409" providerId="ADAL" clId="{3291ADED-E722-4D72-B4E8-25130B6F1C00}" dt="2022-08-04T09:20:32.316" v="12393" actId="478"/>
          <ac:picMkLst>
            <pc:docMk/>
            <pc:sldMk cId="1837020608" sldId="576"/>
            <ac:picMk id="5" creationId="{2BB9F843-A737-45FB-A68D-73D398638239}"/>
          </ac:picMkLst>
        </pc:picChg>
        <pc:picChg chg="add mod modCrop">
          <ac:chgData name="Deepika Vatsa" userId="f7100972-27fe-4ee6-8fb4-ec9b7931b409" providerId="ADAL" clId="{3291ADED-E722-4D72-B4E8-25130B6F1C00}" dt="2022-08-04T09:21:13.806" v="12400" actId="14100"/>
          <ac:picMkLst>
            <pc:docMk/>
            <pc:sldMk cId="1837020608" sldId="576"/>
            <ac:picMk id="7" creationId="{F532A044-F3BB-4724-9436-B0EEBB7BCFB2}"/>
          </ac:picMkLst>
        </pc:picChg>
      </pc:sldChg>
      <pc:sldMasterChg chg="delSldLayout">
        <pc:chgData name="Deepika Vatsa" userId="f7100972-27fe-4ee6-8fb4-ec9b7931b409" providerId="ADAL" clId="{3291ADED-E722-4D72-B4E8-25130B6F1C00}" dt="2022-08-02T05:57:39.918" v="1633" actId="47"/>
        <pc:sldMasterMkLst>
          <pc:docMk/>
          <pc:sldMasterMk cId="3073119696" sldId="2147483648"/>
        </pc:sldMasterMkLst>
        <pc:sldLayoutChg chg="del">
          <pc:chgData name="Deepika Vatsa" userId="f7100972-27fe-4ee6-8fb4-ec9b7931b409" providerId="ADAL" clId="{3291ADED-E722-4D72-B4E8-25130B6F1C00}" dt="2022-08-02T05:57:39.918" v="1633" actId="47"/>
          <pc:sldLayoutMkLst>
            <pc:docMk/>
            <pc:sldMasterMk cId="3073119696" sldId="2147483648"/>
            <pc:sldLayoutMk cId="533581401" sldId="2147483669"/>
          </pc:sldLayoutMkLst>
        </pc:sldLayoutChg>
      </pc:sldMasterChg>
    </pc:docChg>
  </pc:docChgLst>
  <pc:docChgLst>
    <pc:chgData name="Deepika Vatsa" userId="f7100972-27fe-4ee6-8fb4-ec9b7931b409" providerId="ADAL" clId="{7DF3CB10-604D-4AF9-A25E-C11426117173}"/>
    <pc:docChg chg="undo custSel addSld delSld modSld">
      <pc:chgData name="Deepika Vatsa" userId="f7100972-27fe-4ee6-8fb4-ec9b7931b409" providerId="ADAL" clId="{7DF3CB10-604D-4AF9-A25E-C11426117173}" dt="2022-08-09T05:00:49.465" v="5549" actId="20577"/>
      <pc:docMkLst>
        <pc:docMk/>
      </pc:docMkLst>
      <pc:sldChg chg="modSp mod">
        <pc:chgData name="Deepika Vatsa" userId="f7100972-27fe-4ee6-8fb4-ec9b7931b409" providerId="ADAL" clId="{7DF3CB10-604D-4AF9-A25E-C11426117173}" dt="2022-08-04T09:45:47.241" v="38" actId="20577"/>
        <pc:sldMkLst>
          <pc:docMk/>
          <pc:sldMk cId="492309654" sldId="256"/>
        </pc:sldMkLst>
        <pc:spChg chg="mod">
          <ac:chgData name="Deepika Vatsa" userId="f7100972-27fe-4ee6-8fb4-ec9b7931b409" providerId="ADAL" clId="{7DF3CB10-604D-4AF9-A25E-C11426117173}" dt="2022-08-04T09:45:47.241" v="38" actId="20577"/>
          <ac:spMkLst>
            <pc:docMk/>
            <pc:sldMk cId="492309654" sldId="256"/>
            <ac:spMk id="3" creationId="{D11C1709-B620-47DC-9742-B9FB880F0527}"/>
          </ac:spMkLst>
        </pc:spChg>
      </pc:sldChg>
      <pc:sldChg chg="modSp mod">
        <pc:chgData name="Deepika Vatsa" userId="f7100972-27fe-4ee6-8fb4-ec9b7931b409" providerId="ADAL" clId="{7DF3CB10-604D-4AF9-A25E-C11426117173}" dt="2022-08-04T09:46:05.128" v="75" actId="20577"/>
        <pc:sldMkLst>
          <pc:docMk/>
          <pc:sldMk cId="3472450693" sldId="257"/>
        </pc:sldMkLst>
        <pc:spChg chg="mod">
          <ac:chgData name="Deepika Vatsa" userId="f7100972-27fe-4ee6-8fb4-ec9b7931b409" providerId="ADAL" clId="{7DF3CB10-604D-4AF9-A25E-C11426117173}" dt="2022-08-04T09:46:05.128" v="75" actId="20577"/>
          <ac:spMkLst>
            <pc:docMk/>
            <pc:sldMk cId="3472450693" sldId="257"/>
            <ac:spMk id="3" creationId="{80E36F94-92C5-49C4-89B0-FDCC3A53501B}"/>
          </ac:spMkLst>
        </pc:spChg>
      </pc:sldChg>
      <pc:sldChg chg="del">
        <pc:chgData name="Deepika Vatsa" userId="f7100972-27fe-4ee6-8fb4-ec9b7931b409" providerId="ADAL" clId="{7DF3CB10-604D-4AF9-A25E-C11426117173}" dt="2022-08-04T09:46:16.771" v="76" actId="47"/>
        <pc:sldMkLst>
          <pc:docMk/>
          <pc:sldMk cId="0" sldId="260"/>
        </pc:sldMkLst>
      </pc:sldChg>
      <pc:sldChg chg="del">
        <pc:chgData name="Deepika Vatsa" userId="f7100972-27fe-4ee6-8fb4-ec9b7931b409" providerId="ADAL" clId="{7DF3CB10-604D-4AF9-A25E-C11426117173}" dt="2022-08-04T09:46:16.771" v="76" actId="47"/>
        <pc:sldMkLst>
          <pc:docMk/>
          <pc:sldMk cId="0" sldId="444"/>
        </pc:sldMkLst>
      </pc:sldChg>
      <pc:sldChg chg="del">
        <pc:chgData name="Deepika Vatsa" userId="f7100972-27fe-4ee6-8fb4-ec9b7931b409" providerId="ADAL" clId="{7DF3CB10-604D-4AF9-A25E-C11426117173}" dt="2022-08-04T09:46:16.771" v="76" actId="47"/>
        <pc:sldMkLst>
          <pc:docMk/>
          <pc:sldMk cId="0" sldId="446"/>
        </pc:sldMkLst>
      </pc:sldChg>
      <pc:sldChg chg="del">
        <pc:chgData name="Deepika Vatsa" userId="f7100972-27fe-4ee6-8fb4-ec9b7931b409" providerId="ADAL" clId="{7DF3CB10-604D-4AF9-A25E-C11426117173}" dt="2022-08-04T09:46:16.771" v="76" actId="47"/>
        <pc:sldMkLst>
          <pc:docMk/>
          <pc:sldMk cId="0" sldId="454"/>
        </pc:sldMkLst>
      </pc:sldChg>
      <pc:sldChg chg="del">
        <pc:chgData name="Deepika Vatsa" userId="f7100972-27fe-4ee6-8fb4-ec9b7931b409" providerId="ADAL" clId="{7DF3CB10-604D-4AF9-A25E-C11426117173}" dt="2022-08-04T09:46:16.771" v="76" actId="47"/>
        <pc:sldMkLst>
          <pc:docMk/>
          <pc:sldMk cId="0" sldId="519"/>
        </pc:sldMkLst>
      </pc:sldChg>
      <pc:sldChg chg="del">
        <pc:chgData name="Deepika Vatsa" userId="f7100972-27fe-4ee6-8fb4-ec9b7931b409" providerId="ADAL" clId="{7DF3CB10-604D-4AF9-A25E-C11426117173}" dt="2022-08-04T09:46:16.771" v="76" actId="47"/>
        <pc:sldMkLst>
          <pc:docMk/>
          <pc:sldMk cId="0" sldId="521"/>
        </pc:sldMkLst>
      </pc:sldChg>
      <pc:sldChg chg="del">
        <pc:chgData name="Deepika Vatsa" userId="f7100972-27fe-4ee6-8fb4-ec9b7931b409" providerId="ADAL" clId="{7DF3CB10-604D-4AF9-A25E-C11426117173}" dt="2022-08-04T09:46:16.771" v="76" actId="47"/>
        <pc:sldMkLst>
          <pc:docMk/>
          <pc:sldMk cId="0" sldId="522"/>
        </pc:sldMkLst>
      </pc:sldChg>
      <pc:sldChg chg="del">
        <pc:chgData name="Deepika Vatsa" userId="f7100972-27fe-4ee6-8fb4-ec9b7931b409" providerId="ADAL" clId="{7DF3CB10-604D-4AF9-A25E-C11426117173}" dt="2022-08-04T09:46:16.771" v="76" actId="47"/>
        <pc:sldMkLst>
          <pc:docMk/>
          <pc:sldMk cId="0" sldId="523"/>
        </pc:sldMkLst>
      </pc:sldChg>
      <pc:sldChg chg="del">
        <pc:chgData name="Deepika Vatsa" userId="f7100972-27fe-4ee6-8fb4-ec9b7931b409" providerId="ADAL" clId="{7DF3CB10-604D-4AF9-A25E-C11426117173}" dt="2022-08-04T09:46:16.771" v="76" actId="47"/>
        <pc:sldMkLst>
          <pc:docMk/>
          <pc:sldMk cId="0" sldId="542"/>
        </pc:sldMkLst>
      </pc:sldChg>
      <pc:sldChg chg="del">
        <pc:chgData name="Deepika Vatsa" userId="f7100972-27fe-4ee6-8fb4-ec9b7931b409" providerId="ADAL" clId="{7DF3CB10-604D-4AF9-A25E-C11426117173}" dt="2022-08-04T09:46:16.771" v="76" actId="47"/>
        <pc:sldMkLst>
          <pc:docMk/>
          <pc:sldMk cId="2124192201" sldId="543"/>
        </pc:sldMkLst>
      </pc:sldChg>
      <pc:sldChg chg="del">
        <pc:chgData name="Deepika Vatsa" userId="f7100972-27fe-4ee6-8fb4-ec9b7931b409" providerId="ADAL" clId="{7DF3CB10-604D-4AF9-A25E-C11426117173}" dt="2022-08-04T09:46:16.771" v="76" actId="47"/>
        <pc:sldMkLst>
          <pc:docMk/>
          <pc:sldMk cId="3333838952" sldId="544"/>
        </pc:sldMkLst>
      </pc:sldChg>
      <pc:sldChg chg="del">
        <pc:chgData name="Deepika Vatsa" userId="f7100972-27fe-4ee6-8fb4-ec9b7931b409" providerId="ADAL" clId="{7DF3CB10-604D-4AF9-A25E-C11426117173}" dt="2022-08-04T09:46:16.771" v="76" actId="47"/>
        <pc:sldMkLst>
          <pc:docMk/>
          <pc:sldMk cId="4255949818" sldId="545"/>
        </pc:sldMkLst>
      </pc:sldChg>
      <pc:sldChg chg="del">
        <pc:chgData name="Deepika Vatsa" userId="f7100972-27fe-4ee6-8fb4-ec9b7931b409" providerId="ADAL" clId="{7DF3CB10-604D-4AF9-A25E-C11426117173}" dt="2022-08-04T09:46:16.771" v="76" actId="47"/>
        <pc:sldMkLst>
          <pc:docMk/>
          <pc:sldMk cId="3134347243" sldId="546"/>
        </pc:sldMkLst>
      </pc:sldChg>
      <pc:sldChg chg="del">
        <pc:chgData name="Deepika Vatsa" userId="f7100972-27fe-4ee6-8fb4-ec9b7931b409" providerId="ADAL" clId="{7DF3CB10-604D-4AF9-A25E-C11426117173}" dt="2022-08-04T09:46:16.771" v="76" actId="47"/>
        <pc:sldMkLst>
          <pc:docMk/>
          <pc:sldMk cId="1109385362" sldId="547"/>
        </pc:sldMkLst>
      </pc:sldChg>
      <pc:sldChg chg="del">
        <pc:chgData name="Deepika Vatsa" userId="f7100972-27fe-4ee6-8fb4-ec9b7931b409" providerId="ADAL" clId="{7DF3CB10-604D-4AF9-A25E-C11426117173}" dt="2022-08-04T09:46:16.771" v="76" actId="47"/>
        <pc:sldMkLst>
          <pc:docMk/>
          <pc:sldMk cId="1888868402" sldId="548"/>
        </pc:sldMkLst>
      </pc:sldChg>
      <pc:sldChg chg="del">
        <pc:chgData name="Deepika Vatsa" userId="f7100972-27fe-4ee6-8fb4-ec9b7931b409" providerId="ADAL" clId="{7DF3CB10-604D-4AF9-A25E-C11426117173}" dt="2022-08-04T09:46:16.771" v="76" actId="47"/>
        <pc:sldMkLst>
          <pc:docMk/>
          <pc:sldMk cId="3934559713" sldId="550"/>
        </pc:sldMkLst>
      </pc:sldChg>
      <pc:sldChg chg="del">
        <pc:chgData name="Deepika Vatsa" userId="f7100972-27fe-4ee6-8fb4-ec9b7931b409" providerId="ADAL" clId="{7DF3CB10-604D-4AF9-A25E-C11426117173}" dt="2022-08-04T09:46:16.771" v="76" actId="47"/>
        <pc:sldMkLst>
          <pc:docMk/>
          <pc:sldMk cId="2133940914" sldId="551"/>
        </pc:sldMkLst>
      </pc:sldChg>
      <pc:sldChg chg="del">
        <pc:chgData name="Deepika Vatsa" userId="f7100972-27fe-4ee6-8fb4-ec9b7931b409" providerId="ADAL" clId="{7DF3CB10-604D-4AF9-A25E-C11426117173}" dt="2022-08-04T09:46:16.771" v="76" actId="47"/>
        <pc:sldMkLst>
          <pc:docMk/>
          <pc:sldMk cId="4272627569" sldId="552"/>
        </pc:sldMkLst>
      </pc:sldChg>
      <pc:sldChg chg="del">
        <pc:chgData name="Deepika Vatsa" userId="f7100972-27fe-4ee6-8fb4-ec9b7931b409" providerId="ADAL" clId="{7DF3CB10-604D-4AF9-A25E-C11426117173}" dt="2022-08-04T09:46:16.771" v="76" actId="47"/>
        <pc:sldMkLst>
          <pc:docMk/>
          <pc:sldMk cId="3474017746" sldId="553"/>
        </pc:sldMkLst>
      </pc:sldChg>
      <pc:sldChg chg="del">
        <pc:chgData name="Deepika Vatsa" userId="f7100972-27fe-4ee6-8fb4-ec9b7931b409" providerId="ADAL" clId="{7DF3CB10-604D-4AF9-A25E-C11426117173}" dt="2022-08-04T09:46:16.771" v="76" actId="47"/>
        <pc:sldMkLst>
          <pc:docMk/>
          <pc:sldMk cId="3988423650" sldId="554"/>
        </pc:sldMkLst>
      </pc:sldChg>
      <pc:sldChg chg="del">
        <pc:chgData name="Deepika Vatsa" userId="f7100972-27fe-4ee6-8fb4-ec9b7931b409" providerId="ADAL" clId="{7DF3CB10-604D-4AF9-A25E-C11426117173}" dt="2022-08-04T09:46:16.771" v="76" actId="47"/>
        <pc:sldMkLst>
          <pc:docMk/>
          <pc:sldMk cId="2496126553" sldId="555"/>
        </pc:sldMkLst>
      </pc:sldChg>
      <pc:sldChg chg="del">
        <pc:chgData name="Deepika Vatsa" userId="f7100972-27fe-4ee6-8fb4-ec9b7931b409" providerId="ADAL" clId="{7DF3CB10-604D-4AF9-A25E-C11426117173}" dt="2022-08-04T09:46:16.771" v="76" actId="47"/>
        <pc:sldMkLst>
          <pc:docMk/>
          <pc:sldMk cId="3542942855" sldId="556"/>
        </pc:sldMkLst>
      </pc:sldChg>
      <pc:sldChg chg="del">
        <pc:chgData name="Deepika Vatsa" userId="f7100972-27fe-4ee6-8fb4-ec9b7931b409" providerId="ADAL" clId="{7DF3CB10-604D-4AF9-A25E-C11426117173}" dt="2022-08-04T09:46:16.771" v="76" actId="47"/>
        <pc:sldMkLst>
          <pc:docMk/>
          <pc:sldMk cId="2762624031" sldId="557"/>
        </pc:sldMkLst>
      </pc:sldChg>
      <pc:sldChg chg="del">
        <pc:chgData name="Deepika Vatsa" userId="f7100972-27fe-4ee6-8fb4-ec9b7931b409" providerId="ADAL" clId="{7DF3CB10-604D-4AF9-A25E-C11426117173}" dt="2022-08-04T09:46:16.771" v="76" actId="47"/>
        <pc:sldMkLst>
          <pc:docMk/>
          <pc:sldMk cId="1537609984" sldId="558"/>
        </pc:sldMkLst>
      </pc:sldChg>
      <pc:sldChg chg="del">
        <pc:chgData name="Deepika Vatsa" userId="f7100972-27fe-4ee6-8fb4-ec9b7931b409" providerId="ADAL" clId="{7DF3CB10-604D-4AF9-A25E-C11426117173}" dt="2022-08-04T09:46:20.647" v="77" actId="47"/>
        <pc:sldMkLst>
          <pc:docMk/>
          <pc:sldMk cId="2287077721" sldId="560"/>
        </pc:sldMkLst>
      </pc:sldChg>
      <pc:sldChg chg="addSp delSp modSp new mod modNotesTx">
        <pc:chgData name="Deepika Vatsa" userId="f7100972-27fe-4ee6-8fb4-ec9b7931b409" providerId="ADAL" clId="{7DF3CB10-604D-4AF9-A25E-C11426117173}" dt="2022-08-08T09:42:49.805" v="1250" actId="20577"/>
        <pc:sldMkLst>
          <pc:docMk/>
          <pc:sldMk cId="4184969250" sldId="560"/>
        </pc:sldMkLst>
        <pc:spChg chg="mod">
          <ac:chgData name="Deepika Vatsa" userId="f7100972-27fe-4ee6-8fb4-ec9b7931b409" providerId="ADAL" clId="{7DF3CB10-604D-4AF9-A25E-C11426117173}" dt="2022-08-04T09:48:05.432" v="101" actId="20577"/>
          <ac:spMkLst>
            <pc:docMk/>
            <pc:sldMk cId="4184969250" sldId="560"/>
            <ac:spMk id="2" creationId="{6167DC2D-0072-445E-8CB3-E53407061CE7}"/>
          </ac:spMkLst>
        </pc:spChg>
        <pc:spChg chg="del">
          <ac:chgData name="Deepika Vatsa" userId="f7100972-27fe-4ee6-8fb4-ec9b7931b409" providerId="ADAL" clId="{7DF3CB10-604D-4AF9-A25E-C11426117173}" dt="2022-08-04T09:50:26.660" v="309" actId="22"/>
          <ac:spMkLst>
            <pc:docMk/>
            <pc:sldMk cId="4184969250" sldId="560"/>
            <ac:spMk id="3" creationId="{D7DEA22E-3A1F-4DC7-9388-80145F29D1E6}"/>
          </ac:spMkLst>
        </pc:spChg>
        <pc:spChg chg="add mod">
          <ac:chgData name="Deepika Vatsa" userId="f7100972-27fe-4ee6-8fb4-ec9b7931b409" providerId="ADAL" clId="{7DF3CB10-604D-4AF9-A25E-C11426117173}" dt="2022-08-04T09:53:24.996" v="420" actId="20577"/>
          <ac:spMkLst>
            <pc:docMk/>
            <pc:sldMk cId="4184969250" sldId="560"/>
            <ac:spMk id="6" creationId="{98E0FE6E-8F22-4B9F-9E9F-E2B694DC96D4}"/>
          </ac:spMkLst>
        </pc:spChg>
        <pc:picChg chg="add mod ord modCrop">
          <ac:chgData name="Deepika Vatsa" userId="f7100972-27fe-4ee6-8fb4-ec9b7931b409" providerId="ADAL" clId="{7DF3CB10-604D-4AF9-A25E-C11426117173}" dt="2022-08-04T09:51:33.879" v="404" actId="1076"/>
          <ac:picMkLst>
            <pc:docMk/>
            <pc:sldMk cId="4184969250" sldId="560"/>
            <ac:picMk id="5" creationId="{D79DD659-0D69-439F-8DFB-E316F68747FE}"/>
          </ac:picMkLst>
        </pc:picChg>
      </pc:sldChg>
      <pc:sldChg chg="addSp delSp modSp add mod setBg modNotesTx">
        <pc:chgData name="Deepika Vatsa" userId="f7100972-27fe-4ee6-8fb4-ec9b7931b409" providerId="ADAL" clId="{7DF3CB10-604D-4AF9-A25E-C11426117173}" dt="2022-08-04T10:05:11.508" v="1023" actId="20577"/>
        <pc:sldMkLst>
          <pc:docMk/>
          <pc:sldMk cId="1127720626" sldId="561"/>
        </pc:sldMkLst>
        <pc:spChg chg="mod">
          <ac:chgData name="Deepika Vatsa" userId="f7100972-27fe-4ee6-8fb4-ec9b7931b409" providerId="ADAL" clId="{7DF3CB10-604D-4AF9-A25E-C11426117173}" dt="2022-08-04T10:05:11.508" v="1023" actId="20577"/>
          <ac:spMkLst>
            <pc:docMk/>
            <pc:sldMk cId="1127720626" sldId="561"/>
            <ac:spMk id="2" creationId="{6167DC2D-0072-445E-8CB3-E53407061CE7}"/>
          </ac:spMkLst>
        </pc:spChg>
        <pc:spChg chg="add del mod">
          <ac:chgData name="Deepika Vatsa" userId="f7100972-27fe-4ee6-8fb4-ec9b7931b409" providerId="ADAL" clId="{7DF3CB10-604D-4AF9-A25E-C11426117173}" dt="2022-08-04T09:55:28.382" v="449" actId="478"/>
          <ac:spMkLst>
            <pc:docMk/>
            <pc:sldMk cId="1127720626" sldId="561"/>
            <ac:spMk id="4" creationId="{23BA0E9F-8469-425C-890C-1CBE520B11DC}"/>
          </ac:spMkLst>
        </pc:spChg>
        <pc:spChg chg="mod ord">
          <ac:chgData name="Deepika Vatsa" userId="f7100972-27fe-4ee6-8fb4-ec9b7931b409" providerId="ADAL" clId="{7DF3CB10-604D-4AF9-A25E-C11426117173}" dt="2022-08-04T09:57:12.954" v="460" actId="26606"/>
          <ac:spMkLst>
            <pc:docMk/>
            <pc:sldMk cId="1127720626" sldId="561"/>
            <ac:spMk id="6" creationId="{98E0FE6E-8F22-4B9F-9E9F-E2B694DC96D4}"/>
          </ac:spMkLst>
        </pc:spChg>
        <pc:spChg chg="add">
          <ac:chgData name="Deepika Vatsa" userId="f7100972-27fe-4ee6-8fb4-ec9b7931b409" providerId="ADAL" clId="{7DF3CB10-604D-4AF9-A25E-C11426117173}" dt="2022-08-04T09:57:12.954" v="460" actId="26606"/>
          <ac:spMkLst>
            <pc:docMk/>
            <pc:sldMk cId="1127720626" sldId="561"/>
            <ac:spMk id="15" creationId="{A8384FB5-9ADC-4DDC-881B-597D56F5B15D}"/>
          </ac:spMkLst>
        </pc:spChg>
        <pc:spChg chg="add">
          <ac:chgData name="Deepika Vatsa" userId="f7100972-27fe-4ee6-8fb4-ec9b7931b409" providerId="ADAL" clId="{7DF3CB10-604D-4AF9-A25E-C11426117173}" dt="2022-08-04T09:57:12.954" v="460" actId="26606"/>
          <ac:spMkLst>
            <pc:docMk/>
            <pc:sldMk cId="1127720626" sldId="561"/>
            <ac:spMk id="17" creationId="{1199E1B1-A8C0-4FE8-A5A8-1CB41D69F857}"/>
          </ac:spMkLst>
        </pc:spChg>
        <pc:spChg chg="add">
          <ac:chgData name="Deepika Vatsa" userId="f7100972-27fe-4ee6-8fb4-ec9b7931b409" providerId="ADAL" clId="{7DF3CB10-604D-4AF9-A25E-C11426117173}" dt="2022-08-04T09:57:12.954" v="460" actId="26606"/>
          <ac:spMkLst>
            <pc:docMk/>
            <pc:sldMk cId="1127720626" sldId="561"/>
            <ac:spMk id="19" creationId="{84A8DE83-DE75-4B41-9DB4-A7EC0B0DEC0B}"/>
          </ac:spMkLst>
        </pc:spChg>
        <pc:spChg chg="add">
          <ac:chgData name="Deepika Vatsa" userId="f7100972-27fe-4ee6-8fb4-ec9b7931b409" providerId="ADAL" clId="{7DF3CB10-604D-4AF9-A25E-C11426117173}" dt="2022-08-04T09:57:12.954" v="460" actId="26606"/>
          <ac:spMkLst>
            <pc:docMk/>
            <pc:sldMk cId="1127720626" sldId="561"/>
            <ac:spMk id="21" creationId="{A7009A0A-BEF5-4EAC-AF15-E4F9F002E239}"/>
          </ac:spMkLst>
        </pc:spChg>
        <pc:picChg chg="del">
          <ac:chgData name="Deepika Vatsa" userId="f7100972-27fe-4ee6-8fb4-ec9b7931b409" providerId="ADAL" clId="{7DF3CB10-604D-4AF9-A25E-C11426117173}" dt="2022-08-04T09:54:54.018" v="447" actId="478"/>
          <ac:picMkLst>
            <pc:docMk/>
            <pc:sldMk cId="1127720626" sldId="561"/>
            <ac:picMk id="5" creationId="{D79DD659-0D69-439F-8DFB-E316F68747FE}"/>
          </ac:picMkLst>
        </pc:picChg>
        <pc:picChg chg="add mod modCrop">
          <ac:chgData name="Deepika Vatsa" userId="f7100972-27fe-4ee6-8fb4-ec9b7931b409" providerId="ADAL" clId="{7DF3CB10-604D-4AF9-A25E-C11426117173}" dt="2022-08-04T09:57:12.954" v="460" actId="26606"/>
          <ac:picMkLst>
            <pc:docMk/>
            <pc:sldMk cId="1127720626" sldId="561"/>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322141314" sldId="561"/>
        </pc:sldMkLst>
      </pc:sldChg>
      <pc:sldChg chg="addSp delSp modSp add mod modNotesTx">
        <pc:chgData name="Deepika Vatsa" userId="f7100972-27fe-4ee6-8fb4-ec9b7931b409" providerId="ADAL" clId="{7DF3CB10-604D-4AF9-A25E-C11426117173}" dt="2022-08-08T09:46:10.326" v="1531" actId="20577"/>
        <pc:sldMkLst>
          <pc:docMk/>
          <pc:sldMk cId="1425229445" sldId="562"/>
        </pc:sldMkLst>
        <pc:spChg chg="mod">
          <ac:chgData name="Deepika Vatsa" userId="f7100972-27fe-4ee6-8fb4-ec9b7931b409" providerId="ADAL" clId="{7DF3CB10-604D-4AF9-A25E-C11426117173}" dt="2022-08-04T10:05:24.957" v="1024"/>
          <ac:spMkLst>
            <pc:docMk/>
            <pc:sldMk cId="1425229445" sldId="562"/>
            <ac:spMk id="2" creationId="{6167DC2D-0072-445E-8CB3-E53407061CE7}"/>
          </ac:spMkLst>
        </pc:spChg>
        <pc:picChg chg="add del mod modCrop">
          <ac:chgData name="Deepika Vatsa" userId="f7100972-27fe-4ee6-8fb4-ec9b7931b409" providerId="ADAL" clId="{7DF3CB10-604D-4AF9-A25E-C11426117173}" dt="2022-08-04T10:02:32.665" v="830" actId="478"/>
          <ac:picMkLst>
            <pc:docMk/>
            <pc:sldMk cId="1425229445" sldId="562"/>
            <ac:picMk id="4" creationId="{653EC175-E4F2-4CC2-9E03-D10C64FDE9CC}"/>
          </ac:picMkLst>
        </pc:picChg>
        <pc:picChg chg="add mod modCrop">
          <ac:chgData name="Deepika Vatsa" userId="f7100972-27fe-4ee6-8fb4-ec9b7931b409" providerId="ADAL" clId="{7DF3CB10-604D-4AF9-A25E-C11426117173}" dt="2022-08-04T10:02:57.964" v="835" actId="1076"/>
          <ac:picMkLst>
            <pc:docMk/>
            <pc:sldMk cId="1425229445" sldId="562"/>
            <ac:picMk id="7" creationId="{48E458B1-FD1A-49DC-879A-AF11C3B57A7F}"/>
          </ac:picMkLst>
        </pc:picChg>
        <pc:picChg chg="del">
          <ac:chgData name="Deepika Vatsa" userId="f7100972-27fe-4ee6-8fb4-ec9b7931b409" providerId="ADAL" clId="{7DF3CB10-604D-4AF9-A25E-C11426117173}" dt="2022-08-04T10:00:07.993" v="775" actId="478"/>
          <ac:picMkLst>
            <pc:docMk/>
            <pc:sldMk cId="1425229445" sldId="562"/>
            <ac:picMk id="10" creationId="{01814F26-28FF-4083-AF5E-9A822C2993DA}"/>
          </ac:picMkLst>
        </pc:picChg>
      </pc:sldChg>
      <pc:sldChg chg="del">
        <pc:chgData name="Deepika Vatsa" userId="f7100972-27fe-4ee6-8fb4-ec9b7931b409" providerId="ADAL" clId="{7DF3CB10-604D-4AF9-A25E-C11426117173}" dt="2022-08-04T09:46:16.771" v="76" actId="47"/>
        <pc:sldMkLst>
          <pc:docMk/>
          <pc:sldMk cId="3714429487" sldId="562"/>
        </pc:sldMkLst>
      </pc:sldChg>
      <pc:sldChg chg="addSp delSp modSp add mod modNotesTx">
        <pc:chgData name="Deepika Vatsa" userId="f7100972-27fe-4ee6-8fb4-ec9b7931b409" providerId="ADAL" clId="{7DF3CB10-604D-4AF9-A25E-C11426117173}" dt="2022-08-04T10:05:28.654" v="1025"/>
        <pc:sldMkLst>
          <pc:docMk/>
          <pc:sldMk cId="2638973260" sldId="563"/>
        </pc:sldMkLst>
        <pc:spChg chg="mod">
          <ac:chgData name="Deepika Vatsa" userId="f7100972-27fe-4ee6-8fb4-ec9b7931b409" providerId="ADAL" clId="{7DF3CB10-604D-4AF9-A25E-C11426117173}" dt="2022-08-04T10:05:28.654" v="1025"/>
          <ac:spMkLst>
            <pc:docMk/>
            <pc:sldMk cId="2638973260" sldId="563"/>
            <ac:spMk id="2" creationId="{6167DC2D-0072-445E-8CB3-E53407061CE7}"/>
          </ac:spMkLst>
        </pc:spChg>
        <pc:picChg chg="add mod modCrop">
          <ac:chgData name="Deepika Vatsa" userId="f7100972-27fe-4ee6-8fb4-ec9b7931b409" providerId="ADAL" clId="{7DF3CB10-604D-4AF9-A25E-C11426117173}" dt="2022-08-04T10:04:56.500" v="1006" actId="1076"/>
          <ac:picMkLst>
            <pc:docMk/>
            <pc:sldMk cId="2638973260" sldId="563"/>
            <ac:picMk id="4" creationId="{58143C11-1F00-4CE5-BE36-FD54215ACE5E}"/>
          </ac:picMkLst>
        </pc:picChg>
        <pc:picChg chg="del">
          <ac:chgData name="Deepika Vatsa" userId="f7100972-27fe-4ee6-8fb4-ec9b7931b409" providerId="ADAL" clId="{7DF3CB10-604D-4AF9-A25E-C11426117173}" dt="2022-08-04T10:04:26.967" v="999" actId="478"/>
          <ac:picMkLst>
            <pc:docMk/>
            <pc:sldMk cId="2638973260" sldId="563"/>
            <ac:picMk id="7" creationId="{48E458B1-FD1A-49DC-879A-AF11C3B57A7F}"/>
          </ac:picMkLst>
        </pc:picChg>
      </pc:sldChg>
      <pc:sldChg chg="del">
        <pc:chgData name="Deepika Vatsa" userId="f7100972-27fe-4ee6-8fb4-ec9b7931b409" providerId="ADAL" clId="{7DF3CB10-604D-4AF9-A25E-C11426117173}" dt="2022-08-04T09:45:51.237" v="39" actId="47"/>
        <pc:sldMkLst>
          <pc:docMk/>
          <pc:sldMk cId="4122715105" sldId="563"/>
        </pc:sldMkLst>
      </pc:sldChg>
      <pc:sldChg chg="del">
        <pc:chgData name="Deepika Vatsa" userId="f7100972-27fe-4ee6-8fb4-ec9b7931b409" providerId="ADAL" clId="{7DF3CB10-604D-4AF9-A25E-C11426117173}" dt="2022-08-04T09:46:16.771" v="76" actId="47"/>
        <pc:sldMkLst>
          <pc:docMk/>
          <pc:sldMk cId="3320667722" sldId="564"/>
        </pc:sldMkLst>
      </pc:sldChg>
      <pc:sldChg chg="addSp delSp modSp add mod modNotesTx">
        <pc:chgData name="Deepika Vatsa" userId="f7100972-27fe-4ee6-8fb4-ec9b7931b409" providerId="ADAL" clId="{7DF3CB10-604D-4AF9-A25E-C11426117173}" dt="2022-08-08T09:44:24.152" v="1398" actId="20577"/>
        <pc:sldMkLst>
          <pc:docMk/>
          <pc:sldMk cId="3588827055" sldId="564"/>
        </pc:sldMkLst>
        <pc:spChg chg="mod">
          <ac:chgData name="Deepika Vatsa" userId="f7100972-27fe-4ee6-8fb4-ec9b7931b409" providerId="ADAL" clId="{7DF3CB10-604D-4AF9-A25E-C11426117173}" dt="2022-08-04T10:05:39.451" v="1042" actId="20577"/>
          <ac:spMkLst>
            <pc:docMk/>
            <pc:sldMk cId="3588827055" sldId="564"/>
            <ac:spMk id="2" creationId="{6167DC2D-0072-445E-8CB3-E53407061CE7}"/>
          </ac:spMkLst>
        </pc:spChg>
        <pc:picChg chg="del">
          <ac:chgData name="Deepika Vatsa" userId="f7100972-27fe-4ee6-8fb4-ec9b7931b409" providerId="ADAL" clId="{7DF3CB10-604D-4AF9-A25E-C11426117173}" dt="2022-08-04T10:05:42.013" v="1043" actId="478"/>
          <ac:picMkLst>
            <pc:docMk/>
            <pc:sldMk cId="3588827055" sldId="564"/>
            <ac:picMk id="4" creationId="{58143C11-1F00-4CE5-BE36-FD54215ACE5E}"/>
          </ac:picMkLst>
        </pc:picChg>
        <pc:picChg chg="add mod modCrop">
          <ac:chgData name="Deepika Vatsa" userId="f7100972-27fe-4ee6-8fb4-ec9b7931b409" providerId="ADAL" clId="{7DF3CB10-604D-4AF9-A25E-C11426117173}" dt="2022-08-04T10:06:26.916" v="1048" actId="1076"/>
          <ac:picMkLst>
            <pc:docMk/>
            <pc:sldMk cId="3588827055" sldId="564"/>
            <ac:picMk id="5" creationId="{A86159EA-5C57-43E7-AC57-B8E131D6DB89}"/>
          </ac:picMkLst>
        </pc:picChg>
      </pc:sldChg>
      <pc:sldChg chg="addSp delSp modSp add mod modNotesTx">
        <pc:chgData name="Deepika Vatsa" userId="f7100972-27fe-4ee6-8fb4-ec9b7931b409" providerId="ADAL" clId="{7DF3CB10-604D-4AF9-A25E-C11426117173}" dt="2022-08-08T09:49:21.482" v="1647" actId="20577"/>
        <pc:sldMkLst>
          <pc:docMk/>
          <pc:sldMk cId="2324140379" sldId="565"/>
        </pc:sldMkLst>
        <pc:picChg chg="add mod modCrop">
          <ac:chgData name="Deepika Vatsa" userId="f7100972-27fe-4ee6-8fb4-ec9b7931b409" providerId="ADAL" clId="{7DF3CB10-604D-4AF9-A25E-C11426117173}" dt="2022-08-04T10:07:59.528" v="1147" actId="1076"/>
          <ac:picMkLst>
            <pc:docMk/>
            <pc:sldMk cId="2324140379" sldId="565"/>
            <ac:picMk id="4" creationId="{3A215E76-1486-48D1-A01E-9C5BAD8262B8}"/>
          </ac:picMkLst>
        </pc:picChg>
        <pc:picChg chg="del">
          <ac:chgData name="Deepika Vatsa" userId="f7100972-27fe-4ee6-8fb4-ec9b7931b409" providerId="ADAL" clId="{7DF3CB10-604D-4AF9-A25E-C11426117173}" dt="2022-08-04T10:07:39.044" v="1142" actId="478"/>
          <ac:picMkLst>
            <pc:docMk/>
            <pc:sldMk cId="2324140379" sldId="565"/>
            <ac:picMk id="5" creationId="{A86159EA-5C57-43E7-AC57-B8E131D6DB89}"/>
          </ac:picMkLst>
        </pc:picChg>
      </pc:sldChg>
      <pc:sldChg chg="del">
        <pc:chgData name="Deepika Vatsa" userId="f7100972-27fe-4ee6-8fb4-ec9b7931b409" providerId="ADAL" clId="{7DF3CB10-604D-4AF9-A25E-C11426117173}" dt="2022-08-04T09:46:16.771" v="76" actId="47"/>
        <pc:sldMkLst>
          <pc:docMk/>
          <pc:sldMk cId="2906569521" sldId="565"/>
        </pc:sldMkLst>
      </pc:sldChg>
      <pc:sldChg chg="addSp delSp modSp add del mod modNotesTx">
        <pc:chgData name="Deepika Vatsa" userId="f7100972-27fe-4ee6-8fb4-ec9b7931b409" providerId="ADAL" clId="{7DF3CB10-604D-4AF9-A25E-C11426117173}" dt="2022-08-08T10:35:12.898" v="3706" actId="2696"/>
        <pc:sldMkLst>
          <pc:docMk/>
          <pc:sldMk cId="275048096" sldId="566"/>
        </pc:sldMkLst>
        <pc:spChg chg="mod">
          <ac:chgData name="Deepika Vatsa" userId="f7100972-27fe-4ee6-8fb4-ec9b7931b409" providerId="ADAL" clId="{7DF3CB10-604D-4AF9-A25E-C11426117173}" dt="2022-08-08T10:31:58.182" v="3685" actId="20577"/>
          <ac:spMkLst>
            <pc:docMk/>
            <pc:sldMk cId="275048096" sldId="566"/>
            <ac:spMk id="2" creationId="{6167DC2D-0072-445E-8CB3-E53407061CE7}"/>
          </ac:spMkLst>
        </pc:spChg>
        <pc:picChg chg="del">
          <ac:chgData name="Deepika Vatsa" userId="f7100972-27fe-4ee6-8fb4-ec9b7931b409" providerId="ADAL" clId="{7DF3CB10-604D-4AF9-A25E-C11426117173}" dt="2022-08-08T09:49:36.221" v="1666" actId="478"/>
          <ac:picMkLst>
            <pc:docMk/>
            <pc:sldMk cId="275048096" sldId="566"/>
            <ac:picMk id="4" creationId="{3A215E76-1486-48D1-A01E-9C5BAD8262B8}"/>
          </ac:picMkLst>
        </pc:picChg>
        <pc:picChg chg="add mod modCrop">
          <ac:chgData name="Deepika Vatsa" userId="f7100972-27fe-4ee6-8fb4-ec9b7931b409" providerId="ADAL" clId="{7DF3CB10-604D-4AF9-A25E-C11426117173}" dt="2022-08-08T09:50:25.750" v="1672" actId="1076"/>
          <ac:picMkLst>
            <pc:docMk/>
            <pc:sldMk cId="275048096" sldId="566"/>
            <ac:picMk id="5" creationId="{3AF15D62-C287-4FF6-8A3E-345989DC418F}"/>
          </ac:picMkLst>
        </pc:picChg>
      </pc:sldChg>
      <pc:sldChg chg="add">
        <pc:chgData name="Deepika Vatsa" userId="f7100972-27fe-4ee6-8fb4-ec9b7931b409" providerId="ADAL" clId="{7DF3CB10-604D-4AF9-A25E-C11426117173}" dt="2022-08-08T10:35:26.201" v="3712"/>
        <pc:sldMkLst>
          <pc:docMk/>
          <pc:sldMk cId="1491287628" sldId="566"/>
        </pc:sldMkLst>
      </pc:sldChg>
      <pc:sldChg chg="addSp delSp add del setBg delDesignElem">
        <pc:chgData name="Deepika Vatsa" userId="f7100972-27fe-4ee6-8fb4-ec9b7931b409" providerId="ADAL" clId="{7DF3CB10-604D-4AF9-A25E-C11426117173}" dt="2022-08-08T10:35:26.120" v="3711"/>
        <pc:sldMkLst>
          <pc:docMk/>
          <pc:sldMk cId="2484627002" sldId="566"/>
        </pc:sldMkLst>
        <pc:spChg chg="add del">
          <ac:chgData name="Deepika Vatsa" userId="f7100972-27fe-4ee6-8fb4-ec9b7931b409" providerId="ADAL" clId="{7DF3CB10-604D-4AF9-A25E-C11426117173}" dt="2022-08-08T10:35:26.120" v="3711"/>
          <ac:spMkLst>
            <pc:docMk/>
            <pc:sldMk cId="2484627002" sldId="566"/>
            <ac:spMk id="15" creationId="{A8384FB5-9ADC-4DDC-881B-597D56F5B15D}"/>
          </ac:spMkLst>
        </pc:spChg>
        <pc:spChg chg="add del">
          <ac:chgData name="Deepika Vatsa" userId="f7100972-27fe-4ee6-8fb4-ec9b7931b409" providerId="ADAL" clId="{7DF3CB10-604D-4AF9-A25E-C11426117173}" dt="2022-08-08T10:35:26.120" v="3711"/>
          <ac:spMkLst>
            <pc:docMk/>
            <pc:sldMk cId="2484627002" sldId="566"/>
            <ac:spMk id="17" creationId="{1199E1B1-A8C0-4FE8-A5A8-1CB41D69F857}"/>
          </ac:spMkLst>
        </pc:spChg>
        <pc:spChg chg="add del">
          <ac:chgData name="Deepika Vatsa" userId="f7100972-27fe-4ee6-8fb4-ec9b7931b409" providerId="ADAL" clId="{7DF3CB10-604D-4AF9-A25E-C11426117173}" dt="2022-08-08T10:35:26.120" v="3711"/>
          <ac:spMkLst>
            <pc:docMk/>
            <pc:sldMk cId="2484627002" sldId="566"/>
            <ac:spMk id="19" creationId="{84A8DE83-DE75-4B41-9DB4-A7EC0B0DEC0B}"/>
          </ac:spMkLst>
        </pc:spChg>
        <pc:spChg chg="add del">
          <ac:chgData name="Deepika Vatsa" userId="f7100972-27fe-4ee6-8fb4-ec9b7931b409" providerId="ADAL" clId="{7DF3CB10-604D-4AF9-A25E-C11426117173}" dt="2022-08-08T10:35:26.120" v="3711"/>
          <ac:spMkLst>
            <pc:docMk/>
            <pc:sldMk cId="2484627002" sldId="566"/>
            <ac:spMk id="21" creationId="{A7009A0A-BEF5-4EAC-AF15-E4F9F002E239}"/>
          </ac:spMkLst>
        </pc:spChg>
      </pc:sldChg>
      <pc:sldChg chg="addSp delSp add del setBg delDesignElem">
        <pc:chgData name="Deepika Vatsa" userId="f7100972-27fe-4ee6-8fb4-ec9b7931b409" providerId="ADAL" clId="{7DF3CB10-604D-4AF9-A25E-C11426117173}" dt="2022-08-08T10:35:26.120" v="3711"/>
        <pc:sldMkLst>
          <pc:docMk/>
          <pc:sldMk cId="88701714" sldId="567"/>
        </pc:sldMkLst>
        <pc:spChg chg="add del">
          <ac:chgData name="Deepika Vatsa" userId="f7100972-27fe-4ee6-8fb4-ec9b7931b409" providerId="ADAL" clId="{7DF3CB10-604D-4AF9-A25E-C11426117173}" dt="2022-08-08T10:35:26.120" v="3711"/>
          <ac:spMkLst>
            <pc:docMk/>
            <pc:sldMk cId="88701714" sldId="567"/>
            <ac:spMk id="15" creationId="{A8384FB5-9ADC-4DDC-881B-597D56F5B15D}"/>
          </ac:spMkLst>
        </pc:spChg>
        <pc:spChg chg="add del">
          <ac:chgData name="Deepika Vatsa" userId="f7100972-27fe-4ee6-8fb4-ec9b7931b409" providerId="ADAL" clId="{7DF3CB10-604D-4AF9-A25E-C11426117173}" dt="2022-08-08T10:35:26.120" v="3711"/>
          <ac:spMkLst>
            <pc:docMk/>
            <pc:sldMk cId="88701714" sldId="567"/>
            <ac:spMk id="17" creationId="{1199E1B1-A8C0-4FE8-A5A8-1CB41D69F857}"/>
          </ac:spMkLst>
        </pc:spChg>
        <pc:spChg chg="add del">
          <ac:chgData name="Deepika Vatsa" userId="f7100972-27fe-4ee6-8fb4-ec9b7931b409" providerId="ADAL" clId="{7DF3CB10-604D-4AF9-A25E-C11426117173}" dt="2022-08-08T10:35:26.120" v="3711"/>
          <ac:spMkLst>
            <pc:docMk/>
            <pc:sldMk cId="88701714" sldId="567"/>
            <ac:spMk id="19" creationId="{84A8DE83-DE75-4B41-9DB4-A7EC0B0DEC0B}"/>
          </ac:spMkLst>
        </pc:spChg>
        <pc:spChg chg="add del">
          <ac:chgData name="Deepika Vatsa" userId="f7100972-27fe-4ee6-8fb4-ec9b7931b409" providerId="ADAL" clId="{7DF3CB10-604D-4AF9-A25E-C11426117173}" dt="2022-08-08T10:35:26.120" v="3711"/>
          <ac:spMkLst>
            <pc:docMk/>
            <pc:sldMk cId="88701714" sldId="567"/>
            <ac:spMk id="21" creationId="{A7009A0A-BEF5-4EAC-AF15-E4F9F002E239}"/>
          </ac:spMkLst>
        </pc:spChg>
      </pc:sldChg>
      <pc:sldChg chg="addSp delSp modSp add del mod modNotesTx">
        <pc:chgData name="Deepika Vatsa" userId="f7100972-27fe-4ee6-8fb4-ec9b7931b409" providerId="ADAL" clId="{7DF3CB10-604D-4AF9-A25E-C11426117173}" dt="2022-08-08T10:35:12.898" v="3706" actId="2696"/>
        <pc:sldMkLst>
          <pc:docMk/>
          <pc:sldMk cId="362831075" sldId="567"/>
        </pc:sldMkLst>
        <pc:spChg chg="del">
          <ac:chgData name="Deepika Vatsa" userId="f7100972-27fe-4ee6-8fb4-ec9b7931b409" providerId="ADAL" clId="{7DF3CB10-604D-4AF9-A25E-C11426117173}" dt="2022-08-08T10:32:32.641" v="3686" actId="478"/>
          <ac:spMkLst>
            <pc:docMk/>
            <pc:sldMk cId="362831075" sldId="567"/>
            <ac:spMk id="2" creationId="{6167DC2D-0072-445E-8CB3-E53407061CE7}"/>
          </ac:spMkLst>
        </pc:spChg>
        <pc:spChg chg="add del mod">
          <ac:chgData name="Deepika Vatsa" userId="f7100972-27fe-4ee6-8fb4-ec9b7931b409" providerId="ADAL" clId="{7DF3CB10-604D-4AF9-A25E-C11426117173}" dt="2022-08-08T10:32:39.113" v="3689" actId="478"/>
          <ac:spMkLst>
            <pc:docMk/>
            <pc:sldMk cId="362831075" sldId="567"/>
            <ac:spMk id="8" creationId="{7609A7C3-CB5A-452C-BE5D-B0C4FB7A6D17}"/>
          </ac:spMkLst>
        </pc:spChg>
        <pc:spChg chg="add mod">
          <ac:chgData name="Deepika Vatsa" userId="f7100972-27fe-4ee6-8fb4-ec9b7931b409" providerId="ADAL" clId="{7DF3CB10-604D-4AF9-A25E-C11426117173}" dt="2022-08-08T10:32:33.270" v="3688" actId="27636"/>
          <ac:spMkLst>
            <pc:docMk/>
            <pc:sldMk cId="362831075" sldId="567"/>
            <ac:spMk id="13" creationId="{1D4E646B-B48A-4751-B4FE-4A09DC06DD5F}"/>
          </ac:spMkLst>
        </pc:spChg>
        <pc:picChg chg="add mod modCrop">
          <ac:chgData name="Deepika Vatsa" userId="f7100972-27fe-4ee6-8fb4-ec9b7931b409" providerId="ADAL" clId="{7DF3CB10-604D-4AF9-A25E-C11426117173}" dt="2022-08-08T09:54:55.456" v="1931" actId="1076"/>
          <ac:picMkLst>
            <pc:docMk/>
            <pc:sldMk cId="362831075" sldId="567"/>
            <ac:picMk id="4" creationId="{BABDBA4B-489D-4B77-886E-BC192ABD938E}"/>
          </ac:picMkLst>
        </pc:picChg>
        <pc:picChg chg="del">
          <ac:chgData name="Deepika Vatsa" userId="f7100972-27fe-4ee6-8fb4-ec9b7931b409" providerId="ADAL" clId="{7DF3CB10-604D-4AF9-A25E-C11426117173}" dt="2022-08-08T09:54:34.775" v="1926" actId="478"/>
          <ac:picMkLst>
            <pc:docMk/>
            <pc:sldMk cId="362831075" sldId="567"/>
            <ac:picMk id="5" creationId="{3AF15D62-C287-4FF6-8A3E-345989DC418F}"/>
          </ac:picMkLst>
        </pc:picChg>
      </pc:sldChg>
      <pc:sldChg chg="add">
        <pc:chgData name="Deepika Vatsa" userId="f7100972-27fe-4ee6-8fb4-ec9b7931b409" providerId="ADAL" clId="{7DF3CB10-604D-4AF9-A25E-C11426117173}" dt="2022-08-08T10:35:26.201" v="3712"/>
        <pc:sldMkLst>
          <pc:docMk/>
          <pc:sldMk cId="382883145" sldId="567"/>
        </pc:sldMkLst>
      </pc:sldChg>
      <pc:sldChg chg="del">
        <pc:chgData name="Deepika Vatsa" userId="f7100972-27fe-4ee6-8fb4-ec9b7931b409" providerId="ADAL" clId="{7DF3CB10-604D-4AF9-A25E-C11426117173}" dt="2022-08-04T09:46:20.647" v="77" actId="47"/>
        <pc:sldMkLst>
          <pc:docMk/>
          <pc:sldMk cId="3548862972" sldId="567"/>
        </pc:sldMkLst>
      </pc:sldChg>
      <pc:sldChg chg="del">
        <pc:chgData name="Deepika Vatsa" userId="f7100972-27fe-4ee6-8fb4-ec9b7931b409" providerId="ADAL" clId="{7DF3CB10-604D-4AF9-A25E-C11426117173}" dt="2022-08-04T09:46:16.771" v="76" actId="47"/>
        <pc:sldMkLst>
          <pc:docMk/>
          <pc:sldMk cId="903697734" sldId="568"/>
        </pc:sldMkLst>
      </pc:sldChg>
      <pc:sldChg chg="addSp delSp add del setBg delDesignElem">
        <pc:chgData name="Deepika Vatsa" userId="f7100972-27fe-4ee6-8fb4-ec9b7931b409" providerId="ADAL" clId="{7DF3CB10-604D-4AF9-A25E-C11426117173}" dt="2022-08-08T10:35:26.120" v="3711"/>
        <pc:sldMkLst>
          <pc:docMk/>
          <pc:sldMk cId="1258238767" sldId="568"/>
        </pc:sldMkLst>
        <pc:spChg chg="add del">
          <ac:chgData name="Deepika Vatsa" userId="f7100972-27fe-4ee6-8fb4-ec9b7931b409" providerId="ADAL" clId="{7DF3CB10-604D-4AF9-A25E-C11426117173}" dt="2022-08-08T10:35:26.120" v="3711"/>
          <ac:spMkLst>
            <pc:docMk/>
            <pc:sldMk cId="1258238767" sldId="568"/>
            <ac:spMk id="15" creationId="{A8384FB5-9ADC-4DDC-881B-597D56F5B15D}"/>
          </ac:spMkLst>
        </pc:spChg>
        <pc:spChg chg="add del">
          <ac:chgData name="Deepika Vatsa" userId="f7100972-27fe-4ee6-8fb4-ec9b7931b409" providerId="ADAL" clId="{7DF3CB10-604D-4AF9-A25E-C11426117173}" dt="2022-08-08T10:35:26.120" v="3711"/>
          <ac:spMkLst>
            <pc:docMk/>
            <pc:sldMk cId="1258238767" sldId="568"/>
            <ac:spMk id="17" creationId="{1199E1B1-A8C0-4FE8-A5A8-1CB41D69F857}"/>
          </ac:spMkLst>
        </pc:spChg>
        <pc:spChg chg="add del">
          <ac:chgData name="Deepika Vatsa" userId="f7100972-27fe-4ee6-8fb4-ec9b7931b409" providerId="ADAL" clId="{7DF3CB10-604D-4AF9-A25E-C11426117173}" dt="2022-08-08T10:35:26.120" v="3711"/>
          <ac:spMkLst>
            <pc:docMk/>
            <pc:sldMk cId="1258238767" sldId="568"/>
            <ac:spMk id="19" creationId="{84A8DE83-DE75-4B41-9DB4-A7EC0B0DEC0B}"/>
          </ac:spMkLst>
        </pc:spChg>
        <pc:spChg chg="add del">
          <ac:chgData name="Deepika Vatsa" userId="f7100972-27fe-4ee6-8fb4-ec9b7931b409" providerId="ADAL" clId="{7DF3CB10-604D-4AF9-A25E-C11426117173}" dt="2022-08-08T10:35:26.120" v="3711"/>
          <ac:spMkLst>
            <pc:docMk/>
            <pc:sldMk cId="1258238767" sldId="568"/>
            <ac:spMk id="21" creationId="{A7009A0A-BEF5-4EAC-AF15-E4F9F002E239}"/>
          </ac:spMkLst>
        </pc:spChg>
      </pc:sldChg>
      <pc:sldChg chg="add">
        <pc:chgData name="Deepika Vatsa" userId="f7100972-27fe-4ee6-8fb4-ec9b7931b409" providerId="ADAL" clId="{7DF3CB10-604D-4AF9-A25E-C11426117173}" dt="2022-08-08T10:35:26.201" v="3712"/>
        <pc:sldMkLst>
          <pc:docMk/>
          <pc:sldMk cId="3914029419" sldId="568"/>
        </pc:sldMkLst>
      </pc:sldChg>
      <pc:sldChg chg="addSp delSp modSp add del mod modNotesTx">
        <pc:chgData name="Deepika Vatsa" userId="f7100972-27fe-4ee6-8fb4-ec9b7931b409" providerId="ADAL" clId="{7DF3CB10-604D-4AF9-A25E-C11426117173}" dt="2022-08-08T10:35:12.898" v="3706" actId="2696"/>
        <pc:sldMkLst>
          <pc:docMk/>
          <pc:sldMk cId="3987496133" sldId="568"/>
        </pc:sldMkLst>
        <pc:spChg chg="del">
          <ac:chgData name="Deepika Vatsa" userId="f7100972-27fe-4ee6-8fb4-ec9b7931b409" providerId="ADAL" clId="{7DF3CB10-604D-4AF9-A25E-C11426117173}" dt="2022-08-08T10:32:44.359" v="3690" actId="478"/>
          <ac:spMkLst>
            <pc:docMk/>
            <pc:sldMk cId="3987496133" sldId="568"/>
            <ac:spMk id="2" creationId="{6167DC2D-0072-445E-8CB3-E53407061CE7}"/>
          </ac:spMkLst>
        </pc:spChg>
        <pc:spChg chg="add del mod">
          <ac:chgData name="Deepika Vatsa" userId="f7100972-27fe-4ee6-8fb4-ec9b7931b409" providerId="ADAL" clId="{7DF3CB10-604D-4AF9-A25E-C11426117173}" dt="2022-08-08T10:32:48.102" v="3693" actId="478"/>
          <ac:spMkLst>
            <pc:docMk/>
            <pc:sldMk cId="3987496133" sldId="568"/>
            <ac:spMk id="8" creationId="{80B3EA73-2C6F-4391-B9C6-77FD62874D45}"/>
          </ac:spMkLst>
        </pc:spChg>
        <pc:spChg chg="add mod">
          <ac:chgData name="Deepika Vatsa" userId="f7100972-27fe-4ee6-8fb4-ec9b7931b409" providerId="ADAL" clId="{7DF3CB10-604D-4AF9-A25E-C11426117173}" dt="2022-08-08T10:32:45.576" v="3692" actId="27636"/>
          <ac:spMkLst>
            <pc:docMk/>
            <pc:sldMk cId="3987496133" sldId="568"/>
            <ac:spMk id="13" creationId="{83474153-1631-4E04-9DFE-9C390854F92F}"/>
          </ac:spMkLst>
        </pc:spChg>
        <pc:picChg chg="del">
          <ac:chgData name="Deepika Vatsa" userId="f7100972-27fe-4ee6-8fb4-ec9b7931b409" providerId="ADAL" clId="{7DF3CB10-604D-4AF9-A25E-C11426117173}" dt="2022-08-08T10:05:39.848" v="2079" actId="478"/>
          <ac:picMkLst>
            <pc:docMk/>
            <pc:sldMk cId="3987496133" sldId="568"/>
            <ac:picMk id="4" creationId="{BABDBA4B-489D-4B77-886E-BC192ABD938E}"/>
          </ac:picMkLst>
        </pc:picChg>
        <pc:picChg chg="add mod modCrop">
          <ac:chgData name="Deepika Vatsa" userId="f7100972-27fe-4ee6-8fb4-ec9b7931b409" providerId="ADAL" clId="{7DF3CB10-604D-4AF9-A25E-C11426117173}" dt="2022-08-08T10:05:59.892" v="2084" actId="1076"/>
          <ac:picMkLst>
            <pc:docMk/>
            <pc:sldMk cId="3987496133" sldId="568"/>
            <ac:picMk id="5" creationId="{F0E79B2C-F6C3-4453-9990-22A303EAFE7C}"/>
          </ac:picMkLst>
        </pc:picChg>
      </pc:sldChg>
      <pc:sldChg chg="delSp add del mod setBg delDesignElem">
        <pc:chgData name="Deepika Vatsa" userId="f7100972-27fe-4ee6-8fb4-ec9b7931b409" providerId="ADAL" clId="{7DF3CB10-604D-4AF9-A25E-C11426117173}" dt="2022-08-08T10:35:51.902" v="3719" actId="47"/>
        <pc:sldMkLst>
          <pc:docMk/>
          <pc:sldMk cId="1384638999" sldId="569"/>
        </pc:sldMkLst>
        <pc:spChg chg="del">
          <ac:chgData name="Deepika Vatsa" userId="f7100972-27fe-4ee6-8fb4-ec9b7931b409" providerId="ADAL" clId="{7DF3CB10-604D-4AF9-A25E-C11426117173}" dt="2022-08-08T10:33:14.653" v="3696"/>
          <ac:spMkLst>
            <pc:docMk/>
            <pc:sldMk cId="1384638999" sldId="569"/>
            <ac:spMk id="15" creationId="{A8384FB5-9ADC-4DDC-881B-597D56F5B15D}"/>
          </ac:spMkLst>
        </pc:spChg>
        <pc:spChg chg="del">
          <ac:chgData name="Deepika Vatsa" userId="f7100972-27fe-4ee6-8fb4-ec9b7931b409" providerId="ADAL" clId="{7DF3CB10-604D-4AF9-A25E-C11426117173}" dt="2022-08-08T10:33:14.653" v="3696"/>
          <ac:spMkLst>
            <pc:docMk/>
            <pc:sldMk cId="1384638999" sldId="569"/>
            <ac:spMk id="17" creationId="{1199E1B1-A8C0-4FE8-A5A8-1CB41D69F857}"/>
          </ac:spMkLst>
        </pc:spChg>
        <pc:spChg chg="del">
          <ac:chgData name="Deepika Vatsa" userId="f7100972-27fe-4ee6-8fb4-ec9b7931b409" providerId="ADAL" clId="{7DF3CB10-604D-4AF9-A25E-C11426117173}" dt="2022-08-08T10:33:14.653" v="3696"/>
          <ac:spMkLst>
            <pc:docMk/>
            <pc:sldMk cId="1384638999" sldId="569"/>
            <ac:spMk id="19" creationId="{84A8DE83-DE75-4B41-9DB4-A7EC0B0DEC0B}"/>
          </ac:spMkLst>
        </pc:spChg>
        <pc:spChg chg="del">
          <ac:chgData name="Deepika Vatsa" userId="f7100972-27fe-4ee6-8fb4-ec9b7931b409" providerId="ADAL" clId="{7DF3CB10-604D-4AF9-A25E-C11426117173}" dt="2022-08-08T10:33:14.653" v="3696"/>
          <ac:spMkLst>
            <pc:docMk/>
            <pc:sldMk cId="1384638999" sldId="569"/>
            <ac:spMk id="21" creationId="{A7009A0A-BEF5-4EAC-AF15-E4F9F002E239}"/>
          </ac:spMkLst>
        </pc:spChg>
        <pc:picChg chg="del">
          <ac:chgData name="Deepika Vatsa" userId="f7100972-27fe-4ee6-8fb4-ec9b7931b409" providerId="ADAL" clId="{7DF3CB10-604D-4AF9-A25E-C11426117173}" dt="2022-08-08T10:35:39.403" v="3714" actId="21"/>
          <ac:picMkLst>
            <pc:docMk/>
            <pc:sldMk cId="1384638999" sldId="569"/>
            <ac:picMk id="4" creationId="{CFAA9490-704E-46F6-A5F2-D9B7C8964714}"/>
          </ac:picMkLst>
        </pc:picChg>
      </pc:sldChg>
      <pc:sldChg chg="del">
        <pc:chgData name="Deepika Vatsa" userId="f7100972-27fe-4ee6-8fb4-ec9b7931b409" providerId="ADAL" clId="{7DF3CB10-604D-4AF9-A25E-C11426117173}" dt="2022-08-04T09:46:20.647" v="77" actId="47"/>
        <pc:sldMkLst>
          <pc:docMk/>
          <pc:sldMk cId="3078107687" sldId="569"/>
        </pc:sldMkLst>
      </pc:sldChg>
      <pc:sldChg chg="addSp delSp modSp add del mod modNotesTx">
        <pc:chgData name="Deepika Vatsa" userId="f7100972-27fe-4ee6-8fb4-ec9b7931b409" providerId="ADAL" clId="{7DF3CB10-604D-4AF9-A25E-C11426117173}" dt="2022-08-08T10:33:00.269" v="3694" actId="2696"/>
        <pc:sldMkLst>
          <pc:docMk/>
          <pc:sldMk cId="3092565799" sldId="569"/>
        </pc:sldMkLst>
        <pc:spChg chg="mod">
          <ac:chgData name="Deepika Vatsa" userId="f7100972-27fe-4ee6-8fb4-ec9b7931b409" providerId="ADAL" clId="{7DF3CB10-604D-4AF9-A25E-C11426117173}" dt="2022-08-08T10:09:22.234" v="2382" actId="20577"/>
          <ac:spMkLst>
            <pc:docMk/>
            <pc:sldMk cId="3092565799" sldId="569"/>
            <ac:spMk id="2" creationId="{6167DC2D-0072-445E-8CB3-E53407061CE7}"/>
          </ac:spMkLst>
        </pc:spChg>
        <pc:picChg chg="add mod modCrop">
          <ac:chgData name="Deepika Vatsa" userId="f7100972-27fe-4ee6-8fb4-ec9b7931b409" providerId="ADAL" clId="{7DF3CB10-604D-4AF9-A25E-C11426117173}" dt="2022-08-08T10:09:08.474" v="2344" actId="14100"/>
          <ac:picMkLst>
            <pc:docMk/>
            <pc:sldMk cId="3092565799" sldId="569"/>
            <ac:picMk id="4" creationId="{CFAA9490-704E-46F6-A5F2-D9B7C8964714}"/>
          </ac:picMkLst>
        </pc:picChg>
        <pc:picChg chg="del">
          <ac:chgData name="Deepika Vatsa" userId="f7100972-27fe-4ee6-8fb4-ec9b7931b409" providerId="ADAL" clId="{7DF3CB10-604D-4AF9-A25E-C11426117173}" dt="2022-08-08T10:08:45.584" v="2340" actId="478"/>
          <ac:picMkLst>
            <pc:docMk/>
            <pc:sldMk cId="3092565799" sldId="569"/>
            <ac:picMk id="5" creationId="{F0E79B2C-F6C3-4453-9990-22A303EAFE7C}"/>
          </ac:picMkLst>
        </pc:picChg>
      </pc:sldChg>
      <pc:sldChg chg="del">
        <pc:chgData name="Deepika Vatsa" userId="f7100972-27fe-4ee6-8fb4-ec9b7931b409" providerId="ADAL" clId="{7DF3CB10-604D-4AF9-A25E-C11426117173}" dt="2022-08-04T09:46:20.647" v="77" actId="47"/>
        <pc:sldMkLst>
          <pc:docMk/>
          <pc:sldMk cId="2887069432" sldId="570"/>
        </pc:sldMkLst>
      </pc:sldChg>
      <pc:sldChg chg="addSp delSp modSp add mod modNotesTx">
        <pc:chgData name="Deepika Vatsa" userId="f7100972-27fe-4ee6-8fb4-ec9b7931b409" providerId="ADAL" clId="{7DF3CB10-604D-4AF9-A25E-C11426117173}" dt="2022-08-08T10:34:53.871" v="3705" actId="1076"/>
        <pc:sldMkLst>
          <pc:docMk/>
          <pc:sldMk cId="2950905892" sldId="570"/>
        </pc:sldMkLst>
        <pc:spChg chg="mod">
          <ac:chgData name="Deepika Vatsa" userId="f7100972-27fe-4ee6-8fb4-ec9b7931b409" providerId="ADAL" clId="{7DF3CB10-604D-4AF9-A25E-C11426117173}" dt="2022-08-08T10:16:23.428" v="2522" actId="20577"/>
          <ac:spMkLst>
            <pc:docMk/>
            <pc:sldMk cId="2950905892" sldId="570"/>
            <ac:spMk id="2" creationId="{6167DC2D-0072-445E-8CB3-E53407061CE7}"/>
          </ac:spMkLst>
        </pc:spChg>
        <pc:spChg chg="del">
          <ac:chgData name="Deepika Vatsa" userId="f7100972-27fe-4ee6-8fb4-ec9b7931b409" providerId="ADAL" clId="{7DF3CB10-604D-4AF9-A25E-C11426117173}" dt="2022-08-08T10:33:29.415" v="3699" actId="478"/>
          <ac:spMkLst>
            <pc:docMk/>
            <pc:sldMk cId="2950905892" sldId="570"/>
            <ac:spMk id="6" creationId="{98E0FE6E-8F22-4B9F-9E9F-E2B694DC96D4}"/>
          </ac:spMkLst>
        </pc:spChg>
        <pc:picChg chg="del mod">
          <ac:chgData name="Deepika Vatsa" userId="f7100972-27fe-4ee6-8fb4-ec9b7931b409" providerId="ADAL" clId="{7DF3CB10-604D-4AF9-A25E-C11426117173}" dt="2022-08-08T10:15:38.557" v="2501" actId="478"/>
          <ac:picMkLst>
            <pc:docMk/>
            <pc:sldMk cId="2950905892" sldId="570"/>
            <ac:picMk id="4" creationId="{3A215E76-1486-48D1-A01E-9C5BAD8262B8}"/>
          </ac:picMkLst>
        </pc:picChg>
        <pc:picChg chg="add del mod modCrop">
          <ac:chgData name="Deepika Vatsa" userId="f7100972-27fe-4ee6-8fb4-ec9b7931b409" providerId="ADAL" clId="{7DF3CB10-604D-4AF9-A25E-C11426117173}" dt="2022-08-08T10:34:32.546" v="3700" actId="478"/>
          <ac:picMkLst>
            <pc:docMk/>
            <pc:sldMk cId="2950905892" sldId="570"/>
            <ac:picMk id="5" creationId="{7B53D12A-89A5-4757-9D04-7657F49E8EA9}"/>
          </ac:picMkLst>
        </pc:picChg>
        <pc:picChg chg="add mod modCrop">
          <ac:chgData name="Deepika Vatsa" userId="f7100972-27fe-4ee6-8fb4-ec9b7931b409" providerId="ADAL" clId="{7DF3CB10-604D-4AF9-A25E-C11426117173}" dt="2022-08-08T10:34:53.871" v="3705" actId="1076"/>
          <ac:picMkLst>
            <pc:docMk/>
            <pc:sldMk cId="2950905892" sldId="570"/>
            <ac:picMk id="8" creationId="{632B602B-3A99-4A31-AFBE-DC71A6406F35}"/>
          </ac:picMkLst>
        </pc:picChg>
      </pc:sldChg>
      <pc:sldChg chg="del">
        <pc:chgData name="Deepika Vatsa" userId="f7100972-27fe-4ee6-8fb4-ec9b7931b409" providerId="ADAL" clId="{7DF3CB10-604D-4AF9-A25E-C11426117173}" dt="2022-08-04T09:46:16.771" v="76" actId="47"/>
        <pc:sldMkLst>
          <pc:docMk/>
          <pc:sldMk cId="3015075479" sldId="571"/>
        </pc:sldMkLst>
      </pc:sldChg>
      <pc:sldChg chg="addSp delSp modSp add mod modNotesTx">
        <pc:chgData name="Deepika Vatsa" userId="f7100972-27fe-4ee6-8fb4-ec9b7931b409" providerId="ADAL" clId="{7DF3CB10-604D-4AF9-A25E-C11426117173}" dt="2022-08-08T10:18:49.768" v="2760" actId="20577"/>
        <pc:sldMkLst>
          <pc:docMk/>
          <pc:sldMk cId="3918142659" sldId="571"/>
        </pc:sldMkLst>
        <pc:picChg chg="add mod modCrop">
          <ac:chgData name="Deepika Vatsa" userId="f7100972-27fe-4ee6-8fb4-ec9b7931b409" providerId="ADAL" clId="{7DF3CB10-604D-4AF9-A25E-C11426117173}" dt="2022-08-08T10:18:13.428" v="2663" actId="1076"/>
          <ac:picMkLst>
            <pc:docMk/>
            <pc:sldMk cId="3918142659" sldId="571"/>
            <ac:picMk id="4" creationId="{09308707-0A5E-4464-A7C0-7172F662B14F}"/>
          </ac:picMkLst>
        </pc:picChg>
        <pc:picChg chg="del">
          <ac:chgData name="Deepika Vatsa" userId="f7100972-27fe-4ee6-8fb4-ec9b7931b409" providerId="ADAL" clId="{7DF3CB10-604D-4AF9-A25E-C11426117173}" dt="2022-08-08T10:17:03.595" v="2624" actId="478"/>
          <ac:picMkLst>
            <pc:docMk/>
            <pc:sldMk cId="3918142659" sldId="571"/>
            <ac:picMk id="5" creationId="{7B53D12A-89A5-4757-9D04-7657F49E8EA9}"/>
          </ac:picMkLst>
        </pc:picChg>
      </pc:sldChg>
      <pc:sldChg chg="addSp delSp modSp add mod modNotesTx">
        <pc:chgData name="Deepika Vatsa" userId="f7100972-27fe-4ee6-8fb4-ec9b7931b409" providerId="ADAL" clId="{7DF3CB10-604D-4AF9-A25E-C11426117173}" dt="2022-08-08T10:22:05.536" v="2997" actId="20577"/>
        <pc:sldMkLst>
          <pc:docMk/>
          <pc:sldMk cId="2848741207" sldId="572"/>
        </pc:sldMkLst>
        <pc:picChg chg="del">
          <ac:chgData name="Deepika Vatsa" userId="f7100972-27fe-4ee6-8fb4-ec9b7931b409" providerId="ADAL" clId="{7DF3CB10-604D-4AF9-A25E-C11426117173}" dt="2022-08-08T10:19:16.725" v="2762" actId="478"/>
          <ac:picMkLst>
            <pc:docMk/>
            <pc:sldMk cId="2848741207" sldId="572"/>
            <ac:picMk id="4" creationId="{09308707-0A5E-4464-A7C0-7172F662B14F}"/>
          </ac:picMkLst>
        </pc:picChg>
        <pc:picChg chg="add mod modCrop">
          <ac:chgData name="Deepika Vatsa" userId="f7100972-27fe-4ee6-8fb4-ec9b7931b409" providerId="ADAL" clId="{7DF3CB10-604D-4AF9-A25E-C11426117173}" dt="2022-08-08T10:19:40.852" v="2767" actId="1076"/>
          <ac:picMkLst>
            <pc:docMk/>
            <pc:sldMk cId="2848741207" sldId="572"/>
            <ac:picMk id="5" creationId="{019A47FE-767F-4C81-B39A-CD6B2BB2CFD6}"/>
          </ac:picMkLst>
        </pc:picChg>
      </pc:sldChg>
      <pc:sldChg chg="del">
        <pc:chgData name="Deepika Vatsa" userId="f7100972-27fe-4ee6-8fb4-ec9b7931b409" providerId="ADAL" clId="{7DF3CB10-604D-4AF9-A25E-C11426117173}" dt="2022-08-04T09:46:16.771" v="76" actId="47"/>
        <pc:sldMkLst>
          <pc:docMk/>
          <pc:sldMk cId="364232575" sldId="573"/>
        </pc:sldMkLst>
      </pc:sldChg>
      <pc:sldChg chg="addSp delSp modSp add mod modNotesTx">
        <pc:chgData name="Deepika Vatsa" userId="f7100972-27fe-4ee6-8fb4-ec9b7931b409" providerId="ADAL" clId="{7DF3CB10-604D-4AF9-A25E-C11426117173}" dt="2022-08-08T10:27:22.682" v="3335" actId="20577"/>
        <pc:sldMkLst>
          <pc:docMk/>
          <pc:sldMk cId="1559947821" sldId="573"/>
        </pc:sldMkLst>
        <pc:spChg chg="add mod">
          <ac:chgData name="Deepika Vatsa" userId="f7100972-27fe-4ee6-8fb4-ec9b7931b409" providerId="ADAL" clId="{7DF3CB10-604D-4AF9-A25E-C11426117173}" dt="2022-08-08T10:27:22.682" v="3335" actId="20577"/>
          <ac:spMkLst>
            <pc:docMk/>
            <pc:sldMk cId="1559947821" sldId="573"/>
            <ac:spMk id="9" creationId="{FDB2C1D4-0978-4D1B-AF76-F7F076E9E4EB}"/>
          </ac:spMkLst>
        </pc:spChg>
        <pc:picChg chg="del">
          <ac:chgData name="Deepika Vatsa" userId="f7100972-27fe-4ee6-8fb4-ec9b7931b409" providerId="ADAL" clId="{7DF3CB10-604D-4AF9-A25E-C11426117173}" dt="2022-08-08T10:23:35.911" v="2999" actId="478"/>
          <ac:picMkLst>
            <pc:docMk/>
            <pc:sldMk cId="1559947821" sldId="573"/>
            <ac:picMk id="5" creationId="{019A47FE-767F-4C81-B39A-CD6B2BB2CFD6}"/>
          </ac:picMkLst>
        </pc:picChg>
      </pc:sldChg>
      <pc:sldChg chg="modSp add mod">
        <pc:chgData name="Deepika Vatsa" userId="f7100972-27fe-4ee6-8fb4-ec9b7931b409" providerId="ADAL" clId="{7DF3CB10-604D-4AF9-A25E-C11426117173}" dt="2022-08-08T10:29:12.957" v="3518" actId="15"/>
        <pc:sldMkLst>
          <pc:docMk/>
          <pc:sldMk cId="167990248" sldId="574"/>
        </pc:sldMkLst>
        <pc:spChg chg="mod">
          <ac:chgData name="Deepika Vatsa" userId="f7100972-27fe-4ee6-8fb4-ec9b7931b409" providerId="ADAL" clId="{7DF3CB10-604D-4AF9-A25E-C11426117173}" dt="2022-08-08T10:29:12.957" v="3518" actId="15"/>
          <ac:spMkLst>
            <pc:docMk/>
            <pc:sldMk cId="167990248" sldId="574"/>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835221985" sldId="574"/>
        </pc:sldMkLst>
      </pc:sldChg>
      <pc:sldChg chg="modSp add mod">
        <pc:chgData name="Deepika Vatsa" userId="f7100972-27fe-4ee6-8fb4-ec9b7931b409" providerId="ADAL" clId="{7DF3CB10-604D-4AF9-A25E-C11426117173}" dt="2022-08-09T04:36:12.429" v="4283" actId="20577"/>
        <pc:sldMkLst>
          <pc:docMk/>
          <pc:sldMk cId="296850078" sldId="575"/>
        </pc:sldMkLst>
        <pc:spChg chg="mod">
          <ac:chgData name="Deepika Vatsa" userId="f7100972-27fe-4ee6-8fb4-ec9b7931b409" providerId="ADAL" clId="{7DF3CB10-604D-4AF9-A25E-C11426117173}" dt="2022-08-09T04:36:12.429" v="4283" actId="20577"/>
          <ac:spMkLst>
            <pc:docMk/>
            <pc:sldMk cId="296850078" sldId="575"/>
            <ac:spMk id="2" creationId="{6167DC2D-0072-445E-8CB3-E53407061CE7}"/>
          </ac:spMkLst>
        </pc:spChg>
        <pc:spChg chg="mod">
          <ac:chgData name="Deepika Vatsa" userId="f7100972-27fe-4ee6-8fb4-ec9b7931b409" providerId="ADAL" clId="{7DF3CB10-604D-4AF9-A25E-C11426117173}" dt="2022-08-09T04:35:48.519" v="4282" actId="20577"/>
          <ac:spMkLst>
            <pc:docMk/>
            <pc:sldMk cId="296850078" sldId="575"/>
            <ac:spMk id="9" creationId="{FDB2C1D4-0978-4D1B-AF76-F7F076E9E4EB}"/>
          </ac:spMkLst>
        </pc:spChg>
      </pc:sldChg>
      <pc:sldChg chg="del">
        <pc:chgData name="Deepika Vatsa" userId="f7100972-27fe-4ee6-8fb4-ec9b7931b409" providerId="ADAL" clId="{7DF3CB10-604D-4AF9-A25E-C11426117173}" dt="2022-08-04T09:46:16.771" v="76" actId="47"/>
        <pc:sldMkLst>
          <pc:docMk/>
          <pc:sldMk cId="1570742894" sldId="575"/>
        </pc:sldMkLst>
      </pc:sldChg>
      <pc:sldChg chg="addSp delSp modSp add mod modNotesTx">
        <pc:chgData name="Deepika Vatsa" userId="f7100972-27fe-4ee6-8fb4-ec9b7931b409" providerId="ADAL" clId="{7DF3CB10-604D-4AF9-A25E-C11426117173}" dt="2022-08-08T10:36:10.347" v="3762" actId="27636"/>
        <pc:sldMkLst>
          <pc:docMk/>
          <pc:sldMk cId="1530362619" sldId="576"/>
        </pc:sldMkLst>
        <pc:spChg chg="mod">
          <ac:chgData name="Deepika Vatsa" userId="f7100972-27fe-4ee6-8fb4-ec9b7931b409" providerId="ADAL" clId="{7DF3CB10-604D-4AF9-A25E-C11426117173}" dt="2022-08-08T10:36:10.347" v="3762" actId="27636"/>
          <ac:spMkLst>
            <pc:docMk/>
            <pc:sldMk cId="1530362619" sldId="576"/>
            <ac:spMk id="13" creationId="{83474153-1631-4E04-9DFE-9C390854F92F}"/>
          </ac:spMkLst>
        </pc:spChg>
        <pc:picChg chg="del mod">
          <ac:chgData name="Deepika Vatsa" userId="f7100972-27fe-4ee6-8fb4-ec9b7931b409" providerId="ADAL" clId="{7DF3CB10-604D-4AF9-A25E-C11426117173}" dt="2022-08-08T10:35:41.485" v="3716" actId="478"/>
          <ac:picMkLst>
            <pc:docMk/>
            <pc:sldMk cId="1530362619" sldId="576"/>
            <ac:picMk id="5" creationId="{F0E79B2C-F6C3-4453-9990-22A303EAFE7C}"/>
          </ac:picMkLst>
        </pc:picChg>
        <pc:picChg chg="add mod">
          <ac:chgData name="Deepika Vatsa" userId="f7100972-27fe-4ee6-8fb4-ec9b7931b409" providerId="ADAL" clId="{7DF3CB10-604D-4AF9-A25E-C11426117173}" dt="2022-08-08T10:35:42.018" v="3717"/>
          <ac:picMkLst>
            <pc:docMk/>
            <pc:sldMk cId="1530362619" sldId="576"/>
            <ac:picMk id="9" creationId="{8F1C50C3-A4CB-4815-AF13-10D269B0B5DD}"/>
          </ac:picMkLst>
        </pc:picChg>
      </pc:sldChg>
      <pc:sldChg chg="del">
        <pc:chgData name="Deepika Vatsa" userId="f7100972-27fe-4ee6-8fb4-ec9b7931b409" providerId="ADAL" clId="{7DF3CB10-604D-4AF9-A25E-C11426117173}" dt="2022-08-04T09:46:16.771" v="76" actId="47"/>
        <pc:sldMkLst>
          <pc:docMk/>
          <pc:sldMk cId="1837020608" sldId="576"/>
        </pc:sldMkLst>
      </pc:sldChg>
      <pc:sldChg chg="addSp delSp modSp add mod modNotesTx">
        <pc:chgData name="Deepika Vatsa" userId="f7100972-27fe-4ee6-8fb4-ec9b7931b409" providerId="ADAL" clId="{7DF3CB10-604D-4AF9-A25E-C11426117173}" dt="2022-08-09T04:55:20.135" v="5204" actId="1076"/>
        <pc:sldMkLst>
          <pc:docMk/>
          <pc:sldMk cId="2641734005" sldId="577"/>
        </pc:sldMkLst>
        <pc:spChg chg="mod">
          <ac:chgData name="Deepika Vatsa" userId="f7100972-27fe-4ee6-8fb4-ec9b7931b409" providerId="ADAL" clId="{7DF3CB10-604D-4AF9-A25E-C11426117173}" dt="2022-08-09T04:37:27.261" v="4284" actId="20577"/>
          <ac:spMkLst>
            <pc:docMk/>
            <pc:sldMk cId="2641734005" sldId="577"/>
            <ac:spMk id="2" creationId="{6167DC2D-0072-445E-8CB3-E53407061CE7}"/>
          </ac:spMkLst>
        </pc:spChg>
        <pc:spChg chg="mod">
          <ac:chgData name="Deepika Vatsa" userId="f7100972-27fe-4ee6-8fb4-ec9b7931b409" providerId="ADAL" clId="{7DF3CB10-604D-4AF9-A25E-C11426117173}" dt="2022-08-09T04:54:26.224" v="5198" actId="6549"/>
          <ac:spMkLst>
            <pc:docMk/>
            <pc:sldMk cId="2641734005" sldId="577"/>
            <ac:spMk id="9" creationId="{FDB2C1D4-0978-4D1B-AF76-F7F076E9E4EB}"/>
          </ac:spMkLst>
        </pc:spChg>
        <pc:picChg chg="add del mod modCrop">
          <ac:chgData name="Deepika Vatsa" userId="f7100972-27fe-4ee6-8fb4-ec9b7931b409" providerId="ADAL" clId="{7DF3CB10-604D-4AF9-A25E-C11426117173}" dt="2022-08-09T04:54:21.136" v="5197" actId="478"/>
          <ac:picMkLst>
            <pc:docMk/>
            <pc:sldMk cId="2641734005" sldId="577"/>
            <ac:picMk id="4" creationId="{E09EEA40-980F-4385-9D8A-96A4823B7FA0}"/>
          </ac:picMkLst>
        </pc:picChg>
        <pc:picChg chg="add mod modCrop">
          <ac:chgData name="Deepika Vatsa" userId="f7100972-27fe-4ee6-8fb4-ec9b7931b409" providerId="ADAL" clId="{7DF3CB10-604D-4AF9-A25E-C11426117173}" dt="2022-08-09T04:55:20.135" v="5204" actId="1076"/>
          <ac:picMkLst>
            <pc:docMk/>
            <pc:sldMk cId="2641734005" sldId="577"/>
            <ac:picMk id="7" creationId="{80BFCACC-746F-4C36-9BDB-AE268585A9C0}"/>
          </ac:picMkLst>
        </pc:picChg>
      </pc:sldChg>
      <pc:sldChg chg="modSp add mod modNotesTx">
        <pc:chgData name="Deepika Vatsa" userId="f7100972-27fe-4ee6-8fb4-ec9b7931b409" providerId="ADAL" clId="{7DF3CB10-604D-4AF9-A25E-C11426117173}" dt="2022-08-09T04:49:34.358" v="5062" actId="20577"/>
        <pc:sldMkLst>
          <pc:docMk/>
          <pc:sldMk cId="2988424122" sldId="578"/>
        </pc:sldMkLst>
        <pc:spChg chg="mod">
          <ac:chgData name="Deepika Vatsa" userId="f7100972-27fe-4ee6-8fb4-ec9b7931b409" providerId="ADAL" clId="{7DF3CB10-604D-4AF9-A25E-C11426117173}" dt="2022-08-09T04:49:34.358" v="5062" actId="20577"/>
          <ac:spMkLst>
            <pc:docMk/>
            <pc:sldMk cId="2988424122" sldId="578"/>
            <ac:spMk id="9" creationId="{FDB2C1D4-0978-4D1B-AF76-F7F076E9E4EB}"/>
          </ac:spMkLst>
        </pc:spChg>
      </pc:sldChg>
      <pc:sldChg chg="addSp delSp modSp add mod">
        <pc:chgData name="Deepika Vatsa" userId="f7100972-27fe-4ee6-8fb4-ec9b7931b409" providerId="ADAL" clId="{7DF3CB10-604D-4AF9-A25E-C11426117173}" dt="2022-08-09T04:56:38.026" v="5212" actId="1076"/>
        <pc:sldMkLst>
          <pc:docMk/>
          <pc:sldMk cId="3800443747" sldId="579"/>
        </pc:sldMkLst>
        <pc:spChg chg="mod">
          <ac:chgData name="Deepika Vatsa" userId="f7100972-27fe-4ee6-8fb4-ec9b7931b409" providerId="ADAL" clId="{7DF3CB10-604D-4AF9-A25E-C11426117173}" dt="2022-08-09T04:56:33.703" v="5211" actId="6549"/>
          <ac:spMkLst>
            <pc:docMk/>
            <pc:sldMk cId="3800443747" sldId="579"/>
            <ac:spMk id="9" creationId="{FDB2C1D4-0978-4D1B-AF76-F7F076E9E4EB}"/>
          </ac:spMkLst>
        </pc:spChg>
        <pc:picChg chg="del mod">
          <ac:chgData name="Deepika Vatsa" userId="f7100972-27fe-4ee6-8fb4-ec9b7931b409" providerId="ADAL" clId="{7DF3CB10-604D-4AF9-A25E-C11426117173}" dt="2022-08-09T04:55:24.299" v="5205" actId="478"/>
          <ac:picMkLst>
            <pc:docMk/>
            <pc:sldMk cId="3800443747" sldId="579"/>
            <ac:picMk id="4" creationId="{E09EEA40-980F-4385-9D8A-96A4823B7FA0}"/>
          </ac:picMkLst>
        </pc:picChg>
        <pc:picChg chg="add mod modCrop">
          <ac:chgData name="Deepika Vatsa" userId="f7100972-27fe-4ee6-8fb4-ec9b7931b409" providerId="ADAL" clId="{7DF3CB10-604D-4AF9-A25E-C11426117173}" dt="2022-08-09T04:56:38.026" v="5212" actId="1076"/>
          <ac:picMkLst>
            <pc:docMk/>
            <pc:sldMk cId="3800443747" sldId="579"/>
            <ac:picMk id="5" creationId="{81862486-D611-4033-BF1E-8BC2C7F5453C}"/>
          </ac:picMkLst>
        </pc:picChg>
      </pc:sldChg>
      <pc:sldChg chg="delSp modSp add mod modNotesTx">
        <pc:chgData name="Deepika Vatsa" userId="f7100972-27fe-4ee6-8fb4-ec9b7931b409" providerId="ADAL" clId="{7DF3CB10-604D-4AF9-A25E-C11426117173}" dt="2022-08-09T05:00:49.465" v="5549" actId="20577"/>
        <pc:sldMkLst>
          <pc:docMk/>
          <pc:sldMk cId="1721693448" sldId="580"/>
        </pc:sldMkLst>
        <pc:spChg chg="mod">
          <ac:chgData name="Deepika Vatsa" userId="f7100972-27fe-4ee6-8fb4-ec9b7931b409" providerId="ADAL" clId="{7DF3CB10-604D-4AF9-A25E-C11426117173}" dt="2022-08-09T05:00:49.465" v="5549" actId="20577"/>
          <ac:spMkLst>
            <pc:docMk/>
            <pc:sldMk cId="1721693448" sldId="580"/>
            <ac:spMk id="9" creationId="{FDB2C1D4-0978-4D1B-AF76-F7F076E9E4EB}"/>
          </ac:spMkLst>
        </pc:spChg>
        <pc:picChg chg="del">
          <ac:chgData name="Deepika Vatsa" userId="f7100972-27fe-4ee6-8fb4-ec9b7931b409" providerId="ADAL" clId="{7DF3CB10-604D-4AF9-A25E-C11426117173}" dt="2022-08-09T04:57:35.795" v="5215" actId="478"/>
          <ac:picMkLst>
            <pc:docMk/>
            <pc:sldMk cId="1721693448" sldId="580"/>
            <ac:picMk id="5" creationId="{81862486-D611-4033-BF1E-8BC2C7F5453C}"/>
          </ac:picMkLst>
        </pc:picChg>
      </pc:sldChg>
      <pc:sldMasterChg chg="delSldLayout">
        <pc:chgData name="Deepika Vatsa" userId="f7100972-27fe-4ee6-8fb4-ec9b7931b409" providerId="ADAL" clId="{7DF3CB10-604D-4AF9-A25E-C11426117173}" dt="2022-08-04T09:46:16.771" v="76" actId="47"/>
        <pc:sldMasterMkLst>
          <pc:docMk/>
          <pc:sldMasterMk cId="3073119696" sldId="2147483648"/>
        </pc:sldMasterMkLst>
        <pc:sldLayoutChg chg="del">
          <pc:chgData name="Deepika Vatsa" userId="f7100972-27fe-4ee6-8fb4-ec9b7931b409" providerId="ADAL" clId="{7DF3CB10-604D-4AF9-A25E-C11426117173}" dt="2022-08-04T09:46:16.771" v="76" actId="47"/>
          <pc:sldLayoutMkLst>
            <pc:docMk/>
            <pc:sldMasterMk cId="3073119696" sldId="2147483648"/>
            <pc:sldLayoutMk cId="2128605074" sldId="2147483660"/>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804072144" sldId="2147483661"/>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3534519941" sldId="2147483662"/>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607036142" sldId="2147483663"/>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4247484041" sldId="2147483664"/>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640320616" sldId="2147483665"/>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251238540" sldId="2147483666"/>
          </pc:sldLayoutMkLst>
        </pc:sldLayoutChg>
        <pc:sldLayoutChg chg="del">
          <pc:chgData name="Deepika Vatsa" userId="f7100972-27fe-4ee6-8fb4-ec9b7931b409" providerId="ADAL" clId="{7DF3CB10-604D-4AF9-A25E-C11426117173}" dt="2022-08-04T09:46:16.771" v="76" actId="47"/>
          <pc:sldLayoutMkLst>
            <pc:docMk/>
            <pc:sldMasterMk cId="3073119696" sldId="2147483648"/>
            <pc:sldLayoutMk cId="1532045955" sldId="2147483667"/>
          </pc:sldLayoutMkLst>
        </pc:sldLayoutChg>
      </pc:sldMasterChg>
    </pc:docChg>
  </pc:docChgLst>
  <pc:docChgLst>
    <pc:chgData name="Deepika Vatsa" userId="f7100972-27fe-4ee6-8fb4-ec9b7931b409" providerId="ADAL" clId="{9E577112-FE46-4BBB-AD4D-0C23587D9486}"/>
    <pc:docChg chg="custSel delSld modSld">
      <pc:chgData name="Deepika Vatsa" userId="f7100972-27fe-4ee6-8fb4-ec9b7931b409" providerId="ADAL" clId="{9E577112-FE46-4BBB-AD4D-0C23587D9486}" dt="2025-09-16T06:42:13.532" v="56" actId="20577"/>
      <pc:docMkLst>
        <pc:docMk/>
      </pc:docMkLst>
      <pc:sldChg chg="addSp delSp mod">
        <pc:chgData name="Deepika Vatsa" userId="f7100972-27fe-4ee6-8fb4-ec9b7931b409" providerId="ADAL" clId="{9E577112-FE46-4BBB-AD4D-0C23587D9486}" dt="2025-09-16T06:41:25.981" v="44" actId="478"/>
        <pc:sldMkLst>
          <pc:docMk/>
          <pc:sldMk cId="1907208806" sldId="562"/>
        </pc:sldMkLst>
        <pc:inkChg chg="add del">
          <ac:chgData name="Deepika Vatsa" userId="f7100972-27fe-4ee6-8fb4-ec9b7931b409" providerId="ADAL" clId="{9E577112-FE46-4BBB-AD4D-0C23587D9486}" dt="2025-09-16T06:41:25.981" v="44" actId="478"/>
          <ac:inkMkLst>
            <pc:docMk/>
            <pc:sldMk cId="1907208806" sldId="562"/>
            <ac:inkMk id="3" creationId="{EAD79A66-CB29-C88D-DA48-0B9F6474E0BD}"/>
          </ac:inkMkLst>
        </pc:inkChg>
      </pc:sldChg>
      <pc:sldChg chg="addSp delSp mod">
        <pc:chgData name="Deepika Vatsa" userId="f7100972-27fe-4ee6-8fb4-ec9b7931b409" providerId="ADAL" clId="{9E577112-FE46-4BBB-AD4D-0C23587D9486}" dt="2025-09-16T06:41:15.388" v="41" actId="478"/>
        <pc:sldMkLst>
          <pc:docMk/>
          <pc:sldMk cId="1783766294" sldId="563"/>
        </pc:sldMkLst>
        <pc:inkChg chg="add del">
          <ac:chgData name="Deepika Vatsa" userId="f7100972-27fe-4ee6-8fb4-ec9b7931b409" providerId="ADAL" clId="{9E577112-FE46-4BBB-AD4D-0C23587D9486}" dt="2025-09-16T06:41:15.388" v="41" actId="478"/>
          <ac:inkMkLst>
            <pc:docMk/>
            <pc:sldMk cId="1783766294" sldId="563"/>
            <ac:inkMk id="3" creationId="{11F670BE-421B-DAE1-EC64-98D793609499}"/>
          </ac:inkMkLst>
        </pc:inkChg>
      </pc:sldChg>
      <pc:sldChg chg="addSp delSp mod">
        <pc:chgData name="Deepika Vatsa" userId="f7100972-27fe-4ee6-8fb4-ec9b7931b409" providerId="ADAL" clId="{9E577112-FE46-4BBB-AD4D-0C23587D9486}" dt="2025-09-16T06:41:32.454" v="45" actId="478"/>
        <pc:sldMkLst>
          <pc:docMk/>
          <pc:sldMk cId="4025597411" sldId="564"/>
        </pc:sldMkLst>
        <pc:inkChg chg="add del">
          <ac:chgData name="Deepika Vatsa" userId="f7100972-27fe-4ee6-8fb4-ec9b7931b409" providerId="ADAL" clId="{9E577112-FE46-4BBB-AD4D-0C23587D9486}" dt="2025-09-16T06:41:32.454" v="45" actId="478"/>
          <ac:inkMkLst>
            <pc:docMk/>
            <pc:sldMk cId="4025597411" sldId="564"/>
            <ac:inkMk id="5" creationId="{9A8E39DE-4BCC-58AD-5C26-6BABD9C7793B}"/>
          </ac:inkMkLst>
        </pc:inkChg>
      </pc:sldChg>
      <pc:sldChg chg="addSp delSp mod">
        <pc:chgData name="Deepika Vatsa" userId="f7100972-27fe-4ee6-8fb4-ec9b7931b409" providerId="ADAL" clId="{9E577112-FE46-4BBB-AD4D-0C23587D9486}" dt="2025-09-16T06:41:35.466" v="46" actId="478"/>
        <pc:sldMkLst>
          <pc:docMk/>
          <pc:sldMk cId="357030392" sldId="565"/>
        </pc:sldMkLst>
        <pc:inkChg chg="add del">
          <ac:chgData name="Deepika Vatsa" userId="f7100972-27fe-4ee6-8fb4-ec9b7931b409" providerId="ADAL" clId="{9E577112-FE46-4BBB-AD4D-0C23587D9486}" dt="2025-09-16T06:41:35.466" v="46" actId="478"/>
          <ac:inkMkLst>
            <pc:docMk/>
            <pc:sldMk cId="357030392" sldId="565"/>
            <ac:inkMk id="25" creationId="{7FBEF232-22B5-DAD8-FA15-76446890FD02}"/>
          </ac:inkMkLst>
        </pc:inkChg>
      </pc:sldChg>
      <pc:sldChg chg="addSp delSp mod">
        <pc:chgData name="Deepika Vatsa" userId="f7100972-27fe-4ee6-8fb4-ec9b7931b409" providerId="ADAL" clId="{9E577112-FE46-4BBB-AD4D-0C23587D9486}" dt="2025-09-16T06:41:50.279" v="50" actId="478"/>
        <pc:sldMkLst>
          <pc:docMk/>
          <pc:sldMk cId="3510859047" sldId="568"/>
        </pc:sldMkLst>
        <pc:inkChg chg="add del">
          <ac:chgData name="Deepika Vatsa" userId="f7100972-27fe-4ee6-8fb4-ec9b7931b409" providerId="ADAL" clId="{9E577112-FE46-4BBB-AD4D-0C23587D9486}" dt="2025-09-16T06:41:50.279" v="50" actId="478"/>
          <ac:inkMkLst>
            <pc:docMk/>
            <pc:sldMk cId="3510859047" sldId="568"/>
            <ac:inkMk id="4" creationId="{E1D46AAB-DFAA-AB6A-0340-403740766F4C}"/>
          </ac:inkMkLst>
        </pc:inkChg>
      </pc:sldChg>
      <pc:sldChg chg="addSp delSp mod">
        <pc:chgData name="Deepika Vatsa" userId="f7100972-27fe-4ee6-8fb4-ec9b7931b409" providerId="ADAL" clId="{9E577112-FE46-4BBB-AD4D-0C23587D9486}" dt="2025-09-16T06:41:55.410" v="52" actId="478"/>
        <pc:sldMkLst>
          <pc:docMk/>
          <pc:sldMk cId="2237539640" sldId="569"/>
        </pc:sldMkLst>
        <pc:inkChg chg="add del">
          <ac:chgData name="Deepika Vatsa" userId="f7100972-27fe-4ee6-8fb4-ec9b7931b409" providerId="ADAL" clId="{9E577112-FE46-4BBB-AD4D-0C23587D9486}" dt="2025-09-16T06:41:55.410" v="52" actId="478"/>
          <ac:inkMkLst>
            <pc:docMk/>
            <pc:sldMk cId="2237539640" sldId="569"/>
            <ac:inkMk id="3" creationId="{0709D78F-F5AF-331B-F2AD-892CDB006E28}"/>
          </ac:inkMkLst>
        </pc:inkChg>
      </pc:sldChg>
      <pc:sldChg chg="addSp delSp mod">
        <pc:chgData name="Deepika Vatsa" userId="f7100972-27fe-4ee6-8fb4-ec9b7931b409" providerId="ADAL" clId="{9E577112-FE46-4BBB-AD4D-0C23587D9486}" dt="2025-09-16T06:42:00.907" v="54" actId="478"/>
        <pc:sldMkLst>
          <pc:docMk/>
          <pc:sldMk cId="622041629" sldId="570"/>
        </pc:sldMkLst>
        <pc:inkChg chg="add del">
          <ac:chgData name="Deepika Vatsa" userId="f7100972-27fe-4ee6-8fb4-ec9b7931b409" providerId="ADAL" clId="{9E577112-FE46-4BBB-AD4D-0C23587D9486}" dt="2025-09-16T06:42:00.907" v="54" actId="478"/>
          <ac:inkMkLst>
            <pc:docMk/>
            <pc:sldMk cId="622041629" sldId="570"/>
            <ac:inkMk id="3" creationId="{A0163163-9759-0FBB-2960-5172FACD6DA4}"/>
          </ac:inkMkLst>
        </pc:inkChg>
      </pc:sldChg>
      <pc:sldChg chg="addSp delSp mod">
        <pc:chgData name="Deepika Vatsa" userId="f7100972-27fe-4ee6-8fb4-ec9b7931b409" providerId="ADAL" clId="{9E577112-FE46-4BBB-AD4D-0C23587D9486}" dt="2025-09-16T06:41:58.253" v="53" actId="478"/>
        <pc:sldMkLst>
          <pc:docMk/>
          <pc:sldMk cId="1020087436" sldId="571"/>
        </pc:sldMkLst>
        <pc:inkChg chg="add del">
          <ac:chgData name="Deepika Vatsa" userId="f7100972-27fe-4ee6-8fb4-ec9b7931b409" providerId="ADAL" clId="{9E577112-FE46-4BBB-AD4D-0C23587D9486}" dt="2025-09-16T06:41:58.253" v="53" actId="478"/>
          <ac:inkMkLst>
            <pc:docMk/>
            <pc:sldMk cId="1020087436" sldId="571"/>
            <ac:inkMk id="3" creationId="{78FE58F6-2F1A-9F99-BB0B-029EA64926CF}"/>
          </ac:inkMkLst>
        </pc:inkChg>
      </pc:sldChg>
      <pc:sldChg chg="addSp delSp mod">
        <pc:chgData name="Deepika Vatsa" userId="f7100972-27fe-4ee6-8fb4-ec9b7931b409" providerId="ADAL" clId="{9E577112-FE46-4BBB-AD4D-0C23587D9486}" dt="2025-09-16T06:41:52.541" v="51" actId="478"/>
        <pc:sldMkLst>
          <pc:docMk/>
          <pc:sldMk cId="2788033133" sldId="572"/>
        </pc:sldMkLst>
        <pc:inkChg chg="add del">
          <ac:chgData name="Deepika Vatsa" userId="f7100972-27fe-4ee6-8fb4-ec9b7931b409" providerId="ADAL" clId="{9E577112-FE46-4BBB-AD4D-0C23587D9486}" dt="2025-09-16T06:41:52.541" v="51" actId="478"/>
          <ac:inkMkLst>
            <pc:docMk/>
            <pc:sldMk cId="2788033133" sldId="572"/>
            <ac:inkMk id="3" creationId="{A2E24F89-6E9F-A589-329B-1A64D1A2959B}"/>
          </ac:inkMkLst>
        </pc:inkChg>
      </pc:sldChg>
      <pc:sldChg chg="del">
        <pc:chgData name="Deepika Vatsa" userId="f7100972-27fe-4ee6-8fb4-ec9b7931b409" providerId="ADAL" clId="{9E577112-FE46-4BBB-AD4D-0C23587D9486}" dt="2025-09-16T06:04:56.277" v="12" actId="2696"/>
        <pc:sldMkLst>
          <pc:docMk/>
          <pc:sldMk cId="218622921" sldId="574"/>
        </pc:sldMkLst>
      </pc:sldChg>
      <pc:sldChg chg="modSp mod">
        <pc:chgData name="Deepika Vatsa" userId="f7100972-27fe-4ee6-8fb4-ec9b7931b409" providerId="ADAL" clId="{9E577112-FE46-4BBB-AD4D-0C23587D9486}" dt="2025-09-16T06:42:13.532" v="56" actId="20577"/>
        <pc:sldMkLst>
          <pc:docMk/>
          <pc:sldMk cId="5157100" sldId="605"/>
        </pc:sldMkLst>
        <pc:spChg chg="mod">
          <ac:chgData name="Deepika Vatsa" userId="f7100972-27fe-4ee6-8fb4-ec9b7931b409" providerId="ADAL" clId="{9E577112-FE46-4BBB-AD4D-0C23587D9486}" dt="2025-09-16T06:06:05.452" v="35" actId="20577"/>
          <ac:spMkLst>
            <pc:docMk/>
            <pc:sldMk cId="5157100" sldId="605"/>
            <ac:spMk id="2" creationId="{E0C40C05-8385-48CA-92A2-DF37B0EE4230}"/>
          </ac:spMkLst>
        </pc:spChg>
        <pc:spChg chg="mod">
          <ac:chgData name="Deepika Vatsa" userId="f7100972-27fe-4ee6-8fb4-ec9b7931b409" providerId="ADAL" clId="{9E577112-FE46-4BBB-AD4D-0C23587D9486}" dt="2025-09-16T06:42:13.532" v="56" actId="20577"/>
          <ac:spMkLst>
            <pc:docMk/>
            <pc:sldMk cId="5157100" sldId="605"/>
            <ac:spMk id="3" creationId="{D11C1709-B620-47DC-9742-B9FB880F0527}"/>
          </ac:spMkLst>
        </pc:spChg>
      </pc:sldChg>
      <pc:sldChg chg="addSp delSp mod">
        <pc:chgData name="Deepika Vatsa" userId="f7100972-27fe-4ee6-8fb4-ec9b7931b409" providerId="ADAL" clId="{9E577112-FE46-4BBB-AD4D-0C23587D9486}" dt="2025-09-16T06:41:21.976" v="43" actId="478"/>
        <pc:sldMkLst>
          <pc:docMk/>
          <pc:sldMk cId="2802582072" sldId="607"/>
        </pc:sldMkLst>
        <pc:inkChg chg="add del">
          <ac:chgData name="Deepika Vatsa" userId="f7100972-27fe-4ee6-8fb4-ec9b7931b409" providerId="ADAL" clId="{9E577112-FE46-4BBB-AD4D-0C23587D9486}" dt="2025-09-16T06:41:21.976" v="43" actId="478"/>
          <ac:inkMkLst>
            <pc:docMk/>
            <pc:sldMk cId="2802582072" sldId="607"/>
            <ac:inkMk id="3" creationId="{0B72DA63-F18B-7275-DED5-1C19F6B8DCB7}"/>
          </ac:inkMkLst>
        </pc:inkChg>
      </pc:sldChg>
      <pc:sldChg chg="addSp delSp mod">
        <pc:chgData name="Deepika Vatsa" userId="f7100972-27fe-4ee6-8fb4-ec9b7931b409" providerId="ADAL" clId="{9E577112-FE46-4BBB-AD4D-0C23587D9486}" dt="2025-09-16T06:41:18.593" v="42" actId="478"/>
        <pc:sldMkLst>
          <pc:docMk/>
          <pc:sldMk cId="1992888463" sldId="608"/>
        </pc:sldMkLst>
        <pc:inkChg chg="del">
          <ac:chgData name="Deepika Vatsa" userId="f7100972-27fe-4ee6-8fb4-ec9b7931b409" providerId="ADAL" clId="{9E577112-FE46-4BBB-AD4D-0C23587D9486}" dt="2025-09-16T05:59:18.960" v="11" actId="478"/>
          <ac:inkMkLst>
            <pc:docMk/>
            <pc:sldMk cId="1992888463" sldId="608"/>
            <ac:inkMk id="3" creationId="{91D02B1E-84B1-4FAA-BA4D-D9B6BD3C7667}"/>
          </ac:inkMkLst>
        </pc:inkChg>
        <pc:inkChg chg="del">
          <ac:chgData name="Deepika Vatsa" userId="f7100972-27fe-4ee6-8fb4-ec9b7931b409" providerId="ADAL" clId="{9E577112-FE46-4BBB-AD4D-0C23587D9486}" dt="2025-09-16T05:59:11.433" v="8" actId="478"/>
          <ac:inkMkLst>
            <pc:docMk/>
            <pc:sldMk cId="1992888463" sldId="608"/>
            <ac:inkMk id="4" creationId="{9BA6BFDA-0266-4A17-8C04-AE0C8FF0C752}"/>
          </ac:inkMkLst>
        </pc:inkChg>
        <pc:inkChg chg="del">
          <ac:chgData name="Deepika Vatsa" userId="f7100972-27fe-4ee6-8fb4-ec9b7931b409" providerId="ADAL" clId="{9E577112-FE46-4BBB-AD4D-0C23587D9486}" dt="2025-09-16T05:59:13.827" v="9" actId="478"/>
          <ac:inkMkLst>
            <pc:docMk/>
            <pc:sldMk cId="1992888463" sldId="608"/>
            <ac:inkMk id="5" creationId="{6B6847CA-BAB5-4BAF-AF0B-EB5ED668CACD}"/>
          </ac:inkMkLst>
        </pc:inkChg>
        <pc:inkChg chg="add del">
          <ac:chgData name="Deepika Vatsa" userId="f7100972-27fe-4ee6-8fb4-ec9b7931b409" providerId="ADAL" clId="{9E577112-FE46-4BBB-AD4D-0C23587D9486}" dt="2025-09-16T06:41:18.593" v="42" actId="478"/>
          <ac:inkMkLst>
            <pc:docMk/>
            <pc:sldMk cId="1992888463" sldId="608"/>
            <ac:inkMk id="42" creationId="{C853B23B-99FB-7F30-B1E9-13B9CC49E957}"/>
          </ac:inkMkLst>
        </pc:inkChg>
        <pc:inkChg chg="del">
          <ac:chgData name="Deepika Vatsa" userId="f7100972-27fe-4ee6-8fb4-ec9b7931b409" providerId="ADAL" clId="{9E577112-FE46-4BBB-AD4D-0C23587D9486}" dt="2025-09-16T05:59:07.359" v="6" actId="478"/>
          <ac:inkMkLst>
            <pc:docMk/>
            <pc:sldMk cId="1992888463" sldId="608"/>
            <ac:inkMk id="134" creationId="{3484D977-7951-4E50-A9E0-F931A0F926FE}"/>
          </ac:inkMkLst>
        </pc:inkChg>
        <pc:inkChg chg="del">
          <ac:chgData name="Deepika Vatsa" userId="f7100972-27fe-4ee6-8fb4-ec9b7931b409" providerId="ADAL" clId="{9E577112-FE46-4BBB-AD4D-0C23587D9486}" dt="2025-09-16T05:59:00.490" v="4" actId="478"/>
          <ac:inkMkLst>
            <pc:docMk/>
            <pc:sldMk cId="1992888463" sldId="608"/>
            <ac:inkMk id="135" creationId="{F1D90B09-532F-42E0-B5C6-46335721CEE7}"/>
          </ac:inkMkLst>
        </pc:inkChg>
        <pc:inkChg chg="del">
          <ac:chgData name="Deepika Vatsa" userId="f7100972-27fe-4ee6-8fb4-ec9b7931b409" providerId="ADAL" clId="{9E577112-FE46-4BBB-AD4D-0C23587D9486}" dt="2025-09-16T05:59:02.360" v="5" actId="478"/>
          <ac:inkMkLst>
            <pc:docMk/>
            <pc:sldMk cId="1992888463" sldId="608"/>
            <ac:inkMk id="136" creationId="{8A7C53CB-BA65-41A0-8917-CF7352140197}"/>
          </ac:inkMkLst>
        </pc:inkChg>
        <pc:inkChg chg="del">
          <ac:chgData name="Deepika Vatsa" userId="f7100972-27fe-4ee6-8fb4-ec9b7931b409" providerId="ADAL" clId="{9E577112-FE46-4BBB-AD4D-0C23587D9486}" dt="2025-09-16T05:58:56.517" v="2" actId="478"/>
          <ac:inkMkLst>
            <pc:docMk/>
            <pc:sldMk cId="1992888463" sldId="608"/>
            <ac:inkMk id="137" creationId="{EE6D0756-464F-4EBE-975D-E01AAADC9645}"/>
          </ac:inkMkLst>
        </pc:inkChg>
        <pc:inkChg chg="del">
          <ac:chgData name="Deepika Vatsa" userId="f7100972-27fe-4ee6-8fb4-ec9b7931b409" providerId="ADAL" clId="{9E577112-FE46-4BBB-AD4D-0C23587D9486}" dt="2025-09-16T05:58:58.616" v="3" actId="478"/>
          <ac:inkMkLst>
            <pc:docMk/>
            <pc:sldMk cId="1992888463" sldId="608"/>
            <ac:inkMk id="144" creationId="{9902A770-60E1-4A44-ACF7-ECE46D99F7C3}"/>
          </ac:inkMkLst>
        </pc:inkChg>
        <pc:inkChg chg="del">
          <ac:chgData name="Deepika Vatsa" userId="f7100972-27fe-4ee6-8fb4-ec9b7931b409" providerId="ADAL" clId="{9E577112-FE46-4BBB-AD4D-0C23587D9486}" dt="2025-09-16T05:59:09.537" v="7" actId="478"/>
          <ac:inkMkLst>
            <pc:docMk/>
            <pc:sldMk cId="1992888463" sldId="608"/>
            <ac:inkMk id="150" creationId="{38773553-3D9C-453F-B314-0F28AAFE60ED}"/>
          </ac:inkMkLst>
        </pc:inkChg>
        <pc:inkChg chg="del">
          <ac:chgData name="Deepika Vatsa" userId="f7100972-27fe-4ee6-8fb4-ec9b7931b409" providerId="ADAL" clId="{9E577112-FE46-4BBB-AD4D-0C23587D9486}" dt="2025-09-16T05:58:50.371" v="1" actId="478"/>
          <ac:inkMkLst>
            <pc:docMk/>
            <pc:sldMk cId="1992888463" sldId="608"/>
            <ac:inkMk id="151" creationId="{324B19F2-859E-419F-870A-C2A5A0D227DB}"/>
          </ac:inkMkLst>
        </pc:inkChg>
        <pc:inkChg chg="del">
          <ac:chgData name="Deepika Vatsa" userId="f7100972-27fe-4ee6-8fb4-ec9b7931b409" providerId="ADAL" clId="{9E577112-FE46-4BBB-AD4D-0C23587D9486}" dt="2025-09-16T05:58:48.712" v="0" actId="478"/>
          <ac:inkMkLst>
            <pc:docMk/>
            <pc:sldMk cId="1992888463" sldId="608"/>
            <ac:inkMk id="152" creationId="{9E842887-0AAF-4870-9888-9EE05FC32E81}"/>
          </ac:inkMkLst>
        </pc:inkChg>
        <pc:inkChg chg="del">
          <ac:chgData name="Deepika Vatsa" userId="f7100972-27fe-4ee6-8fb4-ec9b7931b409" providerId="ADAL" clId="{9E577112-FE46-4BBB-AD4D-0C23587D9486}" dt="2025-09-16T05:59:15.466" v="10" actId="478"/>
          <ac:inkMkLst>
            <pc:docMk/>
            <pc:sldMk cId="1992888463" sldId="608"/>
            <ac:inkMk id="153" creationId="{79998A6A-05E4-4688-A724-03DB11FC1ED9}"/>
          </ac:inkMkLst>
        </pc:inkChg>
      </pc:sldChg>
      <pc:sldChg chg="addSp delSp mod">
        <pc:chgData name="Deepika Vatsa" userId="f7100972-27fe-4ee6-8fb4-ec9b7931b409" providerId="ADAL" clId="{9E577112-FE46-4BBB-AD4D-0C23587D9486}" dt="2025-09-16T06:41:46.861" v="49" actId="478"/>
        <pc:sldMkLst>
          <pc:docMk/>
          <pc:sldMk cId="3255450129" sldId="609"/>
        </pc:sldMkLst>
        <pc:inkChg chg="add del">
          <ac:chgData name="Deepika Vatsa" userId="f7100972-27fe-4ee6-8fb4-ec9b7931b409" providerId="ADAL" clId="{9E577112-FE46-4BBB-AD4D-0C23587D9486}" dt="2025-09-16T06:41:46.861" v="49" actId="478"/>
          <ac:inkMkLst>
            <pc:docMk/>
            <pc:sldMk cId="3255450129" sldId="609"/>
            <ac:inkMk id="3" creationId="{80A65B4B-1491-084C-61CB-D2D9FE8E7FCE}"/>
          </ac:inkMkLst>
        </pc:inkChg>
      </pc:sldChg>
      <pc:sldChg chg="addSp delSp mod">
        <pc:chgData name="Deepika Vatsa" userId="f7100972-27fe-4ee6-8fb4-ec9b7931b409" providerId="ADAL" clId="{9E577112-FE46-4BBB-AD4D-0C23587D9486}" dt="2025-09-16T06:41:43.110" v="48" actId="478"/>
        <pc:sldMkLst>
          <pc:docMk/>
          <pc:sldMk cId="3100786503" sldId="610"/>
        </pc:sldMkLst>
        <pc:inkChg chg="add del">
          <ac:chgData name="Deepika Vatsa" userId="f7100972-27fe-4ee6-8fb4-ec9b7931b409" providerId="ADAL" clId="{9E577112-FE46-4BBB-AD4D-0C23587D9486}" dt="2025-09-16T06:41:43.110" v="48" actId="478"/>
          <ac:inkMkLst>
            <pc:docMk/>
            <pc:sldMk cId="3100786503" sldId="610"/>
            <ac:inkMk id="3" creationId="{75474A01-F0C7-3CCC-CB3E-F4D69803CAE7}"/>
          </ac:inkMkLst>
        </pc:inkChg>
      </pc:sldChg>
      <pc:sldChg chg="addSp delSp mod">
        <pc:chgData name="Deepika Vatsa" userId="f7100972-27fe-4ee6-8fb4-ec9b7931b409" providerId="ADAL" clId="{9E577112-FE46-4BBB-AD4D-0C23587D9486}" dt="2025-09-16T06:41:38.543" v="47" actId="478"/>
        <pc:sldMkLst>
          <pc:docMk/>
          <pc:sldMk cId="165790122" sldId="612"/>
        </pc:sldMkLst>
        <pc:inkChg chg="add del">
          <ac:chgData name="Deepika Vatsa" userId="f7100972-27fe-4ee6-8fb4-ec9b7931b409" providerId="ADAL" clId="{9E577112-FE46-4BBB-AD4D-0C23587D9486}" dt="2025-09-16T06:41:38.543" v="47" actId="478"/>
          <ac:inkMkLst>
            <pc:docMk/>
            <pc:sldMk cId="165790122" sldId="612"/>
            <ac:inkMk id="4" creationId="{4C74C7C2-874B-4091-1E81-3A8F182CE9B7}"/>
          </ac:inkMkLst>
        </pc:inkChg>
      </pc:sldChg>
      <pc:sldChg chg="addSp">
        <pc:chgData name="Deepika Vatsa" userId="f7100972-27fe-4ee6-8fb4-ec9b7931b409" providerId="ADAL" clId="{9E577112-FE46-4BBB-AD4D-0C23587D9486}" dt="2025-09-16T06:41:03.228" v="40"/>
        <pc:sldMkLst>
          <pc:docMk/>
          <pc:sldMk cId="1386024449" sldId="614"/>
        </pc:sldMkLst>
        <pc:inkChg chg="add">
          <ac:chgData name="Deepika Vatsa" userId="f7100972-27fe-4ee6-8fb4-ec9b7931b409" providerId="ADAL" clId="{9E577112-FE46-4BBB-AD4D-0C23587D9486}" dt="2025-09-16T06:41:03.228" v="40"/>
          <ac:inkMkLst>
            <pc:docMk/>
            <pc:sldMk cId="1386024449" sldId="614"/>
            <ac:inkMk id="5" creationId="{AE93F9F6-627D-C67A-C42E-36E7B0B0157F}"/>
          </ac:inkMkLst>
        </pc:inkChg>
      </pc:sldChg>
      <pc:sldChg chg="addSp">
        <pc:chgData name="Deepika Vatsa" userId="f7100972-27fe-4ee6-8fb4-ec9b7931b409" providerId="ADAL" clId="{9E577112-FE46-4BBB-AD4D-0C23587D9486}" dt="2025-09-16T06:41:03.228" v="40"/>
        <pc:sldMkLst>
          <pc:docMk/>
          <pc:sldMk cId="1913744423" sldId="615"/>
        </pc:sldMkLst>
        <pc:inkChg chg="add">
          <ac:chgData name="Deepika Vatsa" userId="f7100972-27fe-4ee6-8fb4-ec9b7931b409" providerId="ADAL" clId="{9E577112-FE46-4BBB-AD4D-0C23587D9486}" dt="2025-09-16T06:41:03.228" v="40"/>
          <ac:inkMkLst>
            <pc:docMk/>
            <pc:sldMk cId="1913744423" sldId="615"/>
            <ac:inkMk id="3" creationId="{05AB224B-F37E-3492-BD6B-FAB5035E18DC}"/>
          </ac:inkMkLst>
        </pc:inkChg>
      </pc:sldChg>
      <pc:sldChg chg="addSp">
        <pc:chgData name="Deepika Vatsa" userId="f7100972-27fe-4ee6-8fb4-ec9b7931b409" providerId="ADAL" clId="{9E577112-FE46-4BBB-AD4D-0C23587D9486}" dt="2025-09-16T06:41:03.228" v="40"/>
        <pc:sldMkLst>
          <pc:docMk/>
          <pc:sldMk cId="4037031505" sldId="616"/>
        </pc:sldMkLst>
        <pc:inkChg chg="add">
          <ac:chgData name="Deepika Vatsa" userId="f7100972-27fe-4ee6-8fb4-ec9b7931b409" providerId="ADAL" clId="{9E577112-FE46-4BBB-AD4D-0C23587D9486}" dt="2025-09-16T06:41:03.228" v="40"/>
          <ac:inkMkLst>
            <pc:docMk/>
            <pc:sldMk cId="4037031505" sldId="616"/>
            <ac:inkMk id="4" creationId="{8CD26266-DF3D-10B4-9018-04F1A863899A}"/>
          </ac:inkMkLst>
        </pc:inkChg>
      </pc:sldChg>
    </pc:docChg>
  </pc:docChgLst>
  <pc:docChgLst>
    <pc:chgData name="Deepika Vatsa" userId="f7100972-27fe-4ee6-8fb4-ec9b7931b409" providerId="ADAL" clId="{0F00F093-4F05-4898-BCBC-64F9F336744D}"/>
    <pc:docChg chg="custSel addSld delSld modSld">
      <pc:chgData name="Deepika Vatsa" userId="f7100972-27fe-4ee6-8fb4-ec9b7931b409" providerId="ADAL" clId="{0F00F093-4F05-4898-BCBC-64F9F336744D}" dt="2022-09-20T03:49:41.172" v="16" actId="47"/>
      <pc:docMkLst>
        <pc:docMk/>
      </pc:docMkLst>
      <pc:sldChg chg="del">
        <pc:chgData name="Deepika Vatsa" userId="f7100972-27fe-4ee6-8fb4-ec9b7931b409" providerId="ADAL" clId="{0F00F093-4F05-4898-BCBC-64F9F336744D}" dt="2022-09-20T03:49:16.107" v="9" actId="47"/>
        <pc:sldMkLst>
          <pc:docMk/>
          <pc:sldMk cId="492309654" sldId="256"/>
        </pc:sldMkLst>
      </pc:sldChg>
      <pc:sldChg chg="del">
        <pc:chgData name="Deepika Vatsa" userId="f7100972-27fe-4ee6-8fb4-ec9b7931b409" providerId="ADAL" clId="{0F00F093-4F05-4898-BCBC-64F9F336744D}" dt="2022-09-20T03:49:41.172" v="16" actId="47"/>
        <pc:sldMkLst>
          <pc:docMk/>
          <pc:sldMk cId="3472450693" sldId="257"/>
        </pc:sldMkLst>
      </pc:sldChg>
      <pc:sldChg chg="addSp delSp modSp add del mod setBg delDesignElem">
        <pc:chgData name="Deepika Vatsa" userId="f7100972-27fe-4ee6-8fb4-ec9b7931b409" providerId="ADAL" clId="{0F00F093-4F05-4898-BCBC-64F9F336744D}" dt="2022-09-20T03:49:13.625" v="8" actId="27636"/>
        <pc:sldMkLst>
          <pc:docMk/>
          <pc:sldMk cId="5157100" sldId="605"/>
        </pc:sldMkLst>
        <pc:spChg chg="mod">
          <ac:chgData name="Deepika Vatsa" userId="f7100972-27fe-4ee6-8fb4-ec9b7931b409" providerId="ADAL" clId="{0F00F093-4F05-4898-BCBC-64F9F336744D}" dt="2022-09-20T03:49:13.625" v="8" actId="27636"/>
          <ac:spMkLst>
            <pc:docMk/>
            <pc:sldMk cId="5157100" sldId="605"/>
            <ac:spMk id="3" creationId="{D11C1709-B620-47DC-9742-B9FB880F0527}"/>
          </ac:spMkLst>
        </pc:spChg>
        <pc:spChg chg="add del">
          <ac:chgData name="Deepika Vatsa" userId="f7100972-27fe-4ee6-8fb4-ec9b7931b409" providerId="ADAL" clId="{0F00F093-4F05-4898-BCBC-64F9F336744D}" dt="2022-09-20T03:49:03.716" v="5"/>
          <ac:spMkLst>
            <pc:docMk/>
            <pc:sldMk cId="5157100" sldId="605"/>
            <ac:spMk id="24" creationId="{2A8AA5BC-4F7A-4226-8F99-6D824B226A97}"/>
          </ac:spMkLst>
        </pc:spChg>
        <pc:spChg chg="add del">
          <ac:chgData name="Deepika Vatsa" userId="f7100972-27fe-4ee6-8fb4-ec9b7931b409" providerId="ADAL" clId="{0F00F093-4F05-4898-BCBC-64F9F336744D}" dt="2022-09-20T03:49:03.716" v="5"/>
          <ac:spMkLst>
            <pc:docMk/>
            <pc:sldMk cId="5157100" sldId="605"/>
            <ac:spMk id="26" creationId="{5BC87C3E-1040-4EE4-9BDB-9537F7A1B335}"/>
          </ac:spMkLst>
        </pc:spChg>
        <pc:cxnChg chg="add del">
          <ac:chgData name="Deepika Vatsa" userId="f7100972-27fe-4ee6-8fb4-ec9b7931b409" providerId="ADAL" clId="{0F00F093-4F05-4898-BCBC-64F9F336744D}" dt="2022-09-20T03:49:03.716" v="5"/>
          <ac:cxnSpMkLst>
            <pc:docMk/>
            <pc:sldMk cId="5157100" sldId="605"/>
            <ac:cxnSpMk id="25" creationId="{911DBBF1-3229-4BD9-B3D1-B4CA571E7431}"/>
          </ac:cxnSpMkLst>
        </pc:cxnChg>
        <pc:cxnChg chg="add del">
          <ac:chgData name="Deepika Vatsa" userId="f7100972-27fe-4ee6-8fb4-ec9b7931b409" providerId="ADAL" clId="{0F00F093-4F05-4898-BCBC-64F9F336744D}" dt="2022-09-20T03:49:03.716" v="5"/>
          <ac:cxnSpMkLst>
            <pc:docMk/>
            <pc:sldMk cId="5157100" sldId="605"/>
            <ac:cxnSpMk id="27" creationId="{42CDBECE-872A-4C73-9DC1-BB4E805E2CF5}"/>
          </ac:cxnSpMkLst>
        </pc:cxnChg>
        <pc:cxnChg chg="add del">
          <ac:chgData name="Deepika Vatsa" userId="f7100972-27fe-4ee6-8fb4-ec9b7931b409" providerId="ADAL" clId="{0F00F093-4F05-4898-BCBC-64F9F336744D}" dt="2022-09-20T03:49:03.716" v="5"/>
          <ac:cxnSpMkLst>
            <pc:docMk/>
            <pc:sldMk cId="5157100" sldId="605"/>
            <ac:cxnSpMk id="28" creationId="{F5CD5A0B-CDD7-427C-AA42-2EECFDFA1811}"/>
          </ac:cxnSpMkLst>
        </pc:cxnChg>
      </pc:sldChg>
      <pc:sldChg chg="addSp delSp modSp add del mod setBg delDesignElem">
        <pc:chgData name="Deepika Vatsa" userId="f7100972-27fe-4ee6-8fb4-ec9b7931b409" providerId="ADAL" clId="{0F00F093-4F05-4898-BCBC-64F9F336744D}" dt="2022-09-20T03:49:38.721" v="15" actId="5793"/>
        <pc:sldMkLst>
          <pc:docMk/>
          <pc:sldMk cId="3877813117" sldId="606"/>
        </pc:sldMkLst>
        <pc:spChg chg="mod">
          <ac:chgData name="Deepika Vatsa" userId="f7100972-27fe-4ee6-8fb4-ec9b7931b409" providerId="ADAL" clId="{0F00F093-4F05-4898-BCBC-64F9F336744D}" dt="2022-09-20T03:49:38.721" v="15" actId="5793"/>
          <ac:spMkLst>
            <pc:docMk/>
            <pc:sldMk cId="3877813117" sldId="606"/>
            <ac:spMk id="3" creationId="{80E36F94-92C5-49C4-89B0-FDCC3A53501B}"/>
          </ac:spMkLst>
        </pc:spChg>
        <pc:spChg chg="add del">
          <ac:chgData name="Deepika Vatsa" userId="f7100972-27fe-4ee6-8fb4-ec9b7931b409" providerId="ADAL" clId="{0F00F093-4F05-4898-BCBC-64F9F336744D}" dt="2022-09-20T03:49:28.889" v="12"/>
          <ac:spMkLst>
            <pc:docMk/>
            <pc:sldMk cId="3877813117" sldId="606"/>
            <ac:spMk id="8" creationId="{100EDD19-6802-4EC3-95CE-CFFAB042CFD6}"/>
          </ac:spMkLst>
        </pc:spChg>
        <pc:spChg chg="add del">
          <ac:chgData name="Deepika Vatsa" userId="f7100972-27fe-4ee6-8fb4-ec9b7931b409" providerId="ADAL" clId="{0F00F093-4F05-4898-BCBC-64F9F336744D}" dt="2022-09-20T03:49:28.889" v="12"/>
          <ac:spMkLst>
            <pc:docMk/>
            <pc:sldMk cId="3877813117" sldId="606"/>
            <ac:spMk id="10" creationId="{DB17E863-922E-4C26-BD64-E8FD41D28661}"/>
          </ac:spMkLst>
        </pc:spChg>
      </pc:sldChg>
    </pc:docChg>
  </pc:docChgLst>
  <pc:docChgLst>
    <pc:chgData name="Deepika Vatsa" userId="f7100972-27fe-4ee6-8fb4-ec9b7931b409" providerId="ADAL" clId="{18AEA20C-BEAA-445F-A420-7499542A0D43}"/>
    <pc:docChg chg="undo redo custSel addSld delSld modSld">
      <pc:chgData name="Deepika Vatsa" userId="f7100972-27fe-4ee6-8fb4-ec9b7931b409" providerId="ADAL" clId="{18AEA20C-BEAA-445F-A420-7499542A0D43}" dt="2022-08-13T12:15:03.298" v="6334" actId="404"/>
      <pc:docMkLst>
        <pc:docMk/>
      </pc:docMkLst>
      <pc:sldChg chg="modSp mod">
        <pc:chgData name="Deepika Vatsa" userId="f7100972-27fe-4ee6-8fb4-ec9b7931b409" providerId="ADAL" clId="{18AEA20C-BEAA-445F-A420-7499542A0D43}" dt="2022-08-09T05:06:27.098" v="73" actId="20577"/>
        <pc:sldMkLst>
          <pc:docMk/>
          <pc:sldMk cId="492309654" sldId="256"/>
        </pc:sldMkLst>
        <pc:spChg chg="mod">
          <ac:chgData name="Deepika Vatsa" userId="f7100972-27fe-4ee6-8fb4-ec9b7931b409" providerId="ADAL" clId="{18AEA20C-BEAA-445F-A420-7499542A0D43}" dt="2022-08-09T05:06:27.098" v="73" actId="20577"/>
          <ac:spMkLst>
            <pc:docMk/>
            <pc:sldMk cId="492309654" sldId="256"/>
            <ac:spMk id="3" creationId="{D11C1709-B620-47DC-9742-B9FB880F0527}"/>
          </ac:spMkLst>
        </pc:spChg>
      </pc:sldChg>
      <pc:sldChg chg="modSp mod">
        <pc:chgData name="Deepika Vatsa" userId="f7100972-27fe-4ee6-8fb4-ec9b7931b409" providerId="ADAL" clId="{18AEA20C-BEAA-445F-A420-7499542A0D43}" dt="2022-08-09T10:34:57.342" v="3644" actId="20577"/>
        <pc:sldMkLst>
          <pc:docMk/>
          <pc:sldMk cId="3472450693" sldId="257"/>
        </pc:sldMkLst>
        <pc:spChg chg="mod">
          <ac:chgData name="Deepika Vatsa" userId="f7100972-27fe-4ee6-8fb4-ec9b7931b409" providerId="ADAL" clId="{18AEA20C-BEAA-445F-A420-7499542A0D43}" dt="2022-08-09T10:34:57.342" v="3644" actId="20577"/>
          <ac:spMkLst>
            <pc:docMk/>
            <pc:sldMk cId="3472450693" sldId="257"/>
            <ac:spMk id="3" creationId="{80E36F94-92C5-49C4-89B0-FDCC3A53501B}"/>
          </ac:spMkLst>
        </pc:spChg>
      </pc:sldChg>
      <pc:sldChg chg="modSp mod">
        <pc:chgData name="Deepika Vatsa" userId="f7100972-27fe-4ee6-8fb4-ec9b7931b409" providerId="ADAL" clId="{18AEA20C-BEAA-445F-A420-7499542A0D43}" dt="2022-08-13T12:15:03.298" v="6334" actId="404"/>
        <pc:sldMkLst>
          <pc:docMk/>
          <pc:sldMk cId="3962052602" sldId="559"/>
        </pc:sldMkLst>
        <pc:spChg chg="mod">
          <ac:chgData name="Deepika Vatsa" userId="f7100972-27fe-4ee6-8fb4-ec9b7931b409" providerId="ADAL" clId="{18AEA20C-BEAA-445F-A420-7499542A0D43}" dt="2022-08-13T12:15:03.298" v="6334" actId="404"/>
          <ac:spMkLst>
            <pc:docMk/>
            <pc:sldMk cId="3962052602" sldId="559"/>
            <ac:spMk id="2" creationId="{D3824733-69A3-4ABC-8F50-20BC8E4873AC}"/>
          </ac:spMkLst>
        </pc:spChg>
        <pc:spChg chg="mod">
          <ac:chgData name="Deepika Vatsa" userId="f7100972-27fe-4ee6-8fb4-ec9b7931b409" providerId="ADAL" clId="{18AEA20C-BEAA-445F-A420-7499542A0D43}" dt="2022-08-13T12:14:53.088" v="6330" actId="20577"/>
          <ac:spMkLst>
            <pc:docMk/>
            <pc:sldMk cId="3962052602" sldId="559"/>
            <ac:spMk id="3" creationId="{03FB8F68-31E1-4B1A-B435-DA5668BAF265}"/>
          </ac:spMkLst>
        </pc:spChg>
      </pc:sldChg>
      <pc:sldChg chg="addSp delSp modSp mod modNotesTx">
        <pc:chgData name="Deepika Vatsa" userId="f7100972-27fe-4ee6-8fb4-ec9b7931b409" providerId="ADAL" clId="{18AEA20C-BEAA-445F-A420-7499542A0D43}" dt="2022-08-09T05:16:52.773" v="1130" actId="20577"/>
        <pc:sldMkLst>
          <pc:docMk/>
          <pc:sldMk cId="4184969250" sldId="560"/>
        </pc:sldMkLst>
        <pc:spChg chg="mod">
          <ac:chgData name="Deepika Vatsa" userId="f7100972-27fe-4ee6-8fb4-ec9b7931b409" providerId="ADAL" clId="{18AEA20C-BEAA-445F-A420-7499542A0D43}" dt="2022-08-09T05:07:40.290" v="192" actId="20577"/>
          <ac:spMkLst>
            <pc:docMk/>
            <pc:sldMk cId="4184969250" sldId="560"/>
            <ac:spMk id="2" creationId="{6167DC2D-0072-445E-8CB3-E53407061CE7}"/>
          </ac:spMkLst>
        </pc:spChg>
        <pc:spChg chg="add del mod">
          <ac:chgData name="Deepika Vatsa" userId="f7100972-27fe-4ee6-8fb4-ec9b7931b409" providerId="ADAL" clId="{18AEA20C-BEAA-445F-A420-7499542A0D43}" dt="2022-08-09T05:09:07.297" v="259" actId="478"/>
          <ac:spMkLst>
            <pc:docMk/>
            <pc:sldMk cId="4184969250" sldId="560"/>
            <ac:spMk id="4" creationId="{6E4E6CCF-E14E-417B-9C04-C29E5EEED8D4}"/>
          </ac:spMkLst>
        </pc:spChg>
        <pc:spChg chg="mod">
          <ac:chgData name="Deepika Vatsa" userId="f7100972-27fe-4ee6-8fb4-ec9b7931b409" providerId="ADAL" clId="{18AEA20C-BEAA-445F-A420-7499542A0D43}" dt="2022-08-09T05:09:09.843" v="260" actId="5793"/>
          <ac:spMkLst>
            <pc:docMk/>
            <pc:sldMk cId="4184969250" sldId="560"/>
            <ac:spMk id="6" creationId="{98E0FE6E-8F22-4B9F-9E9F-E2B694DC96D4}"/>
          </ac:spMkLst>
        </pc:spChg>
        <pc:picChg chg="del">
          <ac:chgData name="Deepika Vatsa" userId="f7100972-27fe-4ee6-8fb4-ec9b7931b409" providerId="ADAL" clId="{18AEA20C-BEAA-445F-A420-7499542A0D43}" dt="2022-08-09T05:08:27.595" v="251" actId="478"/>
          <ac:picMkLst>
            <pc:docMk/>
            <pc:sldMk cId="4184969250" sldId="560"/>
            <ac:picMk id="5" creationId="{D79DD659-0D69-439F-8DFB-E316F68747FE}"/>
          </ac:picMkLst>
        </pc:picChg>
        <pc:picChg chg="add mod modCrop">
          <ac:chgData name="Deepika Vatsa" userId="f7100972-27fe-4ee6-8fb4-ec9b7931b409" providerId="ADAL" clId="{18AEA20C-BEAA-445F-A420-7499542A0D43}" dt="2022-08-09T05:08:55.149" v="257" actId="1076"/>
          <ac:picMkLst>
            <pc:docMk/>
            <pc:sldMk cId="4184969250" sldId="560"/>
            <ac:picMk id="8" creationId="{DFE7DFCE-8DE5-4ACA-8112-DF2E5EE032CE}"/>
          </ac:picMkLst>
        </pc:picChg>
      </pc:sldChg>
      <pc:sldChg chg="addSp delSp modSp mod modNotesTx">
        <pc:chgData name="Deepika Vatsa" userId="f7100972-27fe-4ee6-8fb4-ec9b7931b409" providerId="ADAL" clId="{18AEA20C-BEAA-445F-A420-7499542A0D43}" dt="2022-08-09T10:29:09.375" v="3483" actId="20577"/>
        <pc:sldMkLst>
          <pc:docMk/>
          <pc:sldMk cId="1127720626" sldId="561"/>
        </pc:sldMkLst>
        <pc:spChg chg="mod">
          <ac:chgData name="Deepika Vatsa" userId="f7100972-27fe-4ee6-8fb4-ec9b7931b409" providerId="ADAL" clId="{18AEA20C-BEAA-445F-A420-7499542A0D43}" dt="2022-08-09T06:53:31.267" v="3074" actId="20577"/>
          <ac:spMkLst>
            <pc:docMk/>
            <pc:sldMk cId="1127720626" sldId="561"/>
            <ac:spMk id="2" creationId="{6167DC2D-0072-445E-8CB3-E53407061CE7}"/>
          </ac:spMkLst>
        </pc:spChg>
        <pc:spChg chg="add mod">
          <ac:chgData name="Deepika Vatsa" userId="f7100972-27fe-4ee6-8fb4-ec9b7931b409" providerId="ADAL" clId="{18AEA20C-BEAA-445F-A420-7499542A0D43}" dt="2022-08-09T10:29:09.375" v="3483" actId="20577"/>
          <ac:spMkLst>
            <pc:docMk/>
            <pc:sldMk cId="1127720626" sldId="561"/>
            <ac:spMk id="9" creationId="{55A5BFD8-4962-4C89-86F0-4A582AD35F41}"/>
          </ac:spMkLst>
        </pc:spChg>
        <pc:picChg chg="del">
          <ac:chgData name="Deepika Vatsa" userId="f7100972-27fe-4ee6-8fb4-ec9b7931b409" providerId="ADAL" clId="{18AEA20C-BEAA-445F-A420-7499542A0D43}" dt="2022-08-09T05:17:24.679" v="1151" actId="478"/>
          <ac:picMkLst>
            <pc:docMk/>
            <pc:sldMk cId="1127720626" sldId="561"/>
            <ac:picMk id="10" creationId="{01814F26-28FF-4083-AF5E-9A822C2993DA}"/>
          </ac:picMkLst>
        </pc:picChg>
      </pc:sldChg>
      <pc:sldChg chg="del">
        <pc:chgData name="Deepika Vatsa" userId="f7100972-27fe-4ee6-8fb4-ec9b7931b409" providerId="ADAL" clId="{18AEA20C-BEAA-445F-A420-7499542A0D43}" dt="2022-08-09T05:58:25.624" v="2957" actId="47"/>
        <pc:sldMkLst>
          <pc:docMk/>
          <pc:sldMk cId="1425229445" sldId="562"/>
        </pc:sldMkLst>
      </pc:sldChg>
      <pc:sldChg chg="del">
        <pc:chgData name="Deepika Vatsa" userId="f7100972-27fe-4ee6-8fb4-ec9b7931b409" providerId="ADAL" clId="{18AEA20C-BEAA-445F-A420-7499542A0D43}" dt="2022-08-09T05:58:25.624" v="2957" actId="47"/>
        <pc:sldMkLst>
          <pc:docMk/>
          <pc:sldMk cId="2638973260" sldId="563"/>
        </pc:sldMkLst>
      </pc:sldChg>
      <pc:sldChg chg="del">
        <pc:chgData name="Deepika Vatsa" userId="f7100972-27fe-4ee6-8fb4-ec9b7931b409" providerId="ADAL" clId="{18AEA20C-BEAA-445F-A420-7499542A0D43}" dt="2022-08-09T05:58:25.624" v="2957" actId="47"/>
        <pc:sldMkLst>
          <pc:docMk/>
          <pc:sldMk cId="3588827055" sldId="564"/>
        </pc:sldMkLst>
      </pc:sldChg>
      <pc:sldChg chg="del">
        <pc:chgData name="Deepika Vatsa" userId="f7100972-27fe-4ee6-8fb4-ec9b7931b409" providerId="ADAL" clId="{18AEA20C-BEAA-445F-A420-7499542A0D43}" dt="2022-08-09T05:58:25.624" v="2957" actId="47"/>
        <pc:sldMkLst>
          <pc:docMk/>
          <pc:sldMk cId="2324140379" sldId="565"/>
        </pc:sldMkLst>
      </pc:sldChg>
      <pc:sldChg chg="del">
        <pc:chgData name="Deepika Vatsa" userId="f7100972-27fe-4ee6-8fb4-ec9b7931b409" providerId="ADAL" clId="{18AEA20C-BEAA-445F-A420-7499542A0D43}" dt="2022-08-09T05:58:25.624" v="2957" actId="47"/>
        <pc:sldMkLst>
          <pc:docMk/>
          <pc:sldMk cId="1491287628" sldId="566"/>
        </pc:sldMkLst>
      </pc:sldChg>
      <pc:sldChg chg="del">
        <pc:chgData name="Deepika Vatsa" userId="f7100972-27fe-4ee6-8fb4-ec9b7931b409" providerId="ADAL" clId="{18AEA20C-BEAA-445F-A420-7499542A0D43}" dt="2022-08-09T05:58:25.624" v="2957" actId="47"/>
        <pc:sldMkLst>
          <pc:docMk/>
          <pc:sldMk cId="382883145" sldId="567"/>
        </pc:sldMkLst>
      </pc:sldChg>
      <pc:sldChg chg="del">
        <pc:chgData name="Deepika Vatsa" userId="f7100972-27fe-4ee6-8fb4-ec9b7931b409" providerId="ADAL" clId="{18AEA20C-BEAA-445F-A420-7499542A0D43}" dt="2022-08-09T05:58:25.624" v="2957" actId="47"/>
        <pc:sldMkLst>
          <pc:docMk/>
          <pc:sldMk cId="3914029419" sldId="568"/>
        </pc:sldMkLst>
      </pc:sldChg>
      <pc:sldChg chg="del">
        <pc:chgData name="Deepika Vatsa" userId="f7100972-27fe-4ee6-8fb4-ec9b7931b409" providerId="ADAL" clId="{18AEA20C-BEAA-445F-A420-7499542A0D43}" dt="2022-08-09T05:58:25.624" v="2957" actId="47"/>
        <pc:sldMkLst>
          <pc:docMk/>
          <pc:sldMk cId="2950905892" sldId="570"/>
        </pc:sldMkLst>
      </pc:sldChg>
      <pc:sldChg chg="del">
        <pc:chgData name="Deepika Vatsa" userId="f7100972-27fe-4ee6-8fb4-ec9b7931b409" providerId="ADAL" clId="{18AEA20C-BEAA-445F-A420-7499542A0D43}" dt="2022-08-09T05:58:25.624" v="2957" actId="47"/>
        <pc:sldMkLst>
          <pc:docMk/>
          <pc:sldMk cId="3918142659" sldId="571"/>
        </pc:sldMkLst>
      </pc:sldChg>
      <pc:sldChg chg="del">
        <pc:chgData name="Deepika Vatsa" userId="f7100972-27fe-4ee6-8fb4-ec9b7931b409" providerId="ADAL" clId="{18AEA20C-BEAA-445F-A420-7499542A0D43}" dt="2022-08-09T05:58:25.624" v="2957" actId="47"/>
        <pc:sldMkLst>
          <pc:docMk/>
          <pc:sldMk cId="2848741207" sldId="572"/>
        </pc:sldMkLst>
      </pc:sldChg>
      <pc:sldChg chg="del">
        <pc:chgData name="Deepika Vatsa" userId="f7100972-27fe-4ee6-8fb4-ec9b7931b409" providerId="ADAL" clId="{18AEA20C-BEAA-445F-A420-7499542A0D43}" dt="2022-08-09T05:58:25.624" v="2957" actId="47"/>
        <pc:sldMkLst>
          <pc:docMk/>
          <pc:sldMk cId="1559947821" sldId="573"/>
        </pc:sldMkLst>
      </pc:sldChg>
      <pc:sldChg chg="del">
        <pc:chgData name="Deepika Vatsa" userId="f7100972-27fe-4ee6-8fb4-ec9b7931b409" providerId="ADAL" clId="{18AEA20C-BEAA-445F-A420-7499542A0D43}" dt="2022-08-09T05:58:25.624" v="2957" actId="47"/>
        <pc:sldMkLst>
          <pc:docMk/>
          <pc:sldMk cId="167990248" sldId="574"/>
        </pc:sldMkLst>
      </pc:sldChg>
      <pc:sldChg chg="del">
        <pc:chgData name="Deepika Vatsa" userId="f7100972-27fe-4ee6-8fb4-ec9b7931b409" providerId="ADAL" clId="{18AEA20C-BEAA-445F-A420-7499542A0D43}" dt="2022-08-09T05:58:25.624" v="2957" actId="47"/>
        <pc:sldMkLst>
          <pc:docMk/>
          <pc:sldMk cId="296850078" sldId="575"/>
        </pc:sldMkLst>
      </pc:sldChg>
      <pc:sldChg chg="del">
        <pc:chgData name="Deepika Vatsa" userId="f7100972-27fe-4ee6-8fb4-ec9b7931b409" providerId="ADAL" clId="{18AEA20C-BEAA-445F-A420-7499542A0D43}" dt="2022-08-09T05:58:25.624" v="2957" actId="47"/>
        <pc:sldMkLst>
          <pc:docMk/>
          <pc:sldMk cId="1530362619" sldId="576"/>
        </pc:sldMkLst>
      </pc:sldChg>
      <pc:sldChg chg="del">
        <pc:chgData name="Deepika Vatsa" userId="f7100972-27fe-4ee6-8fb4-ec9b7931b409" providerId="ADAL" clId="{18AEA20C-BEAA-445F-A420-7499542A0D43}" dt="2022-08-09T05:58:25.624" v="2957" actId="47"/>
        <pc:sldMkLst>
          <pc:docMk/>
          <pc:sldMk cId="2641734005" sldId="577"/>
        </pc:sldMkLst>
      </pc:sldChg>
      <pc:sldChg chg="del">
        <pc:chgData name="Deepika Vatsa" userId="f7100972-27fe-4ee6-8fb4-ec9b7931b409" providerId="ADAL" clId="{18AEA20C-BEAA-445F-A420-7499542A0D43}" dt="2022-08-09T05:58:25.624" v="2957" actId="47"/>
        <pc:sldMkLst>
          <pc:docMk/>
          <pc:sldMk cId="2988424122" sldId="578"/>
        </pc:sldMkLst>
      </pc:sldChg>
      <pc:sldChg chg="del">
        <pc:chgData name="Deepika Vatsa" userId="f7100972-27fe-4ee6-8fb4-ec9b7931b409" providerId="ADAL" clId="{18AEA20C-BEAA-445F-A420-7499542A0D43}" dt="2022-08-09T05:58:25.624" v="2957" actId="47"/>
        <pc:sldMkLst>
          <pc:docMk/>
          <pc:sldMk cId="3800443747" sldId="579"/>
        </pc:sldMkLst>
      </pc:sldChg>
      <pc:sldChg chg="del">
        <pc:chgData name="Deepika Vatsa" userId="f7100972-27fe-4ee6-8fb4-ec9b7931b409" providerId="ADAL" clId="{18AEA20C-BEAA-445F-A420-7499542A0D43}" dt="2022-08-09T05:58:25.624" v="2957" actId="47"/>
        <pc:sldMkLst>
          <pc:docMk/>
          <pc:sldMk cId="1721693448" sldId="580"/>
        </pc:sldMkLst>
      </pc:sldChg>
      <pc:sldChg chg="add del">
        <pc:chgData name="Deepika Vatsa" userId="f7100972-27fe-4ee6-8fb4-ec9b7931b409" providerId="ADAL" clId="{18AEA20C-BEAA-445F-A420-7499542A0D43}" dt="2022-08-09T05:17:13.561" v="1132" actId="2890"/>
        <pc:sldMkLst>
          <pc:docMk/>
          <pc:sldMk cId="854580351" sldId="581"/>
        </pc:sldMkLst>
      </pc:sldChg>
      <pc:sldChg chg="addSp modSp add mod modNotesTx">
        <pc:chgData name="Deepika Vatsa" userId="f7100972-27fe-4ee6-8fb4-ec9b7931b409" providerId="ADAL" clId="{18AEA20C-BEAA-445F-A420-7499542A0D43}" dt="2022-08-09T05:33:58.021" v="1759" actId="1076"/>
        <pc:sldMkLst>
          <pc:docMk/>
          <pc:sldMk cId="4266152413" sldId="581"/>
        </pc:sldMkLst>
        <pc:spChg chg="mod">
          <ac:chgData name="Deepika Vatsa" userId="f7100972-27fe-4ee6-8fb4-ec9b7931b409" providerId="ADAL" clId="{18AEA20C-BEAA-445F-A420-7499542A0D43}" dt="2022-08-09T05:28:59.092" v="1394" actId="20577"/>
          <ac:spMkLst>
            <pc:docMk/>
            <pc:sldMk cId="4266152413" sldId="581"/>
            <ac:spMk id="2" creationId="{6167DC2D-0072-445E-8CB3-E53407061CE7}"/>
          </ac:spMkLst>
        </pc:spChg>
        <pc:spChg chg="mod">
          <ac:chgData name="Deepika Vatsa" userId="f7100972-27fe-4ee6-8fb4-ec9b7931b409" providerId="ADAL" clId="{18AEA20C-BEAA-445F-A420-7499542A0D43}" dt="2022-08-09T05:33:52.843" v="1758" actId="21"/>
          <ac:spMkLst>
            <pc:docMk/>
            <pc:sldMk cId="4266152413" sldId="581"/>
            <ac:spMk id="9" creationId="{55A5BFD8-4962-4C89-86F0-4A582AD35F41}"/>
          </ac:spMkLst>
        </pc:spChg>
        <pc:picChg chg="add mod modCrop">
          <ac:chgData name="Deepika Vatsa" userId="f7100972-27fe-4ee6-8fb4-ec9b7931b409" providerId="ADAL" clId="{18AEA20C-BEAA-445F-A420-7499542A0D43}" dt="2022-08-09T05:33:58.021" v="1759" actId="1076"/>
          <ac:picMkLst>
            <pc:docMk/>
            <pc:sldMk cId="4266152413" sldId="581"/>
            <ac:picMk id="4" creationId="{91EEECDA-1D61-4EBB-8842-01E837FB89F1}"/>
          </ac:picMkLst>
        </pc:picChg>
      </pc:sldChg>
      <pc:sldChg chg="addSp delSp modSp add mod modNotesTx">
        <pc:chgData name="Deepika Vatsa" userId="f7100972-27fe-4ee6-8fb4-ec9b7931b409" providerId="ADAL" clId="{18AEA20C-BEAA-445F-A420-7499542A0D43}" dt="2022-08-09T06:01:51.357" v="2982" actId="1076"/>
        <pc:sldMkLst>
          <pc:docMk/>
          <pc:sldMk cId="3109505439" sldId="582"/>
        </pc:sldMkLst>
        <pc:spChg chg="mod">
          <ac:chgData name="Deepika Vatsa" userId="f7100972-27fe-4ee6-8fb4-ec9b7931b409" providerId="ADAL" clId="{18AEA20C-BEAA-445F-A420-7499542A0D43}" dt="2022-08-09T05:36:22.819" v="1805" actId="6549"/>
          <ac:spMkLst>
            <pc:docMk/>
            <pc:sldMk cId="3109505439" sldId="582"/>
            <ac:spMk id="9" creationId="{55A5BFD8-4962-4C89-86F0-4A582AD35F41}"/>
          </ac:spMkLst>
        </pc:spChg>
        <pc:picChg chg="del">
          <ac:chgData name="Deepika Vatsa" userId="f7100972-27fe-4ee6-8fb4-ec9b7931b409" providerId="ADAL" clId="{18AEA20C-BEAA-445F-A420-7499542A0D43}" dt="2022-08-09T05:34:05.990" v="1762" actId="478"/>
          <ac:picMkLst>
            <pc:docMk/>
            <pc:sldMk cId="3109505439" sldId="582"/>
            <ac:picMk id="4" creationId="{91EEECDA-1D61-4EBB-8842-01E837FB89F1}"/>
          </ac:picMkLst>
        </pc:picChg>
        <pc:picChg chg="add mod modCrop">
          <ac:chgData name="Deepika Vatsa" userId="f7100972-27fe-4ee6-8fb4-ec9b7931b409" providerId="ADAL" clId="{18AEA20C-BEAA-445F-A420-7499542A0D43}" dt="2022-08-09T06:01:51.357" v="2982" actId="1076"/>
          <ac:picMkLst>
            <pc:docMk/>
            <pc:sldMk cId="3109505439" sldId="582"/>
            <ac:picMk id="5" creationId="{7C2DA91B-1EFF-45D4-AA81-8DD42B6DEAFC}"/>
          </ac:picMkLst>
        </pc:picChg>
        <pc:picChg chg="add del mod modCrop">
          <ac:chgData name="Deepika Vatsa" userId="f7100972-27fe-4ee6-8fb4-ec9b7931b409" providerId="ADAL" clId="{18AEA20C-BEAA-445F-A420-7499542A0D43}" dt="2022-08-09T06:01:46.841" v="2981" actId="478"/>
          <ac:picMkLst>
            <pc:docMk/>
            <pc:sldMk cId="3109505439" sldId="582"/>
            <ac:picMk id="8" creationId="{60A5C98E-2DCB-4A57-AC25-7403C64CB1FE}"/>
          </ac:picMkLst>
        </pc:picChg>
      </pc:sldChg>
      <pc:sldChg chg="addSp delSp modSp add mod modNotesTx">
        <pc:chgData name="Deepika Vatsa" userId="f7100972-27fe-4ee6-8fb4-ec9b7931b409" providerId="ADAL" clId="{18AEA20C-BEAA-445F-A420-7499542A0D43}" dt="2022-08-09T06:03:52.032" v="2995" actId="1076"/>
        <pc:sldMkLst>
          <pc:docMk/>
          <pc:sldMk cId="2722501262" sldId="583"/>
        </pc:sldMkLst>
        <pc:spChg chg="mod">
          <ac:chgData name="Deepika Vatsa" userId="f7100972-27fe-4ee6-8fb4-ec9b7931b409" providerId="ADAL" clId="{18AEA20C-BEAA-445F-A420-7499542A0D43}" dt="2022-08-09T05:37:32.279" v="1936" actId="20577"/>
          <ac:spMkLst>
            <pc:docMk/>
            <pc:sldMk cId="2722501262" sldId="583"/>
            <ac:spMk id="2" creationId="{6167DC2D-0072-445E-8CB3-E53407061CE7}"/>
          </ac:spMkLst>
        </pc:spChg>
        <pc:spChg chg="del mod">
          <ac:chgData name="Deepika Vatsa" userId="f7100972-27fe-4ee6-8fb4-ec9b7931b409" providerId="ADAL" clId="{18AEA20C-BEAA-445F-A420-7499542A0D43}" dt="2022-08-09T05:55:27.533" v="2760" actId="478"/>
          <ac:spMkLst>
            <pc:docMk/>
            <pc:sldMk cId="2722501262" sldId="583"/>
            <ac:spMk id="9" creationId="{55A5BFD8-4962-4C89-86F0-4A582AD35F41}"/>
          </ac:spMkLst>
        </pc:spChg>
        <pc:spChg chg="add mod">
          <ac:chgData name="Deepika Vatsa" userId="f7100972-27fe-4ee6-8fb4-ec9b7931b409" providerId="ADAL" clId="{18AEA20C-BEAA-445F-A420-7499542A0D43}" dt="2022-08-09T05:38:39.257" v="2043" actId="20577"/>
          <ac:spMkLst>
            <pc:docMk/>
            <pc:sldMk cId="2722501262" sldId="583"/>
            <ac:spMk id="11" creationId="{9F5D1653-CA60-43A9-B8A2-156757479F5A}"/>
          </ac:spMkLst>
        </pc:spChg>
        <pc:picChg chg="add del mod modCrop">
          <ac:chgData name="Deepika Vatsa" userId="f7100972-27fe-4ee6-8fb4-ec9b7931b409" providerId="ADAL" clId="{18AEA20C-BEAA-445F-A420-7499542A0D43}" dt="2022-08-09T05:54:58.350" v="2754" actId="478"/>
          <ac:picMkLst>
            <pc:docMk/>
            <pc:sldMk cId="2722501262" sldId="583"/>
            <ac:picMk id="4" creationId="{BB562E27-5254-4178-BD82-F1012FF27FC6}"/>
          </ac:picMkLst>
        </pc:picChg>
        <pc:picChg chg="del">
          <ac:chgData name="Deepika Vatsa" userId="f7100972-27fe-4ee6-8fb4-ec9b7931b409" providerId="ADAL" clId="{18AEA20C-BEAA-445F-A420-7499542A0D43}" dt="2022-08-09T05:37:35.870" v="1937" actId="478"/>
          <ac:picMkLst>
            <pc:docMk/>
            <pc:sldMk cId="2722501262" sldId="583"/>
            <ac:picMk id="5" creationId="{7C2DA91B-1EFF-45D4-AA81-8DD42B6DEAFC}"/>
          </ac:picMkLst>
        </pc:picChg>
        <pc:picChg chg="del">
          <ac:chgData name="Deepika Vatsa" userId="f7100972-27fe-4ee6-8fb4-ec9b7931b409" providerId="ADAL" clId="{18AEA20C-BEAA-445F-A420-7499542A0D43}" dt="2022-08-09T05:37:35.870" v="1937" actId="478"/>
          <ac:picMkLst>
            <pc:docMk/>
            <pc:sldMk cId="2722501262" sldId="583"/>
            <ac:picMk id="8" creationId="{60A5C98E-2DCB-4A57-AC25-7403C64CB1FE}"/>
          </ac:picMkLst>
        </pc:picChg>
        <pc:picChg chg="add del mod modCrop">
          <ac:chgData name="Deepika Vatsa" userId="f7100972-27fe-4ee6-8fb4-ec9b7931b409" providerId="ADAL" clId="{18AEA20C-BEAA-445F-A420-7499542A0D43}" dt="2022-08-09T06:02:28.187" v="2984" actId="478"/>
          <ac:picMkLst>
            <pc:docMk/>
            <pc:sldMk cId="2722501262" sldId="583"/>
            <ac:picMk id="10" creationId="{B0866FBD-F951-4829-9956-0F28839A1160}"/>
          </ac:picMkLst>
        </pc:picChg>
        <pc:picChg chg="add mod modCrop">
          <ac:chgData name="Deepika Vatsa" userId="f7100972-27fe-4ee6-8fb4-ec9b7931b409" providerId="ADAL" clId="{18AEA20C-BEAA-445F-A420-7499542A0D43}" dt="2022-08-09T06:03:52.032" v="2995" actId="1076"/>
          <ac:picMkLst>
            <pc:docMk/>
            <pc:sldMk cId="2722501262" sldId="583"/>
            <ac:picMk id="13" creationId="{A27E30B4-4B2C-440A-8755-A201E687B108}"/>
          </ac:picMkLst>
        </pc:picChg>
      </pc:sldChg>
      <pc:sldChg chg="addSp delSp modSp add mod modNotesTx">
        <pc:chgData name="Deepika Vatsa" userId="f7100972-27fe-4ee6-8fb4-ec9b7931b409" providerId="ADAL" clId="{18AEA20C-BEAA-445F-A420-7499542A0D43}" dt="2022-08-10T05:40:34.715" v="6212" actId="1076"/>
        <pc:sldMkLst>
          <pc:docMk/>
          <pc:sldMk cId="2142725904" sldId="584"/>
        </pc:sldMkLst>
        <pc:spChg chg="mod">
          <ac:chgData name="Deepika Vatsa" userId="f7100972-27fe-4ee6-8fb4-ec9b7931b409" providerId="ADAL" clId="{18AEA20C-BEAA-445F-A420-7499542A0D43}" dt="2022-08-09T05:56:28.668" v="2768" actId="20577"/>
          <ac:spMkLst>
            <pc:docMk/>
            <pc:sldMk cId="2142725904" sldId="584"/>
            <ac:spMk id="2" creationId="{6167DC2D-0072-445E-8CB3-E53407061CE7}"/>
          </ac:spMkLst>
        </pc:spChg>
        <pc:spChg chg="add mod">
          <ac:chgData name="Deepika Vatsa" userId="f7100972-27fe-4ee6-8fb4-ec9b7931b409" providerId="ADAL" clId="{18AEA20C-BEAA-445F-A420-7499542A0D43}" dt="2022-08-09T05:57:18.273" v="2783" actId="20577"/>
          <ac:spMkLst>
            <pc:docMk/>
            <pc:sldMk cId="2142725904" sldId="584"/>
            <ac:spMk id="3" creationId="{00E19117-BCAB-4527-9C32-ED111B23F178}"/>
          </ac:spMkLst>
        </pc:spChg>
        <pc:spChg chg="del mod">
          <ac:chgData name="Deepika Vatsa" userId="f7100972-27fe-4ee6-8fb4-ec9b7931b409" providerId="ADAL" clId="{18AEA20C-BEAA-445F-A420-7499542A0D43}" dt="2022-08-09T05:59:28.700" v="2966" actId="478"/>
          <ac:spMkLst>
            <pc:docMk/>
            <pc:sldMk cId="2142725904" sldId="584"/>
            <ac:spMk id="11" creationId="{9F5D1653-CA60-43A9-B8A2-156757479F5A}"/>
          </ac:spMkLst>
        </pc:spChg>
        <pc:spChg chg="add mod">
          <ac:chgData name="Deepika Vatsa" userId="f7100972-27fe-4ee6-8fb4-ec9b7931b409" providerId="ADAL" clId="{18AEA20C-BEAA-445F-A420-7499542A0D43}" dt="2022-08-10T05:40:29.521" v="6211" actId="1076"/>
          <ac:spMkLst>
            <pc:docMk/>
            <pc:sldMk cId="2142725904" sldId="584"/>
            <ac:spMk id="12" creationId="{96F74A69-DF63-4903-B517-88476B4C3420}"/>
          </ac:spMkLst>
        </pc:spChg>
        <pc:spChg chg="add mod">
          <ac:chgData name="Deepika Vatsa" userId="f7100972-27fe-4ee6-8fb4-ec9b7931b409" providerId="ADAL" clId="{18AEA20C-BEAA-445F-A420-7499542A0D43}" dt="2022-08-10T05:40:15.108" v="6207" actId="1076"/>
          <ac:spMkLst>
            <pc:docMk/>
            <pc:sldMk cId="2142725904" sldId="584"/>
            <ac:spMk id="13" creationId="{43AF77B1-ABD0-43F8-8FEF-77B21989A747}"/>
          </ac:spMkLst>
        </pc:spChg>
        <pc:picChg chg="del">
          <ac:chgData name="Deepika Vatsa" userId="f7100972-27fe-4ee6-8fb4-ec9b7931b409" providerId="ADAL" clId="{18AEA20C-BEAA-445F-A420-7499542A0D43}" dt="2022-08-09T05:56:30.569" v="2769" actId="478"/>
          <ac:picMkLst>
            <pc:docMk/>
            <pc:sldMk cId="2142725904" sldId="584"/>
            <ac:picMk id="10" creationId="{B0866FBD-F951-4829-9956-0F28839A1160}"/>
          </ac:picMkLst>
        </pc:picChg>
        <pc:picChg chg="add mod modCrop">
          <ac:chgData name="Deepika Vatsa" userId="f7100972-27fe-4ee6-8fb4-ec9b7931b409" providerId="ADAL" clId="{18AEA20C-BEAA-445F-A420-7499542A0D43}" dt="2022-08-09T05:58:52.391" v="2962" actId="1076"/>
          <ac:picMkLst>
            <pc:docMk/>
            <pc:sldMk cId="2142725904" sldId="584"/>
            <ac:picMk id="14" creationId="{5B6DE97F-AE13-4566-B788-0C242F45B6FE}"/>
          </ac:picMkLst>
        </pc:picChg>
        <pc:picChg chg="add mod">
          <ac:chgData name="Deepika Vatsa" userId="f7100972-27fe-4ee6-8fb4-ec9b7931b409" providerId="ADAL" clId="{18AEA20C-BEAA-445F-A420-7499542A0D43}" dt="2022-08-10T05:40:04.468" v="6203" actId="1076"/>
          <ac:picMkLst>
            <pc:docMk/>
            <pc:sldMk cId="2142725904" sldId="584"/>
            <ac:picMk id="16" creationId="{6C240AD0-E74A-4794-AD9B-3D7B20ED838E}"/>
          </ac:picMkLst>
        </pc:picChg>
        <pc:picChg chg="add mod modCrop">
          <ac:chgData name="Deepika Vatsa" userId="f7100972-27fe-4ee6-8fb4-ec9b7931b409" providerId="ADAL" clId="{18AEA20C-BEAA-445F-A420-7499542A0D43}" dt="2022-08-10T05:40:34.715" v="6212" actId="1076"/>
          <ac:picMkLst>
            <pc:docMk/>
            <pc:sldMk cId="2142725904" sldId="584"/>
            <ac:picMk id="18" creationId="{7FF919E1-3F23-4CC5-A407-0C569E0EBFBD}"/>
          </ac:picMkLst>
        </pc:picChg>
        <pc:picChg chg="add mod">
          <ac:chgData name="Deepika Vatsa" userId="f7100972-27fe-4ee6-8fb4-ec9b7931b409" providerId="ADAL" clId="{18AEA20C-BEAA-445F-A420-7499542A0D43}" dt="2022-08-10T05:40:24.625" v="6209" actId="1076"/>
          <ac:picMkLst>
            <pc:docMk/>
            <pc:sldMk cId="2142725904" sldId="584"/>
            <ac:picMk id="20" creationId="{4252B299-8687-4623-811E-DCF415577EB3}"/>
          </ac:picMkLst>
        </pc:picChg>
      </pc:sldChg>
      <pc:sldChg chg="delSp modSp add mod">
        <pc:chgData name="Deepika Vatsa" userId="f7100972-27fe-4ee6-8fb4-ec9b7931b409" providerId="ADAL" clId="{18AEA20C-BEAA-445F-A420-7499542A0D43}" dt="2022-08-09T06:01:43.499" v="2980" actId="1076"/>
        <pc:sldMkLst>
          <pc:docMk/>
          <pc:sldMk cId="3681918962" sldId="585"/>
        </pc:sldMkLst>
        <pc:picChg chg="del">
          <ac:chgData name="Deepika Vatsa" userId="f7100972-27fe-4ee6-8fb4-ec9b7931b409" providerId="ADAL" clId="{18AEA20C-BEAA-445F-A420-7499542A0D43}" dt="2022-08-09T06:01:34.783" v="2979" actId="478"/>
          <ac:picMkLst>
            <pc:docMk/>
            <pc:sldMk cId="3681918962" sldId="585"/>
            <ac:picMk id="5" creationId="{7C2DA91B-1EFF-45D4-AA81-8DD42B6DEAFC}"/>
          </ac:picMkLst>
        </pc:picChg>
        <pc:picChg chg="mod">
          <ac:chgData name="Deepika Vatsa" userId="f7100972-27fe-4ee6-8fb4-ec9b7931b409" providerId="ADAL" clId="{18AEA20C-BEAA-445F-A420-7499542A0D43}" dt="2022-08-09T06:01:43.499" v="2980" actId="1076"/>
          <ac:picMkLst>
            <pc:docMk/>
            <pc:sldMk cId="3681918962" sldId="585"/>
            <ac:picMk id="8" creationId="{60A5C98E-2DCB-4A57-AC25-7403C64CB1FE}"/>
          </ac:picMkLst>
        </pc:picChg>
      </pc:sldChg>
      <pc:sldChg chg="add">
        <pc:chgData name="Deepika Vatsa" userId="f7100972-27fe-4ee6-8fb4-ec9b7931b409" providerId="ADAL" clId="{18AEA20C-BEAA-445F-A420-7499542A0D43}" dt="2022-08-09T06:02:06.564" v="2983" actId="2890"/>
        <pc:sldMkLst>
          <pc:docMk/>
          <pc:sldMk cId="3136226123" sldId="586"/>
        </pc:sldMkLst>
      </pc:sldChg>
      <pc:sldChg chg="addSp delSp modSp add mod">
        <pc:chgData name="Deepika Vatsa" userId="f7100972-27fe-4ee6-8fb4-ec9b7931b409" providerId="ADAL" clId="{18AEA20C-BEAA-445F-A420-7499542A0D43}" dt="2022-08-09T06:05:06.158" v="3003" actId="1076"/>
        <pc:sldMkLst>
          <pc:docMk/>
          <pc:sldMk cId="2576216198" sldId="587"/>
        </pc:sldMkLst>
        <pc:picChg chg="add mod modCrop">
          <ac:chgData name="Deepika Vatsa" userId="f7100972-27fe-4ee6-8fb4-ec9b7931b409" providerId="ADAL" clId="{18AEA20C-BEAA-445F-A420-7499542A0D43}" dt="2022-08-09T06:05:06.158" v="3003" actId="1076"/>
          <ac:picMkLst>
            <pc:docMk/>
            <pc:sldMk cId="2576216198" sldId="587"/>
            <ac:picMk id="4" creationId="{10003914-DEA4-4E32-B10E-311FA2A656F4}"/>
          </ac:picMkLst>
        </pc:picChg>
        <pc:picChg chg="del">
          <ac:chgData name="Deepika Vatsa" userId="f7100972-27fe-4ee6-8fb4-ec9b7931b409" providerId="ADAL" clId="{18AEA20C-BEAA-445F-A420-7499542A0D43}" dt="2022-08-09T06:03:18.413" v="2990" actId="478"/>
          <ac:picMkLst>
            <pc:docMk/>
            <pc:sldMk cId="2576216198" sldId="587"/>
            <ac:picMk id="13" creationId="{A27E30B4-4B2C-440A-8755-A201E687B108}"/>
          </ac:picMkLst>
        </pc:picChg>
      </pc:sldChg>
      <pc:sldChg chg="addSp delSp modSp add mod">
        <pc:chgData name="Deepika Vatsa" userId="f7100972-27fe-4ee6-8fb4-ec9b7931b409" providerId="ADAL" clId="{18AEA20C-BEAA-445F-A420-7499542A0D43}" dt="2022-08-09T06:05:15.145" v="3004" actId="1076"/>
        <pc:sldMkLst>
          <pc:docMk/>
          <pc:sldMk cId="3660427837" sldId="588"/>
        </pc:sldMkLst>
        <pc:picChg chg="del">
          <ac:chgData name="Deepika Vatsa" userId="f7100972-27fe-4ee6-8fb4-ec9b7931b409" providerId="ADAL" clId="{18AEA20C-BEAA-445F-A420-7499542A0D43}" dt="2022-08-09T06:04:32.892" v="2998" actId="478"/>
          <ac:picMkLst>
            <pc:docMk/>
            <pc:sldMk cId="3660427837" sldId="588"/>
            <ac:picMk id="4" creationId="{10003914-DEA4-4E32-B10E-311FA2A656F4}"/>
          </ac:picMkLst>
        </pc:picChg>
        <pc:picChg chg="add mod modCrop">
          <ac:chgData name="Deepika Vatsa" userId="f7100972-27fe-4ee6-8fb4-ec9b7931b409" providerId="ADAL" clId="{18AEA20C-BEAA-445F-A420-7499542A0D43}" dt="2022-08-09T06:05:15.145" v="3004" actId="1076"/>
          <ac:picMkLst>
            <pc:docMk/>
            <pc:sldMk cId="3660427837" sldId="588"/>
            <ac:picMk id="5" creationId="{F4F68D8E-5AE0-44F4-9339-C057624557E8}"/>
          </ac:picMkLst>
        </pc:picChg>
      </pc:sldChg>
      <pc:sldChg chg="delSp modSp add mod modNotesTx">
        <pc:chgData name="Deepika Vatsa" userId="f7100972-27fe-4ee6-8fb4-ec9b7931b409" providerId="ADAL" clId="{18AEA20C-BEAA-445F-A420-7499542A0D43}" dt="2022-08-09T06:55:10.775" v="3149" actId="20577"/>
        <pc:sldMkLst>
          <pc:docMk/>
          <pc:sldMk cId="4154716115" sldId="589"/>
        </pc:sldMkLst>
        <pc:spChg chg="mod">
          <ac:chgData name="Deepika Vatsa" userId="f7100972-27fe-4ee6-8fb4-ec9b7931b409" providerId="ADAL" clId="{18AEA20C-BEAA-445F-A420-7499542A0D43}" dt="2022-08-09T06:47:46.340" v="3018" actId="20577"/>
          <ac:spMkLst>
            <pc:docMk/>
            <pc:sldMk cId="4154716115" sldId="589"/>
            <ac:spMk id="2" creationId="{6167DC2D-0072-445E-8CB3-E53407061CE7}"/>
          </ac:spMkLst>
        </pc:spChg>
        <pc:spChg chg="mod">
          <ac:chgData name="Deepika Vatsa" userId="f7100972-27fe-4ee6-8fb4-ec9b7931b409" providerId="ADAL" clId="{18AEA20C-BEAA-445F-A420-7499542A0D43}" dt="2022-08-09T06:55:10.775" v="3149" actId="20577"/>
          <ac:spMkLst>
            <pc:docMk/>
            <pc:sldMk cId="4154716115" sldId="589"/>
            <ac:spMk id="6" creationId="{98E0FE6E-8F22-4B9F-9E9F-E2B694DC96D4}"/>
          </ac:spMkLst>
        </pc:spChg>
        <pc:picChg chg="del">
          <ac:chgData name="Deepika Vatsa" userId="f7100972-27fe-4ee6-8fb4-ec9b7931b409" providerId="ADAL" clId="{18AEA20C-BEAA-445F-A420-7499542A0D43}" dt="2022-08-09T06:47:56.355" v="3022" actId="478"/>
          <ac:picMkLst>
            <pc:docMk/>
            <pc:sldMk cId="4154716115" sldId="589"/>
            <ac:picMk id="8" creationId="{DFE7DFCE-8DE5-4ACA-8112-DF2E5EE032CE}"/>
          </ac:picMkLst>
        </pc:picChg>
      </pc:sldChg>
      <pc:sldChg chg="addSp delSp modSp add mod">
        <pc:chgData name="Deepika Vatsa" userId="f7100972-27fe-4ee6-8fb4-ec9b7931b409" providerId="ADAL" clId="{18AEA20C-BEAA-445F-A420-7499542A0D43}" dt="2022-08-09T06:49:52.563" v="3045" actId="14100"/>
        <pc:sldMkLst>
          <pc:docMk/>
          <pc:sldMk cId="2174576397" sldId="590"/>
        </pc:sldMkLst>
        <pc:spChg chg="del">
          <ac:chgData name="Deepika Vatsa" userId="f7100972-27fe-4ee6-8fb4-ec9b7931b409" providerId="ADAL" clId="{18AEA20C-BEAA-445F-A420-7499542A0D43}" dt="2022-08-09T06:49:25.270" v="3038" actId="478"/>
          <ac:spMkLst>
            <pc:docMk/>
            <pc:sldMk cId="2174576397" sldId="590"/>
            <ac:spMk id="6" creationId="{98E0FE6E-8F22-4B9F-9E9F-E2B694DC96D4}"/>
          </ac:spMkLst>
        </pc:spChg>
        <pc:picChg chg="add mod modCrop">
          <ac:chgData name="Deepika Vatsa" userId="f7100972-27fe-4ee6-8fb4-ec9b7931b409" providerId="ADAL" clId="{18AEA20C-BEAA-445F-A420-7499542A0D43}" dt="2022-08-09T06:49:52.563" v="3045" actId="14100"/>
          <ac:picMkLst>
            <pc:docMk/>
            <pc:sldMk cId="2174576397" sldId="590"/>
            <ac:picMk id="4" creationId="{62AFE5BE-ADFC-49B8-BDFB-C642CCC9552A}"/>
          </ac:picMkLst>
        </pc:picChg>
      </pc:sldChg>
      <pc:sldChg chg="add">
        <pc:chgData name="Deepika Vatsa" userId="f7100972-27fe-4ee6-8fb4-ec9b7931b409" providerId="ADAL" clId="{18AEA20C-BEAA-445F-A420-7499542A0D43}" dt="2022-08-09T06:53:20.284" v="3046" actId="2890"/>
        <pc:sldMkLst>
          <pc:docMk/>
          <pc:sldMk cId="2579858776" sldId="591"/>
        </pc:sldMkLst>
      </pc:sldChg>
      <pc:sldChg chg="addSp delSp modSp add mod">
        <pc:chgData name="Deepika Vatsa" userId="f7100972-27fe-4ee6-8fb4-ec9b7931b409" providerId="ADAL" clId="{18AEA20C-BEAA-445F-A420-7499542A0D43}" dt="2022-08-10T05:16:07.697" v="5166" actId="20577"/>
        <pc:sldMkLst>
          <pc:docMk/>
          <pc:sldMk cId="989767306" sldId="592"/>
        </pc:sldMkLst>
        <pc:spChg chg="mod">
          <ac:chgData name="Deepika Vatsa" userId="f7100972-27fe-4ee6-8fb4-ec9b7931b409" providerId="ADAL" clId="{18AEA20C-BEAA-445F-A420-7499542A0D43}" dt="2022-08-09T10:29:28.610" v="3494" actId="20577"/>
          <ac:spMkLst>
            <pc:docMk/>
            <pc:sldMk cId="989767306" sldId="592"/>
            <ac:spMk id="2" creationId="{6167DC2D-0072-445E-8CB3-E53407061CE7}"/>
          </ac:spMkLst>
        </pc:spChg>
        <pc:spChg chg="mod">
          <ac:chgData name="Deepika Vatsa" userId="f7100972-27fe-4ee6-8fb4-ec9b7931b409" providerId="ADAL" clId="{18AEA20C-BEAA-445F-A420-7499542A0D43}" dt="2022-08-10T05:16:07.697" v="5166" actId="20577"/>
          <ac:spMkLst>
            <pc:docMk/>
            <pc:sldMk cId="989767306" sldId="592"/>
            <ac:spMk id="9" creationId="{55A5BFD8-4962-4C89-86F0-4A582AD35F41}"/>
          </ac:spMkLst>
        </pc:spChg>
        <pc:spChg chg="add del">
          <ac:chgData name="Deepika Vatsa" userId="f7100972-27fe-4ee6-8fb4-ec9b7931b409" providerId="ADAL" clId="{18AEA20C-BEAA-445F-A420-7499542A0D43}" dt="2022-08-09T10:31:14.525" v="3511" actId="22"/>
          <ac:spMkLst>
            <pc:docMk/>
            <pc:sldMk cId="989767306" sldId="592"/>
            <ac:spMk id="12" creationId="{4AF8EA18-FD04-42D0-971F-EB012104B042}"/>
          </ac:spMkLst>
        </pc:spChg>
        <pc:picChg chg="add mod modCrop">
          <ac:chgData name="Deepika Vatsa" userId="f7100972-27fe-4ee6-8fb4-ec9b7931b409" providerId="ADAL" clId="{18AEA20C-BEAA-445F-A420-7499542A0D43}" dt="2022-08-09T10:31:44.683" v="3526" actId="1076"/>
          <ac:picMkLst>
            <pc:docMk/>
            <pc:sldMk cId="989767306" sldId="592"/>
            <ac:picMk id="4" creationId="{BD33A323-1BBF-477B-B11E-32FFF3EE6D1B}"/>
          </ac:picMkLst>
        </pc:picChg>
      </pc:sldChg>
      <pc:sldChg chg="addSp delSp modSp add mod">
        <pc:chgData name="Deepika Vatsa" userId="f7100972-27fe-4ee6-8fb4-ec9b7931b409" providerId="ADAL" clId="{18AEA20C-BEAA-445F-A420-7499542A0D43}" dt="2022-08-09T10:34:28.764" v="3618" actId="1076"/>
        <pc:sldMkLst>
          <pc:docMk/>
          <pc:sldMk cId="2664121395" sldId="593"/>
        </pc:sldMkLst>
        <pc:spChg chg="mod">
          <ac:chgData name="Deepika Vatsa" userId="f7100972-27fe-4ee6-8fb4-ec9b7931b409" providerId="ADAL" clId="{18AEA20C-BEAA-445F-A420-7499542A0D43}" dt="2022-08-09T10:34:12.613" v="3616" actId="20577"/>
          <ac:spMkLst>
            <pc:docMk/>
            <pc:sldMk cId="2664121395" sldId="593"/>
            <ac:spMk id="9" creationId="{55A5BFD8-4962-4C89-86F0-4A582AD35F41}"/>
          </ac:spMkLst>
        </pc:spChg>
        <pc:picChg chg="del">
          <ac:chgData name="Deepika Vatsa" userId="f7100972-27fe-4ee6-8fb4-ec9b7931b409" providerId="ADAL" clId="{18AEA20C-BEAA-445F-A420-7499542A0D43}" dt="2022-08-09T10:32:20.992" v="3533" actId="478"/>
          <ac:picMkLst>
            <pc:docMk/>
            <pc:sldMk cId="2664121395" sldId="593"/>
            <ac:picMk id="4" creationId="{BD33A323-1BBF-477B-B11E-32FFF3EE6D1B}"/>
          </ac:picMkLst>
        </pc:picChg>
        <pc:picChg chg="add mod modCrop">
          <ac:chgData name="Deepika Vatsa" userId="f7100972-27fe-4ee6-8fb4-ec9b7931b409" providerId="ADAL" clId="{18AEA20C-BEAA-445F-A420-7499542A0D43}" dt="2022-08-09T10:34:28.764" v="3618" actId="1076"/>
          <ac:picMkLst>
            <pc:docMk/>
            <pc:sldMk cId="2664121395" sldId="593"/>
            <ac:picMk id="5" creationId="{EA9D5853-3535-4F78-99B7-3831A2C9175E}"/>
          </ac:picMkLst>
        </pc:picChg>
      </pc:sldChg>
      <pc:sldChg chg="addSp delSp modSp add mod modNotesTx">
        <pc:chgData name="Deepika Vatsa" userId="f7100972-27fe-4ee6-8fb4-ec9b7931b409" providerId="ADAL" clId="{18AEA20C-BEAA-445F-A420-7499542A0D43}" dt="2022-08-10T04:58:46.517" v="4664" actId="5793"/>
        <pc:sldMkLst>
          <pc:docMk/>
          <pc:sldMk cId="4178212524" sldId="594"/>
        </pc:sldMkLst>
        <pc:spChg chg="mod">
          <ac:chgData name="Deepika Vatsa" userId="f7100972-27fe-4ee6-8fb4-ec9b7931b409" providerId="ADAL" clId="{18AEA20C-BEAA-445F-A420-7499542A0D43}" dt="2022-08-09T10:38:36.442" v="3663" actId="20577"/>
          <ac:spMkLst>
            <pc:docMk/>
            <pc:sldMk cId="4178212524" sldId="594"/>
            <ac:spMk id="2" creationId="{6167DC2D-0072-445E-8CB3-E53407061CE7}"/>
          </ac:spMkLst>
        </pc:spChg>
        <pc:spChg chg="add del">
          <ac:chgData name="Deepika Vatsa" userId="f7100972-27fe-4ee6-8fb4-ec9b7931b409" providerId="ADAL" clId="{18AEA20C-BEAA-445F-A420-7499542A0D43}" dt="2022-08-10T04:35:30.844" v="3669"/>
          <ac:spMkLst>
            <pc:docMk/>
            <pc:sldMk cId="4178212524" sldId="594"/>
            <ac:spMk id="3" creationId="{10135057-368B-401B-8833-2C3199051870}"/>
          </ac:spMkLst>
        </pc:spChg>
        <pc:spChg chg="mod">
          <ac:chgData name="Deepika Vatsa" userId="f7100972-27fe-4ee6-8fb4-ec9b7931b409" providerId="ADAL" clId="{18AEA20C-BEAA-445F-A420-7499542A0D43}" dt="2022-08-10T04:58:46.517" v="4664" actId="5793"/>
          <ac:spMkLst>
            <pc:docMk/>
            <pc:sldMk cId="4178212524" sldId="594"/>
            <ac:spMk id="11" creationId="{9F5D1653-CA60-43A9-B8A2-156757479F5A}"/>
          </ac:spMkLst>
        </pc:spChg>
        <pc:picChg chg="del">
          <ac:chgData name="Deepika Vatsa" userId="f7100972-27fe-4ee6-8fb4-ec9b7931b409" providerId="ADAL" clId="{18AEA20C-BEAA-445F-A420-7499542A0D43}" dt="2022-08-09T10:38:29.663" v="3647" actId="478"/>
          <ac:picMkLst>
            <pc:docMk/>
            <pc:sldMk cId="4178212524" sldId="594"/>
            <ac:picMk id="10" creationId="{B0866FBD-F951-4829-9956-0F28839A1160}"/>
          </ac:picMkLst>
        </pc:picChg>
        <pc:picChg chg="add del">
          <ac:chgData name="Deepika Vatsa" userId="f7100972-27fe-4ee6-8fb4-ec9b7931b409" providerId="ADAL" clId="{18AEA20C-BEAA-445F-A420-7499542A0D43}" dt="2022-08-10T04:35:30.844" v="3669"/>
          <ac:picMkLst>
            <pc:docMk/>
            <pc:sldMk cId="4178212524" sldId="594"/>
            <ac:picMk id="1026" creationId="{47CEC4B1-2A6F-4E1C-9701-6CA5AA632929}"/>
          </ac:picMkLst>
        </pc:picChg>
        <pc:picChg chg="add del">
          <ac:chgData name="Deepika Vatsa" userId="f7100972-27fe-4ee6-8fb4-ec9b7931b409" providerId="ADAL" clId="{18AEA20C-BEAA-445F-A420-7499542A0D43}" dt="2022-08-10T04:35:30.844" v="3669"/>
          <ac:picMkLst>
            <pc:docMk/>
            <pc:sldMk cId="4178212524" sldId="594"/>
            <ac:picMk id="1027" creationId="{F2484EEB-8A0C-4BB2-81C4-2027449095D0}"/>
          </ac:picMkLst>
        </pc:picChg>
        <pc:picChg chg="add del">
          <ac:chgData name="Deepika Vatsa" userId="f7100972-27fe-4ee6-8fb4-ec9b7931b409" providerId="ADAL" clId="{18AEA20C-BEAA-445F-A420-7499542A0D43}" dt="2022-08-10T04:35:30.844" v="3669"/>
          <ac:picMkLst>
            <pc:docMk/>
            <pc:sldMk cId="4178212524" sldId="594"/>
            <ac:picMk id="1028" creationId="{F1481D68-C936-4A2D-A526-2420B5EE0743}"/>
          </ac:picMkLst>
        </pc:picChg>
        <pc:picChg chg="add del">
          <ac:chgData name="Deepika Vatsa" userId="f7100972-27fe-4ee6-8fb4-ec9b7931b409" providerId="ADAL" clId="{18AEA20C-BEAA-445F-A420-7499542A0D43}" dt="2022-08-10T04:35:30.844" v="3669"/>
          <ac:picMkLst>
            <pc:docMk/>
            <pc:sldMk cId="4178212524" sldId="594"/>
            <ac:picMk id="1029" creationId="{C188A7E9-AD91-4215-9078-644CA36C28D7}"/>
          </ac:picMkLst>
        </pc:picChg>
        <pc:picChg chg="add del">
          <ac:chgData name="Deepika Vatsa" userId="f7100972-27fe-4ee6-8fb4-ec9b7931b409" providerId="ADAL" clId="{18AEA20C-BEAA-445F-A420-7499542A0D43}" dt="2022-08-10T04:35:30.844" v="3669"/>
          <ac:picMkLst>
            <pc:docMk/>
            <pc:sldMk cId="4178212524" sldId="594"/>
            <ac:picMk id="1030" creationId="{CBCA5B98-F976-48C7-8050-7827CD7D04B6}"/>
          </ac:picMkLst>
        </pc:picChg>
        <pc:picChg chg="add del">
          <ac:chgData name="Deepika Vatsa" userId="f7100972-27fe-4ee6-8fb4-ec9b7931b409" providerId="ADAL" clId="{18AEA20C-BEAA-445F-A420-7499542A0D43}" dt="2022-08-10T04:35:30.844" v="3669"/>
          <ac:picMkLst>
            <pc:docMk/>
            <pc:sldMk cId="4178212524" sldId="594"/>
            <ac:picMk id="1031" creationId="{B2AC34BA-9874-4D6D-996A-8F6AAC8284DB}"/>
          </ac:picMkLst>
        </pc:picChg>
      </pc:sldChg>
      <pc:sldChg chg="modSp add mod">
        <pc:chgData name="Deepika Vatsa" userId="f7100972-27fe-4ee6-8fb4-ec9b7931b409" providerId="ADAL" clId="{18AEA20C-BEAA-445F-A420-7499542A0D43}" dt="2022-08-10T04:58:39.025" v="4662" actId="5793"/>
        <pc:sldMkLst>
          <pc:docMk/>
          <pc:sldMk cId="1734510123" sldId="595"/>
        </pc:sldMkLst>
        <pc:spChg chg="mod">
          <ac:chgData name="Deepika Vatsa" userId="f7100972-27fe-4ee6-8fb4-ec9b7931b409" providerId="ADAL" clId="{18AEA20C-BEAA-445F-A420-7499542A0D43}" dt="2022-08-10T04:58:39.025" v="4662" actId="5793"/>
          <ac:spMkLst>
            <pc:docMk/>
            <pc:sldMk cId="1734510123" sldId="595"/>
            <ac:spMk id="11" creationId="{9F5D1653-CA60-43A9-B8A2-156757479F5A}"/>
          </ac:spMkLst>
        </pc:spChg>
      </pc:sldChg>
      <pc:sldChg chg="addSp delSp modSp add mod modNotesTx">
        <pc:chgData name="Deepika Vatsa" userId="f7100972-27fe-4ee6-8fb4-ec9b7931b409" providerId="ADAL" clId="{18AEA20C-BEAA-445F-A420-7499542A0D43}" dt="2022-08-10T10:45:37.955" v="6320" actId="20577"/>
        <pc:sldMkLst>
          <pc:docMk/>
          <pc:sldMk cId="1867896786" sldId="596"/>
        </pc:sldMkLst>
        <pc:spChg chg="mod">
          <ac:chgData name="Deepika Vatsa" userId="f7100972-27fe-4ee6-8fb4-ec9b7931b409" providerId="ADAL" clId="{18AEA20C-BEAA-445F-A420-7499542A0D43}" dt="2022-08-10T04:37:36.034" v="3726" actId="26606"/>
          <ac:spMkLst>
            <pc:docMk/>
            <pc:sldMk cId="1867896786" sldId="596"/>
            <ac:spMk id="2" creationId="{6167DC2D-0072-445E-8CB3-E53407061CE7}"/>
          </ac:spMkLst>
        </pc:spChg>
        <pc:spChg chg="mod">
          <ac:chgData name="Deepika Vatsa" userId="f7100972-27fe-4ee6-8fb4-ec9b7931b409" providerId="ADAL" clId="{18AEA20C-BEAA-445F-A420-7499542A0D43}" dt="2022-08-10T04:37:11.176" v="3720" actId="6549"/>
          <ac:spMkLst>
            <pc:docMk/>
            <pc:sldMk cId="1867896786" sldId="596"/>
            <ac:spMk id="11" creationId="{9F5D1653-CA60-43A9-B8A2-156757479F5A}"/>
          </ac:spMkLst>
        </pc:spChg>
        <pc:spChg chg="del">
          <ac:chgData name="Deepika Vatsa" userId="f7100972-27fe-4ee6-8fb4-ec9b7931b409" providerId="ADAL" clId="{18AEA20C-BEAA-445F-A420-7499542A0D43}" dt="2022-08-10T04:37:36.034" v="3726" actId="26606"/>
          <ac:spMkLst>
            <pc:docMk/>
            <pc:sldMk cId="1867896786" sldId="596"/>
            <ac:spMk id="15" creationId="{A8384FB5-9ADC-4DDC-881B-597D56F5B15D}"/>
          </ac:spMkLst>
        </pc:spChg>
        <pc:spChg chg="del">
          <ac:chgData name="Deepika Vatsa" userId="f7100972-27fe-4ee6-8fb4-ec9b7931b409" providerId="ADAL" clId="{18AEA20C-BEAA-445F-A420-7499542A0D43}" dt="2022-08-10T04:37:36.034" v="3726" actId="26606"/>
          <ac:spMkLst>
            <pc:docMk/>
            <pc:sldMk cId="1867896786" sldId="596"/>
            <ac:spMk id="17" creationId="{1199E1B1-A8C0-4FE8-A5A8-1CB41D69F857}"/>
          </ac:spMkLst>
        </pc:spChg>
        <pc:spChg chg="del">
          <ac:chgData name="Deepika Vatsa" userId="f7100972-27fe-4ee6-8fb4-ec9b7931b409" providerId="ADAL" clId="{18AEA20C-BEAA-445F-A420-7499542A0D43}" dt="2022-08-10T04:37:36.034" v="3726" actId="26606"/>
          <ac:spMkLst>
            <pc:docMk/>
            <pc:sldMk cId="1867896786" sldId="596"/>
            <ac:spMk id="19" creationId="{84A8DE83-DE75-4B41-9DB4-A7EC0B0DEC0B}"/>
          </ac:spMkLst>
        </pc:spChg>
        <pc:spChg chg="del">
          <ac:chgData name="Deepika Vatsa" userId="f7100972-27fe-4ee6-8fb4-ec9b7931b409" providerId="ADAL" clId="{18AEA20C-BEAA-445F-A420-7499542A0D43}" dt="2022-08-10T04:37:36.034" v="3726" actId="26606"/>
          <ac:spMkLst>
            <pc:docMk/>
            <pc:sldMk cId="1867896786" sldId="596"/>
            <ac:spMk id="21" creationId="{A7009A0A-BEF5-4EAC-AF15-E4F9F002E239}"/>
          </ac:spMkLst>
        </pc:spChg>
        <pc:spChg chg="add">
          <ac:chgData name="Deepika Vatsa" userId="f7100972-27fe-4ee6-8fb4-ec9b7931b409" providerId="ADAL" clId="{18AEA20C-BEAA-445F-A420-7499542A0D43}" dt="2022-08-10T04:37:36.034" v="3726" actId="26606"/>
          <ac:spMkLst>
            <pc:docMk/>
            <pc:sldMk cId="1867896786" sldId="596"/>
            <ac:spMk id="26" creationId="{6753252F-4873-4F63-801D-CC719279A7D5}"/>
          </ac:spMkLst>
        </pc:spChg>
        <pc:spChg chg="add">
          <ac:chgData name="Deepika Vatsa" userId="f7100972-27fe-4ee6-8fb4-ec9b7931b409" providerId="ADAL" clId="{18AEA20C-BEAA-445F-A420-7499542A0D43}" dt="2022-08-10T04:37:36.034" v="3726" actId="26606"/>
          <ac:spMkLst>
            <pc:docMk/>
            <pc:sldMk cId="1867896786" sldId="596"/>
            <ac:spMk id="28" creationId="{047C8CCB-F95D-4249-92DD-651249D3535A}"/>
          </ac:spMkLst>
        </pc:spChg>
        <pc:picChg chg="add mod ord modCrop">
          <ac:chgData name="Deepika Vatsa" userId="f7100972-27fe-4ee6-8fb4-ec9b7931b409" providerId="ADAL" clId="{18AEA20C-BEAA-445F-A420-7499542A0D43}" dt="2022-08-10T04:37:57.885" v="3734" actId="1076"/>
          <ac:picMkLst>
            <pc:docMk/>
            <pc:sldMk cId="1867896786" sldId="596"/>
            <ac:picMk id="4" creationId="{DF8E9BDD-F99D-4042-B897-C02263C89138}"/>
          </ac:picMkLst>
        </pc:picChg>
      </pc:sldChg>
      <pc:sldChg chg="addSp delSp add del setBg delDesignElem">
        <pc:chgData name="Deepika Vatsa" userId="f7100972-27fe-4ee6-8fb4-ec9b7931b409" providerId="ADAL" clId="{18AEA20C-BEAA-445F-A420-7499542A0D43}" dt="2022-08-10T04:38:34.738" v="3737"/>
        <pc:sldMkLst>
          <pc:docMk/>
          <pc:sldMk cId="3221198999" sldId="597"/>
        </pc:sldMkLst>
        <pc:spChg chg="add del">
          <ac:chgData name="Deepika Vatsa" userId="f7100972-27fe-4ee6-8fb4-ec9b7931b409" providerId="ADAL" clId="{18AEA20C-BEAA-445F-A420-7499542A0D43}" dt="2022-08-10T04:38:34.738" v="3737"/>
          <ac:spMkLst>
            <pc:docMk/>
            <pc:sldMk cId="3221198999" sldId="597"/>
            <ac:spMk id="15" creationId="{A8384FB5-9ADC-4DDC-881B-597D56F5B15D}"/>
          </ac:spMkLst>
        </pc:spChg>
        <pc:spChg chg="add del">
          <ac:chgData name="Deepika Vatsa" userId="f7100972-27fe-4ee6-8fb4-ec9b7931b409" providerId="ADAL" clId="{18AEA20C-BEAA-445F-A420-7499542A0D43}" dt="2022-08-10T04:38:34.738" v="3737"/>
          <ac:spMkLst>
            <pc:docMk/>
            <pc:sldMk cId="3221198999" sldId="597"/>
            <ac:spMk id="17" creationId="{1199E1B1-A8C0-4FE8-A5A8-1CB41D69F857}"/>
          </ac:spMkLst>
        </pc:spChg>
        <pc:spChg chg="add del">
          <ac:chgData name="Deepika Vatsa" userId="f7100972-27fe-4ee6-8fb4-ec9b7931b409" providerId="ADAL" clId="{18AEA20C-BEAA-445F-A420-7499542A0D43}" dt="2022-08-10T04:38:34.738" v="3737"/>
          <ac:spMkLst>
            <pc:docMk/>
            <pc:sldMk cId="3221198999" sldId="597"/>
            <ac:spMk id="19" creationId="{84A8DE83-DE75-4B41-9DB4-A7EC0B0DEC0B}"/>
          </ac:spMkLst>
        </pc:spChg>
        <pc:spChg chg="add del">
          <ac:chgData name="Deepika Vatsa" userId="f7100972-27fe-4ee6-8fb4-ec9b7931b409" providerId="ADAL" clId="{18AEA20C-BEAA-445F-A420-7499542A0D43}" dt="2022-08-10T04:38:34.738" v="3737"/>
          <ac:spMkLst>
            <pc:docMk/>
            <pc:sldMk cId="3221198999" sldId="597"/>
            <ac:spMk id="21" creationId="{A7009A0A-BEF5-4EAC-AF15-E4F9F002E239}"/>
          </ac:spMkLst>
        </pc:spChg>
      </pc:sldChg>
      <pc:sldChg chg="addSp modSp add mod">
        <pc:chgData name="Deepika Vatsa" userId="f7100972-27fe-4ee6-8fb4-ec9b7931b409" providerId="ADAL" clId="{18AEA20C-BEAA-445F-A420-7499542A0D43}" dt="2022-08-10T04:39:18.601" v="3749" actId="1076"/>
        <pc:sldMkLst>
          <pc:docMk/>
          <pc:sldMk cId="3441028822" sldId="597"/>
        </pc:sldMkLst>
        <pc:spChg chg="mod">
          <ac:chgData name="Deepika Vatsa" userId="f7100972-27fe-4ee6-8fb4-ec9b7931b409" providerId="ADAL" clId="{18AEA20C-BEAA-445F-A420-7499542A0D43}" dt="2022-08-10T04:38:42.877" v="3739" actId="6549"/>
          <ac:spMkLst>
            <pc:docMk/>
            <pc:sldMk cId="3441028822" sldId="597"/>
            <ac:spMk id="11" creationId="{9F5D1653-CA60-43A9-B8A2-156757479F5A}"/>
          </ac:spMkLst>
        </pc:spChg>
        <pc:picChg chg="add mod modCrop">
          <ac:chgData name="Deepika Vatsa" userId="f7100972-27fe-4ee6-8fb4-ec9b7931b409" providerId="ADAL" clId="{18AEA20C-BEAA-445F-A420-7499542A0D43}" dt="2022-08-10T04:39:18.601" v="3749" actId="1076"/>
          <ac:picMkLst>
            <pc:docMk/>
            <pc:sldMk cId="3441028822" sldId="597"/>
            <ac:picMk id="4" creationId="{05AE7B58-517F-40C3-B671-28A02ED5C599}"/>
          </ac:picMkLst>
        </pc:picChg>
      </pc:sldChg>
      <pc:sldChg chg="add">
        <pc:chgData name="Deepika Vatsa" userId="f7100972-27fe-4ee6-8fb4-ec9b7931b409" providerId="ADAL" clId="{18AEA20C-BEAA-445F-A420-7499542A0D43}" dt="2022-08-10T05:03:42.636" v="4853"/>
        <pc:sldMkLst>
          <pc:docMk/>
          <pc:sldMk cId="166715966" sldId="598"/>
        </pc:sldMkLst>
      </pc:sldChg>
      <pc:sldChg chg="addSp delSp add del setBg delDesignElem">
        <pc:chgData name="Deepika Vatsa" userId="f7100972-27fe-4ee6-8fb4-ec9b7931b409" providerId="ADAL" clId="{18AEA20C-BEAA-445F-A420-7499542A0D43}" dt="2022-08-10T05:03:42.597" v="4852"/>
        <pc:sldMkLst>
          <pc:docMk/>
          <pc:sldMk cId="1876794863" sldId="598"/>
        </pc:sldMkLst>
        <pc:spChg chg="add del">
          <ac:chgData name="Deepika Vatsa" userId="f7100972-27fe-4ee6-8fb4-ec9b7931b409" providerId="ADAL" clId="{18AEA20C-BEAA-445F-A420-7499542A0D43}" dt="2022-08-10T05:03:42.597" v="4852"/>
          <ac:spMkLst>
            <pc:docMk/>
            <pc:sldMk cId="1876794863" sldId="598"/>
            <ac:spMk id="15" creationId="{A8384FB5-9ADC-4DDC-881B-597D56F5B15D}"/>
          </ac:spMkLst>
        </pc:spChg>
        <pc:spChg chg="add del">
          <ac:chgData name="Deepika Vatsa" userId="f7100972-27fe-4ee6-8fb4-ec9b7931b409" providerId="ADAL" clId="{18AEA20C-BEAA-445F-A420-7499542A0D43}" dt="2022-08-10T05:03:42.597" v="4852"/>
          <ac:spMkLst>
            <pc:docMk/>
            <pc:sldMk cId="1876794863" sldId="598"/>
            <ac:spMk id="17" creationId="{1199E1B1-A8C0-4FE8-A5A8-1CB41D69F857}"/>
          </ac:spMkLst>
        </pc:spChg>
        <pc:spChg chg="add del">
          <ac:chgData name="Deepika Vatsa" userId="f7100972-27fe-4ee6-8fb4-ec9b7931b409" providerId="ADAL" clId="{18AEA20C-BEAA-445F-A420-7499542A0D43}" dt="2022-08-10T05:03:42.597" v="4852"/>
          <ac:spMkLst>
            <pc:docMk/>
            <pc:sldMk cId="1876794863" sldId="598"/>
            <ac:spMk id="19" creationId="{84A8DE83-DE75-4B41-9DB4-A7EC0B0DEC0B}"/>
          </ac:spMkLst>
        </pc:spChg>
        <pc:spChg chg="add del">
          <ac:chgData name="Deepika Vatsa" userId="f7100972-27fe-4ee6-8fb4-ec9b7931b409" providerId="ADAL" clId="{18AEA20C-BEAA-445F-A420-7499542A0D43}" dt="2022-08-10T05:03:42.597" v="4852"/>
          <ac:spMkLst>
            <pc:docMk/>
            <pc:sldMk cId="1876794863" sldId="598"/>
            <ac:spMk id="21" creationId="{A7009A0A-BEF5-4EAC-AF15-E4F9F002E239}"/>
          </ac:spMkLst>
        </pc:spChg>
      </pc:sldChg>
      <pc:sldChg chg="addSp delSp add del setBg delDesignElem">
        <pc:chgData name="Deepika Vatsa" userId="f7100972-27fe-4ee6-8fb4-ec9b7931b409" providerId="ADAL" clId="{18AEA20C-BEAA-445F-A420-7499542A0D43}" dt="2022-08-10T04:38:45.393" v="3742"/>
        <pc:sldMkLst>
          <pc:docMk/>
          <pc:sldMk cId="3532730297" sldId="598"/>
        </pc:sldMkLst>
        <pc:spChg chg="add del">
          <ac:chgData name="Deepika Vatsa" userId="f7100972-27fe-4ee6-8fb4-ec9b7931b409" providerId="ADAL" clId="{18AEA20C-BEAA-445F-A420-7499542A0D43}" dt="2022-08-10T04:38:45.393" v="3742"/>
          <ac:spMkLst>
            <pc:docMk/>
            <pc:sldMk cId="3532730297" sldId="598"/>
            <ac:spMk id="15" creationId="{A8384FB5-9ADC-4DDC-881B-597D56F5B15D}"/>
          </ac:spMkLst>
        </pc:spChg>
        <pc:spChg chg="add del">
          <ac:chgData name="Deepika Vatsa" userId="f7100972-27fe-4ee6-8fb4-ec9b7931b409" providerId="ADAL" clId="{18AEA20C-BEAA-445F-A420-7499542A0D43}" dt="2022-08-10T04:38:45.393" v="3742"/>
          <ac:spMkLst>
            <pc:docMk/>
            <pc:sldMk cId="3532730297" sldId="598"/>
            <ac:spMk id="17" creationId="{1199E1B1-A8C0-4FE8-A5A8-1CB41D69F857}"/>
          </ac:spMkLst>
        </pc:spChg>
        <pc:spChg chg="add del">
          <ac:chgData name="Deepika Vatsa" userId="f7100972-27fe-4ee6-8fb4-ec9b7931b409" providerId="ADAL" clId="{18AEA20C-BEAA-445F-A420-7499542A0D43}" dt="2022-08-10T04:38:45.393" v="3742"/>
          <ac:spMkLst>
            <pc:docMk/>
            <pc:sldMk cId="3532730297" sldId="598"/>
            <ac:spMk id="19" creationId="{84A8DE83-DE75-4B41-9DB4-A7EC0B0DEC0B}"/>
          </ac:spMkLst>
        </pc:spChg>
        <pc:spChg chg="add del">
          <ac:chgData name="Deepika Vatsa" userId="f7100972-27fe-4ee6-8fb4-ec9b7931b409" providerId="ADAL" clId="{18AEA20C-BEAA-445F-A420-7499542A0D43}" dt="2022-08-10T04:38:45.393" v="3742"/>
          <ac:spMkLst>
            <pc:docMk/>
            <pc:sldMk cId="3532730297" sldId="598"/>
            <ac:spMk id="21" creationId="{A7009A0A-BEF5-4EAC-AF15-E4F9F002E239}"/>
          </ac:spMkLst>
        </pc:spChg>
      </pc:sldChg>
      <pc:sldChg chg="addSp delSp modSp add del mod modNotesTx">
        <pc:chgData name="Deepika Vatsa" userId="f7100972-27fe-4ee6-8fb4-ec9b7931b409" providerId="ADAL" clId="{18AEA20C-BEAA-445F-A420-7499542A0D43}" dt="2022-08-10T05:03:38.100" v="4849" actId="2696"/>
        <pc:sldMkLst>
          <pc:docMk/>
          <pc:sldMk cId="4275091096" sldId="598"/>
        </pc:sldMkLst>
        <pc:spChg chg="mod">
          <ac:chgData name="Deepika Vatsa" userId="f7100972-27fe-4ee6-8fb4-ec9b7931b409" providerId="ADAL" clId="{18AEA20C-BEAA-445F-A420-7499542A0D43}" dt="2022-08-10T04:48:06.053" v="3845" actId="20577"/>
          <ac:spMkLst>
            <pc:docMk/>
            <pc:sldMk cId="4275091096" sldId="598"/>
            <ac:spMk id="2" creationId="{6167DC2D-0072-445E-8CB3-E53407061CE7}"/>
          </ac:spMkLst>
        </pc:spChg>
        <pc:picChg chg="del">
          <ac:chgData name="Deepika Vatsa" userId="f7100972-27fe-4ee6-8fb4-ec9b7931b409" providerId="ADAL" clId="{18AEA20C-BEAA-445F-A420-7499542A0D43}" dt="2022-08-10T04:47:23.144" v="3792" actId="478"/>
          <ac:picMkLst>
            <pc:docMk/>
            <pc:sldMk cId="4275091096" sldId="598"/>
            <ac:picMk id="4" creationId="{05AE7B58-517F-40C3-B671-28A02ED5C599}"/>
          </ac:picMkLst>
        </pc:picChg>
        <pc:picChg chg="add mod modCrop">
          <ac:chgData name="Deepika Vatsa" userId="f7100972-27fe-4ee6-8fb4-ec9b7931b409" providerId="ADAL" clId="{18AEA20C-BEAA-445F-A420-7499542A0D43}" dt="2022-08-10T04:47:50.946" v="3798" actId="1076"/>
          <ac:picMkLst>
            <pc:docMk/>
            <pc:sldMk cId="4275091096" sldId="598"/>
            <ac:picMk id="5" creationId="{49127664-B5D7-418C-AA26-A741772CC05D}"/>
          </ac:picMkLst>
        </pc:picChg>
      </pc:sldChg>
      <pc:sldChg chg="addSp delSp modSp add del mod modNotesTx">
        <pc:chgData name="Deepika Vatsa" userId="f7100972-27fe-4ee6-8fb4-ec9b7931b409" providerId="ADAL" clId="{18AEA20C-BEAA-445F-A420-7499542A0D43}" dt="2022-08-10T05:03:25.895" v="4844" actId="2696"/>
        <pc:sldMkLst>
          <pc:docMk/>
          <pc:sldMk cId="1845320860" sldId="599"/>
        </pc:sldMkLst>
        <pc:spChg chg="mod">
          <ac:chgData name="Deepika Vatsa" userId="f7100972-27fe-4ee6-8fb4-ec9b7931b409" providerId="ADAL" clId="{18AEA20C-BEAA-445F-A420-7499542A0D43}" dt="2022-08-10T05:02:33.236" v="4752" actId="20577"/>
          <ac:spMkLst>
            <pc:docMk/>
            <pc:sldMk cId="1845320860" sldId="599"/>
            <ac:spMk id="2" creationId="{6167DC2D-0072-445E-8CB3-E53407061CE7}"/>
          </ac:spMkLst>
        </pc:spChg>
        <pc:picChg chg="add del mod modCrop">
          <ac:chgData name="Deepika Vatsa" userId="f7100972-27fe-4ee6-8fb4-ec9b7931b409" providerId="ADAL" clId="{18AEA20C-BEAA-445F-A420-7499542A0D43}" dt="2022-08-10T05:01:24.090" v="4715" actId="22"/>
          <ac:picMkLst>
            <pc:docMk/>
            <pc:sldMk cId="1845320860" sldId="599"/>
            <ac:picMk id="4" creationId="{BFFC348F-8175-43C5-AC50-5A16D3D6E8BB}"/>
          </ac:picMkLst>
        </pc:picChg>
        <pc:picChg chg="del">
          <ac:chgData name="Deepika Vatsa" userId="f7100972-27fe-4ee6-8fb4-ec9b7931b409" providerId="ADAL" clId="{18AEA20C-BEAA-445F-A420-7499542A0D43}" dt="2022-08-10T05:00:48.421" v="4701" actId="478"/>
          <ac:picMkLst>
            <pc:docMk/>
            <pc:sldMk cId="1845320860" sldId="599"/>
            <ac:picMk id="5" creationId="{49127664-B5D7-418C-AA26-A741772CC05D}"/>
          </ac:picMkLst>
        </pc:picChg>
        <pc:picChg chg="add del mod modCrop">
          <ac:chgData name="Deepika Vatsa" userId="f7100972-27fe-4ee6-8fb4-ec9b7931b409" providerId="ADAL" clId="{18AEA20C-BEAA-445F-A420-7499542A0D43}" dt="2022-08-10T05:01:51.981" v="4725" actId="22"/>
          <ac:picMkLst>
            <pc:docMk/>
            <pc:sldMk cId="1845320860" sldId="599"/>
            <ac:picMk id="8" creationId="{846FD833-D073-4564-B981-96614B89C315}"/>
          </ac:picMkLst>
        </pc:picChg>
        <pc:picChg chg="add mod modCrop">
          <ac:chgData name="Deepika Vatsa" userId="f7100972-27fe-4ee6-8fb4-ec9b7931b409" providerId="ADAL" clId="{18AEA20C-BEAA-445F-A420-7499542A0D43}" dt="2022-08-10T05:02:23.219" v="4729" actId="1076"/>
          <ac:picMkLst>
            <pc:docMk/>
            <pc:sldMk cId="1845320860" sldId="599"/>
            <ac:picMk id="10" creationId="{CC4BA9E0-B325-40F5-A4B3-D944419DE46D}"/>
          </ac:picMkLst>
        </pc:picChg>
      </pc:sldChg>
      <pc:sldChg chg="addSp delSp add del setBg delDesignElem">
        <pc:chgData name="Deepika Vatsa" userId="f7100972-27fe-4ee6-8fb4-ec9b7931b409" providerId="ADAL" clId="{18AEA20C-BEAA-445F-A420-7499542A0D43}" dt="2022-08-10T05:03:32.230" v="4847"/>
        <pc:sldMkLst>
          <pc:docMk/>
          <pc:sldMk cId="2655265670" sldId="599"/>
        </pc:sldMkLst>
        <pc:spChg chg="add del">
          <ac:chgData name="Deepika Vatsa" userId="f7100972-27fe-4ee6-8fb4-ec9b7931b409" providerId="ADAL" clId="{18AEA20C-BEAA-445F-A420-7499542A0D43}" dt="2022-08-10T05:03:32.230" v="4847"/>
          <ac:spMkLst>
            <pc:docMk/>
            <pc:sldMk cId="2655265670" sldId="599"/>
            <ac:spMk id="15" creationId="{A8384FB5-9ADC-4DDC-881B-597D56F5B15D}"/>
          </ac:spMkLst>
        </pc:spChg>
        <pc:spChg chg="add del">
          <ac:chgData name="Deepika Vatsa" userId="f7100972-27fe-4ee6-8fb4-ec9b7931b409" providerId="ADAL" clId="{18AEA20C-BEAA-445F-A420-7499542A0D43}" dt="2022-08-10T05:03:32.230" v="4847"/>
          <ac:spMkLst>
            <pc:docMk/>
            <pc:sldMk cId="2655265670" sldId="599"/>
            <ac:spMk id="17" creationId="{1199E1B1-A8C0-4FE8-A5A8-1CB41D69F857}"/>
          </ac:spMkLst>
        </pc:spChg>
        <pc:spChg chg="add del">
          <ac:chgData name="Deepika Vatsa" userId="f7100972-27fe-4ee6-8fb4-ec9b7931b409" providerId="ADAL" clId="{18AEA20C-BEAA-445F-A420-7499542A0D43}" dt="2022-08-10T05:03:32.230" v="4847"/>
          <ac:spMkLst>
            <pc:docMk/>
            <pc:sldMk cId="2655265670" sldId="599"/>
            <ac:spMk id="19" creationId="{84A8DE83-DE75-4B41-9DB4-A7EC0B0DEC0B}"/>
          </ac:spMkLst>
        </pc:spChg>
        <pc:spChg chg="add del">
          <ac:chgData name="Deepika Vatsa" userId="f7100972-27fe-4ee6-8fb4-ec9b7931b409" providerId="ADAL" clId="{18AEA20C-BEAA-445F-A420-7499542A0D43}" dt="2022-08-10T05:03:32.230" v="4847"/>
          <ac:spMkLst>
            <pc:docMk/>
            <pc:sldMk cId="2655265670" sldId="599"/>
            <ac:spMk id="21" creationId="{A7009A0A-BEF5-4EAC-AF15-E4F9F002E239}"/>
          </ac:spMkLst>
        </pc:spChg>
      </pc:sldChg>
      <pc:sldChg chg="add">
        <pc:chgData name="Deepika Vatsa" userId="f7100972-27fe-4ee6-8fb4-ec9b7931b409" providerId="ADAL" clId="{18AEA20C-BEAA-445F-A420-7499542A0D43}" dt="2022-08-10T05:03:32.282" v="4848"/>
        <pc:sldMkLst>
          <pc:docMk/>
          <pc:sldMk cId="3192749011" sldId="599"/>
        </pc:sldMkLst>
      </pc:sldChg>
      <pc:sldChg chg="addSp delSp modSp add mod modNotesTx">
        <pc:chgData name="Deepika Vatsa" userId="f7100972-27fe-4ee6-8fb4-ec9b7931b409" providerId="ADAL" clId="{18AEA20C-BEAA-445F-A420-7499542A0D43}" dt="2022-08-10T05:05:39.605" v="4932" actId="20577"/>
        <pc:sldMkLst>
          <pc:docMk/>
          <pc:sldMk cId="829392238" sldId="600"/>
        </pc:sldMkLst>
        <pc:spChg chg="mod">
          <ac:chgData name="Deepika Vatsa" userId="f7100972-27fe-4ee6-8fb4-ec9b7931b409" providerId="ADAL" clId="{18AEA20C-BEAA-445F-A420-7499542A0D43}" dt="2022-08-10T05:05:39.605" v="4932" actId="20577"/>
          <ac:spMkLst>
            <pc:docMk/>
            <pc:sldMk cId="829392238" sldId="600"/>
            <ac:spMk id="2" creationId="{6167DC2D-0072-445E-8CB3-E53407061CE7}"/>
          </ac:spMkLst>
        </pc:spChg>
        <pc:picChg chg="add mod modCrop">
          <ac:chgData name="Deepika Vatsa" userId="f7100972-27fe-4ee6-8fb4-ec9b7931b409" providerId="ADAL" clId="{18AEA20C-BEAA-445F-A420-7499542A0D43}" dt="2022-08-10T05:05:17.972" v="4861" actId="1076"/>
          <ac:picMkLst>
            <pc:docMk/>
            <pc:sldMk cId="829392238" sldId="600"/>
            <ac:picMk id="4" creationId="{38446A62-73CE-4D28-AF4E-5D4FC6675053}"/>
          </ac:picMkLst>
        </pc:picChg>
        <pc:picChg chg="del">
          <ac:chgData name="Deepika Vatsa" userId="f7100972-27fe-4ee6-8fb4-ec9b7931b409" providerId="ADAL" clId="{18AEA20C-BEAA-445F-A420-7499542A0D43}" dt="2022-08-10T05:04:50.608" v="4855" actId="478"/>
          <ac:picMkLst>
            <pc:docMk/>
            <pc:sldMk cId="829392238" sldId="600"/>
            <ac:picMk id="5" creationId="{49127664-B5D7-418C-AA26-A741772CC05D}"/>
          </ac:picMkLst>
        </pc:picChg>
      </pc:sldChg>
      <pc:sldChg chg="addSp delSp modSp add mod modNotesTx">
        <pc:chgData name="Deepika Vatsa" userId="f7100972-27fe-4ee6-8fb4-ec9b7931b409" providerId="ADAL" clId="{18AEA20C-BEAA-445F-A420-7499542A0D43}" dt="2022-08-10T05:33:10.061" v="5929" actId="20577"/>
        <pc:sldMkLst>
          <pc:docMk/>
          <pc:sldMk cId="573867450" sldId="601"/>
        </pc:sldMkLst>
        <pc:spChg chg="mod">
          <ac:chgData name="Deepika Vatsa" userId="f7100972-27fe-4ee6-8fb4-ec9b7931b409" providerId="ADAL" clId="{18AEA20C-BEAA-445F-A420-7499542A0D43}" dt="2022-08-10T05:33:10.061" v="5929" actId="20577"/>
          <ac:spMkLst>
            <pc:docMk/>
            <pc:sldMk cId="573867450" sldId="601"/>
            <ac:spMk id="2" creationId="{6167DC2D-0072-445E-8CB3-E53407061CE7}"/>
          </ac:spMkLst>
        </pc:spChg>
        <pc:picChg chg="del">
          <ac:chgData name="Deepika Vatsa" userId="f7100972-27fe-4ee6-8fb4-ec9b7931b409" providerId="ADAL" clId="{18AEA20C-BEAA-445F-A420-7499542A0D43}" dt="2022-08-10T05:23:58.002" v="5168" actId="478"/>
          <ac:picMkLst>
            <pc:docMk/>
            <pc:sldMk cId="573867450" sldId="601"/>
            <ac:picMk id="4" creationId="{05AE7B58-517F-40C3-B671-28A02ED5C599}"/>
          </ac:picMkLst>
        </pc:picChg>
        <pc:picChg chg="add mod modCrop">
          <ac:chgData name="Deepika Vatsa" userId="f7100972-27fe-4ee6-8fb4-ec9b7931b409" providerId="ADAL" clId="{18AEA20C-BEAA-445F-A420-7499542A0D43}" dt="2022-08-10T05:24:50.498" v="5200" actId="1076"/>
          <ac:picMkLst>
            <pc:docMk/>
            <pc:sldMk cId="573867450" sldId="601"/>
            <ac:picMk id="5" creationId="{30312C3A-677A-482F-A98F-CF583EE27487}"/>
          </ac:picMkLst>
        </pc:picChg>
      </pc:sldChg>
      <pc:sldChg chg="addSp delSp modSp add mod modNotesTx">
        <pc:chgData name="Deepika Vatsa" userId="f7100972-27fe-4ee6-8fb4-ec9b7931b409" providerId="ADAL" clId="{18AEA20C-BEAA-445F-A420-7499542A0D43}" dt="2022-08-10T05:32:59.168" v="5896" actId="20577"/>
        <pc:sldMkLst>
          <pc:docMk/>
          <pc:sldMk cId="2339495179" sldId="602"/>
        </pc:sldMkLst>
        <pc:spChg chg="mod">
          <ac:chgData name="Deepika Vatsa" userId="f7100972-27fe-4ee6-8fb4-ec9b7931b409" providerId="ADAL" clId="{18AEA20C-BEAA-445F-A420-7499542A0D43}" dt="2022-08-10T05:32:59.168" v="5896" actId="20577"/>
          <ac:spMkLst>
            <pc:docMk/>
            <pc:sldMk cId="2339495179" sldId="602"/>
            <ac:spMk id="2" creationId="{6167DC2D-0072-445E-8CB3-E53407061CE7}"/>
          </ac:spMkLst>
        </pc:spChg>
        <pc:picChg chg="add mod modCrop">
          <ac:chgData name="Deepika Vatsa" userId="f7100972-27fe-4ee6-8fb4-ec9b7931b409" providerId="ADAL" clId="{18AEA20C-BEAA-445F-A420-7499542A0D43}" dt="2022-08-10T05:25:34.089" v="5207" actId="1076"/>
          <ac:picMkLst>
            <pc:docMk/>
            <pc:sldMk cId="2339495179" sldId="602"/>
            <ac:picMk id="4" creationId="{514D486F-82FB-40DB-9433-D8233988356F}"/>
          </ac:picMkLst>
        </pc:picChg>
        <pc:picChg chg="del">
          <ac:chgData name="Deepika Vatsa" userId="f7100972-27fe-4ee6-8fb4-ec9b7931b409" providerId="ADAL" clId="{18AEA20C-BEAA-445F-A420-7499542A0D43}" dt="2022-08-10T05:25:12.919" v="5202" actId="478"/>
          <ac:picMkLst>
            <pc:docMk/>
            <pc:sldMk cId="2339495179" sldId="602"/>
            <ac:picMk id="5" creationId="{30312C3A-677A-482F-A98F-CF583EE27487}"/>
          </ac:picMkLst>
        </pc:picChg>
      </pc:sldChg>
      <pc:sldChg chg="addSp delSp modSp add mod modNotesTx">
        <pc:chgData name="Deepika Vatsa" userId="f7100972-27fe-4ee6-8fb4-ec9b7931b409" providerId="ADAL" clId="{18AEA20C-BEAA-445F-A420-7499542A0D43}" dt="2022-08-10T05:36:43.842" v="6060" actId="1076"/>
        <pc:sldMkLst>
          <pc:docMk/>
          <pc:sldMk cId="4267505518" sldId="603"/>
        </pc:sldMkLst>
        <pc:spChg chg="mod">
          <ac:chgData name="Deepika Vatsa" userId="f7100972-27fe-4ee6-8fb4-ec9b7931b409" providerId="ADAL" clId="{18AEA20C-BEAA-445F-A420-7499542A0D43}" dt="2022-08-10T05:34:47.080" v="5975" actId="20577"/>
          <ac:spMkLst>
            <pc:docMk/>
            <pc:sldMk cId="4267505518" sldId="603"/>
            <ac:spMk id="2" creationId="{6167DC2D-0072-445E-8CB3-E53407061CE7}"/>
          </ac:spMkLst>
        </pc:spChg>
        <pc:picChg chg="del">
          <ac:chgData name="Deepika Vatsa" userId="f7100972-27fe-4ee6-8fb4-ec9b7931b409" providerId="ADAL" clId="{18AEA20C-BEAA-445F-A420-7499542A0D43}" dt="2022-08-10T05:33:44.611" v="5932" actId="478"/>
          <ac:picMkLst>
            <pc:docMk/>
            <pc:sldMk cId="4267505518" sldId="603"/>
            <ac:picMk id="4" creationId="{514D486F-82FB-40DB-9433-D8233988356F}"/>
          </ac:picMkLst>
        </pc:picChg>
        <pc:picChg chg="add del mod modCrop">
          <ac:chgData name="Deepika Vatsa" userId="f7100972-27fe-4ee6-8fb4-ec9b7931b409" providerId="ADAL" clId="{18AEA20C-BEAA-445F-A420-7499542A0D43}" dt="2022-08-10T05:35:32.744" v="6048" actId="478"/>
          <ac:picMkLst>
            <pc:docMk/>
            <pc:sldMk cId="4267505518" sldId="603"/>
            <ac:picMk id="5" creationId="{975A5F0C-68CC-448F-BDF5-37697651E8CF}"/>
          </ac:picMkLst>
        </pc:picChg>
        <pc:picChg chg="add del mod modCrop">
          <ac:chgData name="Deepika Vatsa" userId="f7100972-27fe-4ee6-8fb4-ec9b7931b409" providerId="ADAL" clId="{18AEA20C-BEAA-445F-A420-7499542A0D43}" dt="2022-08-10T05:36:19.734" v="6055" actId="478"/>
          <ac:picMkLst>
            <pc:docMk/>
            <pc:sldMk cId="4267505518" sldId="603"/>
            <ac:picMk id="8" creationId="{25716DB5-31C0-4159-BD1E-2DB0F9F3B5D9}"/>
          </ac:picMkLst>
        </pc:picChg>
        <pc:picChg chg="add mod modCrop">
          <ac:chgData name="Deepika Vatsa" userId="f7100972-27fe-4ee6-8fb4-ec9b7931b409" providerId="ADAL" clId="{18AEA20C-BEAA-445F-A420-7499542A0D43}" dt="2022-08-10T05:36:43.842" v="6060" actId="1076"/>
          <ac:picMkLst>
            <pc:docMk/>
            <pc:sldMk cId="4267505518" sldId="603"/>
            <ac:picMk id="10" creationId="{19BA0B03-7793-4AC5-8737-CC666C6E2402}"/>
          </ac:picMkLst>
        </pc:picChg>
      </pc:sldChg>
      <pc:sldChg chg="add modNotesTx">
        <pc:chgData name="Deepika Vatsa" userId="f7100972-27fe-4ee6-8fb4-ec9b7931b409" providerId="ADAL" clId="{18AEA20C-BEAA-445F-A420-7499542A0D43}" dt="2022-08-10T05:37:35.544" v="6189" actId="20577"/>
        <pc:sldMkLst>
          <pc:docMk/>
          <pc:sldMk cId="2585325527" sldId="604"/>
        </pc:sldMkLst>
      </pc:sldChg>
    </pc:docChg>
  </pc:docChgLst>
  <pc:docChgLst>
    <pc:chgData name="Deepika Vatsa" userId="f7100972-27fe-4ee6-8fb4-ec9b7931b409" providerId="ADAL" clId="{141DF5DF-AAB9-4426-9945-F3786AFAD65C}"/>
    <pc:docChg chg="delSld">
      <pc:chgData name="Deepika Vatsa" userId="f7100972-27fe-4ee6-8fb4-ec9b7931b409" providerId="ADAL" clId="{141DF5DF-AAB9-4426-9945-F3786AFAD65C}" dt="2023-02-27T08:45:20.411" v="0" actId="47"/>
      <pc:docMkLst>
        <pc:docMk/>
      </pc:docMkLst>
      <pc:sldChg chg="del">
        <pc:chgData name="Deepika Vatsa" userId="f7100972-27fe-4ee6-8fb4-ec9b7931b409" providerId="ADAL" clId="{141DF5DF-AAB9-4426-9945-F3786AFAD65C}" dt="2023-02-27T08:45:20.411" v="0" actId="47"/>
        <pc:sldMkLst>
          <pc:docMk/>
          <pc:sldMk cId="2899493889" sldId="567"/>
        </pc:sldMkLst>
      </pc:sldChg>
      <pc:sldChg chg="del">
        <pc:chgData name="Deepika Vatsa" userId="f7100972-27fe-4ee6-8fb4-ec9b7931b409" providerId="ADAL" clId="{141DF5DF-AAB9-4426-9945-F3786AFAD65C}" dt="2023-02-27T08:45:20.411" v="0" actId="47"/>
        <pc:sldMkLst>
          <pc:docMk/>
          <pc:sldMk cId="812381268" sldId="61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2.348"/>
    </inkml:context>
    <inkml:brush xml:id="br0">
      <inkml:brushProperty name="width" value="0.05" units="cm"/>
      <inkml:brushProperty name="height" value="0.05" units="cm"/>
      <inkml:brushProperty name="color" value="#E71224"/>
    </inkml:brush>
  </inkml:definitions>
  <inkml:trace contextRef="#ctx0" brushRef="#br0">300 424 14855,'0'0'4861,"-4"-17"-2978,-14-51-93,17 65-1694,1 1 0,-1-1 0,0 0 0,0 0 0,0 1 0,0-1 0,0 1 0,-1-1-1,1 1 1,-1-1 0,1 1 0,-1 0 0,0 0 0,0 0 0,0 0 0,0 0 0,-1 0 0,1 1-1,0-1 1,-1 1 0,1-1 0,-1 1 0,1 0 0,-1 0 0,0 0 0,1 0 0,-1 1 0,0-1-1,0 1 1,0 0 0,1-1 0,-1 1 0,0 1 0,0-1 0,0 0 0,0 1 0,1-1 0,-1 1-1,-4 1 1,-4 2-136,0 0 0,0 1 0,1 1 1,-1 0-1,1 0 0,-18 15 0,18-13 26,0 1 0,1 0 1,1 1-1,-1 0 0,1 0 1,1 1-1,-7 12 0,11-17-5,0 1-1,0 1 0,0-1 1,1 0-1,0 1 1,0-1-1,1 1 0,0-1 1,0 1-1,1 0 0,0-1 1,0 1-1,2 9 0,-1-14 5,0 0 0,0 0-1,0-1 1,0 1 0,0 0-1,0-1 1,1 1 0,-1-1-1,1 0 1,0 1 0,-1-1-1,1 0 1,0 0-1,1 0 1,-1 0 0,0 0-1,0-1 1,4 3 0,0-1 3,0 0 1,0-1-1,1 0 0,-1 0 1,0 0-1,1-1 1,-1 0-1,9 1 1,-8-2 14,1 1 1,0-1 0,0 0-1,-1-1 1,1 0-1,0 0 1,-1-1 0,1 0-1,-1 0 1,0-1 0,0 0-1,0 0 1,0 0-1,12-9 1,-10 2 37,0 0 0,-1 0 1,-1-1-1,0 0 0,0 0 0,-1 0 1,0-1-1,-1 0 0,0-1 0,-1 1 1,-1-1-1,0 0 0,0 1 0,-1-1 1,-1-1-1,0 1 0,-1 0 0,-1 0 1,0 0-1,-3-17 0,0 9 4,0 0 0,-2 0-1,0 1 1,-1-1 0,-2 2 0,0-1-1,0 1 1,-2 0 0,-1 1 0,0 0 0,-23-25-1,28 37-13,0-1-1,0 1 1,-1 0-1,-10-6 1,16 11-67,0 0 0,0 0 0,0 0 0,0 1 0,0-1 0,0 0 0,-1 1 0,1 0 1,0-1-1,0 1 0,-3 0 0,4 0-38,0 0 1,0 0-1,1 1 1,-1-1-1,0 0 0,0 1 1,0-1-1,1 1 1,-1-1-1,0 1 1,1-1-1,-1 1 0,0-1 1,1 1-1,-1-1 1,0 1-1,1 0 1,-1 0-1,1-1 1,0 1-1,-1 0 0,1 0 1,-1-1-1,1 1 1,0 0-1,0 0 1,-1 0-1,1 1 1,-2 15-1871,1 0 0,0 0 1,2 19-1,3 21-4944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2.770"/>
    </inkml:context>
    <inkml:brush xml:id="br0">
      <inkml:brushProperty name="width" value="0.05" units="cm"/>
      <inkml:brushProperty name="height" value="0.05" units="cm"/>
      <inkml:brushProperty name="color" value="#E71224"/>
    </inkml:brush>
  </inkml:definitions>
  <inkml:trace contextRef="#ctx0" brushRef="#br0">246 1 15943,'0'0'10424,"4"13"-10254,29 133-212,-32-143 21,0 1 0,0-1 0,0 0 0,0 0 0,0 0 0,1 0 1,-1 0-1,1 0 0,0 0 0,0-1 0,0 1 0,0 0 0,0-1 0,1 0 0,-1 0 1,1 1-1,0-1 0,-1-1 0,1 1 0,0 0 0,0-1 0,0 1 0,0-1 0,0 0 1,1 0-1,-1 0 0,4 0 0,-3-1-5,1 0 0,-1 0 0,1 0 0,-1-1 1,1 0-1,-1 0 0,0 0 0,1 0 0,-1-1 0,0 1 1,0-1-1,0 0 0,0 0 0,0-1 0,0 1 0,-1-1 1,1 0-1,-1 0 0,5-5 0,-6 6 29,3-3 77,-1 0 1,1 0-1,-1 0 0,0 0 1,-1-1-1,1 1 0,4-13 1,-8 17 252,0 19-213,-16 420 440,17-387-513,-2 64-22,1-106 43,-1 0 0,-1 0 0,0 0 0,0 0 0,0-1 0,-1 1 0,-1-1 0,1 0 1,-10 15-1,11-21-32,0 1 1,-1 0-1,1-1 1,-1 1 0,0-1-1,0 0 1,0 0-1,0 0 1,0-1 0,0 1-1,0-1 1,-1 1-1,1-1 1,0 0 0,-1 0-1,1-1 1,-1 1-1,1-1 1,-1 1 0,0-1-1,1 0 1,-1-1-1,1 1 1,-6-2 0,1 1-8,0-1 1,0-1 0,0 1 0,1-1 0,0-1 0,-1 1 0,1-1 0,0 0 0,-9-8 0,-30-28-155,17 14-1094,-35-24-1,51 42-339,0 0 0,0 1 1,-19-7-1,-15-2-5519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145"/>
    </inkml:context>
    <inkml:brush xml:id="br0">
      <inkml:brushProperty name="width" value="0.05" units="cm"/>
      <inkml:brushProperty name="height" value="0.05" units="cm"/>
      <inkml:brushProperty name="color" value="#E71224"/>
    </inkml:brush>
  </inkml:definitions>
  <inkml:trace contextRef="#ctx0" brushRef="#br0">1 9 14839,'0'0'10186,"20"-2"-9364,52-4-88,106 5 0,96 19-429,-111-6-27,895 54-369,-1038-66-83,-18 0 109,1 0 1,-1 0-1,1 0 0,-1 0 1,0 0-1,1 0 0,-1 0 1,1 1-1,-1 0 0,0-1 1,1 1-1,-1 0 0,0 0 1,4 2-1,-6-2 14,0-1 0,0 0 0,1 0 1,-1 1-1,0-1 0,0 0 0,0 1 0,0-1 1,0 0-1,0 1 0,0-1 0,0 0 0,0 0 1,0 1-1,0-1 0,0 0 0,0 1 0,0-1 1,-1 0-1,1 1 0,0-1 0,0 0 0,0 0 1,0 1-1,0-1 0,-1 0 0,1 0 0,0 1 1,0-1-1,-1 0 0,1 0 0,0 0 0,0 1 1,-1-1-1,1 0 0,0 0 0,0 0 0,-1 0 1,1 0-1,0 1 0,-1-1 0,1 0 0,-17 8-1819,-25 7-1748,-11 3-1558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470"/>
    </inkml:context>
    <inkml:brush xml:id="br0">
      <inkml:brushProperty name="width" value="0.05" units="cm"/>
      <inkml:brushProperty name="height" value="0.05" units="cm"/>
      <inkml:brushProperty name="color" value="#E71224"/>
    </inkml:brush>
  </inkml:definitions>
  <inkml:trace contextRef="#ctx0" brushRef="#br0">320 393 15319,'0'0'8519,"-22"-15"-6625,-73-40-1129,92 53-759,0 1 0,0 0 0,-1 0-1,1 0 1,0 0 0,0 0 0,-1 0-1,1 1 1,0 0 0,-1 0 0,1 0-1,0 0 1,-1 0 0,1 1 0,0-1-1,-1 1 1,1 0 0,0 0 0,0 0-1,0 0 1,0 1 0,0-1 0,0 1-1,0 0 1,0 0 0,1 0 0,-1 0-1,1 0 1,-4 5 0,-1-1-8,-4 3 7,1 1-1,0 0 0,1 1 1,0-1-1,1 2 1,-11 17-1,16-22-1,-1-1-1,1 1 1,0 0 0,1 0 0,0 1-1,0-1 1,0 1 0,1-1 0,0 1 0,0-1-1,1 1 1,0-1 0,2 14 0,-1-19-2,0 1 0,1-1 0,-1 1 0,0-1 0,1 0 0,0 0 0,-1 0 0,1 0-1,0 0 1,0 0 0,0-1 0,0 1 0,0 0 0,1-1 0,-1 0 0,0 0 0,1 1 0,-1-1 0,1 0 0,-1-1 0,1 1 0,-1 0 0,1-1 0,0 0 0,-1 1 0,1-1 0,4-1 0,7 2 27,0-1-1,0 0 1,0-2-1,13-2 1,-19 3-16,-1-1-1,0 0 1,1-1-1,-1 0 1,0 0-1,-1 0 1,1-1-1,-1 0 1,1-1 0,-1 1-1,-1-1 1,1 0-1,5-7 1,-2 2 31,-2 0 0,1-1 0,-2 0 0,1 0 1,-2 0-1,1-1 0,4-15 0,-2-1 30,-1-1 0,-2 0-1,0 0 1,-2 0 0,-2-1 0,-1-31-1,-1 49-63,0 0 0,0-1 0,-2 1-1,1 0 1,-2 0 0,0 1 0,0-1-1,-10-18 1,12 25-11,-1 1-1,0-1 1,0 1-1,-1 0 1,1 0 0,-1 0-1,0 0 1,0 0 0,0 1-1,0 0 1,0 0 0,-1 0-1,0 0 1,1 1-1,-1 0 1,0 0 0,0 0-1,0 1 1,-1-1 0,1 1-1,0 0 1,-8 0-1,9 1-84,1 0-1,-1 1 1,1-1-1,0 1 1,-1 0-1,1 0 1,0 0-1,0 0 0,-1 1 1,1-1-1,0 1 1,0 0-1,0-1 1,1 1-1,-1 1 1,0-1-1,1 0 0,0 1 1,-1-1-1,1 1 1,0 0-1,0 0 1,0 0-1,1 0 1,-3 5-1,-1 4-853,0 1 0,1 0-1,1-1 1,0 1 0,-2 21 0,1 27-4480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3.877"/>
    </inkml:context>
    <inkml:brush xml:id="br0">
      <inkml:brushProperty name="width" value="0.05" units="cm"/>
      <inkml:brushProperty name="height" value="0.05" units="cm"/>
      <inkml:brushProperty name="color" value="#E71224"/>
    </inkml:brush>
  </inkml:definitions>
  <inkml:trace contextRef="#ctx0" brushRef="#br0">0 20 15767,'0'0'3119,"20"-4"-475,66-9-376,-83 12-2214,0 0 1,1 1-1,-1 0 1,0-1-1,1 1 1,-1 0-1,0 0 1,1 1-1,-1-1 1,0 1-1,1 0 1,-1 0-1,0 0 1,0 0-1,0 0 1,0 1-1,0 0 1,0-1-1,0 1 1,0 0-1,0 0 1,-1 1-1,0-1 1,1 0-1,-1 1 1,0-1-1,0 1 1,0 0-1,0 0 1,-1 0-1,1 0 1,-1 0-1,1 0 1,-1 0-1,1 5 1,0 6-98,0 1 1,0-1-1,-1 1 1,-1 0-1,-3 29 0,3-44 47,-1 1-13,1 0 1,-1 0 0,1 0 0,0 0 0,0 0 0,0 0-1,0 0 1,0 0 0,0 0 0,0 0 0,0 0-1,0 0 1,0 0 0,0 0 0,0 0 0,1-1 0,-1 1-1,0 0 1,1 0 0,-1 0 0,1 0 0,0 1-1,15-16-43,-2-2 106,42-36 247,-29 27 681,0-1 0,28-37 0,-58 69-868,1 0 1,-1 0-1,1 1 1,0-1 0,-1 12-1,-1-1-60,0 6-215,0 0 0,2 0 1,1 1-1,1-1 0,3 30 0,-3-51 23,0-1 1,0 0 0,0 1-1,0-1 1,1 1 0,-1-1 0,0 0-1,1 0 1,-1 1 0,1-1-1,0 0 1,-1 1 0,1-1-1,0 0 1,0 0 0,0 0 0,-1 0-1,1 0 1,0 0 0,1 0-1,-1 0 1,0 0 0,0-1 0,0 1-1,0 0 1,1-1 0,1 2-1,42 0-5974,-6-5 419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4.536"/>
    </inkml:context>
    <inkml:brush xml:id="br0">
      <inkml:brushProperty name="width" value="0.05" units="cm"/>
      <inkml:brushProperty name="height" value="0.05" units="cm"/>
      <inkml:brushProperty name="color" value="#E71224"/>
    </inkml:brush>
  </inkml:definitions>
  <inkml:trace contextRef="#ctx0" brushRef="#br0">4 0 15607,'0'0'12331,"0"10"-12101,-3 203 653,3-211-884,0-1 1,0 1 0,0 0 0,0-1-1,0 1 1,0 0 0,0-1-1,1 1 1,-1 0 0,1-1 0,-1 1-1,1 0 1,-1-1 0,1 1-1,0-1 1,0 0 0,0 1 0,0-1-1,0 0 1,0 1 0,0-1 0,1 0-1,-1 0 1,0 0 0,1 0-1,-1 0 1,1 0 0,-1 0 0,1-1-1,-1 1 1,1 0 0,-1-1-1,1 1 1,0-1 0,-1 0 0,1 0-1,0 1 1,-1-1 0,1 0 0,0 0-1,-1-1 1,1 1 0,0 0-1,-1 0 1,3-1 0,3-2 5,0 1 1,1-1 0,-1 0-1,-1-1 1,1 0-1,0 0 1,-1 0-1,8-7 1,1-2 26,-1 0 1,0-1-1,-1 0 1,-1-1-1,17-26 1,-28 47-20,0 0 0,0 0 1,1 0-1,0-1 0,0 1 1,1-1-1,5 9 0,-5-8-35,1 0-1,0 0 0,0-1 0,0 0 0,1 0 0,-1 0 0,1 0 1,1-1-1,-1 1 0,1-1 0,-1-1 0,1 1 0,0-1 0,8 3 1,-11-5 15,-1 0 1,1-1 0,-1 1-1,1 0 1,0-1 0,0 0 0,-1 0-1,1 0 1,0 0 0,-1 0 0,1 0-1,0-1 1,-1 0 0,1 1-1,0-1 1,-1 0 0,1 0 0,-1 0-1,1 0 1,-1-1 0,0 1-1,0-1 1,1 0 0,-1 1 0,0-1-1,0 0 1,-1 0 0,1 0-1,0 0 1,-1-1 0,1 1 0,-1 0-1,0-1 1,1 1 0,-1-1-1,0 1 1,0-4 0,2-3 68,0 0 0,-1 0 1,0-1-1,-1 1 0,0 0 1,-1-1-1,1 1 0,-2-1 0,-1-9 1,2 16-93,0 0 1,0 1 0,0-1-1,-1 0 1,0 1-1,1-1 1,-1 1 0,0-1-1,0 1 1,0-1 0,0 1-1,-1-1 1,1 1-1,-1 0 1,1 0 0,-1 0-1,0 0 1,0 0-1,0 0 1,0 0 0,0 1-1,0-1 1,-1 1 0,1 0-1,0-1 1,-1 1-1,1 0 1,-1 0 0,1 0-1,-1 1 1,1-1 0,-1 1-1,0-1 1,1 1-1,-4 0 1,5 0-107,0 0 1,0 1-1,0-1 1,1 0-1,-1 0 1,0 1-1,0-1 1,0 0-1,1 1 0,-1-1 1,0 1-1,1-1 1,-1 1-1,0-1 1,1 1-1,-1-1 0,1 1 1,-1 0-1,1-1 1,-1 1-1,1 0 1,-1 0-1,1-1 1,0 1-1,-1 0 0,1 0 1,-1 1-1,-2 26-4819,3-24 3768,0 22-6795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4.912"/>
    </inkml:context>
    <inkml:brush xml:id="br0">
      <inkml:brushProperty name="width" value="0.05" units="cm"/>
      <inkml:brushProperty name="height" value="0.05" units="cm"/>
      <inkml:brushProperty name="color" value="#E71224"/>
    </inkml:brush>
  </inkml:definitions>
  <inkml:trace contextRef="#ctx0" brushRef="#br0">0 0 16392,'0'0'13558,"33"80"-13286,-31-50-224,-2-1-48,0-3 0,0-2-512,0-3-609,0-5-944,0-5-1713,8-9-1200,13-2-7460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240"/>
    </inkml:context>
    <inkml:brush xml:id="br0">
      <inkml:brushProperty name="width" value="0.05" units="cm"/>
      <inkml:brushProperty name="height" value="0.05" units="cm"/>
      <inkml:brushProperty name="color" value="#E71224"/>
    </inkml:brush>
  </inkml:definitions>
  <inkml:trace contextRef="#ctx0" brushRef="#br0">1 10 13622,'0'0'14391,"138"-10"-14391,-99 10-64,-11 6-817,-9 5-1248,-15 4-1488,-4 3-1378,-23 6-2208</inkml:trace>
  <inkml:trace contextRef="#ctx0" brushRef="#br0" timeOffset="1">38 184 8004,'0'0'15911,"154"29"-15687,-107-29-224,-1-3-608,-5-1-2033,-4 2-3650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601"/>
    </inkml:context>
    <inkml:brush xml:id="br0">
      <inkml:brushProperty name="width" value="0.05" units="cm"/>
      <inkml:brushProperty name="height" value="0.05" units="cm"/>
      <inkml:brushProperty name="color" value="#E71224"/>
    </inkml:brush>
  </inkml:definitions>
  <inkml:trace contextRef="#ctx0" brushRef="#br0">25 24 21354,'0'0'5717,"-3"21"-5439,-1-4-264,-12 94 35,15-98-51,0 1 1,1 0-1,1-1 1,0 1 0,0 0-1,8 26 1,-8-37-17,0 0 0,0 0 0,0 0 0,1 0 0,-1 0 0,1 0 1,0 0-1,0-1 0,0 1 0,0-1 0,1 1 0,-1-1 0,1 0 0,-1 0 0,1 0 0,0 0 0,0 0 0,0-1 1,0 1-1,0-1 0,0 0 0,0 0 0,0 0 0,0 0 0,1 0 0,-1-1 0,0 0 0,1 1 0,-1-1 1,5-1-1,-2 0 14,-1 0 0,0 0 0,1 0 1,-1-1-1,0 0 0,0 0 0,0 0 0,0-1 1,0 0-1,-1 0 0,1 0 0,-1 0 1,0-1-1,0 1 0,0-1 0,0 0 0,-1 0 1,4-5-1,-1-2 94,-1 0 1,0 0-1,0 0 0,-1-1 1,-1 0-1,0 0 0,0 1 1,-1-2-1,-1 1 0,0 0 1,-1-24-1,0 30-60,0 1 0,-1-1 0,0 0 1,0 1-1,0-1 0,0 0 0,-1 1 0,0 0 0,0-1 1,-1 1-1,1 0 0,-1 0 0,0 0 0,-1 0 1,1 1-1,-1 0 0,0-1 0,0 1 0,0 0 0,0 1 1,-1-1-1,0 1 0,1 0 0,-1 0 0,0 0 0,-1 1 1,-5-2-1,10 3-87,0 1 1,0-1-1,0 1 1,0-1-1,0 1 0,0 0 1,-1 0-1,1-1 1,0 1-1,0 0 1,0 0-1,-1 0 0,1 0 1,0 0-1,0 1 1,0-1-1,-1 0 1,1 1-1,0-1 1,0 0-1,0 1 0,0-1 1,0 1-1,0 0 1,0-1-1,0 1 1,0 0-1,0 0 0,-1 1 1,1 1-492,0 0 1,0 0 0,0 0-1,0 0 1,0 0-1,1 0 1,0 0-1,0 0 1,0 6 0,0 21-4835</inkml:trace>
  <inkml:trace contextRef="#ctx0" brushRef="#br0" timeOffset="1">350 176 16215,'0'0'2706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5.959"/>
    </inkml:context>
    <inkml:brush xml:id="br0">
      <inkml:brushProperty name="width" value="0.05" units="cm"/>
      <inkml:brushProperty name="height" value="0.05" units="cm"/>
      <inkml:brushProperty name="color" value="#E71224"/>
    </inkml:brush>
  </inkml:definitions>
  <inkml:trace contextRef="#ctx0" brushRef="#br0">1 147 8340,'0'0'19614,"15"12"-18704,0-1-687,-7-6-118,0 0 1,-1 1 0,0 0 0,0 0 0,0 1 0,0 0 0,-1 0 0,-1 0 0,1 1 0,-1 0 0,8 16 0,-5-1-4,0-1 0,-2 1 0,-1 0-1,-1 1 1,3 31 0,-5 19-3208,-4-73 2522,0 0-1,0-1 0,1 1 0,-1-1 1,0 1-1,0-1 0,0 0 1,0 0-1,0 0 0,0 0 0,0 0 1,0-1-1,0 1 0,0 0 0,0-1 1,-4-1-1,-23-16-5028</inkml:trace>
  <inkml:trace contextRef="#ctx0" brushRef="#br0" timeOffset="1">29 54 17496,'0'0'8564,"155"-51"-7700,-100 49-335,-5 2-241,-7 0-96,-10 2-192,-10 10-624,-11 3-1922,-4 2-2928,-6 2-7060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9.778"/>
    </inkml:context>
    <inkml:brush xml:id="br0">
      <inkml:brushProperty name="width" value="0.05" units="cm"/>
      <inkml:brushProperty name="height" value="0.05" units="cm"/>
      <inkml:brushProperty name="color" value="#E71224"/>
    </inkml:brush>
  </inkml:definitions>
  <inkml:trace contextRef="#ctx0" brushRef="#br0">5 360 13926,'0'0'2610,"-1"-16"-756,-2-52 80,3 63-1662,0 0-1,0 0 1,1-1 0,0 1-1,0 0 1,0 0 0,0 0-1,1 0 1,0 0 0,0 0-1,1 0 1,-1 1 0,1-1-1,0 1 1,0 0 0,0 0 0,1 0-1,-1 0 1,1 0 0,0 1-1,0-1 1,1 1 0,6-4-1,-10 7-238,1 0 1,-1 0-1,0-1 0,1 1 0,-1 0 0,0 0 0,1 0 0,-1 0 0,0 1 1,1-1-1,-1 0 0,0 0 0,1 1 0,-1-1 0,0 1 0,0-1 0,1 1 1,-1 0-1,0 0 0,0-1 0,0 1 0,0 0 0,0 0 0,0 0 0,0 0 1,0 0-1,1 1 0,24 37 160,-19-29-41,30 48 71,-17-26-119,2-1 0,40 46 0,-53-68-93,1 0 0,0 0 0,0-1-1,1 0 1,0 0 0,1-2 0,0 1-1,0-2 1,0 1 0,1-2-1,16 5 1,23 0 5,0-2 0,1-3 0,93-4 0,-70-1-8,576-35 7,2 0-70,-294 42 43,74-1-163,-404-6 170,0-1-1,0-1 0,-1-2 0,1 0 0,-1-3 0,0 0 0,0-2 0,50-24 0,-63 25 79,1-1 1,-2 0-1,0-1 0,0-1 1,-1 0-1,0-1 1,-1 0-1,0-1 0,-1-1 1,-1 0-1,-1 0 0,0-1 1,0 0-1,-2-1 1,8-21-1,-9 19-27,-1 0-1,-2 0 1,1-1 0,-2 1 0,-1-1-1,0-22 1,-16 45-7148,-3 7-832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1.327"/>
    </inkml:context>
    <inkml:brush xml:id="br0">
      <inkml:brushProperty name="width" value="0.05" units="cm"/>
      <inkml:brushProperty name="height" value="0.05" units="cm"/>
      <inkml:brushProperty name="color" value="#E71224"/>
    </inkml:brush>
  </inkml:definitions>
  <inkml:trace contextRef="#ctx0" brushRef="#br0">1 90 13670,'0'0'8444,"2"-9"-7758,-1 4-568,7-18 213,-1 20-60,2 15 175,0 11-118,-1 0 1,-1 1-1,-1-1 1,-1 2-1,2 29 1,-3-20-233,2 0 1,11 34-1,-14-58-91,1 0 0,0-1 0,0 0 0,1 0 0,0 0 0,0-1 0,1 0 0,0 0 0,1 0 1,-1-1-1,12 10 0,-12-13-2,0 0 0,0 0 0,1-1 0,0 1 0,-1-2 0,1 1 0,1-1 0,-1 0 0,0 0 0,14 1 0,79-1-38,-61-3 47,51-4 36,0-4 1,130-30-1,-82 13-43,-80 15-1,295-45 84,2 30-17,752-5-133,-636 27 398,-376 11-335,110 24 0,-22-3-16,90-13-25,-271-16 55,1 1 0,0-1 1,0 0-1,-1 0 0,1-1 0,0 1 0,-1 0 1,1-1-1,-1 0 0,0 1 0,1-1 1,-1 0-1,0 0 0,0-1 0,0 1 0,-1 0 1,1 0-1,0-1 0,-1 1 0,0-1 0,1 0 1,-1 1-1,0-1 0,1-3 0,1-5 148,1 1 0,-1-1 0,-1 1 0,0-1 0,1-14 0,16-209 1939,-19 233-2211,-1 0 0,1 0 1,0 0-1,0 0 0,-1 0 0,1 0 0,-1 1 0,1-1 0,-1 0 0,1 0 1,-1 0-1,1 1 0,-1-1 0,0 0 0,1 1 0,-1-1 0,0 0 0,0 1 1,1-1-1,-1 1 0,0-1 0,0 1 0,0 0 0,0-1 0,0 1 0,0 0 1,0-1-1,1 1 0,-1 0 0,0 0 0,0 0 0,0 0 0,0 0 1,0 0-1,0 0 0,0 0 0,0 1 0,-1-1 0,-10-1-1402,-29-7-5943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4.345"/>
    </inkml:context>
    <inkml:brush xml:id="br0">
      <inkml:brushProperty name="width" value="0.05" units="cm"/>
      <inkml:brushProperty name="height" value="0.05" units="cm"/>
      <inkml:brushProperty name="color" value="#E71224"/>
    </inkml:brush>
  </inkml:definitions>
  <inkml:trace contextRef="#ctx0" brushRef="#br0">74 99 8052,'0'0'8697,"0"-16"-5333,0-5-2623,-1-11 158,2 2 3304,-6 93-4245,1-24 61,1 1 0,2-1 1,6 55-1,-5-92-20,0 1 0,1-1 0,-1 1 0,1 0 0,0-1 0,-1 0 1,1 1-1,1-1 0,-1 1 0,0-1 0,0 0 0,1 0 0,-1 0 1,1 0-1,0 0 0,-1 0 0,1 0 0,0 0 0,0-1 1,0 1-1,1-1 0,-1 1 0,0-1 0,1 0 0,-1 0 0,0 0 1,1 0-1,-1-1 0,1 1 0,-1-1 0,1 1 0,0-1 0,2 0 1,-1 0 2,0 0 1,0-1 0,0 0-1,0 1 1,0-1 0,-1-1-1,1 1 1,0-1-1,-1 1 1,1-1 0,-1 0-1,0 0 1,0 0 0,1-1-1,-1 1 1,-1-1 0,1 0-1,0 0 1,-1 0 0,1 0-1,1-4 1,4-8 153,-1-1 1,-1 1-1,-1-1 1,0 0-1,-1 0 1,-1-1 0,0 1-1,0-30 1,-19 445-52,1-74-18,16-225-83,0-48-10,-2 1 0,-8 58 0,9-110 46,0 0-1,0 0 1,0 0-1,0 0 0,0 0 1,0 0-1,0 0 1,0 0-1,-1 0 0,1 0 1,0 0-1,-1 0 1,1 0-1,0 0 0,-1 0 1,1 0-1,-1-1 1,1 1-1,-1 0 0,0 0 1,1 0-1,-1-1 1,0 1-1,0 0 0,1-1 1,-1 1-1,0-1 1,0 1-1,0-1 0,0 1 1,0-1-1,1 0 1,-1 1-1,0-1 0,0 0 1,0 0-1,0 0 1,0 1-1,0-1 0,0 0 1,0 0-1,0 0 1,0-1-1,0 1 0,0 0 1,0 0-1,0-1 1,0 1-1,0 0 0,0-1 1,0 1-1,0-1 1,1 1-1,-1-1 0,0 1 1,0-1-1,0 0 1,1 1-1,-1-1 0,-1-1 1,-6-5 190,1 0 0,-1-1 0,1 0 0,-8-12 0,0-2-163,1 0 1,0-1-1,2 0 0,1-1 1,0-1-1,2 0 0,1 0 1,1-1-1,1 0 1,1 0-1,-2-46 0,8 66-147,-1-1 0,1 1-1,1-1 1,-1 1 0,1 0-1,0 0 1,1 0 0,-1 0 0,1 0-1,0 0 1,1 1 0,-1-1-1,1 1 1,0 0 0,1 0-1,-1 1 1,1-1 0,6-4-1,11-8-866,1 2 0,0 0 1,25-11-1,-30 16 7,120-64-9553,-68 35-136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4.706"/>
    </inkml:context>
    <inkml:brush xml:id="br0">
      <inkml:brushProperty name="width" value="0.05" units="cm"/>
      <inkml:brushProperty name="height" value="0.05" units="cm"/>
      <inkml:brushProperty name="color" value="#E71224"/>
    </inkml:brush>
  </inkml:definitions>
  <inkml:trace contextRef="#ctx0" brushRef="#br0">1 45 8980,'0'0'13318,"128"-45"-13878,-104 51-1521,-7 12-2017,-13 5-4018</inkml:trace>
  <inkml:trace contextRef="#ctx0" brushRef="#br0" timeOffset="1">28 198 11077,'0'0'11125,"117"6"-10581,-72-15-448,-1 1-96,-3 3-1664,-2-1-1490,4-1-4881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109"/>
    </inkml:context>
    <inkml:brush xml:id="br0">
      <inkml:brushProperty name="width" value="0.05" units="cm"/>
      <inkml:brushProperty name="height" value="0.05" units="cm"/>
      <inkml:brushProperty name="color" value="#E71224"/>
    </inkml:brush>
  </inkml:definitions>
  <inkml:trace contextRef="#ctx0" brushRef="#br0">19 0 17176,'0'0'10621,"-2"12"-10549,-1 14-69,-4 26-188,3 0 0,2 79 0,2-130 153,0 0 1,1 0 0,-1 1 0,0-1 0,1 0 0,-1 0 0,1 0 0,0 0 0,-1 0 0,1 0 0,0 0 0,-1 0 0,1 0 0,0 0 0,0 0 0,0-1 0,0 1 0,0 0 0,0-1 0,0 1 0,0 0 0,0-1 0,0 1 0,0-1 0,1 0 0,-1 1 0,0-1 0,0 0 0,0 0 0,1 1 0,-1-1 0,0 0 0,0 0 0,0-1 0,1 1 0,-1 0 0,0 0 0,0-1 0,0 1 0,0 0 0,2-2 0,3 1 12,-1-1 0,0 1 0,0-1-1,1-1 1,-1 1 0,-1-1 0,1 0-1,4-3 1,6-8 83,-1-1 0,-1 0 0,0-1 0,-1-1 0,-1 0 0,17-33 0,-28 102 136,1-26-202,-1-21-51,0-1 1,0 1-1,1 0 0,-1 0 1,1-1-1,1 1 1,-1 0-1,0-1 0,1 1 1,0-1-1,0 1 0,1-1 1,-1 0-1,1 0 1,0 0-1,0 0 0,0-1 1,0 1-1,1-1 1,-1 0-1,1 0 0,0 0 1,0 0-1,0-1 0,0 1 1,1-1-1,-1 0 1,1 0-1,-1-1 0,1 0 1,-1 1-1,1-1 1,0-1-1,0 1 0,-1-1 1,1 0-1,0 0 0,0 0 1,0-1-1,0 1 1,-1-1-1,10-3 0,-10 2 101,0 0 0,0 0 0,0 0 0,0 0 0,0-1 0,-1 1-1,1-1 1,-1 0 0,0 0 0,1-1 0,-1 1 0,-1 0 0,1-1-1,0 0 1,-1 0 0,0 0 0,0 0 0,0 0 0,-1 0-1,1 0 1,-1-1 0,2-7 0,0-8 352,0-1 0,-1 1 0,-1-31-1,-1 44-325,-1 0-1,1 0 0,-2 1 1,1-1-1,-1 0 1,0 1-1,0 0 0,-4-8 1,5 12-88,-1-1-1,1 0 1,0 1 0,-1-1 0,0 1 0,0 0 0,0-1 0,0 1-1,0 0 1,0 0 0,0 0 0,0 0 0,-1 1 0,1-1 0,-1 1 0,0-1-1,1 1 1,-1 0 0,0 0 0,0 0 0,-3 0 0,6 1-92,0 0 0,-1 0 0,1 0 0,-1 1 0,1-1 0,0 0-1,-1 0 1,1 0 0,0 1 0,-1-1 0,1 0 0,0 1 0,-1-1 0,1 0 0,0 1 0,-1-1 0,1 0 0,0 1 0,0-1 0,0 1 0,-1-1 0,1 0 0,0 1 0,0-1 0,0 1 0,0-1 0,0 1 0,0-1-1,0 0 1,0 1 0,0-1 0,0 1 0,0 0 0,0 22-2759,0-17 1762,0 28-3614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453"/>
    </inkml:context>
    <inkml:brush xml:id="br0">
      <inkml:brushProperty name="width" value="0.05" units="cm"/>
      <inkml:brushProperty name="height" value="0.05" units="cm"/>
      <inkml:brushProperty name="color" value="#E71224"/>
    </inkml:brush>
  </inkml:definitions>
  <inkml:trace contextRef="#ctx0" brushRef="#br0">0 1 12086,'0'0'16727,"21"35"-16631,-21 0-16,0 4-80,0 2-272,0-4-1008,-4-4-1346,4-5-1472,0-8-1904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5.811"/>
    </inkml:context>
    <inkml:brush xml:id="br0">
      <inkml:brushProperty name="width" value="0.05" units="cm"/>
      <inkml:brushProperty name="height" value="0.05" units="cm"/>
      <inkml:brushProperty name="color" value="#E71224"/>
    </inkml:brush>
  </inkml:definitions>
  <inkml:trace contextRef="#ctx0" brushRef="#br0">1 92 6931,'0'0'9901,"22"-7"-6540,76-23-1264,-94 29-1993,0-1-1,-1 1 1,1 0-1,0 1 1,0-1-1,0 1 1,0-1-1,0 1 1,0 1-1,0-1 0,0 0 1,0 1-1,0 0 1,0 0-1,0 0 1,0 0-1,-1 1 1,1-1-1,0 1 1,-1 0-1,1 0 1,-1 0-1,0 1 1,0-1-1,0 1 1,0 0-1,0 0 1,-1 0-1,1 0 1,-1 0-1,0 1 1,1-1-1,-2 1 1,1-1-1,0 1 0,1 5 1,-1-1-107,0 0 1,0 0-1,-1 0 0,0 0 0,-1 0 1,0 0-1,0 1 0,-1-1 1,0 0-1,0 0 0,-1 0 1,0 0-1,0-1 0,-1 1 1,-4 9-1,-23 31-1510,58-71 531,5-12 1285,-1-2-1,32-50 0,8-30 3314,-71 152-2704,-4-9-860,0 0 0,-2-1 0,-13 42 0,0 2-1421,8 0-3846,10-52 639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156"/>
    </inkml:context>
    <inkml:brush xml:id="br0">
      <inkml:brushProperty name="width" value="0.05" units="cm"/>
      <inkml:brushProperty name="height" value="0.05" units="cm"/>
      <inkml:brushProperty name="color" value="#E71224"/>
    </inkml:brush>
  </inkml:definitions>
  <inkml:trace contextRef="#ctx0" brushRef="#br0">0 1 14791,'0'0'13142,"21"35"-12534,-17 0-416,-4 2 48,0-1-224,0-1-32,0-2-400,-6-1-1569,2-8-1665,4-4-1968</inkml:trace>
  <inkml:trace contextRef="#ctx0" brushRef="#br0" timeOffset="1">628 58 16023,'0'0'12246,"149"-26"-11894,-100 26-16,-4 0-144,3 0-192,-3 0-48,0 0-16,-6 0-832,3 0-961,-7 0-1521,-7-11-1104,-7-7-4962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501"/>
    </inkml:context>
    <inkml:brush xml:id="br0">
      <inkml:brushProperty name="width" value="0.05" units="cm"/>
      <inkml:brushProperty name="height" value="0.05" units="cm"/>
      <inkml:brushProperty name="color" value="#E71224"/>
    </inkml:brush>
  </inkml:definitions>
  <inkml:trace contextRef="#ctx0" brushRef="#br0">91 0 8676,'0'0'17832,"-91"56"-16759,91 0-401,0 3-432,0 2-192,0 0-48,0 0-896,0-7-1794,0-13-2912,19-12-6372</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6.860"/>
    </inkml:context>
    <inkml:brush xml:id="br0">
      <inkml:brushProperty name="width" value="0.05" units="cm"/>
      <inkml:brushProperty name="height" value="0.05" units="cm"/>
      <inkml:brushProperty name="color" value="#E71224"/>
    </inkml:brush>
  </inkml:definitions>
  <inkml:trace contextRef="#ctx0" brushRef="#br0">101 1 6931,'0'0'21319,"3"5"-21220,-1-2-97,0 1 1,-1 0-1,1 0 1,-1 0-1,0-1 0,0 1 1,0 0-1,-1 1 1,1-1-1,-1 0 1,0 0-1,0 0 0,0 0 1,-2 8-1,-21 64 120,18-63-281,0 0 1,1 1-1,0-1 0,2 1 0,-3 19 0,7-32 138,-1-1 1,1 1-1,-1 0 1,1-1-1,0 0 1,-1 1-1,1-1 1,0 0-1,-1 0 1,1 0-1,0 0 1,-1 0-1,1 0 1,0 0-1,0-1 1,1 0-1,-2 1 12,42-7 9,-10 1-151,-1 1 0,35 1 0,-65 4 135,-1 0-1,0 0 1,0 0-1,1 0 1,-1 0 0,0 0-1,0 1 1,1-1 0,-1 0-1,0 1 1,0-1-1,0 1 1,0 0 0,0-1-1,1 1 1,-1 0 0,0 0-1,-1 0 1,1-1-1,0 1 1,0 0 0,0 0-1,0 0 1,-1 0-1,1 1 1,0-1 0,-1 0-1,1 0 1,-1 0 0,0 0-1,1 1 1,-1-1-1,0 0 1,0 0 0,1 1-1,-1 0 1,0 1 5,0-1 0,-1 0 0,1 0 0,0 0 0,-1 1 0,1-1 0,-1 0 0,1 0 0,-1 0 0,0 0 0,0 0 0,0 0 0,0 0 0,-1-1 0,1 1 0,0 0 0,-1-1 0,1 1 0,-1 0 0,1-1 0,-4 2 0,-12 6 41,0-2 1,-1 0 0,0-1-1,0 0 1,0-2 0,-1 0-1,1-1 1,-1-1 0,0-1-1,0-1 1,-34-3 0,33-4-644,12-5-3569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7.219"/>
    </inkml:context>
    <inkml:brush xml:id="br0">
      <inkml:brushProperty name="width" value="0.05" units="cm"/>
      <inkml:brushProperty name="height" value="0.05" units="cm"/>
      <inkml:brushProperty name="color" value="#E71224"/>
    </inkml:brush>
  </inkml:definitions>
  <inkml:trace contextRef="#ctx0" brushRef="#br0">1 20 14006,'0'0'13545,"13"-3"-13070,16-3-451,0 1 0,0 2 0,0 1 0,36 1 0,-64 1-158,0 0 0,0 0 0,1 1 0,-1-1 0,0 0 0,0 0-1,0 0 1,0 1 0,0-1 0,1 1 0,-1-1 0,0 1 0,0-1 0,0 1 0,0 0 0,0-1-1,-1 1 1,1 0 0,0 0 0,0 0 0,0 0 0,-1-1 0,1 1 0,0 0 0,-1 0-1,1 0 1,-1 1 0,1-1 0,-1 0 0,1 0 0,-1 0 0,0 0 0,0 0 0,0 1 0,1-1-1,-1 0 1,0 0 0,0 0 0,-1 0 0,1 1 0,0-1 0,0 0 0,0 0 0,-1 0-1,1 0 1,-2 2 0,1 3-303,-1-1-1,-1 0 0,1-1 1,-1 1-1,0 0 0,0-1 1,0 1-1,-7 7 0,-14 7 125,17-15 685,1 1 0,0 0-1,0 0 1,0 1 0,1-1 0,-10 13-1,15-17-336,0-1 0,0 0 0,0 0 0,0 0-1,0 1 1,0-1 0,0 0 0,0 0 0,0 1-1,0-1 1,0 0 0,0 0 0,0 0 0,0 0 0,1 1-1,-1-1 1,0 0 0,0 0 0,0 0 0,0 1 0,0-1-1,0 0 1,0 0 0,1 0 0,-1 0 0,0 0-1,0 1 1,0-1 0,0 0 0,1 0 0,-1 0 0,0 0-1,0 0 1,0 0 0,1 0 0,-1 0 0,0 0 0,0 0-1,0 0 1,1 0 0,-1 0 0,0 0 0,0 0-1,0 0 1,1 0 0,-1 0 0,0 0 0,0 0 0,0 0-1,1 0 1,-1 0 0,0 0 0,0 0 0,0 0 0,0 0-1,1-1 1,-1 1 0,0 0 0,0 0 0,4 0 308,69 0 2658,14 1-2228,0-2-4549,-54-1-1848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7.847"/>
    </inkml:context>
    <inkml:brush xml:id="br0">
      <inkml:brushProperty name="width" value="0.05" units="cm"/>
      <inkml:brushProperty name="height" value="0.05" units="cm"/>
      <inkml:brushProperty name="color" value="#E71224"/>
    </inkml:brush>
  </inkml:definitions>
  <inkml:trace contextRef="#ctx0" brushRef="#br0">0 10 20649,'0'0'6022,"2"23"-5945,-1-2-54,-1-2-11,1 0 0,0 0 0,2 1 0,0-2 0,1 1 0,10 27 0,-13-44-11,0 0-1,0 0 1,-1 0-1,1 0 1,1 0-1,-1-1 1,0 1 0,0 0-1,1-1 1,-1 1-1,1-1 1,-1 1-1,1-1 1,-1 0 0,1 0-1,0 0 1,0 1-1,0-2 1,-1 1-1,1 0 1,0 0 0,0-1-1,3 1 1,-1-1 9,-1 0 0,0 0-1,1-1 1,-1 1 0,0-1 0,0 0 0,0 0 0,0 0 0,0-1 0,0 1-1,0-1 1,0 1 0,3-4 0,9-7 36,-1-1 1,0 0-1,23-30 1,-36 41-52,42-51 576,-42 53-569,-1 0-1,0-1 1,1 1-1,-1 0 1,1 0-1,-1 0 1,0 0-1,1 0 1,-1 0-1,1 0 1,-1-1-1,0 1 1,1 0-1,-1 0 1,1 1-1,-1-1 1,0 0-1,1 0 1,-1 0-1,1 0 1,-1 0-1,0 0 1,1 0-1,-1 1 1,0-1-1,1 0 1,-1 0-1,0 0 1,1 1-1,-1-1 1,0 0-1,1 1 1,-1-1-1,0 0 1,0 1-1,0-1 1,1 0-1,-1 1 0,0-1 1,0 0-1,1 1 1,10 18-97,-10-16 114,5 7-43,0 0 1,1 0-1,1-1 0,12 14 0,-17-21 2,-1 1-1,1-1 0,0 1 1,0-1-1,0 0 0,0 0 1,0 0-1,1-1 0,-1 1 1,1-1-1,-1 1 0,1-1 1,-1-1-1,1 1 0,0 0 0,-1-1 1,1 1-1,6-2 0,-9 1 31,1-1 0,0 1-1,-1-1 1,1 0-1,-1 0 1,1 0 0,-1 0-1,0 0 1,1 0-1,-1 0 1,0-1-1,0 1 1,0 0 0,0-1-1,0 1 1,0-1-1,0 1 1,0-1-1,0 1 1,-1-1 0,1 1-1,-1-1 1,1 0-1,-1 1 1,1-4-1,4-47 386,-5 48-348,1-19 144,0 15-131,0 0 0,-1 0-1,0-1 1,0 1-1,-1 0 1,0-1-1,0 1 1,-5-13-1,-3 11-826,5 19-2054,2 22-2861,3-29 5423,-1 24-4830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8.222"/>
    </inkml:context>
    <inkml:brush xml:id="br0">
      <inkml:brushProperty name="width" value="0.05" units="cm"/>
      <inkml:brushProperty name="height" value="0.05" units="cm"/>
      <inkml:brushProperty name="color" value="#E71224"/>
    </inkml:brush>
  </inkml:definitions>
  <inkml:trace contextRef="#ctx0" brushRef="#br0">1 0 14823,'0'0'14278,"47"128"-14230,-47-85-48,0 1-576,0 1-1089,-4-5-2224,0-2-2034,4-9-11013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004"/>
    </inkml:context>
    <inkml:brush xml:id="br0">
      <inkml:brushProperty name="width" value="0.05" units="cm"/>
      <inkml:brushProperty name="height" value="0.05" units="cm"/>
      <inkml:brushProperty name="color" value="#E71224"/>
    </inkml:brush>
  </inkml:definitions>
  <inkml:trace contextRef="#ctx0" brushRef="#br0">152 20 15895,'0'0'11443,"-3"-7"-10998,3 7-442,-1-1-1,1 0 0,0 1 0,0-1 0,-1 0 0,1 1 1,0-1-1,-1 0 0,1 1 0,-1-1 0,1 1 1,-1-1-1,1 1 0,-1-1 0,1 1 0,-1-1 0,1 1 1,-1 0-1,1-1 0,-1 1 0,0 0 0,1-1 1,-1 1-1,0 0 0,1 0 0,-1 0 0,0-1 0,0 1 1,1 0-1,-1 0 0,0 0 0,1 0 0,-1 0 1,0 0-1,0 1 0,1-1 0,-1 0 0,0 0 0,1 0 1,-1 1-1,0-1 0,1 0 0,-2 1 0,-2 3 29,1-1-1,0 1 0,0-1 0,0 1 0,0 0 1,0 0-1,-4 9 0,-10 23 217,-13 41 0,29-74-238,-9 24 12,1 1 0,2 0 0,0 0 0,2 1 0,1 0 0,2 0 0,0 0 0,2 0 0,5 35 1,-4-59-154,0 0 0,0 0 1,1 0-1,0 0 0,0 0 1,0 0-1,1 0 0,-1-1 1,1 1-1,0-1 0,1 0 1,-1 0-1,1 0 0,0 0 1,0-1-1,0 1 0,0-1 1,5 3-1,-4-3-573,1-1-1,-1 1 1,0-1-1,1 0 1,0-1 0,-1 1-1,1-1 1,0 0 0,0 0-1,7-1 1,17 0-4791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379"/>
    </inkml:context>
    <inkml:brush xml:id="br0">
      <inkml:brushProperty name="width" value="0.05" units="cm"/>
      <inkml:brushProperty name="height" value="0.05" units="cm"/>
      <inkml:brushProperty name="color" value="#E71224"/>
    </inkml:brush>
  </inkml:definitions>
  <inkml:trace contextRef="#ctx0" brushRef="#br0">118 0 14999,'0'0'9329,"-18"21"-8886,-54 68-181,69-85-250,0 0 1,0-1 0,1 1 0,-1 0-1,1 0 1,0 1 0,0-1-1,1 0 1,-1 1 0,1-1-1,0 1 1,0-1 0,0 1-1,1 0 1,0-1 0,0 1-1,0 0 1,0-1 0,1 1-1,-1-1 1,1 1 0,3 8-1,-2-10-9,0 0-1,0 0 1,1 0-1,-1 0 0,1 0 1,0-1-1,0 1 1,0-1-1,0 1 0,0-1 1,0 0-1,0 0 1,1-1-1,-1 1 0,1-1 1,-1 0-1,1 1 1,0-2-1,0 1 0,-1 0 1,1-1-1,4 1 1,-1-1 15,0 0-1,-1 0 1,1 0 0,-1-1 0,1 0 0,0 0 0,-1 0 0,0-1 0,1 0 0,-1 0-1,0-1 1,0 0 0,11-7 0,-14 7 9,1 0 1,0-1-1,-1 1 0,0-1 0,0 0 0,0 0 1,0 0-1,-1-1 0,1 1 0,-1-1 1,0 1-1,0-1 0,-1 0 0,0 1 1,1-1-1,-1 0 0,-1 0 0,1 0 0,-1-7 1,0 7-41,0 0 0,-1 0 1,0 0-1,1 1 1,-2-1-1,1 0 0,0 0 1,-1 0-1,0 1 1,0-1-1,-1 1 1,1 0-1,-1-1 0,0 1 1,0 0-1,0 1 1,0-1-1,-1 0 0,0 1 1,1 0-1,-1 0 1,-1 0-1,1 0 0,0 1 1,-1 0-1,1 0 1,-8-3-1,6 3-492,1 1 1,-1 0-1,1 0 0,-1 0 0,0 1 1,1 0-1,-1 0 0,1 0 1,-11 2-1,6 4-4292,9 9-3145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9.723"/>
    </inkml:context>
    <inkml:brush xml:id="br0">
      <inkml:brushProperty name="width" value="0.05" units="cm"/>
      <inkml:brushProperty name="height" value="0.05" units="cm"/>
      <inkml:brushProperty name="color" value="#E71224"/>
    </inkml:brush>
  </inkml:definitions>
  <inkml:trace contextRef="#ctx0" brushRef="#br0">0 47 16103,'0'0'8564,"122"-37"-15479,-81 28-3458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067"/>
    </inkml:context>
    <inkml:brush xml:id="br0">
      <inkml:brushProperty name="width" value="0.05" units="cm"/>
      <inkml:brushProperty name="height" value="0.05" units="cm"/>
      <inkml:brushProperty name="color" value="#E71224"/>
    </inkml:brush>
  </inkml:definitions>
  <inkml:trace contextRef="#ctx0" brushRef="#br0">90 332 4306,'0'0'22111,"4"15"-20723,3 8-874,1-1 0,0-1 1,2 0-1,22 36 1,-28-52-519,0 1 1,0 0 0,-1 0 0,0 0 0,0 0-1,0 1 1,-1-1 0,0 1 0,0-1 0,-1 1-1,0 0 1,0 0 0,0-1 0,-1 9 0,-1-14-75,0 0 1,0 0 0,1 0-1,-1 0 1,0 0 0,0 0-1,0 0 1,0-1 0,0 1-1,0 0 1,0-1 0,0 1-1,0 0 1,0-1 0,-1 0-1,1 1 1,0-1 0,0 0-1,0 1 1,-1-1 0,1 0-1,0 0 1,0 0 0,-1 0-1,1 0 1,-2-1 0,-39 0-2127,40 0 1981,-4 1-132,0-2-1,0 1 0,1-1 0,-1 0 1,1 0-1,-1 0 0,1-1 0,0 0 1,0 0-1,0 0 0,0-1 0,0 1 1,1-1-1,0 0 0,0-1 0,0 1 1,0-1-1,1 1 0,-1-1 0,1 0 1,0-1-1,1 1 0,-1 0 0,1-1 1,0 1-1,1-1 0,-1 0 0,1 0 0,0 1 1,1-1-1,-1 0 0,1 0 0,0 0 1,1 0-1,-1 0 0,1 0 0,0 0 1,1 1-1,-1-1 0,1 0 0,1 1 1,4-11-1,2 3 1087,1 0 1,0 0-1,1 1 1,0 0 0,1 1-1,0 0 1,0 1-1,1 1 1,1 0-1,0 0 1,0 2-1,1 0 1,-1 0-1,1 1 1,25-6-1,-6 3-142,0 2 0,42-4-1,-4 6-3250,-3 3-3325,-55 2-1571</inkml:trace>
  <inkml:trace contextRef="#ctx0" brushRef="#br0" timeOffset="1">549 1 19257,'0'0'10052,"7"12"-9718,12 22-189,-3 1 1,-1 1 0,-1 0-1,-3 1 1,0 0-1,-3 1 1,-1 0-1,4 67 1,-10-71-169,-1-1 0,-1 0 0,-12 63 1,9-81-93,0 1 1,-1-2 0,-1 1 0,0 0 0,-1-1-1,0 0 1,-2-1 0,1 0 0,-2 0 0,-13 15 0,7-10-407,-1-1 0,-1-1 1,-22 16-1,-4-10-5133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442"/>
    </inkml:context>
    <inkml:brush xml:id="br0">
      <inkml:brushProperty name="width" value="0.05" units="cm"/>
      <inkml:brushProperty name="height" value="0.05" units="cm"/>
      <inkml:brushProperty name="color" value="#E71224"/>
    </inkml:brush>
  </inkml:definitions>
  <inkml:trace contextRef="#ctx0" brushRef="#br0">0 7 14231,'0'0'13766,"99"-7"-13334,-33 7-320,-4 4-48,-11 1 112,-8-3-176,-10 4-144,-4-4-976,-6 1-833,-5-1-1889,-1-2-1617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0.789"/>
    </inkml:context>
    <inkml:brush xml:id="br0">
      <inkml:brushProperty name="width" value="0.05" units="cm"/>
      <inkml:brushProperty name="height" value="0.05" units="cm"/>
      <inkml:brushProperty name="color" value="#E71224"/>
    </inkml:brush>
  </inkml:definitions>
  <inkml:trace contextRef="#ctx0" brushRef="#br0">34 0 16424,'0'0'12629,"-3"5"-12381,0 1-173,0 1 0,1-1 1,0 1-1,0 0 0,0 0 0,1-1 0,0 1 0,0 0 0,1 11 0,6 76 491,-1-27-413,-11 115-752,-9-63-4321,12-91 973,3-12-3149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01.211"/>
    </inkml:context>
    <inkml:brush xml:id="br0">
      <inkml:brushProperty name="width" value="0.05" units="cm"/>
      <inkml:brushProperty name="height" value="0.05" units="cm"/>
      <inkml:brushProperty name="color" value="#E71224"/>
    </inkml:brush>
  </inkml:definitions>
  <inkml:trace contextRef="#ctx0" brushRef="#br0">171 0 19913,'0'0'6979,"3"17"-6728,-1 4-243,-1 1 0,-1 0 0,0-1 0,-2 1 0,0 0 0,-2-1 0,-7 25 0,1-17-161,-1-2 0,-1 1 0,-2-1 0,-23 36-1,42-69 141,0 1-1,1 0 0,-1 0 0,1 0 0,0 1 0,1 0 0,-1 0 0,1 0 0,0 1 1,10-3-1,-4 1 13,1 0 0,0 1 0,0 1 0,27-3 0,-33 5-12,0 1 1,0 0-1,0 0 0,0 1 0,0 0 0,10 2 1,-16-2 7,0 0 1,1 0 0,-1 0 0,0 0 0,0 0-1,0 1 1,-1-1 0,1 1 0,0-1 0,0 1-1,-1 0 1,1-1 0,-1 1 0,0 0 0,1 0-1,-1 0 1,0 0 0,0 0 0,0 0 0,0 0-1,-1 1 1,1-1 0,0 0 0,-1 0 0,0 1-1,1 2 1,-1 0-1,1 0 0,-1 0-1,1 0 1,-1 0 0,-1 1-1,1-1 1,-1 0 0,0 0-1,0 0 1,0 0 0,-1-1 0,0 1-1,0 0 1,0-1 0,0 1-1,-1-1 1,1 1 0,-8 6-1,4-5 9,-1 0-1,0-1 0,0 0 1,0-1-1,-1 0 1,0 0-1,0 0 0,0-1 1,0 0-1,-13 2 1,4 0 11,-1-1 1,-1-1-1,-26 2 1,39-5-15,1 0 0,0 0 0,0 0 0,0-1 1,-1 0-1,1 0 0,0 0 0,0 0 0,0-1 1,0 0-1,0 0 0,1 0 0,-1-1 0,1 0 1,-1 0-1,-6-5 0,6 3-141,-13-15-1846,9 4-2824,5 5-2345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5.327"/>
    </inkml:context>
    <inkml:brush xml:id="br0">
      <inkml:brushProperty name="width" value="0.05" units="cm"/>
      <inkml:brushProperty name="height" value="0.05" units="cm"/>
      <inkml:brushProperty name="color" value="#E71224"/>
    </inkml:brush>
  </inkml:definitions>
  <inkml:trace contextRef="#ctx0" brushRef="#br0">18 73 3618,'0'0'14993,"-3"-2"-13451,1 1-1446,1 0-1,1 1 1,-1-1-1,0 0 1,0 0-1,0 0 1,0 1-1,0-1 1,1 0-1,-1 0 1,0 0-1,1 0 1,-1 0 0,1 0-1,-1-1 1,1 1-1,0 0 1,-1 0-1,1 0 1,0 0-1,0 0 1,0-1-1,0 1 1,0 0-1,0 0 1,0 0-1,0 0 1,0-1-1,1 1 1,-1 0-1,0 0 1,1 0-1,-1 0 1,1 0-1,-1 0 1,1 0-1,-1 0 1,1 0 0,0 0-1,0 0 1,-1 0-1,1 0 1,0 0-1,0 1 1,0-1-1,0 0 1,0 1-1,0-1 1,0 1-1,2-2 1,10-2 81,1-1 0,0 2 0,0 0 1,1 0-1,-1 2 0,1 0 0,-1 0 0,16 2 1,-17-1-111,-10 0-69,0 0 0,0 1 0,-1-1 0,1 1-1,0 0 1,0-1 0,0 1 0,-1 1 0,1-1 0,0 0 0,-1 0 0,1 1 0,-1 0 0,1-1 0,-1 1-1,0 0 1,0 0 0,0 0 0,0 1 0,0-1 0,0 0 0,-1 1 0,1-1 0,-1 1 0,0 0 0,1-1-1,-1 1 1,0 0 0,-1 0 0,1 0 0,0-1 0,-1 1 0,0 0 0,0 0 0,0 4 0,1 1-5,-1 1-1,0-1 1,-1 0 0,0 0 0,0 1 0,-1-1 0,0 0 0,0 0 0,-1 0 0,0-1 0,-7 13 0,-13 13-110,17-27 108,0 1 0,1 0 0,0 0 0,1 0-1,-1 1 1,1-1 0,1 1 0,0 0 0,0 0 0,0 0 0,1 0 0,-2 11 0,4-17 9,1-1 0,-1 0 1,0 0-1,1 0 0,-1 0 0,1 0 1,-1 0-1,1 0 0,-1 0 0,1 0 0,0 0 1,-1-1-1,1 1 0,0 0 0,0 0 1,0-1-1,0 1 0,0 0 0,0-1 0,0 1 1,0-1-1,0 1 0,0-1 0,0 1 1,0-1-1,0 0 0,0 1 0,2-1 0,36 5 169,-33-4-139,35 2 172,77-6 0,-49-6-7622,-51 7 2218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6.369"/>
    </inkml:context>
    <inkml:brush xml:id="br0">
      <inkml:brushProperty name="width" value="0.05" units="cm"/>
      <inkml:brushProperty name="height" value="0.05" units="cm"/>
      <inkml:brushProperty name="color" value="#E71224"/>
    </inkml:brush>
  </inkml:definitions>
  <inkml:trace contextRef="#ctx0" brushRef="#br0">0 43 10549,'0'0'8377,"11"-7"-7955,-10 7-419,5-5 133,1 1 0,0 0 0,1 0 0,-1 0 0,1 1 0,0 1 0,0-1 0,-1 1 0,2 1 0,-1-1 0,0 1 0,16 0 0,-22 2-108,0-1 1,-1 1-1,1 0 0,0-1 1,-1 1-1,1 0 1,-1 0-1,1 0 0,-1 0 1,1 0-1,-1 0 0,0 1 1,0-1-1,1 0 1,-1 1-1,0-1 0,0 1 1,0-1-1,0 1 0,-1 0 1,1-1-1,0 1 1,-1 0-1,1-1 0,-1 1 1,1 0-1,-1 0 0,0-1 1,0 1-1,0 2 1,1 58 605,-1-60-633,-2 7 13,0-1 0,0 1-1,-1 0 1,0-1 0,-1 1-1,0-1 1,0 0-1,0 0 1,-1-1 0,-1 1-1,-7 8 1,6-8 7,0 1-1,1 0 1,0 0 0,1 0-1,0 1 1,1-1 0,0 1-1,-4 12 1,8-22 10,0 1 1,0 0-1,0 0 1,0 0-1,0-1 0,1 1 1,-1 0-1,0 0 1,0 0-1,0-1 1,1 1-1,-1 0 1,0 0-1,1-1 0,-1 1 1,1 0-1,-1-1 1,1 1-1,-1-1 1,1 1-1,-1 0 0,1-1 1,0 1-1,-1-1 1,1 1-1,0-1 1,-1 0-1,1 1 1,0-1-1,0 0 0,-1 1 1,1-1-1,0 0 1,0 0-1,0 0 1,-1 0-1,3 0 0,38 3 662,-31-4-497,70 1 37,114-16-1,-190 16-179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19.310"/>
    </inkml:context>
    <inkml:brush xml:id="br0">
      <inkml:brushProperty name="width" value="0.05" units="cm"/>
      <inkml:brushProperty name="height" value="0.05" units="cm"/>
      <inkml:brushProperty name="color" value="#E71224"/>
    </inkml:brush>
  </inkml:definitions>
  <inkml:trace contextRef="#ctx0" brushRef="#br0">65 26 5394,'0'0'13084,"-3"-4"-12679,2 2-314,0 0-1,-1 0 0,1 0 0,0 1 1,0-1-1,-1 0 0,1 1 0,-1-1 1,1 1-1,-1-1 0,-3-1 2884,41 4-2053,-26-2-772,-7 1-126,0 0 0,0 0 0,0 0 0,0 1 0,-1-1 0,1 1 0,0 0 0,0-1 0,0 1 0,0 0 0,-1 1 0,1-1 0,0 1 0,-1-1 0,1 1 0,-1 0 0,0-1 0,1 1 0,-1 1 0,0-1 0,0 0 0,0 0 0,-1 1 0,1-1 0,0 1 0,-1-1 0,0 1 0,0 0 0,0 0 0,0 0 0,0-1 0,0 1 0,-1 0 0,1 0 0,-1 0 0,0 5 0,0 0-19,0 0-1,0 0 0,-1 0 1,0 0-1,-1 0 0,0 0 0,0-1 1,-1 1-1,0-1 0,0 0 0,-1 1 1,-8 11-1,-42 42-2,39-47-2,1 1 0,-23 32-1,36-46 14,1-1 0,-1 1 0,0 0 0,1 0 0,-1-1 0,1 1 0,-1 0 0,1 0 0,-1 0 0,1 0 1,-1 0-1,1 0 0,0 0 0,0 0 0,-1-1 0,1 1 0,0 0 0,0 0 0,0 0 0,0 0 0,0 0 0,0 0 0,0 0 0,1 0 0,-1 0 0,0 0 0,0 0 0,1 0 0,-1 0 0,1 0 0,-1 0 0,1 0 0,-1-1 0,1 1 0,-1 0 0,1 0 0,0-1 0,-1 1 0,1 0 0,0-1 0,0 1 0,0-1 0,-1 1 0,1-1 0,0 1 0,0-1 0,0 1 0,0-1 0,0 0 0,1 1 0,7 0 171,0 1 0,0-1 0,0 0 0,14-1 0,-11 0-65,263 0 368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7.392"/>
    </inkml:context>
    <inkml:brush xml:id="br0">
      <inkml:brushProperty name="width" value="0.05" units="cm"/>
      <inkml:brushProperty name="height" value="0.05" units="cm"/>
      <inkml:brushProperty name="color" value="#E71224"/>
    </inkml:brush>
  </inkml:definitions>
  <inkml:trace contextRef="#ctx0" brushRef="#br0">22 124 12134,'0'0'5535,"5"-17"-3384,0-7-1531,-4 14-312,1 0 0,1 0-1,0 0 1,0 0 0,1 0 0,7-13-1,-11 23-248,0 0 0,0 0-1,0 1 1,0-1 0,0 0 0,0 0-1,0 0 1,0 0 0,0 1-1,0-1 1,0 0 0,0 0-1,0 0 1,0 0 0,0 0-1,0 0 1,0 1 0,0-1 0,1 0-1,-1 0 1,0 0 0,0 0-1,0 0 1,0 0 0,0 0-1,0 1 1,0-1 0,1 0-1,-1 0 1,0 0 0,0 0 0,0 0-1,0 0 1,0 0 0,1 0-1,-1 0 1,0 0 0,0 0-1,0 0 1,0 0 0,0 0-1,1 0 1,-1 0 0,0 0 0,0 0-1,0 0 1,0 0 0,0 0-1,1 0 1,-1 0 0,0 0-1,0 0 1,0 0 0,0 0-1,0-1 1,0 1 0,1 0 0,1 28 513,-3 39-728,-8 24 292,-3 67-75,12-156-60,0 0 0,0 1 1,0-1-1,0 0 0,1 1 0,-1-1 0,1 0 0,0 0 0,-1 1 0,1-1 1,0 0-1,0 0 0,1 0 0,-1 0 0,0 0 0,1 0 0,-1-1 0,1 1 1,-1 0-1,1-1 0,0 1 0,0-1 0,0 0 0,-1 1 0,2-1 0,-1 0 1,0 0-1,0 0 0,0 0 0,0-1 0,0 1 0,1-1 0,3 1 0,-1 0 4,-1-1-1,0 0 1,1 0-1,-1 0 0,0-1 1,0 0-1,1 1 1,-1-1-1,0-1 0,0 1 1,0-1-1,0 1 1,0-1-1,0 0 0,-1-1 1,1 1-1,5-5 1,2-6 24,1-1 0,-2 0 1,0-1-1,0 0 0,-2 0 1,0-1-1,0 0 0,-2-1 1,0 1-1,-1-1 0,0 0 1,-2-1-1,0 1 0,1-22 1,-48 537 459,26-350-221,8-55-185,-41 254 219,51-346-286,0 1 1,-1-1-1,1 1 1,0-1-1,0 1 1,-1-1 0,1 1-1,0-1 1,-1 0-1,0 1 1,1-1-1,-1 1 1,0-1 0,0 0-1,1 0 1,-1 1-1,0-1 1,0 0-1,0 0 1,-1 0 0,1 0-1,0 0 1,0 0-1,-1-1 1,1 1-1,-2 1 1,1-3 38,0 0-1,0 0 1,1 0 0,-1 0 0,0 0-1,0 0 1,1-1 0,-1 1 0,1 0-1,-1-1 1,1 0 0,0 1 0,-1-1-1,1 0 1,0 1 0,0-1-1,0 0 1,0 0 0,0-2 0,-23-41 111,-35-96 0,53 124-159,1-1-1,1 0 1,0 0 0,1 0 0,2 0 0,-1 0-1,2-1 1,1 1 0,3-24 0,-2 33-51,2-1 0,-1 0 1,1 1-1,1 0 0,-1 0 0,2 0 0,-1 1 1,1 0-1,0 0 0,1 0 0,0 0 0,0 1 1,11-8-1,12-8-482,0 1 0,41-22 1,118-57-9603,-129 66 3749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7.735"/>
    </inkml:context>
    <inkml:brush xml:id="br0">
      <inkml:brushProperty name="width" value="0.05" units="cm"/>
      <inkml:brushProperty name="height" value="0.05" units="cm"/>
      <inkml:brushProperty name="color" value="#E71224"/>
    </inkml:brush>
  </inkml:definitions>
  <inkml:trace contextRef="#ctx0" brushRef="#br0">1 18 14919,'0'0'6229,"18"-3"-5596,-5 1-657,15-3-172,0 1 0,0 2 0,1 1 1,34 2-1,-62-1-21,1 0 0,-1 0 0,1 1 1,-1-1-1,1 0 0,-1 1 0,0-1 1,1 1-1,-1-1 0,1 1 1,-1-1-1,0 1 0,0 0 0,1 0 1,-1 0-1,0 0 0,0 0 1,0 0-1,0 0 0,0 0 0,0 0 1,0 0-1,0 1 0,-1-1 1,1 0-1,0 0 0,-1 1 0,1-1 1,-1 1-1,1-1 0,-1 1 1,0-1-1,0 0 0,0 1 0,1-1 1,-1 1-1,-1-1 0,1 1 1,0-1-1,0 1 0,0-1 0,-1 2 1,-1 2-406,1-1 1,-1 1 0,0-1 0,0 0 0,0 0-1,0 0 1,-1 0 0,0 0 0,0-1 0,0 1-1,0-1 1,-5 5 0,-26 16 764,-20 10 5657,18-11-1274,36-23-4448,0 0 0,-1 0 0,1 0 1,0 0-1,0 0 0,0 0 0,-1 0 0,1 0 1,0 0-1,0 0 0,-1 0 0,1 1 1,0-1-1,0 0 0,0 0 0,0 0 1,-1 0-1,1 0 0,0 1 0,0-1 0,0 0 1,0 0-1,0 0 0,-1 1 0,1-1 1,0 0-1,0 0 0,0 0 0,0 1 0,0-1 1,0 0-1,0 0 0,0 0 0,0 1 1,0-1-1,0 0 0,0 0 0,0 1 0,0-1 1,0 0-1,0 0 0,0 0 0,0 1 1,0-1-1,0 0 0,0 0 0,1 0 1,-1 1-1,0-1 0,0 0 0,0 1 0,17 3 1723,34-4-1053,-43 0-398,29 1-311,73-4-2402,-74-2-2413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279"/>
    </inkml:context>
    <inkml:brush xml:id="br0">
      <inkml:brushProperty name="width" value="0.05" units="cm"/>
      <inkml:brushProperty name="height" value="0.05" units="cm"/>
      <inkml:brushProperty name="color" value="#E71224"/>
    </inkml:brush>
  </inkml:definitions>
  <inkml:trace contextRef="#ctx0" brushRef="#br0">24 6 9076,'0'0'17776,"-1"-4"-17384,-6 87-263,-8 128-258,15-211 120,0 0-1,0 1 0,1-1 0,-1 0 1,0 1-1,0-1 0,0 0 0,1 1 1,-1-1-1,0 0 0,0 0 0,1 1 0,-1-1 1,0 0-1,1 0 0,-1 1 0,0-1 1,0 0-1,1 0 0,-1 0 0,1 0 1,-1 1-1,0-1 0,1 0 0,-1 0 0,0 0 1,1 0-1,-1 0 0,1 0 0,-1 0 1,0 0-1,1 0 0,-1 0 0,0 0 1,1 0-1,-1-1 0,0 1 0,1 0 0,18-6-1,-4-4 24,-1-1-1,1-1 0,-2 0 1,0-1-1,12-15 0,56-77 58,-67 149-187,-11-35 40,0 1 1,1-1 0,0 0-1,0 0 1,1-1-1,0 1 1,1-1-1,9 11 1,-12-17 36,-1 1-1,1 0 1,-1-1 0,1 0 0,0 0 0,0 0 0,0 0 0,0 0 0,0-1 0,1 1-1,-1-1 1,0 0 0,1 0 0,-1 0 0,1 0 0,-1-1 0,1 1 0,-1-1-1,1 0 1,-1 0 0,1 0 0,0-1 0,-1 1 0,1-1 0,-1 0 0,7-2-1,-6 0 55,1 1-1,-1-1 0,0 1 0,-1-1 0,1 0 0,0-1 0,-1 1 0,0-1 0,0 1 0,0-1 0,0 0 0,0 0 0,-1 0 0,0 0 0,0-1 0,0 1 0,0-1 0,-1 1 0,0-1 0,1-5 0,2-10 210,-1 0 0,-1 0 0,-1-28 0,-5 4 96,4 43-339,-1-1-1,1 1 1,0 0 0,-1-1 0,1 1-1,-1 0 1,0 0 0,1 0 0,-1 0-1,0 0 1,0 0 0,0 0 0,1 0-1,-1 0 1,0 0 0,0 0-1,-1 0 1,1 0 0,0 1 0,0-1-1,0 1 1,0-1 0,-1 1 0,1-1-1,0 1 1,0-1 0,-1 1 0,1 0-1,0 0 1,-2 0 0,2 0-87,1 0 0,0 0-1,-1 0 1,1 0 0,-1 1 0,1-1 0,0 0 0,-1 0 0,1 0-1,0 1 1,-1-1 0,1 0 0,0 0 0,0 1 0,-1-1 0,1 0-1,0 1 1,0-1 0,-1 0 0,1 1 0,0-1 0,0 1 0,0-1-1,0 0 1,-1 1 0,1-1 0,0 1 0,0-1 0,0 0 0,0 1 0,0-1-1,0 1 1,0-1 0,0 1 0,0-1 0,0 0 0,1 1 0,-1-1-1,0 1 1,0-1 0,0 5-911,0 18-3672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626"/>
    </inkml:context>
    <inkml:brush xml:id="br0">
      <inkml:brushProperty name="width" value="0.05" units="cm"/>
      <inkml:brushProperty name="height" value="0.05" units="cm"/>
      <inkml:brushProperty name="color" value="#E71224"/>
    </inkml:brush>
  </inkml:definitions>
  <inkml:trace contextRef="#ctx0" brushRef="#br0">1 0 16824,'0'0'8948,"22"112"-8884,-22-79-64,0-2-528,-6-3-1521,6-4-961,0-7-2560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8.971"/>
    </inkml:context>
    <inkml:brush xml:id="br0">
      <inkml:brushProperty name="width" value="0.05" units="cm"/>
      <inkml:brushProperty name="height" value="0.05" units="cm"/>
      <inkml:brushProperty name="color" value="#E71224"/>
    </inkml:brush>
  </inkml:definitions>
  <inkml:trace contextRef="#ctx0" brushRef="#br0">1 74 17720,'0'0'4341,"24"-11"-2164,80-31-841,-100 40-1266,1 1 0,0-1 0,0 1-1,0 0 1,0 0 0,0 0 0,0 1-1,0-1 1,0 2 0,0-1 0,1 0-1,-1 1 1,0 0 0,0 0 0,0 0-1,8 4 1,-9-3-45,-1 0 0,0 1-1,0-1 1,0 1-1,-1-1 1,1 1 0,-1 0-1,1 0 1,-1 0 0,0 0-1,0 0 1,0 1-1,-1-1 1,1 1 0,-1-1-1,0 1 1,1 5 0,0-1-31,-1 1 0,0-1 1,-1 1-1,1-1 1,-2 1-1,1-1 0,-1 1 1,-1-1-1,1 1 1,-2-1-1,1 0 0,-1 0 1,0 0-1,0 0 1,-1-1-1,-7 11 0,-32 32-1266,42-49 669,20-16 61,5-8 570,-1 0-1,-1-2 1,-2-1-1,36-56 0,-6-5 2403,-55 127-1646,-18 35-844,-10 43-173,30-99-1122,0 0 1,1 27 0,4-22-2379,12-8-1237</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9.321"/>
    </inkml:context>
    <inkml:brush xml:id="br0">
      <inkml:brushProperty name="width" value="0.05" units="cm"/>
      <inkml:brushProperty name="height" value="0.05" units="cm"/>
      <inkml:brushProperty name="color" value="#E71224"/>
    </inkml:brush>
  </inkml:definitions>
  <inkml:trace contextRef="#ctx0" brushRef="#br0">31 1 15975,'0'0'11317,"0"44"-10692,0-12-273,-2 1-288,-10 2-64,-1 0-288,9-1-1393,4-5-2033,0-6-1328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39.698"/>
    </inkml:context>
    <inkml:brush xml:id="br0">
      <inkml:brushProperty name="width" value="0.05" units="cm"/>
      <inkml:brushProperty name="height" value="0.05" units="cm"/>
      <inkml:brushProperty name="color" value="#E71224"/>
    </inkml:brush>
  </inkml:definitions>
  <inkml:trace contextRef="#ctx0" brushRef="#br0">1 154 17288,'0'0'10053,"117"-11"-9637,-55 9-240,-10 2-96,-5 0-80,-12 0-176,-12 0-481,-9 0-1167,-8 0-1586</inkml:trace>
  <inkml:trace contextRef="#ctx0" brushRef="#br0" timeOffset="1">192 0 14791,'0'0'12261,"-55"11"-11972,55 30 319,0 4-272,0 5-288,0 0 32,0-2-80,0-2-720,0-5-1601,0-10-2370,6-10-3504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0.060"/>
    </inkml:context>
    <inkml:brush xml:id="br0">
      <inkml:brushProperty name="width" value="0.05" units="cm"/>
      <inkml:brushProperty name="height" value="0.05" units="cm"/>
      <inkml:brushProperty name="color" value="#E71224"/>
    </inkml:brush>
  </inkml:definitions>
  <inkml:trace contextRef="#ctx0" brushRef="#br0">92 1 20137,'0'0'4805,"3"16"-3796,2 13-747,-2 1 1,0 45 0,-3-62-237,-1-1-1,0 1 0,-1-1 1,0 1-1,-1-1 0,-1 0 0,0 0 1,0 0-1,-1-1 0,-7 13 1,-44 48-442,71-78 295,4-4 130,0 0-1,1 1 0,-1 2 1,2-1-1,-1 2 0,1 1 0,0 1 1,0 0-1,31-1 0,-49 6-13,-1-1-1,1 0 1,0 1 0,0 0-1,0 0 1,-1-1-1,1 2 1,0-1 0,-1 0-1,1 0 1,-1 1-1,1-1 1,-1 1 0,0 0-1,0 0 1,0 0-1,0 0 1,0 0 0,0 0-1,0 1 1,-1-1-1,1 1 1,-1-1 0,0 1-1,1-1 1,-1 1-1,0 0 1,-1 0 0,1-1-1,0 1 1,-1 5-1,1-4-1,0 0 0,-1 0 0,0 0 0,0 0 0,0 0 0,0 0 0,0 0 1,-1 0-1,0-1 0,0 1 0,0 0 0,0 0 0,-1 0 0,1-1 0,-1 1 0,0-1 0,0 1 0,0-1 0,-1 0 0,1 0 0,-1 0 0,-5 5 0,-6-1 3,-1 1 1,0-2 0,0 0 0,-1-1-1,0-1 1,0 0 0,0-1 0,0-1 0,0 0-1,-1-1 1,1-1 0,0-1 0,-32-5-1,46 6-55,0 0-1,1-1 1,-1 1-1,0-1 1,0 1-1,0-1 0,0 0 1,0 0-1,1 0 1,-1 0-1,0 0 1,1 0-1,-1-1 1,1 1-1,-1 0 0,1-1 1,0 1-1,0-1 1,0 0-1,-1 1 1,1-1-1,0-2 0,0 2-374,0 0-1,1 0 1,-1 0-1,1 0 0,0 0 1,0 0-1,0 0 1,0 0-1,0 0 0,0 0 1,1 0-1,-1 0 1,1 0-1,0-3 0,11-16-9121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0.932"/>
    </inkml:context>
    <inkml:brush xml:id="br0">
      <inkml:brushProperty name="width" value="0.05" units="cm"/>
      <inkml:brushProperty name="height" value="0.05" units="cm"/>
      <inkml:brushProperty name="color" value="#E71224"/>
    </inkml:brush>
  </inkml:definitions>
  <inkml:trace contextRef="#ctx0" brushRef="#br0">1 1 16968,'0'0'7918,"19"1"-7411,18-1-379,69 1 409,-93 0-796,0 0 0,0 1 0,0 0 0,0 1 0,24 9 1,-36-11 18,1-1 1,-1 1 0,1 0 0,-1-1 0,1 1-1,-1 0 1,0 0 0,1 0 0,-1 0 0,0 0-1,0 0 1,0 1 0,0-1 0,0 0 0,0 0 0,0 1-1,0-1 1,0 1 0,-1-1 0,1 1 0,0-1-1,-1 1 1,1-1 0,-1 1 0,0 0 0,0-1-1,1 1 1,-1-1 0,0 1 0,0 0 0,-1-1 0,1 1-1,0 0 1,0-1 0,-1 1 0,1-1 0,-1 1-1,0-1 1,1 1 0,-1-1 0,0 1 0,0-1-1,0 0 1,0 1 0,0-1 0,0 0 0,0 0 0,-2 2-1,-5 6-1431,-1 0-1,0-1 0,0 0 1,-21 13-1,-29 14 1930,24-15 4754,-39 30 0,73-50-4832,1 1 1,-1-1-1,0 1 1,0-1-1,1 1 1,-1 0-1,0-1 0,1 1 1,-1 0-1,1-1 1,-1 1-1,1 0 0,-1 0 1,1-1-1,-1 1 1,1 0-1,0 0 0,0 0 1,-1 1-1,12 6 1560,35-8-683,-35 0-560,58 1 111,94-3-3708,-114-3-1964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1.778"/>
    </inkml:context>
    <inkml:brush xml:id="br0">
      <inkml:brushProperty name="width" value="0.05" units="cm"/>
      <inkml:brushProperty name="height" value="0.05" units="cm"/>
      <inkml:brushProperty name="color" value="#E71224"/>
    </inkml:brush>
  </inkml:definitions>
  <inkml:trace contextRef="#ctx0" brushRef="#br0">1 1 16343,'0'0'10533,"1"0"-10186,3 12-312,-2 23 211,-5 63 0,1-64-224,1 0 0,6 59-1,-4-92-27,-1-1 0,1 1 0,-1-1 0,1 0 0,0 1 0,-1-1 0,1 0 0,0 1 0,0-1 0,-1 0 0,1 0 0,0 1 0,0-1-1,-1 0 1,1 0 0,0 0 0,0 0 0,-1 0 0,1 0 0,0 0 0,0 0 0,-1 0 0,1-1 0,0 1 0,0 0 0,0-1 0,23-6-25,-9-4 39,0 0 0,-1-2 0,-1 0 0,0 0 0,0-1 0,-2-1 0,0 0 0,10-17 0,-19 29 45,-2 6-66,0 0 0,0 1 0,0-1 1,0 1-1,0-1 0,1 1 0,0-1 0,1 6 0,-1-5 1,1 5 3,-1 0 1,2-1-1,-1 1 1,1-1-1,0 0 1,1 0-1,0 0 1,8 11-1,-10-17 9,0 1-1,0-1 1,0 0-1,0 0 1,0-1-1,0 1 1,1 0-1,-1-1 0,1 1 1,-1-1-1,1 0 1,0 0-1,-1 0 1,1 0-1,0 0 1,0-1-1,0 1 1,0-1-1,0 0 1,-1 0-1,1 0 0,0 0 1,0 0-1,0-1 1,0 1-1,0-1 1,-1 0-1,1 0 1,0 0-1,3-2 1,1 0 3,-1-1 0,0 1 1,0-2-1,0 1 0,0 0 1,-1-1-1,0 0 0,0 0 1,0-1-1,0 0 0,-1 1 1,0-1-1,0-1 0,-1 1 1,0 0-1,4-12 0,-3 7 25,0 1-1,-2-1 0,1 0 0,-1 0 0,-1 0 0,0 0 0,0 0 0,-1 0 0,-1-1 0,-2-14 0,3 25-53,0 1-1,0-1 0,0 0 0,0 0 0,0 1 1,0-1-1,0 0 0,0 0 0,0 1 1,0-1-1,0 0 0,-1 1 0,1-1 0,0 0 1,0 1-1,-1-1 0,1 0 0,-1 1 0,1-1 1,0 1-1,-1-1 0,1 1 0,-1-1 1,0 1-1,1-1 0,-1 1 0,1-1 0,-1 1 1,0 0-1,1-1 0,-1 1 0,0 0 0,1-1 1,-1 1-1,0 0 0,1 0 0,-1 0 1,0 0-1,0 0 0,1 0 0,-1 0 0,0 0 1,0 0-1,1 0 0,-1 0 0,0 0 0,1 1 1,-1-1-1,0 0 0,0 1 0,-2 0-392,1 1 1,0-1-1,0 1 0,1 0 0,-1 0 0,0-1 0,1 1 1,-1 0-1,1 1 0,-1-1 0,1 0 0,-2 5 0,-4 21-4866,5 2-4383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2.231"/>
    </inkml:context>
    <inkml:brush xml:id="br0">
      <inkml:brushProperty name="width" value="0.05" units="cm"/>
      <inkml:brushProperty name="height" value="0.05" units="cm"/>
      <inkml:brushProperty name="color" value="#E71224"/>
    </inkml:brush>
  </inkml:definitions>
  <inkml:trace contextRef="#ctx0" brushRef="#br0">23 1 18040,'0'0'9605,"-4"109"-9477,-2-76-32,0-1-160,2-6 64,2-4-112,2-4-721,0-3-1104,0-5-1424,31-10-8597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2.588"/>
    </inkml:context>
    <inkml:brush xml:id="br0">
      <inkml:brushProperty name="width" value="0.05" units="cm"/>
      <inkml:brushProperty name="height" value="0.05" units="cm"/>
      <inkml:brushProperty name="color" value="#E71224"/>
    </inkml:brush>
  </inkml:definitions>
  <inkml:trace contextRef="#ctx0" brushRef="#br0">189 1 16648,'0'0'11469,"-11"16"-11264,-12 24 35,1 2-1,3 0 1,1 1 0,-13 51-1,14-36-205,3 0-1,2 2 1,3-1 0,-3 74-1,12-126-164,0-1 0,0 1 0,0-1 0,1 1 0,0-1 0,0 1 0,0-1 1,1 0-1,0 0 0,1 0 0,-1 0 0,1 0 0,0 0 0,0-1 0,1 1 0,0-1 0,0 0 0,0 0 0,0 0 0,1-1 0,0 0 0,0 0 0,0 0 0,1 0 0,-1-1 0,1 1 0,0-2 0,-1 1 0,1-1 0,1 1 0,-1-2 0,7 2 0,5 1-1152,0-1 0,0 0 0,0-2-1,20 0 1,14-1-3805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182"/>
    </inkml:context>
    <inkml:brush xml:id="br0">
      <inkml:brushProperty name="width" value="0.05" units="cm"/>
      <inkml:brushProperty name="height" value="0.05" units="cm"/>
      <inkml:brushProperty name="color" value="#E71224"/>
    </inkml:brush>
  </inkml:definitions>
  <inkml:trace contextRef="#ctx0" brushRef="#br0">5 56 7379,'0'0'16082,"0"-13"-14265,-1-1-1797,-1-14 2069,1 69-831,1 168-1091,0-118-4413,0-91 4030,0 1 1,0 0-1,0 0 0,0 0 0,0-1 1,0 1-1,0 0 0,0 0 1,0 0-1,0-1 0,1 1 1,-1 0-1,0 0 0,1-1 1,-1 1-1,0 0 0,1 0 1,-1-1-1,1 1 0,-1 0 1,1-1-1,-1 1 0,1-1 1,0 1-1,-1-1 0,1 1 0,0-1 1,-1 1-1,1-1 0,0 0 1,0 1-1,-1-1 0,1 0 1,0 0-1,0 1 0,-1-1 1,1 0-1,0 0 0,0 0 1,0 0-1,-1 0 0,1 0 1,0 0-1,1-1 0,12 1-6432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557"/>
    </inkml:context>
    <inkml:brush xml:id="br0">
      <inkml:brushProperty name="width" value="0.05" units="cm"/>
      <inkml:brushProperty name="height" value="0.05" units="cm"/>
      <inkml:brushProperty name="color" value="#E71224"/>
    </inkml:brush>
  </inkml:definitions>
  <inkml:trace contextRef="#ctx0" brushRef="#br0">3 36 11157,'0'0'12681,"0"3"-12513,-1 48-109,0-41-37,1-1-1,-1 1 1,1-1-1,1 1 0,0-1 1,4 17-1,-4-23-18,0-1 0,0 1 0,0-1 0,1 1 0,-1-1 0,1 0 0,0 0-1,0 1 1,0-1 0,0 0 0,0-1 0,0 1 0,0 0 0,1-1 0,-1 1 0,0-1-1,1 0 1,-1 0 0,1 0 0,0 0 0,-1 0 0,1 0 0,0-1 0,0 1 0,-1-1-1,1 0 1,0 0 0,3 0 0,-2 0 6,0 1 1,0-1-1,0 0 0,0-1 0,0 1 0,0-1 1,0 1-1,0-1 0,0-1 0,0 1 1,0 0-1,-1-1 0,1 0 0,-1 0 1,1 0-1,-1 0 0,4-3 0,-4 1 15,0 1 0,-1-1 1,0 0-1,0 1 0,0-1 0,0 0 0,-1 0 0,1 0 0,-1-1 1,0 1-1,0 0 0,-1 0 0,1-1 0,-1 1 0,0-9 0,-1 7-13,1 1-1,-1-1 0,-1 1 0,1-1 1,-1 1-1,0 0 0,0-1 1,0 1-1,-1 0 0,0 0 0,0 1 1,0-1-1,0 1 0,-1-1 1,0 1-1,0 0 0,0 0 0,0 1 1,-1-1-1,1 1 0,-1 0 1,0 0-1,0 1 0,0-1 0,0 1 1,-1 0-1,1 0 0,0 1 0,-1 0 1,0 0-1,1 0 0,-1 0 1,-8 1-1,13 0-145,0 0 0,1 0 0,-1 0 1,0 0-1,0 0 0,0 0 0,1 1 0,-1-1 0,0 0 1,0 0-1,1 1 0,-1-1 0,0 0 0,1 1 0,-1-1 0,0 0 1,1 1-1,-1-1 0,0 1 0,1-1 0,-1 1 0,1 0 1,-1-1-1,1 1 0,-1-1 0,1 1 0,0 0 0,-1 0 1,1-1-1,0 1 0,0 0 0,-1-1 0,1 1 0,0 0 1,0 0-1,0 1 0,-2 19-4678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3.993"/>
    </inkml:context>
    <inkml:brush xml:id="br0">
      <inkml:brushProperty name="width" value="0.05" units="cm"/>
      <inkml:brushProperty name="height" value="0.05" units="cm"/>
      <inkml:brushProperty name="color" value="#E71224"/>
    </inkml:brush>
  </inkml:definitions>
  <inkml:trace contextRef="#ctx0" brushRef="#br0">116 1 13286,'0'0'14711,"17"57"-14615,-19-24 16,-17 1-112,-4-3-16,1-1-544,-1-8-945,5-3-1152,1-8-833,9-6-2529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4.650"/>
    </inkml:context>
    <inkml:brush xml:id="br0">
      <inkml:brushProperty name="width" value="0.05" units="cm"/>
      <inkml:brushProperty name="height" value="0.05" units="cm"/>
      <inkml:brushProperty name="color" value="#E71224"/>
    </inkml:brush>
  </inkml:definitions>
  <inkml:trace contextRef="#ctx0" brushRef="#br0">74 18 16408,'0'0'10100,"-8"14"-10006,-1 2-120,0 0 0,0 1 0,2 0 0,0 0 0,1 1 0,1 0 0,0 0 0,2 0 1,-3 29-1,6-46-18,0 1 0,0-1 0,1 1 0,-1 0 0,0-1 0,1 1 0,-1-1 0,1 1 0,-1-1 0,1 1 0,-1-1 0,1 0 0,0 1 0,0-1 0,0 0 0,0 1 0,0-1 0,0 0 0,0 0 0,1 0 0,-1 0 0,0 0-1,0 0 1,3 1 0,1 0-23,-1-1 0,0 1-1,0-1 1,1 0-1,-1 0 1,1-1-1,-1 1 1,1-1-1,5 0 1,-3-1 35,0 1 1,0-1-1,0 0 1,0 0-1,0-1 1,0 0-1,0 0 1,-1-1-1,1 0 1,-1 0-1,12-8 1,-14 8 30,-1-1 1,1 0-1,-1 0 1,0 0 0,0-1-1,0 1 1,-1-1-1,0 1 1,0-1-1,0 0 1,0 0 0,-1 0-1,1 0 1,-1 0-1,-1 0 1,1 0 0,-1 0-1,0-1 1,0 1-1,0 0 1,-1 0-1,-1-9 1,0 8 18,0 0 0,-1 0 1,1 0-1,-1 0 0,0 1 0,0-1 0,-1 1 0,0 0 1,0 0-1,0 0 0,-1 0 0,1 1 0,-1 0 1,0 0-1,0 0 0,-1 0 0,-9-4 0,-10-8 166,25 16-181,-1 0 1,1-1-1,0 1 1,0 0-1,0 0 1,0 0 0,0 0-1,-1 0 1,1-1-1,0 1 1,0 0-1,0 0 1,0 0 0,0 0-1,0-1 1,0 1-1,0 0 1,0 0 0,-1 0-1,1-1 1,0 1-1,0 0 1,0 0-1,0 0 1,0-1 0,0 1-1,0 0 1,1 0-1,-1 0 1,0-1-1,0 1 1,0 0 0,0 0-1,0 0 1,0 0-1,0-1 1,0 1-1,0 0 1,0 0 0,1 0-1,-1 0 1,0-1-1,0 1 1,0 0-1,0 0 1,1 0 0,-1 0-1,0 0 1,0 0-1,0 0 1,0 0 0,1-1-1,48-3-37,-33 4-11,9 0-12,0 1 1,30 4 0,-49-4 54,1 1 1,0-1 0,0 1 0,-1 1 0,1-1 0,-1 1 0,1 0-1,-1 1 1,0-1 0,0 1 0,-1 0 0,10 9 0,-13-10-8,1 1 0,-1-1 0,0 1 0,0-1 0,0 1 0,0 0 0,0 0 0,-1-1 0,0 1 0,0 0 0,0 1 0,0-1 0,-1 0 0,0 0 0,0 7 0,-10 69-45,2-19-1885,7-60 1903,1 0 0,0 1 0,0-1 0,0 0 0,1 0 0,-1 0 0,0 0-1,0 0 1,1 0 0,-1 0 0,0 0 0,1 0 0,-1 0 0,1 0 0,-1 0 0,1-1 0,-1 1 0,1 0 0,0 0 0,0 0 0,-1-1 0,1 1 0,0 0 0,0-1 0,0 1 0,0 0 0,0-1 0,0 0 0,0 1 0,0-1 0,0 1 0,0-1 0,0 0 0,0 0 0,0 1 0,0-1 0,0 0 0,0 0 0,0 0 0,0 0 0,0-1 0,0 1 0,0 0 0,0 0 0,0 0 0,0-1 0,0 1 0,0-1 0,2 0 0,2-1 53,0 0 0,-1 0 1,1 0-1,0-1 0,-1 1 1,0-1-1,1 0 1,-1-1-1,6-5 0,-7 6 22,0-1-1,-1 0 1,1 1-1,-1-1 1,1 0-1,-1-1 1,0 1-1,-1 0 1,1 0-1,-1-1 1,0 1-1,0-1 1,0 1-1,0-1 1,-1 1-1,0-1 0,0 0 1,0 1-1,-1-1 1,1 1-1,-1-1 1,0 1-1,-1-1 1,1 1-1,-1 0 1,-2-5-1,-1 0 49,0 1-1,-1 0 0,0 0 0,0 0 0,-1 1 1,0 0-1,0 1 0,-1-1 0,1 1 1,-18-9-1,14 9-6,9 6-41,0-1 0,0 0 1,1 1-1,-1-1 0,0 0 0,0 0 0,1 0 1,-1 0-1,0 0 0,1-1 0,-1 1 1,1 0-1,0-1 0,-1 1 0,1-1 0,0 1 1,0-1-1,0 0 0,-1-2 0,3 4-32,0-1 0,0 0 0,0 0 0,1 0 0,-1 0 0,0 1 0,1-1 0,-1 1 0,0-1 0,1 1 0,-1-1 0,1 1 0,-1 0 0,0 0 0,1-1 0,-1 1 0,1 0 0,2 1 0,0-1-1,13-2-18,107-5-26,-114 7 41,0 0 1,0 1-1,0 1 0,0-1 1,-1 1-1,1 1 1,0 0-1,-1 1 0,17 7 1,-23-9-3,-1 1 1,1-1-1,0 0 1,-1 1-1,0 0 1,1-1-1,-1 1 0,0 0 1,0 0-1,-1 0 1,1 0-1,-1 1 1,1-1-1,-1 0 1,0 1-1,0-1 0,-1 1 1,1-1-1,-1 1 1,1-1-1,-1 1 1,-1 4-1,0 10-50,-1 0 0,-1 0 0,-6 23 0,-2 12-1138,11-51 1110,-1-1 0,1 1 0,0-1 0,0 1 1,0 0-1,0-1 0,0 1 0,0-1 0,0 1 0,1-1 0,-1 1 1,0 0-1,1-1 0,0 1 0,-1-1 0,1 1 0,0-1 0,-1 0 0,1 1 1,0-1-1,0 0 0,0 0 0,1 1 0,-1-1 0,2 2 0,0-2 70,0-1-1,0 1 0,0 0 0,-1-1 0,1 1 1,0-1-1,0 0 0,0 0 0,0 0 0,0-1 1,0 1-1,0 0 0,0-1 0,3-1 0,-1 0 112,-1 1 0,0-1 1,1 0-1,-1 0 0,0 0 0,0-1 0,-1 1 0,1-1 0,0 0 0,-1 0 0,0-1 0,1 1 0,-1 0 0,-1-1 0,1 0 0,0 0 0,-1 0 0,0 0 1,0 0-1,0 0 0,-1-1 0,1 1 0,-1-1 0,0 1 0,0-1 0,-1 1 0,1-8 0,0 6-26,-1-1-1,0 1 1,-1 0-1,1-1 1,-1 1-1,0 0 0,-1-1 1,0 1-1,0 0 1,0 0-1,0 0 1,-1 0-1,0 1 1,0-1-1,-1 1 1,0-1-1,0 1 1,0 0-1,-6-5 1,4 5-111,0 1-1,0 0 1,-1 1 0,1 0 0,-1 0 0,1 0 0,-1 0 0,0 1 0,-12-2 0,-38 0-7824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006"/>
    </inkml:context>
    <inkml:brush xml:id="br0">
      <inkml:brushProperty name="width" value="0.05" units="cm"/>
      <inkml:brushProperty name="height" value="0.05" units="cm"/>
      <inkml:brushProperty name="color" value="#E71224"/>
    </inkml:brush>
  </inkml:definitions>
  <inkml:trace contextRef="#ctx0" brushRef="#br0">149 0 19609,'0'0'6256,"7"23"-5557,-2-8-574,3 9 21,-1 0 0,-1 0 0,-2 0 0,0 0 0,0 31 0,-2 3-54,-4-1 0,-1 1 0,-4 0 0,-2-1 0,-19 69 0,-20 11-340,41-120-339,-1 0-1,-1-1 1,0 0-1,-1-1 1,-22 26-1,30-38-17,-10 8-1233,2-7-4400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363"/>
    </inkml:context>
    <inkml:brush xml:id="br0">
      <inkml:brushProperty name="width" value="0.05" units="cm"/>
      <inkml:brushProperty name="height" value="0.05" units="cm"/>
      <inkml:brushProperty name="color" value="#E71224"/>
    </inkml:brush>
  </inkml:definitions>
  <inkml:trace contextRef="#ctx0" brushRef="#br0">1 223 17912,'0'0'8548,"162"-6"-8260,-100 6-208,-8 0 16,-5 0-192,-6 0-416,-8-9-2017,-6-6-1873,-6-5-5251</inkml:trace>
  <inkml:trace contextRef="#ctx0" brushRef="#br0" timeOffset="1">324 1 15527,'0'0'9412,"-76"94"-8547,72-46-353,-2 2-368,-1 0-96,1-5-48,2-4-576,4-10-2321,0-9-1938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5.725"/>
    </inkml:context>
    <inkml:brush xml:id="br0">
      <inkml:brushProperty name="width" value="0.05" units="cm"/>
      <inkml:brushProperty name="height" value="0.05" units="cm"/>
      <inkml:brushProperty name="color" value="#E71224"/>
    </inkml:brush>
  </inkml:definitions>
  <inkml:trace contextRef="#ctx0" brushRef="#br0">157 1 16680,'0'0'10498,"-6"17"-10274,-6 23-146,-2-1 1,-2-1-1,-2 0 1,-27 42-1,45-80-103,0 0 0,0 1 0,-1-1 0,1 0 0,0 0 0,-1 1 0,1-1 0,0 0 0,0 0 0,0 1 1,-1-1-1,1 0 0,0 1 0,0-1 0,0 0 0,0 1 0,0-1 0,0 1 0,-1-1 0,1 0 0,0 1 0,0-1 0,0 0 0,0 1 0,0-1 0,0 0 0,1 1 0,-1-1 0,0 1 0,0-1 0,0 0 0,0 1 1,0-1-1,0 0 0,1 1 0,-1-1 0,0 1 0,18-2-311,44-21 524,-24 8-260,-30 12 14,-1 1 1,1-1 0,-1 1 0,1 0 0,0 1 0,-1 0 0,1 0 0,10 2 0,-16-2 47,0 1-1,0-1 1,0 1 0,0 0-1,0 0 1,0 0-1,0 0 1,0 0 0,0 0-1,-1 1 1,1-1-1,0 0 1,-1 1 0,0 0-1,1-1 1,-1 1-1,0 0 1,1-1 0,-1 1-1,0 0 1,-1 0-1,1 0 1,0 0 0,0 0-1,-1 0 1,1 0 0,-1 1-1,0-1 1,0 0-1,1 0 1,-1 0 0,-1 3-1,0-2 10,1-1 0,-1 0 0,0 1-1,0-1 1,-1 0 0,1 0 0,0 1 0,-1-1 0,0 0-1,1-1 1,-1 1 0,0 0 0,0 0 0,0-1-1,0 1 1,0-1 0,0 1 0,0-1 0,-1 0 0,1 0-1,0 0 1,-1 0 0,1-1 0,-1 1 0,1-1-1,-4 1 1,-10 3 2,0-1 0,-29 2 0,33-4-68,-1 0 0,1-1 0,0-1 0,0 0 0,-23-6 0,-5-8-4627,25 8-39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6.648"/>
    </inkml:context>
    <inkml:brush xml:id="br0">
      <inkml:brushProperty name="width" value="0.05" units="cm"/>
      <inkml:brushProperty name="height" value="0.05" units="cm"/>
      <inkml:brushProperty name="color" value="#E71224"/>
    </inkml:brush>
  </inkml:definitions>
  <inkml:trace contextRef="#ctx0" brushRef="#br0">356 662 14150,'0'0'5144,"3"-19"-3044,8-59-764,-11 76-1273,1 0-1,-1 0 0,0 1 1,0-1-1,1 0 0,-1 0 0,0 0 1,-1 0-1,1 0 0,0 0 1,-1 1-1,1-1 0,-1 0 0,1 0 1,-1 1-1,0-1 0,1 0 1,-1 0-1,0 1 0,0-1 0,-1 1 1,1-1-1,0 1 0,0 0 1,-1-1-1,1 1 0,-1 0 0,1 0 1,-1 0-1,1 0 0,-4-1 1,-1 0-2,0 1 1,0 0-1,0 0 1,0 0-1,0 1 1,0 0-1,-8 1 1,-1-1 86,2 1-115,0 1 1,0 0-1,0 1 1,0 0-1,1 1 0,-1 1 1,1 0-1,0 0 1,0 1-1,1 1 1,-1 0-1,-17 15 1,21-16-38,0 1 0,0-1 0,1 1 0,0 1 0,0 0 1,1 0-1,0 0 0,1 1 0,0-1 0,0 1 0,0 1 0,1-1 0,1 1 1,0-1-1,0 1 0,1 0 0,-2 12 0,4-19 4,0-1-1,1 0 1,-1 0-1,0 1 1,1-1 0,0 0-1,-1 0 1,1 0-1,0 0 1,0 0-1,0 0 1,0 0 0,1 0-1,-1 0 1,1 0-1,-1 0 1,1-1 0,-1 1-1,1-1 1,0 1-1,0-1 1,0 0-1,0 0 1,0 0 0,0 0-1,0 0 1,0 0-1,0 0 1,0 0 0,0-1-1,1 0 1,-1 1-1,0-1 1,4 0-1,2 1-1,1 0 1,-1-1-1,1 0 0,-1-1 0,0 0 0,1 0 0,-1-1 0,13-3 0,-12 0 11,1 0 0,-1-1 0,0 0 0,0 0 0,-1-1 0,0 0 0,0 0 0,-1-1 0,0 0 0,0 0 0,-1-1 0,0 0-1,0 0 1,5-13 0,0 0 93,-1 0 0,-1-1-1,-1-1 1,-1 1 0,5-31-1,-9 27-62,0 0-1,-1 0 1,-2 0-1,-1 0 1,0 0-1,-3 0 0,-6-28 1,6 36-26,-2 1 0,0 0 0,-1 0 0,-1 0 0,-1 1 0,0 0 0,-1 1 0,-1 0 0,0 0 0,-23-22 0,29 33-68,-1 0-1,0 0 1,0 1-1,0-1 1,-1 1 0,-11-5-1,17 9 18,-1-1 0,1 0 1,-1 0-1,0 1 0,1-1 0,-1 1 0,0-1 0,1 1 1,-1 0-1,0 0 0,0 0 0,1 0 0,-1 0 0,0 0 0,0 0 1,1 1-1,-1-1 0,0 0 0,1 1 0,-1-1 0,1 1 1,-1 0-1,0 0 0,1 0 0,-1 0 0,1 0 0,0 0 0,-1 0 1,1 0-1,0 0 0,0 0 0,0 1 0,-1-1 0,0 3 1,-4 12-1451,0 1 0,1 1 0,1-1 1,1 1-1,0 0 0,0 28 0,2-40 775,-2 59-9241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7.223"/>
    </inkml:context>
    <inkml:brush xml:id="br0">
      <inkml:brushProperty name="width" value="0.05" units="cm"/>
      <inkml:brushProperty name="height" value="0.05" units="cm"/>
      <inkml:brushProperty name="color" value="#E71224"/>
    </inkml:brush>
  </inkml:definitions>
  <inkml:trace contextRef="#ctx0" brushRef="#br0">307 19 13942,'0'0'11611,"0"-6"-11256,0-6-309,-1 14-16,1 32-2,0-26-27,0-1 1,1 1-1,0-1 0,0 0 0,0 1 0,1-1 1,0 0-1,0 0 0,1 0 0,4 9 0,-4-14 0,-1 1 0,1-1 0,-1 1 0,1-1-1,0 0 1,0 0 0,0 0 0,0 0 0,0 0 0,0-1 0,0 0-1,1 1 1,-1-1 0,0 0 0,1-1 0,-1 1 0,1 0-1,0-1 1,-1 0 0,1 0 0,-1 0 0,1 0 0,-1-1 0,1 0-1,-1 1 1,1-1 0,-1 0 0,0 0 0,7-4 0,-5 2 3,0 0 0,0-1 0,-1 1 1,1-1-1,-1 0 0,0-1 0,0 1 0,0-1 1,-1 1-1,1-1 0,-1 0 0,0 0 1,-1-1-1,1 1 0,-1-1 0,0 1 0,1-7 1,4-30 684,-7 39-186,0 5-79,-3 25-234,-22 155 177,-54 197-1,75-365-319,-27 96 256,27-98-214,-1-2 1,0 1-1,0-1 0,-1 1 1,0-1-1,-1-1 1,-10 13-1,14-20-69,1 0-1,-1 0 1,0 0 0,0 0 0,1 0 0,-1-1-1,0 1 1,-1-1 0,1 0 0,0 0-1,0 0 1,0-1 0,-1 1 0,1-1-1,0 1 1,-1-1 0,1 0 0,0 0 0,-1-1-1,1 1 1,0-1 0,0 0 0,-1 0-1,1 0 1,0 0 0,0 0 0,0 0-1,0-1 1,0 0 0,-4-3 0,-9-6 7,0 0 0,1-1 0,-25-26 1,33 31-40,-4-4-530,-6-5 670,1-1 1,-18-25-1,11-1-3750,21 37 1768,1 0 0,-1 0 0,1 0 0,0-1 0,0-11 0,1 1-6689</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7.567"/>
    </inkml:context>
    <inkml:brush xml:id="br0">
      <inkml:brushProperty name="width" value="0.05" units="cm"/>
      <inkml:brushProperty name="height" value="0.05" units="cm"/>
      <inkml:brushProperty name="color" value="#E71224"/>
    </inkml:brush>
  </inkml:definitions>
  <inkml:trace contextRef="#ctx0" brushRef="#br0">1 1 15943,'0'0'9162,"4"2"-8618,5 2-375,0-1 0,0 0 0,1 0 0,-1-1 0,0 0 0,1-1 0,0 0-1,13 0 1,22 1-11,763 57 438,-397-32-413,-367-26-182,-33-2-122,0 1 0,-1 0 0,1 1 0,0 1 0,10 2 0,-21-4-26,0 1 0,0 0 0,0-1 1,0 1-1,0 0 0,0-1 0,0 1 1,-1 0-1,1-1 0,0 1 0,0-1 1,-1 1-1,1 0 0,0-1 1,-1 1-1,1-1 0,-1 1 0,1-1 1,-1 1-1,1-1 0,-1 0 0,1 1 1,-1-1-1,1 1 0,-1-1 0,1 0 1,-1 0-1,0 1 0,1-1 1,-2 0-1,-62 28-7563,18-10-1281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083"/>
    </inkml:context>
    <inkml:brush xml:id="br0">
      <inkml:brushProperty name="width" value="0.05" units="cm"/>
      <inkml:brushProperty name="height" value="0.05" units="cm"/>
      <inkml:brushProperty name="color" value="#E71224"/>
    </inkml:brush>
  </inkml:definitions>
  <inkml:trace contextRef="#ctx0" brushRef="#br0">317 502 15207,'0'0'4231,"-12"-16"-2451,-43-49-364,52 62-1352,-1 0 0,0 0 0,0 1 0,0 0 0,-1 0 0,1 0-1,0 0 1,-1 1 0,1-1 0,-1 1 0,1 0 0,-1 1 0,0-1-1,1 1 1,-1 0 0,0 0 0,0 0 0,1 1 0,-1-1 0,0 1-1,-5 2 1,3-2 9,0 1-60,1 0-1,-1 0 1,1 1 0,0 0-1,0 0 1,0 0-1,0 1 1,1 0-1,-1 0 1,1 0-1,0 1 1,0 0-1,1 0 1,-1 0-1,1 0 1,0 1 0,0-1-1,1 1 1,0 0-1,0 0 1,0 1-1,1-1 1,0 1-1,0-1 1,1 1-1,-1-1 1,2 1-1,-1 0 1,1 9 0,0-14-20,0-1 0,1 1 1,-1 0-1,1 0 0,0 0 1,0 0-1,0 0 0,0 0 1,0-1-1,0 1 1,0-1-1,0 1 0,1 0 1,-1-1-1,0 0 0,1 1 1,-1-1-1,1 0 0,0 0 1,-1 0-1,1 0 1,0 0-1,0 0 0,0 0 1,0-1-1,0 1 0,0-1 1,0 1-1,-1-1 0,1 0 1,0 0-1,4 0 0,2 1 8,0-1-1,0 0 1,0 0-1,-1-1 0,1 0 1,0 0-1,13-4 0,-15 1 19,1 1 1,-1-1-1,1 0 0,-1 0 0,0-1 0,-1 0 0,1 0 0,-1 0 0,0-1 0,0 1 0,-1-1 0,0 0 0,0-1 0,0 1 0,-1-1 0,1 0 0,-2 0 0,1 0 0,2-14 1,1-6 168,-1 0 0,-1 0 1,-2 0-1,0-31 1,-3 44-134,0-1 1,-1 1-1,0 0 1,-1-1-1,-1 1 1,0 0 0,-1 1-1,-1-1 1,0 1-1,-1 0 1,0 1-1,-1-1 1,0 1-1,-1 1 1,0 0-1,-1 0 1,0 1-1,-1 0 1,0 0 0,0 1-1,-16-9 1,21 15-51,1 0 1,-1 0 0,0 1 0,0 0-1,0 0 1,-12-2 0,16 3-40,1 1 0,-1 0 0,1 0 0,0 0 0,-1 0 0,1 0 0,-1 0 0,1 0 0,0 0 0,-1 1 0,1-1 1,0 0-1,-1 1 0,1-1 0,0 1 0,0 0 0,-1-1 0,1 1 0,0 0 0,0 0 0,0 0 0,0 0 0,0-1 0,0 2 0,0-1 0,0 0 0,0 0 0,1 0 0,-1 0 0,0 0 0,1 1 1,-1-1-1,1 0 0,-1 1 0,0 2 0,-2 21-2539,1 1-1,0 0 1,5 45 0,2-14-7087</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646"/>
    </inkml:context>
    <inkml:brush xml:id="br0">
      <inkml:brushProperty name="width" value="0.05" units="cm"/>
      <inkml:brushProperty name="height" value="0.05" units="cm"/>
      <inkml:brushProperty name="color" value="#E71224"/>
    </inkml:brush>
  </inkml:definitions>
  <inkml:trace contextRef="#ctx0" brushRef="#br0">1 47 16103,'0'0'9802,"3"14"-9458,-1 14-390,-2-17 50,0-1 0,1 0 0,1 0 0,0 0 0,4 14 0,-6-22-42,1 0 0,0 0 0,1 0 1,-1 1-1,0-1 0,0 0 0,1-1 0,-1 1 1,1 0-1,0 0 0,0-1 0,-1 1 1,1-1-1,0 1 0,0-1 0,0 0 1,0 0-1,1 1 0,-1-2 0,0 1 1,0 0-1,1 0 0,-1-1 0,1 1 1,-1-1-1,0 0 0,1 0 0,2 0 0,-2 0 35,0-1 0,0 0 0,0 0-1,0 0 1,0 0 0,-1 0-1,1-1 1,0 1 0,-1-1-1,1 0 1,-1 0 0,1 0-1,-1 0 1,0 0 0,3-3 0,34-45 199,-27 34-41,-6 8-102,11-9 285,-16 18-334,0 1 0,0-1 0,0 0 0,0 0 0,0 1 0,-1-1 0,1 0 0,0 1 0,-1-1-1,1 0 1,-1 1 0,1-1 0,-1 1 0,0-1 0,1 4 0,-1-2-27,1 1 0,0-1 0,0 0 0,0 1 0,0-1 0,1 0 0,-1 0 0,1 0 0,0 0 0,0 0 0,0 0 1,0-1-1,0 1 0,1-1 0,-1 1 0,1-1 0,0 0 0,0 0 0,0 0 0,0 0 0,0 0 0,0-1 0,0 0 0,0 1 0,1-1 0,-1 0 0,0-1 0,1 1 0,-1 0 1,1-1-1,-1 0 0,1 0 0,-1 0 0,0 0 0,1-1 0,-1 1 0,1-1 0,-1 0 0,0 0 0,1 0 0,-1 0 0,0-1 0,0 1 0,0-1 0,0 0 0,0 0 0,0 0 1,0 0-1,3-4 0,-2 1 143,1 1 0,-1-1 0,0 0 0,0-1 1,-1 1-1,1-1 0,-1 1 0,0-1 0,-1 0 0,1 0 1,-1 0-1,-1-1 0,1 1 0,-1 0 0,0-1 0,0 1 1,-1-1-1,0 1 0,0-1 0,-1 1 0,0-8 1,0 14-134,1-1 1,0 0 0,0 0 0,0 1 0,-1-1 0,1 0 0,0 1-1,-1-1 1,1 0 0,-1 1 0,1-1 0,-1 1 0,1-1 0,-1 0-1,1 1 1,-1-1 0,1 1 0,-1 0 0,0-1 0,1 1 0,-1 0-1,0-1 1,1 1 0,-1 0 0,0-1 0,0 1 0,1 0 0,-1 0-1,0 0 1,0 0 0,1 0 0,-2 0 0,1 0-163,0 0 0,0 0 0,0 0 0,0 1 0,0-1 0,0 0 0,1 1 0,-1-1 0,0 0 0,0 1 0,0-1 0,0 1 0,1 0 0,-1-1 0,0 1 0,1-1 0,-1 1 0,0 0 0,1 0 0,-1-1 0,1 1 0,-1 0 0,1 0 0,-1 1 0,-3 16-3910,3 0-2301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8.988"/>
    </inkml:context>
    <inkml:brush xml:id="br0">
      <inkml:brushProperty name="width" value="0.05" units="cm"/>
      <inkml:brushProperty name="height" value="0.05" units="cm"/>
      <inkml:brushProperty name="color" value="#E71224"/>
    </inkml:brush>
  </inkml:definitions>
  <inkml:trace contextRef="#ctx0" brushRef="#br0">0 1 15367,'0'0'11942,"14"100"-11670,-14-67-272,0 0 144,0-1-288,0-1-241,0-5-1375,0-3-1826,0-9-320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9.378"/>
    </inkml:context>
    <inkml:brush xml:id="br0">
      <inkml:brushProperty name="width" value="0.05" units="cm"/>
      <inkml:brushProperty name="height" value="0.05" units="cm"/>
      <inkml:brushProperty name="color" value="#E71224"/>
    </inkml:brush>
  </inkml:definitions>
  <inkml:trace contextRef="#ctx0" brushRef="#br0">0 4 16696,'0'0'11445,"33"-4"-11029,17 4-160,1 6-256,-3-1-16,-7 3-592,-8 1-1185,-8-2-1616,-13 3-1058,-12 3-3488</inkml:trace>
  <inkml:trace contextRef="#ctx0" brushRef="#br0" timeOffset="1">110 150 10661,'0'0'14054,"47"48"-13477,-4-48-177,-2 0-304,1 4-96,-5 0-224,-6 1-1729,-1-3-2417,1-2-10981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49.721"/>
    </inkml:context>
    <inkml:brush xml:id="br0">
      <inkml:brushProperty name="width" value="0.05" units="cm"/>
      <inkml:brushProperty name="height" value="0.05" units="cm"/>
      <inkml:brushProperty name="color" value="#E71224"/>
    </inkml:brush>
  </inkml:definitions>
  <inkml:trace contextRef="#ctx0" brushRef="#br0">32 1 21050,'0'0'8468,"0"5"-8372,0 51 176,0 9-256,0 1 0,-10 1-32,-5-2-48,9-8-1121,6-12-1104,0-12-1713,8-16-720,17-14-2689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068"/>
    </inkml:context>
    <inkml:brush xml:id="br0">
      <inkml:brushProperty name="width" value="0.05" units="cm"/>
      <inkml:brushProperty name="height" value="0.05" units="cm"/>
      <inkml:brushProperty name="color" value="#E71224"/>
    </inkml:brush>
  </inkml:definitions>
  <inkml:trace contextRef="#ctx0" brushRef="#br0">65 49 12662,'0'0'9193,"-10"20"-9049,-33 64-104,41-80-35,0 0-1,1 0 1,-1 1-1,1-1 0,0 1 1,0-1-1,1 1 0,-1-1 1,1 1-1,0 0 1,0-1-1,0 1 0,1-1 1,2 9-1,-2-11-11,0 1-1,0-1 1,0 1 0,1-1-1,-1 1 1,1-1 0,-1 0-1,1 0 1,0 0 0,0 0-1,0 0 1,0-1-1,1 1 1,-1 0 0,0-1-1,1 0 1,-1 1 0,4 0-1,-2-1 5,0 1 0,0-1-1,1 0 1,-1-1 0,0 1-1,1-1 1,-1 0 0,0 0 0,1 0-1,-1-1 1,0 0 0,1 1-1,-1-1 1,0-1 0,0 1-1,0-1 1,0 1 0,0-1-1,0-1 1,0 1 0,-1 0 0,1-1-1,-1 0 1,1 1 0,2-5-1,0-1 174,0 1 0,-1-1-1,0 0 1,0-1-1,-1 1 1,0-1 0,-1 0-1,0 0 1,0 0 0,-1 0-1,0-1 1,0 1-1,-1-1 1,-1 1 0,1-1-1,-2 1 1,1-1 0,-3-9-1,2 15-133,-1 0-1,0 1 0,1-1 1,-2 1-1,1 0 1,0 0-1,-1-1 0,1 1 1,-1 1-1,0-1 1,0 0-1,0 1 0,0-1 1,0 1-1,-1 0 1,-6-3-1,8 4-119,-1 0 0,1 0 0,-1 0 0,0 0 0,0 1 0,1-1-1,-1 1 1,0-1 0,0 1 0,-5 0 0,6 0-108,1 1-1,0-1 1,-1 0 0,1 1-1,-1-1 1,1 1 0,0 0 0,-1-1-1,1 1 1,0 0 0,0 0-1,0 0 1,-1 0 0,1 0-1,0 0 1,0 0 0,0 0-1,1 0 1,-1 0 0,0 1-1,-1 1 1,-5 21-4221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424"/>
    </inkml:context>
    <inkml:brush xml:id="br0">
      <inkml:brushProperty name="width" value="0.05" units="cm"/>
      <inkml:brushProperty name="height" value="0.05" units="cm"/>
      <inkml:brushProperty name="color" value="#E71224"/>
    </inkml:brush>
  </inkml:definitions>
  <inkml:trace contextRef="#ctx0" brushRef="#br0">73 1 17288,'0'0'10885,"16"80"-10869,-28-51-16,-11 3-800,1-4-1121,1-4-1617,11-8-2161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2:50.927"/>
    </inkml:context>
    <inkml:brush xml:id="br0">
      <inkml:brushProperty name="width" value="0.05" units="cm"/>
      <inkml:brushProperty name="height" value="0.05" units="cm"/>
      <inkml:brushProperty name="color" value="#E71224"/>
    </inkml:brush>
  </inkml:definitions>
  <inkml:trace contextRef="#ctx0" brushRef="#br0">64 51 16327,'0'0'10664,"-9"17"-10531,-28 60-95,34-70-46,0 0 1,0 0-1,1 0 1,0 0-1,1 0 1,0 0-1,0 1 1,0-1-1,1 0 1,1 11-1,-1 1-112,0-17 106,1 0 1,-1 0-1,0 0 1,1 0-1,-1 0 0,1-1 1,0 1-1,0 0 1,0-1-1,0 1 1,0 0-1,0-1 0,0 1 1,0-1-1,1 1 1,-1-1-1,0 0 0,1 0 1,-1 0-1,1 1 1,0-2-1,-1 1 1,1 0-1,0 0 0,0 0 1,-1-1-1,1 1 1,0-1-1,0 1 0,0-1 1,0 0-1,0 0 1,-1 0-1,5 0 0,-2 0-10,1 1 1,-1-2-1,0 1 0,1 0 0,-1-1 0,1 0 0,-1 0 0,0 0 0,0 0 0,0-1 0,1 0 0,-1 0 0,-1 0 0,8-5 0,-7 3 21,-1 0-1,1 0 1,-1-1-1,1 0 1,-1 1 0,-1-1-1,1 0 1,-1-1 0,0 1-1,0 0 1,0-1-1,-1 1 1,0-1 0,0 1-1,0-1 1,-1-6 0,0-8-18,-1-1 1,-8-41 0,7 50 21,2 10 2,-1 0 0,0 0 0,1 0 0,0 0 0,-1 0 0,1 0 0,0 0 0,0 0 0,0 0 0,0 0 0,1 0 0,-1 0 0,1 0 0,-1 1 0,1-1 0,-1 0 0,1 0 0,0 0 0,0 1 0,0-1 0,0 0 0,0 1 0,0-1 0,1 0 0,-1 1 0,0 0 0,1-1 0,-1 1 0,4-2 1,2 0 2,-1 2 0,1-1 0,0 0 0,0 1 0,0 1 0,0-1 0,10 1 0,-15 0-4,5 0-4,0-1 1,0 1-1,0 1 1,0-1-1,0 1 0,-1 1 1,1-1-1,0 1 1,0 0-1,-1 1 0,1-1 1,6 5-1,-9-4-1,0 1-1,-1-1 1,1 0 0,-1 1-1,0 0 1,0 0-1,-1 0 1,1 0 0,-1 0-1,0 1 1,0-1-1,0 1 1,0-1 0,-1 1-1,0 0 1,0-1-1,0 1 1,0 9 0,-2 50 3,0-51-34,0-1 1,1 1 0,0-1-1,1 1 1,3 12 0,-4-24 26,1 0 0,-1 0 0,1 0 1,0 1-1,0-1 0,-1-1 0,1 1 1,0 0-1,0 0 0,0 0 0,0 0 1,0-1-1,0 1 0,0 0 0,0-1 1,1 1-1,-1-1 0,0 1 0,0-1 1,0 0-1,1 1 0,-1-1 0,0 0 1,0 0-1,1 0 0,-1 0 0,0 0 1,0 0-1,1 0 0,-1 0 1,0-1-1,0 1 0,2-1 0,0 1 15,0-1 0,0 1 0,0-1 0,0 0 0,-1 0 0,1-1 0,0 1 0,0 0 0,-1-1 0,1 0 0,-1 1 0,4-4 0,-3-1-3,0 0 0,0 1 0,-1-1 0,0 0 0,0 0-1,-1 0 1,0-1 0,0 1 0,0 0 0,-1 0 0,0-1 0,-1-10 0,1 9-8,0-1 0,0 1 1,1 0-1,-1 0 1,2 0-1,-1 0 0,5-13 1,-4 17 5,0 0 0,1 0 0,-1 0 0,1 1-1,-1-1 1,1 1 0,0-1 0,1 1 0,-1 0 0,0 0 0,1 0 0,0 1 0,-1-1 0,1 1 0,0 0 0,0 0 0,1 1 0,-1-1 0,0 1-1,0 0 1,1 0 0,-1 0 0,1 0 0,-1 1 0,1 0 0,-1 0 0,1 0 0,-1 0 0,8 2 0,-8 0-3,-1-1 1,1 0-1,-1 1 1,0 0-1,0 0 1,0 0-1,0 0 1,0 0-1,0 1 1,-1-1-1,1 1 1,-1 0-1,0 0 1,0 0-1,0 0 1,0 0-1,0 0 1,2 7-1,1 2-58,0 0 0,-1 0-1,6 26 1,-8 1-794,-2-33 528,0 1-1,0-1 1,1 1 0,-1-1 0,1 0 0,1 1 0,-1-1 0,1 0 0,4 9 0,-5-14 335,0 0 0,0 0 0,0 0 1,0 0-1,0-1 0,0 1 0,0 0 0,0-1 0,0 1 0,1-1 0,-1 1 0,0-1 0,1 1 0,-1-1 1,0 0-1,0 0 0,1 0 0,-1 0 0,0 0 0,1 0 0,-1 0 0,0 0 0,1 0 0,-1 0 0,0-1 1,1 1-1,-1-1 0,0 1 0,0-1 0,0 1 0,2-2 0,1 0 209,1 0 0,-1-1 0,0 1 0,0-1 1,0 0-1,0 0 0,3-4 0,-2 1-37,-1 0 1,0-1-1,0 1 0,0-1 1,-1 0-1,0 0 1,0-1-1,-1 1 1,0 0-1,0-1 0,-1 0 1,0 1-1,0-1 1,-1 0-1,0 1 0,-1-12 1,0 15-190,1 1 1,-1-1-1,1 0 0,-1 0 1,0 1-1,-1-1 0,1 1 1,-1-1-1,1 1 1,-1-1-1,0 1 0,0 0 1,-1 0-1,1 0 0,-1 0 1,1 0-1,-1 1 1,0-1-1,0 1 0,0 0 1,0 0-1,0 0 0,-1 0 1,1 0-1,-1 1 1,1-1-1,-1 1 0,0 0 1,1 0-1,-1 0 0,0 1 1,1 0-1,-8-1 1,3 1-977,1 0 0,0 1 0,-1-1 0,1 2 1,0-1-1,-8 3 0,-17 11-8014</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2.177"/>
    </inkml:context>
    <inkml:brush xml:id="br0">
      <inkml:brushProperty name="width" value="0.05" units="cm"/>
      <inkml:brushProperty name="height" value="0.05" units="cm"/>
      <inkml:brushProperty name="color" value="#E71224"/>
    </inkml:brush>
  </inkml:definitions>
  <inkml:trace contextRef="#ctx0" brushRef="#br0">56 0 16103,'0'0'6024,"-11"2"-5466,-31 3-24,40-2 427,9 1-662,12 3 7,35 4 273,0-2 0,82 3 1,116-11-1454,-121-3-2498,-104 2-1758,5-3-5070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3.256"/>
    </inkml:context>
    <inkml:brush xml:id="br0">
      <inkml:brushProperty name="width" value="0.05" units="cm"/>
      <inkml:brushProperty name="height" value="0.05" units="cm"/>
      <inkml:brushProperty name="color" value="#E71224"/>
    </inkml:brush>
  </inkml:definitions>
  <inkml:trace contextRef="#ctx0" brushRef="#br0">79 0 13078,'0'0'7886,"-17"0"-7371,5 0-916,-36 1 2326,47 1-1052,7 0-73,37 6 125,54 2-961,162-6-1,-153-5-6514</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6.325"/>
    </inkml:context>
    <inkml:brush xml:id="br0">
      <inkml:brushProperty name="width" value="0.05" units="cm"/>
      <inkml:brushProperty name="height" value="0.05" units="cm"/>
      <inkml:brushProperty name="color" value="#E71224"/>
    </inkml:brush>
  </inkml:definitions>
  <inkml:trace contextRef="#ctx0" brushRef="#br0">46 22 15015,'0'0'10447,"-6"-7"-9844,-14-7-470,20 14-131,0 0 0,-1 0 0,1 0 0,0 0 0,-1 0 0,1 0 0,-1 0 0,1 0 0,0 0 0,-1 0 0,1 0 0,-1 0 0,1 1 0,0-1 0,-1 0 0,1 0 0,0 0 0,-1 1 0,1-1-1,0 0 1,0 0 0,-1 1 0,1-1 0,0 0 0,0 1 0,-1-1 0,1 0 0,0 1 0,0-1 0,0 0 0,0 1 0,-1 0 0,0 7 18,-1 0-1,1 0 0,1 0 1,0 15-1,-1 12 92,-3 266 260,4-300-371,0 0 0,0 0 0,0 0 0,-1-1 0,1 1 0,1 0 0,-1 0 0,0 0 0,0-1 0,0 1 0,0 0 0,0 0 0,1 0 0,-1-1 0,0 1 0,1 0 0,-1-1 0,1 1 0,-1 0 0,1-1 0,-1 1 0,1 0 0,-1-1 0,1 1 0,-1-1 0,1 1 0,0-1 0,-1 1 0,1-1 0,0 0 0,-1 1 0,1-1 0,0 0 0,0 1 0,0-1 0,-1 0 0,1 0 0,0 0 0,0 0 0,-1 0 0,1 0 0,0 0 0,0 0 0,0 0 0,-1 0 0,1 0 0,0 0 0,0-1 0,0 1 0,-1 0 0,2-1 0,3-1 23,0 0 1,0-1-1,0 0 0,0 1 0,0-1 0,5-6 0,11-8 41,-1-1 0,-1-2-1,0 0 1,-2-1 0,0 0-1,25-44 1,-41 70-111,0 0 1,1 1-1,-1-1 1,1 0-1,0 0 1,6 8-1,-7-10 39,3 6-10,1-1 0,0 1 0,1-1 0,-1 0 0,1 0 0,1 0 0,8 7 0,-11-12 9,1 1-1,-1-1 1,1 0-1,0-1 0,-1 1 1,1-1-1,0 0 1,1 0-1,-1 0 0,0-1 1,0 0-1,1 0 0,-1 0 1,10-1-1,-12 0 19,0-1-1,-1 0 1,1 0 0,0 0-1,0 0 1,-1 0-1,1-1 1,0 1-1,-1-1 1,0 1 0,1-1-1,-1 0 1,0 0-1,0 0 1,0-1-1,0 1 1,0 0 0,-1-1-1,1 1 1,-1-1-1,1 1 1,-1-1-1,2-5 1,2-4 36,-1 0 0,0 0-1,-1 0 1,2-18 0,-3 14 24,0 0 1,-1 0-1,-3-25 0,2 36-62,-1 0-1,0 0 1,0 0 0,0 0-1,-1 0 1,0 0-1,0 1 1,0-1 0,0 0-1,-1 1 1,0 0-1,0 0 1,0-1-1,-7-6 1,9 11-314,1 54-7897,0-19 3520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6.711"/>
    </inkml:context>
    <inkml:brush xml:id="br0">
      <inkml:brushProperty name="width" value="0.05" units="cm"/>
      <inkml:brushProperty name="height" value="0.05" units="cm"/>
      <inkml:brushProperty name="color" value="#E71224"/>
    </inkml:brush>
  </inkml:definitions>
  <inkml:trace contextRef="#ctx0" brushRef="#br0">31 1 14759,'0'0'12469,"0"42"-11988,-2-10-337,-2 3 0,-4-2-128,0-1-32,1-2 16,5-10-304,2-5-1265,0-8-1841,13-7-928,13 0-2161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7.057"/>
    </inkml:context>
    <inkml:brush xml:id="br0">
      <inkml:brushProperty name="width" value="0.05" units="cm"/>
      <inkml:brushProperty name="height" value="0.05" units="cm"/>
      <inkml:brushProperty name="color" value="#E71224"/>
    </inkml:brush>
  </inkml:definitions>
  <inkml:trace contextRef="#ctx0" brushRef="#br0">0 13 15591,'0'0'11750,"41"-9"-11254,-6 7-448,0 0-16,-2 2-32,-8 0-544,-5 0-817,-5 0-1040,-5 0-929,-8 6-399,-2 7-2626</inkml:trace>
  <inkml:trace contextRef="#ctx0" brushRef="#br0" timeOffset="1">45 117 8340,'0'0'13526,"-45"58"-12181,76-58-353,4 0-464,2 0-352,0 0-176,-2 0-176,-4-2-2241,-6-4-1617,-1 1-7123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8.364"/>
    </inkml:context>
    <inkml:brush xml:id="br0">
      <inkml:brushProperty name="width" value="0.05" units="cm"/>
      <inkml:brushProperty name="height" value="0.05" units="cm"/>
      <inkml:brushProperty name="color" value="#E71224"/>
    </inkml:brush>
  </inkml:definitions>
  <inkml:trace contextRef="#ctx0" brushRef="#br0">17 11 16536,'0'0'10805,"-3"-4"-10211,3 4-590,0 0-1,0-1 0,0 1 0,0 0 0,0-1 0,0 1 0,-1 0 1,1 0-1,0-1 0,0 1 0,0 0 0,0 0 0,0-1 1,-1 1-1,1 0 0,0 0 0,0 0 0,0-1 0,-1 1 0,1 0 1,0 0-1,0 0 0,-1 0 0,1-1 0,0 1 0,0 0 0,-1 0 1,1 0-1,0 0 0,0 0 0,-1 0 0,1 0 0,0 0 0,-1 0 1,1 0-1,0 0 0,0 0 0,-1 0 0,1 0 0,0 0 0,-1 0 1,1 0-1,0 0 0,0 0 0,-1 0 0,1 1 0,0-1 0,0 0 1,-1 0-1,1 0 0,0 1 0,-3 22 164,12 56 105,-4-44-202,-3 141-526,-3-95-4587,1-80 4800,0 0-50,-1 0 0,1 1 0,0-1-1,0 0 1,0 0 0,0 0 0,0 0 0,0 0 0,0 1 0,0-1-1,1 0 1,-1 0 0,0 0 0,1 0 0,-1 0 0,1 0 0,-1 0-1,1 0 1,-1 0 0,1 0 0,0 0 0,0 0 0,-1 0 0,1-1-1,0 1 1,0 0 0,0 0 0,0-1 0,0 1 0,0-1 0,0 1-1,0-1 1,1 1 0,26 4-11662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8.723"/>
    </inkml:context>
    <inkml:brush xml:id="br0">
      <inkml:brushProperty name="width" value="0.05" units="cm"/>
      <inkml:brushProperty name="height" value="0.05" units="cm"/>
      <inkml:brushProperty name="color" value="#E71224"/>
    </inkml:brush>
  </inkml:definitions>
  <inkml:trace contextRef="#ctx0" brushRef="#br0">153 1 16728,'0'0'10388,"-31"92"-10340,12-64-96,-7-2-640,1-2-801,0-2-1552,7-5-337,9-6-2288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069"/>
    </inkml:context>
    <inkml:brush xml:id="br0">
      <inkml:brushProperty name="width" value="0.05" units="cm"/>
      <inkml:brushProperty name="height" value="0.05" units="cm"/>
      <inkml:brushProperty name="color" value="#E71224"/>
    </inkml:brush>
  </inkml:definitions>
  <inkml:trace contextRef="#ctx0" brushRef="#br0">0 70 15479,'0'0'13115,"7"-4"-12992,-7 3-122,1 0 0,-1 1-1,1-1 1,-1 1 0,1-1-1,0 0 1,-1 1 0,1-1-1,0 1 1,0-1 0,-1 1-1,1 0 1,0-1 0,0 1-1,0 0 1,0 0 0,-1-1 0,1 1-1,0 0 1,0 0 0,0 0-1,0 0 1,0 0 0,-1 0-1,1 0 1,0 0 0,0 1-1,0-1 1,0 0 0,0 0-1,-1 1 1,1-1 0,0 1 0,0-1-1,-1 0 1,1 1 0,0-1-1,-1 1 1,1 0 0,0-1-1,-1 1 1,1 0 0,-1-1-1,1 1 1,0 1 0,1 5 8,0 0 0,-1 0 0,0 0 0,0 0 0,0 11 0,1 10 12,-1-20-85,0 1 0,0-1 0,1 0 1,0 0-1,0 0 0,6 12 0,-7-18 30,0-1 1,-1 0-1,1 0 0,0 0 0,0 0 0,-1 0 0,1 0 0,0 0 0,0-1 0,0 1 1,0 0-1,0 0 0,0-1 0,1 1 0,-1 0 0,0-1 0,0 1 0,0-1 0,3 1 1,-2-1 12,0 0 0,0-1 0,0 1 0,0 0 1,0-1-1,0 0 0,0 1 0,0-1 0,0 0 1,0 0-1,-1 0 0,1 0 0,0 0 0,-1 0 0,1-1 1,2-2-1,30-34 28,-29 30 2,1 1 0,0 0 0,0 1 1,1-1-1,-1 1 0,2 0 0,14-9 0,-21 15-21,0 1 0,0-1 0,1 1 0,-1 0 1,0 0-1,0-1 0,0 1 0,0 0 0,0 0 0,0 0 0,0 0 0,-1 0 1,1 0-1,0 0 0,0 0 0,-1 0 0,1 0 0,-1 1 0,1-1 0,-1 0 1,1 0-1,-1 1 0,0-1 0,1 2 0,1 2 13,1 2-47,0 0 1,1-1 0,0 0-1,0 0 1,0 0 0,1 0-1,0-1 1,8 8-1,-10-11 24,0 0-1,0 0 0,0 0 0,0 0 0,0-1 1,0 1-1,1-1 0,-1 0 0,0 0 0,1 0 1,-1-1-1,1 1 0,-1-1 0,1 1 0,-1-1 1,1 0-1,-1-1 0,1 1 0,6-2 0,-7 1 60,0-1-1,0 0 1,-1 1-1,1-1 1,0 0-1,-1 0 1,1 0-1,-1-1 1,0 1-1,0-1 1,0 1-1,0-1 1,0 0-1,0 1 0,-1-1 1,1 0-1,-1 0 1,0 0-1,0 0 1,0-1-1,0-2 1,3-8 113,-1 1 0,-1-1 0,1-21 1,-3 28-156,1 0 51,-1 0 0,0 0-1,0-1 1,-1 1 0,0 0 0,-3-12-1,3 17-78,0 1-1,0-1 0,1 1 1,-2-1-1,1 1 1,0-1-1,0 1 0,0 0 1,-1-1-1,1 1 0,0 0 1,-1 0-1,1 0 1,-1 0-1,1 0 0,-1 0 1,0 1-1,1-1 0,-1 0 1,0 1-1,0-1 1,0 1-1,1 0 0,-1 0 1,0 0-1,0 0 0,0 0 1,1 0-1,-1 0 1,0 0-1,-2 1 0,2 0-309,0 0-1,0 0 1,0 0 0,0 0-1,0 0 1,0 0-1,0 0 1,1 1 0,-1-1-1,1 1 1,-1-1-1,1 1 1,-1-1-1,1 1 1,0 0 0,0 0-1,0 0 1,0 0-1,0 0 1,0 0-1,1 0 1,-1 0 0,0 0-1,1 0 1,0 0-1,0 0 1,-1 0 0,2 5-1,-2 20-6264</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428"/>
    </inkml:context>
    <inkml:brush xml:id="br0">
      <inkml:brushProperty name="width" value="0.05" units="cm"/>
      <inkml:brushProperty name="height" value="0.05" units="cm"/>
      <inkml:brushProperty name="color" value="#E71224"/>
    </inkml:brush>
  </inkml:definitions>
  <inkml:trace contextRef="#ctx0" brushRef="#br0">28 0 15319,'0'0'11957,"-9"97"-11524,9-66-353,-4-1 80,-2-6-160,2-6-224,0-1-945,4-8-1632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29.773"/>
    </inkml:context>
    <inkml:brush xml:id="br0">
      <inkml:brushProperty name="width" value="0.05" units="cm"/>
      <inkml:brushProperty name="height" value="0.05" units="cm"/>
      <inkml:brushProperty name="color" value="#E71224"/>
    </inkml:brush>
  </inkml:definitions>
  <inkml:trace contextRef="#ctx0" brushRef="#br0">1 14 15015,'0'0'12662,"113"-13"-12582,-80 13-80,-6 0-352,-3 0-1137,-7 0-1537,-11 7-799,-6 6-1009,-14 6-4115</inkml:trace>
  <inkml:trace contextRef="#ctx0" brushRef="#br0" timeOffset="1">1 14 4306,'27'122'15079,"-19"-122"-13030,19 0-64,6 0-625,4 0-879,0 0-369,4 0-112,2-4-1953,0-1-2561,9-3-4675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0.197"/>
    </inkml:context>
    <inkml:brush xml:id="br0">
      <inkml:brushProperty name="width" value="0.05" units="cm"/>
      <inkml:brushProperty name="height" value="0.05" units="cm"/>
      <inkml:brushProperty name="color" value="#E71224"/>
    </inkml:brush>
  </inkml:definitions>
  <inkml:trace contextRef="#ctx0" brushRef="#br0">29 50 19305,'0'0'9361,"-3"-5"-8840,0 2-314,2 1-87,-1 1 0,1-1 0,0 1 0,-1-1 0,1 0 0,0 1 0,0-1-1,0 0 1,0 0 0,1 0 0,-1 0 0,-1-4 0,-6-9 1694,21 404-1915,-10-353-2539,8-17-5365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1.368"/>
    </inkml:context>
    <inkml:brush xml:id="br0">
      <inkml:brushProperty name="width" value="0.05" units="cm"/>
      <inkml:brushProperty name="height" value="0.05" units="cm"/>
      <inkml:brushProperty name="color" value="#E71224"/>
    </inkml:brush>
  </inkml:definitions>
  <inkml:trace contextRef="#ctx0" brushRef="#br0">0 58 10597,'0'0'10116,"12"-9"-9096,37-26-151,-46 33-803,0 1 0,0-1-1,0 0 1,0 1 0,0 0-1,1 0 1,-1 0-1,0 0 1,1 0 0,-1 1-1,1-1 1,-1 1 0,1 0-1,-1 0 1,1 0-1,-1 1 1,1-1 0,-1 1-1,0 0 1,1 0 0,-1 0-1,0 0 1,1 1-1,-1-1 1,0 1 0,0 0-1,0 0 1,-1 0 0,1 0-1,0 0 1,-1 1 0,1-1-1,-1 1 1,0 0-1,0 0 1,0 0 0,0 0-1,-1 0 1,3 4 0,-2-1-61,0 0 1,0 0 0,-1 0 0,0 0 0,0 0 0,-1 0 0,1 1 0,-1-1-1,0 0 1,-1 0 0,0 1 0,0-1 0,0 0 0,-1 0 0,0 0-1,0 0 1,-5 10 0,-2-2 13,0-2-1,-1 0 1,-1 0-1,0 0 1,-17 13-1,-34 37 494,61-62-485,1 1 0,0-1-1,0 0 1,0 1 0,0-1 0,0 1 0,-1-1-1,1 0 1,0 1 0,0-1 0,0 1 0,0-1 0,0 1-1,0-1 1,0 0 0,1 1 0,-1-1 0,0 1 0,0-1-1,0 0 1,0 1 0,0-1 0,1 0 0,-1 1-1,0-1 1,0 0 0,0 1 0,1-1 0,-1 0 0,0 1-1,1-1 1,-1 0 0,0 0 0,1 1 0,-1-1 0,0 0-1,1 0 1,-1 0 0,0 1 0,1-1 0,-1 0-1,1 0 1,-1 0 0,0 0 0,1 0 0,-1 0 0,1 0-1,0 0 1,25 6 329,-24-6-284,52 7 1079,85 0-1,-55-7-6191,-28 0-5190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6.707"/>
    </inkml:context>
    <inkml:brush xml:id="br0">
      <inkml:brushProperty name="width" value="0.05" units="cm"/>
      <inkml:brushProperty name="height" value="0.05" units="cm"/>
      <inkml:brushProperty name="color" value="#E71224"/>
    </inkml:brush>
  </inkml:definitions>
  <inkml:trace contextRef="#ctx0" brushRef="#br0">41 68 10341,'0'0'8964,"2"-27"-6267,-2 18-2239,-2-17 325,1 26-779,1-1 0,-1 1 0,1 0 0,-1-1 0,1 1 0,-1 0-1,0-1 1,1 1 0,-1 0 0,1 0 0,-1 0 0,0 0 0,1-1 0,-1 1 0,0 0 0,1 0 0,-1 0 0,0 0 0,1 0-1,-1 1 1,1-1 0,-1 0 0,0 0 0,1 0 0,-1 0 0,0 1 0,1-1 0,-1 0 0,1 1 0,-1-1 0,1 0 0,-1 1-1,1-1 1,-1 1 0,1-1 0,-1 1 0,0 0 0,-17 13-507,24-12 1313,15-13-2607,-9-3-3636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7.272"/>
    </inkml:context>
    <inkml:brush xml:id="br0">
      <inkml:brushProperty name="width" value="0.05" units="cm"/>
      <inkml:brushProperty name="height" value="0.05" units="cm"/>
      <inkml:brushProperty name="color" value="#E71224"/>
    </inkml:brush>
  </inkml:definitions>
  <inkml:trace contextRef="#ctx0" brushRef="#br0">1 0 11909,'0'0'10523,"4"1"-9125,25 11-599,0 1 1,-1 2 0,27 17 0,-24-13-813,2-1 1,39 16-1,-25-18 36,0-3 0,1-2 1,0-1-1,59 2 0,196-3 67,-282-9-75,18-1 7,0-2 0,-1-2 0,0-1 0,0-2 0,0-1 0,-1-3 0,-1 0 0,0-3 0,-1-1 0,0-1 0,-1-2 0,61-46 0,-92 59-4637,-12 7-1452,-8 5-2921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2.938"/>
    </inkml:context>
    <inkml:brush xml:id="br0">
      <inkml:brushProperty name="width" value="0.05" units="cm"/>
      <inkml:brushProperty name="height" value="0.05" units="cm"/>
      <inkml:brushProperty name="color" value="#E71224"/>
    </inkml:brush>
  </inkml:definitions>
  <inkml:trace contextRef="#ctx0" brushRef="#br0">2 0 19001,'0'0'5952,"0"22"-5779,-1 178 246,1-192-417,0 0 1,1 1-1,0-1 1,1 0-1,0-1 1,0 1-1,5 10 1,-7-16-3,1-1 0,0 0 0,0 0-1,-1 0 1,1 1 0,0-1 0,0 0 0,0 0 0,0 0 0,1 0 0,-1-1 0,0 1 0,0 0 0,1 0 0,-1-1 0,0 1 0,1-1 0,-1 1 0,2 0 0,0-1 11,-1 0 0,1 0 0,-1 0 0,1-1 0,-1 1 0,1-1 0,-1 1 0,0-1 0,1 0 0,-1 0 0,0 0 0,1 0 0,-1-1 0,0 1 0,2-2 0,12-9 86,-1 0 1,0 0 0,-1-1-1,-1-1 1,0-1 0,-1 0-1,0 0 1,-1-1 0,12-25-1,-22 41-81,0 0 0,0 0 0,-1 0 0,1 1-1,0-1 1,-1 0 0,1 1 0,-1-1 0,1 1 0,0-1 0,-1 0-1,1 1 1,-1-1 0,1 1 0,-1 0 0,1-1 0,-1 1 0,0-1-1,1 1 1,-1 0 0,0-1 0,1 1 0,-1 0 0,0-1 0,0 1-1,0 0 1,1 0 0,20 41-154,-5-13 134,-10-19-43,1 0 1,0-1 0,0 0 0,1-1 0,0 0-1,1 0 1,0 0 0,9 5 0,-15-10 45,0-2 0,0 1 0,0 0 1,0 0-1,0-1 0,0 0 0,0 1 1,0-1-1,1-1 0,-1 1 0,0 0 1,1-1-1,-1 1 0,1-1 0,-1 0 1,0 0-1,1-1 0,-1 1 0,1-1 1,-1 1-1,0-1 0,0 0 0,1 0 1,-1-1-1,0 1 0,0-1 0,0 1 1,0-1-1,0 0 0,-1 0 0,4-3 1,0-2 43,0-1 1,-1 1 0,0-1 0,0 1 0,-1-2 0,0 1 0,-1 0 0,0-1 0,0 1 0,0-1 0,-1 0 0,-1 0 0,1 0 0,-1 0 0,-1 0 0,0 0 0,0 0 0,-1-1 0,0 1 0,-2-9 0,2 16-108,0-1 1,0 1-1,0 0 1,-1-1-1,1 1 1,0 0-1,-1 0 1,0 0 0,1 0-1,-1 0 1,0 1-1,0-1 1,0 0-1,-3-1 1,5 3-81,0-1-1,-1 1 1,1 0 0,-1 0 0,1-1-1,-1 1 1,1 0 0,-1 0-1,1 0 1,-1 0 0,0 0 0,1 0-1,-1 0 1,1 0 0,-1 0 0,1 0-1,-1 0 1,1 0 0,-1 0 0,1 0-1,-1 0 1,1 0 0,-1 1 0,1-1-1,-2 1 1,2 0-258,-1 0-1,0 0 1,1 0-1,-1 0 1,1 0-1,-1 0 1,1 0-1,-1 0 1,1 0-1,0 0 1,-1 0 0,1 1-1,0-1 1,0 0-1,0 0 1,0 0-1,0 2 1,0 23-8813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3.343"/>
    </inkml:context>
    <inkml:brush xml:id="br0">
      <inkml:brushProperty name="width" value="0.05" units="cm"/>
      <inkml:brushProperty name="height" value="0.05" units="cm"/>
      <inkml:brushProperty name="color" value="#E71224"/>
    </inkml:brush>
  </inkml:definitions>
  <inkml:trace contextRef="#ctx0" brushRef="#br0">1 0 17864,'0'0'10069,"18"121"-9925,-18-83-144,0 1 0,0-3-384,-6-9-689,6-6-1392,0-8-1489</inkml:trace>
  <inkml:trace contextRef="#ctx0" brushRef="#br0" timeOffset="1">246 41 15783,'0'0'10373,"130"-8"-9909,-89 8-304,-4 0-160,-8 0-880,-9 0-1729,-11 4-1537,-9 7-784,0 4-2770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3.686"/>
    </inkml:context>
    <inkml:brush xml:id="br0">
      <inkml:brushProperty name="width" value="0.05" units="cm"/>
      <inkml:brushProperty name="height" value="0.05" units="cm"/>
      <inkml:brushProperty name="color" value="#E71224"/>
    </inkml:brush>
  </inkml:definitions>
  <inkml:trace contextRef="#ctx0" brushRef="#br0">0 1 8580,'0'0'15159,"4"40"-13494,33-40-1041,3 0 0,-3 0-592,-4 0-32,-5 0-400,-3-1-1553,2-1-2529,6 0-4578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060"/>
    </inkml:context>
    <inkml:brush xml:id="br0">
      <inkml:brushProperty name="width" value="0.05" units="cm"/>
      <inkml:brushProperty name="height" value="0.05" units="cm"/>
      <inkml:brushProperty name="color" value="#E71224"/>
    </inkml:brush>
  </inkml:definitions>
  <inkml:trace contextRef="#ctx0" brushRef="#br0">10 35 18937,'0'0'9903,"0"6"-9863,-5 26-116,2 0 0,1 1 0,5 52 0,-2-83-7,-1 0 1,1 0-1,0 0 1,0-1 0,0 1-1,0 0 1,0 0-1,0-1 1,0 1-1,0-1 1,1 1 0,-1-1-1,1 0 1,-1 1-1,1-1 1,0 0-1,-1 0 1,1 0-1,0 0 1,0 0 0,0 0-1,0-1 1,-1 1-1,1-1 1,0 1-1,0-1 1,0 0 0,0 0-1,4 0 1,-1 1-1,-1-1 0,1 0 0,-1-1 0,1 1 0,-1-1 0,1 0 0,-1 0 0,1 0 0,-1 0 1,0-1-1,0 0 0,7-3 0,-1-4 275,0 1 0,0-2 0,-1 1 0,0-1 0,0 0 0,-1-1 0,-1 0 0,0 0 1,0-1-1,-1 0 0,8-22 0,-15 39-217,1 0 0,0-1 0,0 1-1,0 0 1,1 0 0,0-1 0,0 1 0,0-1 0,0 1 0,1-1 0,0 1 0,0-1-1,0 0 1,0 1 0,1-1 0,-1-1 0,1 1 0,0 0 0,0-1 0,1 1 0,-1-1-1,1 0 1,0 0 0,-1 0 0,1-1 0,0 1 0,1-1 0,-1 0 0,0 0 0,1 0-1,-1-1 1,1 0 0,6 2 0,-7-3 57,0 0-1,-1 0 0,1 0 1,0 0-1,0 0 1,-1-1-1,1 0 1,0 1-1,-1-2 1,1 1-1,-1 0 1,1-1-1,-1 1 0,0-1 1,0 0-1,1 0 1,-1 0-1,0 0 1,-1-1-1,6-5 1,-5 3 63,0 0 1,0 0 0,-1-1-1,0 1 1,0-1 0,0 1 0,0-1-1,-1 0 1,0 0 0,-1 1 0,1-1-1,-1-11 1,0 7-55,0 1 42,0-1 0,0 0 1,-1 1-1,-3-14 0,4 22-120,-1-1-1,1 0 1,-1 1-1,1-1 1,-1 0 0,0 1-1,0-1 1,1 1-1,-1-1 1,0 1-1,0 0 1,-1-1-1,1 1 1,0 0-1,0 0 1,-1 0-1,1 0 1,0 0-1,-1 0 1,1 0-1,-1 0 1,0 0-1,1 1 1,-1-1 0,1 1-1,-1-1 1,0 1-1,1 0 1,-1-1-1,-3 1 1,4 0-256,0 1 1,0-1 0,0 1 0,0-1-1,0 1 1,0-1 0,0 1 0,1 0-1,-1-1 1,0 1 0,0 0-1,1 0 1,-1-1 0,0 1 0,1 0-1,-1 0 1,0 0 0,1 0 0,-1 0-1,1 0 1,0 0 0,-1 0 0,1 0-1,0 0 1,0 0 0,0 0 0,-1 0-1,1 0 1,0 0 0,0 1-1,1-1 1,-1 0 0,0 0 0,0 1-1,0 1-789,0 22-8928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417"/>
    </inkml:context>
    <inkml:brush xml:id="br0">
      <inkml:brushProperty name="width" value="0.05" units="cm"/>
      <inkml:brushProperty name="height" value="0.05" units="cm"/>
      <inkml:brushProperty name="color" value="#E71224"/>
    </inkml:brush>
  </inkml:definitions>
  <inkml:trace contextRef="#ctx0" brushRef="#br0">1 0 4370,'0'0'24395,"12"100"-24219,-12-66-96,0 1-32,0-2-48,0-3-112,0-3-592,0-2-1089,0-9-2609,0-5-2049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4.776"/>
    </inkml:context>
    <inkml:brush xml:id="br0">
      <inkml:brushProperty name="width" value="0.05" units="cm"/>
      <inkml:brushProperty name="height" value="0.05" units="cm"/>
      <inkml:brushProperty name="color" value="#E71224"/>
    </inkml:brush>
  </inkml:definitions>
  <inkml:trace contextRef="#ctx0" brushRef="#br0">1 1 19753,'0'0'9444,"72"22"-8851,-39-19-545,4-1 32,0-2-80,0 0-176,-2 0-353,-4 0-831,-2-3-1938,4-7-2961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5.125"/>
    </inkml:context>
    <inkml:brush xml:id="br0">
      <inkml:brushProperty name="width" value="0.05" units="cm"/>
      <inkml:brushProperty name="height" value="0.05" units="cm"/>
      <inkml:brushProperty name="color" value="#E71224"/>
    </inkml:brush>
  </inkml:definitions>
  <inkml:trace contextRef="#ctx0" brushRef="#br0">23 178 15703,'0'0'10861,"-4"-12"-10060,-13-41-116,17 51-652,-1 0 0,1-1 0,0 1-1,0 0 1,0-1 0,0 1 0,0 0-1,0 0 1,0-1 0,1 1 0,-1 0 0,1 0-1,0-1 1,-1 1 0,1 0 0,0 0 0,0 0-1,1 0 1,-1 0 0,0 0 0,1 0 0,-1 1-1,1-1 1,-1 0 0,1 1 0,0-1-1,0 1 1,0 0 0,0-1 0,0 1 0,0 0-1,4-1 1,2-2-22,0 1 0,0 1 0,1 0 0,-1 0-1,0 0 1,15 0 0,-19 2-15,0-1 0,0 1 1,0 1-1,-1-1 0,1 0 0,0 1 0,0 0 0,0 0 1,-1 0-1,1 0 0,-1 1 0,1-1 0,-1 1 0,1 0 1,-1 0-1,0 0 0,4 4 0,-3-1-4,0-1-1,-1 1 1,0 0-1,0 0 0,0 1 1,0-1-1,-1 0 1,0 1-1,0 0 1,1 10-1,0-1-217,0-1 0,-2 1 0,1 19 0,5-37-1,17-36 289,-16 24 11,0 0 0,1 1-1,1 0 1,0 1 0,1 0-1,1 0 1,-1 1 0,2 1-1,0 0 1,20-13 0,-33 24-70,1 0 1,-1 0 0,0-1-1,1 1 1,-1 0-1,0 0 1,1 0-1,-1 0 1,0-1-1,1 1 1,-1 0 0,0 0-1,1 0 1,-1 0-1,0 0 1,1 0-1,-1 0 1,0 0 0,1 0-1,-1 0 1,1 0-1,-1 0 1,0 0-1,1 0 1,-1 1-1,0-1 1,1 0 0,-1 0-1,0 0 1,1 0-1,-1 1 1,0-1-1,0 0 1,1 0 0,-1 1-1,0-1 1,0 0-1,1 0 1,-1 1-1,0-1 1,0 0-1,0 1 1,0-1 0,1 0-1,-1 1 1,0-1-1,0 1 1,2 20 120,-2-14-110,3 46-6,-3 1-1,-2-1 1,-2 1-1,-13 62 1,9-77-409,1 0 0,-1 75-1,8-112 336,0 1 0,0-1 0,0 0-1,1 1 1,-1-1 0,1 0-1,-1 0 1,1 0 0,0 1-1,0-1 1,0 0 0,0 0-1,0 0 1,1 0 0,-1-1-1,1 1 1,-1 0 0,1 0 0,-1-1-1,1 1 1,0-1 0,2 2-1,1 0-14,0-1-1,0 0 1,0 0-1,0 0 1,1-1-1,-1 1 0,0-1 1,1 0-1,6 0 1,1-1-231,-1 0 0,0 0 0,0-1 0,1-1 0,-1 0 0,0-1 0,0 0-1,14-6 1,33-28-5394,-34 17 247</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6.400"/>
    </inkml:context>
    <inkml:brush xml:id="br0">
      <inkml:brushProperty name="width" value="0.05" units="cm"/>
      <inkml:brushProperty name="height" value="0.05" units="cm"/>
      <inkml:brushProperty name="color" value="#E71224"/>
    </inkml:brush>
  </inkml:definitions>
  <inkml:trace contextRef="#ctx0" brushRef="#br0">117 115 10629,'0'0'7953,"0"-18"-5472,0-37-544,0 13 1883,-11 68-3139,-5 25-510,1 0 1,-9 68-1,-5 112 224,28-226-395,-18 223 141,17-177-155,3 0 0,10 75 0,-7-104-88,0-1 0,2 0 0,1 0 0,0-1 0,2 0 0,0 0 0,22 33-1,-23-42-270,-1-1-1,2 0 1,-1-1-1,2 0 1,-1 0-1,14 9 1,-16-13-179,0-1 0,0 0 0,1 0 0,0 0 0,0-1 0,-1-1 0,2 1 0,-1-1 0,0 0 0,11 0 0,18-1-2660,-3-1-2161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6.839"/>
    </inkml:context>
    <inkml:brush xml:id="br0">
      <inkml:brushProperty name="width" value="0.05" units="cm"/>
      <inkml:brushProperty name="height" value="0.05" units="cm"/>
      <inkml:brushProperty name="color" value="#E71224"/>
    </inkml:brush>
  </inkml:definitions>
  <inkml:trace contextRef="#ctx0" brushRef="#br0">284 519 17160,'0'0'2361,"-4"-20"155,-19-60-107,22 77-2324,0 0-1,0 0 1,0 0 0,0 0 0,-1 0-1,0 0 1,1 0 0,-1 0 0,0 1-1,0-1 1,0 1 0,-1 0 0,1 0 0,-1-1-1,1 2 1,-1-1 0,0 0 0,0 0-1,1 1 1,-1-1 0,0 1 0,-1 0-1,1 0 1,0 0 0,0 1 0,0-1-1,0 1 1,-1-1 0,1 1 0,0 0 0,0 0-1,-1 1 1,1-1 0,0 1 0,0 0-1,-5 1 1,-2 1-90,1 0 0,0 1-1,-1 0 1,1 1 0,1-1 0,-1 2 0,1-1-1,0 1 1,-10 10 0,12-10-6,0 0-1,1 0 1,0 0-1,0 1 1,0-1-1,1 1 1,0 1 0,1-1-1,0 0 1,0 1-1,0 0 1,1-1 0,0 1-1,0 0 1,1 0-1,0 0 1,1 12 0,0-18-9,0 0 1,0 0-1,0-1 1,1 1 0,-1 0-1,1 0 1,0 0 0,-1-1-1,1 1 1,0 0-1,0-1 1,0 1 0,0-1-1,0 1 1,1-1 0,-1 1-1,0-1 1,1 0 0,-1 0-1,3 2 1,0-1-7,0 1-1,1-1 1,-1 0 0,1-1 0,-1 1-1,1-1 1,9 2 0,-3-2 8,0 0 0,0 0 0,0-1 0,0-1 1,0 0-1,19-4 0,-23 2 9,-1 0 0,1 0 0,0 0 0,-1-1 0,1 0 0,-1-1 0,0 1 0,-1-1 0,1 0 0,-1-1 0,0 1 0,0-1 0,-1 0 0,1 0 0,-1-1 0,-1 1 0,1-1 0,-1 0 0,0 0 0,3-13-1,1-5 15,-1-1 0,-1 0 0,-1 0 0,0-43-1,-3 36 56,1-8-20,-6-58 1,3 87-13,0 1 0,-2 0-1,1 0 1,-1-1 0,-1 2-1,0-1 1,0 0 0,-1 1 0,-1 0-1,-6-10 1,12 19-66,-1 0 0,1 0 0,0 1 0,-1-1 0,1 0 0,-1 0 0,0 1 0,1-1 0,-1 0 0,0 1 0,1-1 0,-1 0 0,0 1 0,1-1 0,-1 1 0,0-1 0,0 1 0,0 0 0,0-1 0,0 1 0,1 0-1,-1-1 1,0 1 0,0 0 0,0 0 0,0 0 0,-1 0 0,1 1-98,0 0 1,0-1-1,0 1 0,1 0 0,-1 0 0,0 0 0,1 0 0,-1 0 0,0 1 0,1-1 0,-1 0 0,1 0 0,0 0 0,-1 0 1,1 1-1,0-1 0,0 2 0,-3 67-5427,3-61 4720,0 44-4866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245"/>
    </inkml:context>
    <inkml:brush xml:id="br0">
      <inkml:brushProperty name="width" value="0.05" units="cm"/>
      <inkml:brushProperty name="height" value="0.05" units="cm"/>
      <inkml:brushProperty name="color" value="#E71224"/>
    </inkml:brush>
  </inkml:definitions>
  <inkml:trace contextRef="#ctx0" brushRef="#br0">45 1 12502,'0'0'13937,"-5"11"-13681,-3 10-176,0 0 0,-6 29 1,12-41-87,0 0 1,1 0 0,-1 0 0,2 0 0,-1 1 0,1-1 0,1 0-1,0 1 1,0-1 0,3 10 0,-3-17-9,1 1-1,-1-1 1,1 0 0,-1 1 0,1-1-1,0 0 1,0 0 0,0 0 0,0 0-1,0-1 1,0 1 0,0 0 0,1-1-1,-1 0 1,1 1 0,-1-1 0,1 0-1,-1 0 1,1-1 0,0 1 0,-1 0-1,1-1 1,0 0 0,3 1 0,-2-1 4,0 0 1,0 0 0,0 0 0,1 0-1,-1-1 1,0 1 0,0-1 0,0 0-1,0 0 1,0-1 0,0 1 0,0-1-1,-1 0 1,1 0 0,5-4 0,1-4 116,-1 0 0,0-1 1,-1 0-1,0 0 0,-1-1 1,0 0-1,-1-1 0,10-25 1,-18 53-8,1-1 1,0 1-1,4 27 1,-2 4-13,-1-32-85,1 37 68,-10 67 0,7-103-108,0 0 0,-2 0 0,0 0 1,0 0-1,-2-1 0,0 0 0,0 0 0,-1-1 0,-10 15 0,15-26-113,0 1 0,0-1 0,-1 1 1,1-1-1,-1 0 0,1 0 0,-1 0 0,0-1 0,0 1 0,0 0 0,0-1 0,0 0 0,-3 1 0,0 0-619,-1-1 0,1 0-1,-1 0 1,0-1 0,1 0 0,-1 0 0,0 0 0,1-1-1,-10-2 1,-19-9-4161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608"/>
    </inkml:context>
    <inkml:brush xml:id="br0">
      <inkml:brushProperty name="width" value="0.05" units="cm"/>
      <inkml:brushProperty name="height" value="0.05" units="cm"/>
      <inkml:brushProperty name="color" value="#E71224"/>
    </inkml:brush>
  </inkml:definitions>
  <inkml:trace contextRef="#ctx0" brushRef="#br0">1 0 15479,'0'0'10234,"22"3"-9402,514 64 1195,29-39-3480,-565-28 1377,-1 0 1,1 0-1,0 0 1,0 0-1,0 0 1,0 0-1,0 0 0,-1 0 1,1 1-1,0-1 1,0 0-1,0 0 0,0 0 1,0 0-1,-1 0 1,1 0-1,0 0 0,0 0 1,0 0-1,0 1 1,0-1-1,0 0 0,0 0 1,0 0-1,-1 0 1,1 0-1,0 1 1,0-1-1,0 0 0,0 0 1,0 0-1,0 0 1,0 0-1,0 1 0,0-1 1,0 0-1,0 0 1,0 0-1,0 0 0,0 1 1,0-1-1,0 0 1,0 0-1,0 0 0,0 0 1,0 0-1,1 1 1,-1-1-1,0 0 1,0 0-1,0 0 0,0 0 1,0 0-1,0 0 1,0 1-1,0-1 0,1 0 1,-1 0-1,0 0 1,0 0-1,0 0 0,0 0 1,-13 9-2179,-16 3-1954,-8 3-3251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7.957"/>
    </inkml:context>
    <inkml:brush xml:id="br0">
      <inkml:brushProperty name="width" value="0.05" units="cm"/>
      <inkml:brushProperty name="height" value="0.05" units="cm"/>
      <inkml:brushProperty name="color" value="#E71224"/>
    </inkml:brush>
  </inkml:definitions>
  <inkml:trace contextRef="#ctx0" brushRef="#br0">290 305 16856,'0'0'5861,"-19"-9"-4647,-63-26-752,76 33-421,0 0 1,0 1-1,0 0 1,-1 0 0,1 0-1,0 1 1,-1 0 0,1 0-1,0 1 1,-1 0 0,1 0-1,0 0 1,0 1-1,0 0 1,0 0 0,0 1-1,0-1 1,0 1 0,1 1-1,0-1 1,-9 7 0,10-7-37,0 0 1,1 1 0,-1-1-1,1 1 1,-1 0 0,1-1 0,1 1-1,-1 1 1,0-1 0,1 0-1,0 1 1,0-1 0,0 1-1,1-1 1,-1 1 0,1 0 0,0 0-1,0 0 1,1 0 0,0 0-1,0 0 1,0-1 0,0 1 0,1 0-1,1 5 1,-1-7-6,1-1 0,-1 1 1,1-1-1,0 0 0,0 0 0,0 1 0,0-1 0,0-1 1,0 1-1,1 0 0,-1-1 0,1 1 0,-1-1 1,1 1-1,0-1 0,-1 0 0,1 0 0,0-1 1,0 1-1,0 0 0,-1-1 0,1 0 0,5 0 0,5 1 18,0 0 0,0-1 0,0-1 0,14-3-1,-20 3 34,0-2 0,0 1-1,0-1 1,0 0 0,0 0-1,0-1 1,-1 0 0,0 0-1,1-1 1,-2 0 0,1 0-1,0 0 1,-1-1 0,0 1-1,-1-1 1,1-1 0,-1 1-1,0 0 1,-1-1 0,1 0-1,-1 0 1,3-13-1,-1 5 60,-1 0-1,0-1 0,-1 1 0,-1-1 0,0 0 1,-1 0-1,-1 0 0,-1 0 0,-5-30 0,5 39-101,0 1-1,-1-1 1,-1 1-1,1 0 0,-1 0 1,0 0-1,0 0 1,0 0-1,-1 0 1,0 1-1,0 0 0,-1 0 1,1 0-1,-1 0 1,0 1-1,0 0 1,-1 0-1,1 0 0,-1 1 1,0-1-1,0 1 1,0 1-1,0-1 0,0 1 1,-1 0-1,1 1 1,-1-1-1,1 1 1,-1 1-1,0-1 0,-7 1 1,11 1-251,1-1 0,-1 1 0,1 0-1,0 0 1,-1-1 0,1 1 0,0 1 0,0-1 0,0 0 0,-1 1 0,2-1-1,-1 1 1,0-1 0,0 1 0,0 0 0,1 0 0,-1 0 0,1 0 0,-1 0 0,1 0-1,0 0 1,0 0 0,0 1 0,0-1 0,0 0 0,1 1 0,-1-1 0,1 1 0,-1-1-1,1 1 1,0 3 0,-1 26-5135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8.509"/>
    </inkml:context>
    <inkml:brush xml:id="br0">
      <inkml:brushProperty name="width" value="0.05" units="cm"/>
      <inkml:brushProperty name="height" value="0.05" units="cm"/>
      <inkml:brushProperty name="color" value="#E71224"/>
    </inkml:brush>
  </inkml:definitions>
  <inkml:trace contextRef="#ctx0" brushRef="#br0">4 35 14391,'0'0'12691,"0"-7"-11878,0-17-569,0 21-208,0 20-62,-2 11 40,2-19-37,-1 0 0,1 0 0,0 0-1,1 0 1,3 17 0,-4-24-14,1 0-1,0 0 1,0 0 0,0 0 0,0 0-1,0 0 1,0-1 0,0 1-1,1 0 1,-1-1 0,1 1 0,-1-1-1,1 0 1,-1 1 0,1-1 0,0 0-1,0 0 1,0 0 0,-1 0-1,1 0 1,0 0 0,0-1 0,0 1-1,0-1 1,0 1 0,1-1-1,-1 0 1,0 0 0,0 0 0,3 0-1,0 0 33,0-1-1,0 1 1,0-1-1,0 0 1,0 0 0,0-1-1,0 0 1,-1 1-1,1-2 1,0 1-1,-1 0 1,0-1-1,5-4 1,4-3 113,-1-2 0,19-21 0,-12 11 239,-15 89-1099,-4-65 701,0 0 1,1 0-1,-1 0 1,0 0-1,1 0 1,-1 0-1,1 0 1,0-1-1,-1 1 1,1 0-1,0 0 1,0-1-1,0 1 0,1-1 1,-1 1-1,0-1 1,0 1-1,1-1 1,-1 0-1,1 1 1,-1-1-1,1 0 1,0 0-1,-1 0 1,1 0-1,0-1 1,0 1-1,0 0 1,-1-1-1,1 1 0,0-1 1,0 0-1,0 1 1,0-1-1,0 0 1,0 0-1,0 0 1,0-1-1,0 1 1,0 0-1,-1-1 1,3 0-1,1 0 177,-1 0 0,1-1 0,-1 1 0,1-1 0,-1 0 0,0 0 0,0-1 0,0 1-1,0-1 1,0 0 0,-1 0 0,1 0 0,-1-1 0,0 1 0,0-1 0,4-6 0,-4 2 2,0 1 0,-1-1-1,0 0 1,-1 0 0,0 1 0,0-1 0,-1 0-1,1 0 1,-2 0 0,-1-11 0,2 20-246,1-1-1,-1 0 1,0 1 0,0-1 0,0 0-1,0 1 1,0-1 0,0 0 0,0 1-1,0-1 1,0 0 0,0 0 0,0 1-1,-1-1 1,1 0 0,0 1 0,0-1-1,0 0 1,0 1 0,0-1 0,-1 0-1,1 0 1,0 1 0,0-1 0,0 0-1,-1 0 1,1 1 0,0-1 0,0 0-1,-1 0 1,1 0 0,0 1 0,0-1-1,-1 0 1,1 0 0,0 0 0,-1 0-1,1 0 1,0 0 0,-1 0 0,1 0-1,0 0 1,-1 0 0,1 0 0,0 0-1,-1 0 1,1 0 0,0 0 0,-1 0-1,1 0 1,0 0 0,-1 0 0,1 0-1,0 0 1,0-1 0,-1 1 0,1 0-1,0 0 1,0 0 0,-1-1 0,1 1-1,0 0 1,0 0 0,-1-1 0,1 1-1,0 0 1,0-1 0,-1 18-5381,1 0-3059</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8.855"/>
    </inkml:context>
    <inkml:brush xml:id="br0">
      <inkml:brushProperty name="width" value="0.05" units="cm"/>
      <inkml:brushProperty name="height" value="0.05" units="cm"/>
      <inkml:brushProperty name="color" value="#E71224"/>
    </inkml:brush>
  </inkml:definitions>
  <inkml:trace contextRef="#ctx0" brushRef="#br0">7 0 12726,'0'0'16087,"27"19"-15751,-25 5-192,-2 0-96,0 2-48,0 0-192,-9-2-672,-3-4-1361,2-5-2513,6-4-1905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39.236"/>
    </inkml:context>
    <inkml:brush xml:id="br0">
      <inkml:brushProperty name="width" value="0.05" units="cm"/>
      <inkml:brushProperty name="height" value="0.05" units="cm"/>
      <inkml:brushProperty name="color" value="#E71224"/>
    </inkml:brush>
  </inkml:definitions>
  <inkml:trace contextRef="#ctx0" brushRef="#br0">272 1 20505,'0'0'10370,"0"0"-10001,0 6-299,1 0 1,-1-1-1,1 1 1,0 0-1,1-1 1,-1 1-1,5 9 1,3 11 133,64 301 581,-65-269-827,-3 0 0,-2 0 0,-9 103-1,3-143-180,0 0-1,-2 0 0,0-1 0,-1 0 1,-1 0-1,-1 0 0,0-1 0,-1 0 1,-1-1-1,0 0 0,-1 0 0,-21 21 1,-12 8-2664,-3-2 1,-65 46-1,56-47-2678</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1.293"/>
    </inkml:context>
    <inkml:brush xml:id="br0">
      <inkml:brushProperty name="width" value="0.05" units="cm"/>
      <inkml:brushProperty name="height" value="0.05" units="cm"/>
      <inkml:brushProperty name="color" value="#E71224"/>
    </inkml:brush>
  </inkml:definitions>
  <inkml:trace contextRef="#ctx0" brushRef="#br0">18 1 10917,'0'0'15106,"-2"2"-14197,-1 8-899,0 0 0,0 1 0,1-1 0,0 1 0,1-1 0,0 1 0,0-1 0,1 1 0,3 17 0,-2 2 13,-2-3-7,2 31-61,-1-58 36,1 1 0,-1-1 0,0 1 0,0-1 0,1 1 0,-1-1 0,0 1 0,1-1 0,-1 0 0,1 1 0,-1-1 0,0 0 0,1 1 0,-1-1 0,1 0 0,-1 1 0,1-1 0,-1 0 0,1 0 0,-1 1 0,1-1 0,-1 0 0,1 0 0,-1 0 0,1 0 0,-1 0 0,1 0 0,0 0 0,-1 0 0,1 0 0,-1 0 0,1 0 0,-1 0 1,1 0-1,-1 0 0,2-1 0,20-8-78,-10 0 103,0-2 1,-1 1 0,0-2-1,-1 1 1,16-24 0,-13 18-7,0 0 0,23-22 1,-28 84-409,-5-34 359,0-1-1,0 0 1,1 1 0,1-1 0,-1-1-1,2 1 1,-1-1 0,11 14-1,-14-21 32,0 0 0,-1 0 0,1 0 0,0 0 0,0 0 0,0-1 0,1 1 0,-1 0 0,0-1 0,0 0 0,1 1 0,-1-1 0,1 0 0,-1 0 0,1-1 0,0 1 0,-1 0 0,1-1 0,0 0 0,-1 1 0,1-1 0,0 0 0,-1 0 0,1-1 0,0 1 0,-1-1 0,1 1-1,0-1 1,-1 0 0,1 0 0,-1 0 0,1 0 0,-1 0 0,0-1 0,1 1 0,-1-1 0,0 1 0,0-1 0,4-4 0,4-4 126,0-1 0,-1 0 0,0 0 0,0-1-1,12-23 1,-18 29-90,1-1-1,-1 1 1,-1-1-1,1 0 0,-1 0 1,0 0-1,-1 0 1,0 0-1,0 0 1,0 0-1,-1 0 0,0-1 1,-2-12-1,2 20-78,0-1 0,0 1 1,0 0-1,0-1 0,0 1 0,-1 0 0,1-1 0,0 1 0,0 0 0,0-1 0,-1 1 1,1 0-1,0-1 0,0 1 0,-1 0 0,1 0 0,0-1 0,-1 1 0,1 0 0,0 0 1,-1-1-1,1 1 0,0 0 0,-1 0 0,1 0 0,0 0 0,-1 0 0,1 0 0,0 0 1,-1 0-1,1 0 0,-1 0 0,1 0 0,0 0 0,-1 0 0,1 0 0,-1 0 0,1 0 0,0 0 1,-1 0-1,1 0 0,0 0 0,-1 1 0,1-1 0,0 0 0,-1 0 0,0 1 0,0-1-257,1 1-1,-1 0 1,0-1-1,0 1 0,0 0 1,0 0-1,0-1 1,1 1-1,-1 0 1,0 0-1,1 0 0,-1 0 1,1 0-1,-1 0 1,1 0-1,-1 1 0,0 16-5765,3-1-5142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1.727"/>
    </inkml:context>
    <inkml:brush xml:id="br0">
      <inkml:brushProperty name="width" value="0.05" units="cm"/>
      <inkml:brushProperty name="height" value="0.05" units="cm"/>
      <inkml:brushProperty name="color" value="#E71224"/>
    </inkml:brush>
  </inkml:definitions>
  <inkml:trace contextRef="#ctx0" brushRef="#br0">5 1 16199,'0'0'11254,"10"126"-11238,-10-89-16,0-4-641,0-3-1584,-10-8-2033,6-5-1584</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42.056"/>
    </inkml:context>
    <inkml:brush xml:id="br0">
      <inkml:brushProperty name="width" value="0.05" units="cm"/>
      <inkml:brushProperty name="height" value="0.05" units="cm"/>
      <inkml:brushProperty name="color" value="#E71224"/>
    </inkml:brush>
  </inkml:definitions>
  <inkml:trace contextRef="#ctx0" brushRef="#br0">1569 238 16247,'-11'-19'2215,"11"18"-2193,-15-24 1260,-28-38 0,35 52-955,-1 1 0,0 0 0,-1 1 0,0 0 1,-1 0-1,1 1 0,-2 1 0,-13-8 0,6 7-61,0 0 0,-1 2 1,0 0-1,-1 2 0,1 0 0,-39-2 0,-129 8 538,168-1-741,-46 4 56,0 3 0,1 2 0,0 4 0,0 2 0,2 3-1,0 3 1,1 2 0,2 4 0,-100 60 0,138-74-124,1 2-1,1 0 0,1 1 0,0 1 0,1 0 0,1 2 0,1 0 0,1 1 0,1 1 0,0 0 0,2 0 0,1 2 0,0-1 0,2 1 1,1 1-1,1 0 0,-7 45 0,10-41-3,2 0 0,0 1 0,3 0 0,0-1 0,2 1 0,1-1 1,14 53-1,-10-59 10,1 0 0,1-1 0,0 0 0,2 0 0,1-2-1,0 1 1,1-2 0,1 0 0,36 34 0,-24-30-36,1-1 0,1-2 0,1-1-1,0-1 1,2-1 0,0-2 0,1-1-1,0-2 1,1-1 0,0-2 0,1-1-1,0-2 1,44 3 0,-21-6 1,1-2-1,-1-2 1,0-3-1,0-3 1,-1-2 0,0-3-1,74-24 1,-77 17 78,0-1-1,-1-4 1,-1-1-1,-1-3 1,69-50-1,-100 64 15,-1-2 0,-1 0-1,-1-1 1,0-1 0,-1-1-1,-1 0 1,0-1 0,-2 0 0,0-1-1,-2-1 1,0 0 0,-2 0-1,0-1 1,-1 0 0,6-36 0,-9 34-15,-2 0 0,-1 0 0,-1 0 0,-1 0 0,-1 0 1,-2 0-1,-9-42 0,9 54-41,-1 1 1,0-1-1,-1 1 0,-1 1 0,0-1 1,0 1-1,-1 0 0,-1 0 1,0 1-1,0 0 0,-1 1 0,0-1 1,-1 2-1,0-1 0,0 2 0,-18-12 1,9 10-118,0 0 1,0 2 0,0 0-1,-1 1 1,0 1-1,0 1 1,-39-3 0,8 5-1119,1 2 1,-53 6-1,73-2-1310,-45 11 1,-25 15-6107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8.851"/>
    </inkml:context>
    <inkml:brush xml:id="br0">
      <inkml:brushProperty name="width" value="0.05" units="cm"/>
      <inkml:brushProperty name="height" value="0.05" units="cm"/>
      <inkml:brushProperty name="color" value="#E71224"/>
    </inkml:brush>
  </inkml:definitions>
  <inkml:trace contextRef="#ctx0" brushRef="#br0">0 1 17176,'0'0'4148,"3"21"-3918,9 170 282,-13-190-500,1 0 1,0 0-1,0 0 0,0-1 0,0 1 0,0 0 1,0 0-1,0 0 0,0 0 0,0 0 1,0 0-1,0 0 0,1 0 0,-1 0 1,0 0-1,1 0 0,-1 0 0,1-1 0,-1 1 1,1 0-1,-1 0 0,1 0 0,-1-1 1,1 1-1,0 0 0,-1-1 0,1 1 0,0-1 1,0 1-1,0-1 0,-1 1 0,1-1 1,0 1-1,0-1 0,0 0 0,0 1 1,0-1-1,0 0 0,0 0 0,0 0 0,0 0 1,-1 0-1,1 0 0,0 0 0,0 0 1,0 0-1,0 0 0,0 0 0,0 0 1,0-1-1,0 1 0,0 0 0,0-1 0,-1 1 1,1-1-1,0 1 0,0-1 0,1-1 1,6-2 190,0-1 0,-1-1 0,1 1 0,9-11 0,-9 7-80,-6 6-105,1 0 0,-1 0 1,1 0-1,-1 0 0,1 0 0,0 1 0,0-1 0,0 1 0,1 0 1,3-3-1,-4 8-29,-1-1 1,0 1 0,0 0 0,-1-1-1,1 1 1,0 0 0,-1 0 0,0 0-1,0 0 1,0 0 0,0 0 0,1 4 0,0 1 12,3 5-2,0-1 0,1 0 1,0 0-1,1 0 0,1-1 0,-1 0 0,18 18 0,-22-26 0,1 0 0,-1 0-1,1 0 1,-1 0 0,1-1-1,0 1 1,0-1 0,0 0-1,1 0 1,-1-1 0,0 1-1,1-1 1,-1 0 0,1 0-1,-1-1 1,1 1 0,0-1-1,-1 0 1,1 0-1,-1-1 1,1 1 0,-1-1-1,1 0 1,-1 0 0,1 0-1,7-4 1,-6 1 14,-1 1 1,0 0-1,0-1 0,0 0 1,-1 0-1,1 0 0,-1-1 1,0 0-1,0 1 1,-1-1-1,0-1 0,1 1 1,-2 0-1,1-1 0,0 0 1,-1 1-1,0-1 0,2-11 1,-1 3 133,-1 0 0,0-1 1,-1 1-1,0 0 0,-1 0 1,-1-1-1,-3-16 0,4 29-144,-1 0 0,1 0-1,-1 0 1,0 0 0,0 0 0,0 0-1,0 0 1,0 1 0,0-1-1,0 0 1,-1 1 0,1-1 0,-1 1-1,1-1 1,-1 1 0,0 0-1,1 0 1,-4-2 0,4 2-110,0 1 1,1 0-1,-1-1 0,0 1 1,0 0-1,0 0 0,0 0 1,0 0-1,0-1 0,1 1 1,-1 0-1,0 0 0,0 1 1,0-1-1,0 0 0,0 0 1,0 0-1,1 1 0,-1-1 1,0 0-1,0 1 1,0-1-1,1 0 0,-1 1 1,0-1-1,0 1 0,1 0 1,-1-1-1,0 1 0,1-1 1,-1 1-1,1 0 0,-1 0 1,1-1-1,-1 1 0,1 0 1,0 0-1,-1 0 0,1-1 1,0 1-1,-1 0 1,1 0-1,0 1 0,-4 23-3637,3 2-1264</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9.258"/>
    </inkml:context>
    <inkml:brush xml:id="br0">
      <inkml:brushProperty name="width" value="0.05" units="cm"/>
      <inkml:brushProperty name="height" value="0.05" units="cm"/>
      <inkml:brushProperty name="color" value="#E71224"/>
    </inkml:brush>
  </inkml:definitions>
  <inkml:trace contextRef="#ctx0" brushRef="#br0">1 0 224,'0'0'24395,"12"21"-24107,-12 10-128,0 5-63,0 1-97,-2 0-65,-4-4-831,4-5-1041,2-8-496,0-7-1473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3:59.802"/>
    </inkml:context>
    <inkml:brush xml:id="br0">
      <inkml:brushProperty name="width" value="0.05" units="cm"/>
      <inkml:brushProperty name="height" value="0.05" units="cm"/>
      <inkml:brushProperty name="color" value="#E71224"/>
    </inkml:brush>
  </inkml:definitions>
  <inkml:trace contextRef="#ctx0" brushRef="#br0">1 54 11157,'0'0'8361,"22"-8"-7499,73-25-206,-83 30-495,0 0 0,1 0 0,-1 2 0,0-1 0,1 1 0,-1 1-1,1 0 1,-1 1 0,16 3 0,-25-3-135,-1-1 0,1 1 0,0-1 0,-1 1 0,1 0 0,0 0 0,-1 0 0,1 1 0,-1-1 0,0 1 0,1-1-1,-1 1 1,0 0 0,0 0 0,0 0 0,0 0 0,0 0 0,0 0 0,-1 0 0,1 1 0,-1-1 0,0 0 0,1 1 0,-1 0 0,0-1 0,-1 1 0,1 0 0,0-1 0,0 5 0,-1-2-20,1 0 0,-1-1 0,0 1 0,-1 0 0,1-1 0,-1 1 0,0-1 0,0 1 1,0 0-1,-1-1 0,0 0 0,1 1 0,-2-1 0,1 0 0,0 0 0,-1 0 0,-3 4 0,-14 11 21,-1 0-1,-36 26 1,9-8 96,44-28 708,15-6-282,25-2 112,-28-1-461,37-1-192,0-2 0,0-2 0,-1-1 0,86-26 0,-104 20-3598,-11 1-2045,-2 1-1889</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0.147"/>
    </inkml:context>
    <inkml:brush xml:id="br0">
      <inkml:brushProperty name="width" value="0.05" units="cm"/>
      <inkml:brushProperty name="height" value="0.05" units="cm"/>
      <inkml:brushProperty name="color" value="#E71224"/>
    </inkml:brush>
  </inkml:definitions>
  <inkml:trace contextRef="#ctx0" brushRef="#br0">1 15 12806,'0'0'12277,"72"-9"-11892,-37 7-65,-2-1-320,-2 3-16,-2 0 16,-3 0-464,-7 0-1377,-7 5-881,-8 6-1311,-4 0-3027</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0.488"/>
    </inkml:context>
    <inkml:brush xml:id="br0">
      <inkml:brushProperty name="width" value="0.05" units="cm"/>
      <inkml:brushProperty name="height" value="0.05" units="cm"/>
      <inkml:brushProperty name="color" value="#E71224"/>
    </inkml:brush>
  </inkml:definitions>
  <inkml:trace contextRef="#ctx0" brushRef="#br0">0 25 7892,'0'0'12982,"118"-2"-12502,-91-5-336,-3 3-144,-5 0-32,-5 0-977,1 3-2144,-3-1-3042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01.242"/>
    </inkml:context>
    <inkml:brush xml:id="br0">
      <inkml:brushProperty name="width" value="0.05" units="cm"/>
      <inkml:brushProperty name="height" value="0.05" units="cm"/>
      <inkml:brushProperty name="color" value="#E71224"/>
    </inkml:brush>
  </inkml:definitions>
  <inkml:trace contextRef="#ctx0" brushRef="#br0">401 408 8244,'0'0'5864,"2"-19"-3989,1 3-1524,0-1 128,0 0 0,-1 0 1,-1 0-1,0 0 0,-1 0 1,-3-20-1,2 32-375,0 0 0,-1 1 0,1-1 0,-1 1 0,0-1 0,0 1-1,0 0 1,-1-1 0,1 1 0,-1 0 0,0 1 0,0-1 0,-1 1 0,1-1 0,-1 1 0,0 0 0,1 0 0,-1 0 0,-1 1-1,1-1 1,0 1 0,-1 0 0,1 0 0,-1 1 0,1-1 0,-1 1 0,0 0 0,1 0 0,-1 1 0,0 0 0,0-1-1,-9 2 1,4 0-52,0 0-1,0 1 0,0 0 0,0 1 0,0 0 0,1 0 0,0 1 1,-1 0-1,1 1 0,1 0 0,-1 0 0,1 1 0,0 0 0,-14 14 1,6-2-31,2 0 0,0 1 0,2 1 0,0 0 0,1 0 0,0 1 0,2 1 0,1 0 0,1 0 0,0 0 0,2 1 0,1 0 0,0 0 0,2 0 0,1 0 0,0 1 0,4 25 0,-1-38-22,0 0 0,1-1 0,1 0 0,-1 0-1,1 0 1,1 0 0,0 0 0,1-1-1,-1 0 1,2 0 0,-1-1 0,1 1 0,1-2-1,-1 1 1,1-1 0,13 10 0,-7-8-1,0 0-1,0-1 1,1-1 0,0 0 0,0-1-1,0-1 1,1 0 0,0-1 0,0-1-1,20 2 1,7-2 19,0-1-1,0-3 1,-1-1-1,1-2 1,-1-3 0,0-1-1,58-18 1,-80 19-6,0 0 0,0-2-1,0 0 1,-1-1 0,-1-1 0,0 0 0,0-2 0,-2 0 0,1-1-1,-1 0 1,-1-2 0,-1 0 0,0 0 0,-1-1 0,-1-1 0,17-32 0,-23 33 113,0 0 0,0 0 1,-2-1-1,0 0 0,-1 1 1,-1-1-1,-1 0 1,0-1-1,-4-33 0,0 30 31,0 0-1,-1 1 0,-2-1 1,0 1-1,-1 1 0,-1-1 1,-19-34-1,21 45-136,-2 0 1,1 0-1,-1 1 0,0 0 0,-1 0 1,0 1-1,0 0 0,-1 1 1,0 0-1,0 1 0,-1 0 1,0 0-1,0 1 0,0 0 0,-23-5 1,0 2-147,-1 2 0,0 2 0,0 0 0,-44 3 0,61 2-605,1 1 0,-1 1 0,1 0 0,-1 1 1,1 1-1,0 1 0,1 0 0,-1 1 0,1 1 0,-23 15 0,-37 22-5932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29.890"/>
    </inkml:context>
    <inkml:brush xml:id="br0">
      <inkml:brushProperty name="width" value="0.05" units="cm"/>
      <inkml:brushProperty name="height" value="0.05" units="cm"/>
      <inkml:brushProperty name="color" value="#E71224"/>
    </inkml:brush>
  </inkml:definitions>
  <inkml:trace contextRef="#ctx0" brushRef="#br0">181 117 8628,'0'0'9957,"-3"-6"-9787,3 5-162,0 0 0,-1 0 1,1 0-1,-1 0 0,0-1 0,1 1 0,-1 0 0,0 0 0,0 0 0,1 0 1,-1 1-1,0-1 0,0 0 0,0 0 0,0 0 0,0 1 0,0-1 0,0 1 1,-3-2-1,3 3 25,-1 0 0,1 0 1,0 0-1,0 0 1,-1 0-1,1 0 1,0 0-1,0 1 0,0-1 1,0 0-1,0 1 1,0-1-1,0 1 1,1-1-1,-1 1 1,0-1-1,1 1 0,0-1 1,-1 1-1,1 3 1,-4 10 381,8-17 543,5-26-256,-9 26-697,0-1 1,0 1-1,0-1 0,0 1 0,0 0 1,-1-1-1,1 1 0,-1 0 0,1 0 0,-1-1 1,0 1-1,0 0 0,0 0 0,0 0 0,-1 0 1,1 0-1,0 0 0,-1 0 0,1 0 0,-1 1 1,0-1-1,0 1 0,1-1 0,-1 1 0,0 0 1,0-1-1,-1 1 0,1 0 0,0 0 0,-4-1 1,-1 0 6,1 1 0,-1 0 0,0 0 0,-1 0 0,1 0 0,0 1 1,0 1-1,0-1 0,-10 3 0,15-2-17,0-1 1,1 1-1,-1 0 0,0 0 1,1 0-1,-1 0 0,1 1 1,0-1-1,-1 0 0,1 1 1,0-1-1,0 1 0,0-1 1,0 1-1,0-1 0,0 1 1,0 0-1,0-1 0,1 1 1,-1 0-1,1 0 0,-1 0 1,1-1-1,0 1 0,-1 2 1,1-3 1,0 1-1,-1-1 1,1 0 0,0 0 0,0 1 0,0-1 0,0 0-1,0 0 1,0 1 0,0-1 0,1 0 0,-1 0 0,0 1 0,1-1-1,-1 0 1,0 0 0,1 0 0,0 0 0,-1 1 0,1-1 0,0 0-1,-1 0 1,1 0 0,0 0 0,0-1 0,0 1 0,0 0 0,0 0-1,0 0 1,0-1 0,0 1 0,0-1 0,0 1 0,1-1-1,1 1 1,1 0 104,0-1 0,0 0 1,0 0-1,0 0 0,0-1 0,0 1 0,0-1 0,0 0 0,0 0 0,5-2 0,-8 2-57,0 0 1,1 1-1,-1-1 0,0 0 1,0 0-1,0 0 0,0 0 1,0 0-1,0 0 0,-1 0 1,1 0-1,0 0 0,0-1 0,-1 1 1,1 0-1,-1 0 0,1-1 1,-1 1-1,1 0 0,-1-1 1,0 1-1,0 0 0,0-1 0,0 1 1,0-1-1,0 1 0,0 0 1,0-1-1,0 1 0,-1 0 1,1-1-1,0 1 0,-1 0 1,0-2-1,1 2-42,-1 0 0,1 1 1,-1-1-1,0 0 0,1 1 1,-1-1-1,1 0 0,-1 1 1,0-1-1,0 1 0,1-1 0,-1 1 1,0-1-1,0 1 0,0-1 1,0 1-1,1 0 0,-1-1 0,0 1 1,0 0-1,0 0 0,0 0 1,0 0-1,0 0 0,0 0 1,0 0-1,1 0 0,-1 0 0,0 0 1,0 0-1,0 1 0,0-1 1,-1 1-1,1-1-11,0 0 0,0 1 0,-1-1 0,1 1 0,0-1 0,0 1 0,0-1 0,0 1 0,0-1 0,0 1 0,0 0 0,0 0 0,0 0 0,0-1 0,0 1 0,1 0 0,-1 0 0,0 0 0,1 0 0,-1 0 0,0 0 0,1 1 0,0-1-1,-1 0 1,1 0 0,-1 2 0,1-2 2,0 0-1,0 1 1,0-1-1,0 0 1,0 1-1,0-1 0,1 0 1,-1 1-1,0-1 1,1 0-1,-1 0 1,1 0-1,-1 1 0,1-1 1,0 0-1,0 0 1,-1 0-1,1 0 1,0 0-1,0 0 1,0 0-1,0 0 0,0-1 1,0 1-1,0 0 1,0 0-1,0-1 1,0 1-1,1-1 0,-1 1 1,2-1-1,42 2 49,-43-2-40,-1-1 3,1 0-1,-1 1 1,0-1-1,0 0 1,1 0-1,-1 1 1,0-1-1,0 0 1,0 0-1,0 0 1,0 0 0,0-1-1,0 1 1,0 0-1,-1 0 1,1-1-1,0 1 1,-1 0-1,1-1 1,-1 1-1,1 0 1,-1-1-1,0 1 1,1-1-1,-1 1 1,0-1-1,0 1 1,0-2-1,1-52-1753,-1 44 240,0 1-675,0 0-1337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1.190"/>
    </inkml:context>
    <inkml:brush xml:id="br0">
      <inkml:brushProperty name="width" value="0.05" units="cm"/>
      <inkml:brushProperty name="height" value="0.05" units="cm"/>
      <inkml:brushProperty name="color" value="#E71224"/>
    </inkml:brush>
  </inkml:definitions>
  <inkml:trace contextRef="#ctx0" brushRef="#br0">62 158 10949,'0'0'8401,"-1"-4"-8251,-6-9-170,1 25-134,2 34 1456,10-61 1635,-6 11-2842,1 3-73,-1 0 0,0 0 0,0 0 0,0 0-1,1 0 1,-1 0 0,0 0 0,0 0 0,0 0-1,-1 0 1,1 0 0,0 0 0,0 0 0,-1 0-1,1 0 1,0 0 0,-1 0 0,1 0 0,-1 0-1,1 0 1,-1 0 0,1 1 0,-1-1 0,0 0-1,1 0 1,-1 1 0,0-1 0,0 0-1,0 1 1,0-1 0,-1 0 0,2 1-68,0-15-630,-4-58 963,3 69-163,0-1 1,0 1 0,-1-1-1,1 1 1,-1-1 0,0 1-1,0 0 1,0 0 0,-1 0-1,0 0 1,1 0-1,-1 1 1,-5-5 0,8 8 203,6 19-268,0 0 0,2-1-1,0 0 1,1 0 0,1-1 0,1 0 0,0 0-1,24 25 1,-3-7-12,2-2 1,60 45-1,-74-58-72,1 0-872,-8-12-3314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1.537"/>
    </inkml:context>
    <inkml:brush xml:id="br0">
      <inkml:brushProperty name="width" value="0.05" units="cm"/>
      <inkml:brushProperty name="height" value="0.05" units="cm"/>
      <inkml:brushProperty name="color" value="#E71224"/>
    </inkml:brush>
  </inkml:definitions>
  <inkml:trace contextRef="#ctx0" brushRef="#br0">411 64 9476,'0'0'15015,"-64"-63"-14935,39 91 384,-8 9-175,-4 9-129,-4 10-160,-4 3-48,-7 2-1073,-3-5-2272,-3-6-2610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4:35.253"/>
    </inkml:context>
    <inkml:brush xml:id="br0">
      <inkml:brushProperty name="width" value="0.05" units="cm"/>
      <inkml:brushProperty name="height" value="0.05" units="cm"/>
      <inkml:brushProperty name="color" value="#E71224"/>
    </inkml:brush>
  </inkml:definitions>
  <inkml:trace contextRef="#ctx0" brushRef="#br0">0 1109 8628,'0'0'9935,"3"-8"-8676,0-2-910,4-25 4209,1 115-3056,30 86-811,75 291-139,-105-428-540,69 214 53,-59-196-58,2 0 0,1-2-1,29 43 1,-50-87 1,1 0 1,-1 0-1,1 0 0,0 0 1,-1 0-1,1 0 0,0 0 1,0 0-1,-1 0 0,1 0 1,0 0-1,0-1 0,0 1 1,0 0-1,0-1 0,0 1 1,0 0-1,0-1 0,0 0 1,1 1-1,-1-1 0,0 0 1,0 1-1,0-1 0,2 0 1,-1-1 4,-1 1 1,0-1 0,1 0 0,-1 1 0,0-1-1,0 0 1,0 0 0,1 0 0,-1 0-1,0-1 1,0 1 0,0 0 0,-1 0 0,1 0-1,0-1 1,0 1 0,0-2 0,6-13 102,-1 0 0,7-34 0,-9 33-107,103-507 166,-47-10-150,-49 431-20,36-155 1,-32 202 48,3 0 1,2 1-1,2 1 0,35-61 1,-11 36 502,-39 116-565,40 542-27,6 45 12,49-9 137,-63-468-114,10 42-112,-49-189 112,0 0 0,0 1 0,0-1 0,0 0 0,0 0 0,0 1 0,0-1 0,0 0 0,0 1 0,1-1 0,-1 0 0,0 0 0,0 1 0,0-1 0,0 0 0,0 0 0,0 0 0,1 1 0,-1-1 0,0 0 0,0 0 0,0 0 0,1 1 0,-1-1 0,0 0 0,0 0 0,0 0 0,1 0 0,-1 0 0,0 1 0,0-1 0,1 0 0,-1 0 0,0 0 0,1 0 0,-1 0 0,0 0 0,0 0 0,1 0 0,-1 0 0,0 0 0,1 0 0,11-10 27,7-18 47,41-83-39,-5-3-1,40-121 0,-69 155-38,-3-2 0,-4 0-1,17-170 1,-28-159-123,-2 11 134,0 326-3,3 1 0,3 0 0,28-96 0,-34 151 46,0 0-1,1 1 1,0 0 0,2 0 0,18-27 0,-27 43-51,1 1 1,-1 0 0,0 0 0,1 0 0,-1 0 0,0 0-1,1 1 1,-1-1 0,1 0 0,-1 0 0,0 0-1,1 0 1,-1 0 0,0 0 0,1 1 0,-1-1 0,0 0-1,0 0 1,1 0 0,-1 1 0,0-1 0,1 0-1,-1 0 1,0 1 0,0-1 0,0 0 0,1 1 0,-1-1-1,0 0 1,0 1 0,0-1 0,0 0 0,0 1-1,1-1 1,-1 0 0,0 1 0,0-1 0,0 0 0,0 1-1,0-1 1,0 1 0,0-1 0,0 1 0,85 301-44,-21-67 61,118 512 60,-115-443-13,-7 41-41,-13-56 13,-45-279-31,1 4 2,0 1 1,0 0-1,1-1 0,1 0 1,1 0-1,13 26 0,-18-39-5,0 0 0,-1 0 0,1-1 0,0 1 0,0 0 0,0 0 0,0-1 0,0 1 0,0 0 0,0-1 0,0 1-1,1-1 1,-1 0 0,0 1 0,0-1 0,0 0 0,1 1 0,-1-1 0,0 0 0,0 0 0,0 0 0,1 0 0,-1 0 0,0-1 0,0 1 0,0 0 0,1 0 0,-1-1 0,0 1 0,0-1 0,0 1 0,0-1 0,0 0-1,0 1 1,0-1 0,0 0 0,0 1 0,1-3 0,38-35 100,-38 35-99,43-52 14,-1-1-1,-4-3 0,-2-1 1,-2-2-1,-4-1 0,-2-2 1,-3-1-1,36-137 0,-14-41-7,24-332-1,1-14 2,-64 532-13,37-112 1,-40 150 1,1 0 0,0 1 1,2 0-1,0 1 1,1 0-1,1 1 1,1 0-1,0 0 1,18-15-1,-30 54-119,78 727 27,-53-536 77,-10 1 0,-13 265 0,-14-275 49,2 123-19,11-281-20,2 0 1,3-1 0,1 1 0,2-1 0,19 49 0,-19-62 23,20 46-116,-27-72 81,0 0 0,0 0 0,1 0-1,-1-1 1,1 1 0,1-1 0,-1 0 0,1 0 0,8 6 0,-12-10 18,1 0 0,0 0 0,-1 0 1,1-1-1,0 1 0,-1 0 0,1-1 0,0 1 0,0-1 0,0 0 0,-1 0 1,1 0-1,0 0 0,0 0 0,0 0 0,0 0 0,-1 0 0,1-1 1,0 1-1,0-1 0,-1 0 0,1 1 0,0-1 0,-1 0 0,1 0 0,0 0 1,-1 0-1,1 0 0,-1 0 0,0 0 0,1-1 0,-1 1 0,2-2 1,5-7 11,-1 1 1,0-1-1,12-21 1,-14 21 5,80-150 1,-7-3-1,89-267 1,82-556 54,-179 681-67,-51 237 24,4 1-1,42-89 1,-63 150 9,-3 12-52,0-1 0,0 0 0,1 0-1,-1 0 1,1 1 0,1-1 0,0 8-1,1 16-52,-9 123 61,-2 154 56,15 608-38,-19-680-50,-1-2 5,14-231 31,0 0-1,0 0 1,0 0 0,0 0-1,0 0 1,1-1-1,-1 1 1,0 0 0,0 0-1,1 0 1,-1 0-1,0 0 1,1 0 0,-1-1-1,1 1 1,-1 0-1,1 0 1,0-1 0,-1 1-1,1 0 1,0-1-1,-1 1 1,1-1 0,0 1-1,0-1 1,0 1-1,-1-1 1,1 1 0,0-1-1,0 0 1,0 0-1,0 1 1,0-1 0,0 0-1,-1 0 1,1 0-1,0 0 1,0 0 0,0 0-1,0 0 1,0 0 0,0 0-1,0 0 1,0-1-1,0 1 1,-1 0 0,2-1-1,3-1 12,-1 1 0,0-1-1,1 1 1,-1-1 0,0 0-1,0-1 1,-1 1 0,8-6-1,7-12 5,-1-1-1,-1 0 1,-1-1-1,0 0 1,-2-2-1,-1 1 1,13-36-1,50-189 24,-24 66-37,-44 161 11,74-197 13,-68 189-19,2 0 0,0 1 0,2 1-1,1 0 1,24-27 0,-1 14 25,-38 37-36,0 1 1,0 0 0,1 0-1,-1 0 1,0 0-1,1 0 1,-1 1 0,1-1-1,0 1 1,-1 0-1,1 0 1,6-1 0,-2 20-67,-7-14 56,110 434-94,-74-305 55,-37-133 55,0 0-1,0 1 0,0-1 0,1 0 1,-1 0-1,0 1 0,0-1 0,1 0 0,-1 0 1,0 0-1,0 1 0,1-1 0,-1 0 1,0 0-1,1 0 0,-1 0 0,0 0 0,1 0 1,-1 0-1,0 0 0,1 0 0,-1 0 1,0 0-1,1 0 0,-1 0 0,0 0 0,0 0 1,1 0-1,-1 0 0,0 0 0,1 0 1,-1 0-1,0 0 0,1-1 0,-1 1 0,0 0 1,0 0-1,1 0 0,-1-1 0,0 1 1,0 0-1,1 0 0,-1-1 0,0 1 0,0 0 1,0 0-1,1-1 0,12-13 11,7-19 3,-2 0-1,-2-1 1,0 0 0,-3-2 0,12-44-1,-16 46-13,2 1 0,1 0 0,1 1 0,2 0 0,1 2 0,35-51 0,-51 81-2,0 0 0,0-1-1,0 1 1,1 0-1,-1 0 1,0-1 0,0 1-1,1 0 1,-1-1-1,0 1 1,0 0 0,1 0-1,-1 0 1,0-1-1,0 1 1,1 0 0,-1 0-1,0 0 1,1 0-1,-1 0 1,0 0 0,1 0-1,-1 0 1,0-1-1,1 1 1,-1 0 0,1 0-1,-1 1 1,0-1-1,1 0 1,-1 0 0,0 0-1,1 0 1,-1 0-1,1 0 1,7 14-47,1 29 19,-7-34 30,10 63-25,-7-37-59,1-1 0,2 0 1,22 60-1,-29-91 64,1 0 0,-1 0 0,0-1 0,1 1 0,0 0 1,-1-1-1,1 1 0,0-1 0,0 0 0,0 0 0,1 0 0,-1 0 0,1 0 1,-1 0-1,1 0 0,-1-1 0,1 1 0,0-1 0,5 2 0,-4-2 18,0-1 0,0 0 0,0 0 0,0 0 0,0 0 0,0-1 0,0 0 0,0 0 0,0 0 0,0 0 0,0 0 0,0-1 0,4-2 0,10-7 31,-1 0 1,0-1-1,-1-1 1,24-24-1,-35 32-44,-4 4 14,1-1-1,-1 1 0,1-1 0,0 1 0,-1-1 0,1 1 0,0 0 0,0 0 0,0 0 0,0 0 0,0 0 0,0 1 0,0-1 0,3 0 0,-4 1-42,0 0-1,-1 0 0,1 0 0,0 0 0,0 1 1,-1-1-1,1 0 0,0 1 0,0-1 0,-1 0 0,1 1 1,0-1-1,-1 1 0,1-1 0,-1 1 0,1-1 1,0 1-1,-1-1 0,1 1 0,-1 0 0,0-1 1,1 1-1,-1 0 0,1-1 0,-1 3 0,2 4-1204,0 1-1,0-1 1,-1 1-1,0-1 1,-1 1-1,0 9 1,0 0-4194</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03.501"/>
    </inkml:context>
    <inkml:brush xml:id="br0">
      <inkml:brushProperty name="width" value="0.05" units="cm"/>
      <inkml:brushProperty name="height" value="0.05" units="cm"/>
      <inkml:brushProperty name="color" value="#E71224"/>
    </inkml:brush>
  </inkml:definitions>
  <inkml:trace contextRef="#ctx0" brushRef="#br0">19 590 11397,'0'0'6360,"-1"-17"-4938,-4-69 726,-1 99 1246,1 70-2926,4 1 1,3-1 0,4 0 0,4-1 0,3 0-1,28 93 1,-27-130-436,105 333 211,-81-279-144,85 164 1,50 74 10,-70-128-54,-73-153-13,3-1 0,1-2 0,3-1 0,2-2 0,71 70 0,12 11 321,26 26-181,-128-140-163,1 0 1,1-1-1,0 0 0,1-2 1,0-1-1,28 11 1,0-3 3,1-2 1,0-2 0,2-2-1,0-3 1,0-2-1,101 6 1,-155-16-26,181-8-18,-159 5 33,0-1 0,0-1 1,0-1-1,-1-1 0,0-1 0,23-11 0,21-18-13,-1-2 1,-2-3 0,61-54 0,153-166 335,-169 140-24,108-158-1,-172 216-209,-4-1 0,48-106-1,41-150 72,-72 163-178,-6-2 0,40-238 1,-81 318 54,-3-128 0,-4 55-68,15-515 61,-13 648-436,-1 22-1112,-2 14-800,-3 23-2437,-8 12-820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04.862"/>
    </inkml:context>
    <inkml:brush xml:id="br0">
      <inkml:brushProperty name="width" value="0.05" units="cm"/>
      <inkml:brushProperty name="height" value="0.05" units="cm"/>
      <inkml:brushProperty name="color" value="#E71224"/>
    </inkml:brush>
  </inkml:definitions>
  <inkml:trace contextRef="#ctx0" brushRef="#br0">3 627 6435,'0'0'5394,"-1"10"-3985,1 31-27,0-40-1170,0 1 0,0 0-1,0-1 1,1 1 0,-1-1 0,1 1-1,-1-1 1,1 1 0,-1-1 0,1 1-1,0-1 1,0 1 0,0-1 0,0 0-1,6 7 6263,-15-343-3820,0-38-3587,18 383-6746,2 11 1148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5:10.232"/>
    </inkml:context>
    <inkml:brush xml:id="br0">
      <inkml:brushProperty name="width" value="0.05" units="cm"/>
      <inkml:brushProperty name="height" value="0.05" units="cm"/>
      <inkml:brushProperty name="color" value="#E71224"/>
    </inkml:brush>
  </inkml:definitions>
  <inkml:trace contextRef="#ctx0" brushRef="#br0">32 1154 5923,'0'0'7288,"-32"-19"561,174 47-6865,547 116-231,165 68-6,-84-33-74,-351-89-511,-327-74-24,138 8 0,-145-19-5,0 4 0,98 24 0,-50-2-208,-131-28 215,-10 1-137,-11 3 9,-109 19 127,-227 59-107,42 9-24,-81 27 18,290-83-17,-170 87-1,107-33-22,-288 143-50,21 7 98,247-128-22,140-88 32,15-9 48,1 2 0,-57 44 0,21-14 124,66-48-215,1-1-1,0 0 1,0 1 0,0-1 0,0 1 0,0-1-1,0 1 1,0-1 0,0 1 0,0-1 0,0 0-1,0 1 1,0-1 0,0 1 0,1-1 0,-1 1-1,0-1 1,0 0 0,0 1 0,1-1 0,-1 0-1,0 1 1,0-1 0,1 1 0,-1-1 0,0 0-1,1 0 1,-1 1 0,0-1 0,1 0-1,-1 0 1,1 1 0,-1-1 0,0 0 0,1 0-1,-1 0 1,1 0 0,-1 0 0,0 1 0,1-1-1,-1 0 1,1 0 0,-1 0 0,1 0 0,-1 0-1,1 0 1,23 7 181,77 9-106,0-3 1,140-2 0,-51-3-38,-138-5-39,368 30 0,-5 33 0,-289-39-48,207 18 0,-290-40 86,-1 2 1,53 16-1,-51-12 46,79 11 0,-80-16 5,1-3 1,0-1-1,-1-3 0,1-1 1,58-11-1,-101 12-76,0 0 1,0 1-1,-1-1 0,1 0 0,0 0 0,-1 0 1,1 0-1,0 0 0,-1 0 0,1 0 1,-1 0-1,0 0 0,1 0 0,-1 0 0,0 0 1,1 0-1,-1 0 0,0 0 0,0 0 1,0-1-1,0 1 0,0 0 0,0 0 1,-1 0-1,1 0 0,0 0 0,0 0 0,-1 0 1,0-2-1,-9-34 281,-330-712 1873,-18-53-2029,273 552-65,-52-141-29,99 295-71,-103-179 1,55 145 16,-31-54-10,102 157 2,2-1 1,0 0-1,3-1 0,0 0 1,-6-33-1,9 29-133,-1 1 0,-2-1 1,-1 2-1,-1-1 0,-2 1 0,-18-29 1,22 45-324,0 0 0,-1 0 0,-1 1 0,0 1 0,-20-17 0,23 22-338,-1 1 0,-1 0-1,1 0 1,-1 1-1,0 1 1,-1 0-1,1 0 1,-21-4 0,-23-1-4815</inkml:trace>
</inkml:ink>
</file>

<file path=ppt/ink/ink10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6T06:23:04.134"/>
    </inkml:context>
    <inkml:brush xml:id="br0">
      <inkml:brushProperty name="width" value="0.05292" units="cm"/>
      <inkml:brushProperty name="height" value="0.05292" units="cm"/>
      <inkml:brushProperty name="color" value="#FF0000"/>
    </inkml:brush>
  </inkml:definitions>
  <inkml:trace contextRef="#ctx0" brushRef="#br0">6641 15345 599 0,'0'0'220'0,"0"0"-92"0,0 0-17 0,0 0-18 15,0 0-31-15,0 0-29 16,0 0-6-16,0 0-8 15,179 1-8-15,-123-1-3 16,-8 0-6-16,-5 0-1 16,-15 0-1-16,-4 0 0 15,-4 0 1-15,-8 0-1 16,-12 0-11-16,12 0-45 16,0 0-69-16,0 0-78 0,8 0-132 15</inkml:trace>
  <inkml:trace contextRef="#ctx0" brushRef="#br0" timeOffset="282.04">7346 15141 746 0,'0'0'196'16,"0"0"-33"-16,0 0-62 15,0 0-17-15,0 0-34 16,0 0-18-16,-12-3 0 16,12 3 0-16,0 0-17 0,0 0-8 15,0 22-2-15,0 7 11 16,0 0-9-16,0 8-4 16,0 2 0-16,0 4-6 15,0-2-8-15,0 4-57 16,0-3-39-16,0-8-106 15,0-8-203-15</inkml:trace>
  <inkml:trace contextRef="#ctx0" brushRef="#br0" timeOffset="1581.65">14588 15070 729 0,'0'0'260'0,"0"0"-91"0,0 0-42 15,0 0-42-15,0 0 4 0,0 0-24 16,0-43-22-16,0 43-20 16,-24 0-13-16,-24 0-2 15,-7 22-7-15,-9 16 4 16,-4 7 3-16,13 7-2 15,7 4-2-15,12-1-3 16,24-4 0-16,12-5 1 16,0-9 0-16,12-6-2 15,44-8-2-15,-5-7 2 16,5-9-3-16,12-7 2 16,-8 0-6-16,-13 0 7 15,-3-3 0-15,-28-13 1 16,-8-1 3-16,-8 3-4 0,0-3-1 15,-8 5 0-15,-40-1 0 16,-19 7-5-16,-5 3-1 16,-12 3-12-16,1 0-76 15,-5 12-92-15,5 14-257 16</inkml:trace>
  <inkml:trace contextRef="#ctx0" brushRef="#br0" timeOffset="7933.83">18685 15622 763 0,'0'0'214'0,"0"0"-72"0,0 0-62 0,0 0 12 16,0 0-58-16,0 0-20 0,0 0-4 16,0 0 0-16,-12 0-4 15,36 0 10-15,16 0-2 16,4 0 2-16,-8 0-9 16,11 0-4-16,-3 0-2 15,-4 0 0-15,-8 0 0 16,-8 0 0-16,11 0-1 15,-15 0-25-15,4 0-44 16,4 0-101-16,-8 0-62 16,4 0-210-16</inkml:trace>
  <inkml:trace contextRef="#ctx0" brushRef="#br0" timeOffset="8349.2">19378 15478 767 0,'0'0'248'16,"0"0"-69"-16,0 0-96 16,0 0-7-16,0 0-40 15,0 0-36-15,36-51 0 16,8 51 3-16,-9 0-8 15,1 0 9-15,0 7-8 16,-16 19 0-16,-8 13 4 0,-12 3 3 16,0 6 3-16,0 0-1 15,-36-1-2-15,-8-3-2 16,-3-2 3-16,11-7-2 16,4-3-2-16,16-14 0 15,8-5 1-15,4-6 0 16,4-5-2-16,0-2 0 15,0 0 0-15,0 0 1 16,16 0 1-16,32 0 9 16,7-5-5-16,13-9-5 15,-16 2-29-15,4-1-78 16,11 1-147-16,-15 2-188 16</inkml:trace>
  <inkml:trace contextRef="#ctx0" brushRef="#br0" timeOffset="9639.12">23164 15571 527 0,'0'0'326'0,"0"0"-166"0,0 0-80 16,0 0-8-16,0 0-25 16,0 0-44-16,92-77-2 15,-44 77-1-15,-4 0 0 16,-9 16-2-16,-11 15 1 16,-12 7 1-16,-12 5 0 0,0 7 32 15,-12 1 11-15,-20-4-11 16,5-10 6-16,7-7-21 15,8-12 9-15,12-8-17 16,0-3 16-16,0-7-19 16,0 0 5-16,24 0 10 15,31 0-8-15,5 0-1 16,8-17-8-16,-9 5-4 16,1-3-2-16,-4 1-74 15,-8 5-62-15,-12-1-155 16,-13 7-514-16</inkml:trace>
  <inkml:trace contextRef="#ctx0" brushRef="#br0" timeOffset="11565.93">16388 18135 871 0,'0'0'124'0,"0"0"-3"15,0 0 8-15,0 0-11 0,0 0-28 16,0 0-20-16,-132-29-22 15,132 29-17-15,0 0-4 16,0 0-9-16,0 0-9 16,48 0-8-16,80 0 0 15,51-2-2-15,40-4-2 16,28 2 3-16,-5-6 0 16,-19 2 1-16,-12-1-1 15,-35 4 0-15,-49 2-1 16,-47 3-7-16,-41 0-31 15,-15 0-51-15,-16 0-34 16,-4 0 1-16,-4 0-128 0,0-13-189 16</inkml:trace>
  <inkml:trace contextRef="#ctx0" brushRef="#br0" timeOffset="15918.04">21409 15036 611 0,'0'0'135'16,"0"0"44"-16,0 0-110 0,0 0 36 0,0 0-1 16,0 0-35-16,0 0-40 15,59-82 3-15,-35 59 13 16,-4 9-14-16,-16 5 21 0,4 4-1 15,-8 2-5 1,0 3-6-16,0 0-8 0,0 0-23 16,0 0 1-16,0 0-7 15,0 22 0-15,0 19-1 16,0 15 2-16,0 12 3 16,0 12 2-16,-8 8 8 15,-4 8-13-15,-12 1 8 16,12 0-4-16,12-3-7 15,-12-10 9-15,0-10-3 16,12-9-7-16,0-18-1 16,0-12 0-16,0-13 1 0,0-11 2 15,0-6-2 1,0-5 0-16,0 0 1 16,0 0 10-16,0-3 3 0,0-27-8 15,0-6-4 1,0-12 2-16,0-6-4 0,0-7-10 15,0-8 10-15,0-7-3 16,0-10 2-16,0-10-9 16,0-2 8-16,0-4 1 15,0 4-3-15,0 0 4 16,0 12 4-16,0 16-4 16,0 19-3-16,0 20-4 15,0 17 7-15,0 12 2 16,0 2-2-16,0 0 0 15,-12 11-6-15,-23 34 6 16,-9 17 6-16,-4 5-5 16,12-6-1-16,12 5-7 0,0-18 7 15,1-5 3-15,3-15-3 16,8-14 0-16,8-9 1 16,-4-5 1-16,8 0 2 15,0 0-2-15,0-19 9 16,12-25-7-16,35-14-3 15,9-8 4-15,12 3-5 16,-4 6-8-16,-21 15 0 16,5 13 8-16,-16 19 0 15,-16 4 0-15,4 6-4 16,4 0-7-16,12 16 4 16,23 16 6-16,-3 4 1 15,4-2 1-15,-1 8-1 0,1 3 0 16,0-1 0-1,4 3-44-15,-1-5-137 0,5-8-148 16,4-12-412-16</inkml:trace>
  <inkml:trace contextRef="#ctx0" brushRef="#br0" timeOffset="17048.75">22531 17961 1054 0,'0'0'146'0,"0"0"-17"0,0 0-78 0,0 0 66 15,0 0-36-15,0 0-31 16,-247 0-16-16,247 0-24 16,0 0-3-16,96 0-4 15,67 0-2-15,72 0 28 16,44 0-23-16,16 0-3 16,3 0 0-16,-15-8 0 0,-28 6-6 15,-32-1-3-15,-48 3-53 16,-56 0-96-16,-47 9-51 15,-40 9-126-15,-32-3-428 16</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49:26.028"/>
    </inkml:context>
    <inkml:brush xml:id="br0">
      <inkml:brushProperty name="width" value="0.05" units="cm"/>
      <inkml:brushProperty name="height" value="0.05" units="cm"/>
      <inkml:brushProperty name="color" value="#E71224"/>
    </inkml:brush>
  </inkml:definitions>
  <inkml:trace contextRef="#ctx0" brushRef="#br0">0 0 14503,'0'0'5018,"21"5"-4058,95 13-33,222 5-1,-112-13-732,175 32-309,-386-39-226,-15-3 261,0 0 0,0 0 0,0 0 0,0 0-1,1 0 1,-1 0 0,0 0 0,0 0 0,0 0-1,0 1 1,1-1 0,-1 0 0,0 0 0,0 0-1,0 0 1,0 0 0,0 0 0,1 0 0,-1 0-1,0 1 1,0-1 0,0 0 0,0 0 0,0 0-1,0 0 1,0 0 0,0 1 0,1-1 0,-1 0-1,0 0 1,0 0 0,0 0 0,0 1 0,0-1-1,0 0 1,0 0 0,0 0 0,0 0-1,0 1 1,0-1 0,0 0 0,0 0 0,0 0-1,0 0 1,0 1 0,0-1 0,-1 0 0,1 0-1,0 0 1,0 0 0,0 0 0,0 1 0,0-1-1,0 0 1,0 0 0,0 0 0,-1 0 0,1 0-1,0 0 1,0 1 0,0-1 0,0 0 0,0 0-1,-1 0 1,1 0 0,0 0 0,0 0 0,0 0-1,-1 0 1</inkml:trace>
</inkml:ink>
</file>

<file path=ppt/ink/ink1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6T06:23:34.252"/>
    </inkml:context>
    <inkml:brush xml:id="br0">
      <inkml:brushProperty name="width" value="0.05292" units="cm"/>
      <inkml:brushProperty name="height" value="0.05292" units="cm"/>
      <inkml:brushProperty name="color" value="#FF0000"/>
    </inkml:brush>
  </inkml:definitions>
  <inkml:trace contextRef="#ctx0" brushRef="#br0">8500 14760 611 0,'0'0'245'0,"0"0"-109"0,0 0 3 0,0 0-10 16,0 0-24-16,0 0 9 16,0 0-16-16,0-150-49 15,0 150-1-15,0 0-19 16,0 0 0-16,0 0-19 15,0 4 1-15,0 37-4 0,0 26 4 16,-12 22 13 0,0 17-1-16,-12 11-5 0,17 2-17 15,3 6 5-15,4-2-5 16,0-13 2-16,0-9-2 16,0-23 2-16,0-18-2 15,0-15 1-15,0-19-2 16,0-10 1-16,0-10 6 15,0-6-7-15,0 0 5 16,0 0-1-16,0-22 8 16,0-24-4-16,-8-10-8 15,4-11 0-15,-4-3 0 16,4-9-1-16,-8-5 0 16,0 2-2-16,0-3 3 15,0-5 4-15,0 9-4 16,-8-4-2-16,20 5-5 0,0 9 2 15,-12 6 5-15,12 7 5 16,0 11-5-16,0 13-7 16,-12 17 7-16,12 7 7 15,0 10-6-15,-12 0-1 16,12 0-6-16,-12 0 4 16,12 0 2-16,-12 0 0 15,-8 13-11-15,-3 21 0 16,-5 14 11-16,-16 6 2 15,20-3-2-15,-12-3 0 16,16-3 0-16,-4-5-6 0,0-11 6 16,12-9 0-16,1-9 0 15,11-11 8-15,0 0-8 16,0 0 0-16,0 0 0 16,0-5-4-16,0-30 2 15,11-15-4-15,21-5 5 16,8-5-2-16,4-4 3 15,4 4-5-15,0 6 0 16,-13 11 0-16,-3 12 4 16,-20 19 0-16,0 4 0 15,-12 8-1-15,0 0-3 16,12 0-1-16,8 0 2 16,8 10 2-16,20 19 2 0,-5 10-5 15,13 5 5-15,-8 7 0 16,0 3 0-16,-1-5 2 15,1 2-2-15,-12 0 0 16,0-1 1-16,-16-10-1 16,4-4-1-16,-12-9-4 15,0-7-20-15,8-11-49 16,-9-3-20-16,-7-6-84 16,-4 0-4-16,0 0-69 15,0-18-380-15</inkml:trace>
  <inkml:trace contextRef="#ctx0" brushRef="#br0" timeOffset="3264.15">5753 14867 178 0,'0'0'586'15,"0"0"-433"-15,0 0-40 0,0 0-34 0,0 0-20 16,0 0-37-16,0 0-10 15,-24 10-6-15,24-10-6 16,36 0 0-16,12 0 4 16,-1 0 5-16,1 0-8 15,-12 0 2-15,8 0-2 16,4 0-1-16,-1 0-4 16,1 0-18-16,-4 0-88 15,12-3-99-15,-16-4-51 16</inkml:trace>
  <inkml:trace contextRef="#ctx0" brushRef="#br0" timeOffset="3514.41">6561 14620 642 0,'0'0'211'16,"0"0"-57"-16,0 0-54 15,0 0-8-15,0 0-43 16,0 0-44-16,0-19-3 16,0 26-2-16,0 12-9 0,0 9 9 15,20 4-1 1,-16 4 1-16,8 10 0 0,-12 5-11 16,8 6-132-16,-4 1-101 15,4-4-148-15</inkml:trace>
  <inkml:trace contextRef="#ctx0" brushRef="#br0" timeOffset="4948.03">11176 14697 560 0,'0'0'259'0,"0"0"-62"0,0 0-79 0,0 0-40 0,0 0-28 16,0 0-18-16,-48 0-7 16,48 0-12-16,0 0 3 15,0 0-11-15,0 9 19 16,0 5-4-16,0 0-7 16,0 6 7-16,24-1-13 15,0 2 7-15,12 1 3 16,0 2-9-16,-5 1-7 0,-7-6 3 15,12 4 1-15,-12-5-4 16,-4-2 1-16,-8 2-2 16,-8-1 2-16,-4-4 4 15,0 0 5-15,0-1-10 16,0-7 2-16,0 6 1 16,0 0-2-16,-16-1 7 15,-40-3 4-15,8 0-11 16,-11-7 2-16,-9 0-4 15,20 0-61-15,-8 0-44 16,9 0-22-16,11-14-55 16,12-7-85-16,24-11-165 0</inkml:trace>
  <inkml:trace contextRef="#ctx0" brushRef="#br0" timeOffset="5032.34">11176 14697 666 0</inkml:trace>
  <inkml:trace contextRef="#ctx0" brushRef="#br0" timeOffset="5131.1">11176 14697 666 0,'-72'-17'277'0,"72"12"-156"0,0-5-53 0,4-3 3 0,28 1-47 0,4-4-12 15,12 0-11-15,-1-2-1 16,-3 4-1-16,-8 5-9 16,12 1-41-16,-12 2-106 15,7 3-172-15</inkml:trace>
  <inkml:trace contextRef="#ctx0" brushRef="#br0" timeOffset="5616.24">11654 14886 565 0,'0'0'224'0,"0"0"-65"0,0 0-48 0,0 0-24 0,0 0 1 15,0 0-27-15,-12 0-17 16,12 0-23-16,0 0-16 16,0 0-5-16,0 0-2 15,0 0-10-15,0 0-75 16,0-2-134-16,24-8-208 16</inkml:trace>
  <inkml:trace contextRef="#ctx0" brushRef="#br0" timeOffset="5830.98">11654 14886 495 0,'187'-144'253'0,"-187"144"-112"15,0 0-37 1,0 0-43-16,0 0 23 0,0 1-48 16,24 16 17-1,12 3-6-15,7 2-22 0,-3-4-19 16,-8 2 12-16,-8-3-11 15,0-3-7-15,-24-1-2 16,0 3 2-16,0-8-5 16,0 6-64-16,-48-5-140 15,4-9-202-15</inkml:trace>
  <inkml:trace contextRef="#ctx0" brushRef="#br0" timeOffset="5997.9">11797 14652 350 0,'0'0'372'16,"0"0"-185"-16,0 0-119 16,0 0 10-16,0 0-34 15,0 0-28-15,243-165-11 16,-183 156-5-16,-13 2-2 16,9 0-94-16,-8-2-372 15</inkml:trace>
  <inkml:trace contextRef="#ctx0" brushRef="#br0" timeOffset="18681.99">9587 6426 819 0,'0'0'196'16,"0"0"-74"-16,0 0-38 0,0 0 4 0,0 0-14 16,0 0-19-16,0 0-22 15,-12-5-4-15,-35 5-6 16,-37 0-1-16,-55 0-19 16,-37 0 2-16,-31 17-2 15,-28 3 5-15,-31 2-6 16,-17 0 0-16,-8 7 6 15,1-6-8-15,7 10 4 16,12-5 9-16,-19-1-9 16,-13 4-4-16,12-2 12 0,21-7-8 15,47 1 6-15,59-12 3 16,61-1-7-16,31-6 9 16,36-4 6-16,16 0 0 15,16 0-5-15,-4 0-4 16,8 0-4-16,0 0-4 15,0 0-3-15,0 0-1 16,0 0 0-16,0 0 0 16,0 0 0-16,0 0-1 15,0 0 2-15,0 0-2 16,0 0 1-16,12-14-13 16,32-10-23-16,4-5-7 15,12-3 1-15,-5-7-5 0,25 3 20 16,-16-2 4-16,-8 0 0 15,-1 2 13-15,-31 5 9 16,0-3-1-16,-8 7 2 16,-4 3 1-16,-4 3-1 15,-4-1 3-15,-4 2 2 16,0 6 2-16,8-2 12 16,-8 6-5-16,0 7 8 15,0 3-3-15,0 0-5 16,0 0-12-16,0 0-2 15,0 0 0-15,0 0-3 16,0 0 2-16,0 0 1 0,-12 0 2 16,-36 7 1-1,-20 17 0-15,1 5 0 16,-17 5-2-16,1 12 2 0,-9 1 5 16,-12 11-6-16,9 2-1 15,15-4 7-15,17 6-8 16,7-11 0-16,32 1-2 15,0-4 2-15,24-5 0 16,0 3 0-16,12-8 0 16,48-5 9-16,11-2-8 15,9-2 0-15,0-7 3 16,3-3 2-16,-11-1-5 16,-4-4-1-16,-9-2 1 0,-15-1 2 15,-16-8-3-15,4 5-1 16,-8 3-9-16,0-2-50 15,11 7-70-15,-3-9-86 16,4 4-162-16</inkml:trace>
  <inkml:trace contextRef="#ctx0" brushRef="#br0" timeOffset="23180.86">8767 5683 219 0,'0'0'170'0,"0"0"-94"16,0 0-58-16,0 0-18 0,0 0-4 15,0 0 4-15,0 0-113 16</inkml:trace>
  <inkml:trace contextRef="#ctx0" brushRef="#br0" timeOffset="24199.06">7019 8318 248 0,'0'0'159'0,"0"0"-65"0,0 0-22 0,0 0-8 0,0 0-22 16,0 0 34-16,0-3-20 15,0 3-14-15,0 0-11 16,0 0 3-16,0-4 25 16,0 4-4-16,0 0-17 15,0 0-27-15,0 0 7 16,0 0-18-16,0 0 0 15,0 0-5-15,0 0 5 16,0 0-35-16,0 0-87 16,0 0-119-16,0 0-283 15</inkml:trace>
  <inkml:trace contextRef="#ctx0" brushRef="#br0" timeOffset="24864.8">8664 8220 420 0,'0'0'183'0,"0"0"-85"0,0 0 13 0,0 0-24 15,0 0-8-15,0 0-4 0,0 0-17 16,0 0-31 0,0 0 5-16,0 0-16 0,0 0-15 15,0 0-1-15,0 0-4 16,-12 0-125-16,-12 1-503 16</inkml:trace>
  <inkml:trace contextRef="#ctx0" brushRef="#br0" timeOffset="27481.76">22077 12805 985 0,'0'0'117'0,"0"0"15"16,0 0-82-16,0 0 19 0,0 0 2 15,0 0-43-15,0 0-28 16,0 0 3-16,0 22-3 16,44 9 38-16,-8-2 5 15,0-7-18-15,0-2-4 0,-12-16 2 16,-4 1-7-1,7-5 19-15,29-14-5 0,64-47 6 16,39-26-14-16,32-24-19 16,16-10-3-16,-8 9-18 15,-12 10-39-15,-24 18-76 16,-19 5-155-16,-33 8-443 16</inkml:trace>
  <inkml:trace contextRef="#ctx0" brushRef="#br0" timeOffset="40117.67">16165 11795 688 0,'0'0'243'0,"0"0"-76"0,0 0-48 0,0 0-17 16,0 0-21-16,0 0-33 16,0 0-16-16,0-29-5 15,0 29-5-15,0 0-12 16,-24 2 5-16,-24 30 0 15,-32 8 4-15,-11 17 1 16,-5-2-10-16,1 1-10 16,11 0 2-16,5 2-2 0,-1-13 1 15,32-8-3 1,12-8-1-16,24-13 0 0,12-3-1 16,0 2 2-16,0 1-7 15,36 0 9-15,44-1 3 16,-8 1 0-16,11 1-3 15,-3 1 0-15,-21-4 0 16,-11-5 4-16,-16-4-4 16,-16 3-2-16,-4-7-6 15,-4-1-19-15,-8 0-62 16,0 0-61-16,0 0-1 16,0-9-165-16,0-8-527 15</inkml:trace>
  <inkml:trace contextRef="#ctx0" brushRef="#br0" timeOffset="40765.79">15524 12141 703 0,'0'0'263'0,"0"0"-136"0,0 0-48 0,0 0-32 16,0 0-26-16,0 0-5 15,211 0 40-15,-64-6-21 16,20-3 10-16,20-12-11 0,24 1 7 16,32-1-13-16,12-1-8 15,-8 5-9-15,-12 5 2 16,-24 7-4-16,-16 0-6 16,-16 3 5-16,-8-2-4 15,-7 4 0-15,-25-4-1 16,-31 4-3-16,-25 0 0 15,-39 0-2-15,-16 0 2 16,-16 0-1-16,-12 0 9 16,0 0-8-16,0 0 14 15,0 0 26-15,0 0-2 16,0 0-11-16,-16-11 3 16,-28-9-26-16,-16-1-3 15,-7-9-2-15,-9 3 1 0,-12-2 0 16,13 0 1-1,7 3-1-15,0 4 7 0,21 10 5 16,11 3 12-16,12 1 1 16,12 8-6-16,12 0-3 15,0 0-3-15,0 0-13 16,0 0-11-16,0 0-1 16,36 0 12-16,35 14 2 15,-3 8 1-15,24 1 9 16,-9-2-11-16,1 1 4 15,-12 4 1-15,-17-4-5 16,-19 4-2-16,-16-1 6 16,-16 4-6-16,-4 2 6 15,0 7-5-15,-40 7 0 16,-27-2-10-16,-13 7-54 0,-4-7-60 16,5-3-51-16,-5 0-64 15,0-9-248-15</inkml:trace>
  <inkml:trace contextRef="#ctx0" brushRef="#br0" timeOffset="41982.99">22344 12867 868 0,'0'0'203'0,"0"0"-43"0,0 0-52 15,0 0 38-15,0 0-60 16,0 0-41-16,-44-47-16 16,44 47-13-16,0 7-9 15,0 22-3-15,0-2 46 0,0-1-3 16,12-6-20-16,0-16-3 16,-4 1-22-16,16-5 10 15,0 0-12-15,60-31 9 16,43-36 13-16,36-23-15 15,12-12-3-15,-11 10-2 16,-33 16-4-16,-27 16-2 16,-25 15-24-16,-23 17-45 15,-16 11-68-15,-4 6-74 16,-4 3-138-16,-9 3-620 16</inkml:trace>
  <inkml:trace contextRef="#ctx0" brushRef="#br0" timeOffset="46599.07">26282 10956 624 0,'0'0'99'0,"0"0"29"0,0 0-42 0,0 0 25 16,0 0-30-16,0 0-20 15,0 0-9-15,0-26-15 16,0 26-5-16,0 0 12 16,0 0-23-16,0 0-3 0,0 9-16 15,-12 23-1-15,-20 9 16 16,-4 5 10-16,-3 0-14 15,3 5-1-15,-8-9-3 16,20-2 2-16,0-6-9 16,12-11-2-16,12-5 5 15,0-2-10-15,0-5 3 16,0 4-1-16,36-3 3 16,0 5 10-16,20-10-10 15,-17 10 1-15,5-3 0 16,-8-4 6-16,-4 0-13 15,-16-2 6-15,-8-6-1 0,-8-2 1 16,0 4-8 0,0-4-33-16,0 0-99 0,0 0-6 15,0 0-108-15,0-10-126 16</inkml:trace>
  <inkml:trace contextRef="#ctx0" brushRef="#br0" timeOffset="47116.35">26131 11232 641 0,'0'0'234'0,"0"0"-50"16,0 0-69-16,0 0-34 15,0 0-38-15,0 0-9 16,-36 0-5-16,80-2-11 16,31-5 30-16,29-1-18 15,11-1-20-15,13-3-10 0,3-3 7 16,-4 0-7-16,5 6 1 15,-21-1 0-15,-35 6 0 16,-20-3-1-16,-32 4 0 16,-12 0 0-16,-12 3 0 15,8 0 1-15,-8-6 6 16,0-2 5-16,0-6-1 16,0-13 21-16,0 3-27 15,-36-5 7-15,-8-2-2 16,20-2-2-16,-8 4 19 15,16 5 0-15,-8 8 7 0,16 3 6 16,-4 6-23-16,12 5 8 16,0 2-5-1,0 0 1-15,0 0-21 0,0 0-2 16,0 0 1-16,0 0-3 16,24 9 2-16,36 10 2 15,16 6 4-15,-5 1-1 16,-11 1-3-16,8 7 3 15,-16-3-2-15,-17 4-1 16,-15-3 2-16,-20 3-1 16,0 2 6-16,0 2-7 15,-12 4-14-15,-43-2-72 16,-17 10-85-16,-12 5-111 16,-19 0-276-16</inkml:trace>
  <inkml:trace contextRef="#ctx0" brushRef="#br0" timeOffset="49248.23">26525 11128 717 0,'0'0'199'0,"0"0"-36"0,0 0-70 0,0 0-2 16,0 0-31-16,0 0-29 15,52-130 4-15,3 79-13 0,17-17 19 16,8-7-17 0,23-7-7-16,5-13 3 0,7-4-9 15,5-10 8-15,19-8-5 16,0-2-10-16,25 16-4 16,-13 9 0-16,0 14 5 15,-19 16-5-15,-17 14-2 16,-19 15 2-16,-29 15-2 15,-7 11 0-15,-28 5 1 16,-16 4-5-16,-8 0 5 16,-4 0 2-16,-4 0-2 15,0 0 5-15,0 0-4 16,0 0 10-16,0 0-8 0,0 0 9 16,-40 0-9-1,-16-5 3-15,-12-2-5 0,-3-3 0 16,3 4 2-16,8-4-1 15,13 5 2-15,23-3-3 16,0 8 4-16,24 0-4 16,0-3 8-16,0 3-6 15,0 0-4-15,0 0 2 16,24 0-16-16,43 0 16 16,17 0 3-16,31 0-2 15,-7 11 2-15,-5-6 2 16,-11 8-5-16,-28 0 0 15,-20 3 0-15,-21 0-4 16,-23 3 4-16,0 2-4 0,0 14 4 16,0 7 9-1,-55 9-9-15,-5 0-3 0,20-1-61 16,-4-8-103-16,36-11-46 16,8-16-156-16</inkml:trace>
  <inkml:trace contextRef="#ctx0" brushRef="#br0" timeOffset="49583.21">29368 9212 709 0,'0'0'293'0,"0"0"-81"0,0 0-70 0,0 0-21 0,0 0-18 16,0 0-31-16,-108-92-36 16,108 92-33-16,0 36 3 15,0 20-5-15,4 22 16 16,28 4 12-16,0 3-19 15,-20 1-8-15,-8 2-1 0,4 2-2 16,-4-7-40 0,8-3-87-16,0-11-104 0,-4-9-117 15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1:40.891"/>
    </inkml:context>
    <inkml:brush xml:id="br0">
      <inkml:brushProperty name="width" value="0.05" units="cm"/>
      <inkml:brushProperty name="height" value="0.05" units="cm"/>
      <inkml:brushProperty name="color" value="#E71224"/>
    </inkml:brush>
  </inkml:definitions>
  <inkml:trace contextRef="#ctx0" brushRef="#br0">5 364 15047,'0'0'7571,"0"-6"-7248,-4-15-38,3 30-79,2 50 44,-1-30-156,0-27-90,0 0 0,0 1 0,0 0 0,0 0 0,0-1-1,0 1 1,0 0 0,1 0 0,0-1 0,-1 1 0,1 0 0,1 2 0,0-4-2,-1 0 0,0 0 1,1-1-1,-1 1 0,1 0 1,-1-1-1,1 1 0,-1-1 1,1 1-1,-1-1 0,1 0 1,-1 0-1,1 0 0,-1 0 1,1 0-1,0 0 0,-1 0 1,1 0-1,-1-1 0,1 1 1,-1 0-1,2-2 0,6 0 30,-1 0 0,0-1 0,0 0 0,0-1 0,0 1 0,-1-2 0,14-8 0,51-46 243,-39 30-157,48-38-151,-26 18-349,1 3 1,3 2 0,121-67 0,-165 105-941,-1 0 1,1 1 0,0 1 0,31-5 0,-16 5-3503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1:43.595"/>
    </inkml:context>
    <inkml:brush xml:id="br0">
      <inkml:brushProperty name="width" value="0.05" units="cm"/>
      <inkml:brushProperty name="height" value="0.05" units="cm"/>
      <inkml:brushProperty name="color" value="#E71224"/>
    </inkml:brush>
  </inkml:definitions>
  <inkml:trace contextRef="#ctx0" brushRef="#br0">15 323 14711,'0'0'9020,"-2"-4"-8631,-2 0-57,0 14-142,0 37-95,4-41-94,0 0 0,0 1 1,0-1-1,1 1 0,0-1 0,0 1 1,0-1-1,1 0 0,0 0 0,1 0 0,-1 0 1,1 0-1,0 0 0,6 7 0,-6-11 6,0 0-1,0-1 1,0 1-1,0-1 1,1 0-1,-1 0 1,1 0-1,-1 0 0,1 0 1,-1-1-1,1 0 1,-1 1-1,1-1 1,0-1-1,-1 1 1,1 0-1,-1-1 1,5-1-1,3-1 23,0 0 1,-1-1-1,1-1 0,16-8 1,230-163 276,-58 35-741,-156 114-1360,2 2 1,85-34 0,-59 34-3024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2.701"/>
    </inkml:context>
    <inkml:brush xml:id="br0">
      <inkml:brushProperty name="width" value="0.05" units="cm"/>
      <inkml:brushProperty name="height" value="0.05" units="cm"/>
      <inkml:brushProperty name="color" value="#E71224"/>
    </inkml:brush>
  </inkml:definitions>
  <inkml:trace contextRef="#ctx0" brushRef="#br0">14 488 8980,'0'0'11496,"-3"-13"-10802,1 5-563,0 4-72,1 1 0,0 0 0,0 0 0,0-1 0,0 1 0,1-1 0,-1 1 0,1-1 0,0 1 0,0-1 0,0 1 0,0-1 0,1 1 0,-1 0 0,1-1 0,0 1 0,0-1 0,1 1 0,-1 0 0,0 0 0,1 0 0,0 0-1,0 0 1,0 0 0,4-5 0,14-8 230,0 1 0,1 1 0,0 0 0,2 2 0,-1 0 0,1 2 0,41-13-1,12 1-53,88-13-1,-24 13-110,1 7-1,1 6 1,267 17-1,-325 1-90,126 28 0,-159-24-97,-1 2 0,-1 2 0,80 41 1,-74-22-306,-53-40 368,-1 0 0,0-1 0,-1 1 0,1-1 0,-1 1 0,0-10-1,-1-1-5,-1-1-1,0 0 0,-1 1 0,-1-1 1,-1 1-1,0 0 0,0 0 0,-2 1 0,-9-17 1,5 13 57,0 0 0,-1 1 1,0 0-1,-2 1 0,0 1 1,-26-23-1,40 38-45,0 0-1,0 0 0,0 0 1,0-1-1,0 1 1,0 0-1,0 0 0,0 0 1,0 0-1,0 0 1,-1 0-1,1-1 0,0 1 1,0 0-1,0 0 1,0 0-1,0 0 0,0 0 1,0 0-1,-1 0 1,1-1-1,0 1 0,0 0 1,0 0-1,0 0 1,0 0-1,-1 0 1,1 0-1,0 0 0,0 0 1,0 0-1,0 0 1,-1 0-1,1 0 0,0 0 1,0 0-1,0 0 1,0 0-1,-1 0 0,1 0 1,0 0-1,0 0 1,0 0-1,0 1 0,0-1 1,-1 0-1,1 0 1,0 0-1,0 0 0,0 0 1,0 0-1,0 0 1,0 0-1,0 1 0,0-1 1,-1 0-1,1 0 1,0 0-1,4 13 18,12 18-96,6-6 105,1-2-1,52 41 0,-50-44 0,-1 0 0,-1 2 0,31 36 0,-52-56-34,-1 0 0,1-1 0,-1 1 1,1 0-1,-1 0 0,0 0 0,0 0 0,0 0 0,0 0 0,0 0 0,0 1 1,-1-1-1,1 0 0,-1 0 0,1 1 0,-1-1 0,0 0 0,0 1 1,0-1-1,0 0 0,0 1 0,-1-1 0,1 0 0,-1 1 0,1-1 1,-1 0-1,0 0 0,0 0 0,0 0 0,0 0 0,0 0 0,0 0 0,-1 0 1,1 0-1,-3 2 0,-5 3-56,0 0 1,-1 0-1,0-1 0,0-1 1,0 0-1,-12 4 0,-9 5-183,-3 5-1549,-48 33 1,13 6-3556,38-26 718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3.485"/>
    </inkml:context>
    <inkml:brush xml:id="br0">
      <inkml:brushProperty name="width" value="0.05" units="cm"/>
      <inkml:brushProperty name="height" value="0.05" units="cm"/>
      <inkml:brushProperty name="color" value="#E71224"/>
    </inkml:brush>
  </inkml:definitions>
  <inkml:trace contextRef="#ctx0" brushRef="#br0">168 204 17400,'0'0'7833,"-9"-14"-7734,4 5-97,3 4-1,-1 0 0,0 1 0,0-1 0,0 0 0,-1 1 0,-5-6 0,8 9-2,0 0 1,-1 0 0,1 0-1,0 1 1,0-1-1,-1 0 1,1 1 0,-1-1-1,1 1 1,-1-1 0,1 1-1,-1 0 1,1-1 0,-1 1-1,1 0 1,-1 0-1,1 0 1,-1 0 0,1 1-1,-1-1 1,1 0 0,-1 0-1,1 1 1,-1-1 0,1 1-1,-1 0 1,1-1-1,0 1 1,-1 0 0,1 0-1,-2 1 1,-8 6-20,1 0 1,0 1-1,-15 16 1,23-22 2,0-1 1,-1 1-1,1 0 1,0 0-1,0 0 1,1 0-1,-1 0 1,1 1-1,0-1 0,-1 0 1,1 1-1,1-1 1,-1 1-1,0-1 1,1 1-1,0-1 1,0 1-1,0 6 1,5-9 1,0 0-1,0-1 1,-1 1 0,1-1 0,0 0 0,0 0-1,0 0 1,-1-1 0,8-1 0,0-2 31,-1 0 0,1-1 0,-1 0 0,0-1 0,12-8 0,-13 8-4,0 0 0,0 0 0,1 1 1,0 1-1,0-1 0,12-2 0,-11 40-167,-9-25 153,0-1-86,0 1 0,0-1 0,1 0 1,0 0-1,1 0 0,-1-1 0,10 10 1,-9-11-404,0 0 1,1-1-1,-1 0 1,1 0-1,0 0 0,0 0 1,0-1-1,7 2 1,-3-2-409,-1 0 1,0-1 0,1 0 0,-1-1-1,1 0 1,-1-1 0,1 0-1,0 0 1,-1-1 0,1 0-1,-1-1 1,0 0 0,16-6-1,-6 1 836,-1 0 0,0-2-1,21-13 1,-20 9 2725,0 0-1,26-24 1,-44 36-2567,0 0 0,0 0 0,0 1 0,0-1 0,0 0 0,0 0 0,0 0 0,0 0 0,-1-1 0,1 1-1,0 0 1,0 0 0,-1 0 0,1-1 0,-1 1 0,1 0 0,-1 0 0,0-1 0,1 1 0,-1-3 0,-1 3 12,1 1 0,-1-1-1,1 1 1,-1-1 0,0 0 0,1 1-1,-1 0 1,0-1 0,1 1 0,-1-1-1,0 1 1,0 0 0,1-1 0,-1 1-1,0 0 1,0 0 0,0 0-1,0 0 1,1 0 0,-1 0 0,0 0-1,0 0 1,-1 0 0,-5 1 287,0-1 0,1 1 0,-1 0 0,1 1 0,-1 0-1,1 0 1,-8 4 0,5-1-416,1 1 1,0 0-1,0 1 0,1 0 0,0 0 0,0 1 0,-7 9 1,11-13 1,0 0 0,1-1 0,0 1 1,-1 0-1,1 0 0,1 1 0,-1-1 1,1 0-1,0 1 0,0-1 1,0 0-1,0 1 0,1-1 0,0 1 1,0 0-1,0-1 0,0 1 0,2 6 1,-1-9-14,0 0 1,0-1-1,0 1 1,0 0-1,0-1 1,0 1-1,0-1 1,1 0-1,-1 1 1,1-1-1,-1 0 1,1 0-1,-1 0 1,1 0-1,-1 0 1,1 0-1,0 0 1,0-1-1,-1 1 1,1-1-1,0 1 1,0-1-1,0 0 1,2 1-1,54 0-220,-41-2 220,-4 1 9,-1-2 0,1 0 1,-1 0-1,0-1 1,0-1-1,0 0 0,0 0 1,0-1-1,-1-1 1,0 0-1,0-1 0,-1 1 1,0-2-1,0 0 1,0 0-1,-1-1 0,0 0 1,-1 0-1,12-18 1,-1-1 674,0-2 1,-2 0 0,-1-1 0,-2 0 0,20-66-1,-34 97-593,0 0 0,0 0 0,0 0 0,0 0 0,0 0 0,0 0 0,0 0 0,-1 0-1,1 0 1,0 0 0,0 0 0,0 0 0,0 0 0,0 0 0,0 0 0,0 0-1,-1 0 1,1 0 0,0 0 0,0 0 0,0 0 0,0 0 0,0 0 0,0 0 0,0 0-1,0 0 1,0-1 0,-1 1 0,1 0 0,0 0 0,0 0 0,0 0 0,0 0 0,0 0-1,0 0 1,0 0 0,0-1 0,0 1 0,-16 21 308,-18 36-548,21-32 175,1 1 0,2-1 0,0 2 0,2-1 1,1 2-1,1-1 0,1 0 0,-1 36 0,6-60-101,0 0 0,0 0 1,0 0-1,0 0 0,1-1 0,-1 1 0,1 0 0,0 0 0,0 0 0,0-1 0,0 1 1,0-1-1,1 1 0,-1-1 0,1 1 0,-1-1 0,1 0 0,0 0 0,0 1 0,0-1 1,0-1-1,0 1 0,1 0 0,-1-1 0,3 3 0,3-2-1032,-1 1 0,0-1-1,1 0 1,-1 0 0,1-1 0,-1 0-1,1-1 1,11 0 0,15 0-12117</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3.920"/>
    </inkml:context>
    <inkml:brush xml:id="br0">
      <inkml:brushProperty name="width" value="0.05" units="cm"/>
      <inkml:brushProperty name="height" value="0.05" units="cm"/>
      <inkml:brushProperty name="color" value="#E71224"/>
    </inkml:brush>
  </inkml:definitions>
  <inkml:trace contextRef="#ctx0" brushRef="#br0">1 1 14263,'0'0'8724,"125"9"-8724,-104 2-161,-2 0-1247,-5-2-1906,0 1-4449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4.295"/>
    </inkml:context>
    <inkml:brush xml:id="br0">
      <inkml:brushProperty name="width" value="0.05" units="cm"/>
      <inkml:brushProperty name="height" value="0.05" units="cm"/>
      <inkml:brushProperty name="color" value="#E71224"/>
    </inkml:brush>
  </inkml:definitions>
  <inkml:trace contextRef="#ctx0" brushRef="#br0">447 0 18040,'0'0'7817,"-9"15"-7539,-46 84 293,-70 179 0,41-82-443,26-77-100,-51 123-139,105-229 770,2-8-5285,1-20-75,1 15 4648,0-29-4622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34.734"/>
    </inkml:context>
    <inkml:brush xml:id="br0">
      <inkml:brushProperty name="width" value="0.05" units="cm"/>
      <inkml:brushProperty name="height" value="0.05" units="cm"/>
      <inkml:brushProperty name="color" value="#E71224"/>
    </inkml:brush>
  </inkml:definitions>
  <inkml:trace contextRef="#ctx0" brushRef="#br0">0 125 10917,'0'0'5989,"19"-11"-4457,-9 5-1259,5-2-39,-1 0 0,1 0 0,0 2 0,1 0 0,0 1 0,0 0 0,21-3 0,266-45-5,-301 53-222,-1 0 0,0 0-1,1 0 1,-1 0 0,1 0-1,-1 0 1,0 0 0,1 0-1,-1 1 1,0-1 0,0 0 0,1 1-1,-1 0 1,0-1 0,0 1-1,1-1 1,-1 1 0,0 0-1,0 0 1,0 0 0,0 0 0,0 0-1,0 0 1,0 0 0,-1 0-1,1 0 1,0 0 0,0 2-1,19 44 8,-4-8-32,-13-35-25,1 1 1,0-1 0,0 0 0,0-1 0,0 1 0,0-1-1,1 0 1,0 0 0,-1 0 0,1 0 0,0-1 0,0 0 0,1 0-1,-1 0 1,0-1 0,1 0 0,7 1 0,11 1 79,0-2 1,44-3-1,-20 0 1,-37 2-21,-1 0-1,0 0 0,1 1 1,-1 0-1,0 1 0,0 0 1,20 7-1,-10-3 21,1 0-1,0-2 1,0 0-1,1-2 1,-1 0-1,0-1 1,39-4 0,-4 1-477,-51 3-1531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206"/>
    </inkml:context>
    <inkml:brush xml:id="br0">
      <inkml:brushProperty name="width" value="0.05" units="cm"/>
      <inkml:brushProperty name="height" value="0.05" units="cm"/>
      <inkml:brushProperty name="color" value="#E71224"/>
    </inkml:brush>
  </inkml:definitions>
  <inkml:trace contextRef="#ctx0" brushRef="#br0">0 12 15943,'0'0'8594,"5"12"-8522,0 5-35,-1-1 0,-1 0 1,0 1-1,-1-1 0,-1 1 1,0 0-1,-1 0 0,-3 21 1,-3-10-3,4-20-29,0 0 1,0-1-1,1 1 0,0 0 0,0 0 1,1 0-1,0 0 0,1 0 0,-1 0 1,3 7-1,-2-14-3,1 0 1,-1 0-1,1-1 0,-1 1 1,1-1-1,-1 1 0,1-1 1,-1 0-1,1 1 1,-1-1-1,1 0 0,-1 0 1,1 0-1,-1 0 1,1-1-1,0 1 0,-1 0 1,1-1-1,2 0 0,-2 1 13,7-3 2,0 0 0,0 0 0,-1-1 0,1 0 1,-1 0-1,0-1 0,-1 0 0,1-1 0,-1 0 1,0 0-1,10-10 0,7-10 2,33-47 0,-31 27 35,-12 25-32,-13 24-31,0-1 1,0 1-1,0 0 1,0 0-1,0 0 0,-1-1 1,0 1-1,1 0 1,-1 0-1,0 0 1,-1 5-1,2 0 47,-1 9-93,2 1 0,0-1-1,1 1 1,9 31 0,-11-46 41,0 0 0,0-1-1,0 1 1,0-1 0,0 1 0,0-1 0,1 1-1,-1-1 1,1 0 0,0 0 0,0 1 0,0-1-1,0-1 1,0 1 0,0 0 0,0 0-1,1-1 1,-1 1 0,0-1 0,1 0 0,0 0-1,-1 0 1,1 0 0,0 0 0,-1-1 0,1 1-1,0-1 1,0 1 0,-1-1 0,1 0-1,0 0 1,0-1 0,-1 1 0,1 0 0,0-1-1,0 0 1,-1 1 0,1-1 0,4-3 0,0 1 20,-1-1 0,0 1 0,0-2 0,0 1 0,-1-1 1,1 1-1,-1-1 0,0-1 0,-1 1 0,1-1 0,-1 0 0,0 0 1,0 0-1,-1-1 0,4-10 0,-1 3 21,-1 0 0,0-1 0,-1 0 0,-1 0-1,0 0 1,1-22 0,-4 29-141,0-36 390,1 43-336,-1 0 0,0 0-1,0 0 1,0 0 0,0 0 0,0 0 0,0 0 0,0 0 0,-1-1 0,1 1 0,0 0 0,0 0 0,-1 0-1,1 0 1,-1 0 0,1 1 0,-1-1 0,1 0 0,-1 0 0,0 0 0,1 0 0,-1 0 0,0 1 0,0-1-1,0 0 1,1 1 0,-1-1 0,-1 0 0,1 1-118,0 1-1,1-1 1,-1 0-1,1 1 1,-1-1-1,1 0 1,0 1 0,-1-1-1,1 1 1,-1-1-1,1 1 1,0-1-1,-1 1 1,1-1 0,0 1-1,0 0 1,-1-1-1,1 1 1,0-1 0,0 1-1,0-1 1,0 1-1,0 0 1,0-1-1,0 1 1,0 0 0,-1 3-836,-3 19-3898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550"/>
    </inkml:context>
    <inkml:brush xml:id="br0">
      <inkml:brushProperty name="width" value="0.05" units="cm"/>
      <inkml:brushProperty name="height" value="0.05" units="cm"/>
      <inkml:brushProperty name="color" value="#E71224"/>
    </inkml:brush>
  </inkml:definitions>
  <inkml:trace contextRef="#ctx0" brushRef="#br0">0 1 14503,'0'0'8772,"33"109"-8740,-33-78-32,0-1-785,0-4-959,0-8-1346,0-6-2192</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0.923"/>
    </inkml:context>
    <inkml:brush xml:id="br0">
      <inkml:brushProperty name="width" value="0.05" units="cm"/>
      <inkml:brushProperty name="height" value="0.05" units="cm"/>
      <inkml:brushProperty name="color" value="#E71224"/>
    </inkml:brush>
  </inkml:definitions>
  <inkml:trace contextRef="#ctx0" brushRef="#br0">1 45 11861,'0'0'8031,"22"-9"-6884,74-23-304,-94 32-812,1-1 0,-1 0 0,1 1 0,-1-1 0,0 1 0,1 0 0,-1-1 0,1 1-1,-1 1 1,1-1 0,-1 0 0,0 0 0,1 1 0,-1 0 0,1-1 0,-1 1 0,0 0 0,0 0 0,1 0 0,-1 0 0,0 1 0,0-1 0,0 1 0,0-1-1,-1 1 1,1-1 0,0 1 0,-1 0 0,1 0 0,-1 0 0,1 0 0,-1 0 0,0 0 0,0 1 0,0-1 0,0 0 0,0 1 0,-1-1 0,1 0 0,-1 1-1,1-1 1,-1 3 0,1 3-28,0-1-1,-1 1 1,0-1-1,0 0 1,-1 1-1,0-1 1,0 0-1,-1 0 1,0 1-1,-5 12 1,-17 14-905,23-34 547,2-2 230,13-21 289,0 1 0,1 0-1,2 1 1,0 1 0,30-28 0,-35 35 126,-12 13-243,0-1 0,1 1 1,-1-1-1,0 1 1,1-1-1,-1 1 0,1-1 1,-1 1-1,0-1 1,1 1-1,-1-1 0,1 1 1,-1 0-1,1-1 1,0 1-1,-1 0 0,1 0 1,-1-1-1,1 1 1,0 0-1,-1 0 0,1 0 1,-1-1-1,1 1 1,0 0-1,-1 0 0,2 0 1,-1 17 1069,-1-4-1446,-2 20 472,-8 46-1,5-46-2123,-1 47 1,6-79 1790,0 0-1,0 0 1,0 0 0,0 0 0,0 0-1,0 0 1,0 0 0,0 0 0,0 0 0,1 0-1,-1 0 1,0 0 0,1 0 0,-1 0-1,1 0 1,-1 0 0,1 0 0,-1 0-1,1-1 1,0 1 0,-1 0 0,1 0-1,0-1 1,0 1 0,0 0 0,-1-1 0,1 1-1,0-1 1,0 1 0,0-1 0,0 0-1,0 1 1,0-1 0,0 0 0,1 1-1,25 2-6094</inkml:trace>
  <inkml:trace contextRef="#ctx0" brushRef="#br0" timeOffset="1">579 158 12614,'0'0'12421,"35"37"-12116,-33-8-305,-2 1 32,0 0 32,0-5-64,0-2-1281,0-7-1328,0-5-561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1.297"/>
    </inkml:context>
    <inkml:brush xml:id="br0">
      <inkml:brushProperty name="width" value="0.05" units="cm"/>
      <inkml:brushProperty name="height" value="0.05" units="cm"/>
      <inkml:brushProperty name="color" value="#E71224"/>
    </inkml:brush>
  </inkml:definitions>
  <inkml:trace contextRef="#ctx0" brushRef="#br0">0 179 16135,'0'0'6707,"23"-4"-6098,178-25 119,-199 29-787,9-1-49,0-1 0,0 0 1,22-6-1,-32 7-181,0 1 0,1-1 0,-1 1 0,0-1 0,0 0 1,1 1-1,-1-1 0,0 0 0,0 0 0,0 0 0,0 0 0,0 0 0,0 0 0,0 0 1,0 0-1,-1-1 0,2-1 0,-2 2-254,0 0 0,0-1-1,0 1 1,0 0 0,0-1 0,0 1 0,-1 0 0,1-1 0,0 1-1,-1 0 1,1 0 0,-1 0 0,1-1 0,-1 1 0,0 0-1,1 0 1,-1 0 0,0 0 0,0 0 0,0 0 0,0 0-1,0 0 1,-1-1 0,-25-21-1841,-2 0 6947,-20-17 9860,48 57-11299,0-3-3123,3 142 1405,-1-78-2534,0 0-4230,-1-53-79</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2.050"/>
    </inkml:context>
    <inkml:brush xml:id="br0">
      <inkml:brushProperty name="width" value="0.05" units="cm"/>
      <inkml:brushProperty name="height" value="0.05" units="cm"/>
      <inkml:brushProperty name="color" value="#E71224"/>
    </inkml:brush>
  </inkml:definitions>
  <inkml:trace contextRef="#ctx0" brushRef="#br0">1 0 17688,'0'0'8898,"1"5"-8458,4 25-354,-2-1 1,-1 1 0,-1 0-1,-3 30 1,0 5-253,2-65 145,0 1 1,0-1 0,0 1 0,0-1 0,0 1 0,0-1 0,0 1 0,0-1 0,0 0 0,0 1 0,1-1 0,-1 1-1,0-1 1,0 1 0,0-1 0,1 0 0,-1 1 0,0-1 0,1 1 0,-1-1 0,0 0 0,1 1 0,-1-1 0,0 0 0,1 0-1,-1 1 1,1-1 0,-1 0 0,0 0 0,1 0 0,-1 1 0,1-1 0,-1 0 0,1 0 0,21-4-133,18-18 224,88-108 540,-123 165-768,-5-26 131,1 0 1,1 0-1,-1 0 1,2 0-1,-1 0 1,7 14-1,-8-20 5,0-1 1,1 1-1,0-1 0,-1 1 0,1-1 0,0 1 1,0-1-1,1 0 0,-1 0 0,0 0 0,1 0 0,-1-1 1,1 1-1,0-1 0,-1 1 0,1-1 0,0 0 0,0 0 1,0 0-1,0 0 0,0-1 0,0 1 0,0-1 1,3 0-1,-1 1 20,0-1 0,0 0 0,0-1 1,0 0-1,0 1 0,0-1 1,0-1-1,0 1 0,0-1 0,0 0 1,-1 0-1,1 0 0,-1-1 0,1 1 1,4-5-1,-4 2 40,1-1 1,-2 1-1,1-1 1,-1 0-1,0 0 0,0 0 1,0 0-1,-1-1 0,0 0 1,3-9-1,-3 4-38,0 0 0,-2 1 0,1-1-1,-1 0 1,-2-22 0,1 15-745,-1 47-19156,24-14 18017,26-2 4571,-17-4-30,-16-4-1426,0 1 410,-1 0-1,1 1 1,19 10 0,-32-15-1437,0 1 0,0 0-1,-1-1 1,1 1 0,0 0 0,-1 0 0,1 1 0,-1-1 0,0 0 0,0 1 0,0 0 0,0-1 0,0 1 0,-1 0 0,1 0 0,-1 0 0,0 0 0,1 0 0,-1 0 0,-1 0 0,1 0 0,0 7 0,-1-2-160,-1 0 1,-1 0 0,1 0-1,-1 0 1,-1-1-1,1 1 1,-1-1 0,-1 1-1,1-1 1,-1 0-1,0 0 1,-1-1 0,-10 13-1,-9 14 26,24-33-70,0 1-1,-1-1 1,1 0-1,0 1 1,-1-1-1,1 1 0,0-1 1,0 1-1,-1-1 1,1 0-1,0 1 1,0-1-1,0 1 0,-1-1 1,1 1-1,0-1 1,0 1-1,0-1 0,0 1 1,0 0-1,0-1 1,0 1-1,0-1 1,0 1-1,0-1 0,1 1 1,-1-1-1,0 1 1,0-1-1,0 0 1,1 1-1,-1-1 0,0 1 1,0-1-1,1 1 1,-1-1-1,0 0 1,1 1-1,-1-1 0,1 0 1,-1 1-1,0-1 1,1 0-1,0 1 1,33 3 39,-21-6-30,1 1-1,-1-2 1,20-5 0,54-23-1478,-29 12-4313,-13 6-4405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2.801"/>
    </inkml:context>
    <inkml:brush xml:id="br0">
      <inkml:brushProperty name="width" value="0.05" units="cm"/>
      <inkml:brushProperty name="height" value="0.05" units="cm"/>
      <inkml:brushProperty name="color" value="#E71224"/>
    </inkml:brush>
  </inkml:definitions>
  <inkml:trace contextRef="#ctx0" brushRef="#br0">3 48 16520,'0'0'8585,"0"-9"-7753,-1-30-173,1 89-17,-1-30-615,1 0 0,1 1 0,0-1 0,2 1 0,0-1 1,2 0-1,0-1 0,10 27 0,-14-44-39,0 1 0,1 0 1,-1-1-1,1 1 0,-1-1 1,1 1-1,0-1 0,0 0 1,0 0-1,0 0 0,0 0 0,1 0 1,-1 0-1,1 0 0,-1-1 1,1 0-1,0 1 0,-1-1 0,1 0 1,0 0-1,0 0 0,0-1 1,0 1-1,0-1 0,-1 1 0,1-1 1,0 0-1,0 0 0,0 0 1,0-1-1,0 1 0,0-1 1,0 0-1,0 1 0,3-3 0,-4 2 18,1 0-1,0 0 1,-1-1-1,1 1 1,-1-1-1,1 0 1,-1 0-1,0 0 1,0 0-1,0 0 1,0 0-1,0 0 1,2-5-1,24-39 38,-20 33-96,2-3 167,-1 0-1,-1-1 1,0 0 0,8-31-1,-17 82-158,-1-16 19,1 1-1,2-1 1,3 36-1,-3-51 12,-1 0-1,0 0 1,1-1-1,0 1 1,0 0-1,-1-1 1,2 1-1,-1-1 1,0 1 0,0-1-1,1 1 1,-1-1-1,1 0 1,0 0-1,0 0 1,0 0-1,0 0 1,0 0-1,0 0 1,0-1-1,1 1 1,-1-1-1,1 1 1,-1-1-1,1 0 1,-1 0 0,1 0-1,0-1 1,-1 1-1,1 0 1,0-1-1,4 0 1,-1 0 26,0 0 1,1-1 0,-1 0 0,0 0-1,0 0 1,0-1 0,0 0-1,0 0 1,0-1 0,-1 1-1,11-7 1,-13 6-15,0 1-1,0 0 1,0-1 0,-1 0-1,1 0 1,-1 0-1,1 0 1,-1 0 0,0 0-1,0-1 1,0 1 0,-1-1-1,1 1 1,-1-1-1,0 0 1,0 1 0,0-1-1,0 0 1,-1 0-1,1-6 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271"/>
    </inkml:context>
    <inkml:brush xml:id="br0">
      <inkml:brushProperty name="width" value="0.05" units="cm"/>
      <inkml:brushProperty name="height" value="0.05" units="cm"/>
      <inkml:brushProperty name="color" value="#E71224"/>
    </inkml:brush>
  </inkml:definitions>
  <inkml:trace contextRef="#ctx0" brushRef="#br0">0 17 13110,'0'0'11504,"9"-5"-11013,-7 3-467,1 1-1,0-1 1,0 1 0,-1 0 0,1 0 0,0 0 0,0 0-1,0 1 1,0-1 0,0 1 0,0-1 0,0 1 0,1 0-1,-1 0 1,0 1 0,0-1 0,0 1 0,0-1-1,4 2 1,-1 1 3,1 1 0,-1-1 0,0 1 0,0 0 1,0 0-1,-1 1 0,1 0 0,-1 0 0,6 7 0,-6-7-15,0 1-1,-1-1 1,0 0 0,0 1-1,-1 0 1,0 0 0,0 0-1,0 1 1,0-1 0,-1 1 0,0-1-1,-1 1 1,1 0 0,-1-1-1,-1 1 1,1 0 0,-1 0-1,0 0 1,-1 0 0,-2 13 0,0-10-65,-1 1 1,0-1 0,-1 0 0,1-1 0,-2 1 0,1-1 0,-2 0-1,1 0 1,-1-1 0,0 1 0,-1-2 0,-10 9 0,15-13-74,-20 18-458,17-14-48,14-10-475,41-27 1268,-1-3 0,-2-1 1,-1-3-1,41-43 1,-21 20 1701,-63 97-777,-6-13-981,-1 0-1,0-1 1,-13 31 0,-8 35-2873,19-26-5632,7-51 650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615"/>
    </inkml:context>
    <inkml:brush xml:id="br0">
      <inkml:brushProperty name="width" value="0.05" units="cm"/>
      <inkml:brushProperty name="height" value="0.05" units="cm"/>
      <inkml:brushProperty name="color" value="#E71224"/>
    </inkml:brush>
  </inkml:definitions>
  <inkml:trace contextRef="#ctx0" brushRef="#br0">5 0 12966,'0'0'9508,"16"6"-8809,47 21-309,-62-26-384,0-1 0,0 1 0,0 0 0,0-1 0,0 1 0,0 0 0,0 0 0,-1-1 0,1 1-1,0 0 1,0 0 0,-1 0 0,1 0 0,0 0 0,-1 0 0,1 0 0,-1 1 0,0-1 0,1 0 0,-1 0 0,0 0 0,0 0 0,1 0 0,-1 1 0,0-1 0,0 0 0,0 0 0,-1 0 0,1 1 0,0-1 0,0 0 0,-1 0 0,1 0 0,0 0 0,-1 0 0,1 0 0,-2 2 0,-24 29 27,23-30-26,-13 12-17,11-11-47,1 0 1,0 0 0,1 0-1,-1 0 1,0 1-1,1-1 1,0 1-1,-1 0 1,2 0-1,-1 0 1,0 1-1,1-1 1,-3 8-1,8-11 51,0 0 0,1 0 0,-1-1 0,1 1 0,-1-1 0,0 1-1,1-1 1,-1 0 0,1 0 0,4-1 0,-2 1 17,17-1-24,1 0-1,-1-2 1,35-8-1,25-17-4377,-54 14-755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3.945"/>
    </inkml:context>
    <inkml:brush xml:id="br0">
      <inkml:brushProperty name="width" value="0.05" units="cm"/>
      <inkml:brushProperty name="height" value="0.05" units="cm"/>
      <inkml:brushProperty name="color" value="#E71224"/>
    </inkml:brush>
  </inkml:definitions>
  <inkml:trace contextRef="#ctx0" brushRef="#br0">1 171 15527,'0'0'2206,"18"-3"-634,307-9 2368,-323 12-4144,-1 0 1,1 0-1,0 0 0,0 0 0,-1 0 0,1 0 1,0 0-1,-1-1 0,1 1 0,0 0 0,-1-1 0,1 0 1,-1 1-1,1-1 0,-1 0 0,1 0 0,-1 0 1,1 0-1,0-1 0,-1 1-52,-1 0 0,1 0 1,-1 0-1,0 0 0,0 0 0,1 0 0,-1 0 0,0 0 1,0 0-1,0 0 0,0 0 0,0 0 0,-1 0 1,1 0-1,0 0 0,0 0 0,-1 0 0,1 0 1,0 0-1,-1 0 0,1 0 0,-2-1 0,-23-30-4337,7 16 5783,-3-2 336,16 12-613,0 1-1,-1 0 1,1 0 0,-1 0 0,-1 1 0,1 0 0,0 0-1,-1 0 1,0 1 0,0 0 0,0 0 0,-11-2 0,17 6-825,0-1 0,0 0 1,0 1-1,1-1 1,-1 1-1,0-1 1,0 1-1,0 0 0,0-1 1,1 1-1,-1 0 1,0-1-1,1 1 1,-1 0-1,1 0 0,-1 0 1,1 0-1,-1 0 1,1-1-1,-1 1 0,1 0 1,0 0-1,0 0 1,-1 0-1,1 0 1,0 0-1,0 2 0,-4 35 252,4-31-71,-1 89 299,-2 20-800,-10-40-4397,5-46-901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4.681"/>
    </inkml:context>
    <inkml:brush xml:id="br0">
      <inkml:brushProperty name="width" value="0.05" units="cm"/>
      <inkml:brushProperty name="height" value="0.05" units="cm"/>
      <inkml:brushProperty name="color" value="#E71224"/>
    </inkml:brush>
  </inkml:definitions>
  <inkml:trace contextRef="#ctx0" brushRef="#br0">1 16 20217,'0'0'6470,"0"19"-6334,0 144-107,0-163-40,0 1-1,0-1 0,0 1 0,0-1 0,0 1 1,1-1-1,-1 1 0,0-1 0,0 1 0,0-1 1,1 0-1,-1 1 0,0-1 0,1 1 0,-1-1 1,0 0-1,1 1 0,-1-1 0,0 0 0,1 1 1,-1-1-1,1 0 0,-1 0 0,1 0 0,-1 1 1,1-1-1,-1 0 0,1 0 0,-1 0 0,1 0 1,0 0-1,24 1-86,21-12 74,2-18 1,-42 24 32,1 1-1,-1-1 1,1 1-1,0 0 0,0 1 1,0 0-1,1 0 1,-1 0-1,1 1 0,14-2 1,-20 4-17,1 1 1,-1 0-1,0 0 1,1 1 0,-1-1-1,0 0 1,0 1-1,0-1 1,0 1-1,0 0 1,0 0-1,-1-1 1,1 1 0,0 0-1,-1 1 1,1-1-1,1 4 1,-1-2 4,0-1 1,1 0 0,-1 1 0,1-1-1,-1 0 1,1-1 0,0 1-1,4 2 1,-2-3 16,-1 0 0,1 0-1,0-1 1,0 0 0,0 0 0,0 0-1,0 0 1,0-1 0,0 0 0,0 0 0,0 0-1,0-1 1,0 0 0,0 0 0,0 0-1,0 0 1,0-1 0,-1 0 0,1 0 0,-1 0-1,1 0 1,-1-1 0,0 0 0,0 0-1,0 0 1,0 0 0,4-6 0,-2 4 55,-1 0 1,0-1 0,0 0-1,-1 0 1,0 0-1,0-1 1,0 1-1,-1-1 1,0 0 0,0 0-1,-1 0 1,0 0-1,0-1 1,-1 1-1,1 0 1,-2-1 0,1-12-1,-1 19-29,0-1 0,-1 0 0,1 1 1,0-1-1,-1 1 0,1-1 0,-1 1 0,0-1 0,1 1 0,-1-1 0,0 1 1,0-1-1,0 1 0,-1-2 0,1 2-230,0 0-1,0 1 1,1-1-1,-1 1 1,0-1-1,0 1 1,0 0-1,0-1 1,1 1-1,-1 0 1,0-1 0,0 1-1,0 0 1,0 0-1,0 0 1,0 0-1,0 0 1,-2 0 0,2 0-201,-1 1 1,1-1-1,-1 1 1,1-1 0,-1 1-1,1 0 1,0 0 0,-1 0-1,1 0 1,0 0-1,0 0 1,0 0 0,-1 0-1,1 0 1,0 0 0,1 1-1,-1-1 1,0 0 0,0 1-1,0-1 1,1 1-1,-1-1 1,1 0 0,-1 1-1,1 0 1,0-1 0,0 1-1,-1 2 1,1-3 303,0 1 1,1-1-1,-1 1 0,0-1 1,1 0-1,-1 1 1,0-1-1,1 1 0,0-1 1,-1 0-1,1 1 1,0-1-1,0 0 0,0 0 1,-1 0-1,1 0 0,0 0 1,1 0-1,-1 0 1,0 0-1,0 0 0,0 0 1,1 0-1,-1-1 1,0 1-1,1 0 0,1 0 1,50 15 3347,-18-6-1512,-29-7-1394,0 0-1,0 0 1,0 0 0,0 1-1,-1 0 1,1 1 0,-1-1 0,0 1-1,-1 0 1,1 0 0,5 8-1,-8-9-311,1 0 0,-1 0-1,0 0 1,-1 1-1,1-1 1,-1 0 0,0 1-1,0-1 1,0 1 0,0-1-1,-1 1 1,0-1 0,0 1-1,0-1 1,0 1-1,-1 0 1,0-1 0,-1 6-1,1-9-52,0 1 0,1 0 0,-1 0 0,0 0 0,-1 0 0,1-1 0,0 1 0,0-1 0,-1 1 0,1-1 0,-1 1 0,1-1 0,-1 0 0,0 1-1,-2 0 1,2 0 1,-1-1-1,1 1 1,-1 0-1,1 1 1,0-1-1,0 0 1,-1 0-1,2 1 1,-3 3-1,3-5 117,18-13 1339,-5 1-911,-5 4-255,0 0 0,0 0-1,1 1 1,0 0 0,0 1-1,0 0 1,1 0 0,-1 0-1,10-2 1,-17 7-280,0 0 0,0 1 0,0-1 0,0 0 0,0 1 0,0-1 0,0 1 0,0-1 0,0 1 0,-1 0 0,1-1 0,0 1 0,0 0 0,-1 0 0,1 0-1,0-1 1,-1 1 0,1 0 0,-1 0 0,1 0 0,-1 0 0,1 0 0,-1 0 0,0 0 0,0 0 0,1 0 0,-1 0 0,0 0 0,0 0 0,0 0 0,0 0 0,0 0 0,0 0 0,0 1 0,-1 0 0,-1 45-186,2-45 173,-2 7-525,0 0-1,-1-1 1,-1 1-1,1-1 1,-1 1-1,-1-1 1,1-1 0,-1 1-1,-1 0 1,0-1-1,-8 8 1,4-2-1554,-5 6-2806</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5.336"/>
    </inkml:context>
    <inkml:brush xml:id="br0">
      <inkml:brushProperty name="width" value="0.05" units="cm"/>
      <inkml:brushProperty name="height" value="0.05" units="cm"/>
      <inkml:brushProperty name="color" value="#E71224"/>
    </inkml:brush>
  </inkml:definitions>
  <inkml:trace contextRef="#ctx0" brushRef="#br0">38 48 15479,'0'0'7646,"23"-8"-6995,78-24-40,-94 30-561,-1 0 0,1 1-1,-1 0 1,1 0 0,0 0-1,-1 1 1,1 0 0,0 1-1,0-1 1,-1 1 0,1 1-1,-1-1 1,1 1 0,-1 0 0,0 0-1,1 1 1,-1 0 0,0 0-1,-1 0 1,1 1 0,-1 0-1,1 0 1,6 7 0,-11-9-51,0-1 1,0 1-1,1-1 1,-1 1-1,-1 0 1,1-1-1,0 1 1,0 0-1,-1 0 1,1 0-1,-1 0 1,1-1-1,-1 1 1,0 0-1,0 0 1,0 0-1,0 0 1,0 0-1,0 0 1,0 0-1,-1-1 1,1 1-1,-1 0 1,1 0-1,-1 0 1,0 0-1,1-1 1,-1 1-1,0 0 1,0-1-1,-1 1 1,1-1-1,0 1 1,0-1-1,-1 0 1,-1 2-1,-7 5-28,0 0-1,-1-1 1,0 0-1,-19 8 1,-10 7-224,39-21 244,-1 0 1,0 1-1,1-1 1,-1 1-1,1-1 1,0 1-1,-1-1 0,1 1 1,0 0-1,0 0 1,0 0-1,0 0 1,0 0-1,1-1 1,-1 1-1,0 1 0,1-1 1,0 0-1,-1 0 1,1 0-1,0 0 1,0 0-1,0 0 1,0 0-1,1 0 1,-1 0-1,0 0 0,1 0 1,-1 0-1,1 0 1,0 0-1,0 0 1,0 0-1,0 0 1,0 0-1,0-1 0,1 1 1,-1 0-1,0-1 1,3 3-1,7 7 19,1 0-1,0 0 1,0-2 0,19 12-1,-12-8-26,-10-6 25,31 25-61,-38-30 67,0-1 0,0 1 1,0 0-1,-1 1 0,1-1 1,-1 0-1,1 0 0,-1 1 1,0-1-1,0 1 0,0-1 1,0 1-1,0-1 0,-1 1 0,2 4 1,-3-6 4,1 0 0,-1 0-1,1 0 1,0 0 0,-1 0 0,0-1 0,1 1 0,-1 0 0,0 0-1,1 0 1,-1 0 0,0-1 0,0 1 0,1 0 0,-1-1 0,0 1 0,0-1-1,0 1 1,0-1 0,0 1 0,0-1 0,0 0 0,0 1 0,0-1-1,0 0 1,0 0 0,0 0 0,0 0 0,0 0 0,-2 0 0,-41 2 232,35-2-209,4 0-52,-126-6 96,116 5-470,0-2-1,0 0 1,1 0-1,-1-2 1,1 1-1,-23-13 1,36 17 159,-1-1 0,1 0-1,-1 0 1,1 0 0,-1 0 0,1 0 0,0 0 0,-1 0-1,1 0 1,0-1 0,0 1 0,0 0 0,0-1-1,0 1 1,0-1 0,0 1 0,1-1 0,-1 0-1,0 1 1,1-1 0,-1 0 0,1 1 0,0-1 0,0 0-1,0 0 1,-1 1 0,1-1 0,1 0 0,-1 0-1,0 1 1,0-1 0,1 0 0,-1 1 0,1-1 0,-1 0-1,2-1 1,19-25-6519</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5.711"/>
    </inkml:context>
    <inkml:brush xml:id="br0">
      <inkml:brushProperty name="width" value="0.05" units="cm"/>
      <inkml:brushProperty name="height" value="0.05" units="cm"/>
      <inkml:brushProperty name="color" value="#E71224"/>
    </inkml:brush>
  </inkml:definitions>
  <inkml:trace contextRef="#ctx0" brushRef="#br0">0 69 14967,'0'0'2833,"18"-7"-354,-1 1-1872,0 0 0,1 2 0,-1 0 0,1 1 0,0 0 0,20 1 0,-34 1-518,1 1 0,0 0-1,0 1 1,0-1 0,0 1 0,-1 0-1,1 0 1,0 0 0,-1 1-1,1-1 1,-1 1 0,1 0-1,-1 1 1,0-1 0,0 1-1,0 0 1,0 0 0,0 0 0,-1 0-1,1 1 1,-1-1 0,0 1-1,0 0 1,0 0 0,-1 0-1,1 1 1,-1-1 0,0 0-1,0 1 1,-1 0 0,1-1 0,0 8-1,-1-6-89,0-1 0,0 0 0,-1 0 0,0 0 0,0 0-1,0 1 1,0-1 0,-1 0 0,0 0 0,-3 9 0,4-12-53,-1 0 1,0 0-1,-1 0 1,1-1-1,0 1 1,0 0-1,-1 0 1,1-1-1,-1 1 1,0-1-1,1 1 1,-1-1-1,0 0 1,0 0-1,0 0 1,0 0 0,0 0-1,0 0 1,0 0-1,0-1 1,0 1-1,0-1 1,0 1-1,0-1 1,-1 0-1,1 0 1,-3 0-1,4 0 50,1-1-1,-1 1 0,1-1 0,-1 1 1,1 0-1,-1-1 0,1 0 1,-1 1-1,1-1 0,-1 1 0,1-1 1,0 0-1,-1 1 0,1-1 1,0 1-1,0-1 0,-1 0 1,1 0-1,0 1 0,0-1 0,0 0 1,0 1-1,0-1 0,0 0 1,0 0-1,0 1 0,0-1 0,0 0 1,0 1-1,1-2 0,3-22 66,4 8 46,0-1 0,2 2 0,0-1 0,0 1 0,2 1 0,0 0 0,0 0-1,1 1 1,1 1 0,25-17 0,-39 28-95,0 1-1,0 0 1,1-1-1,-1 1 1,0 0-1,0 0 1,1-1-1,-1 1 1,0 0-1,0 0 1,1 0-1,-1-1 1,0 1-1,1 0 1,-1 0-1,0 0 1,1 0-1,-1 0 1,0 0-1,1 0 1,-1-1-1,0 1 0,1 0 1,-1 0-1,0 0 1,1 0-1,-1 1 1,0-1-1,1 0 1,-1 0-1,0 0 1,1 0-1,-1 0 1,0 0-1,1 0 1,-1 1-1,0-1 1,1 0-1,-1 0 1,0 0-1,0 1 1,1-1-1,-1 0 1,0 0-1,0 1 1,1-1-1,-1 0 1,0 1-1,0-1 0,0 0 1,0 1-1,1-1 1,-4 28 23,-16 34-147,18-61 125,-1 5-63,-28 87-699,21-29-4767,13-44 855,11-7-2436</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104"/>
    </inkml:context>
    <inkml:brush xml:id="br0">
      <inkml:brushProperty name="width" value="0.05" units="cm"/>
      <inkml:brushProperty name="height" value="0.05" units="cm"/>
      <inkml:brushProperty name="color" value="#E71224"/>
    </inkml:brush>
  </inkml:definitions>
  <inkml:trace contextRef="#ctx0" brushRef="#br0">198 1 13206,'0'0'9983,"16"9"-9478,50 28-308,-64-36-193,0 0 0,-1 1 0,1-1 0,0 0 0,-1 1 1,0-1-1,1 1 0,-1 0 0,0-1 0,0 1 0,0 0 0,0 0 0,0 0 0,0 0 0,-1 0 0,1 0 1,0 0-1,-1 0 0,0 0 0,1 0 0,-1 0 0,0 0 0,0 0 0,0 0 0,-1 0 0,1 0 1,0 0-1,-2 4 0,1-2 9,-1 1 1,0-1 0,1 0 0,-2 0 0,1 0-1,0 0 1,-1 0 0,-5 5 0,-14 12-6,18-19-24,1 0 0,0 1 1,-1 0-1,1-1 0,1 1 0,-1 1 0,0-1 0,1 0 0,-1 1 0,1-1 0,0 1 0,0 0 1,1-1-1,-1 1 0,1 0 0,0 0 0,0 0 0,-1 8 0,-2 97 208,4-108-190,-1 1 0,1-1 0,0 0 0,-1 1-1,1-1 1,-1 0 0,0 1 0,1-1 0,-1 0 0,0 0-1,0 0 1,0 1 0,0-1 0,0 0 0,0 0 0,0 0-1,0-1 1,0 1 0,0 0 0,-1 0 0,1 0 0,0-1-1,-1 1 1,1-1 0,0 1 0,-1-1 0,1 0 0,-1 1-1,1-1 1,-3 0 0,-52 3 26,47-3-22,-51-6-963,57 6 661,1-1 1,-1 0-1,1 1 1,-1-1-1,1 0 1,0 0-1,-1 0 0,1-1 1,0 1-1,0-1 1,0 1-1,0-1 1,0 1-1,0-1 1,0 0-1,0 0 0,1 0 1,-1 0-1,1 0 1,-1-1-1,0-2 1,0-12-4796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495"/>
    </inkml:context>
    <inkml:brush xml:id="br0">
      <inkml:brushProperty name="width" value="0.05" units="cm"/>
      <inkml:brushProperty name="height" value="0.05" units="cm"/>
      <inkml:brushProperty name="color" value="#E71224"/>
    </inkml:brush>
  </inkml:definitions>
  <inkml:trace contextRef="#ctx0" brushRef="#br0">1 149 16904,'0'0'2147,"20"-1"-268,272 1 1765,-182 0-6067,-109 0 2265,0 0-1,0 0 0,0 0 1,0 0-1,0 0 0,-1 0 1,1-1-1,0 1 1,0 0-1,0 0 0,0-1 1,0 1-1,-1-1 0,1 1 1,0-1-1,0 1 0,-1-1 1,1 1-1,0-1 0,-1 0 1,1 1-1,-1-1 0,1 0 1,-1 1-1,1-1 0,-1 0 1,1 0-1,-1 1 0,0-1 1,1 0-1,-1 0 0,0 0 1,0 0-1,0 0 0,1 1 1,-1-1-1,0 0 0,0 0 1,0 0-1,-1 0 0,1 0 1,0 0-1,0 0 0,0 1 1,-1-1-1,1 0 0,0 0 1,-1 0-1,1 1 0,-1-2 1,-1-3-320,0 1 0,-1-1 0,1 1 0,-1 0 0,0 0 0,0 0 1,-7-6-1,1 2 191,-54-40 4715,59 45-3763,-1 1-1,1-1 1,-1 1 0,0 0-1,0 0 1,0 1 0,0 0-1,0 0 1,0 0 0,0 0-1,0 1 1,-11 0 0,14 0-571,0 1 0,0 0 0,0 0-1,1 0 1,-1 0 0,0 0 0,0 0 0,0 0 0,1 0 0,-1 1 0,0-1 0,1 1 0,-1-1 0,1 1 0,0-1 0,0 1 0,-1 0 0,1 0 0,0 0 0,0 0 0,1 0 0,-1 0 0,-1 4 0,-10 54 620,11-55-634,-17 168 436,17-142-3148,5 52-1,3-49-1974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6.922"/>
    </inkml:context>
    <inkml:brush xml:id="br0">
      <inkml:brushProperty name="width" value="0.05" units="cm"/>
      <inkml:brushProperty name="height" value="0.05" units="cm"/>
      <inkml:brushProperty name="color" value="#E71224"/>
    </inkml:brush>
  </inkml:definitions>
  <inkml:trace contextRef="#ctx0" brushRef="#br0">144 0 16359,'0'0'8885,"3"6"-8779,-2 3-84,1 1-1,-1-1 1,0 0-1,-1 1 1,0-1-1,-1 0 1,0 1-1,0-1 1,-1 0-1,0 1 1,-4 8-1,2-4-198,-1 0 0,0 0 0,-1 0 0,-1-1 0,0 0 0,-16 21-1,22-32-272,27-5 346,-11-1 126,4 0-22,0 0-1,1 1 0,-1 1 1,33 1-1,-49 0-4,0 2 0,0-1-1,1 0 1,-1 1 0,0-1 0,0 1-1,0 0 1,0 0 0,0 0 0,-1 0 0,1 0-1,0 1 1,0 0 0,-1-1 0,1 1 0,-1 0-1,1 0 1,-1 0 0,0 1 0,0-1 0,0 0-1,0 1 1,0-1 0,-1 1 0,1 0-1,-1 0 1,0-1 0,1 1 0,-1 0 0,-1 0-1,1 0 1,0 0 0,-1 0 0,1 1 0,-1-1-1,0 5 1,-1-5 8,1-1 0,-1 0-1,0 0 1,1 0 0,-1 0 0,0 0 0,0 0-1,0 0 1,-1 0 0,1 0 0,0-1-1,-1 1 1,1 0 0,-1-1 0,0 1-1,1-1 1,-1 1 0,0-1 0,0 0 0,0 0-1,0 0 1,0 0 0,0 0 0,0 0-1,0-1 1,0 1 0,-1-1 0,1 1-1,0-1 1,-4 0 0,-11 3 9,-1-1 0,-30-1 1,39-2-21,-31 3-148,-43-1 307,78-1-637,0-1 0,0 0 0,0 0 0,0 0 0,0 0 0,0-1 0,-6-3 0,-2-2-3897</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8.918"/>
    </inkml:context>
    <inkml:brush xml:id="br0">
      <inkml:brushProperty name="width" value="0.05" units="cm"/>
      <inkml:brushProperty name="height" value="0.05" units="cm"/>
      <inkml:brushProperty name="color" value="#E71224"/>
    </inkml:brush>
  </inkml:definitions>
  <inkml:trace contextRef="#ctx0" brushRef="#br0">54 10 10965,'0'0'10869,"-8"-2"-10325,-37-5 982,56 7-496,159 2 469,145-3-1515,-303 0-69,-34 20-409,-151 88 534,-25 17 3,196-122-40,-1-1 1,1 1-1,0 0 0,0 0 1,-1 0-1,1 0 0,1 0 0,-1 0 1,0 0-1,0 1 0,1-1 0,-1 1 1,1-1-1,0 1 0,-2 4 1,3-7-3,0 1 0,0 0 0,0-1 0,1 1 0,-1-1 0,0 1 0,0 0 1,0-1-1,1 1 0,-1-1 0,0 1 0,0-1 0,1 1 0,-1-1 0,0 1 0,1-1 1,-1 1-1,1-1 0,-1 1 0,1-1 0,-1 0 0,1 1 0,-1-1 0,2 1 0,26 6 173,6-5-154,1-1 1,-1-2-1,1-1 0,-1-2 1,53-12-1,-28 11-5732,-27 4-1045,-11-3-156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9.320"/>
    </inkml:context>
    <inkml:brush xml:id="br0">
      <inkml:brushProperty name="width" value="0.05" units="cm"/>
      <inkml:brushProperty name="height" value="0.05" units="cm"/>
      <inkml:brushProperty name="color" value="#E71224"/>
    </inkml:brush>
  </inkml:definitions>
  <inkml:trace contextRef="#ctx0" brushRef="#br0">7 23 8420,'0'0'16535,"14"-23"-16214,-10 49 111,-2 8-80,-2 3-304,0 3 80,0-3-64,-8-5-64,-2-6-16,2-8-896,8-5-897,0-5-1377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29.696"/>
    </inkml:context>
    <inkml:brush xml:id="br0">
      <inkml:brushProperty name="width" value="0.05" units="cm"/>
      <inkml:brushProperty name="height" value="0.05" units="cm"/>
      <inkml:brushProperty name="color" value="#E71224"/>
    </inkml:brush>
  </inkml:definitions>
  <inkml:trace contextRef="#ctx0" brushRef="#br0">0 8 11237,'0'0'13348,"8"-1"-12836,64-5 225,-66 6-849,0 0 0,-1 1 0,1-1 0,-1 1 0,1 1 0,-1-1 0,1 1 1,-1 0-1,0 0 0,0 0 0,0 1 0,8 4 0,-12-6-83,0 0-1,0 0 1,0 0-1,0 1 1,0-1-1,0 0 1,0 0-1,-1 0 1,1 1 0,0-1-1,-1 0 1,1 1-1,0-1 1,-1 1-1,0-1 1,1 0-1,-1 1 1,0-1-1,0 1 1,0-1 0,0 1-1,0-1 1,0 1-1,0-1 1,-1 1-1,1-1 1,0 0-1,-1 1 1,1-1-1,-1 1 1,0-1-1,1 0 1,-1 1 0,0-1-1,0 0 1,0 0-1,0 0 1,0 0-1,0 0 1,0 0-1,0 0 1,0 0-1,-2 1 1,-6 6-196,-1 0-1,-1-1 1,-19 11 0,25-16 456,-9 6-20,-25 14 242,37-20-143,0-1 0,0 0 1,1 0-1,-1 1 0,1-1 1,-1 1-1,1 0 0,-1-1 1,1 1-1,0 0 0,0 0 0,0-1 1,0 1-1,0 0 0,0 0 1,0 4-1,1-6-81,0 1 1,0 0-1,0-1 0,0 1 1,0-1-1,1 1 1,-1 0-1,0-1 0,0 1 1,1-1-1,-1 1 1,0-1-1,0 1 0,1-1 1,-1 1-1,1-1 1,-1 1-1,1-1 0,-1 1 1,1-1-1,-1 1 1,1-1-1,-1 0 0,1 1 1,-1-1-1,1 0 1,-1 0-1,1 1 0,0-1 1,-1 0-1,1 0 1,1 0-1,25 3 677,-21-2-579,144 1 235,-97-2-3164,-23 0-2735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40.773"/>
    </inkml:context>
    <inkml:brush xml:id="br0">
      <inkml:brushProperty name="width" value="0.05" units="cm"/>
      <inkml:brushProperty name="height" value="0.05" units="cm"/>
      <inkml:brushProperty name="color" value="#E71224"/>
    </inkml:brush>
  </inkml:definitions>
  <inkml:trace contextRef="#ctx0" brushRef="#br0">4 137 10117,'0'0'1256,"0"-16"518,0 15-1663,-1-78 2134,0 38 3822,0 198-5692,3 176 168,-2-330-545,1 0 1,0-1 0,-1 1 0,2 0-1,-1 0 1,0-1 0,0 1 0,1 0-1,-1-1 1,1 0 0,0 1 0,0-1-1,0 0 1,0 0 0,0 0 0,0 0-1,1 0 1,-1-1 0,1 1 0,-1 0-1,1-1 1,-1 0 0,1 0 0,0 0-1,0 0 1,0 0 0,0-1 0,5 2-1,12 1-7,-1 0-1,1-2 0,21 0 0,-28-1 8,257 3 34,619 39 174,11 49-314,-288-34 248,349 4-212,-438-41 256,-118-6-163,-148-9-93,214-1 269,159 9 473,-363-3-608,-66-5-25,78 23 56,86 1 198,-363-29-225,0-1 1,0 1-1,0-1 0,0 1 1,0-1-1,0 0 0,0 0 0,0 0 1,0 0-1,0 0 0,0-1 1,-1 1-1,1-1 0,0 1 0,-1-1 1,1 1-1,-1-1 0,0 0 1,0 0-1,1 1 0,-1-1 1,0 0-1,0 0 0,-1 0 0,1 0 1,0 0-1,-1-1 0,1 1 1,-1-2-1,3-11 57,0-1 0,1-29 1,-4 34 11,6-50 301,3 1 0,21-80 0,-26 125-409,-1 8-16,-1-1 1,0 0-1,0 0 0,-1 0 1,0-1-1,0 1 0,-1 0 1,0 0-1,0-1 0,-2-8 1,-1 15-191,0 0 1,-1 1-1,1-1 0,-1 1 1,1 0-1,-1 0 1,1 0-1,-1 0 0,1 1 1,-1-1-1,-5 1 1,-4-2-1756,-10-5-3674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3T08:52:45.748"/>
    </inkml:context>
    <inkml:brush xml:id="br0">
      <inkml:brushProperty name="width" value="0.05" units="cm"/>
      <inkml:brushProperty name="height" value="0.05" units="cm"/>
      <inkml:brushProperty name="color" value="#E71224"/>
    </inkml:brush>
  </inkml:definitions>
  <inkml:trace contextRef="#ctx0" brushRef="#br0">781 63 10501,'0'0'9815,"-3"-9"-9353,-15-28 10,17 35-417,-1 0 1,0 1-1,0 0 0,0-1 1,0 1-1,0 0 0,0 0 1,0 0-1,0 0 1,0 0-1,0 1 0,-1-1 1,1 0-1,0 1 1,-1 0-1,1 0 0,0 0 1,-1 0-1,1 0 1,0 0-1,-1 0 0,1 1 1,-3 0-1,-7 0 155,6 0-188,-1 0 0,0 1 0,1-1 0,0 1 0,-1 0 0,1 1 0,0 0 0,0 0 0,0 0 0,1 1 0,-1-1 0,1 1 0,0 1 0,0-1 0,0 1 0,0 0 0,1 0 0,0 0 0,-4 7 0,-12 17 76,2 0 1,-20 46 0,28-54-61,-220 400 255,65-123-157,161-291-124,2-1-6,-1 0 0,0-1-1,0 0 1,0 1-1,-1-1 1,1 0 0,-1-1-1,0 1 1,-1-1 0,1 1-1,-1-1 1,0-1-1,-7 5 1,12-7 106,-8-42 934,4-127 776,3 180-1865,-8 39-7,-2 88-1,11-137 46,1-1 1,-1 1-1,1-1 0,-1 0 1,1 1-1,0-1 1,-1 0-1,1 1 0,0-1 1,0 0-1,0 0 0,0 0 1,0 1-1,1-1 0,-1 0 1,0-1-1,0 1 1,1 0-1,-1 0 0,0 0 1,1-1-1,-1 1 0,1-1 1,-1 1-1,1-1 0,-1 0 1,1 1-1,-1-1 1,1 0-1,-1 0 0,1 0 1,-1 0-1,1 0 0,-1-1 1,3 1-1,6-1 36,-1 1 1,1-2-1,0 1 0,15-5 0,11-9-199,0-1-1,58-36 1,-43 22-1021,47-26-2840,-33 16-2040,-18 11-3316</inkml:trace>
</inkml:ink>
</file>

<file path=ppt/ink/ink1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15:24.736"/>
    </inkml:context>
    <inkml:brush xml:id="br0">
      <inkml:brushProperty name="width" value="0.05292" units="cm"/>
      <inkml:brushProperty name="height" value="0.05292" units="cm"/>
      <inkml:brushProperty name="color" value="#FF0000"/>
    </inkml:brush>
  </inkml:definitions>
  <inkml:trace contextRef="#ctx0" brushRef="#br0">14880 11952 708 0,'0'0'258'0,"0"0"-136"16,0 0-43-16,0 0 7 16,0 0-38-16,0 0 7 15,0 0-4-15,0 0-20 16,12-42-1-16,-12 42-15 15,0 0-5-15,0 0-9 16,0 0-1-16,0 16 0 16,0 0 0-16,0 2 0 15,0-7 0-15,12-4 1 0,0-7 2 16,24 0 2-16,11-7 0 16,21-31 3-16,27-15-8 15,-15-1 2-15,15-2-3 16,-12 3 1-16,-7 7-67 15,-5 11-60-15,-11 5-109 16,19-7-443-16</inkml:trace>
  <inkml:trace contextRef="#ctx0" brushRef="#br0" timeOffset="4155.63">8072 11226 258 0,'0'0'696'0,"0"0"-585"16,0 0-45-16,0 0 18 16,0 0-53-16,0 0-31 15,0 0 0-15,119-37 7 0,-83 87 13 16,-12 2-8 0,-1-6-3-16,-11-14-5 0,0-11 5 15,0-11-2-15,8-10-2 16,16 0 5-16,47-34 50 15,20-38 14-15,36-22-45 16,24-11-15-16,0-12-14 16,-8 4 2-16,4 15-4 15,-8 13-53-15,-20 20-113 16,-12 4-358-16</inkml:trace>
  <inkml:trace contextRef="#ctx0" brushRef="#br0" timeOffset="7186.73">21935 13013 704 0,'0'0'64'15,"0"0"51"-15,0 0-5 16,0 0-34-16,0 0-33 15,0 0-6-15,0 0 1 16,-119-6-1-16,119 3 3 16,0-1-19-16,0 4 0 15,0 0-1-15,0 0-4 16,55 0 11-16,29 0 6 16,23 0-21-16,20-9-2 0,36-1-9 15,24 0 1 1,-1-1 0-16,13-3-2 0,-12 4 0 15,-36-5 0-15,-12 7 0 16,-24-6-7-16,-32 4 2 16,1 0-9-16,-17-6 3 15,-7 3-4-15,-12 3-9 16,-13 0 3-16,-3 6-16 16,-8 4-42-16,0 0 11 0,-4 0-123 15,3-9-434-15</inkml:trace>
  <inkml:trace contextRef="#ctx0" brushRef="#br0" timeOffset="8410.27">26630 12942 824 0,'0'0'129'16,"0"0"-43"-16,0 0 9 16,0 0-38-16,0 0-35 15,0 0 10-15,-119 0 21 16,111 0-34-16,8 0 5 16,0 0-6-16,0 0 2 0,36 0-1 15,43 0 13 1,48-11-1-16,16-7-23 0,-4-6-6 15,0 7-2-15,-23 0 0 16,-21 5-1-16,-24 9-6 16,-15 0-35-16,-12 3-44 15,-20 0-20-15,-12 0-128 16</inkml:trace>
  <inkml:trace contextRef="#ctx0" brushRef="#br0" timeOffset="11583.33">22169 10608 802 0,'0'0'223'15,"0"0"-98"-15,0 0-42 0,0 0-31 16,0 0-23-16,0 0-11 15,0 0-16-15,0 39 15 16,0 32 7-16,-23 15-2 16,-17 15-12-16,-16 6 3 15,9-1-2-15,-13-7-2 16,12-11-8-16,-7-11 2 16,19-17-3-16,12-11 0 0,4-20 4 15,8-11-4-15,12-11 0 16,0-7 2-16,-12 0 0 15,0-5 13-15,-11-28 2 16,-13-9-11-16,12-4 6 16,4 2-4-16,-4 6-4 15,12 14 6-15,0 5-4 16,9 13 10-16,3 6-4 16,-8 0-8-16,8 0-2 15,0 13-2-15,0 26-5 16,0 8 4-16,0-2 2 0,0-9-1 15,23-6 0-15,9-14-1 16,4-10-1-16,12-6-3 16,19 0 5-16,5-25 4 15,23-15-4-15,-4-7 0 16,1 2 0-16,-21-1-28 16,9 4-36-16,-9 9-36 15,-3 5-54-15,7 1-278 16</inkml:trace>
  <inkml:trace contextRef="#ctx0" brushRef="#br0" timeOffset="12789.63">27282 10809 641 0,'0'0'157'0,"0"0"25"0,0 0-80 15,0 0-6-15,0 0-32 16,103-195-10-16,-91 169-6 15,0 5 9-15,-12 5-8 16,4 6-2-16,-4 7-5 16,0 3-15-16,0 0-13 15,0 0-10-15,0 3-4 0,0 36-2 16,-24 18 1-16,-24 14 1 16,5 4 3-16,-5 11-3 15,0-1-2-15,-11-9 2 16,11-2 1-16,0-10-1 31,13-22 0-31,3-13 0 0,20-16 0 16,12-9-1-1,0-4 1-15,0 0 0 0,0 0 3 16,-8 0 2-16,4-14-3 16,-8-21-2-16,0-4 0 15,4-3 0-15,4 1 0 16,4-1 0-16,0 1 2 15,0 14-1-15,0 6 0 16,-8 11 9-16,8 5 4 16,-4 5-9-16,4 0 0 15,-8 0-5-15,-4 39-9 16,8 13 8-16,-4 6 1 16,8-3 0-16,0-6-1 0,0-8 0 15,0-11-1 1,44-9-1-16,-4-7 3 0,15-11 0 15,5-3 0-15,8 0 2 16,-1-10-4-16,9-18 0 16,-1-6-9-16,-3 0-47 15,-1 4-62-15,-3-5-57 16,15-10-175-16</inkml:trace>
  <inkml:trace contextRef="#ctx0" brushRef="#br0" timeOffset="-198074.91">13260 7569 1156 0,'0'0'43'0,"0"0"30"16,0 0 12-16,0 0 30 15,0 0-61-15,0 0-53 16,0 0-1-16,-20-52 0 0,55 91 8 16,-3-4 5-16,-8-2-4 15,-4-14 11-15,-8-4-6 16,0-8-8-16,0-7 7 15,12 0-7-15,27-31 23 16,37-40 17-16,19-20-36 16,20-12-7-16,-8 12-2 15,-4 15-2-15,-7 14-2 16,-17 24-45-16,-8 11-64 16,-27 0-86-16,-8 1-121 15</inkml:trace>
  <inkml:trace contextRef="#ctx0" brushRef="#br0" timeOffset="-196947.96">26293 6954 862 0,'0'0'240'0,"0"0"-140"16,0 0-18-16,0 0-7 0,0 0-42 15,0 0-21-15,198-7-1 16,-154 56 13-16,-16-4 7 16,3 2-18-16,-7-1 3 15,8-8 0-15,-8-2-10 16,0-16 3-16,0-10-7 16,-1-2 1-16,5-8 5 15,16 0 3-15,23-25 17 16,17-33 5-16,23-28-20 15,28-2-8-15,-4-8-5 16,8 9-1-16,-12 9-2 16,-7 8 1-16,-25 15-28 15,-4 9-44-15,-23 14-22 0,-21 14-39 16,9 13-41 0,-16-4-294-16</inkml:trace>
  <inkml:trace contextRef="#ctx0" brushRef="#br0" timeOffset="-192763.31">8691 13249 814 0,'0'0'244'0,"0"0"-117"0,0 0-31 16,0 0-31-16,0 0-42 15,0 0-2-15,-139 13-7 16,139-9 4-16,0-1-8 15,44 6 14-15,32-2 20 16,39-7 12-16,20 0-19 16,8 0-18-16,-4 0-8 15,12-11-5-15,-20-4-6 16,-16 5-6-16,-31 0 6 16,-29 7 0-16,-7-1 0 15,-24 4 7-15,-12 0-14 16,-1 0-5-16,-3 0-45 15,-4 0-11-15,4 0-56 16,-4 7-17-16,20-7-100 16</inkml:trace>
  <inkml:trace contextRef="#ctx0" brushRef="#br0" timeOffset="-191901.26">15452 12833 970 0,'0'0'200'0,"0"0"-102"16,0 0-4-16,0 0-19 15,0 0-41-15,0 0-18 16,0-35 5-16,0 35-19 15,0 3 1-15,0 22-3 16,12 8 13-16,20-10-13 16,-8-6 5-16,0-3-1 15,3-12-1-15,5-2 3 16,4 0 6-16,24-29 8 16,11-24-3-16,28-24-1 15,9-12-13-15,23-9-3 16,28-1-14-16,3 1-81 0,17 3-86 15,-16 0-121-15</inkml:trace>
  <inkml:trace contextRef="#ctx0" brushRef="#br0" timeOffset="-188506.57">18940 13514 742 0,'0'0'180'0,"0"0"-95"15,0 0 35-15,0 0-45 16,0 0-41-16,0 0 20 16,-76-13-7-16,76 13-1 15,0 0 1-15,0 0-8 16,0 0-12-16,0 0-7 0,0 0-6 16,0 0 12-16,52 0-17 15,28 0 16-15,23 0-9 16,12 0-3-16,4 0-11 15,24 0 5-15,4-2 5 16,4 2-5-16,-12-5 8 16,-8 2-15-16,-12 3 4 15,-7-3 3-15,-1-1-5 16,4 1 0-16,8 0-1 16,8 3 4-16,8-3-2 15,12-1-3-15,12 4 0 16,0 0 0-16,4-6 0 15,8-3-2-15,-1 2 0 16,-3-3-4-16,-4 0 6 0,8 0 1 16,-12-2-1-16,-1 5 2 15,1 0-2-15,-20-1 0 16,-8 3 0-16,-8 2-4 16,-7-6 7-16,7 2-7 15,0 4 8-15,4-2-3 16,8 3-1-16,0 2 0 15,12-5-2-15,-12 5 2 16,-8 0 0-16,-4 0 0 16,-8 0 0-16,-3 0 0 15,-9 0 0-15,4 0 2 0,-24 0-1 16,13 0-1 0,-5 0 2-16,-4 0-3 15,-3-3 2-15,15-2 0 16,-12 2 7-16,17-2-8 15,3 5 0-15,-16-3-3 0,24-5 3 16,-3 5 4-16,3-5-2 16,16 1-4-16,-8 0 1 15,-4-6 1-15,0 1 2 16,-4-5 5-16,-15 4-6 16,-13-2 3-16,-15 1 4 15,-1 4-4-15,-15 4 2 16,-1-1 3-16,-3-2-5 15,-9 6-4-15,-11-1 5 16,0-4 0-16,-12 6-1 0,0-3 1 16,-5 2 0-16,-7 2 3 15,-8 1-5-15,4 0-1 16,-4 0-2-16,-4-4 6 16,0 4-6-16,0 0 6 15,0 0-9-15,0 0 3 16,0 0-1-16,0 0-16 15,-16 0-62-15,-51 0-99 16,-13 8-85-16,-15 11-363 16</inkml:trace>
  <inkml:trace contextRef="#ctx0" brushRef="#br0" timeOffset="-182559.51">21887 12843 545 0,'0'0'103'0,"0"0"-21"16,0 0-54-16,0 0 54 15,0 0 7-15,0 0-37 16,0 0-5-16,-4 0-3 16,4 0-7-16,0 0 17 0,0 0-40 15,0 0-2-15,0 0-4 16,0 0-8-16,0 0-2 16,0 0-10-16,0 0-83 15,0 0-115-15,36 0-238 16</inkml:trace>
  <inkml:trace contextRef="#ctx0" brushRef="#br0" timeOffset="-181642.55">22868 9443 996 0,'0'0'174'15,"0"0"-50"-15,0 0-26 16,0 0-48-16,0 0-22 16,0 0-20-16,-317-14-1 15,221 56 2-15,5 7 7 16,12-3 10-16,19-4-11 0,24 3-15 16,24-3-2-16,12-1 0 15,0-8 2-15,44 4 0 16,8-5 6-16,15-8-6 15,1 4 1-15,-17-5-1 16,-7-4 1-16,-20 6 10 16,-24-8-3-16,0 5-2 15,0 2 9-15,-60 4-1 16,-31 1-3-16,-24-3-11 16,0-3-1-16,7-5-10 15,17-7-10-15,27-8 0 16,21-3-36-16,11 0-5 15,32 0-66-15,0 0-10 16,0-19-61-16,75-7-399 16</inkml:trace>
  <inkml:trace contextRef="#ctx0" brushRef="#br0" timeOffset="-180323.39">23119 9653 663 0,'0'0'311'0,"0"0"-160"16,0 0-45-16,0 0-8 16,0 0-20-16,0 0-22 15,24-69-43-15,-92 104-13 16,0 14 7-16,5 19-7 16,7 2 0-16,21 1-1 0,23-6 2 15,12-8-2-15,0-11-9 16,23-11-20-16,45-12-3 15,19-13 5-15,25-10 18 16,-5 0 6-16,20-7 3 16,-8-26-1-16,-16-5 4 15,-7-9-2-15,-29 1 1 16,-19-3-1-16,-24 4 3 16,-16-2 1-16,-8 13-2 15,0 9 13-15,0 16 2 0,-56 9-10 16,-3 0-7-16,-21 19-3 15,9 20 2-15,11 2 0 16,16-3-8-16,20-8 5 16,13-7-14-16,11-4 7 15,0-7-9-15,11-9 20 16,25-3 0-16,8 0 2 0,-4 0-1 16,-9 0 8-16,5 0 1 15,-4 0-10-15,-4 11-1 16,4-1 0-16,-5 0 1 15,5 5 1-15,4-1-1 16,0-8 0-16,-1-1 0 16,1-5 1-16,8 0 6 15,3-5 3-15,9-22 8 16,4-7-2-16,-1-12-3 16,-11-8-13-16,0-7 2 15,-5-7 4-15,-11-4 8 16,-16-1 12-16,-8-2-6 15,-4 14 18-15,-4 12-6 0,0 12-1 16,0 18 0-16,0 12 0 16,0 7-1-16,0 0-10 15,0 0-20-15,-16 32-1 16,-16 28-1-16,-4 13 4 16,17 15 1-16,15 6-3 15,4 4 0-15,0-9-2 16,0-17-13-16,0-15-6 15,23-19-9-15,25-9 12 16,-12-19 1-16,8-7 8 0,-5-3 9 16,5 0 0-1,4-19 1-15,-1-10 0 0,-11 6 1 16,-16 2 1-16,4 18-3 16,-24 3 0-16,20 0-2 15,-4 0 0-15,7 11-8 16,1 13 7-16,8 7-7 15,-8-12-12-15,0-2 4 16,7-4 2-16,-7-7 8 16,-8-6 2-16,8 0 6 15,8 0 1-15,15 0 2 0,1-15-3 16,0-6 4-16,-13 5-1 16,-15 0-2-16,-8 10 1 15,-8 2 0-15,4 4 1 16,4 0-3-16,0 0 0 15,20 0-2-15,-8 0 0 16,11 7 2-16,1 9 0 16,12-3 1-16,7 0-1 15,9-3-4-15,-8-3 4 16,3-1-15 0,-11-6-1-16,-4 0-2 15,-21 0 14-15,9 0 4 16,-16-9 0-16,-4-12 0 15,0-4 1-15,-12 0 0 16,0-7-1-16,0 6 7 0,0-3-5 16,0 16 19-16,-12 6 0 15,0 7 1-15,8 0-14 16,-8 0-4-16,-8 10-2 16,-4 37 17-16,5 3 13 15,3 24-1-15,-4 7 3 0,4 11-8 16,-8 14-2-1,-8 7-9-15,9-1-14 0,-13 2 1 16,12-14 2-16,-8-13-3 16,8-26-1-16,8-22-5 15,8-17-6-15,8-16-13 16,-3-6-22-16,-17 0-48 16,-4-33-93-16,0-39-98 15</inkml:trace>
  <inkml:trace contextRef="#ctx0" brushRef="#br0" timeOffset="-180151.39">24835 9320 1087 0,'0'0'161'0,"0"0"-82"15,0 0-68-15,0 0-11 16,0 0-67-16,0 0-115 15,139 94-741-15</inkml:trace>
  <inkml:trace contextRef="#ctx0" brushRef="#br0" timeOffset="-179051.37">28167 9769 819 0,'0'0'237'0,"0"0"-125"0,0 0-29 16,0 0 3-16,0 0-44 15,0 0-37-15,-170-20 10 16,74 80 0-16,13 8 9 16,27 9-13-16,17 0-4 15,19 1-5-15,20-16-1 16,12-5-1-16,55-8 1 16,17-17-1-16,11 1 0 15,-4-9 1-15,-11-3-1 16,-29-5 8-16,-19-1-1 15,-20 1 6-15,-12-9-5 16,0 5 3-16,0 2-6 0,-67 2 9 16,-21-7-7-16,-15-2-6 15,0-4-2-15,19-3-3 16,5 7-13-16,31-2-25 16,12-5-46-16,28 0-60 15,8 0-73-15,12 0-255 16</inkml:trace>
  <inkml:trace contextRef="#ctx0" brushRef="#br0" timeOffset="-178558.87">28716 9813 572 0,'0'0'395'16,"0"0"-209"-16,0 0-48 0,0 0-30 15,0 0-48 1,0 0-40-16,127 20 63 0,-127 76-49 15,0 10-13-15,0 3-11 16,-8-6-7-16,-8-15-3 16,-4-23 0-16,16-20-2 15,-4-23-6-15,8-13-10 16,0-9 0-16,0 0 7 0,12-16 11 16,32-23 2-1,3-6 4-15,1 7-3 0,-24 12 2 16,-4 16-5-16,-4 10 0 15,4 0-1-15,7 27-10 16,9 17 11-16,-4-2-1 16,12-7 1-16,-17-2-10 15,5-14-15-15,-8-12-8 16,12-7 10-16,-1 0 16 16,13 0 6-16,8-14 1 15,-9-17 2-15,21-4 3 16,-20 1-3-16,-9 0 15 0,-7 18 11 15,-20 6-8-15,0 10-13 16,0 0-6-16,0 23-1 16,8 16 8-16,-4 6-5 15,-5-8-3-15,-3 0-2 16,-8-9-22-16,0-2-67 16,0-3-66-16,0-11-34 15,0-3-219-15</inkml:trace>
  <inkml:trace contextRef="#ctx0" brushRef="#br0" timeOffset="-178418.28">29617 9973 992 0,'0'0'240'16,"0"0"-160"-16,0 0-69 16,0 0-11-16,0 0-25 15,0 0-79-15,100-24-81 16,-61 53-194-16</inkml:trace>
  <inkml:trace contextRef="#ctx0" brushRef="#br0" timeOffset="-178168.19">30348 9788 848 0,'0'0'309'16,"0"0"-144"-16,0 0-22 16,0 0-25-16,0 0-28 15,0 0-41-15,80-81-31 16,-80 172 4-16,-8 34 3 15,-20 29-9-15,-16 23-10 16,1 10-5-16,3 4 2 16,4-3-3-16,-8-19-2 15,21-21-7-15,15-36-10 16,8-31-9-16,0-32-19 0,0-20-18 16,0-16-46-16,0-13-28 15,0 0-17-15,0-13-53 16,0-32-558-16</inkml:trace>
  <inkml:trace contextRef="#ctx0" brushRef="#br0" timeOffset="-177304.99">29776 10778 579 0,'0'0'343'0,"0"0"-206"16,0 0-47-16,0 0-32 16,0 0-7-16,0 0-4 15,139-195-13-15,-32 153 5 16,21-7-22-16,15-2-11 15,4-3-6-15,-20-7 0 0,-20 2-1 16,-12-6-23 0,-15-8 8-16,-13-2 8 0,-15-1 8 15,-20 5 0-15,-20 19 1 16,-12 13 28-16,0 21 36 16,0 11 19-16,0 7-21 15,0 7-31-15,-20 43-30 16,-8 28 1-16,4 16 4 15,-8 8-5-15,-3 7 0 16,15-5-2-16,-4-18 0 16,20-15-9-16,4-25 9 15,0-14-4-15,0-14-10 0,0-16-5 16,24-2 11-16,35 0 8 16,9-10 0-16,3-7 4 15,-11-2-4-15,-16 13-4 16,-9 6 2-16,1 0-2 15,0 0-2-15,8 6-24 16,-9 6-7-16,1 2 4 16,-12-4 9-16,0-7 4 15,11-3 1-15,9 0 19 16,4 0 0-16,-12 0 1 16,11-6-1-16,-11-8 0 15,0-5 0-15,-12 9-1 16,-1 4 2-16,-3 3-2 0,4 3 5 15,12 0-9-15,-12 0 5 16,11 0 0-16,9 0 0 16,4 7-1-16,-1 5 0 15,13-5-5-15,-4-2-32 16,-9-5-12-16,1 0 21 16,0 0 23-16,-5-8-1 15,-7-12 7-15,-4-6 1 16,-8 0-1-16,0-9 2 15,-20-6 7-15,-4 7 7 16,0 3 17-16,0 12 22 0,-12 15-5 16,-12 4-23-16,0 0-18 15,-12 7 2-15,0 28-5 16,1 19 17-16,3 8 2 16,16 19-9-16,4 15 6 15,4 14 7-15,8 12 3 16,0 1-11-16,0-2-12 15,0-11-5-15,0-10-3 16,0-25-1-16,0-21 5 16,0-25-6-16,0-16 1 15,0-13-1-15,0 0-2 16,-12-6 1-16,0-34-33 0,-11-26-48 16,-13-13-91-16,0-27-141 15</inkml:trace>
  <inkml:trace contextRef="#ctx0" brushRef="#br0" timeOffset="-177148.86">31651 9356 1047 0,'0'0'218'16,"0"0"-90"-16,0 0-70 0,0 0-58 15,0 0-2 1,0 0-47-16,0-19-39 0,0 85-97 15,-67 6-236-15</inkml:trace>
  <inkml:trace contextRef="#ctx0" brushRef="#br0" timeOffset="-176974.59">29967 10213 979 0,'0'0'193'0,"0"0"-90"15,0 0 5-15,0 0-38 16,488-45-57-16,-277 25-5 16,-4 4-8-16,11 13-44 15,-27 3-128-15,-17 0-161 0</inkml:trace>
  <inkml:trace contextRef="#ctx0" brushRef="#br0" timeOffset="-139544.33">21490 13152 880 0,'0'0'189'16,"0"0"-50"-16,0 0-41 16,0 0-33-16,0 0-18 15,0 0-18-15,0 0-2 16,0 0 2-16,-119 0-5 15,119 0-1-15,0 0 4 16,4 0-9-16,55 0-1 16,33 1 1-16,23-1-17 15,0 0-1-15,-8 0 2 16,-11 0-4-16,-29 0 1 16,-11 0-21-16,-20 0-41 15,-12 0-31-15,-9 0-31 0,5 0-52 16,4 3-197-16</inkml:trace>
  <inkml:trace contextRef="#ctx0" brushRef="#br0" timeOffset="-138856.46">26674 12913 755 0,'0'0'260'16,"0"0"-89"-16,0 0-36 0,0 0-47 16,0 0-28-16,-314-5-12 15,306 5-5-15,8 0-4 16,0 0-13-16,0 0-9 16,20 0-1-16,40 13 13 15,43-3-10-15,-8-2-6 16,20-1-13-16,1-7-5 15,-21 4 5-15,-16 1-9 16,-19-3-15-16,-24 1-36 16,-12 2-19-16,-13 1-49 15,-11-4-77-15,0 9-174 16</inkml:trace>
</inkml:ink>
</file>

<file path=ppt/ink/ink1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22:11.970"/>
    </inkml:context>
    <inkml:brush xml:id="br0">
      <inkml:brushProperty name="width" value="0.05292" units="cm"/>
      <inkml:brushProperty name="height" value="0.05292" units="cm"/>
      <inkml:brushProperty name="color" value="#FF0000"/>
    </inkml:brush>
  </inkml:definitions>
  <inkml:trace contextRef="#ctx0" brushRef="#br0">9812 13749 644 0,'0'0'261'16,"0"0"-127"-16,0 0-38 15,0 0-20-15,0 0 3 16,0 0-19-16,0 0 4 0,0 0-11 16,0-16 4-1,0 16-8-15,0 0-16 16,0 0-9-16,0 0-7 0,0 0-12 16,0 0-3-16,0 14-2 0,0 19-2 15,0 16 2-15,0 9 0 16,0 5 4-16,0 3 0 15,0 4-4-15,0 1 2 16,0-1-2-16,0 1 1 16,0-10 2-16,-4-6-3 15,-16-12 1-15,20-9 1 16,0-10-1-16,0-6 1 16,0-10-2-16,0-3 1 15,0-5-1-15,0 0 0 16,0 0 7-16,-12 0 1 15,0 0 2-15,-12-13-10 16,-12-12 2-16,-7 0-1 16,7 2 0-16,-12-3 2 0,17 3-3 15,-5 1-2-15,0 5 2 16,12 8-1-16,12 5 2 16,0 4-2-16,12 0 1 15,0 0-4-15,0 0-4 16,0 4-2-16,0 19 9 15,0 8 0-15,0 6 1 0,0-3-1 16,36-2 1-16,0-6-2 16,-4-7 2-16,3-8-2 15,1 1 0-15,-4-12 0 16,-4 0-5-16,7 0 3 16,1-9 2-16,8-21-4 15,-8-4-1-15,7-1-12 16,-3 5-22-16,-8 1-4 15,16 9-28-15,-1 5-33 16,-3 8-40-16,-8 7-108 16</inkml:trace>
  <inkml:trace contextRef="#ctx0" brushRef="#br0" timeOffset="735.79">9144 15056 1022 0,'0'0'212'15,"0"0"-97"-15,0 0-20 16,0 0-44-16,0 0-35 0,0 0 19 15,12 132-3-15,-8-74-16 0,-4-3-6 16,0-2-7 0,0-7-2-16,0-4-1 0,0-14 0 15,0-7-8-15,0-10-7 16,0-9 2-16,-4-2 2 16,-8 0 11-16,0-26 1 15,-7-10 1-15,7 0-2 16,8 8 0-16,4 6 4 15,0 11-2-15,0 4-3 16,16-2 1-16,39 6-7 16,5-4 5-16,23 2 2 15,-3-2-5-15,-13 1-3 16,-15 1-15-16,-16-3-1 16,-17-3 11-16,5-1 6 15,-12-4 2-15,0-6 3 0,0-1 1 16,-12-3 1-16,0 9 0 15,0 4 3-15,0 4 14 16,0 9 6-16,0 0 3 16,0 0-9-16,0 0-16 15,0 32-1-15,0 10 0 16,0 7 0-16,0 1 1 16,0-1-1-16,0-4-4 15,0 1-51-15,0-7-53 16,12-7-66-16,12-9-71 15,7-8-580-15</inkml:trace>
  <inkml:trace contextRef="#ctx0" brushRef="#br0" timeOffset="1042.75">10046 15262 779 0,'0'0'297'16,"0"0"-138"-16,0 0-59 15,0 0-13-15,0 0-45 16,0 0-8-16,0-13-8 16,0 47-8-16,0 9-7 15,0 2-6-15,0 4-4 16,0 1 0-16,0 0-1 16,0-5 1-1,0 0-1-15,0-3-2 16,12-10 1-16,12-6-6 0,19-10 3 15,13-8-6-15,-4-8-18 16,15 0 17-16,5 0 8 16,-1-3-14-16,-3-10-28 15,-13-3-58-15,-7 3-29 16,-24 5-213-16</inkml:trace>
</inkml:ink>
</file>

<file path=ppt/ink/ink1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6T06:29:42.150"/>
    </inkml:context>
    <inkml:brush xml:id="br0">
      <inkml:brushProperty name="width" value="0.05292" units="cm"/>
      <inkml:brushProperty name="height" value="0.05292" units="cm"/>
      <inkml:brushProperty name="color" value="#FF0000"/>
    </inkml:brush>
  </inkml:definitions>
  <inkml:trace contextRef="#ctx0" brushRef="#br0">9599 16580 677 0,'0'0'220'0,"0"0"-91"0,0 0 17 0,0 0-32 16,0 0 8-16,0 0-36 15,0 0-16-15,0 0-23 16,-211-13-3-16,211 13-10 0,0 0-11 15,0 0-14-15,32-4-9 16,56-5 4-16,39-7-3 16,36-10 2-16,8 1 1 15,-7 3-4-15,-21-2 0 16,-12 15 0-16,-27 4 1 16,-32 2 6-16,-17 3-9 15,-23 0 2-15,-28 0-10 16,-4 0 10-16,0 0-2 15,0 0 2-15,-24 0-1 0,-23 16 1 16,-25 3 4 0,-20 0-4-16,-3 3 0 0,-21 4 0 15,-11 5-1 1,-16 1-7-16,-5-3 6 0,21-5-3 16,43-7 5-16,24-11-1 15,49-2 1-15,-1-4 0 16,12 0 1-16,0 0-1 15,0 0-4-15,12 0-8 16,59 0 7-16,33 0 5 16,27-16 1-16,20-6-1 15,1-7 0-15,11-6-10 16,0-1-4-16,-12 2-9 16,-23 2 1-16,-44 7-38 15,-25 12-23-15,-39 3-69 0,-20 1-87 16,0-1-286-1</inkml:trace>
  <inkml:trace contextRef="#ctx0" brushRef="#br0" timeOffset="6951.4">11447 9819 704 0,'0'0'217'0,"0"0"-55"0,0 0-61 0,0 0-27 15,0 0-19-15,0 0-15 16,0 0-19-16,-16 4-15 16,28-4-6-16,35 0 3 15,13 0 5-15,8 0-6 16,-8 0-1-16,7 0 0 16,-15 0-2-16,-16 0 0 15,-4 0-10-15,-20 2-12 0,-12 12-7 16,0 8 7-1,0 1 9-15,0 5 14 0,-24 6 0 16,-24 6 1-16,0-3-1 16,-8 0 8-16,1 0-8 15,15-11 29-15,4-3-4 16,4-9 0-16,32-5 5 16,-12-9-18-16,12 0-5 15,0 0-6-15,0 0 2 16,0 0-3-16,12 0 6 15,36 0-5-15,8 0 5 16,-8-7-3-16,11-3-3 16,-11 1-25-16,-4-1-60 15,-8 0-19-15,7 6-46 0,-15 0-76 16,4 4-70 0</inkml:trace>
  <inkml:trace contextRef="#ctx0" brushRef="#br0" timeOffset="7204.94">12227 10033 439 0,'0'0'411'0,"0"0"-201"0,0 0-78 0,0 0-60 15,0 0-15-15,0 0-28 16,-24-7-6-16,24 7-21 0,0 7-2 15,0 15 0-15,0 5-1 16,-12 6 7-16,12 4-13 16,-12 12-14-16,0 1-75 15,-8 1-117-15,16 4-231 16</inkml:trace>
  <inkml:trace contextRef="#ctx0" brushRef="#br0" timeOffset="8033.25">11044 11045 689 0,'0'0'256'0,"0"0"-52"0,0 0-99 0,0 0-18 0,0 0-8 0,0 0-35 15,-23-9-9-15,23 9-19 16,0 0-6-16,0-4-10 15,0-1 0-15,35-2 4 16,17-1-4-16,4 7-4 16,4-3 4-16,-17 4 0 15,-7 0 0-15,-24 0-8 16,0 0-9-16,-12 0-1 16,0 20-5-16,0 9 3 15,0 5 14-15,-32 4 5 16,-15-2-1-16,7 5 4 0,-4-10 2 15,8-6-4-15,12-3 0 16,4-9 0-16,16-4 0 16,4-2 0-16,0-7 0 15,0 0-1-15,0 0 0 16,0 0 1-16,4 0-5 16,40 0 5-16,4 0 4 15,8-4-4-15,-9-1-1 16,1-4-53-16,-4 2-79 15,-8 3-50-15,0-2-138 0,-12 3-106 16</inkml:trace>
  <inkml:trace contextRef="#ctx0" brushRef="#br0" timeOffset="8334.53">11550 11186 114 0,'0'0'521'0,"0"0"-398"16,0 0-8-16,0 0-50 15,0 0-26-15,0 0-33 16,92-4 37-16,-80 8-34 16,0 16 2-16,-12 6 0 15,0 7 33-15,0 0-17 16,-12 1-9-16,-24-3 11 16,4-4-4-16,16-7-3 15,8-7-4-15,8-6-13 0,0-7 2 16,0 0-1-1,0 0-3-15,32 0 6 0,20 0 2 16,15 0-7-16,5 0-4 16,-16-9-3-16,11 2-31 15,-19 0-85-15,0 5-120 16,-12 2-323-16</inkml:trace>
  <inkml:trace contextRef="#ctx0" brushRef="#br0" timeOffset="9083.69">10790 12362 859 0,'0'0'214'0,"0"0"-65"0,0 0-62 0,0 0 24 0,0 0-56 15,0 0-18-15,-56-15-8 0,56 15-16 16,0 0-10 0,0-3-3-16,56-1-3 0,27-1 3 15,9-2 1-15,11 0 2 16,-31 1-3-16,0 2 0 16,-17 4-1-16,-19 0 0 15,-24 0-13-15,0 0-3 16,-12 0 2-16,0 0-10 15,0 19 5-15,-44 13 18 16,-7 8 2-16,-17-2 1 16,8-1 3-16,4 4-1 15,-3-6-6-15,11-3 3 16,4-6-1-16,16-9 1 16,8 1 3-16,16-13-3 15,4-1 3-15,0-4-1 0,0 0-2 16,0 0 0-1,40 2 4-15,28 3 3 0,0-5 3 16,-5 0-10-16,5 0 0 16,-8 0-1-16,-1-11-52 15,-3-2-79-15,0 2-65 16,-8-2-202-16</inkml:trace>
  <inkml:trace contextRef="#ctx0" brushRef="#br0" timeOffset="9483.46">11654 12518 503 0,'0'0'295'0,"0"0"-139"0,0 0-73 0,0 0 5 0,0 0-11 16,0 0-29-16,47-27-32 15,-35 27-3-15,0 0-13 16,-4 0 0-16,-8 11 1 15,0 12 16-15,0 3-13 16,0-1 9-16,0-4-11 16,0 6 4-16,0-9-3 15,0 2-3-15,0-8 1 16,0 1 0-16,0-4-2 16,0 1 1-16,0-3 0 0,12-2 7 15,0 2-6 1,0-2 0-16,-12 3 0 0,4-2 5 15,-4 0-1 1,0 1 2-16,0-1 6 0,0 4 3 16,-28-2 1-16,-27 0-11 15,7-7-6-15,4-1-1 16,4 0-39-16,8 0-61 16,8 0-133-16,24 0-404 15</inkml:trace>
  <inkml:trace contextRef="#ctx0" brushRef="#br0" timeOffset="10267.37">13828 10077 656 0,'0'0'246'0,"0"0"-74"0,0 0-83 0,0 0-19 0,0 0-45 0,0 0-21 0,0-6-4 0,0 6-2 15,0 0-16-15,0 0-60 16,0 4-166-16,0 20-109 15</inkml:trace>
  <inkml:trace contextRef="#ctx0" brushRef="#br0" timeOffset="10717.72">13617 11817 787 0,'0'0'245'0,"0"0"-79"15,0 0-55-15,0 0 13 16,0 0-49-16,0 0-17 15,0-76-39-15,0 69-11 16,0 5-4-16,0 2-2 16,0-5-2-16,0 5-25 15,0 0-58-15,0 0-94 0,0 17-83 16,0 7-122-16</inkml:trace>
  <inkml:trace contextRef="#ctx0" brushRef="#br0" timeOffset="11135.67">13521 13465 910 0,'0'0'191'0,"0"0"-61"0,0 0-70 0,0 0 28 0,0 0-51 16,0 0-37-16,0-4 0 15,-8 2-47-15,8 2-109 16,-24 0-379-16</inkml:trace>
  <inkml:trace contextRef="#ctx0" brushRef="#br0" timeOffset="27384.03">16316 14024 331 0,'0'0'184'0,"0"0"-78"0,0 0-48 0,0 0 0 16,0 0 17-16,0 0-24 15,0 0 2-15,0 0 12 16,12-47-8-16,-12 40-13 16,0 3 22-16,0 1-11 15,0 0-15-15,0-1-12 16,0 2-2-16,0-2-3 15,0 4 3-15,0 0 2 16,0 0-19-16,0 0 10 16,0 0-10-16,0 0 2 15,0 0-1-15,0 0-8 0,0 0 1 16,0 0-3 0,0 16-3-16,0 13 0 0,0 9 6 15,0 6-4-15,-12 5 3 16,0-4-2-16,0 4 0 15,0-6 0-15,12 7 2 16,-12-3 0-16,0-3-2 16,4-2 0-16,4-9 1 15,4-14-1-15,0-4-2 16,-8-10 2-16,8-5 0 16,0 4 2-16,0-4-2 15,0 0 10-15,0 0-10 16,0-9 5-16,0-13 3 15,0-12-7-15,0 1-1 0,0-6 0 16,0-4 0 0,0-6 4-16,0 2-4 15,12-4 1-15,8 0-1 0,-8 0 0 16,0 4 0-16,12 2 2 16,-12 4-1-16,0 13 1 15,-4 1 2-15,-4 12-4 16,-4 9 4-16,0 6 8 15,0 0-1-15,0 0-7 16,0 0-4-16,0 15 2 16,-36 18-4-16,-8 5 2 15,4-4-1-15,5-5 2 16,3-4 0-16,8-8-1 0,12-8 0 16,0-4 1-16,12-5 0 15,0 0 1-15,0 0-2 16,0 0-5-16,0 0 5 15,0-20 0-15,0-6 1 16,36-3-1-16,-4 2 0 16,4 10 0-16,-13 7-5 15,5 4 4-15,-8 6-5 16,16 0 5-16,0 0-2 16,8 2-9-16,3 19 1 15,13-3-31-15,20 1-34 16,3 0-16-16,21-6-108 15,-1-4-232-15</inkml:trace>
  <inkml:trace contextRef="#ctx0" brushRef="#br0" timeOffset="30203.39">20525 12655 696 0,'0'0'174'0,"0"0"-34"0,0 0-39 16,0 0 21-16,0 0-32 15,0 0-6-15,-4-51-13 0,-4 42 7 16,8 5-31-16,-4 4 2 16,-4-4 2-16,8 4-28 15,-4 0-1-15,4 0-9 16,0 0-3-16,0 0-2 15,0 0-1-15,0 10-7 16,0 26-1-16,0 10 1 16,12 13 8-16,0 8 3 15,0 8-5-15,-8 8 2 16,4 6 1-16,-8 6-7 16,0-1 3-16,0-2-2 15,0 1-1-15,4-16 4 16,-4-8-5-16,7-12 3 0,-7-27-3 15,0-9 4-15,0-14-5 16,0-7 0-16,0 0 0 16,0 0 8-16,0-3-2 15,0-26 3-15,0-7-4 16,0-11-5-16,0-4-3 16,0 2 0-16,-23-9 3 15,-1-3-2-15,4-2-3 16,-4-8-2-16,8-9 2 15,4-2 1-15,-8-6-6 16,20-3 2-16,0 2 0 16,0 6 5-16,0 10 1 15,-12 13 0-15,12 18 2 16,-12 16 1-16,0 14 1 16,4 12 1-16,-4 0-3 0,0 0 1 15,-3 0-1-15,-21 9-5 16,-8 27 1-16,-4 6 3 15,0 5 1-15,5-7 0 16,-5-1 0-16,12-6 0 16,16-9 0-16,4-7-1 15,8-8 1-15,8-8 0 16,0-1-1-16,0 0 1 16,0 0 1-16,0 0 3 15,0-27 0-15,44-14-2 0,12-14-1 16,-5 2-1-1,5 2 0-15,-8 6 0 0,-4 11 0 16,-16 8 0-16,-8 10 0 16,-9 6 1-16,1 10-1 15,-12 0 0-15,0 0-3 16,16 0-2-16,16 0-2 16,16 4 1-16,24 18 6 15,-5 0 0-15,17 7 0 16,-4 0 1-16,3-2-1 15,-3 5 0-15,11-5-2 16,-15-5 4-16,4-1-5 16,-1-1 2-16,-19-5-22 15,8 5-62-15,-17-4-63 16,-7-4-123-16,0-5-278 0</inkml:trace>
  <inkml:trace contextRef="#ctx0" brushRef="#br0" timeOffset="33150.66">29121 10262 919 0,'0'0'155'0,"0"0"-30"15,0 0-77-15,0 0 11 0,0 0-28 16,0 0-25-16,0 0 0 15,0 40 32-15,0-26-5 16,12-3-11-16,12-7-2 16,8-4 7-16,3 0 11 15,17 0-4-15,24-25-5 16,7-13-15-16,-3-6-10 16,4-6-1-16,-13-1-3 15,-11 8-4-15,0 3-50 16,-16 9-69-16,3 8-44 15,-15 3-112-15,-16 3-375 16</inkml:trace>
  <inkml:trace contextRef="#ctx0" brushRef="#br0" timeOffset="33583.43">29400 11646 986 0,'0'0'92'0,"0"0"77"0,0 0-98 0,0 0 36 16,0 0-54-16,0 0-42 15,-24 9-11-15,24 26 19 16,12 0 4-16,4-11-5 16,3-1-6-16,-3-10-3 15,-4-13 2-15,8 0 0 16,36-3 16-16,28-42 6 15,31-16-15-15,16-11-15 16,9-11 6-16,-1 3-9 16,-7 9-2-16,-5 4-28 15,-32 16-56-15,-15 13-104 16,-32 16-130-16,-28 15-673 16</inkml:trace>
  <inkml:trace contextRef="#ctx0" brushRef="#br0" timeOffset="34033.97">29634 13214 1105 0,'0'0'111'0,"0"0"30"0,0 0-93 0,0 0 11 0,0 0 29 16,0 0-31-16,-35 98-24 16,35-69-7-16,24-10-6 0,-1-9 8 15,21-10 2 1,20 0 4-16,39-38 13 0,37-26-11 16,27-15-30-16,8-14-3 15,8-5-3-15,-15-4-4 16,-5 4-47-16,-24 13-79 15,-15 5-137-15,-41 10-359 16</inkml:trace>
  <inkml:trace contextRef="#ctx0" brushRef="#br0" timeOffset="60734.75">29471 10213 879 0,'0'0'147'0,"0"0"-38"0,0 0-12 15,0 0-28-15,0 0-48 16,0 0-15-16,0 0-5 16,0 20 36-16,32-8 1 15,-4-2 5-15,-8-3-8 16,8-7-5-16,4 0 22 0,3 0-14 16,37 0 0-1,12-33-9-15,15-13-11 0,9-4-2 16,7-8-4-1,-7 0-7-15,-5-1-5 0,1 8-5 16,-21 11 5-16,-15 6 0 16,-16 9-1-16,-8 12-9 15,-32 6-17-15,11 7-16 16,-11 0-60-16,8 4-59 16,-4 29 38-16,-4 12-120 15,-12 12-239-15</inkml:trace>
  <inkml:trace contextRef="#ctx0" brushRef="#br0" timeOffset="61417.57">29264 11639 808 0,'0'0'97'0,"0"0"36"0,0 0-41 0,0 0 28 16,0 0-13-16,100-162-44 0,-100 162-31 16,12 0-26-16,4 25-5 15,15 14 20-15,5 4 18 16,-12 3-13-16,8-10-7 16,-8-4-4-16,4-5-8 15,4-4 13-15,3-14-9 16,25-9 9-16,24 0 3 15,51-36 14-15,40-30-8 16,24-17-16-16,16-7-12 16,-19-2-1-16,-17 7-1 15,-20 12 1-15,-40 10 2 16,-15 8 1-16,-20 12-3 16,-25 11 5-16,-15 5-5 15,-12 16 1-15,-20 0-1 0,-8 11-1 16,-4 0-4-16,12 0-24 15,-4 8-57-15,4 30-25 16,-12 13-58-16,0 9-69 16,-56 7-236-16</inkml:trace>
  <inkml:trace contextRef="#ctx0" brushRef="#br0" timeOffset="62117.04">29790 12914 951 0,'0'0'146'0,"0"0"-16"0,0 0-46 0,0 0 20 0,0 0-20 16,0 0-57-16,-40 0-21 15,40 41 3-15,0 9 25 16,0-3-13-16,0-3-7 15,0-6-5-15,36-4-2 16,0-4 6-16,7-11-8 0,5-6 4 16,16-13-5-16,35 0 15 15,21-30 6-15,55-38-1 16,12-28-10-16,20-11-13 16,4-4 1-16,0 2 0 15,-12 6 5-15,-12 19-7 16,-31 8 0-16,-29 16 1 15,-23 9 1-15,-33 16 7 16,-23 10-8-16,-24 12 2 16,-12 6-1-16,-4 7-2 15,-8 0-1-15,0 0-4 16,0 0-7-16,0 0-47 16,0 3-50-16,-44 25-58 15,-28 1-63-15,-19 0-242 0</inkml:trace>
</inkml:ink>
</file>

<file path=ppt/ink/ink1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2-09-27T08:26:56.404"/>
    </inkml:context>
    <inkml:brush xml:id="br0">
      <inkml:brushProperty name="width" value="0.05292" units="cm"/>
      <inkml:brushProperty name="height" value="0.05292" units="cm"/>
      <inkml:brushProperty name="color" value="#FF0000"/>
    </inkml:brush>
  </inkml:definitions>
  <inkml:trace contextRef="#ctx0" brushRef="#br0">4938 11465 560 0,'0'0'232'0,"0"0"-3"0,0 0-152 15,0 0 10 1,0 0-46-16,0 0-28 0,0 0 0 16,-32 9-1-16,32 2 11 15,0-1 12-15,24-1 3 16,19-3-17-16,13-2 4 15,20-4 6-15,23 0-9 16,20 0 3-16,20 0-14 16,24 0-7-16,0 0-1 15,4 0-3-15,7 2 0 16,-3 2 9-16,-4-1-9 16,4 4 2-16,-28-7 0 0,-16 0-2 0,-20 0-2 15,-27 0 0 1,-25 0 3-16,-27 0-1 15,-8 0 0-15,-16 0-1 16,8 0-1-16,-4 0 2 16,-4 0-19-16,4 0-23 15,-4 0-8-15,4 0-21 16,3 0-44-16,1 0-43 16,0 0-177-16</inkml:trace>
  <inkml:trace contextRef="#ctx0" brushRef="#br0" timeOffset="1860.21">10626 11449 474 0,'0'0'101'0,"0"0"-33"16,0 0 29-16,0 0-50 15,0 0 40-15,0 0-35 16,278 0-41-16,-214 0-11 16,3 0-9-16,5 0-30 15,-5 0-85-15,5 0-102 16</inkml:trace>
  <inkml:trace contextRef="#ctx0" brushRef="#br0" timeOffset="2220.41">12040 11355 608 0,'0'0'177'0,"0"0"-27"16,0 0-70-16,0 0-22 16,0 0-28-16,0 0 5 15,-16 3-7-15,32-3-11 16,28 0-3-16,27 0-5 15,9 0-9-15,15 0-10 16,8 0-11-16,24 0-61 16,12-8-34-16,12-9-267 15</inkml:trace>
  <inkml:trace contextRef="#ctx0" brushRef="#br0" timeOffset="2590.01">13264 11369 184 0,'0'0'480'0,"0"0"-348"0,0 0 12 16,0 0-56-16,0 0-47 15,0 0 3-15,43 0-4 16,5 0-28-16,0 0-9 15,7 0-3-15,5 0-12 16,-1 0-45-16,9 0-64 16,3 0-343-16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7F3BA-5C2C-4447-B995-54F683C0930A}" type="datetimeFigureOut">
              <a:rPr lang="en-IN" smtClean="0"/>
              <a:t>16-09-2025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216B5-ABB0-425F-AA84-B4A3AD6D932D}" type="slidenum">
              <a:rPr lang="en-IN" smtClean="0"/>
              <a:t>‹#›</a:t>
            </a:fld>
            <a:endParaRPr lang="en-IN"/>
          </a:p>
        </p:txBody>
      </p:sp>
    </p:spTree>
    <p:extLst>
      <p:ext uri="{BB962C8B-B14F-4D97-AF65-F5344CB8AC3E}">
        <p14:creationId xmlns:p14="http://schemas.microsoft.com/office/powerpoint/2010/main" val="273082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yourdatateacher.com/2021/03/29/an-introduction-to-linear-model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a:t>
            </a:r>
            <a:r>
              <a:rPr lang="en-US" sz="1200" dirty="0">
                <a:latin typeface="+mj-lt"/>
              </a:rPr>
              <a:t>Suppose we have a car rental service. Firstly, we want to predict a fair price for each car based on competitors’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We have </a:t>
            </a:r>
            <a:r>
              <a:rPr lang="en-US" sz="1200" b="1" dirty="0">
                <a:latin typeface="+mj-lt"/>
              </a:rPr>
              <a:t>two features</a:t>
            </a:r>
            <a:r>
              <a:rPr lang="en-US" sz="1200" dirty="0">
                <a:latin typeface="+mj-lt"/>
              </a:rPr>
              <a:t> per car: </a:t>
            </a:r>
            <a:r>
              <a:rPr lang="en-US" sz="1200" b="1" dirty="0">
                <a:latin typeface="+mj-lt"/>
              </a:rPr>
              <a:t>the age </a:t>
            </a:r>
            <a:r>
              <a:rPr lang="en-US" sz="1200" dirty="0">
                <a:latin typeface="+mj-lt"/>
              </a:rPr>
              <a:t>in years and the </a:t>
            </a:r>
            <a:r>
              <a:rPr lang="en-US" sz="1200" b="1" dirty="0">
                <a:latin typeface="+mj-lt"/>
              </a:rPr>
              <a:t>total amount of kilometers it has been driven for</a:t>
            </a:r>
            <a:r>
              <a:rPr lang="en-US" sz="1200" dirty="0">
                <a:latin typeface="+mj-l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These can have very different ranges, ranging from 0 to 15 years, while distance could go from 0 to several hundreds of thousands of kilometers.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rPr>
              <a:t>We don’t want features to have these differences in ranges, </a:t>
            </a:r>
            <a:r>
              <a:rPr lang="en-US" sz="1200" b="1" dirty="0">
                <a:latin typeface="+mj-lt"/>
              </a:rPr>
              <a:t>as the value with the higher range might bias our models into giving them inflated importance</a:t>
            </a:r>
            <a:r>
              <a:rPr lang="en-US" sz="1200" dirty="0">
                <a:latin typeface="+mj-lt"/>
              </a:rPr>
              <a:t>.</a:t>
            </a:r>
            <a:endParaRPr lang="en-IN" sz="1200" dirty="0">
              <a:latin typeface="+mj-lt"/>
            </a:endParaRPr>
          </a:p>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3</a:t>
            </a:fld>
            <a:endParaRPr lang="en-IN"/>
          </a:p>
        </p:txBody>
      </p:sp>
    </p:spTree>
    <p:extLst>
      <p:ext uri="{BB962C8B-B14F-4D97-AF65-F5344CB8AC3E}">
        <p14:creationId xmlns:p14="http://schemas.microsoft.com/office/powerpoint/2010/main" val="451734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4</a:t>
            </a:fld>
            <a:endParaRPr lang="en-IN"/>
          </a:p>
        </p:txBody>
      </p:sp>
    </p:spTree>
    <p:extLst>
      <p:ext uri="{BB962C8B-B14F-4D97-AF65-F5344CB8AC3E}">
        <p14:creationId xmlns:p14="http://schemas.microsoft.com/office/powerpoint/2010/main" val="2750624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 = W – eta(gradient) and we know gradient is dependent on the input, so if input is large, gradient will be large, update made to weights will be large and hence weight will be large.</a:t>
            </a:r>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5</a:t>
            </a:fld>
            <a:endParaRPr lang="en-IN"/>
          </a:p>
        </p:txBody>
      </p:sp>
    </p:spTree>
    <p:extLst>
      <p:ext uri="{BB962C8B-B14F-4D97-AF65-F5344CB8AC3E}">
        <p14:creationId xmlns:p14="http://schemas.microsoft.com/office/powerpoint/2010/main" val="4039914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6</a:t>
            </a:fld>
            <a:endParaRPr lang="en-IN"/>
          </a:p>
        </p:txBody>
      </p:sp>
    </p:spTree>
    <p:extLst>
      <p:ext uri="{BB962C8B-B14F-4D97-AF65-F5344CB8AC3E}">
        <p14:creationId xmlns:p14="http://schemas.microsoft.com/office/powerpoint/2010/main" val="545067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7</a:t>
            </a:fld>
            <a:endParaRPr lang="en-IN"/>
          </a:p>
        </p:txBody>
      </p:sp>
    </p:spTree>
    <p:extLst>
      <p:ext uri="{BB962C8B-B14F-4D97-AF65-F5344CB8AC3E}">
        <p14:creationId xmlns:p14="http://schemas.microsoft.com/office/powerpoint/2010/main" val="268353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8</a:t>
            </a:fld>
            <a:endParaRPr lang="en-IN"/>
          </a:p>
        </p:txBody>
      </p:sp>
    </p:spTree>
    <p:extLst>
      <p:ext uri="{BB962C8B-B14F-4D97-AF65-F5344CB8AC3E}">
        <p14:creationId xmlns:p14="http://schemas.microsoft.com/office/powerpoint/2010/main" val="3528961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54216B5-ABB0-425F-AA84-B4A3AD6D932D}" type="slidenum">
              <a:rPr lang="en-IN" smtClean="0"/>
              <a:t>9</a:t>
            </a:fld>
            <a:endParaRPr lang="en-IN"/>
          </a:p>
        </p:txBody>
      </p:sp>
    </p:spTree>
    <p:extLst>
      <p:ext uri="{BB962C8B-B14F-4D97-AF65-F5344CB8AC3E}">
        <p14:creationId xmlns:p14="http://schemas.microsoft.com/office/powerpoint/2010/main" val="3878780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9114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Raleway" pitchFamily="2" charset="0"/>
              </a:rPr>
              <a:t>Here, we have a feed-forward Neural Network: </a:t>
            </a:r>
          </a:p>
          <a:p>
            <a:r>
              <a:rPr lang="en-US" b="0" i="0" dirty="0">
                <a:solidFill>
                  <a:srgbClr val="000000"/>
                </a:solidFill>
                <a:effectLst/>
                <a:latin typeface="Raleway" pitchFamily="2" charset="0"/>
              </a:rPr>
              <a:t>Where x are the inputs, </a:t>
            </a:r>
          </a:p>
          <a:p>
            <a:r>
              <a:rPr lang="en-US" b="0" i="0" dirty="0">
                <a:solidFill>
                  <a:srgbClr val="000000"/>
                </a:solidFill>
                <a:effectLst/>
                <a:latin typeface="Raleway" pitchFamily="2" charset="0"/>
              </a:rPr>
              <a:t>z are the net input (input multiplied with weights) / the output of the neurons, </a:t>
            </a:r>
          </a:p>
          <a:p>
            <a:r>
              <a:rPr lang="en-US" b="0" i="0" dirty="0">
                <a:solidFill>
                  <a:srgbClr val="000000"/>
                </a:solidFill>
                <a:effectLst/>
                <a:latin typeface="Raleway" pitchFamily="2" charset="0"/>
              </a:rPr>
              <a:t>a are the output of the activation functions, and </a:t>
            </a:r>
          </a:p>
          <a:p>
            <a:r>
              <a:rPr lang="en-US" b="0" i="0" dirty="0">
                <a:solidFill>
                  <a:srgbClr val="000000"/>
                </a:solidFill>
                <a:effectLst/>
                <a:latin typeface="Raleway" pitchFamily="2" charset="0"/>
              </a:rPr>
              <a:t>y is the output of the network:</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1407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4009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894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200" dirty="0">
                <a:solidFill>
                  <a:prstClr val="black"/>
                </a:solidFill>
                <a:latin typeface="Calibri Light" panose="020F0302020204030204"/>
              </a:rPr>
              <a:t>Batch Norm reduces the internal covariate shift of the network. The covariate shift is a change in data distribution. For example, going back to our example on the car rental service, imagine we want to include other motorbikes. If we only look at our previous data set, containing only cars, our model will likely fail to predict motorbikes’ price. This change in data (now containing motorbikes) is named covariate shift, and it is gaining attention as it is a common issue in real-world problems.</a:t>
            </a:r>
          </a:p>
          <a:p>
            <a:pPr algn="l"/>
            <a:r>
              <a:rPr lang="en-US" b="0" i="0" dirty="0">
                <a:solidFill>
                  <a:srgbClr val="222222"/>
                </a:solidFill>
                <a:effectLst/>
                <a:latin typeface="Lato" panose="020F0502020204030203" pitchFamily="34" charset="0"/>
              </a:rPr>
              <a:t>These new images will have a slightly different distribution from the previous images. Now the model will change its parameters according to these new images. Hence the distribution of the hidden activation will also change. This change in hidden activation is known as an internal covariate shift.</a:t>
            </a:r>
          </a:p>
          <a:p>
            <a:pPr algn="l"/>
            <a:r>
              <a:rPr lang="en-US" b="0" i="0" dirty="0">
                <a:solidFill>
                  <a:srgbClr val="222222"/>
                </a:solidFill>
                <a:effectLst/>
                <a:latin typeface="Lato" panose="020F0502020204030203" pitchFamily="34" charset="0"/>
              </a:rPr>
              <a:t> </a:t>
            </a:r>
            <a:endParaRPr lang="en-US" sz="12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200" dirty="0">
                <a:solidFill>
                  <a:prstClr val="black"/>
                </a:solidFill>
                <a:latin typeface="Calibri Light" panose="020F0302020204030204"/>
              </a:rPr>
              <a:t>The internal covariate shift is a change in the input distribution of an internal layer of a Neural Network. For the neurons in an internal layer, the inputs received (from the previous layer) are constantly changing. </a:t>
            </a:r>
            <a:r>
              <a:rPr lang="en-US" b="0" i="0" dirty="0">
                <a:solidFill>
                  <a:srgbClr val="000000"/>
                </a:solidFill>
                <a:effectLst/>
                <a:latin typeface="Raleway" pitchFamily="2" charset="0"/>
              </a:rPr>
              <a:t>Applying Batch Norm ensures that the mean and standard deviation of the layer inputs will always remain the same;  and , respectively. Thus, the amount of change in the distribution of the input of layers is reduced. </a:t>
            </a:r>
            <a:endParaRPr lang="en-US" sz="1200" dirty="0">
              <a:solidFill>
                <a:prstClr val="black"/>
              </a:solidFill>
              <a:latin typeface="Calibri Light" panose="020F0302020204030204"/>
            </a:endParaRP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prstClr val="black"/>
                </a:solidFill>
                <a:effectLst/>
                <a:uLnTx/>
                <a:uFillTx/>
                <a:latin typeface="Calibri Light" panose="020F0302020204030204"/>
                <a:ea typeface="+mn-ea"/>
                <a:cs typeface="+mn-cs"/>
              </a:rPr>
              <a:t>Because it is computed over mini-batches and not the entire data set, the model’s data distribution sees each time has some noise. This can act as a </a:t>
            </a:r>
            <a:r>
              <a:rPr kumimoji="0" lang="en-US" sz="1200" i="0" u="none" strike="noStrike" kern="1200" cap="none" spc="0" normalizeH="0" baseline="0" noProof="0" dirty="0" err="1">
                <a:ln>
                  <a:noFill/>
                </a:ln>
                <a:solidFill>
                  <a:prstClr val="black"/>
                </a:solidFill>
                <a:effectLst/>
                <a:uLnTx/>
                <a:uFillTx/>
                <a:latin typeface="Calibri Light" panose="020F0302020204030204"/>
                <a:ea typeface="+mn-ea"/>
                <a:cs typeface="+mn-cs"/>
              </a:rPr>
              <a:t>regularizer</a:t>
            </a:r>
            <a:r>
              <a:rPr kumimoji="0" lang="en-US" sz="1200" i="0" u="none" strike="noStrike" kern="1200" cap="none" spc="0" normalizeH="0" baseline="0" noProof="0" dirty="0">
                <a:ln>
                  <a:noFill/>
                </a:ln>
                <a:solidFill>
                  <a:prstClr val="black"/>
                </a:solidFill>
                <a:effectLst/>
                <a:uLnTx/>
                <a:uFillTx/>
                <a:latin typeface="Calibri Light" panose="020F0302020204030204"/>
                <a:ea typeface="+mn-ea"/>
                <a:cs typeface="+mn-cs"/>
              </a:rPr>
              <a:t>, which can help overcome overfitting and help learn better. However, the noise added is quite small. Thus, it generally is not enough to properly regularize on its own and is normally used along with Dropout.</a:t>
            </a:r>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45151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766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Segoe UI" panose="020B0502040204020203" pitchFamily="34" charset="0"/>
              </a:rPr>
              <a:t>Examples of hyperparameters in ML is</a:t>
            </a:r>
          </a:p>
          <a:p>
            <a:pPr algn="l"/>
            <a:r>
              <a:rPr lang="en-US" b="0" i="0" dirty="0">
                <a:solidFill>
                  <a:srgbClr val="000000"/>
                </a:solidFill>
                <a:effectLst/>
                <a:latin typeface="Segoe UI" panose="020B0502040204020203" pitchFamily="34" charset="0"/>
              </a:rPr>
              <a:t>the number of trees in a random forest or</a:t>
            </a:r>
          </a:p>
          <a:p>
            <a:pPr algn="l"/>
            <a:r>
              <a:rPr lang="en-US" b="0" i="0" dirty="0">
                <a:solidFill>
                  <a:srgbClr val="000000"/>
                </a:solidFill>
                <a:effectLst/>
                <a:latin typeface="Segoe UI" panose="020B0502040204020203" pitchFamily="34" charset="0"/>
              </a:rPr>
              <a:t>the penalty intensity of a </a:t>
            </a:r>
            <a:r>
              <a:rPr lang="en-US" b="0" i="0" dirty="0">
                <a:solidFill>
                  <a:srgbClr val="386FA7"/>
                </a:solidFill>
                <a:effectLst/>
                <a:latin typeface="Segoe UI" panose="020B0502040204020203" pitchFamily="34" charset="0"/>
                <a:hlinkClick r:id="rId3"/>
              </a:rPr>
              <a:t>Lasso regression</a:t>
            </a:r>
            <a:r>
              <a:rPr lang="en-US" b="0" i="0" dirty="0">
                <a:solidFill>
                  <a:srgbClr val="000000"/>
                </a:solidFill>
                <a:effectLst/>
                <a:latin typeface="Segoe UI" panose="020B0502040204020203" pitchFamily="34" charset="0"/>
              </a:rPr>
              <a:t>. </a:t>
            </a:r>
          </a:p>
          <a:p>
            <a:pPr algn="l"/>
            <a:r>
              <a:rPr lang="en-US" b="0" i="0" dirty="0">
                <a:solidFill>
                  <a:srgbClr val="000000"/>
                </a:solidFill>
                <a:effectLst/>
                <a:latin typeface="Segoe UI" panose="020B0502040204020203" pitchFamily="34" charset="0"/>
              </a:rPr>
              <a:t>They are all numbers that are set before the training phase and their values affect the behavior of the model.</a:t>
            </a:r>
          </a:p>
          <a:p>
            <a:pPr algn="l"/>
            <a:endParaRPr lang="en-US" b="0" i="0" dirty="0">
              <a:solidFill>
                <a:srgbClr val="000000"/>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392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000000"/>
              </a:solidFill>
              <a:effectLst/>
              <a:latin typeface="Segoe UI" panose="020B0502040204020203" pitchFamily="34" charset="0"/>
            </a:endParaRPr>
          </a:p>
          <a:p>
            <a:pPr algn="l"/>
            <a:r>
              <a:rPr lang="en-US" b="0" i="0" dirty="0">
                <a:solidFill>
                  <a:srgbClr val="000000"/>
                </a:solidFill>
                <a:effectLst/>
                <a:latin typeface="Segoe UI" panose="020B0502040204020203" pitchFamily="34" charset="0"/>
              </a:rPr>
              <a:t>Why should we tune the hyperparameters? </a:t>
            </a:r>
          </a:p>
          <a:p>
            <a:pPr algn="l"/>
            <a:r>
              <a:rPr lang="en-US" b="0" i="0" dirty="0">
                <a:solidFill>
                  <a:srgbClr val="000000"/>
                </a:solidFill>
                <a:effectLst/>
                <a:latin typeface="Segoe UI" panose="020B0502040204020203" pitchFamily="34" charset="0"/>
              </a:rPr>
              <a:t>Because we don’t really know their optimal values in advance. A model with different hyperparameters is, actually, a different model so it may have a lower performance.</a:t>
            </a:r>
          </a:p>
          <a:p>
            <a:pPr algn="l"/>
            <a:r>
              <a:rPr lang="en-US" b="0" i="0" dirty="0">
                <a:solidFill>
                  <a:srgbClr val="000000"/>
                </a:solidFill>
                <a:effectLst/>
                <a:latin typeface="Segoe UI" panose="020B0502040204020203" pitchFamily="34" charset="0"/>
              </a:rPr>
              <a:t>In the case of neural networks, a low number of neurons could lead to underfitting and a high number could lead to overfitting. </a:t>
            </a:r>
          </a:p>
          <a:p>
            <a:pPr algn="l"/>
            <a:r>
              <a:rPr lang="en-US" b="0" i="0" dirty="0">
                <a:solidFill>
                  <a:srgbClr val="000000"/>
                </a:solidFill>
                <a:effectLst/>
                <a:latin typeface="Segoe UI" panose="020B0502040204020203" pitchFamily="34" charset="0"/>
              </a:rPr>
              <a:t>In both cases, the model is not good, so we need to find the intermediate number of neurons that leads to the best performance.</a:t>
            </a:r>
          </a:p>
          <a:p>
            <a:r>
              <a:rPr lang="en-US" sz="1200" dirty="0">
                <a:solidFill>
                  <a:prstClr val="black"/>
                </a:solidFill>
                <a:latin typeface="Calibri Light" panose="020F0302020204030204"/>
              </a:rPr>
              <a:t>Thus, we need to find the optimal values for these hyperparameters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7675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24204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more num of dimensions, the search will explode in time complexity. Therefore, used when num of dimensions are less than or equal to 4.</a:t>
            </a:r>
          </a:p>
          <a:p>
            <a:r>
              <a:rPr lang="en-US" dirty="0"/>
              <a:t>But guarantees the best configuration at the end. Still Not preferred</a:t>
            </a:r>
          </a:p>
          <a:p>
            <a:endParaRPr lang="en-US" dirty="0"/>
          </a:p>
          <a:p>
            <a:r>
              <a:rPr lang="en-US" b="0" i="0" dirty="0">
                <a:solidFill>
                  <a:srgbClr val="000000"/>
                </a:solidFill>
                <a:effectLst/>
                <a:latin typeface="Segoe UI" panose="020B0502040204020203" pitchFamily="34" charset="0"/>
              </a:rPr>
              <a:t>Grid search is an exhaustive algorithm that spans all the combinations, so it can actually find the best point in the domain.</a:t>
            </a:r>
          </a:p>
          <a:p>
            <a:r>
              <a:rPr lang="en-US" b="0" i="0" dirty="0">
                <a:solidFill>
                  <a:srgbClr val="000000"/>
                </a:solidFill>
                <a:effectLst/>
                <a:latin typeface="Segoe UI" panose="020B0502040204020203" pitchFamily="34" charset="0"/>
              </a:rPr>
              <a:t>The great drawback is that it’s very slow. Checking every combination of the space requires a lot of time that, sometimes, time is not available. Don’t forget that every point in the grid needs k-fold cross-validation, which requires </a:t>
            </a:r>
            <a:r>
              <a:rPr lang="en-US" b="0" i="1" dirty="0">
                <a:solidFill>
                  <a:srgbClr val="000000"/>
                </a:solidFill>
                <a:effectLst/>
                <a:latin typeface="Segoe UI" panose="020B0502040204020203" pitchFamily="34" charset="0"/>
              </a:rPr>
              <a:t>k</a:t>
            </a:r>
            <a:r>
              <a:rPr lang="en-US" b="0" i="0" dirty="0">
                <a:solidFill>
                  <a:srgbClr val="000000"/>
                </a:solidFill>
                <a:effectLst/>
                <a:latin typeface="Segoe UI" panose="020B0502040204020203" pitchFamily="34" charset="0"/>
              </a:rPr>
              <a:t> training steps. So, tuning the hyperparameters of a model in this way can be quite complex and expensive. </a:t>
            </a:r>
            <a:endParaRPr lang="en-IN" dirty="0"/>
          </a:p>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9567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Segoe UI" panose="020B0502040204020203" pitchFamily="34" charset="0"/>
              </a:rPr>
              <a:t>Random search is a very useful option when you have several hyperparameters with a fine-grained grid of values. Using a subset made by 5-100 randomly selected points, we are able to get a reasonably good set of values of the hyperparameters. </a:t>
            </a:r>
          </a:p>
          <a:p>
            <a:endParaRPr lang="en-US" b="0" i="0" dirty="0">
              <a:solidFill>
                <a:srgbClr val="000000"/>
              </a:solidFill>
              <a:effectLst/>
              <a:latin typeface="Segoe UI" panose="020B0502040204020203" pitchFamily="34" charset="0"/>
            </a:endParaRPr>
          </a:p>
          <a:p>
            <a:r>
              <a:rPr lang="en-US" b="0" i="0" dirty="0">
                <a:solidFill>
                  <a:srgbClr val="000000"/>
                </a:solidFill>
                <a:effectLst/>
                <a:latin typeface="Segoe UI" panose="020B0502040204020203" pitchFamily="34" charset="0"/>
              </a:rPr>
              <a:t>random search is very useful because it’s faster and, since it doesn’t reach the best point in the grid, it avoids overfitting and is more able to generalize.</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46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9411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1882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20088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39011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762579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9942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36830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04475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3128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94133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21213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18492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279620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589734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331106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166128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861878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7506702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723317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1562401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6571188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23546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5845551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977777"/>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18293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A35E2B-BA71-4A17-93CC-6FFD507357E5}" type="datetimeFigureOut">
              <a:rPr lang="en-IN" smtClean="0"/>
              <a:t>16-09-2025</a:t>
            </a:fld>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07311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84904357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17" Type="http://schemas.openxmlformats.org/officeDocument/2006/relationships/customXml" Target="../ink/ink55.xml"/><Relationship Id="rId21" Type="http://schemas.openxmlformats.org/officeDocument/2006/relationships/customXml" Target="../ink/ink7.xml"/><Relationship Id="rId42" Type="http://schemas.openxmlformats.org/officeDocument/2006/relationships/image" Target="../media/image21.png"/><Relationship Id="rId63" Type="http://schemas.openxmlformats.org/officeDocument/2006/relationships/customXml" Target="../ink/ink28.xml"/><Relationship Id="rId84" Type="http://schemas.openxmlformats.org/officeDocument/2006/relationships/image" Target="../media/image42.png"/><Relationship Id="rId138" Type="http://schemas.openxmlformats.org/officeDocument/2006/relationships/image" Target="../media/image69.png"/><Relationship Id="rId159" Type="http://schemas.openxmlformats.org/officeDocument/2006/relationships/customXml" Target="../ink/ink76.xml"/><Relationship Id="rId170" Type="http://schemas.openxmlformats.org/officeDocument/2006/relationships/image" Target="../media/image85.png"/><Relationship Id="rId191" Type="http://schemas.openxmlformats.org/officeDocument/2006/relationships/customXml" Target="../ink/ink92.xml"/><Relationship Id="rId205" Type="http://schemas.openxmlformats.org/officeDocument/2006/relationships/customXml" Target="../ink/ink99.xml"/><Relationship Id="rId226" Type="http://schemas.openxmlformats.org/officeDocument/2006/relationships/image" Target="../media/image113.png"/><Relationship Id="rId107" Type="http://schemas.openxmlformats.org/officeDocument/2006/relationships/customXml" Target="../ink/ink50.xml"/><Relationship Id="rId11" Type="http://schemas.openxmlformats.org/officeDocument/2006/relationships/customXml" Target="../ink/ink2.xml"/><Relationship Id="rId32" Type="http://schemas.openxmlformats.org/officeDocument/2006/relationships/image" Target="../media/image16.png"/><Relationship Id="rId53" Type="http://schemas.openxmlformats.org/officeDocument/2006/relationships/customXml" Target="../ink/ink23.xml"/><Relationship Id="rId74" Type="http://schemas.openxmlformats.org/officeDocument/2006/relationships/image" Target="../media/image37.png"/><Relationship Id="rId128" Type="http://schemas.openxmlformats.org/officeDocument/2006/relationships/image" Target="../media/image64.png"/><Relationship Id="rId149" Type="http://schemas.openxmlformats.org/officeDocument/2006/relationships/customXml" Target="../ink/ink71.xml"/><Relationship Id="rId95" Type="http://schemas.openxmlformats.org/officeDocument/2006/relationships/customXml" Target="../ink/ink44.xml"/><Relationship Id="rId160" Type="http://schemas.openxmlformats.org/officeDocument/2006/relationships/image" Target="../media/image80.png"/><Relationship Id="rId181" Type="http://schemas.openxmlformats.org/officeDocument/2006/relationships/customXml" Target="../ink/ink87.xml"/><Relationship Id="rId22" Type="http://schemas.openxmlformats.org/officeDocument/2006/relationships/image" Target="../media/image11.png"/><Relationship Id="rId43" Type="http://schemas.openxmlformats.org/officeDocument/2006/relationships/customXml" Target="../ink/ink18.xml"/><Relationship Id="rId64" Type="http://schemas.openxmlformats.org/officeDocument/2006/relationships/image" Target="../media/image32.png"/><Relationship Id="rId118" Type="http://schemas.openxmlformats.org/officeDocument/2006/relationships/image" Target="../media/image59.png"/><Relationship Id="rId139" Type="http://schemas.openxmlformats.org/officeDocument/2006/relationships/customXml" Target="../ink/ink66.xml"/><Relationship Id="rId85" Type="http://schemas.openxmlformats.org/officeDocument/2006/relationships/customXml" Target="../ink/ink39.xml"/><Relationship Id="rId150" Type="http://schemas.openxmlformats.org/officeDocument/2006/relationships/image" Target="../media/image75.png"/><Relationship Id="rId171" Type="http://schemas.openxmlformats.org/officeDocument/2006/relationships/customXml" Target="../ink/ink82.xml"/><Relationship Id="rId192" Type="http://schemas.openxmlformats.org/officeDocument/2006/relationships/image" Target="../media/image96.png"/><Relationship Id="rId206" Type="http://schemas.openxmlformats.org/officeDocument/2006/relationships/image" Target="../media/image103.png"/><Relationship Id="rId227" Type="http://schemas.openxmlformats.org/officeDocument/2006/relationships/customXml" Target="../ink/ink106.xml"/><Relationship Id="rId12" Type="http://schemas.openxmlformats.org/officeDocument/2006/relationships/image" Target="../media/image6.png"/><Relationship Id="rId33" Type="http://schemas.openxmlformats.org/officeDocument/2006/relationships/customXml" Target="../ink/ink13.xml"/><Relationship Id="rId108" Type="http://schemas.openxmlformats.org/officeDocument/2006/relationships/image" Target="../media/image54.png"/><Relationship Id="rId129" Type="http://schemas.openxmlformats.org/officeDocument/2006/relationships/customXml" Target="../ink/ink61.xml"/><Relationship Id="rId54" Type="http://schemas.openxmlformats.org/officeDocument/2006/relationships/image" Target="../media/image27.png"/><Relationship Id="rId75" Type="http://schemas.openxmlformats.org/officeDocument/2006/relationships/customXml" Target="../ink/ink34.xml"/><Relationship Id="rId96" Type="http://schemas.openxmlformats.org/officeDocument/2006/relationships/image" Target="../media/image48.png"/><Relationship Id="rId140" Type="http://schemas.openxmlformats.org/officeDocument/2006/relationships/image" Target="../media/image70.png"/><Relationship Id="rId161" Type="http://schemas.openxmlformats.org/officeDocument/2006/relationships/customXml" Target="../ink/ink77.xml"/><Relationship Id="rId182" Type="http://schemas.openxmlformats.org/officeDocument/2006/relationships/image" Target="../media/image91.png"/><Relationship Id="rId23" Type="http://schemas.openxmlformats.org/officeDocument/2006/relationships/customXml" Target="../ink/ink8.xml"/><Relationship Id="rId119" Type="http://schemas.openxmlformats.org/officeDocument/2006/relationships/customXml" Target="../ink/ink56.xml"/><Relationship Id="rId44" Type="http://schemas.openxmlformats.org/officeDocument/2006/relationships/image" Target="../media/image22.png"/><Relationship Id="rId65" Type="http://schemas.openxmlformats.org/officeDocument/2006/relationships/customXml" Target="../ink/ink29.xml"/><Relationship Id="rId86" Type="http://schemas.openxmlformats.org/officeDocument/2006/relationships/image" Target="../media/image43.png"/><Relationship Id="rId130" Type="http://schemas.openxmlformats.org/officeDocument/2006/relationships/image" Target="../media/image65.png"/><Relationship Id="rId151" Type="http://schemas.openxmlformats.org/officeDocument/2006/relationships/customXml" Target="../ink/ink72.xml"/><Relationship Id="rId172" Type="http://schemas.openxmlformats.org/officeDocument/2006/relationships/image" Target="../media/image86.png"/><Relationship Id="rId193" Type="http://schemas.openxmlformats.org/officeDocument/2006/relationships/customXml" Target="../ink/ink93.xml"/><Relationship Id="rId207" Type="http://schemas.openxmlformats.org/officeDocument/2006/relationships/customXml" Target="../ink/ink100.xml"/><Relationship Id="rId13" Type="http://schemas.openxmlformats.org/officeDocument/2006/relationships/customXml" Target="../ink/ink3.xml"/><Relationship Id="rId109" Type="http://schemas.openxmlformats.org/officeDocument/2006/relationships/customXml" Target="../ink/ink51.xml"/><Relationship Id="rId34" Type="http://schemas.openxmlformats.org/officeDocument/2006/relationships/image" Target="../media/image17.png"/><Relationship Id="rId55" Type="http://schemas.openxmlformats.org/officeDocument/2006/relationships/customXml" Target="../ink/ink24.xml"/><Relationship Id="rId76" Type="http://schemas.openxmlformats.org/officeDocument/2006/relationships/image" Target="../media/image38.png"/><Relationship Id="rId97" Type="http://schemas.openxmlformats.org/officeDocument/2006/relationships/customXml" Target="../ink/ink45.xml"/><Relationship Id="rId120" Type="http://schemas.openxmlformats.org/officeDocument/2006/relationships/image" Target="../media/image60.png"/><Relationship Id="rId141" Type="http://schemas.openxmlformats.org/officeDocument/2006/relationships/customXml" Target="../ink/ink67.xml"/><Relationship Id="rId162" Type="http://schemas.openxmlformats.org/officeDocument/2006/relationships/image" Target="../media/image81.png"/><Relationship Id="rId183" Type="http://schemas.openxmlformats.org/officeDocument/2006/relationships/customXml" Target="../ink/ink88.xml"/><Relationship Id="rId24" Type="http://schemas.openxmlformats.org/officeDocument/2006/relationships/image" Target="../media/image12.png"/><Relationship Id="rId45" Type="http://schemas.openxmlformats.org/officeDocument/2006/relationships/customXml" Target="../ink/ink19.xml"/><Relationship Id="rId66" Type="http://schemas.openxmlformats.org/officeDocument/2006/relationships/image" Target="../media/image33.png"/><Relationship Id="rId87" Type="http://schemas.openxmlformats.org/officeDocument/2006/relationships/customXml" Target="../ink/ink40.xml"/><Relationship Id="rId110" Type="http://schemas.openxmlformats.org/officeDocument/2006/relationships/image" Target="../media/image55.png"/><Relationship Id="rId131" Type="http://schemas.openxmlformats.org/officeDocument/2006/relationships/customXml" Target="../ink/ink62.xml"/><Relationship Id="rId152" Type="http://schemas.openxmlformats.org/officeDocument/2006/relationships/image" Target="../media/image76.png"/><Relationship Id="rId173" Type="http://schemas.openxmlformats.org/officeDocument/2006/relationships/customXml" Target="../ink/ink83.xml"/><Relationship Id="rId194" Type="http://schemas.openxmlformats.org/officeDocument/2006/relationships/image" Target="../media/image97.png"/><Relationship Id="rId208" Type="http://schemas.openxmlformats.org/officeDocument/2006/relationships/image" Target="../media/image104.png"/><Relationship Id="rId14" Type="http://schemas.openxmlformats.org/officeDocument/2006/relationships/image" Target="../media/image7.png"/><Relationship Id="rId30" Type="http://schemas.openxmlformats.org/officeDocument/2006/relationships/image" Target="../media/image15.png"/><Relationship Id="rId35" Type="http://schemas.openxmlformats.org/officeDocument/2006/relationships/customXml" Target="../ink/ink14.xml"/><Relationship Id="rId56" Type="http://schemas.openxmlformats.org/officeDocument/2006/relationships/image" Target="../media/image28.png"/><Relationship Id="rId77" Type="http://schemas.openxmlformats.org/officeDocument/2006/relationships/customXml" Target="../ink/ink35.xml"/><Relationship Id="rId100" Type="http://schemas.openxmlformats.org/officeDocument/2006/relationships/image" Target="../media/image50.png"/><Relationship Id="rId105" Type="http://schemas.openxmlformats.org/officeDocument/2006/relationships/customXml" Target="../ink/ink49.xml"/><Relationship Id="rId126" Type="http://schemas.openxmlformats.org/officeDocument/2006/relationships/image" Target="../media/image63.png"/><Relationship Id="rId147" Type="http://schemas.openxmlformats.org/officeDocument/2006/relationships/customXml" Target="../ink/ink70.xml"/><Relationship Id="rId168" Type="http://schemas.openxmlformats.org/officeDocument/2006/relationships/image" Target="../media/image84.png"/><Relationship Id="rId51" Type="http://schemas.openxmlformats.org/officeDocument/2006/relationships/customXml" Target="../ink/ink22.xml"/><Relationship Id="rId72" Type="http://schemas.openxmlformats.org/officeDocument/2006/relationships/image" Target="../media/image36.png"/><Relationship Id="rId93" Type="http://schemas.openxmlformats.org/officeDocument/2006/relationships/customXml" Target="../ink/ink43.xml"/><Relationship Id="rId98" Type="http://schemas.openxmlformats.org/officeDocument/2006/relationships/image" Target="../media/image49.png"/><Relationship Id="rId121" Type="http://schemas.openxmlformats.org/officeDocument/2006/relationships/customXml" Target="../ink/ink57.xml"/><Relationship Id="rId142" Type="http://schemas.openxmlformats.org/officeDocument/2006/relationships/image" Target="../media/image71.png"/><Relationship Id="rId163" Type="http://schemas.openxmlformats.org/officeDocument/2006/relationships/customXml" Target="../ink/ink78.xml"/><Relationship Id="rId184" Type="http://schemas.openxmlformats.org/officeDocument/2006/relationships/image" Target="../media/image92.png"/><Relationship Id="rId189" Type="http://schemas.openxmlformats.org/officeDocument/2006/relationships/customXml" Target="../ink/ink91.xml"/><Relationship Id="rId3" Type="http://schemas.openxmlformats.org/officeDocument/2006/relationships/customXml" Target="../ink/ink1.xml"/><Relationship Id="rId230" Type="http://schemas.openxmlformats.org/officeDocument/2006/relationships/image" Target="../media/image115.png"/><Relationship Id="rId25" Type="http://schemas.openxmlformats.org/officeDocument/2006/relationships/customXml" Target="../ink/ink9.xml"/><Relationship Id="rId46" Type="http://schemas.openxmlformats.org/officeDocument/2006/relationships/image" Target="../media/image23.png"/><Relationship Id="rId67" Type="http://schemas.openxmlformats.org/officeDocument/2006/relationships/customXml" Target="../ink/ink30.xml"/><Relationship Id="rId116" Type="http://schemas.openxmlformats.org/officeDocument/2006/relationships/image" Target="../media/image58.png"/><Relationship Id="rId137" Type="http://schemas.openxmlformats.org/officeDocument/2006/relationships/customXml" Target="../ink/ink65.xml"/><Relationship Id="rId158" Type="http://schemas.openxmlformats.org/officeDocument/2006/relationships/image" Target="../media/image79.png"/><Relationship Id="rId20" Type="http://schemas.openxmlformats.org/officeDocument/2006/relationships/image" Target="../media/image10.png"/><Relationship Id="rId41" Type="http://schemas.openxmlformats.org/officeDocument/2006/relationships/customXml" Target="../ink/ink17.xml"/><Relationship Id="rId62" Type="http://schemas.openxmlformats.org/officeDocument/2006/relationships/image" Target="../media/image31.png"/><Relationship Id="rId83" Type="http://schemas.openxmlformats.org/officeDocument/2006/relationships/customXml" Target="../ink/ink38.xml"/><Relationship Id="rId88" Type="http://schemas.openxmlformats.org/officeDocument/2006/relationships/image" Target="../media/image44.png"/><Relationship Id="rId111" Type="http://schemas.openxmlformats.org/officeDocument/2006/relationships/customXml" Target="../ink/ink52.xml"/><Relationship Id="rId132" Type="http://schemas.openxmlformats.org/officeDocument/2006/relationships/image" Target="../media/image66.png"/><Relationship Id="rId153" Type="http://schemas.openxmlformats.org/officeDocument/2006/relationships/customXml" Target="../ink/ink73.xml"/><Relationship Id="rId174" Type="http://schemas.openxmlformats.org/officeDocument/2006/relationships/image" Target="../media/image87.png"/><Relationship Id="rId179" Type="http://schemas.openxmlformats.org/officeDocument/2006/relationships/customXml" Target="../ink/ink86.xml"/><Relationship Id="rId195" Type="http://schemas.openxmlformats.org/officeDocument/2006/relationships/customXml" Target="../ink/ink94.xml"/><Relationship Id="rId209" Type="http://schemas.openxmlformats.org/officeDocument/2006/relationships/customXml" Target="../ink/ink101.xml"/><Relationship Id="rId190" Type="http://schemas.openxmlformats.org/officeDocument/2006/relationships/image" Target="../media/image95.png"/><Relationship Id="rId204" Type="http://schemas.openxmlformats.org/officeDocument/2006/relationships/image" Target="../media/image102.png"/><Relationship Id="rId220" Type="http://schemas.openxmlformats.org/officeDocument/2006/relationships/image" Target="../media/image110.png"/><Relationship Id="rId225" Type="http://schemas.openxmlformats.org/officeDocument/2006/relationships/customXml" Target="../ink/ink105.xml"/><Relationship Id="rId15" Type="http://schemas.openxmlformats.org/officeDocument/2006/relationships/customXml" Target="../ink/ink4.xml"/><Relationship Id="rId36" Type="http://schemas.openxmlformats.org/officeDocument/2006/relationships/image" Target="../media/image18.png"/><Relationship Id="rId57" Type="http://schemas.openxmlformats.org/officeDocument/2006/relationships/customXml" Target="../ink/ink25.xml"/><Relationship Id="rId106" Type="http://schemas.openxmlformats.org/officeDocument/2006/relationships/image" Target="../media/image53.png"/><Relationship Id="rId127" Type="http://schemas.openxmlformats.org/officeDocument/2006/relationships/customXml" Target="../ink/ink60.xml"/><Relationship Id="rId10" Type="http://schemas.openxmlformats.org/officeDocument/2006/relationships/image" Target="../media/image5.png"/><Relationship Id="rId31" Type="http://schemas.openxmlformats.org/officeDocument/2006/relationships/customXml" Target="../ink/ink12.xml"/><Relationship Id="rId52" Type="http://schemas.openxmlformats.org/officeDocument/2006/relationships/image" Target="../media/image26.png"/><Relationship Id="rId73" Type="http://schemas.openxmlformats.org/officeDocument/2006/relationships/customXml" Target="../ink/ink33.xml"/><Relationship Id="rId78" Type="http://schemas.openxmlformats.org/officeDocument/2006/relationships/image" Target="../media/image39.png"/><Relationship Id="rId94" Type="http://schemas.openxmlformats.org/officeDocument/2006/relationships/image" Target="../media/image47.png"/><Relationship Id="rId99" Type="http://schemas.openxmlformats.org/officeDocument/2006/relationships/customXml" Target="../ink/ink46.xml"/><Relationship Id="rId101" Type="http://schemas.openxmlformats.org/officeDocument/2006/relationships/customXml" Target="../ink/ink47.xml"/><Relationship Id="rId122" Type="http://schemas.openxmlformats.org/officeDocument/2006/relationships/image" Target="../media/image61.png"/><Relationship Id="rId143" Type="http://schemas.openxmlformats.org/officeDocument/2006/relationships/customXml" Target="../ink/ink68.xml"/><Relationship Id="rId148" Type="http://schemas.openxmlformats.org/officeDocument/2006/relationships/image" Target="../media/image74.png"/><Relationship Id="rId164" Type="http://schemas.openxmlformats.org/officeDocument/2006/relationships/image" Target="../media/image82.png"/><Relationship Id="rId169" Type="http://schemas.openxmlformats.org/officeDocument/2006/relationships/customXml" Target="../ink/ink81.xml"/><Relationship Id="rId185" Type="http://schemas.openxmlformats.org/officeDocument/2006/relationships/customXml" Target="../ink/ink89.xml"/><Relationship Id="rId180" Type="http://schemas.openxmlformats.org/officeDocument/2006/relationships/image" Target="../media/image90.png"/><Relationship Id="rId210" Type="http://schemas.openxmlformats.org/officeDocument/2006/relationships/image" Target="../media/image105.png"/><Relationship Id="rId26" Type="http://schemas.openxmlformats.org/officeDocument/2006/relationships/image" Target="../media/image13.png"/><Relationship Id="rId231" Type="http://schemas.openxmlformats.org/officeDocument/2006/relationships/customXml" Target="../ink/ink107.xml"/><Relationship Id="rId47" Type="http://schemas.openxmlformats.org/officeDocument/2006/relationships/customXml" Target="../ink/ink20.xml"/><Relationship Id="rId68" Type="http://schemas.openxmlformats.org/officeDocument/2006/relationships/image" Target="../media/image34.png"/><Relationship Id="rId89" Type="http://schemas.openxmlformats.org/officeDocument/2006/relationships/customXml" Target="../ink/ink41.xml"/><Relationship Id="rId112" Type="http://schemas.openxmlformats.org/officeDocument/2006/relationships/image" Target="../media/image56.png"/><Relationship Id="rId133" Type="http://schemas.openxmlformats.org/officeDocument/2006/relationships/customXml" Target="../ink/ink63.xml"/><Relationship Id="rId154" Type="http://schemas.openxmlformats.org/officeDocument/2006/relationships/image" Target="../media/image77.png"/><Relationship Id="rId175" Type="http://schemas.openxmlformats.org/officeDocument/2006/relationships/customXml" Target="../ink/ink84.xml"/><Relationship Id="rId196" Type="http://schemas.openxmlformats.org/officeDocument/2006/relationships/image" Target="../media/image98.png"/><Relationship Id="rId200" Type="http://schemas.openxmlformats.org/officeDocument/2006/relationships/image" Target="../media/image100.png"/><Relationship Id="rId16" Type="http://schemas.openxmlformats.org/officeDocument/2006/relationships/image" Target="../media/image8.png"/><Relationship Id="rId221" Type="http://schemas.openxmlformats.org/officeDocument/2006/relationships/customXml" Target="../ink/ink103.xml"/><Relationship Id="rId37" Type="http://schemas.openxmlformats.org/officeDocument/2006/relationships/customXml" Target="../ink/ink15.xml"/><Relationship Id="rId58" Type="http://schemas.openxmlformats.org/officeDocument/2006/relationships/image" Target="../media/image29.png"/><Relationship Id="rId79" Type="http://schemas.openxmlformats.org/officeDocument/2006/relationships/customXml" Target="../ink/ink36.xml"/><Relationship Id="rId102" Type="http://schemas.openxmlformats.org/officeDocument/2006/relationships/image" Target="../media/image51.png"/><Relationship Id="rId123" Type="http://schemas.openxmlformats.org/officeDocument/2006/relationships/customXml" Target="../ink/ink58.xml"/><Relationship Id="rId144" Type="http://schemas.openxmlformats.org/officeDocument/2006/relationships/image" Target="../media/image72.png"/><Relationship Id="rId90" Type="http://schemas.openxmlformats.org/officeDocument/2006/relationships/image" Target="../media/image45.png"/><Relationship Id="rId165" Type="http://schemas.openxmlformats.org/officeDocument/2006/relationships/customXml" Target="../ink/ink79.xml"/><Relationship Id="rId186" Type="http://schemas.openxmlformats.org/officeDocument/2006/relationships/image" Target="../media/image93.png"/><Relationship Id="rId211" Type="http://schemas.openxmlformats.org/officeDocument/2006/relationships/customXml" Target="../ink/ink102.xml"/><Relationship Id="rId232" Type="http://schemas.openxmlformats.org/officeDocument/2006/relationships/image" Target="../media/image116.png"/><Relationship Id="rId27" Type="http://schemas.openxmlformats.org/officeDocument/2006/relationships/customXml" Target="../ink/ink10.xml"/><Relationship Id="rId48" Type="http://schemas.openxmlformats.org/officeDocument/2006/relationships/image" Target="../media/image24.png"/><Relationship Id="rId69" Type="http://schemas.openxmlformats.org/officeDocument/2006/relationships/customXml" Target="../ink/ink31.xml"/><Relationship Id="rId113" Type="http://schemas.openxmlformats.org/officeDocument/2006/relationships/customXml" Target="../ink/ink53.xml"/><Relationship Id="rId134" Type="http://schemas.openxmlformats.org/officeDocument/2006/relationships/image" Target="../media/image67.png"/><Relationship Id="rId80" Type="http://schemas.openxmlformats.org/officeDocument/2006/relationships/image" Target="../media/image40.png"/><Relationship Id="rId155" Type="http://schemas.openxmlformats.org/officeDocument/2006/relationships/customXml" Target="../ink/ink74.xml"/><Relationship Id="rId176" Type="http://schemas.openxmlformats.org/officeDocument/2006/relationships/image" Target="../media/image88.png"/><Relationship Id="rId197" Type="http://schemas.openxmlformats.org/officeDocument/2006/relationships/customXml" Target="../ink/ink95.xml"/><Relationship Id="rId201" Type="http://schemas.openxmlformats.org/officeDocument/2006/relationships/customXml" Target="../ink/ink97.xml"/><Relationship Id="rId222" Type="http://schemas.openxmlformats.org/officeDocument/2006/relationships/image" Target="../media/image111.png"/><Relationship Id="rId17" Type="http://schemas.openxmlformats.org/officeDocument/2006/relationships/customXml" Target="../ink/ink5.xml"/><Relationship Id="rId38" Type="http://schemas.openxmlformats.org/officeDocument/2006/relationships/image" Target="../media/image19.png"/><Relationship Id="rId59" Type="http://schemas.openxmlformats.org/officeDocument/2006/relationships/customXml" Target="../ink/ink26.xml"/><Relationship Id="rId103" Type="http://schemas.openxmlformats.org/officeDocument/2006/relationships/customXml" Target="../ink/ink48.xml"/><Relationship Id="rId124" Type="http://schemas.openxmlformats.org/officeDocument/2006/relationships/image" Target="../media/image62.png"/><Relationship Id="rId70" Type="http://schemas.openxmlformats.org/officeDocument/2006/relationships/image" Target="../media/image35.png"/><Relationship Id="rId91" Type="http://schemas.openxmlformats.org/officeDocument/2006/relationships/customXml" Target="../ink/ink42.xml"/><Relationship Id="rId145" Type="http://schemas.openxmlformats.org/officeDocument/2006/relationships/customXml" Target="../ink/ink69.xml"/><Relationship Id="rId166" Type="http://schemas.openxmlformats.org/officeDocument/2006/relationships/image" Target="../media/image83.png"/><Relationship Id="rId187" Type="http://schemas.openxmlformats.org/officeDocument/2006/relationships/customXml" Target="../ink/ink90.xml"/><Relationship Id="rId1" Type="http://schemas.openxmlformats.org/officeDocument/2006/relationships/slideLayout" Target="../slideLayouts/slideLayout2.xml"/><Relationship Id="rId233" Type="http://schemas.openxmlformats.org/officeDocument/2006/relationships/customXml" Target="../ink/ink108.xml"/><Relationship Id="rId28" Type="http://schemas.openxmlformats.org/officeDocument/2006/relationships/image" Target="../media/image14.png"/><Relationship Id="rId49" Type="http://schemas.openxmlformats.org/officeDocument/2006/relationships/customXml" Target="../ink/ink21.xml"/><Relationship Id="rId114" Type="http://schemas.openxmlformats.org/officeDocument/2006/relationships/image" Target="../media/image57.png"/><Relationship Id="rId60" Type="http://schemas.openxmlformats.org/officeDocument/2006/relationships/image" Target="../media/image30.png"/><Relationship Id="rId81" Type="http://schemas.openxmlformats.org/officeDocument/2006/relationships/customXml" Target="../ink/ink37.xml"/><Relationship Id="rId135" Type="http://schemas.openxmlformats.org/officeDocument/2006/relationships/customXml" Target="../ink/ink64.xml"/><Relationship Id="rId156" Type="http://schemas.openxmlformats.org/officeDocument/2006/relationships/image" Target="../media/image78.png"/><Relationship Id="rId177" Type="http://schemas.openxmlformats.org/officeDocument/2006/relationships/customXml" Target="../ink/ink85.xml"/><Relationship Id="rId198" Type="http://schemas.openxmlformats.org/officeDocument/2006/relationships/image" Target="../media/image99.png"/><Relationship Id="rId202" Type="http://schemas.openxmlformats.org/officeDocument/2006/relationships/image" Target="../media/image101.png"/><Relationship Id="rId223" Type="http://schemas.openxmlformats.org/officeDocument/2006/relationships/customXml" Target="../ink/ink104.xml"/><Relationship Id="rId18" Type="http://schemas.openxmlformats.org/officeDocument/2006/relationships/image" Target="../media/image9.png"/><Relationship Id="rId39" Type="http://schemas.openxmlformats.org/officeDocument/2006/relationships/customXml" Target="../ink/ink16.xml"/><Relationship Id="rId50" Type="http://schemas.openxmlformats.org/officeDocument/2006/relationships/image" Target="../media/image25.png"/><Relationship Id="rId104" Type="http://schemas.openxmlformats.org/officeDocument/2006/relationships/image" Target="../media/image52.png"/><Relationship Id="rId125" Type="http://schemas.openxmlformats.org/officeDocument/2006/relationships/customXml" Target="../ink/ink59.xml"/><Relationship Id="rId146" Type="http://schemas.openxmlformats.org/officeDocument/2006/relationships/image" Target="../media/image73.png"/><Relationship Id="rId167" Type="http://schemas.openxmlformats.org/officeDocument/2006/relationships/customXml" Target="../ink/ink80.xml"/><Relationship Id="rId188" Type="http://schemas.openxmlformats.org/officeDocument/2006/relationships/image" Target="../media/image94.png"/><Relationship Id="rId71" Type="http://schemas.openxmlformats.org/officeDocument/2006/relationships/customXml" Target="../ink/ink32.xml"/><Relationship Id="rId92" Type="http://schemas.openxmlformats.org/officeDocument/2006/relationships/image" Target="../media/image46.png"/><Relationship Id="rId234" Type="http://schemas.openxmlformats.org/officeDocument/2006/relationships/image" Target="../media/image117.png"/><Relationship Id="rId2" Type="http://schemas.openxmlformats.org/officeDocument/2006/relationships/notesSlide" Target="../notesSlides/notesSlide3.xml"/><Relationship Id="rId29" Type="http://schemas.openxmlformats.org/officeDocument/2006/relationships/customXml" Target="../ink/ink11.xml"/><Relationship Id="rId40" Type="http://schemas.openxmlformats.org/officeDocument/2006/relationships/image" Target="../media/image20.png"/><Relationship Id="rId115" Type="http://schemas.openxmlformats.org/officeDocument/2006/relationships/customXml" Target="../ink/ink54.xml"/><Relationship Id="rId136" Type="http://schemas.openxmlformats.org/officeDocument/2006/relationships/image" Target="../media/image68.png"/><Relationship Id="rId157" Type="http://schemas.openxmlformats.org/officeDocument/2006/relationships/customXml" Target="../ink/ink75.xml"/><Relationship Id="rId178" Type="http://schemas.openxmlformats.org/officeDocument/2006/relationships/image" Target="../media/image89.png"/><Relationship Id="rId61" Type="http://schemas.openxmlformats.org/officeDocument/2006/relationships/customXml" Target="../ink/ink27.xml"/><Relationship Id="rId82" Type="http://schemas.openxmlformats.org/officeDocument/2006/relationships/image" Target="../media/image41.png"/><Relationship Id="rId199" Type="http://schemas.openxmlformats.org/officeDocument/2006/relationships/customXml" Target="../ink/ink96.xml"/><Relationship Id="rId203" Type="http://schemas.openxmlformats.org/officeDocument/2006/relationships/customXml" Target="../ink/ink98.xml"/><Relationship Id="rId19" Type="http://schemas.openxmlformats.org/officeDocument/2006/relationships/customXml" Target="../ink/ink6.xml"/><Relationship Id="rId224" Type="http://schemas.openxmlformats.org/officeDocument/2006/relationships/image" Target="../media/image1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customXml" Target="../ink/ink109.xml"/></Relationships>
</file>

<file path=ppt/slides/_rels/slide9.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7.png"/><Relationship Id="rId7" Type="http://schemas.openxmlformats.org/officeDocument/2006/relationships/customXml" Target="../ink/ink11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customXml" Target="../ink/ink110.xml"/><Relationship Id="rId4" Type="http://schemas.openxmlformats.org/officeDocument/2006/relationships/image" Target="../media/image108.png"/></Relationships>
</file>

<file path=ppt/slides/_rels/slide10.xml.rels><?xml version="1.0" encoding="UTF-8" standalone="yes"?>
<Relationships xmlns="http://schemas.openxmlformats.org/package/2006/relationships"><Relationship Id="rId3" Type="http://schemas.openxmlformats.org/officeDocument/2006/relationships/customXml" Target="../ink/ink11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customXml" Target="../ink/ink113.xml"/><Relationship Id="rId4" Type="http://schemas.openxmlformats.org/officeDocument/2006/relationships/image" Target="../media/image141.png"/></Relationships>
</file>

<file path=ppt/slides/_rels/slide11.xml.rels><?xml version="1.0" encoding="UTF-8" standalone="yes"?>
<Relationships xmlns="http://schemas.openxmlformats.org/package/2006/relationships"><Relationship Id="rId13" Type="http://schemas.openxmlformats.org/officeDocument/2006/relationships/image" Target="../media/image148.png"/><Relationship Id="rId18" Type="http://schemas.openxmlformats.org/officeDocument/2006/relationships/customXml" Target="../ink/ink121.xml"/><Relationship Id="rId26" Type="http://schemas.openxmlformats.org/officeDocument/2006/relationships/customXml" Target="../ink/ink125.xml"/><Relationship Id="rId39" Type="http://schemas.openxmlformats.org/officeDocument/2006/relationships/image" Target="../media/image161.png"/><Relationship Id="rId21" Type="http://schemas.openxmlformats.org/officeDocument/2006/relationships/image" Target="../media/image152.png"/><Relationship Id="rId34" Type="http://schemas.openxmlformats.org/officeDocument/2006/relationships/customXml" Target="../ink/ink129.xml"/><Relationship Id="rId42" Type="http://schemas.openxmlformats.org/officeDocument/2006/relationships/customXml" Target="../ink/ink133.xml"/><Relationship Id="rId47" Type="http://schemas.openxmlformats.org/officeDocument/2006/relationships/image" Target="../media/image165.png"/><Relationship Id="rId50" Type="http://schemas.openxmlformats.org/officeDocument/2006/relationships/customXml" Target="../ink/ink137.xml"/><Relationship Id="rId7" Type="http://schemas.openxmlformats.org/officeDocument/2006/relationships/image" Target="../media/image145.png"/><Relationship Id="rId2" Type="http://schemas.openxmlformats.org/officeDocument/2006/relationships/notesSlide" Target="../notesSlides/notesSlide9.xml"/><Relationship Id="rId16" Type="http://schemas.openxmlformats.org/officeDocument/2006/relationships/customXml" Target="../ink/ink120.xml"/><Relationship Id="rId29" Type="http://schemas.openxmlformats.org/officeDocument/2006/relationships/image" Target="../media/image156.png"/><Relationship Id="rId11" Type="http://schemas.openxmlformats.org/officeDocument/2006/relationships/image" Target="../media/image147.png"/><Relationship Id="rId24" Type="http://schemas.openxmlformats.org/officeDocument/2006/relationships/customXml" Target="../ink/ink124.xml"/><Relationship Id="rId32" Type="http://schemas.openxmlformats.org/officeDocument/2006/relationships/customXml" Target="../ink/ink128.xml"/><Relationship Id="rId37" Type="http://schemas.openxmlformats.org/officeDocument/2006/relationships/image" Target="../media/image160.png"/><Relationship Id="rId40" Type="http://schemas.openxmlformats.org/officeDocument/2006/relationships/customXml" Target="../ink/ink132.xml"/><Relationship Id="rId45" Type="http://schemas.openxmlformats.org/officeDocument/2006/relationships/image" Target="../media/image164.png"/><Relationship Id="rId53" Type="http://schemas.openxmlformats.org/officeDocument/2006/relationships/image" Target="../media/image168.png"/><Relationship Id="rId5" Type="http://schemas.openxmlformats.org/officeDocument/2006/relationships/image" Target="../media/image144.png"/><Relationship Id="rId10" Type="http://schemas.openxmlformats.org/officeDocument/2006/relationships/customXml" Target="../ink/ink117.xml"/><Relationship Id="rId19" Type="http://schemas.openxmlformats.org/officeDocument/2006/relationships/image" Target="../media/image151.png"/><Relationship Id="rId31" Type="http://schemas.openxmlformats.org/officeDocument/2006/relationships/image" Target="../media/image157.png"/><Relationship Id="rId44" Type="http://schemas.openxmlformats.org/officeDocument/2006/relationships/customXml" Target="../ink/ink134.xml"/><Relationship Id="rId52" Type="http://schemas.openxmlformats.org/officeDocument/2006/relationships/customXml" Target="../ink/ink138.xml"/><Relationship Id="rId4" Type="http://schemas.openxmlformats.org/officeDocument/2006/relationships/customXml" Target="../ink/ink114.xml"/><Relationship Id="rId9" Type="http://schemas.openxmlformats.org/officeDocument/2006/relationships/image" Target="../media/image146.png"/><Relationship Id="rId14" Type="http://schemas.openxmlformats.org/officeDocument/2006/relationships/customXml" Target="../ink/ink119.xml"/><Relationship Id="rId22" Type="http://schemas.openxmlformats.org/officeDocument/2006/relationships/customXml" Target="../ink/ink123.xml"/><Relationship Id="rId27" Type="http://schemas.openxmlformats.org/officeDocument/2006/relationships/image" Target="../media/image155.png"/><Relationship Id="rId30" Type="http://schemas.openxmlformats.org/officeDocument/2006/relationships/customXml" Target="../ink/ink127.xml"/><Relationship Id="rId35" Type="http://schemas.openxmlformats.org/officeDocument/2006/relationships/image" Target="../media/image159.png"/><Relationship Id="rId43" Type="http://schemas.openxmlformats.org/officeDocument/2006/relationships/image" Target="../media/image163.png"/><Relationship Id="rId48" Type="http://schemas.openxmlformats.org/officeDocument/2006/relationships/customXml" Target="../ink/ink136.xml"/><Relationship Id="rId8" Type="http://schemas.openxmlformats.org/officeDocument/2006/relationships/customXml" Target="../ink/ink116.xml"/><Relationship Id="rId51" Type="http://schemas.openxmlformats.org/officeDocument/2006/relationships/image" Target="../media/image167.png"/><Relationship Id="rId3" Type="http://schemas.openxmlformats.org/officeDocument/2006/relationships/image" Target="../media/image114.png"/><Relationship Id="rId12" Type="http://schemas.openxmlformats.org/officeDocument/2006/relationships/customXml" Target="../ink/ink118.xml"/><Relationship Id="rId17" Type="http://schemas.openxmlformats.org/officeDocument/2006/relationships/image" Target="../media/image150.png"/><Relationship Id="rId25" Type="http://schemas.openxmlformats.org/officeDocument/2006/relationships/image" Target="../media/image154.png"/><Relationship Id="rId33" Type="http://schemas.openxmlformats.org/officeDocument/2006/relationships/image" Target="../media/image158.png"/><Relationship Id="rId38" Type="http://schemas.openxmlformats.org/officeDocument/2006/relationships/customXml" Target="../ink/ink131.xml"/><Relationship Id="rId46" Type="http://schemas.openxmlformats.org/officeDocument/2006/relationships/customXml" Target="../ink/ink135.xml"/><Relationship Id="rId20" Type="http://schemas.openxmlformats.org/officeDocument/2006/relationships/customXml" Target="../ink/ink122.xml"/><Relationship Id="rId41"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customXml" Target="../ink/ink115.xml"/><Relationship Id="rId15" Type="http://schemas.openxmlformats.org/officeDocument/2006/relationships/image" Target="../media/image149.png"/><Relationship Id="rId23" Type="http://schemas.openxmlformats.org/officeDocument/2006/relationships/image" Target="../media/image153.png"/><Relationship Id="rId28" Type="http://schemas.openxmlformats.org/officeDocument/2006/relationships/customXml" Target="../ink/ink126.xml"/><Relationship Id="rId36" Type="http://schemas.openxmlformats.org/officeDocument/2006/relationships/customXml" Target="../ink/ink130.xml"/><Relationship Id="rId49" Type="http://schemas.openxmlformats.org/officeDocument/2006/relationships/image" Target="../media/image166.png"/></Relationships>
</file>

<file path=ppt/slides/_rels/slide1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customXml" Target="../ink/ink139.xml"/></Relationships>
</file>

<file path=ppt/slides/_rels/slide13.xml.rels><?xml version="1.0" encoding="UTF-8" standalone="yes"?>
<Relationships xmlns="http://schemas.openxmlformats.org/package/2006/relationships"><Relationship Id="rId3" Type="http://schemas.openxmlformats.org/officeDocument/2006/relationships/image" Target="../media/image119.png"/><Relationship Id="rId7" Type="http://schemas.openxmlformats.org/officeDocument/2006/relationships/image" Target="../media/image1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ustomXml" Target="../ink/ink141.xml"/><Relationship Id="rId5" Type="http://schemas.openxmlformats.org/officeDocument/2006/relationships/image" Target="../media/image455.png"/><Relationship Id="rId4" Type="http://schemas.openxmlformats.org/officeDocument/2006/relationships/customXml" Target="../ink/ink14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4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5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rdatateacher.com/2021/05/19/hyperparameter-tuning-grid-search-and-random-search/#:~:text=Random%20search%20is%20similar%20to,closer%20to%20a%20grid%20search"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7">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Connector 9">
            <a:extLst>
              <a:ext uri="{FF2B5EF4-FFF2-40B4-BE49-F238E27FC236}">
                <a16:creationId xmlns:a16="http://schemas.microsoft.com/office/drawing/2014/main" id="{911DBBF1-3229-4BD9-B3D1-B4CA571E74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843625"/>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11">
            <a:extLst>
              <a:ext uri="{FF2B5EF4-FFF2-40B4-BE49-F238E27FC236}">
                <a16:creationId xmlns:a16="http://schemas.microsoft.com/office/drawing/2014/main" id="{5BC87C3E-1040-4EE4-9BDB-9537F7A1B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968282"/>
            <a:ext cx="12188824" cy="49469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C40C05-8385-48CA-92A2-DF37B0EE4230}"/>
              </a:ext>
            </a:extLst>
          </p:cNvPr>
          <p:cNvSpPr>
            <a:spLocks noGrp="1"/>
          </p:cNvSpPr>
          <p:nvPr>
            <p:ph type="ctrTitle"/>
          </p:nvPr>
        </p:nvSpPr>
        <p:spPr>
          <a:xfrm>
            <a:off x="795338" y="1566473"/>
            <a:ext cx="10601325" cy="2166723"/>
          </a:xfrm>
        </p:spPr>
        <p:txBody>
          <a:bodyPr>
            <a:normAutofit/>
          </a:bodyPr>
          <a:lstStyle/>
          <a:p>
            <a:r>
              <a:rPr lang="en-US" sz="6600" dirty="0"/>
              <a:t>CSET301 (AI-ML)</a:t>
            </a:r>
            <a:endParaRPr lang="en-IN" sz="6600" dirty="0"/>
          </a:p>
        </p:txBody>
      </p:sp>
      <p:sp>
        <p:nvSpPr>
          <p:cNvPr id="3" name="Subtitle 2">
            <a:extLst>
              <a:ext uri="{FF2B5EF4-FFF2-40B4-BE49-F238E27FC236}">
                <a16:creationId xmlns:a16="http://schemas.microsoft.com/office/drawing/2014/main" id="{D11C1709-B620-47DC-9742-B9FB880F0527}"/>
              </a:ext>
            </a:extLst>
          </p:cNvPr>
          <p:cNvSpPr>
            <a:spLocks noGrp="1"/>
          </p:cNvSpPr>
          <p:nvPr>
            <p:ph type="subTitle" idx="1"/>
          </p:nvPr>
        </p:nvSpPr>
        <p:spPr>
          <a:xfrm>
            <a:off x="795338" y="4092319"/>
            <a:ext cx="10601325" cy="1379085"/>
          </a:xfrm>
        </p:spPr>
        <p:txBody>
          <a:bodyPr>
            <a:normAutofit/>
          </a:bodyPr>
          <a:lstStyle/>
          <a:p>
            <a:r>
              <a:rPr lang="en-US" sz="3600" b="1"/>
              <a:t>Lecture 2</a:t>
            </a:r>
            <a:r>
              <a:rPr lang="en-US" sz="3600" b="1" dirty="0"/>
              <a:t>1</a:t>
            </a:r>
            <a:r>
              <a:rPr lang="en-US" sz="3600" b="1"/>
              <a:t>: </a:t>
            </a:r>
            <a:r>
              <a:rPr lang="en-US" sz="3600" b="1" dirty="0"/>
              <a:t>Normalization, hyperparameter tuning</a:t>
            </a:r>
          </a:p>
          <a:p>
            <a:r>
              <a:rPr lang="en-US" b="1" dirty="0"/>
              <a:t>Deepika Vatsa</a:t>
            </a:r>
            <a:endParaRPr lang="en-IN" b="1" dirty="0"/>
          </a:p>
        </p:txBody>
      </p:sp>
      <p:cxnSp>
        <p:nvCxnSpPr>
          <p:cNvPr id="27" name="Straight Connector 13">
            <a:extLst>
              <a:ext uri="{FF2B5EF4-FFF2-40B4-BE49-F238E27FC236}">
                <a16:creationId xmlns:a16="http://schemas.microsoft.com/office/drawing/2014/main" id="{42CDBECE-872A-4C73-9DC1-BB4E805E2C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3894594"/>
            <a:ext cx="27432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15">
            <a:extLst>
              <a:ext uri="{FF2B5EF4-FFF2-40B4-BE49-F238E27FC236}">
                <a16:creationId xmlns:a16="http://schemas.microsoft.com/office/drawing/2014/main" id="{F5CD5A0B-CDD7-427C-AA42-2EECFDFA18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6028863"/>
            <a:ext cx="12188824" cy="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0929C46D-E4E5-4480-A82C-60FBB11ED9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761FFB-B61B-4D55-81FD-2A4988EECDC9}"/>
              </a:ext>
            </a:extLst>
          </p:cNvPr>
          <p:cNvSpPr>
            <a:spLocks noGrp="1"/>
          </p:cNvSpPr>
          <p:nvPr>
            <p:ph type="title"/>
          </p:nvPr>
        </p:nvSpPr>
        <p:spPr>
          <a:xfrm>
            <a:off x="838200" y="365125"/>
            <a:ext cx="10515600" cy="1325563"/>
          </a:xfrm>
        </p:spPr>
        <p:txBody>
          <a:bodyPr>
            <a:normAutofit/>
          </a:bodyPr>
          <a:lstStyle/>
          <a:p>
            <a:r>
              <a:rPr lang="en-US" sz="5400"/>
              <a:t>Outline</a:t>
            </a:r>
            <a:endParaRPr lang="en-IN"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E36F94-92C5-49C4-89B0-FDCC3A53501B}"/>
              </a:ext>
            </a:extLst>
          </p:cNvPr>
          <p:cNvSpPr>
            <a:spLocks noGrp="1"/>
          </p:cNvSpPr>
          <p:nvPr>
            <p:ph idx="1"/>
          </p:nvPr>
        </p:nvSpPr>
        <p:spPr>
          <a:xfrm>
            <a:off x="838200" y="1929384"/>
            <a:ext cx="10515600" cy="4251960"/>
          </a:xfrm>
        </p:spPr>
        <p:txBody>
          <a:bodyPr>
            <a:normAutofit/>
          </a:bodyPr>
          <a:lstStyle/>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Data normalization</a:t>
            </a:r>
          </a:p>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Batch normalization</a:t>
            </a:r>
          </a:p>
          <a:p>
            <a:pPr algn="just">
              <a:lnSpc>
                <a:spcPct val="107000"/>
              </a:lnSpc>
              <a:spcAft>
                <a:spcPts val="800"/>
              </a:spcAft>
            </a:pPr>
            <a:r>
              <a:rPr lang="en-IN" dirty="0">
                <a:effectLst/>
                <a:latin typeface="+mj-lt"/>
                <a:ea typeface="Calibri" panose="020F0502020204030204" pitchFamily="34" charset="0"/>
                <a:cs typeface="Mangal" panose="02040503050203030202" pitchFamily="18" charset="0"/>
              </a:rPr>
              <a:t>Hyper parameter Tuning: random, coarse to fine</a:t>
            </a:r>
          </a:p>
          <a:p>
            <a:pPr marL="457200" lvl="1" indent="0">
              <a:buNone/>
            </a:pPr>
            <a:endParaRPr lang="en-US" dirty="0"/>
          </a:p>
        </p:txBody>
      </p:sp>
      <p:sp>
        <p:nvSpPr>
          <p:cNvPr id="4" name="Slide Number Placeholder 3">
            <a:extLst>
              <a:ext uri="{FF2B5EF4-FFF2-40B4-BE49-F238E27FC236}">
                <a16:creationId xmlns:a16="http://schemas.microsoft.com/office/drawing/2014/main" id="{89D42D6E-C1D7-4D2C-B834-CAF70A71EF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781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Data Normalization</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Normalization and standardization</a:t>
            </a:r>
            <a:r>
              <a:rPr lang="en-US" sz="2400" dirty="0">
                <a:latin typeface="+mj-lt"/>
              </a:rPr>
              <a:t> are pre-processing techniques to have different sources of data inside the same range. Also known as </a:t>
            </a:r>
            <a:r>
              <a:rPr lang="en-US" sz="2400" b="1" dirty="0">
                <a:latin typeface="+mj-lt"/>
              </a:rPr>
              <a:t>Scaling</a:t>
            </a:r>
            <a:r>
              <a:rPr lang="en-US" sz="2400" dirty="0">
                <a:latin typeface="+mj-lt"/>
              </a:rPr>
              <a:t>.</a:t>
            </a:r>
          </a:p>
          <a:p>
            <a:pPr marL="0" indent="0">
              <a:buNone/>
            </a:pPr>
            <a:endParaRPr lang="en-US" sz="2400" dirty="0">
              <a:latin typeface="+mj-lt"/>
            </a:endParaRPr>
          </a:p>
          <a:p>
            <a:pPr marL="0" indent="0">
              <a:buNone/>
            </a:pPr>
            <a:r>
              <a:rPr lang="en-US" sz="2400" dirty="0">
                <a:latin typeface="+mj-lt"/>
              </a:rPr>
              <a:t>Example: Suppose in buy insurance data set, there are two features: age in years and income in Rs. The range for these input features will be very different; age ranging in 18 to 80 </a:t>
            </a:r>
            <a:r>
              <a:rPr lang="en-US" sz="2400" dirty="0" err="1">
                <a:latin typeface="+mj-lt"/>
              </a:rPr>
              <a:t>yrs</a:t>
            </a:r>
            <a:r>
              <a:rPr lang="en-US" sz="2400" dirty="0">
                <a:latin typeface="+mj-lt"/>
              </a:rPr>
              <a:t> while income ranging from Rs 10-100 (in 1000s).</a:t>
            </a:r>
          </a:p>
          <a:p>
            <a:pPr marL="0" indent="0">
              <a:buNone/>
            </a:pPr>
            <a:endParaRPr lang="en-US" sz="2400" dirty="0">
              <a:latin typeface="+mj-lt"/>
            </a:endParaRPr>
          </a:p>
          <a:p>
            <a:pPr marL="0" indent="0">
              <a:buNone/>
            </a:pPr>
            <a:endParaRPr lang="en-US" sz="2400" dirty="0">
              <a:latin typeface="+mj-lt"/>
            </a:endParaRPr>
          </a:p>
        </p:txBody>
      </p:sp>
    </p:spTree>
    <p:extLst>
      <p:ext uri="{BB962C8B-B14F-4D97-AF65-F5344CB8AC3E}">
        <p14:creationId xmlns:p14="http://schemas.microsoft.com/office/powerpoint/2010/main" val="1127720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pic>
        <p:nvPicPr>
          <p:cNvPr id="1026" name="Picture 2">
            <a:extLst>
              <a:ext uri="{FF2B5EF4-FFF2-40B4-BE49-F238E27FC236}">
                <a16:creationId xmlns:a16="http://schemas.microsoft.com/office/drawing/2014/main" id="{B908D0E2-7CF2-4ABF-9442-FFC637E2E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5100" y="1675742"/>
            <a:ext cx="9067800" cy="502920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39DF5F8B-44B0-4322-BB33-76D4D4FADBEF}"/>
              </a:ext>
            </a:extLst>
          </p:cNvPr>
          <p:cNvSpPr txBox="1">
            <a:spLocks/>
          </p:cNvSpPr>
          <p:nvPr/>
        </p:nvSpPr>
        <p:spPr>
          <a:xfrm>
            <a:off x="230474" y="1975508"/>
            <a:ext cx="248899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Consider this data:</a:t>
            </a:r>
          </a:p>
          <a:p>
            <a:pPr marL="0" indent="0">
              <a:buNone/>
            </a:pPr>
            <a:endParaRPr lang="en-US" sz="2400" dirty="0">
              <a:latin typeface="+mj-lt"/>
            </a:endParaRPr>
          </a:p>
          <a:p>
            <a:pPr marL="0" indent="0">
              <a:buNone/>
            </a:pPr>
            <a:r>
              <a:rPr lang="en-US" sz="2400" dirty="0">
                <a:latin typeface="+mj-lt"/>
              </a:rPr>
              <a:t>Some input features are in range of 0 – 1 e.g., SAR value, and some are in values of 1000s e.g., Price</a:t>
            </a:r>
          </a:p>
        </p:txBody>
      </p:sp>
    </p:spTree>
    <p:extLst>
      <p:ext uri="{BB962C8B-B14F-4D97-AF65-F5344CB8AC3E}">
        <p14:creationId xmlns:p14="http://schemas.microsoft.com/office/powerpoint/2010/main" val="1783766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12" name="Content Placeholder 2">
            <a:extLst>
              <a:ext uri="{FF2B5EF4-FFF2-40B4-BE49-F238E27FC236}">
                <a16:creationId xmlns:a16="http://schemas.microsoft.com/office/drawing/2014/main" id="{39DF5F8B-44B0-4322-BB33-76D4D4FADBEF}"/>
              </a:ext>
            </a:extLst>
          </p:cNvPr>
          <p:cNvSpPr txBox="1">
            <a:spLocks/>
          </p:cNvSpPr>
          <p:nvPr/>
        </p:nvSpPr>
        <p:spPr>
          <a:xfrm>
            <a:off x="230474" y="1975508"/>
            <a:ext cx="11400052"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If we have input features in different ranges, training of the data becomes difficult.</a:t>
            </a:r>
          </a:p>
          <a:p>
            <a:pPr marL="0" indent="0">
              <a:buNone/>
            </a:pPr>
            <a:endParaRPr lang="en-US" sz="2400" dirty="0">
              <a:latin typeface="+mj-lt"/>
            </a:endParaRPr>
          </a:p>
          <a:p>
            <a:pPr marL="0" indent="0">
              <a:buNone/>
            </a:pPr>
            <a:r>
              <a:rPr lang="en-US" sz="2400" b="1" dirty="0">
                <a:latin typeface="+mj-lt"/>
              </a:rPr>
              <a:t>How?</a:t>
            </a:r>
          </a:p>
          <a:p>
            <a:pPr marL="0" indent="0">
              <a:buNone/>
            </a:pPr>
            <a:r>
              <a:rPr lang="en-US" sz="2400" dirty="0">
                <a:latin typeface="+mj-lt"/>
              </a:rPr>
              <a:t>If we don’t normalize/standardize the data, then there will be two problems:</a:t>
            </a:r>
          </a:p>
          <a:p>
            <a:pPr marL="457200" indent="-457200">
              <a:buAutoNum type="arabicPeriod"/>
            </a:pPr>
            <a:r>
              <a:rPr lang="en-US" sz="2400" dirty="0">
                <a:latin typeface="+mj-lt"/>
              </a:rPr>
              <a:t>The weights of some input features (having high range) will be large while for some features (having low range) will be small. [Because gradient of weights of high range features will be a high value, thus weight updates will be large. At every iteration, large updates are made to the weights which will </a:t>
            </a:r>
            <a:r>
              <a:rPr lang="en-US" sz="2400" b="1" dirty="0">
                <a:latin typeface="+mj-lt"/>
              </a:rPr>
              <a:t>lead to oscillations</a:t>
            </a:r>
            <a:r>
              <a:rPr lang="en-US" sz="2400" dirty="0">
                <a:latin typeface="+mj-lt"/>
              </a:rPr>
              <a:t>, which will in turn </a:t>
            </a:r>
            <a:r>
              <a:rPr lang="en-US" sz="2400" b="1" dirty="0">
                <a:latin typeface="+mj-lt"/>
              </a:rPr>
              <a:t>increase the training time</a:t>
            </a:r>
            <a:r>
              <a:rPr lang="en-US" sz="2400" dirty="0">
                <a:latin typeface="+mj-lt"/>
              </a:rPr>
              <a:t>.]</a:t>
            </a:r>
          </a:p>
          <a:p>
            <a:pPr marL="457200" indent="-457200">
              <a:buAutoNum type="arabicPeriod"/>
            </a:pPr>
            <a:endParaRPr lang="en-US" sz="2400" dirty="0">
              <a:latin typeface="+mj-lt"/>
            </a:endParaRPr>
          </a:p>
          <a:p>
            <a:pPr marL="457200" indent="-457200">
              <a:buAutoNum type="arabicPeriod"/>
            </a:pPr>
            <a:r>
              <a:rPr lang="en-US" sz="2400" dirty="0">
                <a:latin typeface="+mj-lt"/>
              </a:rPr>
              <a:t>Because of oscillations, it might happen that we </a:t>
            </a:r>
            <a:r>
              <a:rPr lang="en-US" sz="2400" b="1" dirty="0">
                <a:latin typeface="+mj-lt"/>
              </a:rPr>
              <a:t>overshoot the minima.</a:t>
            </a:r>
          </a:p>
          <a:p>
            <a:pPr marL="457200" indent="-457200">
              <a:buAutoNum type="arabicPeriod"/>
            </a:pPr>
            <a:endParaRPr lang="en-US" sz="2400" b="1" dirty="0">
              <a:latin typeface="+mj-lt"/>
            </a:endParaRPr>
          </a:p>
          <a:p>
            <a:pPr marL="457200" indent="-457200">
              <a:buFont typeface="Arial" panose="020B0604020202020204" pitchFamily="34" charset="0"/>
              <a:buAutoNum type="arabicPeriod"/>
            </a:pPr>
            <a:r>
              <a:rPr lang="en-US" sz="2400" dirty="0">
                <a:latin typeface="+mj-lt"/>
              </a:rPr>
              <a:t>Higher range input feature might </a:t>
            </a:r>
            <a:r>
              <a:rPr lang="en-US" sz="2400" b="1" dirty="0">
                <a:latin typeface="+mj-lt"/>
              </a:rPr>
              <a:t>bias our models </a:t>
            </a:r>
            <a:r>
              <a:rPr lang="en-US" sz="2400" dirty="0">
                <a:latin typeface="+mj-lt"/>
              </a:rPr>
              <a:t>into giving them inflated importance. [gradient will move in direction of higher weights]</a:t>
            </a:r>
          </a:p>
          <a:p>
            <a:pPr marL="457200" indent="-457200">
              <a:buAutoNum type="arabicPeriod"/>
            </a:pPr>
            <a:endParaRPr lang="en-US" sz="2400" b="1" dirty="0">
              <a:latin typeface="+mj-lt"/>
            </a:endParaRPr>
          </a:p>
        </p:txBody>
      </p:sp>
      <p:grpSp>
        <p:nvGrpSpPr>
          <p:cNvPr id="80" name="Group 79">
            <a:extLst>
              <a:ext uri="{FF2B5EF4-FFF2-40B4-BE49-F238E27FC236}">
                <a16:creationId xmlns:a16="http://schemas.microsoft.com/office/drawing/2014/main" id="{736D955C-09FB-4897-8DD4-CFEB440BA7E5}"/>
              </a:ext>
            </a:extLst>
          </p:cNvPr>
          <p:cNvGrpSpPr/>
          <p:nvPr/>
        </p:nvGrpSpPr>
        <p:grpSpPr>
          <a:xfrm>
            <a:off x="9516951" y="1352483"/>
            <a:ext cx="1545480" cy="790920"/>
            <a:chOff x="9516951" y="1352483"/>
            <a:chExt cx="1545480" cy="790920"/>
          </a:xfrm>
        </p:grpSpPr>
        <mc:AlternateContent xmlns:mc="http://schemas.openxmlformats.org/markup-compatibility/2006" xmlns:p14="http://schemas.microsoft.com/office/powerpoint/2010/main">
          <mc:Choice Requires="p14">
            <p:contentPart p14:bwMode="auto" r:id="rId3">
              <p14:nvContentPartPr>
                <p14:cNvPr id="67" name="Ink 66">
                  <a:extLst>
                    <a:ext uri="{FF2B5EF4-FFF2-40B4-BE49-F238E27FC236}">
                      <a16:creationId xmlns:a16="http://schemas.microsoft.com/office/drawing/2014/main" id="{DE8ABAAB-5EA9-45F7-AE35-CEE99FF3B27B}"/>
                    </a:ext>
                  </a:extLst>
                </p14:cNvPr>
                <p14:cNvContentPartPr/>
                <p14:nvPr/>
              </p14:nvContentPartPr>
              <p14:xfrm>
                <a:off x="9709551" y="1352483"/>
                <a:ext cx="111960" cy="218880"/>
              </p14:xfrm>
            </p:contentPart>
          </mc:Choice>
          <mc:Fallback xmlns="">
            <p:pic>
              <p:nvPicPr>
                <p:cNvPr id="67" name="Ink 66">
                  <a:extLst>
                    <a:ext uri="{FF2B5EF4-FFF2-40B4-BE49-F238E27FC236}">
                      <a16:creationId xmlns:a16="http://schemas.microsoft.com/office/drawing/2014/main" id="{DE8ABAAB-5EA9-45F7-AE35-CEE99FF3B27B}"/>
                    </a:ext>
                  </a:extLst>
                </p:cNvPr>
                <p:cNvPicPr/>
                <p:nvPr/>
              </p:nvPicPr>
              <p:blipFill>
                <a:blip r:embed="rId10"/>
                <a:stretch>
                  <a:fillRect/>
                </a:stretch>
              </p:blipFill>
              <p:spPr>
                <a:xfrm>
                  <a:off x="9700911" y="1343843"/>
                  <a:ext cx="12960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8" name="Ink 67">
                  <a:extLst>
                    <a:ext uri="{FF2B5EF4-FFF2-40B4-BE49-F238E27FC236}">
                      <a16:creationId xmlns:a16="http://schemas.microsoft.com/office/drawing/2014/main" id="{BF41E28F-4A55-421D-BC8C-599B562F9EA1}"/>
                    </a:ext>
                  </a:extLst>
                </p14:cNvPr>
                <p14:cNvContentPartPr/>
                <p14:nvPr/>
              </p14:nvContentPartPr>
              <p14:xfrm>
                <a:off x="9826191" y="1478123"/>
                <a:ext cx="171000" cy="318600"/>
              </p14:xfrm>
            </p:contentPart>
          </mc:Choice>
          <mc:Fallback xmlns="">
            <p:pic>
              <p:nvPicPr>
                <p:cNvPr id="68" name="Ink 67">
                  <a:extLst>
                    <a:ext uri="{FF2B5EF4-FFF2-40B4-BE49-F238E27FC236}">
                      <a16:creationId xmlns:a16="http://schemas.microsoft.com/office/drawing/2014/main" id="{BF41E28F-4A55-421D-BC8C-599B562F9EA1}"/>
                    </a:ext>
                  </a:extLst>
                </p:cNvPr>
                <p:cNvPicPr/>
                <p:nvPr/>
              </p:nvPicPr>
              <p:blipFill>
                <a:blip r:embed="rId12"/>
                <a:stretch>
                  <a:fillRect/>
                </a:stretch>
              </p:blipFill>
              <p:spPr>
                <a:xfrm>
                  <a:off x="9817551" y="1469483"/>
                  <a:ext cx="1886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9" name="Ink 68">
                  <a:extLst>
                    <a:ext uri="{FF2B5EF4-FFF2-40B4-BE49-F238E27FC236}">
                      <a16:creationId xmlns:a16="http://schemas.microsoft.com/office/drawing/2014/main" id="{D16EB6A8-F616-49AD-B061-B5DA44A1C91C}"/>
                    </a:ext>
                  </a:extLst>
                </p14:cNvPr>
                <p14:cNvContentPartPr/>
                <p14:nvPr/>
              </p14:nvContentPartPr>
              <p14:xfrm>
                <a:off x="9575631" y="1648403"/>
                <a:ext cx="657360" cy="56160"/>
              </p14:xfrm>
            </p:contentPart>
          </mc:Choice>
          <mc:Fallback xmlns="">
            <p:pic>
              <p:nvPicPr>
                <p:cNvPr id="69" name="Ink 68">
                  <a:extLst>
                    <a:ext uri="{FF2B5EF4-FFF2-40B4-BE49-F238E27FC236}">
                      <a16:creationId xmlns:a16="http://schemas.microsoft.com/office/drawing/2014/main" id="{D16EB6A8-F616-49AD-B061-B5DA44A1C91C}"/>
                    </a:ext>
                  </a:extLst>
                </p:cNvPr>
                <p:cNvPicPr/>
                <p:nvPr/>
              </p:nvPicPr>
              <p:blipFill>
                <a:blip r:embed="rId14"/>
                <a:stretch>
                  <a:fillRect/>
                </a:stretch>
              </p:blipFill>
              <p:spPr>
                <a:xfrm>
                  <a:off x="9566991" y="1639403"/>
                  <a:ext cx="6750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0" name="Ink 69">
                  <a:extLst>
                    <a:ext uri="{FF2B5EF4-FFF2-40B4-BE49-F238E27FC236}">
                      <a16:creationId xmlns:a16="http://schemas.microsoft.com/office/drawing/2014/main" id="{0938F089-15A4-433C-81FE-9F2423BEE686}"/>
                    </a:ext>
                  </a:extLst>
                </p14:cNvPr>
                <p14:cNvContentPartPr/>
                <p14:nvPr/>
              </p14:nvContentPartPr>
              <p14:xfrm>
                <a:off x="9674991" y="1743803"/>
                <a:ext cx="120240" cy="213840"/>
              </p14:xfrm>
            </p:contentPart>
          </mc:Choice>
          <mc:Fallback xmlns="">
            <p:pic>
              <p:nvPicPr>
                <p:cNvPr id="70" name="Ink 69">
                  <a:extLst>
                    <a:ext uri="{FF2B5EF4-FFF2-40B4-BE49-F238E27FC236}">
                      <a16:creationId xmlns:a16="http://schemas.microsoft.com/office/drawing/2014/main" id="{0938F089-15A4-433C-81FE-9F2423BEE686}"/>
                    </a:ext>
                  </a:extLst>
                </p:cNvPr>
                <p:cNvPicPr/>
                <p:nvPr/>
              </p:nvPicPr>
              <p:blipFill>
                <a:blip r:embed="rId16"/>
                <a:stretch>
                  <a:fillRect/>
                </a:stretch>
              </p:blipFill>
              <p:spPr>
                <a:xfrm>
                  <a:off x="9665991" y="1734803"/>
                  <a:ext cx="1378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1" name="Ink 70">
                  <a:extLst>
                    <a:ext uri="{FF2B5EF4-FFF2-40B4-BE49-F238E27FC236}">
                      <a16:creationId xmlns:a16="http://schemas.microsoft.com/office/drawing/2014/main" id="{D2D7C735-F07F-423E-B68A-7B8B79E6CF97}"/>
                    </a:ext>
                  </a:extLst>
                </p14:cNvPr>
                <p14:cNvContentPartPr/>
                <p14:nvPr/>
              </p14:nvContentPartPr>
              <p14:xfrm>
                <a:off x="9897471" y="1858643"/>
                <a:ext cx="173880" cy="99360"/>
              </p14:xfrm>
            </p:contentPart>
          </mc:Choice>
          <mc:Fallback xmlns="">
            <p:pic>
              <p:nvPicPr>
                <p:cNvPr id="71" name="Ink 70">
                  <a:extLst>
                    <a:ext uri="{FF2B5EF4-FFF2-40B4-BE49-F238E27FC236}">
                      <a16:creationId xmlns:a16="http://schemas.microsoft.com/office/drawing/2014/main" id="{D2D7C735-F07F-423E-B68A-7B8B79E6CF97}"/>
                    </a:ext>
                  </a:extLst>
                </p:cNvPr>
                <p:cNvPicPr/>
                <p:nvPr/>
              </p:nvPicPr>
              <p:blipFill>
                <a:blip r:embed="rId18"/>
                <a:stretch>
                  <a:fillRect/>
                </a:stretch>
              </p:blipFill>
              <p:spPr>
                <a:xfrm>
                  <a:off x="9888471" y="1849643"/>
                  <a:ext cx="1915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2" name="Ink 71">
                  <a:extLst>
                    <a:ext uri="{FF2B5EF4-FFF2-40B4-BE49-F238E27FC236}">
                      <a16:creationId xmlns:a16="http://schemas.microsoft.com/office/drawing/2014/main" id="{021D19EF-24B7-4F33-8785-400F50C3D8BD}"/>
                    </a:ext>
                  </a:extLst>
                </p14:cNvPr>
                <p14:cNvContentPartPr/>
                <p14:nvPr/>
              </p14:nvContentPartPr>
              <p14:xfrm>
                <a:off x="9997551" y="1858283"/>
                <a:ext cx="149400" cy="96480"/>
              </p14:xfrm>
            </p:contentPart>
          </mc:Choice>
          <mc:Fallback xmlns="">
            <p:pic>
              <p:nvPicPr>
                <p:cNvPr id="72" name="Ink 71">
                  <a:extLst>
                    <a:ext uri="{FF2B5EF4-FFF2-40B4-BE49-F238E27FC236}">
                      <a16:creationId xmlns:a16="http://schemas.microsoft.com/office/drawing/2014/main" id="{021D19EF-24B7-4F33-8785-400F50C3D8BD}"/>
                    </a:ext>
                  </a:extLst>
                </p:cNvPr>
                <p:cNvPicPr/>
                <p:nvPr/>
              </p:nvPicPr>
              <p:blipFill>
                <a:blip r:embed="rId20"/>
                <a:stretch>
                  <a:fillRect/>
                </a:stretch>
              </p:blipFill>
              <p:spPr>
                <a:xfrm>
                  <a:off x="9988911" y="1849283"/>
                  <a:ext cx="1670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3" name="Ink 72">
                  <a:extLst>
                    <a:ext uri="{FF2B5EF4-FFF2-40B4-BE49-F238E27FC236}">
                      <a16:creationId xmlns:a16="http://schemas.microsoft.com/office/drawing/2014/main" id="{2CB1D3AD-4F7B-4531-B95E-E828AE3652F9}"/>
                    </a:ext>
                  </a:extLst>
                </p14:cNvPr>
                <p14:cNvContentPartPr/>
                <p14:nvPr/>
              </p14:nvContentPartPr>
              <p14:xfrm>
                <a:off x="10196991" y="1917683"/>
                <a:ext cx="23400" cy="86400"/>
              </p14:xfrm>
            </p:contentPart>
          </mc:Choice>
          <mc:Fallback xmlns="">
            <p:pic>
              <p:nvPicPr>
                <p:cNvPr id="73" name="Ink 72">
                  <a:extLst>
                    <a:ext uri="{FF2B5EF4-FFF2-40B4-BE49-F238E27FC236}">
                      <a16:creationId xmlns:a16="http://schemas.microsoft.com/office/drawing/2014/main" id="{2CB1D3AD-4F7B-4531-B95E-E828AE3652F9}"/>
                    </a:ext>
                  </a:extLst>
                </p:cNvPr>
                <p:cNvPicPr/>
                <p:nvPr/>
              </p:nvPicPr>
              <p:blipFill>
                <a:blip r:embed="rId22"/>
                <a:stretch>
                  <a:fillRect/>
                </a:stretch>
              </p:blipFill>
              <p:spPr>
                <a:xfrm>
                  <a:off x="10187991" y="1908683"/>
                  <a:ext cx="410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74" name="Ink 73">
                  <a:extLst>
                    <a:ext uri="{FF2B5EF4-FFF2-40B4-BE49-F238E27FC236}">
                      <a16:creationId xmlns:a16="http://schemas.microsoft.com/office/drawing/2014/main" id="{721483F1-418D-46FF-82DF-FD6DB0006BE1}"/>
                    </a:ext>
                  </a:extLst>
                </p14:cNvPr>
                <p14:cNvContentPartPr/>
                <p14:nvPr/>
              </p14:nvContentPartPr>
              <p14:xfrm>
                <a:off x="10351071" y="1592243"/>
                <a:ext cx="130680" cy="77040"/>
              </p14:xfrm>
            </p:contentPart>
          </mc:Choice>
          <mc:Fallback xmlns="">
            <p:pic>
              <p:nvPicPr>
                <p:cNvPr id="74" name="Ink 73">
                  <a:extLst>
                    <a:ext uri="{FF2B5EF4-FFF2-40B4-BE49-F238E27FC236}">
                      <a16:creationId xmlns:a16="http://schemas.microsoft.com/office/drawing/2014/main" id="{721483F1-418D-46FF-82DF-FD6DB0006BE1}"/>
                    </a:ext>
                  </a:extLst>
                </p:cNvPr>
                <p:cNvPicPr/>
                <p:nvPr/>
              </p:nvPicPr>
              <p:blipFill>
                <a:blip r:embed="rId24"/>
                <a:stretch>
                  <a:fillRect/>
                </a:stretch>
              </p:blipFill>
              <p:spPr>
                <a:xfrm>
                  <a:off x="10342431" y="1583243"/>
                  <a:ext cx="1483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5" name="Ink 74">
                  <a:extLst>
                    <a:ext uri="{FF2B5EF4-FFF2-40B4-BE49-F238E27FC236}">
                      <a16:creationId xmlns:a16="http://schemas.microsoft.com/office/drawing/2014/main" id="{4842E56D-5F5D-4ADA-9231-A29DF748EEE3}"/>
                    </a:ext>
                  </a:extLst>
                </p14:cNvPr>
                <p14:cNvContentPartPr/>
                <p14:nvPr/>
              </p14:nvContentPartPr>
              <p14:xfrm>
                <a:off x="10697391" y="1586483"/>
                <a:ext cx="126360" cy="126720"/>
              </p14:xfrm>
            </p:contentPart>
          </mc:Choice>
          <mc:Fallback xmlns="">
            <p:pic>
              <p:nvPicPr>
                <p:cNvPr id="75" name="Ink 74">
                  <a:extLst>
                    <a:ext uri="{FF2B5EF4-FFF2-40B4-BE49-F238E27FC236}">
                      <a16:creationId xmlns:a16="http://schemas.microsoft.com/office/drawing/2014/main" id="{4842E56D-5F5D-4ADA-9231-A29DF748EEE3}"/>
                    </a:ext>
                  </a:extLst>
                </p:cNvPr>
                <p:cNvPicPr/>
                <p:nvPr/>
              </p:nvPicPr>
              <p:blipFill>
                <a:blip r:embed="rId26"/>
                <a:stretch>
                  <a:fillRect/>
                </a:stretch>
              </p:blipFill>
              <p:spPr>
                <a:xfrm>
                  <a:off x="10688391" y="1577483"/>
                  <a:ext cx="144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6" name="Ink 75">
                  <a:extLst>
                    <a:ext uri="{FF2B5EF4-FFF2-40B4-BE49-F238E27FC236}">
                      <a16:creationId xmlns:a16="http://schemas.microsoft.com/office/drawing/2014/main" id="{E7171E3D-6153-4D59-915D-E8C5D93C77E3}"/>
                    </a:ext>
                  </a:extLst>
                </p14:cNvPr>
                <p14:cNvContentPartPr/>
                <p14:nvPr/>
              </p14:nvContentPartPr>
              <p14:xfrm>
                <a:off x="10914471" y="1568123"/>
                <a:ext cx="147960" cy="185040"/>
              </p14:xfrm>
            </p:contentPart>
          </mc:Choice>
          <mc:Fallback xmlns="">
            <p:pic>
              <p:nvPicPr>
                <p:cNvPr id="76" name="Ink 75">
                  <a:extLst>
                    <a:ext uri="{FF2B5EF4-FFF2-40B4-BE49-F238E27FC236}">
                      <a16:creationId xmlns:a16="http://schemas.microsoft.com/office/drawing/2014/main" id="{E7171E3D-6153-4D59-915D-E8C5D93C77E3}"/>
                    </a:ext>
                  </a:extLst>
                </p:cNvPr>
                <p:cNvPicPr/>
                <p:nvPr/>
              </p:nvPicPr>
              <p:blipFill>
                <a:blip r:embed="rId28"/>
                <a:stretch>
                  <a:fillRect/>
                </a:stretch>
              </p:blipFill>
              <p:spPr>
                <a:xfrm>
                  <a:off x="10905831" y="1559483"/>
                  <a:ext cx="1656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9" name="Ink 78">
                  <a:extLst>
                    <a:ext uri="{FF2B5EF4-FFF2-40B4-BE49-F238E27FC236}">
                      <a16:creationId xmlns:a16="http://schemas.microsoft.com/office/drawing/2014/main" id="{DFED3030-6CA7-4610-B4CD-DA0ED3C96E1A}"/>
                    </a:ext>
                  </a:extLst>
                </p14:cNvPr>
                <p14:cNvContentPartPr/>
                <p14:nvPr/>
              </p14:nvContentPartPr>
              <p14:xfrm>
                <a:off x="9516951" y="1951523"/>
                <a:ext cx="1244520" cy="191880"/>
              </p14:xfrm>
            </p:contentPart>
          </mc:Choice>
          <mc:Fallback xmlns="">
            <p:pic>
              <p:nvPicPr>
                <p:cNvPr id="79" name="Ink 78">
                  <a:extLst>
                    <a:ext uri="{FF2B5EF4-FFF2-40B4-BE49-F238E27FC236}">
                      <a16:creationId xmlns:a16="http://schemas.microsoft.com/office/drawing/2014/main" id="{DFED3030-6CA7-4610-B4CD-DA0ED3C96E1A}"/>
                    </a:ext>
                  </a:extLst>
                </p:cNvPr>
                <p:cNvPicPr/>
                <p:nvPr/>
              </p:nvPicPr>
              <p:blipFill>
                <a:blip r:embed="rId30"/>
                <a:stretch>
                  <a:fillRect/>
                </a:stretch>
              </p:blipFill>
              <p:spPr>
                <a:xfrm>
                  <a:off x="9508311" y="1942883"/>
                  <a:ext cx="1262160" cy="20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81" name="Ink 80">
                <a:extLst>
                  <a:ext uri="{FF2B5EF4-FFF2-40B4-BE49-F238E27FC236}">
                    <a16:creationId xmlns:a16="http://schemas.microsoft.com/office/drawing/2014/main" id="{C54023A5-8BD3-4A7E-B83C-C0EADA0ADFCB}"/>
                  </a:ext>
                </a:extLst>
              </p14:cNvPr>
              <p14:cNvContentPartPr/>
              <p14:nvPr/>
            </p14:nvContentPartPr>
            <p14:xfrm>
              <a:off x="6286311" y="1643363"/>
              <a:ext cx="1484280" cy="186120"/>
            </p14:xfrm>
          </p:contentPart>
        </mc:Choice>
        <mc:Fallback xmlns="">
          <p:pic>
            <p:nvPicPr>
              <p:cNvPr id="81" name="Ink 80">
                <a:extLst>
                  <a:ext uri="{FF2B5EF4-FFF2-40B4-BE49-F238E27FC236}">
                    <a16:creationId xmlns:a16="http://schemas.microsoft.com/office/drawing/2014/main" id="{C54023A5-8BD3-4A7E-B83C-C0EADA0ADFCB}"/>
                  </a:ext>
                </a:extLst>
              </p:cNvPr>
              <p:cNvPicPr/>
              <p:nvPr/>
            </p:nvPicPr>
            <p:blipFill>
              <a:blip r:embed="rId32"/>
              <a:stretch>
                <a:fillRect/>
              </a:stretch>
            </p:blipFill>
            <p:spPr>
              <a:xfrm>
                <a:off x="6277671" y="1634723"/>
                <a:ext cx="1501920" cy="203760"/>
              </a:xfrm>
              <a:prstGeom prst="rect">
                <a:avLst/>
              </a:prstGeom>
            </p:spPr>
          </p:pic>
        </mc:Fallback>
      </mc:AlternateContent>
      <p:grpSp>
        <p:nvGrpSpPr>
          <p:cNvPr id="87" name="Group 86">
            <a:extLst>
              <a:ext uri="{FF2B5EF4-FFF2-40B4-BE49-F238E27FC236}">
                <a16:creationId xmlns:a16="http://schemas.microsoft.com/office/drawing/2014/main" id="{7E3BA3E8-778F-46FF-AF14-BD25F0537A66}"/>
              </a:ext>
            </a:extLst>
          </p:cNvPr>
          <p:cNvGrpSpPr/>
          <p:nvPr/>
        </p:nvGrpSpPr>
        <p:grpSpPr>
          <a:xfrm>
            <a:off x="9897471" y="579203"/>
            <a:ext cx="1893240" cy="651240"/>
            <a:chOff x="9897471" y="579203"/>
            <a:chExt cx="1893240" cy="651240"/>
          </a:xfrm>
        </p:grpSpPr>
        <mc:AlternateContent xmlns:mc="http://schemas.openxmlformats.org/markup-compatibility/2006" xmlns:p14="http://schemas.microsoft.com/office/powerpoint/2010/main">
          <mc:Choice Requires="p14">
            <p:contentPart p14:bwMode="auto" r:id="rId33">
              <p14:nvContentPartPr>
                <p14:cNvPr id="46" name="Ink 45">
                  <a:extLst>
                    <a:ext uri="{FF2B5EF4-FFF2-40B4-BE49-F238E27FC236}">
                      <a16:creationId xmlns:a16="http://schemas.microsoft.com/office/drawing/2014/main" id="{FD36F970-9B8B-4383-96E5-677E287543D8}"/>
                    </a:ext>
                  </a:extLst>
                </p14:cNvPr>
                <p14:cNvContentPartPr/>
                <p14:nvPr/>
              </p14:nvContentPartPr>
              <p14:xfrm>
                <a:off x="9897471" y="579203"/>
                <a:ext cx="145080" cy="425520"/>
              </p14:xfrm>
            </p:contentPart>
          </mc:Choice>
          <mc:Fallback xmlns="">
            <p:pic>
              <p:nvPicPr>
                <p:cNvPr id="46" name="Ink 45">
                  <a:extLst>
                    <a:ext uri="{FF2B5EF4-FFF2-40B4-BE49-F238E27FC236}">
                      <a16:creationId xmlns:a16="http://schemas.microsoft.com/office/drawing/2014/main" id="{FD36F970-9B8B-4383-96E5-677E287543D8}"/>
                    </a:ext>
                  </a:extLst>
                </p:cNvPr>
                <p:cNvPicPr/>
                <p:nvPr/>
              </p:nvPicPr>
              <p:blipFill>
                <a:blip r:embed="rId34"/>
                <a:stretch>
                  <a:fillRect/>
                </a:stretch>
              </p:blipFill>
              <p:spPr>
                <a:xfrm>
                  <a:off x="9888471" y="570203"/>
                  <a:ext cx="16272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7" name="Ink 46">
                  <a:extLst>
                    <a:ext uri="{FF2B5EF4-FFF2-40B4-BE49-F238E27FC236}">
                      <a16:creationId xmlns:a16="http://schemas.microsoft.com/office/drawing/2014/main" id="{020E00F5-A3B5-48A3-A349-0E9EF8B85B53}"/>
                    </a:ext>
                  </a:extLst>
                </p14:cNvPr>
                <p14:cNvContentPartPr/>
                <p14:nvPr/>
              </p14:nvContentPartPr>
              <p14:xfrm>
                <a:off x="10118151" y="671363"/>
                <a:ext cx="128520" cy="73800"/>
              </p14:xfrm>
            </p:contentPart>
          </mc:Choice>
          <mc:Fallback xmlns="">
            <p:pic>
              <p:nvPicPr>
                <p:cNvPr id="47" name="Ink 46">
                  <a:extLst>
                    <a:ext uri="{FF2B5EF4-FFF2-40B4-BE49-F238E27FC236}">
                      <a16:creationId xmlns:a16="http://schemas.microsoft.com/office/drawing/2014/main" id="{020E00F5-A3B5-48A3-A349-0E9EF8B85B53}"/>
                    </a:ext>
                  </a:extLst>
                </p:cNvPr>
                <p:cNvPicPr/>
                <p:nvPr/>
              </p:nvPicPr>
              <p:blipFill>
                <a:blip r:embed="rId36"/>
                <a:stretch>
                  <a:fillRect/>
                </a:stretch>
              </p:blipFill>
              <p:spPr>
                <a:xfrm>
                  <a:off x="10109511" y="662363"/>
                  <a:ext cx="1461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8" name="Ink 47">
                  <a:extLst>
                    <a:ext uri="{FF2B5EF4-FFF2-40B4-BE49-F238E27FC236}">
                      <a16:creationId xmlns:a16="http://schemas.microsoft.com/office/drawing/2014/main" id="{057AA6CB-52FD-4F9D-B019-A49225259496}"/>
                    </a:ext>
                  </a:extLst>
                </p14:cNvPr>
                <p14:cNvContentPartPr/>
                <p14:nvPr/>
              </p14:nvContentPartPr>
              <p14:xfrm>
                <a:off x="10347471" y="621323"/>
                <a:ext cx="151920" cy="115200"/>
              </p14:xfrm>
            </p:contentPart>
          </mc:Choice>
          <mc:Fallback xmlns="">
            <p:pic>
              <p:nvPicPr>
                <p:cNvPr id="48" name="Ink 47">
                  <a:extLst>
                    <a:ext uri="{FF2B5EF4-FFF2-40B4-BE49-F238E27FC236}">
                      <a16:creationId xmlns:a16="http://schemas.microsoft.com/office/drawing/2014/main" id="{057AA6CB-52FD-4F9D-B019-A49225259496}"/>
                    </a:ext>
                  </a:extLst>
                </p:cNvPr>
                <p:cNvPicPr/>
                <p:nvPr/>
              </p:nvPicPr>
              <p:blipFill>
                <a:blip r:embed="rId38"/>
                <a:stretch>
                  <a:fillRect/>
                </a:stretch>
              </p:blipFill>
              <p:spPr>
                <a:xfrm>
                  <a:off x="10338831" y="612323"/>
                  <a:ext cx="1695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9" name="Ink 48">
                  <a:extLst>
                    <a:ext uri="{FF2B5EF4-FFF2-40B4-BE49-F238E27FC236}">
                      <a16:creationId xmlns:a16="http://schemas.microsoft.com/office/drawing/2014/main" id="{D6B6E9F2-B0F5-414B-B61D-6A325E47F2D8}"/>
                    </a:ext>
                  </a:extLst>
                </p14:cNvPr>
                <p14:cNvContentPartPr/>
                <p14:nvPr/>
              </p14:nvContentPartPr>
              <p14:xfrm>
                <a:off x="10573551" y="699803"/>
                <a:ext cx="7920" cy="97200"/>
              </p14:xfrm>
            </p:contentPart>
          </mc:Choice>
          <mc:Fallback xmlns="">
            <p:pic>
              <p:nvPicPr>
                <p:cNvPr id="49" name="Ink 48">
                  <a:extLst>
                    <a:ext uri="{FF2B5EF4-FFF2-40B4-BE49-F238E27FC236}">
                      <a16:creationId xmlns:a16="http://schemas.microsoft.com/office/drawing/2014/main" id="{D6B6E9F2-B0F5-414B-B61D-6A325E47F2D8}"/>
                    </a:ext>
                  </a:extLst>
                </p:cNvPr>
                <p:cNvPicPr/>
                <p:nvPr/>
              </p:nvPicPr>
              <p:blipFill>
                <a:blip r:embed="rId40"/>
                <a:stretch>
                  <a:fillRect/>
                </a:stretch>
              </p:blipFill>
              <p:spPr>
                <a:xfrm>
                  <a:off x="10564551" y="691163"/>
                  <a:ext cx="255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0" name="Ink 49">
                  <a:extLst>
                    <a:ext uri="{FF2B5EF4-FFF2-40B4-BE49-F238E27FC236}">
                      <a16:creationId xmlns:a16="http://schemas.microsoft.com/office/drawing/2014/main" id="{376E6466-1AB6-4D0D-B324-F828C787D4C0}"/>
                    </a:ext>
                  </a:extLst>
                </p14:cNvPr>
                <p14:cNvContentPartPr/>
                <p14:nvPr/>
              </p14:nvContentPartPr>
              <p14:xfrm>
                <a:off x="10663191" y="633563"/>
                <a:ext cx="155880" cy="120600"/>
              </p14:xfrm>
            </p:contentPart>
          </mc:Choice>
          <mc:Fallback xmlns="">
            <p:pic>
              <p:nvPicPr>
                <p:cNvPr id="50" name="Ink 49">
                  <a:extLst>
                    <a:ext uri="{FF2B5EF4-FFF2-40B4-BE49-F238E27FC236}">
                      <a16:creationId xmlns:a16="http://schemas.microsoft.com/office/drawing/2014/main" id="{376E6466-1AB6-4D0D-B324-F828C787D4C0}"/>
                    </a:ext>
                  </a:extLst>
                </p:cNvPr>
                <p:cNvPicPr/>
                <p:nvPr/>
              </p:nvPicPr>
              <p:blipFill>
                <a:blip r:embed="rId42"/>
                <a:stretch>
                  <a:fillRect/>
                </a:stretch>
              </p:blipFill>
              <p:spPr>
                <a:xfrm>
                  <a:off x="10654551" y="624923"/>
                  <a:ext cx="1735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1" name="Ink 50">
                  <a:extLst>
                    <a:ext uri="{FF2B5EF4-FFF2-40B4-BE49-F238E27FC236}">
                      <a16:creationId xmlns:a16="http://schemas.microsoft.com/office/drawing/2014/main" id="{51A4C64C-8F0A-421B-A333-0ADC5BFCDB42}"/>
                    </a:ext>
                  </a:extLst>
                </p14:cNvPr>
                <p14:cNvContentPartPr/>
                <p14:nvPr/>
              </p14:nvContentPartPr>
              <p14:xfrm>
                <a:off x="10871631" y="703763"/>
                <a:ext cx="423000" cy="103680"/>
              </p14:xfrm>
            </p:contentPart>
          </mc:Choice>
          <mc:Fallback xmlns="">
            <p:pic>
              <p:nvPicPr>
                <p:cNvPr id="51" name="Ink 50">
                  <a:extLst>
                    <a:ext uri="{FF2B5EF4-FFF2-40B4-BE49-F238E27FC236}">
                      <a16:creationId xmlns:a16="http://schemas.microsoft.com/office/drawing/2014/main" id="{51A4C64C-8F0A-421B-A333-0ADC5BFCDB42}"/>
                    </a:ext>
                  </a:extLst>
                </p:cNvPr>
                <p:cNvPicPr/>
                <p:nvPr/>
              </p:nvPicPr>
              <p:blipFill>
                <a:blip r:embed="rId44"/>
                <a:stretch>
                  <a:fillRect/>
                </a:stretch>
              </p:blipFill>
              <p:spPr>
                <a:xfrm>
                  <a:off x="10862631" y="695123"/>
                  <a:ext cx="4406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2" name="Ink 51">
                  <a:extLst>
                    <a:ext uri="{FF2B5EF4-FFF2-40B4-BE49-F238E27FC236}">
                      <a16:creationId xmlns:a16="http://schemas.microsoft.com/office/drawing/2014/main" id="{83BCF109-F002-45FB-8B5F-599CF98FE329}"/>
                    </a:ext>
                  </a:extLst>
                </p14:cNvPr>
                <p14:cNvContentPartPr/>
                <p14:nvPr/>
              </p14:nvContentPartPr>
              <p14:xfrm>
                <a:off x="11188071" y="638603"/>
                <a:ext cx="33120" cy="172440"/>
              </p14:xfrm>
            </p:contentPart>
          </mc:Choice>
          <mc:Fallback xmlns="">
            <p:pic>
              <p:nvPicPr>
                <p:cNvPr id="52" name="Ink 51">
                  <a:extLst>
                    <a:ext uri="{FF2B5EF4-FFF2-40B4-BE49-F238E27FC236}">
                      <a16:creationId xmlns:a16="http://schemas.microsoft.com/office/drawing/2014/main" id="{83BCF109-F002-45FB-8B5F-599CF98FE329}"/>
                    </a:ext>
                  </a:extLst>
                </p:cNvPr>
                <p:cNvPicPr/>
                <p:nvPr/>
              </p:nvPicPr>
              <p:blipFill>
                <a:blip r:embed="rId46"/>
                <a:stretch>
                  <a:fillRect/>
                </a:stretch>
              </p:blipFill>
              <p:spPr>
                <a:xfrm>
                  <a:off x="11179071" y="629603"/>
                  <a:ext cx="507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3" name="Ink 52">
                  <a:extLst>
                    <a:ext uri="{FF2B5EF4-FFF2-40B4-BE49-F238E27FC236}">
                      <a16:creationId xmlns:a16="http://schemas.microsoft.com/office/drawing/2014/main" id="{642B5E62-948A-4A27-93C6-9BD4B168EBA9}"/>
                    </a:ext>
                  </a:extLst>
                </p14:cNvPr>
                <p14:cNvContentPartPr/>
                <p14:nvPr/>
              </p14:nvContentPartPr>
              <p14:xfrm>
                <a:off x="11295711" y="668483"/>
                <a:ext cx="109440" cy="126720"/>
              </p14:xfrm>
            </p:contentPart>
          </mc:Choice>
          <mc:Fallback xmlns="">
            <p:pic>
              <p:nvPicPr>
                <p:cNvPr id="53" name="Ink 52">
                  <a:extLst>
                    <a:ext uri="{FF2B5EF4-FFF2-40B4-BE49-F238E27FC236}">
                      <a16:creationId xmlns:a16="http://schemas.microsoft.com/office/drawing/2014/main" id="{642B5E62-948A-4A27-93C6-9BD4B168EBA9}"/>
                    </a:ext>
                  </a:extLst>
                </p:cNvPr>
                <p:cNvPicPr/>
                <p:nvPr/>
              </p:nvPicPr>
              <p:blipFill>
                <a:blip r:embed="rId48"/>
                <a:stretch>
                  <a:fillRect/>
                </a:stretch>
              </p:blipFill>
              <p:spPr>
                <a:xfrm>
                  <a:off x="11286711" y="659843"/>
                  <a:ext cx="1270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4" name="Ink 53">
                  <a:extLst>
                    <a:ext uri="{FF2B5EF4-FFF2-40B4-BE49-F238E27FC236}">
                      <a16:creationId xmlns:a16="http://schemas.microsoft.com/office/drawing/2014/main" id="{78149360-5396-4010-8ADE-2A5A5E416D8F}"/>
                    </a:ext>
                  </a:extLst>
                </p14:cNvPr>
                <p14:cNvContentPartPr/>
                <p14:nvPr/>
              </p14:nvContentPartPr>
              <p14:xfrm>
                <a:off x="10206351" y="1048283"/>
                <a:ext cx="146520" cy="59400"/>
              </p14:xfrm>
            </p:contentPart>
          </mc:Choice>
          <mc:Fallback xmlns="">
            <p:pic>
              <p:nvPicPr>
                <p:cNvPr id="54" name="Ink 53">
                  <a:extLst>
                    <a:ext uri="{FF2B5EF4-FFF2-40B4-BE49-F238E27FC236}">
                      <a16:creationId xmlns:a16="http://schemas.microsoft.com/office/drawing/2014/main" id="{78149360-5396-4010-8ADE-2A5A5E416D8F}"/>
                    </a:ext>
                  </a:extLst>
                </p:cNvPr>
                <p:cNvPicPr/>
                <p:nvPr/>
              </p:nvPicPr>
              <p:blipFill>
                <a:blip r:embed="rId50"/>
                <a:stretch>
                  <a:fillRect/>
                </a:stretch>
              </p:blipFill>
              <p:spPr>
                <a:xfrm>
                  <a:off x="10197711" y="1039283"/>
                  <a:ext cx="1641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5" name="Ink 54">
                  <a:extLst>
                    <a:ext uri="{FF2B5EF4-FFF2-40B4-BE49-F238E27FC236}">
                      <a16:creationId xmlns:a16="http://schemas.microsoft.com/office/drawing/2014/main" id="{A292CD4F-F87B-4F3A-8C2D-DB722F564631}"/>
                    </a:ext>
                  </a:extLst>
                </p14:cNvPr>
                <p14:cNvContentPartPr/>
                <p14:nvPr/>
              </p14:nvContentPartPr>
              <p14:xfrm>
                <a:off x="10434231" y="1015883"/>
                <a:ext cx="150480" cy="89280"/>
              </p14:xfrm>
            </p:contentPart>
          </mc:Choice>
          <mc:Fallback xmlns="">
            <p:pic>
              <p:nvPicPr>
                <p:cNvPr id="55" name="Ink 54">
                  <a:extLst>
                    <a:ext uri="{FF2B5EF4-FFF2-40B4-BE49-F238E27FC236}">
                      <a16:creationId xmlns:a16="http://schemas.microsoft.com/office/drawing/2014/main" id="{A292CD4F-F87B-4F3A-8C2D-DB722F564631}"/>
                    </a:ext>
                  </a:extLst>
                </p:cNvPr>
                <p:cNvPicPr/>
                <p:nvPr/>
              </p:nvPicPr>
              <p:blipFill>
                <a:blip r:embed="rId52"/>
                <a:stretch>
                  <a:fillRect/>
                </a:stretch>
              </p:blipFill>
              <p:spPr>
                <a:xfrm>
                  <a:off x="10425231" y="1006883"/>
                  <a:ext cx="1681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6" name="Ink 55">
                  <a:extLst>
                    <a:ext uri="{FF2B5EF4-FFF2-40B4-BE49-F238E27FC236}">
                      <a16:creationId xmlns:a16="http://schemas.microsoft.com/office/drawing/2014/main" id="{AD081567-CFFC-41C4-9A5B-4E9BE2F370C0}"/>
                    </a:ext>
                  </a:extLst>
                </p14:cNvPr>
                <p14:cNvContentPartPr/>
                <p14:nvPr/>
              </p14:nvContentPartPr>
              <p14:xfrm>
                <a:off x="10640871" y="1068083"/>
                <a:ext cx="17280" cy="132480"/>
              </p14:xfrm>
            </p:contentPart>
          </mc:Choice>
          <mc:Fallback xmlns="">
            <p:pic>
              <p:nvPicPr>
                <p:cNvPr id="56" name="Ink 55">
                  <a:extLst>
                    <a:ext uri="{FF2B5EF4-FFF2-40B4-BE49-F238E27FC236}">
                      <a16:creationId xmlns:a16="http://schemas.microsoft.com/office/drawing/2014/main" id="{AD081567-CFFC-41C4-9A5B-4E9BE2F370C0}"/>
                    </a:ext>
                  </a:extLst>
                </p:cNvPr>
                <p:cNvPicPr/>
                <p:nvPr/>
              </p:nvPicPr>
              <p:blipFill>
                <a:blip r:embed="rId54"/>
                <a:stretch>
                  <a:fillRect/>
                </a:stretch>
              </p:blipFill>
              <p:spPr>
                <a:xfrm>
                  <a:off x="10632231" y="1059083"/>
                  <a:ext cx="34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9" name="Ink 58">
                  <a:extLst>
                    <a:ext uri="{FF2B5EF4-FFF2-40B4-BE49-F238E27FC236}">
                      <a16:creationId xmlns:a16="http://schemas.microsoft.com/office/drawing/2014/main" id="{4AE55091-2AA1-48B9-9652-D77BEF54FE7B}"/>
                    </a:ext>
                  </a:extLst>
                </p14:cNvPr>
                <p14:cNvContentPartPr/>
                <p14:nvPr/>
              </p14:nvContentPartPr>
              <p14:xfrm>
                <a:off x="10767231" y="951083"/>
                <a:ext cx="58680" cy="209520"/>
              </p14:xfrm>
            </p:contentPart>
          </mc:Choice>
          <mc:Fallback xmlns="">
            <p:pic>
              <p:nvPicPr>
                <p:cNvPr id="59" name="Ink 58">
                  <a:extLst>
                    <a:ext uri="{FF2B5EF4-FFF2-40B4-BE49-F238E27FC236}">
                      <a16:creationId xmlns:a16="http://schemas.microsoft.com/office/drawing/2014/main" id="{4AE55091-2AA1-48B9-9652-D77BEF54FE7B}"/>
                    </a:ext>
                  </a:extLst>
                </p:cNvPr>
                <p:cNvPicPr/>
                <p:nvPr/>
              </p:nvPicPr>
              <p:blipFill>
                <a:blip r:embed="rId56"/>
                <a:stretch>
                  <a:fillRect/>
                </a:stretch>
              </p:blipFill>
              <p:spPr>
                <a:xfrm>
                  <a:off x="10758231" y="942083"/>
                  <a:ext cx="763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0" name="Ink 59">
                  <a:extLst>
                    <a:ext uri="{FF2B5EF4-FFF2-40B4-BE49-F238E27FC236}">
                      <a16:creationId xmlns:a16="http://schemas.microsoft.com/office/drawing/2014/main" id="{8B6AAE04-9116-4037-8148-12B4ED874E3A}"/>
                    </a:ext>
                  </a:extLst>
                </p14:cNvPr>
                <p14:cNvContentPartPr/>
                <p14:nvPr/>
              </p14:nvContentPartPr>
              <p14:xfrm>
                <a:off x="10866231" y="1019483"/>
                <a:ext cx="81720" cy="95040"/>
              </p14:xfrm>
            </p:contentPart>
          </mc:Choice>
          <mc:Fallback xmlns="">
            <p:pic>
              <p:nvPicPr>
                <p:cNvPr id="60" name="Ink 59">
                  <a:extLst>
                    <a:ext uri="{FF2B5EF4-FFF2-40B4-BE49-F238E27FC236}">
                      <a16:creationId xmlns:a16="http://schemas.microsoft.com/office/drawing/2014/main" id="{8B6AAE04-9116-4037-8148-12B4ED874E3A}"/>
                    </a:ext>
                  </a:extLst>
                </p:cNvPr>
                <p:cNvPicPr/>
                <p:nvPr/>
              </p:nvPicPr>
              <p:blipFill>
                <a:blip r:embed="rId58"/>
                <a:stretch>
                  <a:fillRect/>
                </a:stretch>
              </p:blipFill>
              <p:spPr>
                <a:xfrm>
                  <a:off x="10857591" y="1010483"/>
                  <a:ext cx="993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61" name="Ink 60">
                  <a:extLst>
                    <a:ext uri="{FF2B5EF4-FFF2-40B4-BE49-F238E27FC236}">
                      <a16:creationId xmlns:a16="http://schemas.microsoft.com/office/drawing/2014/main" id="{80E90328-1349-41F1-8AF4-C969621F620C}"/>
                    </a:ext>
                  </a:extLst>
                </p14:cNvPr>
                <p14:cNvContentPartPr/>
                <p14:nvPr/>
              </p14:nvContentPartPr>
              <p14:xfrm>
                <a:off x="10994751" y="1051883"/>
                <a:ext cx="59040" cy="16920"/>
              </p14:xfrm>
            </p:contentPart>
          </mc:Choice>
          <mc:Fallback xmlns="">
            <p:pic>
              <p:nvPicPr>
                <p:cNvPr id="61" name="Ink 60">
                  <a:extLst>
                    <a:ext uri="{FF2B5EF4-FFF2-40B4-BE49-F238E27FC236}">
                      <a16:creationId xmlns:a16="http://schemas.microsoft.com/office/drawing/2014/main" id="{80E90328-1349-41F1-8AF4-C969621F620C}"/>
                    </a:ext>
                  </a:extLst>
                </p:cNvPr>
                <p:cNvPicPr/>
                <p:nvPr/>
              </p:nvPicPr>
              <p:blipFill>
                <a:blip r:embed="rId60"/>
                <a:stretch>
                  <a:fillRect/>
                </a:stretch>
              </p:blipFill>
              <p:spPr>
                <a:xfrm>
                  <a:off x="10985751" y="1043243"/>
                  <a:ext cx="766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2" name="Ink 61">
                  <a:extLst>
                    <a:ext uri="{FF2B5EF4-FFF2-40B4-BE49-F238E27FC236}">
                      <a16:creationId xmlns:a16="http://schemas.microsoft.com/office/drawing/2014/main" id="{FB81D9C7-06EE-49A7-93AA-EDCC1E91F0C9}"/>
                    </a:ext>
                  </a:extLst>
                </p14:cNvPr>
                <p14:cNvContentPartPr/>
                <p14:nvPr/>
              </p14:nvContentPartPr>
              <p14:xfrm>
                <a:off x="11112831" y="913283"/>
                <a:ext cx="241200" cy="317160"/>
              </p14:xfrm>
            </p:contentPart>
          </mc:Choice>
          <mc:Fallback xmlns="">
            <p:pic>
              <p:nvPicPr>
                <p:cNvPr id="62" name="Ink 61">
                  <a:extLst>
                    <a:ext uri="{FF2B5EF4-FFF2-40B4-BE49-F238E27FC236}">
                      <a16:creationId xmlns:a16="http://schemas.microsoft.com/office/drawing/2014/main" id="{FB81D9C7-06EE-49A7-93AA-EDCC1E91F0C9}"/>
                    </a:ext>
                  </a:extLst>
                </p:cNvPr>
                <p:cNvPicPr/>
                <p:nvPr/>
              </p:nvPicPr>
              <p:blipFill>
                <a:blip r:embed="rId62"/>
                <a:stretch>
                  <a:fillRect/>
                </a:stretch>
              </p:blipFill>
              <p:spPr>
                <a:xfrm>
                  <a:off x="11103831" y="904643"/>
                  <a:ext cx="25884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3" name="Ink 62">
                  <a:extLst>
                    <a:ext uri="{FF2B5EF4-FFF2-40B4-BE49-F238E27FC236}">
                      <a16:creationId xmlns:a16="http://schemas.microsoft.com/office/drawing/2014/main" id="{1CDFC651-317E-4047-BF10-0DCD3BB46C43}"/>
                    </a:ext>
                  </a:extLst>
                </p14:cNvPr>
                <p14:cNvContentPartPr/>
                <p14:nvPr/>
              </p14:nvContentPartPr>
              <p14:xfrm>
                <a:off x="11458791" y="1087523"/>
                <a:ext cx="159120" cy="9000"/>
              </p14:xfrm>
            </p:contentPart>
          </mc:Choice>
          <mc:Fallback xmlns="">
            <p:pic>
              <p:nvPicPr>
                <p:cNvPr id="63" name="Ink 62">
                  <a:extLst>
                    <a:ext uri="{FF2B5EF4-FFF2-40B4-BE49-F238E27FC236}">
                      <a16:creationId xmlns:a16="http://schemas.microsoft.com/office/drawing/2014/main" id="{1CDFC651-317E-4047-BF10-0DCD3BB46C43}"/>
                    </a:ext>
                  </a:extLst>
                </p:cNvPr>
                <p:cNvPicPr/>
                <p:nvPr/>
              </p:nvPicPr>
              <p:blipFill>
                <a:blip r:embed="rId64"/>
                <a:stretch>
                  <a:fillRect/>
                </a:stretch>
              </p:blipFill>
              <p:spPr>
                <a:xfrm>
                  <a:off x="11449791" y="1078523"/>
                  <a:ext cx="1767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4" name="Ink 63">
                  <a:extLst>
                    <a:ext uri="{FF2B5EF4-FFF2-40B4-BE49-F238E27FC236}">
                      <a16:creationId xmlns:a16="http://schemas.microsoft.com/office/drawing/2014/main" id="{2D69D549-0F93-4B1D-9100-A25EB2C65689}"/>
                    </a:ext>
                  </a:extLst>
                </p14:cNvPr>
                <p14:cNvContentPartPr/>
                <p14:nvPr/>
              </p14:nvContentPartPr>
              <p14:xfrm>
                <a:off x="11517831" y="1005443"/>
                <a:ext cx="12240" cy="212400"/>
              </p14:xfrm>
            </p:contentPart>
          </mc:Choice>
          <mc:Fallback xmlns="">
            <p:pic>
              <p:nvPicPr>
                <p:cNvPr id="64" name="Ink 63">
                  <a:extLst>
                    <a:ext uri="{FF2B5EF4-FFF2-40B4-BE49-F238E27FC236}">
                      <a16:creationId xmlns:a16="http://schemas.microsoft.com/office/drawing/2014/main" id="{2D69D549-0F93-4B1D-9100-A25EB2C65689}"/>
                    </a:ext>
                  </a:extLst>
                </p:cNvPr>
                <p:cNvPicPr/>
                <p:nvPr/>
              </p:nvPicPr>
              <p:blipFill>
                <a:blip r:embed="rId66"/>
                <a:stretch>
                  <a:fillRect/>
                </a:stretch>
              </p:blipFill>
              <p:spPr>
                <a:xfrm>
                  <a:off x="11509191" y="996443"/>
                  <a:ext cx="2988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5" name="Ink 64">
                  <a:extLst>
                    <a:ext uri="{FF2B5EF4-FFF2-40B4-BE49-F238E27FC236}">
                      <a16:creationId xmlns:a16="http://schemas.microsoft.com/office/drawing/2014/main" id="{797A7CEC-27BE-4229-A28C-B6420ACDA99E}"/>
                    </a:ext>
                  </a:extLst>
                </p14:cNvPr>
                <p14:cNvContentPartPr/>
                <p14:nvPr/>
              </p14:nvContentPartPr>
              <p14:xfrm>
                <a:off x="11663991" y="1018043"/>
                <a:ext cx="126720" cy="192240"/>
              </p14:xfrm>
            </p:contentPart>
          </mc:Choice>
          <mc:Fallback xmlns="">
            <p:pic>
              <p:nvPicPr>
                <p:cNvPr id="65" name="Ink 64">
                  <a:extLst>
                    <a:ext uri="{FF2B5EF4-FFF2-40B4-BE49-F238E27FC236}">
                      <a16:creationId xmlns:a16="http://schemas.microsoft.com/office/drawing/2014/main" id="{797A7CEC-27BE-4229-A28C-B6420ACDA99E}"/>
                    </a:ext>
                  </a:extLst>
                </p:cNvPr>
                <p:cNvPicPr/>
                <p:nvPr/>
              </p:nvPicPr>
              <p:blipFill>
                <a:blip r:embed="rId68"/>
                <a:stretch>
                  <a:fillRect/>
                </a:stretch>
              </p:blipFill>
              <p:spPr>
                <a:xfrm>
                  <a:off x="11655351" y="1009043"/>
                  <a:ext cx="1443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3" name="Ink 82">
                  <a:extLst>
                    <a:ext uri="{FF2B5EF4-FFF2-40B4-BE49-F238E27FC236}">
                      <a16:creationId xmlns:a16="http://schemas.microsoft.com/office/drawing/2014/main" id="{B5EE3742-A509-480D-B294-7BDCF57366F2}"/>
                    </a:ext>
                  </a:extLst>
                </p14:cNvPr>
                <p14:cNvContentPartPr/>
                <p14:nvPr/>
              </p14:nvContentPartPr>
              <p14:xfrm>
                <a:off x="10508031" y="662363"/>
                <a:ext cx="164160" cy="127440"/>
              </p14:xfrm>
            </p:contentPart>
          </mc:Choice>
          <mc:Fallback xmlns="">
            <p:pic>
              <p:nvPicPr>
                <p:cNvPr id="83" name="Ink 82">
                  <a:extLst>
                    <a:ext uri="{FF2B5EF4-FFF2-40B4-BE49-F238E27FC236}">
                      <a16:creationId xmlns:a16="http://schemas.microsoft.com/office/drawing/2014/main" id="{B5EE3742-A509-480D-B294-7BDCF57366F2}"/>
                    </a:ext>
                  </a:extLst>
                </p:cNvPr>
                <p:cNvPicPr/>
                <p:nvPr/>
              </p:nvPicPr>
              <p:blipFill>
                <a:blip r:embed="rId70"/>
                <a:stretch>
                  <a:fillRect/>
                </a:stretch>
              </p:blipFill>
              <p:spPr>
                <a:xfrm>
                  <a:off x="10499391" y="653363"/>
                  <a:ext cx="181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4" name="Ink 83">
                  <a:extLst>
                    <a:ext uri="{FF2B5EF4-FFF2-40B4-BE49-F238E27FC236}">
                      <a16:creationId xmlns:a16="http://schemas.microsoft.com/office/drawing/2014/main" id="{46284719-11C7-4983-946F-D4A24D564B83}"/>
                    </a:ext>
                  </a:extLst>
                </p14:cNvPr>
                <p14:cNvContentPartPr/>
                <p14:nvPr/>
              </p14:nvContentPartPr>
              <p14:xfrm>
                <a:off x="10569951" y="1060163"/>
                <a:ext cx="146160" cy="119520"/>
              </p14:xfrm>
            </p:contentPart>
          </mc:Choice>
          <mc:Fallback xmlns="">
            <p:pic>
              <p:nvPicPr>
                <p:cNvPr id="84" name="Ink 83">
                  <a:extLst>
                    <a:ext uri="{FF2B5EF4-FFF2-40B4-BE49-F238E27FC236}">
                      <a16:creationId xmlns:a16="http://schemas.microsoft.com/office/drawing/2014/main" id="{46284719-11C7-4983-946F-D4A24D564B83}"/>
                    </a:ext>
                  </a:extLst>
                </p:cNvPr>
                <p:cNvPicPr/>
                <p:nvPr/>
              </p:nvPicPr>
              <p:blipFill>
                <a:blip r:embed="rId72"/>
                <a:stretch>
                  <a:fillRect/>
                </a:stretch>
              </p:blipFill>
              <p:spPr>
                <a:xfrm>
                  <a:off x="10560951" y="1051163"/>
                  <a:ext cx="1638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6" name="Ink 85">
                  <a:extLst>
                    <a:ext uri="{FF2B5EF4-FFF2-40B4-BE49-F238E27FC236}">
                      <a16:creationId xmlns:a16="http://schemas.microsoft.com/office/drawing/2014/main" id="{982234AA-0858-4F85-89F7-7EC0C3959392}"/>
                    </a:ext>
                  </a:extLst>
                </p14:cNvPr>
                <p14:cNvContentPartPr/>
                <p14:nvPr/>
              </p14:nvContentPartPr>
              <p14:xfrm>
                <a:off x="10808271" y="666683"/>
                <a:ext cx="131760" cy="131760"/>
              </p14:xfrm>
            </p:contentPart>
          </mc:Choice>
          <mc:Fallback xmlns="">
            <p:pic>
              <p:nvPicPr>
                <p:cNvPr id="86" name="Ink 85">
                  <a:extLst>
                    <a:ext uri="{FF2B5EF4-FFF2-40B4-BE49-F238E27FC236}">
                      <a16:creationId xmlns:a16="http://schemas.microsoft.com/office/drawing/2014/main" id="{982234AA-0858-4F85-89F7-7EC0C3959392}"/>
                    </a:ext>
                  </a:extLst>
                </p:cNvPr>
                <p:cNvPicPr/>
                <p:nvPr/>
              </p:nvPicPr>
              <p:blipFill>
                <a:blip r:embed="rId74"/>
                <a:stretch>
                  <a:fillRect/>
                </a:stretch>
              </p:blipFill>
              <p:spPr>
                <a:xfrm>
                  <a:off x="10799271" y="657683"/>
                  <a:ext cx="149400" cy="149400"/>
                </a:xfrm>
                <a:prstGeom prst="rect">
                  <a:avLst/>
                </a:prstGeom>
              </p:spPr>
            </p:pic>
          </mc:Fallback>
        </mc:AlternateContent>
      </p:grpSp>
      <p:grpSp>
        <p:nvGrpSpPr>
          <p:cNvPr id="90" name="Group 89">
            <a:extLst>
              <a:ext uri="{FF2B5EF4-FFF2-40B4-BE49-F238E27FC236}">
                <a16:creationId xmlns:a16="http://schemas.microsoft.com/office/drawing/2014/main" id="{CCD4BAEC-2E26-426E-B200-15841EFD5075}"/>
              </a:ext>
            </a:extLst>
          </p:cNvPr>
          <p:cNvGrpSpPr/>
          <p:nvPr/>
        </p:nvGrpSpPr>
        <p:grpSpPr>
          <a:xfrm>
            <a:off x="6368751" y="205163"/>
            <a:ext cx="2502360" cy="1482120"/>
            <a:chOff x="6368751" y="205163"/>
            <a:chExt cx="2502360" cy="1482120"/>
          </a:xfrm>
        </p:grpSpPr>
        <mc:AlternateContent xmlns:mc="http://schemas.openxmlformats.org/markup-compatibility/2006" xmlns:p14="http://schemas.microsoft.com/office/powerpoint/2010/main">
          <mc:Choice Requires="p14">
            <p:contentPart p14:bwMode="auto" r:id="rId75">
              <p14:nvContentPartPr>
                <p14:cNvPr id="7" name="Ink 6">
                  <a:extLst>
                    <a:ext uri="{FF2B5EF4-FFF2-40B4-BE49-F238E27FC236}">
                      <a16:creationId xmlns:a16="http://schemas.microsoft.com/office/drawing/2014/main" id="{AF9BD30F-54D9-460E-8509-2BA889BC7010}"/>
                    </a:ext>
                  </a:extLst>
                </p14:cNvPr>
                <p14:cNvContentPartPr/>
                <p14:nvPr/>
              </p14:nvContentPartPr>
              <p14:xfrm>
                <a:off x="6638031" y="205163"/>
                <a:ext cx="169200" cy="446400"/>
              </p14:xfrm>
            </p:contentPart>
          </mc:Choice>
          <mc:Fallback xmlns="">
            <p:pic>
              <p:nvPicPr>
                <p:cNvPr id="7" name="Ink 6">
                  <a:extLst>
                    <a:ext uri="{FF2B5EF4-FFF2-40B4-BE49-F238E27FC236}">
                      <a16:creationId xmlns:a16="http://schemas.microsoft.com/office/drawing/2014/main" id="{AF9BD30F-54D9-460E-8509-2BA889BC7010}"/>
                    </a:ext>
                  </a:extLst>
                </p:cNvPr>
                <p:cNvPicPr/>
                <p:nvPr/>
              </p:nvPicPr>
              <p:blipFill>
                <a:blip r:embed="rId76"/>
                <a:stretch>
                  <a:fillRect/>
                </a:stretch>
              </p:blipFill>
              <p:spPr>
                <a:xfrm>
                  <a:off x="6629031" y="196163"/>
                  <a:ext cx="18684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 name="Ink 7">
                  <a:extLst>
                    <a:ext uri="{FF2B5EF4-FFF2-40B4-BE49-F238E27FC236}">
                      <a16:creationId xmlns:a16="http://schemas.microsoft.com/office/drawing/2014/main" id="{1C720798-57B0-4DAE-A1F5-D8B7FF5B4B44}"/>
                    </a:ext>
                  </a:extLst>
                </p14:cNvPr>
                <p14:cNvContentPartPr/>
                <p14:nvPr/>
              </p14:nvContentPartPr>
              <p14:xfrm>
                <a:off x="6914871" y="296963"/>
                <a:ext cx="121320" cy="71280"/>
              </p14:xfrm>
            </p:contentPart>
          </mc:Choice>
          <mc:Fallback xmlns="">
            <p:pic>
              <p:nvPicPr>
                <p:cNvPr id="8" name="Ink 7">
                  <a:extLst>
                    <a:ext uri="{FF2B5EF4-FFF2-40B4-BE49-F238E27FC236}">
                      <a16:creationId xmlns:a16="http://schemas.microsoft.com/office/drawing/2014/main" id="{1C720798-57B0-4DAE-A1F5-D8B7FF5B4B44}"/>
                    </a:ext>
                  </a:extLst>
                </p:cNvPr>
                <p:cNvPicPr/>
                <p:nvPr/>
              </p:nvPicPr>
              <p:blipFill>
                <a:blip r:embed="rId78"/>
                <a:stretch>
                  <a:fillRect/>
                </a:stretch>
              </p:blipFill>
              <p:spPr>
                <a:xfrm>
                  <a:off x="6906231" y="288323"/>
                  <a:ext cx="1389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 name="Ink 8">
                  <a:extLst>
                    <a:ext uri="{FF2B5EF4-FFF2-40B4-BE49-F238E27FC236}">
                      <a16:creationId xmlns:a16="http://schemas.microsoft.com/office/drawing/2014/main" id="{62E9A8F4-2F1E-4A55-9651-CB8C60F56721}"/>
                    </a:ext>
                  </a:extLst>
                </p14:cNvPr>
                <p14:cNvContentPartPr/>
                <p14:nvPr/>
              </p14:nvContentPartPr>
              <p14:xfrm>
                <a:off x="7167591" y="289043"/>
                <a:ext cx="156960" cy="108720"/>
              </p14:xfrm>
            </p:contentPart>
          </mc:Choice>
          <mc:Fallback xmlns="">
            <p:pic>
              <p:nvPicPr>
                <p:cNvPr id="9" name="Ink 8">
                  <a:extLst>
                    <a:ext uri="{FF2B5EF4-FFF2-40B4-BE49-F238E27FC236}">
                      <a16:creationId xmlns:a16="http://schemas.microsoft.com/office/drawing/2014/main" id="{62E9A8F4-2F1E-4A55-9651-CB8C60F56721}"/>
                    </a:ext>
                  </a:extLst>
                </p:cNvPr>
                <p:cNvPicPr/>
                <p:nvPr/>
              </p:nvPicPr>
              <p:blipFill>
                <a:blip r:embed="rId80"/>
                <a:stretch>
                  <a:fillRect/>
                </a:stretch>
              </p:blipFill>
              <p:spPr>
                <a:xfrm>
                  <a:off x="7158951" y="280403"/>
                  <a:ext cx="1746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 name="Ink 9">
                  <a:extLst>
                    <a:ext uri="{FF2B5EF4-FFF2-40B4-BE49-F238E27FC236}">
                      <a16:creationId xmlns:a16="http://schemas.microsoft.com/office/drawing/2014/main" id="{3E9A9B60-28FD-4E95-9144-28953D1458CA}"/>
                    </a:ext>
                  </a:extLst>
                </p14:cNvPr>
                <p14:cNvContentPartPr/>
                <p14:nvPr/>
              </p14:nvContentPartPr>
              <p14:xfrm>
                <a:off x="7387191" y="340523"/>
                <a:ext cx="8640" cy="88560"/>
              </p14:xfrm>
            </p:contentPart>
          </mc:Choice>
          <mc:Fallback xmlns="">
            <p:pic>
              <p:nvPicPr>
                <p:cNvPr id="10" name="Ink 9">
                  <a:extLst>
                    <a:ext uri="{FF2B5EF4-FFF2-40B4-BE49-F238E27FC236}">
                      <a16:creationId xmlns:a16="http://schemas.microsoft.com/office/drawing/2014/main" id="{3E9A9B60-28FD-4E95-9144-28953D1458CA}"/>
                    </a:ext>
                  </a:extLst>
                </p:cNvPr>
                <p:cNvPicPr/>
                <p:nvPr/>
              </p:nvPicPr>
              <p:blipFill>
                <a:blip r:embed="rId82"/>
                <a:stretch>
                  <a:fillRect/>
                </a:stretch>
              </p:blipFill>
              <p:spPr>
                <a:xfrm>
                  <a:off x="7378551" y="331523"/>
                  <a:ext cx="262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 name="Ink 10">
                  <a:extLst>
                    <a:ext uri="{FF2B5EF4-FFF2-40B4-BE49-F238E27FC236}">
                      <a16:creationId xmlns:a16="http://schemas.microsoft.com/office/drawing/2014/main" id="{BFB838A6-D8DD-461E-B3D4-E73645455282}"/>
                    </a:ext>
                  </a:extLst>
                </p14:cNvPr>
                <p14:cNvContentPartPr/>
                <p14:nvPr/>
              </p14:nvContentPartPr>
              <p14:xfrm>
                <a:off x="7467111" y="303443"/>
                <a:ext cx="145440" cy="128880"/>
              </p14:xfrm>
            </p:contentPart>
          </mc:Choice>
          <mc:Fallback xmlns="">
            <p:pic>
              <p:nvPicPr>
                <p:cNvPr id="11" name="Ink 10">
                  <a:extLst>
                    <a:ext uri="{FF2B5EF4-FFF2-40B4-BE49-F238E27FC236}">
                      <a16:creationId xmlns:a16="http://schemas.microsoft.com/office/drawing/2014/main" id="{BFB838A6-D8DD-461E-B3D4-E73645455282}"/>
                    </a:ext>
                  </a:extLst>
                </p:cNvPr>
                <p:cNvPicPr/>
                <p:nvPr/>
              </p:nvPicPr>
              <p:blipFill>
                <a:blip r:embed="rId84"/>
                <a:stretch>
                  <a:fillRect/>
                </a:stretch>
              </p:blipFill>
              <p:spPr>
                <a:xfrm>
                  <a:off x="7458471" y="294443"/>
                  <a:ext cx="16308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3" name="Ink 12">
                  <a:extLst>
                    <a:ext uri="{FF2B5EF4-FFF2-40B4-BE49-F238E27FC236}">
                      <a16:creationId xmlns:a16="http://schemas.microsoft.com/office/drawing/2014/main" id="{EAF2CC36-49A3-4754-8995-BF11D1585530}"/>
                    </a:ext>
                  </a:extLst>
                </p14:cNvPr>
                <p14:cNvContentPartPr/>
                <p14:nvPr/>
              </p14:nvContentPartPr>
              <p14:xfrm>
                <a:off x="7671951" y="383723"/>
                <a:ext cx="11520" cy="95760"/>
              </p14:xfrm>
            </p:contentPart>
          </mc:Choice>
          <mc:Fallback xmlns="">
            <p:pic>
              <p:nvPicPr>
                <p:cNvPr id="13" name="Ink 12">
                  <a:extLst>
                    <a:ext uri="{FF2B5EF4-FFF2-40B4-BE49-F238E27FC236}">
                      <a16:creationId xmlns:a16="http://schemas.microsoft.com/office/drawing/2014/main" id="{EAF2CC36-49A3-4754-8995-BF11D1585530}"/>
                    </a:ext>
                  </a:extLst>
                </p:cNvPr>
                <p:cNvPicPr/>
                <p:nvPr/>
              </p:nvPicPr>
              <p:blipFill>
                <a:blip r:embed="rId86"/>
                <a:stretch>
                  <a:fillRect/>
                </a:stretch>
              </p:blipFill>
              <p:spPr>
                <a:xfrm>
                  <a:off x="7662951" y="375083"/>
                  <a:ext cx="29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4" name="Ink 13">
                  <a:extLst>
                    <a:ext uri="{FF2B5EF4-FFF2-40B4-BE49-F238E27FC236}">
                      <a16:creationId xmlns:a16="http://schemas.microsoft.com/office/drawing/2014/main" id="{5A63F535-4F49-4DA1-A583-27E33959EFF7}"/>
                    </a:ext>
                  </a:extLst>
                </p14:cNvPr>
                <p14:cNvContentPartPr/>
                <p14:nvPr/>
              </p14:nvContentPartPr>
              <p14:xfrm>
                <a:off x="7817031" y="313883"/>
                <a:ext cx="128520" cy="138240"/>
              </p14:xfrm>
            </p:contentPart>
          </mc:Choice>
          <mc:Fallback xmlns="">
            <p:pic>
              <p:nvPicPr>
                <p:cNvPr id="14" name="Ink 13">
                  <a:extLst>
                    <a:ext uri="{FF2B5EF4-FFF2-40B4-BE49-F238E27FC236}">
                      <a16:creationId xmlns:a16="http://schemas.microsoft.com/office/drawing/2014/main" id="{5A63F535-4F49-4DA1-A583-27E33959EFF7}"/>
                    </a:ext>
                  </a:extLst>
                </p:cNvPr>
                <p:cNvPicPr/>
                <p:nvPr/>
              </p:nvPicPr>
              <p:blipFill>
                <a:blip r:embed="rId88"/>
                <a:stretch>
                  <a:fillRect/>
                </a:stretch>
              </p:blipFill>
              <p:spPr>
                <a:xfrm>
                  <a:off x="7808391" y="304883"/>
                  <a:ext cx="1461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6" name="Ink 15">
                  <a:extLst>
                    <a:ext uri="{FF2B5EF4-FFF2-40B4-BE49-F238E27FC236}">
                      <a16:creationId xmlns:a16="http://schemas.microsoft.com/office/drawing/2014/main" id="{45D9B3B4-F002-4C12-AF3F-02AB9B173B90}"/>
                    </a:ext>
                  </a:extLst>
                </p14:cNvPr>
                <p14:cNvContentPartPr/>
                <p14:nvPr/>
              </p14:nvContentPartPr>
              <p14:xfrm>
                <a:off x="8075511" y="301643"/>
                <a:ext cx="117000" cy="178200"/>
              </p14:xfrm>
            </p:contentPart>
          </mc:Choice>
          <mc:Fallback xmlns="">
            <p:pic>
              <p:nvPicPr>
                <p:cNvPr id="16" name="Ink 15">
                  <a:extLst>
                    <a:ext uri="{FF2B5EF4-FFF2-40B4-BE49-F238E27FC236}">
                      <a16:creationId xmlns:a16="http://schemas.microsoft.com/office/drawing/2014/main" id="{45D9B3B4-F002-4C12-AF3F-02AB9B173B90}"/>
                    </a:ext>
                  </a:extLst>
                </p:cNvPr>
                <p:cNvPicPr/>
                <p:nvPr/>
              </p:nvPicPr>
              <p:blipFill>
                <a:blip r:embed="rId90"/>
                <a:stretch>
                  <a:fillRect/>
                </a:stretch>
              </p:blipFill>
              <p:spPr>
                <a:xfrm>
                  <a:off x="8066871" y="293003"/>
                  <a:ext cx="1346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8" name="Ink 17">
                  <a:extLst>
                    <a:ext uri="{FF2B5EF4-FFF2-40B4-BE49-F238E27FC236}">
                      <a16:creationId xmlns:a16="http://schemas.microsoft.com/office/drawing/2014/main" id="{D2A33E7A-296F-4328-8C38-08E94A9FCBE6}"/>
                    </a:ext>
                  </a:extLst>
                </p14:cNvPr>
                <p14:cNvContentPartPr/>
                <p14:nvPr/>
              </p14:nvContentPartPr>
              <p14:xfrm>
                <a:off x="6913431" y="754523"/>
                <a:ext cx="137520" cy="98640"/>
              </p14:xfrm>
            </p:contentPart>
          </mc:Choice>
          <mc:Fallback xmlns="">
            <p:pic>
              <p:nvPicPr>
                <p:cNvPr id="18" name="Ink 17">
                  <a:extLst>
                    <a:ext uri="{FF2B5EF4-FFF2-40B4-BE49-F238E27FC236}">
                      <a16:creationId xmlns:a16="http://schemas.microsoft.com/office/drawing/2014/main" id="{D2A33E7A-296F-4328-8C38-08E94A9FCBE6}"/>
                    </a:ext>
                  </a:extLst>
                </p:cNvPr>
                <p:cNvPicPr/>
                <p:nvPr/>
              </p:nvPicPr>
              <p:blipFill>
                <a:blip r:embed="rId92"/>
                <a:stretch>
                  <a:fillRect/>
                </a:stretch>
              </p:blipFill>
              <p:spPr>
                <a:xfrm>
                  <a:off x="6904791" y="745883"/>
                  <a:ext cx="1551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0" name="Ink 19">
                  <a:extLst>
                    <a:ext uri="{FF2B5EF4-FFF2-40B4-BE49-F238E27FC236}">
                      <a16:creationId xmlns:a16="http://schemas.microsoft.com/office/drawing/2014/main" id="{89E771EA-F8EE-431B-894E-EBCE20AD6F78}"/>
                    </a:ext>
                  </a:extLst>
                </p14:cNvPr>
                <p14:cNvContentPartPr/>
                <p14:nvPr/>
              </p14:nvContentPartPr>
              <p14:xfrm>
                <a:off x="7249311" y="748403"/>
                <a:ext cx="146520" cy="113400"/>
              </p14:xfrm>
            </p:contentPart>
          </mc:Choice>
          <mc:Fallback xmlns="">
            <p:pic>
              <p:nvPicPr>
                <p:cNvPr id="20" name="Ink 19">
                  <a:extLst>
                    <a:ext uri="{FF2B5EF4-FFF2-40B4-BE49-F238E27FC236}">
                      <a16:creationId xmlns:a16="http://schemas.microsoft.com/office/drawing/2014/main" id="{89E771EA-F8EE-431B-894E-EBCE20AD6F78}"/>
                    </a:ext>
                  </a:extLst>
                </p:cNvPr>
                <p:cNvPicPr/>
                <p:nvPr/>
              </p:nvPicPr>
              <p:blipFill>
                <a:blip r:embed="rId94"/>
                <a:stretch>
                  <a:fillRect/>
                </a:stretch>
              </p:blipFill>
              <p:spPr>
                <a:xfrm>
                  <a:off x="7240671" y="739763"/>
                  <a:ext cx="16416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22" name="Ink 21">
                  <a:extLst>
                    <a:ext uri="{FF2B5EF4-FFF2-40B4-BE49-F238E27FC236}">
                      <a16:creationId xmlns:a16="http://schemas.microsoft.com/office/drawing/2014/main" id="{4F80C5C3-A814-45BD-BD47-645531080F38}"/>
                    </a:ext>
                  </a:extLst>
                </p14:cNvPr>
                <p14:cNvContentPartPr/>
                <p14:nvPr/>
              </p14:nvContentPartPr>
              <p14:xfrm>
                <a:off x="7476111" y="845243"/>
                <a:ext cx="11520" cy="95760"/>
              </p14:xfrm>
            </p:contentPart>
          </mc:Choice>
          <mc:Fallback xmlns="">
            <p:pic>
              <p:nvPicPr>
                <p:cNvPr id="22" name="Ink 21">
                  <a:extLst>
                    <a:ext uri="{FF2B5EF4-FFF2-40B4-BE49-F238E27FC236}">
                      <a16:creationId xmlns:a16="http://schemas.microsoft.com/office/drawing/2014/main" id="{4F80C5C3-A814-45BD-BD47-645531080F38}"/>
                    </a:ext>
                  </a:extLst>
                </p:cNvPr>
                <p:cNvPicPr/>
                <p:nvPr/>
              </p:nvPicPr>
              <p:blipFill>
                <a:blip r:embed="rId96"/>
                <a:stretch>
                  <a:fillRect/>
                </a:stretch>
              </p:blipFill>
              <p:spPr>
                <a:xfrm>
                  <a:off x="7467471" y="836603"/>
                  <a:ext cx="291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23" name="Ink 22">
                  <a:extLst>
                    <a:ext uri="{FF2B5EF4-FFF2-40B4-BE49-F238E27FC236}">
                      <a16:creationId xmlns:a16="http://schemas.microsoft.com/office/drawing/2014/main" id="{D0A62A9E-C861-4067-8376-4DDF55B4067C}"/>
                    </a:ext>
                  </a:extLst>
                </p14:cNvPr>
                <p14:cNvContentPartPr/>
                <p14:nvPr/>
              </p14:nvContentPartPr>
              <p14:xfrm>
                <a:off x="7632351" y="651203"/>
                <a:ext cx="102960" cy="294480"/>
              </p14:xfrm>
            </p:contentPart>
          </mc:Choice>
          <mc:Fallback xmlns="">
            <p:pic>
              <p:nvPicPr>
                <p:cNvPr id="23" name="Ink 22">
                  <a:extLst>
                    <a:ext uri="{FF2B5EF4-FFF2-40B4-BE49-F238E27FC236}">
                      <a16:creationId xmlns:a16="http://schemas.microsoft.com/office/drawing/2014/main" id="{D0A62A9E-C861-4067-8376-4DDF55B4067C}"/>
                    </a:ext>
                  </a:extLst>
                </p:cNvPr>
                <p:cNvPicPr/>
                <p:nvPr/>
              </p:nvPicPr>
              <p:blipFill>
                <a:blip r:embed="rId98"/>
                <a:stretch>
                  <a:fillRect/>
                </a:stretch>
              </p:blipFill>
              <p:spPr>
                <a:xfrm>
                  <a:off x="7623711" y="642563"/>
                  <a:ext cx="1206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24" name="Ink 23">
                  <a:extLst>
                    <a:ext uri="{FF2B5EF4-FFF2-40B4-BE49-F238E27FC236}">
                      <a16:creationId xmlns:a16="http://schemas.microsoft.com/office/drawing/2014/main" id="{6A9379EB-74F9-40DF-8019-6C20B799AA47}"/>
                    </a:ext>
                  </a:extLst>
                </p14:cNvPr>
                <p14:cNvContentPartPr/>
                <p14:nvPr/>
              </p14:nvContentPartPr>
              <p14:xfrm>
                <a:off x="7806591" y="712043"/>
                <a:ext cx="13680" cy="131040"/>
              </p14:xfrm>
            </p:contentPart>
          </mc:Choice>
          <mc:Fallback xmlns="">
            <p:pic>
              <p:nvPicPr>
                <p:cNvPr id="24" name="Ink 23">
                  <a:extLst>
                    <a:ext uri="{FF2B5EF4-FFF2-40B4-BE49-F238E27FC236}">
                      <a16:creationId xmlns:a16="http://schemas.microsoft.com/office/drawing/2014/main" id="{6A9379EB-74F9-40DF-8019-6C20B799AA47}"/>
                    </a:ext>
                  </a:extLst>
                </p:cNvPr>
                <p:cNvPicPr/>
                <p:nvPr/>
              </p:nvPicPr>
              <p:blipFill>
                <a:blip r:embed="rId100"/>
                <a:stretch>
                  <a:fillRect/>
                </a:stretch>
              </p:blipFill>
              <p:spPr>
                <a:xfrm>
                  <a:off x="7797951" y="703403"/>
                  <a:ext cx="313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25" name="Ink 24">
                  <a:extLst>
                    <a:ext uri="{FF2B5EF4-FFF2-40B4-BE49-F238E27FC236}">
                      <a16:creationId xmlns:a16="http://schemas.microsoft.com/office/drawing/2014/main" id="{ECC416D9-5B62-4AF5-B57D-9D7CBE379963}"/>
                    </a:ext>
                  </a:extLst>
                </p14:cNvPr>
                <p14:cNvContentPartPr/>
                <p14:nvPr/>
              </p14:nvContentPartPr>
              <p14:xfrm>
                <a:off x="7880751" y="770003"/>
                <a:ext cx="60840" cy="78120"/>
              </p14:xfrm>
            </p:contentPart>
          </mc:Choice>
          <mc:Fallback xmlns="">
            <p:pic>
              <p:nvPicPr>
                <p:cNvPr id="25" name="Ink 24">
                  <a:extLst>
                    <a:ext uri="{FF2B5EF4-FFF2-40B4-BE49-F238E27FC236}">
                      <a16:creationId xmlns:a16="http://schemas.microsoft.com/office/drawing/2014/main" id="{ECC416D9-5B62-4AF5-B57D-9D7CBE379963}"/>
                    </a:ext>
                  </a:extLst>
                </p:cNvPr>
                <p:cNvPicPr/>
                <p:nvPr/>
              </p:nvPicPr>
              <p:blipFill>
                <a:blip r:embed="rId102"/>
                <a:stretch>
                  <a:fillRect/>
                </a:stretch>
              </p:blipFill>
              <p:spPr>
                <a:xfrm>
                  <a:off x="7871751" y="761003"/>
                  <a:ext cx="784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6" name="Ink 25">
                  <a:extLst>
                    <a:ext uri="{FF2B5EF4-FFF2-40B4-BE49-F238E27FC236}">
                      <a16:creationId xmlns:a16="http://schemas.microsoft.com/office/drawing/2014/main" id="{DA92F790-DF41-44DC-9813-D2232DBB7469}"/>
                    </a:ext>
                  </a:extLst>
                </p14:cNvPr>
                <p14:cNvContentPartPr/>
                <p14:nvPr/>
              </p14:nvContentPartPr>
              <p14:xfrm>
                <a:off x="7978671" y="845243"/>
                <a:ext cx="47880" cy="87840"/>
              </p14:xfrm>
            </p:contentPart>
          </mc:Choice>
          <mc:Fallback xmlns="">
            <p:pic>
              <p:nvPicPr>
                <p:cNvPr id="26" name="Ink 25">
                  <a:extLst>
                    <a:ext uri="{FF2B5EF4-FFF2-40B4-BE49-F238E27FC236}">
                      <a16:creationId xmlns:a16="http://schemas.microsoft.com/office/drawing/2014/main" id="{DA92F790-DF41-44DC-9813-D2232DBB7469}"/>
                    </a:ext>
                  </a:extLst>
                </p:cNvPr>
                <p:cNvPicPr/>
                <p:nvPr/>
              </p:nvPicPr>
              <p:blipFill>
                <a:blip r:embed="rId104"/>
                <a:stretch>
                  <a:fillRect/>
                </a:stretch>
              </p:blipFill>
              <p:spPr>
                <a:xfrm>
                  <a:off x="7970031" y="836603"/>
                  <a:ext cx="655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7" name="Ink 26">
                  <a:extLst>
                    <a:ext uri="{FF2B5EF4-FFF2-40B4-BE49-F238E27FC236}">
                      <a16:creationId xmlns:a16="http://schemas.microsoft.com/office/drawing/2014/main" id="{45F706FC-853D-4AD9-B6A7-BDAA75CDF6BD}"/>
                    </a:ext>
                  </a:extLst>
                </p14:cNvPr>
                <p14:cNvContentPartPr/>
                <p14:nvPr/>
              </p14:nvContentPartPr>
              <p14:xfrm>
                <a:off x="8107911" y="762803"/>
                <a:ext cx="276840" cy="106200"/>
              </p14:xfrm>
            </p:contentPart>
          </mc:Choice>
          <mc:Fallback xmlns="">
            <p:pic>
              <p:nvPicPr>
                <p:cNvPr id="27" name="Ink 26">
                  <a:extLst>
                    <a:ext uri="{FF2B5EF4-FFF2-40B4-BE49-F238E27FC236}">
                      <a16:creationId xmlns:a16="http://schemas.microsoft.com/office/drawing/2014/main" id="{45F706FC-853D-4AD9-B6A7-BDAA75CDF6BD}"/>
                    </a:ext>
                  </a:extLst>
                </p:cNvPr>
                <p:cNvPicPr/>
                <p:nvPr/>
              </p:nvPicPr>
              <p:blipFill>
                <a:blip r:embed="rId106"/>
                <a:stretch>
                  <a:fillRect/>
                </a:stretch>
              </p:blipFill>
              <p:spPr>
                <a:xfrm>
                  <a:off x="8098911" y="754163"/>
                  <a:ext cx="294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8" name="Ink 27">
                  <a:extLst>
                    <a:ext uri="{FF2B5EF4-FFF2-40B4-BE49-F238E27FC236}">
                      <a16:creationId xmlns:a16="http://schemas.microsoft.com/office/drawing/2014/main" id="{F169FE14-56C1-4251-802D-0E30B68BEB60}"/>
                    </a:ext>
                  </a:extLst>
                </p14:cNvPr>
                <p14:cNvContentPartPr/>
                <p14:nvPr/>
              </p14:nvContentPartPr>
              <p14:xfrm>
                <a:off x="8405631" y="652643"/>
                <a:ext cx="70560" cy="325800"/>
              </p14:xfrm>
            </p:contentPart>
          </mc:Choice>
          <mc:Fallback xmlns="">
            <p:pic>
              <p:nvPicPr>
                <p:cNvPr id="28" name="Ink 27">
                  <a:extLst>
                    <a:ext uri="{FF2B5EF4-FFF2-40B4-BE49-F238E27FC236}">
                      <a16:creationId xmlns:a16="http://schemas.microsoft.com/office/drawing/2014/main" id="{F169FE14-56C1-4251-802D-0E30B68BEB60}"/>
                    </a:ext>
                  </a:extLst>
                </p:cNvPr>
                <p:cNvPicPr/>
                <p:nvPr/>
              </p:nvPicPr>
              <p:blipFill>
                <a:blip r:embed="rId108"/>
                <a:stretch>
                  <a:fillRect/>
                </a:stretch>
              </p:blipFill>
              <p:spPr>
                <a:xfrm>
                  <a:off x="8396631" y="643643"/>
                  <a:ext cx="882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9" name="Ink 28">
                  <a:extLst>
                    <a:ext uri="{FF2B5EF4-FFF2-40B4-BE49-F238E27FC236}">
                      <a16:creationId xmlns:a16="http://schemas.microsoft.com/office/drawing/2014/main" id="{0CB2F5F1-7E5A-44E7-8515-412539A5AF6C}"/>
                    </a:ext>
                  </a:extLst>
                </p14:cNvPr>
                <p14:cNvContentPartPr/>
                <p14:nvPr/>
              </p14:nvContentPartPr>
              <p14:xfrm>
                <a:off x="8591031" y="786563"/>
                <a:ext cx="164880" cy="137880"/>
              </p14:xfrm>
            </p:contentPart>
          </mc:Choice>
          <mc:Fallback xmlns="">
            <p:pic>
              <p:nvPicPr>
                <p:cNvPr id="29" name="Ink 28">
                  <a:extLst>
                    <a:ext uri="{FF2B5EF4-FFF2-40B4-BE49-F238E27FC236}">
                      <a16:creationId xmlns:a16="http://schemas.microsoft.com/office/drawing/2014/main" id="{0CB2F5F1-7E5A-44E7-8515-412539A5AF6C}"/>
                    </a:ext>
                  </a:extLst>
                </p:cNvPr>
                <p:cNvPicPr/>
                <p:nvPr/>
              </p:nvPicPr>
              <p:blipFill>
                <a:blip r:embed="rId110"/>
                <a:stretch>
                  <a:fillRect/>
                </a:stretch>
              </p:blipFill>
              <p:spPr>
                <a:xfrm>
                  <a:off x="8582391" y="777923"/>
                  <a:ext cx="1825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0" name="Ink 29">
                  <a:extLst>
                    <a:ext uri="{FF2B5EF4-FFF2-40B4-BE49-F238E27FC236}">
                      <a16:creationId xmlns:a16="http://schemas.microsoft.com/office/drawing/2014/main" id="{C8FA54D4-BAEA-46CD-9BEE-914667F831D5}"/>
                    </a:ext>
                  </a:extLst>
                </p14:cNvPr>
                <p14:cNvContentPartPr/>
                <p14:nvPr/>
              </p14:nvContentPartPr>
              <p14:xfrm>
                <a:off x="8769951" y="768563"/>
                <a:ext cx="101160" cy="120600"/>
              </p14:xfrm>
            </p:contentPart>
          </mc:Choice>
          <mc:Fallback xmlns="">
            <p:pic>
              <p:nvPicPr>
                <p:cNvPr id="30" name="Ink 29">
                  <a:extLst>
                    <a:ext uri="{FF2B5EF4-FFF2-40B4-BE49-F238E27FC236}">
                      <a16:creationId xmlns:a16="http://schemas.microsoft.com/office/drawing/2014/main" id="{C8FA54D4-BAEA-46CD-9BEE-914667F831D5}"/>
                    </a:ext>
                  </a:extLst>
                </p:cNvPr>
                <p:cNvPicPr/>
                <p:nvPr/>
              </p:nvPicPr>
              <p:blipFill>
                <a:blip r:embed="rId112"/>
                <a:stretch>
                  <a:fillRect/>
                </a:stretch>
              </p:blipFill>
              <p:spPr>
                <a:xfrm>
                  <a:off x="8760951" y="759923"/>
                  <a:ext cx="1188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31" name="Ink 30">
                  <a:extLst>
                    <a:ext uri="{FF2B5EF4-FFF2-40B4-BE49-F238E27FC236}">
                      <a16:creationId xmlns:a16="http://schemas.microsoft.com/office/drawing/2014/main" id="{E7F1D7F3-8E05-4EFC-B8A2-3F428661E8BE}"/>
                    </a:ext>
                  </a:extLst>
                </p14:cNvPr>
                <p14:cNvContentPartPr/>
                <p14:nvPr/>
              </p14:nvContentPartPr>
              <p14:xfrm>
                <a:off x="6476391" y="997883"/>
                <a:ext cx="134280" cy="287280"/>
              </p14:xfrm>
            </p:contentPart>
          </mc:Choice>
          <mc:Fallback xmlns="">
            <p:pic>
              <p:nvPicPr>
                <p:cNvPr id="31" name="Ink 30">
                  <a:extLst>
                    <a:ext uri="{FF2B5EF4-FFF2-40B4-BE49-F238E27FC236}">
                      <a16:creationId xmlns:a16="http://schemas.microsoft.com/office/drawing/2014/main" id="{E7F1D7F3-8E05-4EFC-B8A2-3F428661E8BE}"/>
                    </a:ext>
                  </a:extLst>
                </p:cNvPr>
                <p:cNvPicPr/>
                <p:nvPr/>
              </p:nvPicPr>
              <p:blipFill>
                <a:blip r:embed="rId114"/>
                <a:stretch>
                  <a:fillRect/>
                </a:stretch>
              </p:blipFill>
              <p:spPr>
                <a:xfrm>
                  <a:off x="6467391" y="989243"/>
                  <a:ext cx="1519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32" name="Ink 31">
                  <a:extLst>
                    <a:ext uri="{FF2B5EF4-FFF2-40B4-BE49-F238E27FC236}">
                      <a16:creationId xmlns:a16="http://schemas.microsoft.com/office/drawing/2014/main" id="{2269AB34-AE17-4ADE-A5A3-465D88D52D94}"/>
                    </a:ext>
                  </a:extLst>
                </p14:cNvPr>
                <p14:cNvContentPartPr/>
                <p14:nvPr/>
              </p14:nvContentPartPr>
              <p14:xfrm>
                <a:off x="6562791" y="1190843"/>
                <a:ext cx="180360" cy="303480"/>
              </p14:xfrm>
            </p:contentPart>
          </mc:Choice>
          <mc:Fallback xmlns="">
            <p:pic>
              <p:nvPicPr>
                <p:cNvPr id="32" name="Ink 31">
                  <a:extLst>
                    <a:ext uri="{FF2B5EF4-FFF2-40B4-BE49-F238E27FC236}">
                      <a16:creationId xmlns:a16="http://schemas.microsoft.com/office/drawing/2014/main" id="{2269AB34-AE17-4ADE-A5A3-465D88D52D94}"/>
                    </a:ext>
                  </a:extLst>
                </p:cNvPr>
                <p:cNvPicPr/>
                <p:nvPr/>
              </p:nvPicPr>
              <p:blipFill>
                <a:blip r:embed="rId116"/>
                <a:stretch>
                  <a:fillRect/>
                </a:stretch>
              </p:blipFill>
              <p:spPr>
                <a:xfrm>
                  <a:off x="6554151" y="1182203"/>
                  <a:ext cx="19800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33" name="Ink 32">
                  <a:extLst>
                    <a:ext uri="{FF2B5EF4-FFF2-40B4-BE49-F238E27FC236}">
                      <a16:creationId xmlns:a16="http://schemas.microsoft.com/office/drawing/2014/main" id="{7ED8B0A0-3A02-4B19-B744-DCDFB29DCF82}"/>
                    </a:ext>
                  </a:extLst>
                </p14:cNvPr>
                <p14:cNvContentPartPr/>
                <p14:nvPr/>
              </p14:nvContentPartPr>
              <p14:xfrm>
                <a:off x="6400431" y="1332683"/>
                <a:ext cx="535320" cy="64440"/>
              </p14:xfrm>
            </p:contentPart>
          </mc:Choice>
          <mc:Fallback xmlns="">
            <p:pic>
              <p:nvPicPr>
                <p:cNvPr id="33" name="Ink 32">
                  <a:extLst>
                    <a:ext uri="{FF2B5EF4-FFF2-40B4-BE49-F238E27FC236}">
                      <a16:creationId xmlns:a16="http://schemas.microsoft.com/office/drawing/2014/main" id="{7ED8B0A0-3A02-4B19-B744-DCDFB29DCF82}"/>
                    </a:ext>
                  </a:extLst>
                </p:cNvPr>
                <p:cNvPicPr/>
                <p:nvPr/>
              </p:nvPicPr>
              <p:blipFill>
                <a:blip r:embed="rId118"/>
                <a:stretch>
                  <a:fillRect/>
                </a:stretch>
              </p:blipFill>
              <p:spPr>
                <a:xfrm>
                  <a:off x="6391791" y="1324043"/>
                  <a:ext cx="5529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34" name="Ink 33">
                  <a:extLst>
                    <a:ext uri="{FF2B5EF4-FFF2-40B4-BE49-F238E27FC236}">
                      <a16:creationId xmlns:a16="http://schemas.microsoft.com/office/drawing/2014/main" id="{D27C793F-47A3-45D0-BFC4-BD958CD1D18A}"/>
                    </a:ext>
                  </a:extLst>
                </p14:cNvPr>
                <p14:cNvContentPartPr/>
                <p14:nvPr/>
              </p14:nvContentPartPr>
              <p14:xfrm>
                <a:off x="6368751" y="1394963"/>
                <a:ext cx="114480" cy="216000"/>
              </p14:xfrm>
            </p:contentPart>
          </mc:Choice>
          <mc:Fallback xmlns="">
            <p:pic>
              <p:nvPicPr>
                <p:cNvPr id="34" name="Ink 33">
                  <a:extLst>
                    <a:ext uri="{FF2B5EF4-FFF2-40B4-BE49-F238E27FC236}">
                      <a16:creationId xmlns:a16="http://schemas.microsoft.com/office/drawing/2014/main" id="{D27C793F-47A3-45D0-BFC4-BD958CD1D18A}"/>
                    </a:ext>
                  </a:extLst>
                </p:cNvPr>
                <p:cNvPicPr/>
                <p:nvPr/>
              </p:nvPicPr>
              <p:blipFill>
                <a:blip r:embed="rId120"/>
                <a:stretch>
                  <a:fillRect/>
                </a:stretch>
              </p:blipFill>
              <p:spPr>
                <a:xfrm>
                  <a:off x="6359751" y="1386323"/>
                  <a:ext cx="13212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35" name="Ink 34">
                  <a:extLst>
                    <a:ext uri="{FF2B5EF4-FFF2-40B4-BE49-F238E27FC236}">
                      <a16:creationId xmlns:a16="http://schemas.microsoft.com/office/drawing/2014/main" id="{F096E5C7-B629-4857-9AF3-02F0CF23E537}"/>
                    </a:ext>
                  </a:extLst>
                </p14:cNvPr>
                <p14:cNvContentPartPr/>
                <p14:nvPr/>
              </p14:nvContentPartPr>
              <p14:xfrm>
                <a:off x="6611751" y="1552643"/>
                <a:ext cx="139680" cy="72360"/>
              </p14:xfrm>
            </p:contentPart>
          </mc:Choice>
          <mc:Fallback xmlns="">
            <p:pic>
              <p:nvPicPr>
                <p:cNvPr id="35" name="Ink 34">
                  <a:extLst>
                    <a:ext uri="{FF2B5EF4-FFF2-40B4-BE49-F238E27FC236}">
                      <a16:creationId xmlns:a16="http://schemas.microsoft.com/office/drawing/2014/main" id="{F096E5C7-B629-4857-9AF3-02F0CF23E537}"/>
                    </a:ext>
                  </a:extLst>
                </p:cNvPr>
                <p:cNvPicPr/>
                <p:nvPr/>
              </p:nvPicPr>
              <p:blipFill>
                <a:blip r:embed="rId122"/>
                <a:stretch>
                  <a:fillRect/>
                </a:stretch>
              </p:blipFill>
              <p:spPr>
                <a:xfrm>
                  <a:off x="6603111" y="1544003"/>
                  <a:ext cx="15732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36" name="Ink 35">
                  <a:extLst>
                    <a:ext uri="{FF2B5EF4-FFF2-40B4-BE49-F238E27FC236}">
                      <a16:creationId xmlns:a16="http://schemas.microsoft.com/office/drawing/2014/main" id="{4002181B-6A49-468D-A62A-F3BACE2FDF1A}"/>
                    </a:ext>
                  </a:extLst>
                </p14:cNvPr>
                <p14:cNvContentPartPr/>
                <p14:nvPr/>
              </p14:nvContentPartPr>
              <p14:xfrm>
                <a:off x="6806151" y="1581443"/>
                <a:ext cx="5400" cy="105840"/>
              </p14:xfrm>
            </p:contentPart>
          </mc:Choice>
          <mc:Fallback xmlns="">
            <p:pic>
              <p:nvPicPr>
                <p:cNvPr id="36" name="Ink 35">
                  <a:extLst>
                    <a:ext uri="{FF2B5EF4-FFF2-40B4-BE49-F238E27FC236}">
                      <a16:creationId xmlns:a16="http://schemas.microsoft.com/office/drawing/2014/main" id="{4002181B-6A49-468D-A62A-F3BACE2FDF1A}"/>
                    </a:ext>
                  </a:extLst>
                </p:cNvPr>
                <p:cNvPicPr/>
                <p:nvPr/>
              </p:nvPicPr>
              <p:blipFill>
                <a:blip r:embed="rId124"/>
                <a:stretch>
                  <a:fillRect/>
                </a:stretch>
              </p:blipFill>
              <p:spPr>
                <a:xfrm>
                  <a:off x="6797151" y="1572803"/>
                  <a:ext cx="230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37" name="Ink 36">
                  <a:extLst>
                    <a:ext uri="{FF2B5EF4-FFF2-40B4-BE49-F238E27FC236}">
                      <a16:creationId xmlns:a16="http://schemas.microsoft.com/office/drawing/2014/main" id="{2C60B5A8-2D3E-4A97-A820-E867BB297B84}"/>
                    </a:ext>
                  </a:extLst>
                </p14:cNvPr>
                <p14:cNvContentPartPr/>
                <p14:nvPr/>
              </p14:nvContentPartPr>
              <p14:xfrm>
                <a:off x="7061031" y="1308203"/>
                <a:ext cx="148680" cy="77040"/>
              </p14:xfrm>
            </p:contentPart>
          </mc:Choice>
          <mc:Fallback xmlns="">
            <p:pic>
              <p:nvPicPr>
                <p:cNvPr id="37" name="Ink 36">
                  <a:extLst>
                    <a:ext uri="{FF2B5EF4-FFF2-40B4-BE49-F238E27FC236}">
                      <a16:creationId xmlns:a16="http://schemas.microsoft.com/office/drawing/2014/main" id="{2C60B5A8-2D3E-4A97-A820-E867BB297B84}"/>
                    </a:ext>
                  </a:extLst>
                </p:cNvPr>
                <p:cNvPicPr/>
                <p:nvPr/>
              </p:nvPicPr>
              <p:blipFill>
                <a:blip r:embed="rId126"/>
                <a:stretch>
                  <a:fillRect/>
                </a:stretch>
              </p:blipFill>
              <p:spPr>
                <a:xfrm>
                  <a:off x="7052031" y="1299203"/>
                  <a:ext cx="1663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38" name="Ink 37">
                  <a:extLst>
                    <a:ext uri="{FF2B5EF4-FFF2-40B4-BE49-F238E27FC236}">
                      <a16:creationId xmlns:a16="http://schemas.microsoft.com/office/drawing/2014/main" id="{E9D02BBE-4D7A-4421-8EF1-DC86C0BF7832}"/>
                    </a:ext>
                  </a:extLst>
                </p14:cNvPr>
                <p14:cNvContentPartPr/>
                <p14:nvPr/>
              </p14:nvContentPartPr>
              <p14:xfrm>
                <a:off x="7455231" y="1242683"/>
                <a:ext cx="12240" cy="173160"/>
              </p14:xfrm>
            </p:contentPart>
          </mc:Choice>
          <mc:Fallback xmlns="">
            <p:pic>
              <p:nvPicPr>
                <p:cNvPr id="38" name="Ink 37">
                  <a:extLst>
                    <a:ext uri="{FF2B5EF4-FFF2-40B4-BE49-F238E27FC236}">
                      <a16:creationId xmlns:a16="http://schemas.microsoft.com/office/drawing/2014/main" id="{E9D02BBE-4D7A-4421-8EF1-DC86C0BF7832}"/>
                    </a:ext>
                  </a:extLst>
                </p:cNvPr>
                <p:cNvPicPr/>
                <p:nvPr/>
              </p:nvPicPr>
              <p:blipFill>
                <a:blip r:embed="rId128"/>
                <a:stretch>
                  <a:fillRect/>
                </a:stretch>
              </p:blipFill>
              <p:spPr>
                <a:xfrm>
                  <a:off x="7446591" y="1234043"/>
                  <a:ext cx="298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39" name="Ink 38">
                  <a:extLst>
                    <a:ext uri="{FF2B5EF4-FFF2-40B4-BE49-F238E27FC236}">
                      <a16:creationId xmlns:a16="http://schemas.microsoft.com/office/drawing/2014/main" id="{8D87C541-73E3-4B28-9C8B-636B685F0337}"/>
                    </a:ext>
                  </a:extLst>
                </p14:cNvPr>
                <p14:cNvContentPartPr/>
                <p14:nvPr/>
              </p14:nvContentPartPr>
              <p14:xfrm>
                <a:off x="7549191" y="1299203"/>
                <a:ext cx="73080" cy="98280"/>
              </p14:xfrm>
            </p:contentPart>
          </mc:Choice>
          <mc:Fallback xmlns="">
            <p:pic>
              <p:nvPicPr>
                <p:cNvPr id="39" name="Ink 38">
                  <a:extLst>
                    <a:ext uri="{FF2B5EF4-FFF2-40B4-BE49-F238E27FC236}">
                      <a16:creationId xmlns:a16="http://schemas.microsoft.com/office/drawing/2014/main" id="{8D87C541-73E3-4B28-9C8B-636B685F0337}"/>
                    </a:ext>
                  </a:extLst>
                </p:cNvPr>
                <p:cNvPicPr/>
                <p:nvPr/>
              </p:nvPicPr>
              <p:blipFill>
                <a:blip r:embed="rId130"/>
                <a:stretch>
                  <a:fillRect/>
                </a:stretch>
              </p:blipFill>
              <p:spPr>
                <a:xfrm>
                  <a:off x="7540551" y="1290203"/>
                  <a:ext cx="907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40" name="Ink 39">
                  <a:extLst>
                    <a:ext uri="{FF2B5EF4-FFF2-40B4-BE49-F238E27FC236}">
                      <a16:creationId xmlns:a16="http://schemas.microsoft.com/office/drawing/2014/main" id="{E7453779-908B-4C01-A3D2-2CE5157EA30A}"/>
                    </a:ext>
                  </a:extLst>
                </p14:cNvPr>
                <p14:cNvContentPartPr/>
                <p14:nvPr/>
              </p14:nvContentPartPr>
              <p14:xfrm>
                <a:off x="7653951" y="1381283"/>
                <a:ext cx="32400" cy="75600"/>
              </p14:xfrm>
            </p:contentPart>
          </mc:Choice>
          <mc:Fallback xmlns="">
            <p:pic>
              <p:nvPicPr>
                <p:cNvPr id="40" name="Ink 39">
                  <a:extLst>
                    <a:ext uri="{FF2B5EF4-FFF2-40B4-BE49-F238E27FC236}">
                      <a16:creationId xmlns:a16="http://schemas.microsoft.com/office/drawing/2014/main" id="{E7453779-908B-4C01-A3D2-2CE5157EA30A}"/>
                    </a:ext>
                  </a:extLst>
                </p:cNvPr>
                <p:cNvPicPr/>
                <p:nvPr/>
              </p:nvPicPr>
              <p:blipFill>
                <a:blip r:embed="rId132"/>
                <a:stretch>
                  <a:fillRect/>
                </a:stretch>
              </p:blipFill>
              <p:spPr>
                <a:xfrm>
                  <a:off x="7645311" y="1372643"/>
                  <a:ext cx="500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41" name="Ink 40">
                  <a:extLst>
                    <a:ext uri="{FF2B5EF4-FFF2-40B4-BE49-F238E27FC236}">
                      <a16:creationId xmlns:a16="http://schemas.microsoft.com/office/drawing/2014/main" id="{739C5956-51A6-4ACF-990F-A8A0EF3C257F}"/>
                    </a:ext>
                  </a:extLst>
                </p14:cNvPr>
                <p14:cNvContentPartPr/>
                <p14:nvPr/>
              </p14:nvContentPartPr>
              <p14:xfrm>
                <a:off x="7780311" y="1305323"/>
                <a:ext cx="289080" cy="105840"/>
              </p14:xfrm>
            </p:contentPart>
          </mc:Choice>
          <mc:Fallback xmlns="">
            <p:pic>
              <p:nvPicPr>
                <p:cNvPr id="41" name="Ink 40">
                  <a:extLst>
                    <a:ext uri="{FF2B5EF4-FFF2-40B4-BE49-F238E27FC236}">
                      <a16:creationId xmlns:a16="http://schemas.microsoft.com/office/drawing/2014/main" id="{739C5956-51A6-4ACF-990F-A8A0EF3C257F}"/>
                    </a:ext>
                  </a:extLst>
                </p:cNvPr>
                <p:cNvPicPr/>
                <p:nvPr/>
              </p:nvPicPr>
              <p:blipFill>
                <a:blip r:embed="rId134"/>
                <a:stretch>
                  <a:fillRect/>
                </a:stretch>
              </p:blipFill>
              <p:spPr>
                <a:xfrm>
                  <a:off x="7771671" y="1296323"/>
                  <a:ext cx="306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8" name="Ink 87">
                  <a:extLst>
                    <a:ext uri="{FF2B5EF4-FFF2-40B4-BE49-F238E27FC236}">
                      <a16:creationId xmlns:a16="http://schemas.microsoft.com/office/drawing/2014/main" id="{67FA2973-766D-4877-AF9C-4592BDFD1450}"/>
                    </a:ext>
                  </a:extLst>
                </p14:cNvPr>
                <p14:cNvContentPartPr/>
                <p14:nvPr/>
              </p14:nvContentPartPr>
              <p14:xfrm>
                <a:off x="7521471" y="511883"/>
                <a:ext cx="256680" cy="19440"/>
              </p14:xfrm>
            </p:contentPart>
          </mc:Choice>
          <mc:Fallback xmlns="">
            <p:pic>
              <p:nvPicPr>
                <p:cNvPr id="88" name="Ink 87">
                  <a:extLst>
                    <a:ext uri="{FF2B5EF4-FFF2-40B4-BE49-F238E27FC236}">
                      <a16:creationId xmlns:a16="http://schemas.microsoft.com/office/drawing/2014/main" id="{67FA2973-766D-4877-AF9C-4592BDFD1450}"/>
                    </a:ext>
                  </a:extLst>
                </p:cNvPr>
                <p:cNvPicPr/>
                <p:nvPr/>
              </p:nvPicPr>
              <p:blipFill>
                <a:blip r:embed="rId136"/>
                <a:stretch>
                  <a:fillRect/>
                </a:stretch>
              </p:blipFill>
              <p:spPr>
                <a:xfrm>
                  <a:off x="7512831" y="502883"/>
                  <a:ext cx="274320" cy="37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7">
            <p14:nvContentPartPr>
              <p14:cNvPr id="89" name="Ink 88">
                <a:extLst>
                  <a:ext uri="{FF2B5EF4-FFF2-40B4-BE49-F238E27FC236}">
                    <a16:creationId xmlns:a16="http://schemas.microsoft.com/office/drawing/2014/main" id="{E19233C1-1FD2-4864-9748-AFCDAA44D036}"/>
                  </a:ext>
                </a:extLst>
              </p14:cNvPr>
              <p14:cNvContentPartPr/>
              <p14:nvPr/>
            </p14:nvContentPartPr>
            <p14:xfrm>
              <a:off x="10750671" y="843443"/>
              <a:ext cx="184320" cy="10080"/>
            </p14:xfrm>
          </p:contentPart>
        </mc:Choice>
        <mc:Fallback xmlns="">
          <p:pic>
            <p:nvPicPr>
              <p:cNvPr id="89" name="Ink 88">
                <a:extLst>
                  <a:ext uri="{FF2B5EF4-FFF2-40B4-BE49-F238E27FC236}">
                    <a16:creationId xmlns:a16="http://schemas.microsoft.com/office/drawing/2014/main" id="{E19233C1-1FD2-4864-9748-AFCDAA44D036}"/>
                  </a:ext>
                </a:extLst>
              </p:cNvPr>
              <p:cNvPicPr/>
              <p:nvPr/>
            </p:nvPicPr>
            <p:blipFill>
              <a:blip r:embed="rId138"/>
              <a:stretch>
                <a:fillRect/>
              </a:stretch>
            </p:blipFill>
            <p:spPr>
              <a:xfrm>
                <a:off x="10742031" y="834443"/>
                <a:ext cx="201960" cy="27720"/>
              </a:xfrm>
              <a:prstGeom prst="rect">
                <a:avLst/>
              </a:prstGeom>
            </p:spPr>
          </p:pic>
        </mc:Fallback>
      </mc:AlternateContent>
      <p:grpSp>
        <p:nvGrpSpPr>
          <p:cNvPr id="103" name="Group 102">
            <a:extLst>
              <a:ext uri="{FF2B5EF4-FFF2-40B4-BE49-F238E27FC236}">
                <a16:creationId xmlns:a16="http://schemas.microsoft.com/office/drawing/2014/main" id="{7F9E5A1A-46D9-4C66-8CCB-8AF764CA9774}"/>
              </a:ext>
            </a:extLst>
          </p:cNvPr>
          <p:cNvGrpSpPr/>
          <p:nvPr/>
        </p:nvGrpSpPr>
        <p:grpSpPr>
          <a:xfrm>
            <a:off x="3328911" y="124163"/>
            <a:ext cx="1376640" cy="241560"/>
            <a:chOff x="3328911" y="124163"/>
            <a:chExt cx="1376640" cy="241560"/>
          </a:xfrm>
        </p:grpSpPr>
        <mc:AlternateContent xmlns:mc="http://schemas.openxmlformats.org/markup-compatibility/2006" xmlns:p14="http://schemas.microsoft.com/office/powerpoint/2010/main">
          <mc:Choice Requires="p14">
            <p:contentPart p14:bwMode="auto" r:id="rId139">
              <p14:nvContentPartPr>
                <p14:cNvPr id="91" name="Ink 90">
                  <a:extLst>
                    <a:ext uri="{FF2B5EF4-FFF2-40B4-BE49-F238E27FC236}">
                      <a16:creationId xmlns:a16="http://schemas.microsoft.com/office/drawing/2014/main" id="{9FA23F87-3762-44CA-87B0-581A46EA2F77}"/>
                    </a:ext>
                  </a:extLst>
                </p14:cNvPr>
                <p14:cNvContentPartPr/>
                <p14:nvPr/>
              </p14:nvContentPartPr>
              <p14:xfrm>
                <a:off x="3328911" y="124163"/>
                <a:ext cx="164880" cy="152280"/>
              </p14:xfrm>
            </p:contentPart>
          </mc:Choice>
          <mc:Fallback xmlns="">
            <p:pic>
              <p:nvPicPr>
                <p:cNvPr id="91" name="Ink 90">
                  <a:extLst>
                    <a:ext uri="{FF2B5EF4-FFF2-40B4-BE49-F238E27FC236}">
                      <a16:creationId xmlns:a16="http://schemas.microsoft.com/office/drawing/2014/main" id="{9FA23F87-3762-44CA-87B0-581A46EA2F77}"/>
                    </a:ext>
                  </a:extLst>
                </p:cNvPr>
                <p:cNvPicPr/>
                <p:nvPr/>
              </p:nvPicPr>
              <p:blipFill>
                <a:blip r:embed="rId140"/>
                <a:stretch>
                  <a:fillRect/>
                </a:stretch>
              </p:blipFill>
              <p:spPr>
                <a:xfrm>
                  <a:off x="3319911" y="115523"/>
                  <a:ext cx="1825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2" name="Ink 91">
                  <a:extLst>
                    <a:ext uri="{FF2B5EF4-FFF2-40B4-BE49-F238E27FC236}">
                      <a16:creationId xmlns:a16="http://schemas.microsoft.com/office/drawing/2014/main" id="{C28BA76C-C89C-4670-B7FE-7E157863554E}"/>
                    </a:ext>
                  </a:extLst>
                </p14:cNvPr>
                <p14:cNvContentPartPr/>
                <p14:nvPr/>
              </p14:nvContentPartPr>
              <p14:xfrm>
                <a:off x="3583431" y="221003"/>
                <a:ext cx="14400" cy="88920"/>
              </p14:xfrm>
            </p:contentPart>
          </mc:Choice>
          <mc:Fallback xmlns="">
            <p:pic>
              <p:nvPicPr>
                <p:cNvPr id="92" name="Ink 91">
                  <a:extLst>
                    <a:ext uri="{FF2B5EF4-FFF2-40B4-BE49-F238E27FC236}">
                      <a16:creationId xmlns:a16="http://schemas.microsoft.com/office/drawing/2014/main" id="{C28BA76C-C89C-4670-B7FE-7E157863554E}"/>
                    </a:ext>
                  </a:extLst>
                </p:cNvPr>
                <p:cNvPicPr/>
                <p:nvPr/>
              </p:nvPicPr>
              <p:blipFill>
                <a:blip r:embed="rId142"/>
                <a:stretch>
                  <a:fillRect/>
                </a:stretch>
              </p:blipFill>
              <p:spPr>
                <a:xfrm>
                  <a:off x="3574431" y="212363"/>
                  <a:ext cx="320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3" name="Ink 92">
                  <a:extLst>
                    <a:ext uri="{FF2B5EF4-FFF2-40B4-BE49-F238E27FC236}">
                      <a16:creationId xmlns:a16="http://schemas.microsoft.com/office/drawing/2014/main" id="{0B649EA1-AD93-40C6-BBC5-30D82CC3BCF3}"/>
                    </a:ext>
                  </a:extLst>
                </p14:cNvPr>
                <p14:cNvContentPartPr/>
                <p14:nvPr/>
              </p14:nvContentPartPr>
              <p14:xfrm>
                <a:off x="3691791" y="209123"/>
                <a:ext cx="92160" cy="63000"/>
              </p14:xfrm>
            </p:contentPart>
          </mc:Choice>
          <mc:Fallback xmlns="">
            <p:pic>
              <p:nvPicPr>
                <p:cNvPr id="93" name="Ink 92">
                  <a:extLst>
                    <a:ext uri="{FF2B5EF4-FFF2-40B4-BE49-F238E27FC236}">
                      <a16:creationId xmlns:a16="http://schemas.microsoft.com/office/drawing/2014/main" id="{0B649EA1-AD93-40C6-BBC5-30D82CC3BCF3}"/>
                    </a:ext>
                  </a:extLst>
                </p:cNvPr>
                <p:cNvPicPr/>
                <p:nvPr/>
              </p:nvPicPr>
              <p:blipFill>
                <a:blip r:embed="rId144"/>
                <a:stretch>
                  <a:fillRect/>
                </a:stretch>
              </p:blipFill>
              <p:spPr>
                <a:xfrm>
                  <a:off x="3682791" y="200123"/>
                  <a:ext cx="1098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5" name="Ink 94">
                  <a:extLst>
                    <a:ext uri="{FF2B5EF4-FFF2-40B4-BE49-F238E27FC236}">
                      <a16:creationId xmlns:a16="http://schemas.microsoft.com/office/drawing/2014/main" id="{E959EFE9-FC2F-4793-B2BD-498568C0F621}"/>
                    </a:ext>
                  </a:extLst>
                </p14:cNvPr>
                <p14:cNvContentPartPr/>
                <p14:nvPr/>
              </p14:nvContentPartPr>
              <p14:xfrm>
                <a:off x="3922911" y="139283"/>
                <a:ext cx="21960" cy="156960"/>
              </p14:xfrm>
            </p:contentPart>
          </mc:Choice>
          <mc:Fallback xmlns="">
            <p:pic>
              <p:nvPicPr>
                <p:cNvPr id="95" name="Ink 94">
                  <a:extLst>
                    <a:ext uri="{FF2B5EF4-FFF2-40B4-BE49-F238E27FC236}">
                      <a16:creationId xmlns:a16="http://schemas.microsoft.com/office/drawing/2014/main" id="{E959EFE9-FC2F-4793-B2BD-498568C0F621}"/>
                    </a:ext>
                  </a:extLst>
                </p:cNvPr>
                <p:cNvPicPr/>
                <p:nvPr/>
              </p:nvPicPr>
              <p:blipFill>
                <a:blip r:embed="rId146"/>
                <a:stretch>
                  <a:fillRect/>
                </a:stretch>
              </p:blipFill>
              <p:spPr>
                <a:xfrm>
                  <a:off x="3913911" y="130643"/>
                  <a:ext cx="39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6" name="Ink 95">
                  <a:extLst>
                    <a:ext uri="{FF2B5EF4-FFF2-40B4-BE49-F238E27FC236}">
                      <a16:creationId xmlns:a16="http://schemas.microsoft.com/office/drawing/2014/main" id="{4D033B7F-3D6A-4A9F-9454-FDF3A8A43D35}"/>
                    </a:ext>
                  </a:extLst>
                </p14:cNvPr>
                <p14:cNvContentPartPr/>
                <p14:nvPr/>
              </p14:nvContentPartPr>
              <p14:xfrm>
                <a:off x="3983751" y="271763"/>
                <a:ext cx="55080" cy="79560"/>
              </p14:xfrm>
            </p:contentPart>
          </mc:Choice>
          <mc:Fallback xmlns="">
            <p:pic>
              <p:nvPicPr>
                <p:cNvPr id="96" name="Ink 95">
                  <a:extLst>
                    <a:ext uri="{FF2B5EF4-FFF2-40B4-BE49-F238E27FC236}">
                      <a16:creationId xmlns:a16="http://schemas.microsoft.com/office/drawing/2014/main" id="{4D033B7F-3D6A-4A9F-9454-FDF3A8A43D35}"/>
                    </a:ext>
                  </a:extLst>
                </p:cNvPr>
                <p:cNvPicPr/>
                <p:nvPr/>
              </p:nvPicPr>
              <p:blipFill>
                <a:blip r:embed="rId148"/>
                <a:stretch>
                  <a:fillRect/>
                </a:stretch>
              </p:blipFill>
              <p:spPr>
                <a:xfrm>
                  <a:off x="3974751" y="263123"/>
                  <a:ext cx="72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7" name="Ink 96">
                  <a:extLst>
                    <a:ext uri="{FF2B5EF4-FFF2-40B4-BE49-F238E27FC236}">
                      <a16:creationId xmlns:a16="http://schemas.microsoft.com/office/drawing/2014/main" id="{A45A32E0-CFD9-4D4D-82B6-71A6570C1BEF}"/>
                    </a:ext>
                  </a:extLst>
                </p14:cNvPr>
                <p14:cNvContentPartPr/>
                <p14:nvPr/>
              </p14:nvContentPartPr>
              <p14:xfrm>
                <a:off x="4167711" y="190043"/>
                <a:ext cx="151920" cy="84600"/>
              </p14:xfrm>
            </p:contentPart>
          </mc:Choice>
          <mc:Fallback xmlns="">
            <p:pic>
              <p:nvPicPr>
                <p:cNvPr id="97" name="Ink 96">
                  <a:extLst>
                    <a:ext uri="{FF2B5EF4-FFF2-40B4-BE49-F238E27FC236}">
                      <a16:creationId xmlns:a16="http://schemas.microsoft.com/office/drawing/2014/main" id="{A45A32E0-CFD9-4D4D-82B6-71A6570C1BEF}"/>
                    </a:ext>
                  </a:extLst>
                </p:cNvPr>
                <p:cNvPicPr/>
                <p:nvPr/>
              </p:nvPicPr>
              <p:blipFill>
                <a:blip r:embed="rId150"/>
                <a:stretch>
                  <a:fillRect/>
                </a:stretch>
              </p:blipFill>
              <p:spPr>
                <a:xfrm>
                  <a:off x="4158711" y="181403"/>
                  <a:ext cx="1695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8" name="Ink 97">
                  <a:extLst>
                    <a:ext uri="{FF2B5EF4-FFF2-40B4-BE49-F238E27FC236}">
                      <a16:creationId xmlns:a16="http://schemas.microsoft.com/office/drawing/2014/main" id="{F3300671-7070-4DC4-BC50-26987BAF8836}"/>
                    </a:ext>
                  </a:extLst>
                </p14:cNvPr>
                <p14:cNvContentPartPr/>
                <p14:nvPr/>
              </p14:nvContentPartPr>
              <p14:xfrm>
                <a:off x="4377231" y="255203"/>
                <a:ext cx="10080" cy="81720"/>
              </p14:xfrm>
            </p:contentPart>
          </mc:Choice>
          <mc:Fallback xmlns="">
            <p:pic>
              <p:nvPicPr>
                <p:cNvPr id="98" name="Ink 97">
                  <a:extLst>
                    <a:ext uri="{FF2B5EF4-FFF2-40B4-BE49-F238E27FC236}">
                      <a16:creationId xmlns:a16="http://schemas.microsoft.com/office/drawing/2014/main" id="{F3300671-7070-4DC4-BC50-26987BAF8836}"/>
                    </a:ext>
                  </a:extLst>
                </p:cNvPr>
                <p:cNvPicPr/>
                <p:nvPr/>
              </p:nvPicPr>
              <p:blipFill>
                <a:blip r:embed="rId152"/>
                <a:stretch>
                  <a:fillRect/>
                </a:stretch>
              </p:blipFill>
              <p:spPr>
                <a:xfrm>
                  <a:off x="4368591" y="246203"/>
                  <a:ext cx="277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9" name="Ink 98">
                  <a:extLst>
                    <a:ext uri="{FF2B5EF4-FFF2-40B4-BE49-F238E27FC236}">
                      <a16:creationId xmlns:a16="http://schemas.microsoft.com/office/drawing/2014/main" id="{79FB91BD-896B-4DB0-9E8C-FAE4C4154543}"/>
                    </a:ext>
                  </a:extLst>
                </p14:cNvPr>
                <p14:cNvContentPartPr/>
                <p14:nvPr/>
              </p14:nvContentPartPr>
              <p14:xfrm>
                <a:off x="4476591" y="247643"/>
                <a:ext cx="125640" cy="48960"/>
              </p14:xfrm>
            </p:contentPart>
          </mc:Choice>
          <mc:Fallback xmlns="">
            <p:pic>
              <p:nvPicPr>
                <p:cNvPr id="99" name="Ink 98">
                  <a:extLst>
                    <a:ext uri="{FF2B5EF4-FFF2-40B4-BE49-F238E27FC236}">
                      <a16:creationId xmlns:a16="http://schemas.microsoft.com/office/drawing/2014/main" id="{79FB91BD-896B-4DB0-9E8C-FAE4C4154543}"/>
                    </a:ext>
                  </a:extLst>
                </p:cNvPr>
                <p:cNvPicPr/>
                <p:nvPr/>
              </p:nvPicPr>
              <p:blipFill>
                <a:blip r:embed="rId154"/>
                <a:stretch>
                  <a:fillRect/>
                </a:stretch>
              </p:blipFill>
              <p:spPr>
                <a:xfrm>
                  <a:off x="4467951" y="239003"/>
                  <a:ext cx="14328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0" name="Ink 99">
                  <a:extLst>
                    <a:ext uri="{FF2B5EF4-FFF2-40B4-BE49-F238E27FC236}">
                      <a16:creationId xmlns:a16="http://schemas.microsoft.com/office/drawing/2014/main" id="{70CC8277-2500-473D-A699-E43F965C5D1B}"/>
                    </a:ext>
                  </a:extLst>
                </p14:cNvPr>
                <p14:cNvContentPartPr/>
                <p14:nvPr/>
              </p14:nvContentPartPr>
              <p14:xfrm>
                <a:off x="4694751" y="168443"/>
                <a:ext cx="10800" cy="160200"/>
              </p14:xfrm>
            </p:contentPart>
          </mc:Choice>
          <mc:Fallback xmlns="">
            <p:pic>
              <p:nvPicPr>
                <p:cNvPr id="100" name="Ink 99">
                  <a:extLst>
                    <a:ext uri="{FF2B5EF4-FFF2-40B4-BE49-F238E27FC236}">
                      <a16:creationId xmlns:a16="http://schemas.microsoft.com/office/drawing/2014/main" id="{70CC8277-2500-473D-A699-E43F965C5D1B}"/>
                    </a:ext>
                  </a:extLst>
                </p:cNvPr>
                <p:cNvPicPr/>
                <p:nvPr/>
              </p:nvPicPr>
              <p:blipFill>
                <a:blip r:embed="rId156"/>
                <a:stretch>
                  <a:fillRect/>
                </a:stretch>
              </p:blipFill>
              <p:spPr>
                <a:xfrm>
                  <a:off x="4685751" y="159443"/>
                  <a:ext cx="2844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2" name="Ink 101">
                  <a:extLst>
                    <a:ext uri="{FF2B5EF4-FFF2-40B4-BE49-F238E27FC236}">
                      <a16:creationId xmlns:a16="http://schemas.microsoft.com/office/drawing/2014/main" id="{67303746-37FF-4381-8AFB-376F88CADDF3}"/>
                    </a:ext>
                  </a:extLst>
                </p14:cNvPr>
                <p14:cNvContentPartPr/>
                <p14:nvPr/>
              </p14:nvContentPartPr>
              <p14:xfrm>
                <a:off x="4308471" y="237923"/>
                <a:ext cx="145800" cy="127800"/>
              </p14:xfrm>
            </p:contentPart>
          </mc:Choice>
          <mc:Fallback xmlns="">
            <p:pic>
              <p:nvPicPr>
                <p:cNvPr id="102" name="Ink 101">
                  <a:extLst>
                    <a:ext uri="{FF2B5EF4-FFF2-40B4-BE49-F238E27FC236}">
                      <a16:creationId xmlns:a16="http://schemas.microsoft.com/office/drawing/2014/main" id="{67303746-37FF-4381-8AFB-376F88CADDF3}"/>
                    </a:ext>
                  </a:extLst>
                </p:cNvPr>
                <p:cNvPicPr/>
                <p:nvPr/>
              </p:nvPicPr>
              <p:blipFill>
                <a:blip r:embed="rId158"/>
                <a:stretch>
                  <a:fillRect/>
                </a:stretch>
              </p:blipFill>
              <p:spPr>
                <a:xfrm>
                  <a:off x="4299471" y="228923"/>
                  <a:ext cx="1634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9">
            <p14:nvContentPartPr>
              <p14:cNvPr id="125" name="Ink 124">
                <a:extLst>
                  <a:ext uri="{FF2B5EF4-FFF2-40B4-BE49-F238E27FC236}">
                    <a16:creationId xmlns:a16="http://schemas.microsoft.com/office/drawing/2014/main" id="{CBAC38F4-E5F2-408A-9730-E5A33DB5F6F7}"/>
                  </a:ext>
                </a:extLst>
              </p14:cNvPr>
              <p14:cNvContentPartPr/>
              <p14:nvPr/>
            </p14:nvContentPartPr>
            <p14:xfrm>
              <a:off x="10855431" y="1685843"/>
              <a:ext cx="15840" cy="24840"/>
            </p14:xfrm>
          </p:contentPart>
        </mc:Choice>
        <mc:Fallback xmlns="">
          <p:pic>
            <p:nvPicPr>
              <p:cNvPr id="125" name="Ink 124">
                <a:extLst>
                  <a:ext uri="{FF2B5EF4-FFF2-40B4-BE49-F238E27FC236}">
                    <a16:creationId xmlns:a16="http://schemas.microsoft.com/office/drawing/2014/main" id="{CBAC38F4-E5F2-408A-9730-E5A33DB5F6F7}"/>
                  </a:ext>
                </a:extLst>
              </p:cNvPr>
              <p:cNvPicPr/>
              <p:nvPr/>
            </p:nvPicPr>
            <p:blipFill>
              <a:blip r:embed="rId160"/>
              <a:stretch>
                <a:fillRect/>
              </a:stretch>
            </p:blipFill>
            <p:spPr>
              <a:xfrm>
                <a:off x="10846431" y="1676843"/>
                <a:ext cx="334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6" name="Ink 125">
                <a:extLst>
                  <a:ext uri="{FF2B5EF4-FFF2-40B4-BE49-F238E27FC236}">
                    <a16:creationId xmlns:a16="http://schemas.microsoft.com/office/drawing/2014/main" id="{68F947A3-E062-4612-BB65-E2D8F588942C}"/>
                  </a:ext>
                </a:extLst>
              </p14:cNvPr>
              <p14:cNvContentPartPr/>
              <p14:nvPr/>
            </p14:nvContentPartPr>
            <p14:xfrm>
              <a:off x="10591911" y="1832363"/>
              <a:ext cx="519840" cy="77760"/>
            </p14:xfrm>
          </p:contentPart>
        </mc:Choice>
        <mc:Fallback xmlns="">
          <p:pic>
            <p:nvPicPr>
              <p:cNvPr id="126" name="Ink 125">
                <a:extLst>
                  <a:ext uri="{FF2B5EF4-FFF2-40B4-BE49-F238E27FC236}">
                    <a16:creationId xmlns:a16="http://schemas.microsoft.com/office/drawing/2014/main" id="{68F947A3-E062-4612-BB65-E2D8F588942C}"/>
                  </a:ext>
                </a:extLst>
              </p:cNvPr>
              <p:cNvPicPr/>
              <p:nvPr/>
            </p:nvPicPr>
            <p:blipFill>
              <a:blip r:embed="rId162"/>
              <a:stretch>
                <a:fillRect/>
              </a:stretch>
            </p:blipFill>
            <p:spPr>
              <a:xfrm>
                <a:off x="10583271" y="1823363"/>
                <a:ext cx="537480" cy="95400"/>
              </a:xfrm>
              <a:prstGeom prst="rect">
                <a:avLst/>
              </a:prstGeom>
            </p:spPr>
          </p:pic>
        </mc:Fallback>
      </mc:AlternateContent>
      <p:grpSp>
        <p:nvGrpSpPr>
          <p:cNvPr id="133" name="Group 132">
            <a:extLst>
              <a:ext uri="{FF2B5EF4-FFF2-40B4-BE49-F238E27FC236}">
                <a16:creationId xmlns:a16="http://schemas.microsoft.com/office/drawing/2014/main" id="{8070AED3-EEC0-4996-96CC-AB66459D64F8}"/>
              </a:ext>
            </a:extLst>
          </p:cNvPr>
          <p:cNvGrpSpPr/>
          <p:nvPr/>
        </p:nvGrpSpPr>
        <p:grpSpPr>
          <a:xfrm>
            <a:off x="3200391" y="1097603"/>
            <a:ext cx="2934720" cy="860040"/>
            <a:chOff x="3200391" y="1097603"/>
            <a:chExt cx="2934720" cy="860040"/>
          </a:xfrm>
        </p:grpSpPr>
        <mc:AlternateContent xmlns:mc="http://schemas.openxmlformats.org/markup-compatibility/2006" xmlns:p14="http://schemas.microsoft.com/office/powerpoint/2010/main">
          <mc:Choice Requires="p14">
            <p:contentPart p14:bwMode="auto" r:id="rId163">
              <p14:nvContentPartPr>
                <p14:cNvPr id="104" name="Ink 103">
                  <a:extLst>
                    <a:ext uri="{FF2B5EF4-FFF2-40B4-BE49-F238E27FC236}">
                      <a16:creationId xmlns:a16="http://schemas.microsoft.com/office/drawing/2014/main" id="{D35B21EB-6A15-413B-AC62-570ED01F2B3C}"/>
                    </a:ext>
                  </a:extLst>
                </p14:cNvPr>
                <p14:cNvContentPartPr/>
                <p14:nvPr/>
              </p14:nvContentPartPr>
              <p14:xfrm>
                <a:off x="3541311" y="1171403"/>
                <a:ext cx="183600" cy="116280"/>
              </p14:xfrm>
            </p:contentPart>
          </mc:Choice>
          <mc:Fallback xmlns="">
            <p:pic>
              <p:nvPicPr>
                <p:cNvPr id="104" name="Ink 103">
                  <a:extLst>
                    <a:ext uri="{FF2B5EF4-FFF2-40B4-BE49-F238E27FC236}">
                      <a16:creationId xmlns:a16="http://schemas.microsoft.com/office/drawing/2014/main" id="{D35B21EB-6A15-413B-AC62-570ED01F2B3C}"/>
                    </a:ext>
                  </a:extLst>
                </p:cNvPr>
                <p:cNvPicPr/>
                <p:nvPr/>
              </p:nvPicPr>
              <p:blipFill>
                <a:blip r:embed="rId164"/>
                <a:stretch>
                  <a:fillRect/>
                </a:stretch>
              </p:blipFill>
              <p:spPr>
                <a:xfrm>
                  <a:off x="3532671" y="1162403"/>
                  <a:ext cx="201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5" name="Ink 104">
                  <a:extLst>
                    <a:ext uri="{FF2B5EF4-FFF2-40B4-BE49-F238E27FC236}">
                      <a16:creationId xmlns:a16="http://schemas.microsoft.com/office/drawing/2014/main" id="{B27D6B03-48D7-4DF8-AFDD-71F790F1B8A0}"/>
                    </a:ext>
                  </a:extLst>
                </p14:cNvPr>
                <p14:cNvContentPartPr/>
                <p14:nvPr/>
              </p14:nvContentPartPr>
              <p14:xfrm>
                <a:off x="3815271" y="1263563"/>
                <a:ext cx="184320" cy="106560"/>
              </p14:xfrm>
            </p:contentPart>
          </mc:Choice>
          <mc:Fallback xmlns="">
            <p:pic>
              <p:nvPicPr>
                <p:cNvPr id="105" name="Ink 104">
                  <a:extLst>
                    <a:ext uri="{FF2B5EF4-FFF2-40B4-BE49-F238E27FC236}">
                      <a16:creationId xmlns:a16="http://schemas.microsoft.com/office/drawing/2014/main" id="{B27D6B03-48D7-4DF8-AFDD-71F790F1B8A0}"/>
                    </a:ext>
                  </a:extLst>
                </p:cNvPr>
                <p:cNvPicPr/>
                <p:nvPr/>
              </p:nvPicPr>
              <p:blipFill>
                <a:blip r:embed="rId166"/>
                <a:stretch>
                  <a:fillRect/>
                </a:stretch>
              </p:blipFill>
              <p:spPr>
                <a:xfrm>
                  <a:off x="3806631" y="1254563"/>
                  <a:ext cx="201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6" name="Ink 105">
                  <a:extLst>
                    <a:ext uri="{FF2B5EF4-FFF2-40B4-BE49-F238E27FC236}">
                      <a16:creationId xmlns:a16="http://schemas.microsoft.com/office/drawing/2014/main" id="{0BBB1B52-D522-4B9E-B8A0-8CFB7181E076}"/>
                    </a:ext>
                  </a:extLst>
                </p14:cNvPr>
                <p14:cNvContentPartPr/>
                <p14:nvPr/>
              </p14:nvContentPartPr>
              <p14:xfrm>
                <a:off x="3945231" y="1310723"/>
                <a:ext cx="95400" cy="15120"/>
              </p14:xfrm>
            </p:contentPart>
          </mc:Choice>
          <mc:Fallback xmlns="">
            <p:pic>
              <p:nvPicPr>
                <p:cNvPr id="106" name="Ink 105">
                  <a:extLst>
                    <a:ext uri="{FF2B5EF4-FFF2-40B4-BE49-F238E27FC236}">
                      <a16:creationId xmlns:a16="http://schemas.microsoft.com/office/drawing/2014/main" id="{0BBB1B52-D522-4B9E-B8A0-8CFB7181E076}"/>
                    </a:ext>
                  </a:extLst>
                </p:cNvPr>
                <p:cNvPicPr/>
                <p:nvPr/>
              </p:nvPicPr>
              <p:blipFill>
                <a:blip r:embed="rId168"/>
                <a:stretch>
                  <a:fillRect/>
                </a:stretch>
              </p:blipFill>
              <p:spPr>
                <a:xfrm>
                  <a:off x="3936231" y="1302083"/>
                  <a:ext cx="1130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7" name="Ink 106">
                  <a:extLst>
                    <a:ext uri="{FF2B5EF4-FFF2-40B4-BE49-F238E27FC236}">
                      <a16:creationId xmlns:a16="http://schemas.microsoft.com/office/drawing/2014/main" id="{021C7DD4-8541-463B-AD48-1EF8D0F57E7F}"/>
                    </a:ext>
                  </a:extLst>
                </p14:cNvPr>
                <p14:cNvContentPartPr/>
                <p14:nvPr/>
              </p14:nvContentPartPr>
              <p14:xfrm>
                <a:off x="4141071" y="1218203"/>
                <a:ext cx="148680" cy="92880"/>
              </p14:xfrm>
            </p:contentPart>
          </mc:Choice>
          <mc:Fallback xmlns="">
            <p:pic>
              <p:nvPicPr>
                <p:cNvPr id="107" name="Ink 106">
                  <a:extLst>
                    <a:ext uri="{FF2B5EF4-FFF2-40B4-BE49-F238E27FC236}">
                      <a16:creationId xmlns:a16="http://schemas.microsoft.com/office/drawing/2014/main" id="{021C7DD4-8541-463B-AD48-1EF8D0F57E7F}"/>
                    </a:ext>
                  </a:extLst>
                </p:cNvPr>
                <p:cNvPicPr/>
                <p:nvPr/>
              </p:nvPicPr>
              <p:blipFill>
                <a:blip r:embed="rId170"/>
                <a:stretch>
                  <a:fillRect/>
                </a:stretch>
              </p:blipFill>
              <p:spPr>
                <a:xfrm>
                  <a:off x="4132071" y="1209203"/>
                  <a:ext cx="166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08" name="Ink 107">
                  <a:extLst>
                    <a:ext uri="{FF2B5EF4-FFF2-40B4-BE49-F238E27FC236}">
                      <a16:creationId xmlns:a16="http://schemas.microsoft.com/office/drawing/2014/main" id="{536A42F8-6403-4685-AA12-A916ED8115F6}"/>
                    </a:ext>
                  </a:extLst>
                </p14:cNvPr>
                <p14:cNvContentPartPr/>
                <p14:nvPr/>
              </p14:nvContentPartPr>
              <p14:xfrm>
                <a:off x="4377951" y="1281563"/>
                <a:ext cx="4680" cy="112320"/>
              </p14:xfrm>
            </p:contentPart>
          </mc:Choice>
          <mc:Fallback xmlns="">
            <p:pic>
              <p:nvPicPr>
                <p:cNvPr id="108" name="Ink 107">
                  <a:extLst>
                    <a:ext uri="{FF2B5EF4-FFF2-40B4-BE49-F238E27FC236}">
                      <a16:creationId xmlns:a16="http://schemas.microsoft.com/office/drawing/2014/main" id="{536A42F8-6403-4685-AA12-A916ED8115F6}"/>
                    </a:ext>
                  </a:extLst>
                </p:cNvPr>
                <p:cNvPicPr/>
                <p:nvPr/>
              </p:nvPicPr>
              <p:blipFill>
                <a:blip r:embed="rId172"/>
                <a:stretch>
                  <a:fillRect/>
                </a:stretch>
              </p:blipFill>
              <p:spPr>
                <a:xfrm>
                  <a:off x="4369311" y="1272563"/>
                  <a:ext cx="223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9" name="Ink 108">
                  <a:extLst>
                    <a:ext uri="{FF2B5EF4-FFF2-40B4-BE49-F238E27FC236}">
                      <a16:creationId xmlns:a16="http://schemas.microsoft.com/office/drawing/2014/main" id="{14FD7B81-D1C9-48E0-A520-59EBFE851B6F}"/>
                    </a:ext>
                  </a:extLst>
                </p14:cNvPr>
                <p14:cNvContentPartPr/>
                <p14:nvPr/>
              </p14:nvContentPartPr>
              <p14:xfrm>
                <a:off x="4488471" y="1288763"/>
                <a:ext cx="124200" cy="10440"/>
              </p14:xfrm>
            </p:contentPart>
          </mc:Choice>
          <mc:Fallback xmlns="">
            <p:pic>
              <p:nvPicPr>
                <p:cNvPr id="109" name="Ink 108">
                  <a:extLst>
                    <a:ext uri="{FF2B5EF4-FFF2-40B4-BE49-F238E27FC236}">
                      <a16:creationId xmlns:a16="http://schemas.microsoft.com/office/drawing/2014/main" id="{14FD7B81-D1C9-48E0-A520-59EBFE851B6F}"/>
                    </a:ext>
                  </a:extLst>
                </p:cNvPr>
                <p:cNvPicPr/>
                <p:nvPr/>
              </p:nvPicPr>
              <p:blipFill>
                <a:blip r:embed="rId174"/>
                <a:stretch>
                  <a:fillRect/>
                </a:stretch>
              </p:blipFill>
              <p:spPr>
                <a:xfrm>
                  <a:off x="4479831" y="1280123"/>
                  <a:ext cx="1418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0" name="Ink 109">
                  <a:extLst>
                    <a:ext uri="{FF2B5EF4-FFF2-40B4-BE49-F238E27FC236}">
                      <a16:creationId xmlns:a16="http://schemas.microsoft.com/office/drawing/2014/main" id="{4EF75BE5-5F9E-4394-80FE-E3AF18BB00AA}"/>
                    </a:ext>
                  </a:extLst>
                </p14:cNvPr>
                <p14:cNvContentPartPr/>
                <p14:nvPr/>
              </p14:nvContentPartPr>
              <p14:xfrm>
                <a:off x="4684311" y="1258883"/>
                <a:ext cx="235440" cy="223920"/>
              </p14:xfrm>
            </p:contentPart>
          </mc:Choice>
          <mc:Fallback xmlns="">
            <p:pic>
              <p:nvPicPr>
                <p:cNvPr id="110" name="Ink 109">
                  <a:extLst>
                    <a:ext uri="{FF2B5EF4-FFF2-40B4-BE49-F238E27FC236}">
                      <a16:creationId xmlns:a16="http://schemas.microsoft.com/office/drawing/2014/main" id="{4EF75BE5-5F9E-4394-80FE-E3AF18BB00AA}"/>
                    </a:ext>
                  </a:extLst>
                </p:cNvPr>
                <p:cNvPicPr/>
                <p:nvPr/>
              </p:nvPicPr>
              <p:blipFill>
                <a:blip r:embed="rId176"/>
                <a:stretch>
                  <a:fillRect/>
                </a:stretch>
              </p:blipFill>
              <p:spPr>
                <a:xfrm>
                  <a:off x="4675671" y="1250243"/>
                  <a:ext cx="2530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2" name="Ink 111">
                  <a:extLst>
                    <a:ext uri="{FF2B5EF4-FFF2-40B4-BE49-F238E27FC236}">
                      <a16:creationId xmlns:a16="http://schemas.microsoft.com/office/drawing/2014/main" id="{F00DACA7-6636-43FC-A4B4-060D35EE7B56}"/>
                    </a:ext>
                  </a:extLst>
                </p14:cNvPr>
                <p14:cNvContentPartPr/>
                <p14:nvPr/>
              </p14:nvContentPartPr>
              <p14:xfrm>
                <a:off x="5005431" y="1099403"/>
                <a:ext cx="118800" cy="450000"/>
              </p14:xfrm>
            </p:contentPart>
          </mc:Choice>
          <mc:Fallback xmlns="">
            <p:pic>
              <p:nvPicPr>
                <p:cNvPr id="112" name="Ink 111">
                  <a:extLst>
                    <a:ext uri="{FF2B5EF4-FFF2-40B4-BE49-F238E27FC236}">
                      <a16:creationId xmlns:a16="http://schemas.microsoft.com/office/drawing/2014/main" id="{F00DACA7-6636-43FC-A4B4-060D35EE7B56}"/>
                    </a:ext>
                  </a:extLst>
                </p:cNvPr>
                <p:cNvPicPr/>
                <p:nvPr/>
              </p:nvPicPr>
              <p:blipFill>
                <a:blip r:embed="rId178"/>
                <a:stretch>
                  <a:fillRect/>
                </a:stretch>
              </p:blipFill>
              <p:spPr>
                <a:xfrm>
                  <a:off x="4996431" y="1090403"/>
                  <a:ext cx="136440" cy="467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3" name="Ink 112">
                  <a:extLst>
                    <a:ext uri="{FF2B5EF4-FFF2-40B4-BE49-F238E27FC236}">
                      <a16:creationId xmlns:a16="http://schemas.microsoft.com/office/drawing/2014/main" id="{23C014E8-65DE-4EE4-975E-1A018171AEE0}"/>
                    </a:ext>
                  </a:extLst>
                </p14:cNvPr>
                <p14:cNvContentPartPr/>
                <p14:nvPr/>
              </p14:nvContentPartPr>
              <p14:xfrm>
                <a:off x="5119551" y="1097603"/>
                <a:ext cx="108360" cy="222480"/>
              </p14:xfrm>
            </p:contentPart>
          </mc:Choice>
          <mc:Fallback xmlns="">
            <p:pic>
              <p:nvPicPr>
                <p:cNvPr id="113" name="Ink 112">
                  <a:extLst>
                    <a:ext uri="{FF2B5EF4-FFF2-40B4-BE49-F238E27FC236}">
                      <a16:creationId xmlns:a16="http://schemas.microsoft.com/office/drawing/2014/main" id="{23C014E8-65DE-4EE4-975E-1A018171AEE0}"/>
                    </a:ext>
                  </a:extLst>
                </p:cNvPr>
                <p:cNvPicPr/>
                <p:nvPr/>
              </p:nvPicPr>
              <p:blipFill>
                <a:blip r:embed="rId180"/>
                <a:stretch>
                  <a:fillRect/>
                </a:stretch>
              </p:blipFill>
              <p:spPr>
                <a:xfrm>
                  <a:off x="5110911" y="1088963"/>
                  <a:ext cx="1260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14" name="Ink 113">
                  <a:extLst>
                    <a:ext uri="{FF2B5EF4-FFF2-40B4-BE49-F238E27FC236}">
                      <a16:creationId xmlns:a16="http://schemas.microsoft.com/office/drawing/2014/main" id="{DA6B3B7B-8892-40D7-99D3-4A8F16405E39}"/>
                    </a:ext>
                  </a:extLst>
                </p14:cNvPr>
                <p14:cNvContentPartPr/>
                <p14:nvPr/>
              </p14:nvContentPartPr>
              <p14:xfrm>
                <a:off x="5294511" y="1192643"/>
                <a:ext cx="78120" cy="219960"/>
              </p14:xfrm>
            </p:contentPart>
          </mc:Choice>
          <mc:Fallback xmlns="">
            <p:pic>
              <p:nvPicPr>
                <p:cNvPr id="114" name="Ink 113">
                  <a:extLst>
                    <a:ext uri="{FF2B5EF4-FFF2-40B4-BE49-F238E27FC236}">
                      <a16:creationId xmlns:a16="http://schemas.microsoft.com/office/drawing/2014/main" id="{DA6B3B7B-8892-40D7-99D3-4A8F16405E39}"/>
                    </a:ext>
                  </a:extLst>
                </p:cNvPr>
                <p:cNvPicPr/>
                <p:nvPr/>
              </p:nvPicPr>
              <p:blipFill>
                <a:blip r:embed="rId182"/>
                <a:stretch>
                  <a:fillRect/>
                </a:stretch>
              </p:blipFill>
              <p:spPr>
                <a:xfrm>
                  <a:off x="5285511" y="1184003"/>
                  <a:ext cx="957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15" name="Ink 114">
                  <a:extLst>
                    <a:ext uri="{FF2B5EF4-FFF2-40B4-BE49-F238E27FC236}">
                      <a16:creationId xmlns:a16="http://schemas.microsoft.com/office/drawing/2014/main" id="{9E5C2998-A18F-4C40-8814-E40FAF6C8151}"/>
                    </a:ext>
                  </a:extLst>
                </p14:cNvPr>
                <p14:cNvContentPartPr/>
                <p14:nvPr/>
              </p14:nvContentPartPr>
              <p14:xfrm>
                <a:off x="5077071" y="1336283"/>
                <a:ext cx="404640" cy="51120"/>
              </p14:xfrm>
            </p:contentPart>
          </mc:Choice>
          <mc:Fallback xmlns="">
            <p:pic>
              <p:nvPicPr>
                <p:cNvPr id="115" name="Ink 114">
                  <a:extLst>
                    <a:ext uri="{FF2B5EF4-FFF2-40B4-BE49-F238E27FC236}">
                      <a16:creationId xmlns:a16="http://schemas.microsoft.com/office/drawing/2014/main" id="{9E5C2998-A18F-4C40-8814-E40FAF6C8151}"/>
                    </a:ext>
                  </a:extLst>
                </p:cNvPr>
                <p:cNvPicPr/>
                <p:nvPr/>
              </p:nvPicPr>
              <p:blipFill>
                <a:blip r:embed="rId184"/>
                <a:stretch>
                  <a:fillRect/>
                </a:stretch>
              </p:blipFill>
              <p:spPr>
                <a:xfrm>
                  <a:off x="5068431" y="1327283"/>
                  <a:ext cx="4222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6" name="Ink 115">
                  <a:extLst>
                    <a:ext uri="{FF2B5EF4-FFF2-40B4-BE49-F238E27FC236}">
                      <a16:creationId xmlns:a16="http://schemas.microsoft.com/office/drawing/2014/main" id="{48E87665-AC36-4281-8F05-BEC1BE398CFE}"/>
                    </a:ext>
                  </a:extLst>
                </p14:cNvPr>
                <p14:cNvContentPartPr/>
                <p14:nvPr/>
              </p14:nvContentPartPr>
              <p14:xfrm>
                <a:off x="5123511" y="1396403"/>
                <a:ext cx="105480" cy="159480"/>
              </p14:xfrm>
            </p:contentPart>
          </mc:Choice>
          <mc:Fallback xmlns="">
            <p:pic>
              <p:nvPicPr>
                <p:cNvPr id="116" name="Ink 115">
                  <a:extLst>
                    <a:ext uri="{FF2B5EF4-FFF2-40B4-BE49-F238E27FC236}">
                      <a16:creationId xmlns:a16="http://schemas.microsoft.com/office/drawing/2014/main" id="{48E87665-AC36-4281-8F05-BEC1BE398CFE}"/>
                    </a:ext>
                  </a:extLst>
                </p:cNvPr>
                <p:cNvPicPr/>
                <p:nvPr/>
              </p:nvPicPr>
              <p:blipFill>
                <a:blip r:embed="rId186"/>
                <a:stretch>
                  <a:fillRect/>
                </a:stretch>
              </p:blipFill>
              <p:spPr>
                <a:xfrm>
                  <a:off x="5114871" y="1387403"/>
                  <a:ext cx="1231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17" name="Ink 116">
                  <a:extLst>
                    <a:ext uri="{FF2B5EF4-FFF2-40B4-BE49-F238E27FC236}">
                      <a16:creationId xmlns:a16="http://schemas.microsoft.com/office/drawing/2014/main" id="{AF3028DB-2888-448A-98F6-7ABDA76D0029}"/>
                    </a:ext>
                  </a:extLst>
                </p14:cNvPr>
                <p14:cNvContentPartPr/>
                <p14:nvPr/>
              </p14:nvContentPartPr>
              <p14:xfrm>
                <a:off x="5299911" y="1485683"/>
                <a:ext cx="126720" cy="57960"/>
              </p14:xfrm>
            </p:contentPart>
          </mc:Choice>
          <mc:Fallback xmlns="">
            <p:pic>
              <p:nvPicPr>
                <p:cNvPr id="117" name="Ink 116">
                  <a:extLst>
                    <a:ext uri="{FF2B5EF4-FFF2-40B4-BE49-F238E27FC236}">
                      <a16:creationId xmlns:a16="http://schemas.microsoft.com/office/drawing/2014/main" id="{AF3028DB-2888-448A-98F6-7ABDA76D0029}"/>
                    </a:ext>
                  </a:extLst>
                </p:cNvPr>
                <p:cNvPicPr/>
                <p:nvPr/>
              </p:nvPicPr>
              <p:blipFill>
                <a:blip r:embed="rId188"/>
                <a:stretch>
                  <a:fillRect/>
                </a:stretch>
              </p:blipFill>
              <p:spPr>
                <a:xfrm>
                  <a:off x="5291271" y="1477043"/>
                  <a:ext cx="1443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18" name="Ink 117">
                  <a:extLst>
                    <a:ext uri="{FF2B5EF4-FFF2-40B4-BE49-F238E27FC236}">
                      <a16:creationId xmlns:a16="http://schemas.microsoft.com/office/drawing/2014/main" id="{29CCE71D-0195-4159-A2E4-F61EA7B40047}"/>
                    </a:ext>
                  </a:extLst>
                </p14:cNvPr>
                <p14:cNvContentPartPr/>
                <p14:nvPr/>
              </p14:nvContentPartPr>
              <p14:xfrm>
                <a:off x="5475231" y="1507643"/>
                <a:ext cx="12960" cy="68400"/>
              </p14:xfrm>
            </p:contentPart>
          </mc:Choice>
          <mc:Fallback xmlns="">
            <p:pic>
              <p:nvPicPr>
                <p:cNvPr id="118" name="Ink 117">
                  <a:extLst>
                    <a:ext uri="{FF2B5EF4-FFF2-40B4-BE49-F238E27FC236}">
                      <a16:creationId xmlns:a16="http://schemas.microsoft.com/office/drawing/2014/main" id="{29CCE71D-0195-4159-A2E4-F61EA7B40047}"/>
                    </a:ext>
                  </a:extLst>
                </p:cNvPr>
                <p:cNvPicPr/>
                <p:nvPr/>
              </p:nvPicPr>
              <p:blipFill>
                <a:blip r:embed="rId190"/>
                <a:stretch>
                  <a:fillRect/>
                </a:stretch>
              </p:blipFill>
              <p:spPr>
                <a:xfrm>
                  <a:off x="5466591" y="1498643"/>
                  <a:ext cx="306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9" name="Ink 118">
                  <a:extLst>
                    <a:ext uri="{FF2B5EF4-FFF2-40B4-BE49-F238E27FC236}">
                      <a16:creationId xmlns:a16="http://schemas.microsoft.com/office/drawing/2014/main" id="{94B91A13-9536-4E44-B5A1-2CB543176A06}"/>
                    </a:ext>
                  </a:extLst>
                </p14:cNvPr>
                <p14:cNvContentPartPr/>
                <p14:nvPr/>
              </p14:nvContentPartPr>
              <p14:xfrm>
                <a:off x="5508711" y="1180043"/>
                <a:ext cx="137880" cy="429840"/>
              </p14:xfrm>
            </p:contentPart>
          </mc:Choice>
          <mc:Fallback xmlns="">
            <p:pic>
              <p:nvPicPr>
                <p:cNvPr id="119" name="Ink 118">
                  <a:extLst>
                    <a:ext uri="{FF2B5EF4-FFF2-40B4-BE49-F238E27FC236}">
                      <a16:creationId xmlns:a16="http://schemas.microsoft.com/office/drawing/2014/main" id="{94B91A13-9536-4E44-B5A1-2CB543176A06}"/>
                    </a:ext>
                  </a:extLst>
                </p:cNvPr>
                <p:cNvPicPr/>
                <p:nvPr/>
              </p:nvPicPr>
              <p:blipFill>
                <a:blip r:embed="rId192"/>
                <a:stretch>
                  <a:fillRect/>
                </a:stretch>
              </p:blipFill>
              <p:spPr>
                <a:xfrm>
                  <a:off x="5499711" y="1171403"/>
                  <a:ext cx="15552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1" name="Ink 120">
                  <a:extLst>
                    <a:ext uri="{FF2B5EF4-FFF2-40B4-BE49-F238E27FC236}">
                      <a16:creationId xmlns:a16="http://schemas.microsoft.com/office/drawing/2014/main" id="{CDDCAAB4-957F-40CD-B8F7-1B1DAE40AAF3}"/>
                    </a:ext>
                  </a:extLst>
                </p14:cNvPr>
                <p14:cNvContentPartPr/>
                <p14:nvPr/>
              </p14:nvContentPartPr>
              <p14:xfrm>
                <a:off x="3385071" y="1635443"/>
                <a:ext cx="156960" cy="90720"/>
              </p14:xfrm>
            </p:contentPart>
          </mc:Choice>
          <mc:Fallback xmlns="">
            <p:pic>
              <p:nvPicPr>
                <p:cNvPr id="121" name="Ink 120">
                  <a:extLst>
                    <a:ext uri="{FF2B5EF4-FFF2-40B4-BE49-F238E27FC236}">
                      <a16:creationId xmlns:a16="http://schemas.microsoft.com/office/drawing/2014/main" id="{CDDCAAB4-957F-40CD-B8F7-1B1DAE40AAF3}"/>
                    </a:ext>
                  </a:extLst>
                </p:cNvPr>
                <p:cNvPicPr/>
                <p:nvPr/>
              </p:nvPicPr>
              <p:blipFill>
                <a:blip r:embed="rId194"/>
                <a:stretch>
                  <a:fillRect/>
                </a:stretch>
              </p:blipFill>
              <p:spPr>
                <a:xfrm>
                  <a:off x="3376071" y="1626803"/>
                  <a:ext cx="1746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2" name="Ink 121">
                  <a:extLst>
                    <a:ext uri="{FF2B5EF4-FFF2-40B4-BE49-F238E27FC236}">
                      <a16:creationId xmlns:a16="http://schemas.microsoft.com/office/drawing/2014/main" id="{BB865BC7-A892-4884-9BCD-F0464EF85E9D}"/>
                    </a:ext>
                  </a:extLst>
                </p14:cNvPr>
                <p14:cNvContentPartPr/>
                <p14:nvPr/>
              </p14:nvContentPartPr>
              <p14:xfrm>
                <a:off x="3615111" y="1662083"/>
                <a:ext cx="5400" cy="95760"/>
              </p14:xfrm>
            </p:contentPart>
          </mc:Choice>
          <mc:Fallback xmlns="">
            <p:pic>
              <p:nvPicPr>
                <p:cNvPr id="122" name="Ink 121">
                  <a:extLst>
                    <a:ext uri="{FF2B5EF4-FFF2-40B4-BE49-F238E27FC236}">
                      <a16:creationId xmlns:a16="http://schemas.microsoft.com/office/drawing/2014/main" id="{BB865BC7-A892-4884-9BCD-F0464EF85E9D}"/>
                    </a:ext>
                  </a:extLst>
                </p:cNvPr>
                <p:cNvPicPr/>
                <p:nvPr/>
              </p:nvPicPr>
              <p:blipFill>
                <a:blip r:embed="rId196"/>
                <a:stretch>
                  <a:fillRect/>
                </a:stretch>
              </p:blipFill>
              <p:spPr>
                <a:xfrm>
                  <a:off x="3606471" y="1653443"/>
                  <a:ext cx="230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3" name="Ink 122">
                  <a:extLst>
                    <a:ext uri="{FF2B5EF4-FFF2-40B4-BE49-F238E27FC236}">
                      <a16:creationId xmlns:a16="http://schemas.microsoft.com/office/drawing/2014/main" id="{0F9A198A-FD98-4B9A-ABE0-B0A30BF6DD28}"/>
                    </a:ext>
                  </a:extLst>
                </p14:cNvPr>
                <p14:cNvContentPartPr/>
                <p14:nvPr/>
              </p14:nvContentPartPr>
              <p14:xfrm>
                <a:off x="3200391" y="1434563"/>
                <a:ext cx="658440" cy="501840"/>
              </p14:xfrm>
            </p:contentPart>
          </mc:Choice>
          <mc:Fallback xmlns="">
            <p:pic>
              <p:nvPicPr>
                <p:cNvPr id="123" name="Ink 122">
                  <a:extLst>
                    <a:ext uri="{FF2B5EF4-FFF2-40B4-BE49-F238E27FC236}">
                      <a16:creationId xmlns:a16="http://schemas.microsoft.com/office/drawing/2014/main" id="{0F9A198A-FD98-4B9A-ABE0-B0A30BF6DD28}"/>
                    </a:ext>
                  </a:extLst>
                </p:cNvPr>
                <p:cNvPicPr/>
                <p:nvPr/>
              </p:nvPicPr>
              <p:blipFill>
                <a:blip r:embed="rId198"/>
                <a:stretch>
                  <a:fillRect/>
                </a:stretch>
              </p:blipFill>
              <p:spPr>
                <a:xfrm>
                  <a:off x="3191391" y="1425563"/>
                  <a:ext cx="67608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27" name="Ink 126">
                  <a:extLst>
                    <a:ext uri="{FF2B5EF4-FFF2-40B4-BE49-F238E27FC236}">
                      <a16:creationId xmlns:a16="http://schemas.microsoft.com/office/drawing/2014/main" id="{23ABE03B-ADFA-4787-AAEF-6F04DAA5BD27}"/>
                    </a:ext>
                  </a:extLst>
                </p14:cNvPr>
                <p14:cNvContentPartPr/>
                <p14:nvPr/>
              </p14:nvContentPartPr>
              <p14:xfrm>
                <a:off x="5183991" y="1742723"/>
                <a:ext cx="157680" cy="126720"/>
              </p14:xfrm>
            </p:contentPart>
          </mc:Choice>
          <mc:Fallback xmlns="">
            <p:pic>
              <p:nvPicPr>
                <p:cNvPr id="127" name="Ink 126">
                  <a:extLst>
                    <a:ext uri="{FF2B5EF4-FFF2-40B4-BE49-F238E27FC236}">
                      <a16:creationId xmlns:a16="http://schemas.microsoft.com/office/drawing/2014/main" id="{23ABE03B-ADFA-4787-AAEF-6F04DAA5BD27}"/>
                    </a:ext>
                  </a:extLst>
                </p:cNvPr>
                <p:cNvPicPr/>
                <p:nvPr/>
              </p:nvPicPr>
              <p:blipFill>
                <a:blip r:embed="rId200"/>
                <a:stretch>
                  <a:fillRect/>
                </a:stretch>
              </p:blipFill>
              <p:spPr>
                <a:xfrm>
                  <a:off x="5174991" y="1734083"/>
                  <a:ext cx="1753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28" name="Ink 127">
                  <a:extLst>
                    <a:ext uri="{FF2B5EF4-FFF2-40B4-BE49-F238E27FC236}">
                      <a16:creationId xmlns:a16="http://schemas.microsoft.com/office/drawing/2014/main" id="{DCEAB988-9C51-43B0-AD69-AC117CAE6F5A}"/>
                    </a:ext>
                  </a:extLst>
                </p14:cNvPr>
                <p14:cNvContentPartPr/>
                <p14:nvPr/>
              </p14:nvContentPartPr>
              <p14:xfrm>
                <a:off x="5402511" y="1840283"/>
                <a:ext cx="4680" cy="92520"/>
              </p14:xfrm>
            </p:contentPart>
          </mc:Choice>
          <mc:Fallback xmlns="">
            <p:pic>
              <p:nvPicPr>
                <p:cNvPr id="128" name="Ink 127">
                  <a:extLst>
                    <a:ext uri="{FF2B5EF4-FFF2-40B4-BE49-F238E27FC236}">
                      <a16:creationId xmlns:a16="http://schemas.microsoft.com/office/drawing/2014/main" id="{DCEAB988-9C51-43B0-AD69-AC117CAE6F5A}"/>
                    </a:ext>
                  </a:extLst>
                </p:cNvPr>
                <p:cNvPicPr/>
                <p:nvPr/>
              </p:nvPicPr>
              <p:blipFill>
                <a:blip r:embed="rId202"/>
                <a:stretch>
                  <a:fillRect/>
                </a:stretch>
              </p:blipFill>
              <p:spPr>
                <a:xfrm>
                  <a:off x="5393871" y="1831283"/>
                  <a:ext cx="22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29" name="Ink 128">
                  <a:extLst>
                    <a:ext uri="{FF2B5EF4-FFF2-40B4-BE49-F238E27FC236}">
                      <a16:creationId xmlns:a16="http://schemas.microsoft.com/office/drawing/2014/main" id="{ABBDA29E-0703-4522-BBE6-AA1510857F25}"/>
                    </a:ext>
                  </a:extLst>
                </p14:cNvPr>
                <p14:cNvContentPartPr/>
                <p14:nvPr/>
              </p14:nvContentPartPr>
              <p14:xfrm>
                <a:off x="5339511" y="1856483"/>
                <a:ext cx="200520" cy="101160"/>
              </p14:xfrm>
            </p:contentPart>
          </mc:Choice>
          <mc:Fallback xmlns="">
            <p:pic>
              <p:nvPicPr>
                <p:cNvPr id="129" name="Ink 128">
                  <a:extLst>
                    <a:ext uri="{FF2B5EF4-FFF2-40B4-BE49-F238E27FC236}">
                      <a16:creationId xmlns:a16="http://schemas.microsoft.com/office/drawing/2014/main" id="{ABBDA29E-0703-4522-BBE6-AA1510857F25}"/>
                    </a:ext>
                  </a:extLst>
                </p:cNvPr>
                <p:cNvPicPr/>
                <p:nvPr/>
              </p:nvPicPr>
              <p:blipFill>
                <a:blip r:embed="rId204"/>
                <a:stretch>
                  <a:fillRect/>
                </a:stretch>
              </p:blipFill>
              <p:spPr>
                <a:xfrm>
                  <a:off x="5330871" y="1847483"/>
                  <a:ext cx="2181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0" name="Ink 129">
                  <a:extLst>
                    <a:ext uri="{FF2B5EF4-FFF2-40B4-BE49-F238E27FC236}">
                      <a16:creationId xmlns:a16="http://schemas.microsoft.com/office/drawing/2014/main" id="{E9CA0468-29F4-4449-B388-7E0CB7E3DB92}"/>
                    </a:ext>
                  </a:extLst>
                </p14:cNvPr>
                <p14:cNvContentPartPr/>
                <p14:nvPr/>
              </p14:nvContentPartPr>
              <p14:xfrm>
                <a:off x="5565591" y="1830203"/>
                <a:ext cx="94680" cy="10440"/>
              </p14:xfrm>
            </p:contentPart>
          </mc:Choice>
          <mc:Fallback xmlns="">
            <p:pic>
              <p:nvPicPr>
                <p:cNvPr id="130" name="Ink 129">
                  <a:extLst>
                    <a:ext uri="{FF2B5EF4-FFF2-40B4-BE49-F238E27FC236}">
                      <a16:creationId xmlns:a16="http://schemas.microsoft.com/office/drawing/2014/main" id="{E9CA0468-29F4-4449-B388-7E0CB7E3DB92}"/>
                    </a:ext>
                  </a:extLst>
                </p:cNvPr>
                <p:cNvPicPr/>
                <p:nvPr/>
              </p:nvPicPr>
              <p:blipFill>
                <a:blip r:embed="rId206"/>
                <a:stretch>
                  <a:fillRect/>
                </a:stretch>
              </p:blipFill>
              <p:spPr>
                <a:xfrm>
                  <a:off x="5556951" y="1821563"/>
                  <a:ext cx="1123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1" name="Ink 130">
                  <a:extLst>
                    <a:ext uri="{FF2B5EF4-FFF2-40B4-BE49-F238E27FC236}">
                      <a16:creationId xmlns:a16="http://schemas.microsoft.com/office/drawing/2014/main" id="{1A2B53DC-4F02-494A-B948-DE7255F25EF1}"/>
                    </a:ext>
                  </a:extLst>
                </p14:cNvPr>
                <p14:cNvContentPartPr/>
                <p14:nvPr/>
              </p14:nvContentPartPr>
              <p14:xfrm>
                <a:off x="5609511" y="1866203"/>
                <a:ext cx="82800" cy="9000"/>
              </p14:xfrm>
            </p:contentPart>
          </mc:Choice>
          <mc:Fallback xmlns="">
            <p:pic>
              <p:nvPicPr>
                <p:cNvPr id="131" name="Ink 130">
                  <a:extLst>
                    <a:ext uri="{FF2B5EF4-FFF2-40B4-BE49-F238E27FC236}">
                      <a16:creationId xmlns:a16="http://schemas.microsoft.com/office/drawing/2014/main" id="{1A2B53DC-4F02-494A-B948-DE7255F25EF1}"/>
                    </a:ext>
                  </a:extLst>
                </p:cNvPr>
                <p:cNvPicPr/>
                <p:nvPr/>
              </p:nvPicPr>
              <p:blipFill>
                <a:blip r:embed="rId208"/>
                <a:stretch>
                  <a:fillRect/>
                </a:stretch>
              </p:blipFill>
              <p:spPr>
                <a:xfrm>
                  <a:off x="5600511" y="1857563"/>
                  <a:ext cx="1004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32" name="Ink 131">
                  <a:extLst>
                    <a:ext uri="{FF2B5EF4-FFF2-40B4-BE49-F238E27FC236}">
                      <a16:creationId xmlns:a16="http://schemas.microsoft.com/office/drawing/2014/main" id="{6A1E64B6-F6B9-44AE-BC9C-92D3EB9D2031}"/>
                    </a:ext>
                  </a:extLst>
                </p14:cNvPr>
                <p14:cNvContentPartPr/>
                <p14:nvPr/>
              </p14:nvContentPartPr>
              <p14:xfrm>
                <a:off x="5767191" y="1638323"/>
                <a:ext cx="367920" cy="310680"/>
              </p14:xfrm>
            </p:contentPart>
          </mc:Choice>
          <mc:Fallback xmlns="">
            <p:pic>
              <p:nvPicPr>
                <p:cNvPr id="132" name="Ink 131">
                  <a:extLst>
                    <a:ext uri="{FF2B5EF4-FFF2-40B4-BE49-F238E27FC236}">
                      <a16:creationId xmlns:a16="http://schemas.microsoft.com/office/drawing/2014/main" id="{6A1E64B6-F6B9-44AE-BC9C-92D3EB9D2031}"/>
                    </a:ext>
                  </a:extLst>
                </p:cNvPr>
                <p:cNvPicPr/>
                <p:nvPr/>
              </p:nvPicPr>
              <p:blipFill>
                <a:blip r:embed="rId210"/>
                <a:stretch>
                  <a:fillRect/>
                </a:stretch>
              </p:blipFill>
              <p:spPr>
                <a:xfrm>
                  <a:off x="5758191" y="1629323"/>
                  <a:ext cx="385560" cy="328320"/>
                </a:xfrm>
                <a:prstGeom prst="rect">
                  <a:avLst/>
                </a:prstGeom>
              </p:spPr>
            </p:pic>
          </mc:Fallback>
        </mc:AlternateContent>
      </p:grpSp>
      <p:grpSp>
        <p:nvGrpSpPr>
          <p:cNvPr id="143" name="Group 142">
            <a:extLst>
              <a:ext uri="{FF2B5EF4-FFF2-40B4-BE49-F238E27FC236}">
                <a16:creationId xmlns:a16="http://schemas.microsoft.com/office/drawing/2014/main" id="{EB61DBBA-87BF-47B0-B6EF-8B5F66E84EBE}"/>
              </a:ext>
            </a:extLst>
          </p:cNvPr>
          <p:cNvGrpSpPr/>
          <p:nvPr/>
        </p:nvGrpSpPr>
        <p:grpSpPr>
          <a:xfrm>
            <a:off x="8770671" y="2336003"/>
            <a:ext cx="2147040" cy="975240"/>
            <a:chOff x="8770671" y="2336003"/>
            <a:chExt cx="2147040" cy="975240"/>
          </a:xfrm>
        </p:grpSpPr>
        <mc:AlternateContent xmlns:mc="http://schemas.openxmlformats.org/markup-compatibility/2006" xmlns:p14="http://schemas.microsoft.com/office/powerpoint/2010/main">
          <mc:Choice Requires="p14">
            <p:contentPart p14:bwMode="auto" r:id="rId211">
              <p14:nvContentPartPr>
                <p14:cNvPr id="138" name="Ink 137">
                  <a:extLst>
                    <a:ext uri="{FF2B5EF4-FFF2-40B4-BE49-F238E27FC236}">
                      <a16:creationId xmlns:a16="http://schemas.microsoft.com/office/drawing/2014/main" id="{2B93E86B-1C86-42C6-A97D-F9ADF9562CCC}"/>
                    </a:ext>
                  </a:extLst>
                </p14:cNvPr>
                <p14:cNvContentPartPr/>
                <p14:nvPr/>
              </p14:nvContentPartPr>
              <p14:xfrm>
                <a:off x="8770671" y="2662523"/>
                <a:ext cx="65160" cy="49680"/>
              </p14:xfrm>
            </p:contentPart>
          </mc:Choice>
          <mc:Fallback xmlns="">
            <p:pic>
              <p:nvPicPr>
                <p:cNvPr id="138" name="Ink 137">
                  <a:extLst>
                    <a:ext uri="{FF2B5EF4-FFF2-40B4-BE49-F238E27FC236}">
                      <a16:creationId xmlns:a16="http://schemas.microsoft.com/office/drawing/2014/main" id="{2B93E86B-1C86-42C6-A97D-F9ADF9562CCC}"/>
                    </a:ext>
                  </a:extLst>
                </p:cNvPr>
                <p:cNvPicPr/>
                <p:nvPr/>
              </p:nvPicPr>
              <p:blipFill>
                <a:blip r:embed="rId220"/>
                <a:stretch>
                  <a:fillRect/>
                </a:stretch>
              </p:blipFill>
              <p:spPr>
                <a:xfrm>
                  <a:off x="8762031" y="2653523"/>
                  <a:ext cx="828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39" name="Ink 138">
                  <a:extLst>
                    <a:ext uri="{FF2B5EF4-FFF2-40B4-BE49-F238E27FC236}">
                      <a16:creationId xmlns:a16="http://schemas.microsoft.com/office/drawing/2014/main" id="{83E85818-1547-4967-B4A9-E8EA8C5C5E5A}"/>
                    </a:ext>
                  </a:extLst>
                </p14:cNvPr>
                <p14:cNvContentPartPr/>
                <p14:nvPr/>
              </p14:nvContentPartPr>
              <p14:xfrm>
                <a:off x="10802511" y="2725163"/>
                <a:ext cx="115200" cy="136800"/>
              </p14:xfrm>
            </p:contentPart>
          </mc:Choice>
          <mc:Fallback xmlns="">
            <p:pic>
              <p:nvPicPr>
                <p:cNvPr id="139" name="Ink 138">
                  <a:extLst>
                    <a:ext uri="{FF2B5EF4-FFF2-40B4-BE49-F238E27FC236}">
                      <a16:creationId xmlns:a16="http://schemas.microsoft.com/office/drawing/2014/main" id="{83E85818-1547-4967-B4A9-E8EA8C5C5E5A}"/>
                    </a:ext>
                  </a:extLst>
                </p:cNvPr>
                <p:cNvPicPr/>
                <p:nvPr/>
              </p:nvPicPr>
              <p:blipFill>
                <a:blip r:embed="rId222"/>
                <a:stretch>
                  <a:fillRect/>
                </a:stretch>
              </p:blipFill>
              <p:spPr>
                <a:xfrm>
                  <a:off x="10793871" y="2716523"/>
                  <a:ext cx="1328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0" name="Ink 139">
                  <a:extLst>
                    <a:ext uri="{FF2B5EF4-FFF2-40B4-BE49-F238E27FC236}">
                      <a16:creationId xmlns:a16="http://schemas.microsoft.com/office/drawing/2014/main" id="{F5D455ED-F2F1-48D4-8810-E91350325FCC}"/>
                    </a:ext>
                  </a:extLst>
                </p14:cNvPr>
                <p14:cNvContentPartPr/>
                <p14:nvPr/>
              </p14:nvContentPartPr>
              <p14:xfrm>
                <a:off x="10767591" y="2746403"/>
                <a:ext cx="147960" cy="141840"/>
              </p14:xfrm>
            </p:contentPart>
          </mc:Choice>
          <mc:Fallback xmlns="">
            <p:pic>
              <p:nvPicPr>
                <p:cNvPr id="140" name="Ink 139">
                  <a:extLst>
                    <a:ext uri="{FF2B5EF4-FFF2-40B4-BE49-F238E27FC236}">
                      <a16:creationId xmlns:a16="http://schemas.microsoft.com/office/drawing/2014/main" id="{F5D455ED-F2F1-48D4-8810-E91350325FCC}"/>
                    </a:ext>
                  </a:extLst>
                </p:cNvPr>
                <p:cNvPicPr/>
                <p:nvPr/>
              </p:nvPicPr>
              <p:blipFill>
                <a:blip r:embed="rId224"/>
                <a:stretch>
                  <a:fillRect/>
                </a:stretch>
              </p:blipFill>
              <p:spPr>
                <a:xfrm>
                  <a:off x="10758951" y="2737763"/>
                  <a:ext cx="1656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42" name="Ink 141">
                  <a:extLst>
                    <a:ext uri="{FF2B5EF4-FFF2-40B4-BE49-F238E27FC236}">
                      <a16:creationId xmlns:a16="http://schemas.microsoft.com/office/drawing/2014/main" id="{9165FB3E-F44D-4A93-83AF-3A07F3A708A3}"/>
                    </a:ext>
                  </a:extLst>
                </p14:cNvPr>
                <p14:cNvContentPartPr/>
                <p14:nvPr/>
              </p14:nvContentPartPr>
              <p14:xfrm>
                <a:off x="8799471" y="2336003"/>
                <a:ext cx="1982160" cy="975240"/>
              </p14:xfrm>
            </p:contentPart>
          </mc:Choice>
          <mc:Fallback xmlns="">
            <p:pic>
              <p:nvPicPr>
                <p:cNvPr id="142" name="Ink 141">
                  <a:extLst>
                    <a:ext uri="{FF2B5EF4-FFF2-40B4-BE49-F238E27FC236}">
                      <a16:creationId xmlns:a16="http://schemas.microsoft.com/office/drawing/2014/main" id="{9165FB3E-F44D-4A93-83AF-3A07F3A708A3}"/>
                    </a:ext>
                  </a:extLst>
                </p:cNvPr>
                <p:cNvPicPr/>
                <p:nvPr/>
              </p:nvPicPr>
              <p:blipFill>
                <a:blip r:embed="rId226"/>
                <a:stretch>
                  <a:fillRect/>
                </a:stretch>
              </p:blipFill>
              <p:spPr>
                <a:xfrm>
                  <a:off x="8790471" y="2327003"/>
                  <a:ext cx="1999800" cy="992880"/>
                </a:xfrm>
                <a:prstGeom prst="rect">
                  <a:avLst/>
                </a:prstGeom>
              </p:spPr>
            </p:pic>
          </mc:Fallback>
        </mc:AlternateContent>
      </p:grpSp>
      <p:grpSp>
        <p:nvGrpSpPr>
          <p:cNvPr id="149" name="Group 148">
            <a:extLst>
              <a:ext uri="{FF2B5EF4-FFF2-40B4-BE49-F238E27FC236}">
                <a16:creationId xmlns:a16="http://schemas.microsoft.com/office/drawing/2014/main" id="{9D18A995-170A-4E8D-83FB-2BEB3B4DCB8F}"/>
              </a:ext>
            </a:extLst>
          </p:cNvPr>
          <p:cNvGrpSpPr/>
          <p:nvPr/>
        </p:nvGrpSpPr>
        <p:grpSpPr>
          <a:xfrm>
            <a:off x="10358991" y="4049603"/>
            <a:ext cx="1360800" cy="1531440"/>
            <a:chOff x="10358991" y="4049603"/>
            <a:chExt cx="1360800" cy="1531440"/>
          </a:xfrm>
        </p:grpSpPr>
        <mc:AlternateContent xmlns:mc="http://schemas.openxmlformats.org/markup-compatibility/2006" xmlns:p14="http://schemas.microsoft.com/office/powerpoint/2010/main">
          <mc:Choice Requires="p14">
            <p:contentPart p14:bwMode="auto" r:id="rId227">
              <p14:nvContentPartPr>
                <p14:cNvPr id="145" name="Ink 144">
                  <a:extLst>
                    <a:ext uri="{FF2B5EF4-FFF2-40B4-BE49-F238E27FC236}">
                      <a16:creationId xmlns:a16="http://schemas.microsoft.com/office/drawing/2014/main" id="{74790C20-7F2D-4A71-B392-120ACA44AC07}"/>
                    </a:ext>
                  </a:extLst>
                </p14:cNvPr>
                <p14:cNvContentPartPr/>
                <p14:nvPr/>
              </p14:nvContentPartPr>
              <p14:xfrm>
                <a:off x="10405071" y="4355603"/>
                <a:ext cx="1314720" cy="1225440"/>
              </p14:xfrm>
            </p:contentPart>
          </mc:Choice>
          <mc:Fallback xmlns="">
            <p:pic>
              <p:nvPicPr>
                <p:cNvPr id="145" name="Ink 144">
                  <a:extLst>
                    <a:ext uri="{FF2B5EF4-FFF2-40B4-BE49-F238E27FC236}">
                      <a16:creationId xmlns:a16="http://schemas.microsoft.com/office/drawing/2014/main" id="{74790C20-7F2D-4A71-B392-120ACA44AC07}"/>
                    </a:ext>
                  </a:extLst>
                </p:cNvPr>
                <p:cNvPicPr/>
                <p:nvPr/>
              </p:nvPicPr>
              <p:blipFill>
                <a:blip r:embed="rId230"/>
                <a:stretch>
                  <a:fillRect/>
                </a:stretch>
              </p:blipFill>
              <p:spPr>
                <a:xfrm>
                  <a:off x="10396431" y="4346603"/>
                  <a:ext cx="1332360" cy="12430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46" name="Ink 145">
                  <a:extLst>
                    <a:ext uri="{FF2B5EF4-FFF2-40B4-BE49-F238E27FC236}">
                      <a16:creationId xmlns:a16="http://schemas.microsoft.com/office/drawing/2014/main" id="{E0304995-DA47-42FD-A70C-E36B39118D94}"/>
                    </a:ext>
                  </a:extLst>
                </p14:cNvPr>
                <p14:cNvContentPartPr/>
                <p14:nvPr/>
              </p14:nvContentPartPr>
              <p14:xfrm>
                <a:off x="10376271" y="4325363"/>
                <a:ext cx="8640" cy="255240"/>
              </p14:xfrm>
            </p:contentPart>
          </mc:Choice>
          <mc:Fallback xmlns="">
            <p:pic>
              <p:nvPicPr>
                <p:cNvPr id="146" name="Ink 145">
                  <a:extLst>
                    <a:ext uri="{FF2B5EF4-FFF2-40B4-BE49-F238E27FC236}">
                      <a16:creationId xmlns:a16="http://schemas.microsoft.com/office/drawing/2014/main" id="{E0304995-DA47-42FD-A70C-E36B39118D94}"/>
                    </a:ext>
                  </a:extLst>
                </p:cNvPr>
                <p:cNvPicPr/>
                <p:nvPr/>
              </p:nvPicPr>
              <p:blipFill>
                <a:blip r:embed="rId232"/>
                <a:stretch>
                  <a:fillRect/>
                </a:stretch>
              </p:blipFill>
              <p:spPr>
                <a:xfrm>
                  <a:off x="10367631" y="4316363"/>
                  <a:ext cx="262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48" name="Ink 147">
                  <a:extLst>
                    <a:ext uri="{FF2B5EF4-FFF2-40B4-BE49-F238E27FC236}">
                      <a16:creationId xmlns:a16="http://schemas.microsoft.com/office/drawing/2014/main" id="{C8254C8C-BBB6-4A7A-B8C1-5CDD8D4EC2DE}"/>
                    </a:ext>
                  </a:extLst>
                </p14:cNvPr>
                <p14:cNvContentPartPr/>
                <p14:nvPr/>
              </p14:nvContentPartPr>
              <p14:xfrm>
                <a:off x="10358991" y="4049603"/>
                <a:ext cx="1326600" cy="1291680"/>
              </p14:xfrm>
            </p:contentPart>
          </mc:Choice>
          <mc:Fallback xmlns="">
            <p:pic>
              <p:nvPicPr>
                <p:cNvPr id="148" name="Ink 147">
                  <a:extLst>
                    <a:ext uri="{FF2B5EF4-FFF2-40B4-BE49-F238E27FC236}">
                      <a16:creationId xmlns:a16="http://schemas.microsoft.com/office/drawing/2014/main" id="{C8254C8C-BBB6-4A7A-B8C1-5CDD8D4EC2DE}"/>
                    </a:ext>
                  </a:extLst>
                </p:cNvPr>
                <p:cNvPicPr/>
                <p:nvPr/>
              </p:nvPicPr>
              <p:blipFill>
                <a:blip r:embed="rId234"/>
                <a:stretch>
                  <a:fillRect/>
                </a:stretch>
              </p:blipFill>
              <p:spPr>
                <a:xfrm>
                  <a:off x="10349991" y="4040603"/>
                  <a:ext cx="1344240" cy="1309320"/>
                </a:xfrm>
                <a:prstGeom prst="rect">
                  <a:avLst/>
                </a:prstGeom>
              </p:spPr>
            </p:pic>
          </mc:Fallback>
        </mc:AlternateContent>
      </p:grpSp>
    </p:spTree>
    <p:extLst>
      <p:ext uri="{BB962C8B-B14F-4D97-AF65-F5344CB8AC3E}">
        <p14:creationId xmlns:p14="http://schemas.microsoft.com/office/powerpoint/2010/main" val="1992888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Why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dirty="0"/>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j-lt"/>
              </a:rPr>
              <a:t>Not normalizing the data before training makes the network drastically harder to train and decreases its learning speed.</a:t>
            </a:r>
          </a:p>
          <a:p>
            <a:endParaRPr lang="en-US" sz="2400" dirty="0">
              <a:latin typeface="+mj-lt"/>
            </a:endParaRPr>
          </a:p>
          <a:p>
            <a:r>
              <a:rPr lang="en-US" sz="2400" dirty="0">
                <a:latin typeface="+mj-lt"/>
              </a:rPr>
              <a:t>The non-normalized data points with wide ranges can cause instability in the network. </a:t>
            </a:r>
          </a:p>
          <a:p>
            <a:endParaRPr lang="en-US" sz="2400" dirty="0">
              <a:latin typeface="+mj-lt"/>
            </a:endParaRPr>
          </a:p>
          <a:p>
            <a:r>
              <a:rPr lang="en-US" sz="2400" dirty="0">
                <a:latin typeface="+mj-lt"/>
              </a:rPr>
              <a:t>The relatively large inputs can cascade down to the layers, causing problems such as exploding gradients.</a:t>
            </a:r>
          </a:p>
          <a:p>
            <a:endParaRPr lang="en-US" sz="2400" dirty="0">
              <a:latin typeface="+mj-lt"/>
            </a:endParaRPr>
          </a:p>
          <a:p>
            <a:pPr marL="0" indent="0">
              <a:buNone/>
            </a:pPr>
            <a:r>
              <a:rPr lang="en-US" sz="2400" b="1" dirty="0">
                <a:latin typeface="+mj-lt"/>
              </a:rPr>
              <a:t>Data normalization helps in increasing model’s accuracy and decreasing training time</a:t>
            </a:r>
            <a:endParaRPr lang="en-IN" sz="2400" b="1" dirty="0">
              <a:latin typeface="+mj-lt"/>
            </a:endParaRPr>
          </a:p>
        </p:txBody>
      </p:sp>
    </p:spTree>
    <p:extLst>
      <p:ext uri="{BB962C8B-B14F-4D97-AF65-F5344CB8AC3E}">
        <p14:creationId xmlns:p14="http://schemas.microsoft.com/office/powerpoint/2010/main" val="2802582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Normalization </a:t>
            </a:r>
            <a:r>
              <a:rPr lang="en-US" sz="4000" dirty="0">
                <a:solidFill>
                  <a:srgbClr val="FFFFFF"/>
                </a:solidFill>
              </a:rPr>
              <a:t>and Standardization</a:t>
            </a:r>
            <a:endParaRPr lang="en-US" sz="4000" kern="1200" dirty="0">
              <a:solidFill>
                <a:srgbClr val="FFFFFF"/>
              </a:solidFill>
              <a:latin typeface="+mj-lt"/>
              <a:ea typeface="+mj-ea"/>
              <a:cs typeface="+mj-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4"/>
            <a:ext cx="4436806" cy="46319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Min-Max Scaling: Scale it to a range of 0 to 1</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r>
              <a:rPr lang="en-US" sz="2400" dirty="0">
                <a:latin typeface="+mj-lt"/>
              </a:rPr>
              <a:t>Where </a:t>
            </a:r>
            <a:r>
              <a:rPr lang="en-US" sz="2400" i="1" dirty="0">
                <a:latin typeface="+mj-lt"/>
              </a:rPr>
              <a:t>x</a:t>
            </a:r>
            <a:r>
              <a:rPr lang="en-US" sz="2400" dirty="0">
                <a:latin typeface="+mj-lt"/>
              </a:rPr>
              <a:t>: data to normalize</a:t>
            </a:r>
          </a:p>
          <a:p>
            <a:pPr marL="0" indent="0">
              <a:buNone/>
            </a:pPr>
            <a:r>
              <a:rPr lang="en-US" sz="2400" dirty="0">
                <a:latin typeface="+mj-lt"/>
              </a:rPr>
              <a:t>	</a:t>
            </a:r>
            <a:r>
              <a:rPr lang="en-US" sz="2400" i="1" dirty="0" err="1">
                <a:latin typeface="+mj-lt"/>
              </a:rPr>
              <a:t>x</a:t>
            </a:r>
            <a:r>
              <a:rPr lang="en-US" sz="2400" i="1" baseline="-25000" dirty="0" err="1">
                <a:latin typeface="+mj-lt"/>
              </a:rPr>
              <a:t>max</a:t>
            </a:r>
            <a:r>
              <a:rPr lang="en-US" sz="2400" dirty="0">
                <a:latin typeface="+mj-lt"/>
              </a:rPr>
              <a:t>: the highest value of x</a:t>
            </a:r>
          </a:p>
          <a:p>
            <a:pPr marL="0" indent="0">
              <a:buNone/>
            </a:pPr>
            <a:r>
              <a:rPr lang="en-US" sz="2400" dirty="0">
                <a:latin typeface="+mj-lt"/>
              </a:rPr>
              <a:t>	</a:t>
            </a:r>
            <a:r>
              <a:rPr lang="en-US" sz="2400" i="1" dirty="0" err="1">
                <a:latin typeface="+mj-lt"/>
              </a:rPr>
              <a:t>x</a:t>
            </a:r>
            <a:r>
              <a:rPr lang="en-US" sz="2400" i="1" baseline="-25000" dirty="0" err="1">
                <a:latin typeface="+mj-lt"/>
              </a:rPr>
              <a:t>min</a:t>
            </a:r>
            <a:r>
              <a:rPr lang="en-US" sz="2400" dirty="0">
                <a:latin typeface="+mj-lt"/>
              </a:rPr>
              <a:t> : the lowest value of x</a:t>
            </a:r>
          </a:p>
        </p:txBody>
      </p:sp>
      <p:sp>
        <p:nvSpPr>
          <p:cNvPr id="16" name="Content Placeholder 2">
            <a:extLst>
              <a:ext uri="{FF2B5EF4-FFF2-40B4-BE49-F238E27FC236}">
                <a16:creationId xmlns:a16="http://schemas.microsoft.com/office/drawing/2014/main" id="{D1EE3E77-CF31-42AC-8176-12CE89CC5248}"/>
              </a:ext>
            </a:extLst>
          </p:cNvPr>
          <p:cNvSpPr txBox="1">
            <a:spLocks/>
          </p:cNvSpPr>
          <p:nvPr/>
        </p:nvSpPr>
        <p:spPr>
          <a:xfrm>
            <a:off x="6688396" y="1968197"/>
            <a:ext cx="5110313" cy="464176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latin typeface="+mj-lt"/>
              </a:rPr>
              <a:t>Z-score normalization: 0 mean and 1 std. dev.</a:t>
            </a: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endParaRPr lang="en-US" sz="2400" dirty="0">
              <a:latin typeface="+mj-lt"/>
            </a:endParaRPr>
          </a:p>
          <a:p>
            <a:pPr marL="0" indent="0">
              <a:buNone/>
            </a:pPr>
            <a:r>
              <a:rPr lang="en-US" sz="2400" dirty="0">
                <a:latin typeface="+mj-lt"/>
              </a:rPr>
              <a:t>Where </a:t>
            </a:r>
            <a:r>
              <a:rPr lang="en-US" sz="2400" i="1" dirty="0">
                <a:latin typeface="+mj-lt"/>
              </a:rPr>
              <a:t>x</a:t>
            </a:r>
            <a:r>
              <a:rPr lang="en-US" sz="2400" dirty="0">
                <a:latin typeface="+mj-lt"/>
              </a:rPr>
              <a:t>: data to normalize</a:t>
            </a:r>
          </a:p>
          <a:p>
            <a:pPr marL="0" indent="0">
              <a:buNone/>
            </a:pPr>
            <a:r>
              <a:rPr lang="en-US" sz="2400" dirty="0">
                <a:latin typeface="+mj-lt"/>
              </a:rPr>
              <a:t>	</a:t>
            </a:r>
          </a:p>
          <a:p>
            <a:pPr marL="0" indent="0">
              <a:buNone/>
            </a:pPr>
            <a:r>
              <a:rPr lang="en-US" sz="2400" dirty="0">
                <a:latin typeface="+mj-lt"/>
              </a:rPr>
              <a:t>Rescale features such that all data points will have std normal distribution (mean 0 and std. dev. 1)</a:t>
            </a:r>
          </a:p>
        </p:txBody>
      </p:sp>
      <p:pic>
        <p:nvPicPr>
          <p:cNvPr id="1026" name="Picture 2" descr="Min–max normalization - Hands-On Machine Learning on Google Cloud Platform  [Book]">
            <a:extLst>
              <a:ext uri="{FF2B5EF4-FFF2-40B4-BE49-F238E27FC236}">
                <a16:creationId xmlns:a16="http://schemas.microsoft.com/office/drawing/2014/main" id="{3F3DB5D3-FA96-465B-9ED7-FAF51627F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381" y="3091349"/>
            <a:ext cx="4391025" cy="10382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8643864-D97E-43AC-8694-287CACDAD10D}"/>
              </a:ext>
            </a:extLst>
          </p:cNvPr>
          <p:cNvPicPr>
            <a:picLocks noChangeAspect="1"/>
          </p:cNvPicPr>
          <p:nvPr/>
        </p:nvPicPr>
        <p:blipFill rotWithShape="1">
          <a:blip r:embed="rId4"/>
          <a:srcRect l="23226" t="57208" r="42683" b="29452"/>
          <a:stretch/>
        </p:blipFill>
        <p:spPr>
          <a:xfrm>
            <a:off x="6883944" y="2963069"/>
            <a:ext cx="4719216" cy="1038225"/>
          </a:xfrm>
          <a:prstGeom prst="rect">
            <a:avLst/>
          </a:prstGeom>
        </p:spPr>
      </p:pic>
    </p:spTree>
    <p:extLst>
      <p:ext uri="{BB962C8B-B14F-4D97-AF65-F5344CB8AC3E}">
        <p14:creationId xmlns:p14="http://schemas.microsoft.com/office/powerpoint/2010/main" val="1907208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Normalization</a:t>
            </a:r>
          </a:p>
        </p:txBody>
      </p:sp>
      <p:pic>
        <p:nvPicPr>
          <p:cNvPr id="4" name="Picture 3">
            <a:extLst>
              <a:ext uri="{FF2B5EF4-FFF2-40B4-BE49-F238E27FC236}">
                <a16:creationId xmlns:a16="http://schemas.microsoft.com/office/drawing/2014/main" id="{C865C8E0-0207-42FE-B3A7-57039553ADFD}"/>
              </a:ext>
            </a:extLst>
          </p:cNvPr>
          <p:cNvPicPr>
            <a:picLocks noChangeAspect="1"/>
          </p:cNvPicPr>
          <p:nvPr/>
        </p:nvPicPr>
        <p:blipFill rotWithShape="1">
          <a:blip r:embed="rId3"/>
          <a:srcRect l="28401" t="33435" r="21804" b="30482"/>
          <a:stretch/>
        </p:blipFill>
        <p:spPr>
          <a:xfrm>
            <a:off x="1618937" y="2031282"/>
            <a:ext cx="8527019" cy="3473971"/>
          </a:xfrm>
          <a:prstGeom prst="rect">
            <a:avLst/>
          </a:prstGeom>
        </p:spPr>
      </p:pic>
      <p:sp>
        <p:nvSpPr>
          <p:cNvPr id="14" name="Content Placeholder 2">
            <a:extLst>
              <a:ext uri="{FF2B5EF4-FFF2-40B4-BE49-F238E27FC236}">
                <a16:creationId xmlns:a16="http://schemas.microsoft.com/office/drawing/2014/main" id="{025A0EF9-513F-456A-9050-DC071E96608E}"/>
              </a:ext>
            </a:extLst>
          </p:cNvPr>
          <p:cNvSpPr txBox="1">
            <a:spLocks/>
          </p:cNvSpPr>
          <p:nvPr/>
        </p:nvSpPr>
        <p:spPr>
          <a:xfrm>
            <a:off x="2743200" y="5964442"/>
            <a:ext cx="7402755" cy="8241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Normalized values have 0 mean and unit variance</a:t>
            </a:r>
            <a:endParaRPr lang="en-IN" sz="2400" b="1" dirty="0">
              <a:latin typeface="+mj-lt"/>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5AB224B-F37E-3492-BD6B-FAB5035E18DC}"/>
                  </a:ext>
                </a:extLst>
              </p14:cNvPr>
              <p14:cNvContentPartPr/>
              <p14:nvPr/>
            </p14:nvContentPartPr>
            <p14:xfrm>
              <a:off x="2390760" y="5318280"/>
              <a:ext cx="6540840" cy="1210680"/>
            </p14:xfrm>
          </p:contentPart>
        </mc:Choice>
        <mc:Fallback>
          <p:pic>
            <p:nvPicPr>
              <p:cNvPr id="3" name="Ink 2">
                <a:extLst>
                  <a:ext uri="{FF2B5EF4-FFF2-40B4-BE49-F238E27FC236}">
                    <a16:creationId xmlns:a16="http://schemas.microsoft.com/office/drawing/2014/main" id="{05AB224B-F37E-3492-BD6B-FAB5035E18DC}"/>
                  </a:ext>
                </a:extLst>
              </p:cNvPr>
              <p:cNvPicPr/>
              <p:nvPr/>
            </p:nvPicPr>
            <p:blipFill>
              <a:blip r:embed="rId5"/>
              <a:stretch>
                <a:fillRect/>
              </a:stretch>
            </p:blipFill>
            <p:spPr>
              <a:xfrm>
                <a:off x="2381400" y="5308920"/>
                <a:ext cx="6559560" cy="1229400"/>
              </a:xfrm>
              <a:prstGeom prst="rect">
                <a:avLst/>
              </a:prstGeom>
            </p:spPr>
          </p:pic>
        </mc:Fallback>
      </mc:AlternateContent>
    </p:spTree>
    <p:extLst>
      <p:ext uri="{BB962C8B-B14F-4D97-AF65-F5344CB8AC3E}">
        <p14:creationId xmlns:p14="http://schemas.microsoft.com/office/powerpoint/2010/main" val="1913744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Standardization</a:t>
            </a:r>
          </a:p>
        </p:txBody>
      </p:sp>
      <p:sp>
        <p:nvSpPr>
          <p:cNvPr id="14" name="Content Placeholder 2">
            <a:extLst>
              <a:ext uri="{FF2B5EF4-FFF2-40B4-BE49-F238E27FC236}">
                <a16:creationId xmlns:a16="http://schemas.microsoft.com/office/drawing/2014/main" id="{025A0EF9-513F-456A-9050-DC071E96608E}"/>
              </a:ext>
            </a:extLst>
          </p:cNvPr>
          <p:cNvSpPr txBox="1">
            <a:spLocks/>
          </p:cNvSpPr>
          <p:nvPr/>
        </p:nvSpPr>
        <p:spPr>
          <a:xfrm>
            <a:off x="2743200" y="5964442"/>
            <a:ext cx="7402755" cy="8241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Standardized values form a bell shaped curve with 0 mean and variance 1</a:t>
            </a:r>
            <a:endParaRPr lang="en-IN" sz="2400" b="1" dirty="0">
              <a:latin typeface="+mj-lt"/>
            </a:endParaRPr>
          </a:p>
        </p:txBody>
      </p:sp>
      <p:pic>
        <p:nvPicPr>
          <p:cNvPr id="5" name="Picture 4">
            <a:extLst>
              <a:ext uri="{FF2B5EF4-FFF2-40B4-BE49-F238E27FC236}">
                <a16:creationId xmlns:a16="http://schemas.microsoft.com/office/drawing/2014/main" id="{9994EC33-3F80-4274-B61E-4B016A216E20}"/>
              </a:ext>
            </a:extLst>
          </p:cNvPr>
          <p:cNvPicPr>
            <a:picLocks noChangeAspect="1"/>
          </p:cNvPicPr>
          <p:nvPr/>
        </p:nvPicPr>
        <p:blipFill rotWithShape="1">
          <a:blip r:embed="rId3"/>
          <a:srcRect l="28402" t="36277" r="22500" b="28952"/>
          <a:stretch/>
        </p:blipFill>
        <p:spPr>
          <a:xfrm>
            <a:off x="4991720" y="2044725"/>
            <a:ext cx="5986072" cy="3292366"/>
          </a:xfrm>
          <a:prstGeom prst="rect">
            <a:avLst/>
          </a:prstGeom>
        </p:spPr>
      </p:pic>
      <p:pic>
        <p:nvPicPr>
          <p:cNvPr id="7" name="Picture 6">
            <a:extLst>
              <a:ext uri="{FF2B5EF4-FFF2-40B4-BE49-F238E27FC236}">
                <a16:creationId xmlns:a16="http://schemas.microsoft.com/office/drawing/2014/main" id="{4A044760-E3E5-414F-9AF3-73B4674F0BD1}"/>
              </a:ext>
            </a:extLst>
          </p:cNvPr>
          <p:cNvPicPr>
            <a:picLocks noChangeAspect="1"/>
          </p:cNvPicPr>
          <p:nvPr/>
        </p:nvPicPr>
        <p:blipFill rotWithShape="1">
          <a:blip r:embed="rId4"/>
          <a:srcRect l="28401" t="38465" r="43198" b="26764"/>
          <a:stretch/>
        </p:blipFill>
        <p:spPr>
          <a:xfrm>
            <a:off x="1524170" y="2041243"/>
            <a:ext cx="3462728" cy="3292367"/>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000D06B-D4BB-4B45-A796-A963DE7338CA}"/>
                  </a:ext>
                </a:extLst>
              </p14:cNvPr>
              <p14:cNvContentPartPr/>
              <p14:nvPr/>
            </p14:nvContentPartPr>
            <p14:xfrm>
              <a:off x="4255911" y="4225643"/>
              <a:ext cx="403920" cy="39600"/>
            </p14:xfrm>
          </p:contentPart>
        </mc:Choice>
        <mc:Fallback xmlns="">
          <p:pic>
            <p:nvPicPr>
              <p:cNvPr id="3" name="Ink 2">
                <a:extLst>
                  <a:ext uri="{FF2B5EF4-FFF2-40B4-BE49-F238E27FC236}">
                    <a16:creationId xmlns:a16="http://schemas.microsoft.com/office/drawing/2014/main" id="{F000D06B-D4BB-4B45-A796-A963DE7338CA}"/>
                  </a:ext>
                </a:extLst>
              </p:cNvPr>
              <p:cNvPicPr/>
              <p:nvPr/>
            </p:nvPicPr>
            <p:blipFill>
              <a:blip r:embed="rId6"/>
              <a:stretch>
                <a:fillRect/>
              </a:stretch>
            </p:blipFill>
            <p:spPr>
              <a:xfrm>
                <a:off x="4246911" y="4216643"/>
                <a:ext cx="42156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8CD26266-DF3D-10B4-9018-04F1A863899A}"/>
                  </a:ext>
                </a:extLst>
              </p14:cNvPr>
              <p14:cNvContentPartPr/>
              <p14:nvPr/>
            </p14:nvContentPartPr>
            <p14:xfrm>
              <a:off x="1760040" y="2045880"/>
              <a:ext cx="8820000" cy="3657960"/>
            </p14:xfrm>
          </p:contentPart>
        </mc:Choice>
        <mc:Fallback>
          <p:pic>
            <p:nvPicPr>
              <p:cNvPr id="4" name="Ink 3">
                <a:extLst>
                  <a:ext uri="{FF2B5EF4-FFF2-40B4-BE49-F238E27FC236}">
                    <a16:creationId xmlns:a16="http://schemas.microsoft.com/office/drawing/2014/main" id="{8CD26266-DF3D-10B4-9018-04F1A863899A}"/>
                  </a:ext>
                </a:extLst>
              </p:cNvPr>
              <p:cNvPicPr/>
              <p:nvPr/>
            </p:nvPicPr>
            <p:blipFill>
              <a:blip r:embed="rId8"/>
              <a:stretch>
                <a:fillRect/>
              </a:stretch>
            </p:blipFill>
            <p:spPr>
              <a:xfrm>
                <a:off x="1750680" y="2036520"/>
                <a:ext cx="8838720" cy="3676680"/>
              </a:xfrm>
              <a:prstGeom prst="rect">
                <a:avLst/>
              </a:prstGeom>
            </p:spPr>
          </p:pic>
        </mc:Fallback>
      </mc:AlternateContent>
    </p:spTree>
    <p:extLst>
      <p:ext uri="{BB962C8B-B14F-4D97-AF65-F5344CB8AC3E}">
        <p14:creationId xmlns:p14="http://schemas.microsoft.com/office/powerpoint/2010/main" val="4037031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Normalization technique for the hidden units.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B</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atch normalization normalizes the output of a previous layer by subtracting the batch mean and dividing by the batch standard deviation.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Done on mini-batches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Speed up training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Can be applied to any number of hidden layers.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can be applied before and after the activation function. However, research shows its best when applied before the activation function.</a:t>
            </a:r>
            <a:endParaRPr kumimoji="0" lang="en-IN"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CD0EC383-1277-4CEB-95EF-7600BE504EAA}"/>
                  </a:ext>
                </a:extLst>
              </p14:cNvPr>
              <p14:cNvContentPartPr/>
              <p14:nvPr/>
            </p14:nvContentPartPr>
            <p14:xfrm>
              <a:off x="3618711" y="3776003"/>
              <a:ext cx="284760" cy="172080"/>
            </p14:xfrm>
          </p:contentPart>
        </mc:Choice>
        <mc:Fallback xmlns="">
          <p:pic>
            <p:nvPicPr>
              <p:cNvPr id="3" name="Ink 2">
                <a:extLst>
                  <a:ext uri="{FF2B5EF4-FFF2-40B4-BE49-F238E27FC236}">
                    <a16:creationId xmlns:a16="http://schemas.microsoft.com/office/drawing/2014/main" id="{CD0EC383-1277-4CEB-95EF-7600BE504EAA}"/>
                  </a:ext>
                </a:extLst>
              </p:cNvPr>
              <p:cNvPicPr/>
              <p:nvPr/>
            </p:nvPicPr>
            <p:blipFill>
              <a:blip r:embed="rId4"/>
              <a:stretch>
                <a:fillRect/>
              </a:stretch>
            </p:blipFill>
            <p:spPr>
              <a:xfrm>
                <a:off x="3609711" y="3767363"/>
                <a:ext cx="3024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4CCA30B5-2C28-4B90-BFBC-FA88656B1107}"/>
                  </a:ext>
                </a:extLst>
              </p14:cNvPr>
              <p14:cNvContentPartPr/>
              <p14:nvPr/>
            </p14:nvContentPartPr>
            <p14:xfrm>
              <a:off x="7040151" y="4265603"/>
              <a:ext cx="328680" cy="174960"/>
            </p14:xfrm>
          </p:contentPart>
        </mc:Choice>
        <mc:Fallback xmlns="">
          <p:pic>
            <p:nvPicPr>
              <p:cNvPr id="4" name="Ink 3">
                <a:extLst>
                  <a:ext uri="{FF2B5EF4-FFF2-40B4-BE49-F238E27FC236}">
                    <a16:creationId xmlns:a16="http://schemas.microsoft.com/office/drawing/2014/main" id="{4CCA30B5-2C28-4B90-BFBC-FA88656B1107}"/>
                  </a:ext>
                </a:extLst>
              </p:cNvPr>
              <p:cNvPicPr/>
              <p:nvPr/>
            </p:nvPicPr>
            <p:blipFill>
              <a:blip r:embed="rId6"/>
              <a:stretch>
                <a:fillRect/>
              </a:stretch>
            </p:blipFill>
            <p:spPr>
              <a:xfrm>
                <a:off x="7031511" y="4256963"/>
                <a:ext cx="346320" cy="192600"/>
              </a:xfrm>
              <a:prstGeom prst="rect">
                <a:avLst/>
              </a:prstGeom>
            </p:spPr>
          </p:pic>
        </mc:Fallback>
      </mc:AlternateContent>
    </p:spTree>
    <p:extLst>
      <p:ext uri="{BB962C8B-B14F-4D97-AF65-F5344CB8AC3E}">
        <p14:creationId xmlns:p14="http://schemas.microsoft.com/office/powerpoint/2010/main" val="402559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BD7446CC-88FB-4173-AE93-38432FA15BA6}"/>
              </a:ext>
            </a:extLst>
          </p:cNvPr>
          <p:cNvPicPr>
            <a:picLocks noChangeAspect="1"/>
          </p:cNvPicPr>
          <p:nvPr/>
        </p:nvPicPr>
        <p:blipFill rotWithShape="1">
          <a:blip r:embed="rId3"/>
          <a:srcRect l="5626" t="39558" r="40245" b="26327"/>
          <a:stretch/>
        </p:blipFill>
        <p:spPr>
          <a:xfrm>
            <a:off x="2282312" y="1822348"/>
            <a:ext cx="7948318" cy="2816439"/>
          </a:xfrm>
          <a:prstGeom prst="rect">
            <a:avLst/>
          </a:prstGeom>
        </p:spPr>
      </p:pic>
      <p:sp>
        <p:nvSpPr>
          <p:cNvPr id="12" name="TextBox 11">
            <a:extLst>
              <a:ext uri="{FF2B5EF4-FFF2-40B4-BE49-F238E27FC236}">
                <a16:creationId xmlns:a16="http://schemas.microsoft.com/office/drawing/2014/main" id="{D5B13703-7B5B-498F-8DA8-1CF30B077D58}"/>
              </a:ext>
            </a:extLst>
          </p:cNvPr>
          <p:cNvSpPr txBox="1"/>
          <p:nvPr/>
        </p:nvSpPr>
        <p:spPr>
          <a:xfrm>
            <a:off x="2282312" y="5122613"/>
            <a:ext cx="7948318" cy="1569660"/>
          </a:xfrm>
          <a:prstGeom prst="rect">
            <a:avLst/>
          </a:prstGeom>
          <a:noFill/>
        </p:spPr>
        <p:txBody>
          <a:bodyPr wrap="square">
            <a:spAutoFit/>
          </a:bodyPr>
          <a:lstStyle/>
          <a:p>
            <a:r>
              <a:rPr lang="en-US" sz="2400" b="0" i="0" dirty="0">
                <a:solidFill>
                  <a:srgbClr val="000000"/>
                </a:solidFill>
                <a:effectLst/>
                <a:latin typeface="+mj-lt"/>
              </a:rPr>
              <a:t>Batch Norm is applied to the neurons’ output z just before applying the activation function (at the red line).</a:t>
            </a:r>
          </a:p>
          <a:p>
            <a:endParaRPr lang="en-US" sz="2400" dirty="0">
              <a:solidFill>
                <a:srgbClr val="000000"/>
              </a:solidFill>
              <a:latin typeface="+mj-lt"/>
            </a:endParaRPr>
          </a:p>
          <a:p>
            <a:endParaRPr lang="en-IN" sz="2400" dirty="0">
              <a:latin typeface="+mj-lt"/>
            </a:endParaRPr>
          </a:p>
        </p:txBody>
      </p:sp>
      <p:grpSp>
        <p:nvGrpSpPr>
          <p:cNvPr id="35" name="Group 34">
            <a:extLst>
              <a:ext uri="{FF2B5EF4-FFF2-40B4-BE49-F238E27FC236}">
                <a16:creationId xmlns:a16="http://schemas.microsoft.com/office/drawing/2014/main" id="{8600B8B0-F0B6-4652-B630-7AF7B28D22BB}"/>
              </a:ext>
            </a:extLst>
          </p:cNvPr>
          <p:cNvGrpSpPr/>
          <p:nvPr/>
        </p:nvGrpSpPr>
        <p:grpSpPr>
          <a:xfrm>
            <a:off x="8780391" y="831203"/>
            <a:ext cx="1752480" cy="451440"/>
            <a:chOff x="8780391" y="831203"/>
            <a:chExt cx="1752480" cy="451440"/>
          </a:xfrm>
        </p:grpSpPr>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CAC9FD45-C406-4698-9BF9-B5D0666DA7FB}"/>
                    </a:ext>
                  </a:extLst>
                </p14:cNvPr>
                <p14:cNvContentPartPr/>
                <p14:nvPr/>
              </p14:nvContentPartPr>
              <p14:xfrm>
                <a:off x="8780391" y="831203"/>
                <a:ext cx="739800" cy="208080"/>
              </p14:xfrm>
            </p:contentPart>
          </mc:Choice>
          <mc:Fallback xmlns="">
            <p:pic>
              <p:nvPicPr>
                <p:cNvPr id="30" name="Ink 29">
                  <a:extLst>
                    <a:ext uri="{FF2B5EF4-FFF2-40B4-BE49-F238E27FC236}">
                      <a16:creationId xmlns:a16="http://schemas.microsoft.com/office/drawing/2014/main" id="{CAC9FD45-C406-4698-9BF9-B5D0666DA7FB}"/>
                    </a:ext>
                  </a:extLst>
                </p:cNvPr>
                <p:cNvPicPr/>
                <p:nvPr/>
              </p:nvPicPr>
              <p:blipFill>
                <a:blip r:embed="rId5"/>
                <a:stretch>
                  <a:fillRect/>
                </a:stretch>
              </p:blipFill>
              <p:spPr>
                <a:xfrm>
                  <a:off x="8771751" y="822203"/>
                  <a:ext cx="7574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1" name="Ink 30">
                  <a:extLst>
                    <a:ext uri="{FF2B5EF4-FFF2-40B4-BE49-F238E27FC236}">
                      <a16:creationId xmlns:a16="http://schemas.microsoft.com/office/drawing/2014/main" id="{CFCBCC42-646B-4BBC-9558-DE0222677ABB}"/>
                    </a:ext>
                  </a:extLst>
                </p14:cNvPr>
                <p14:cNvContentPartPr/>
                <p14:nvPr/>
              </p14:nvContentPartPr>
              <p14:xfrm>
                <a:off x="9642951" y="918683"/>
                <a:ext cx="355680" cy="155160"/>
              </p14:xfrm>
            </p:contentPart>
          </mc:Choice>
          <mc:Fallback xmlns="">
            <p:pic>
              <p:nvPicPr>
                <p:cNvPr id="31" name="Ink 30">
                  <a:extLst>
                    <a:ext uri="{FF2B5EF4-FFF2-40B4-BE49-F238E27FC236}">
                      <a16:creationId xmlns:a16="http://schemas.microsoft.com/office/drawing/2014/main" id="{CFCBCC42-646B-4BBC-9558-DE0222677ABB}"/>
                    </a:ext>
                  </a:extLst>
                </p:cNvPr>
                <p:cNvPicPr/>
                <p:nvPr/>
              </p:nvPicPr>
              <p:blipFill>
                <a:blip r:embed="rId7"/>
                <a:stretch>
                  <a:fillRect/>
                </a:stretch>
              </p:blipFill>
              <p:spPr>
                <a:xfrm>
                  <a:off x="9634311" y="909683"/>
                  <a:ext cx="37332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B832EA78-547A-4E76-A727-17712B823B26}"/>
                    </a:ext>
                  </a:extLst>
                </p14:cNvPr>
                <p14:cNvContentPartPr/>
                <p14:nvPr/>
              </p14:nvContentPartPr>
              <p14:xfrm>
                <a:off x="10029951" y="980603"/>
                <a:ext cx="70200" cy="18360"/>
              </p14:xfrm>
            </p:contentPart>
          </mc:Choice>
          <mc:Fallback xmlns="">
            <p:pic>
              <p:nvPicPr>
                <p:cNvPr id="32" name="Ink 31">
                  <a:extLst>
                    <a:ext uri="{FF2B5EF4-FFF2-40B4-BE49-F238E27FC236}">
                      <a16:creationId xmlns:a16="http://schemas.microsoft.com/office/drawing/2014/main" id="{B832EA78-547A-4E76-A727-17712B823B26}"/>
                    </a:ext>
                  </a:extLst>
                </p:cNvPr>
                <p:cNvPicPr/>
                <p:nvPr/>
              </p:nvPicPr>
              <p:blipFill>
                <a:blip r:embed="rId9"/>
                <a:stretch>
                  <a:fillRect/>
                </a:stretch>
              </p:blipFill>
              <p:spPr>
                <a:xfrm>
                  <a:off x="10021311" y="971963"/>
                  <a:ext cx="87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3" name="Ink 32">
                  <a:extLst>
                    <a:ext uri="{FF2B5EF4-FFF2-40B4-BE49-F238E27FC236}">
                      <a16:creationId xmlns:a16="http://schemas.microsoft.com/office/drawing/2014/main" id="{27772BCA-866E-4C65-B963-73CB9B4B240E}"/>
                    </a:ext>
                  </a:extLst>
                </p14:cNvPr>
                <p14:cNvContentPartPr/>
                <p14:nvPr/>
              </p14:nvContentPartPr>
              <p14:xfrm>
                <a:off x="10099791" y="934163"/>
                <a:ext cx="161280" cy="348480"/>
              </p14:xfrm>
            </p:contentPart>
          </mc:Choice>
          <mc:Fallback xmlns="">
            <p:pic>
              <p:nvPicPr>
                <p:cNvPr id="33" name="Ink 32">
                  <a:extLst>
                    <a:ext uri="{FF2B5EF4-FFF2-40B4-BE49-F238E27FC236}">
                      <a16:creationId xmlns:a16="http://schemas.microsoft.com/office/drawing/2014/main" id="{27772BCA-866E-4C65-B963-73CB9B4B240E}"/>
                    </a:ext>
                  </a:extLst>
                </p:cNvPr>
                <p:cNvPicPr/>
                <p:nvPr/>
              </p:nvPicPr>
              <p:blipFill>
                <a:blip r:embed="rId11"/>
                <a:stretch>
                  <a:fillRect/>
                </a:stretch>
              </p:blipFill>
              <p:spPr>
                <a:xfrm>
                  <a:off x="10090791" y="925163"/>
                  <a:ext cx="1789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4" name="Ink 33">
                  <a:extLst>
                    <a:ext uri="{FF2B5EF4-FFF2-40B4-BE49-F238E27FC236}">
                      <a16:creationId xmlns:a16="http://schemas.microsoft.com/office/drawing/2014/main" id="{28806687-6B83-45D3-A856-A4957D875B3A}"/>
                    </a:ext>
                  </a:extLst>
                </p14:cNvPr>
                <p14:cNvContentPartPr/>
                <p14:nvPr/>
              </p14:nvContentPartPr>
              <p14:xfrm>
                <a:off x="10110951" y="1026683"/>
                <a:ext cx="421920" cy="70560"/>
              </p14:xfrm>
            </p:contentPart>
          </mc:Choice>
          <mc:Fallback xmlns="">
            <p:pic>
              <p:nvPicPr>
                <p:cNvPr id="34" name="Ink 33">
                  <a:extLst>
                    <a:ext uri="{FF2B5EF4-FFF2-40B4-BE49-F238E27FC236}">
                      <a16:creationId xmlns:a16="http://schemas.microsoft.com/office/drawing/2014/main" id="{28806687-6B83-45D3-A856-A4957D875B3A}"/>
                    </a:ext>
                  </a:extLst>
                </p:cNvPr>
                <p:cNvPicPr/>
                <p:nvPr/>
              </p:nvPicPr>
              <p:blipFill>
                <a:blip r:embed="rId13"/>
                <a:stretch>
                  <a:fillRect/>
                </a:stretch>
              </p:blipFill>
              <p:spPr>
                <a:xfrm>
                  <a:off x="10101951" y="1018043"/>
                  <a:ext cx="439560" cy="88200"/>
                </a:xfrm>
                <a:prstGeom prst="rect">
                  <a:avLst/>
                </a:prstGeom>
              </p:spPr>
            </p:pic>
          </mc:Fallback>
        </mc:AlternateContent>
      </p:grpSp>
      <p:grpSp>
        <p:nvGrpSpPr>
          <p:cNvPr id="37" name="Group 36">
            <a:extLst>
              <a:ext uri="{FF2B5EF4-FFF2-40B4-BE49-F238E27FC236}">
                <a16:creationId xmlns:a16="http://schemas.microsoft.com/office/drawing/2014/main" id="{1E70EAAA-2DC4-41C2-9D23-512A056C97C2}"/>
              </a:ext>
            </a:extLst>
          </p:cNvPr>
          <p:cNvGrpSpPr/>
          <p:nvPr/>
        </p:nvGrpSpPr>
        <p:grpSpPr>
          <a:xfrm>
            <a:off x="5175711" y="876923"/>
            <a:ext cx="3389040" cy="603720"/>
            <a:chOff x="5175711" y="876923"/>
            <a:chExt cx="3389040" cy="603720"/>
          </a:xfrm>
        </p:grpSpPr>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C74365F4-9B7C-4440-AE1A-230F58442761}"/>
                    </a:ext>
                  </a:extLst>
                </p14:cNvPr>
                <p14:cNvContentPartPr/>
                <p14:nvPr/>
              </p14:nvContentPartPr>
              <p14:xfrm>
                <a:off x="5872671" y="879803"/>
                <a:ext cx="181800" cy="116280"/>
              </p14:xfrm>
            </p:contentPart>
          </mc:Choice>
          <mc:Fallback xmlns="">
            <p:pic>
              <p:nvPicPr>
                <p:cNvPr id="3" name="Ink 2">
                  <a:extLst>
                    <a:ext uri="{FF2B5EF4-FFF2-40B4-BE49-F238E27FC236}">
                      <a16:creationId xmlns:a16="http://schemas.microsoft.com/office/drawing/2014/main" id="{C74365F4-9B7C-4440-AE1A-230F58442761}"/>
                    </a:ext>
                  </a:extLst>
                </p:cNvPr>
                <p:cNvPicPr/>
                <p:nvPr/>
              </p:nvPicPr>
              <p:blipFill>
                <a:blip r:embed="rId15"/>
                <a:stretch>
                  <a:fillRect/>
                </a:stretch>
              </p:blipFill>
              <p:spPr>
                <a:xfrm>
                  <a:off x="5863671" y="871163"/>
                  <a:ext cx="1994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Ink 4">
                  <a:extLst>
                    <a:ext uri="{FF2B5EF4-FFF2-40B4-BE49-F238E27FC236}">
                      <a16:creationId xmlns:a16="http://schemas.microsoft.com/office/drawing/2014/main" id="{C33F99A6-F15D-41F7-B806-737434001113}"/>
                    </a:ext>
                  </a:extLst>
                </p14:cNvPr>
                <p14:cNvContentPartPr/>
                <p14:nvPr/>
              </p14:nvContentPartPr>
              <p14:xfrm>
                <a:off x="6120351" y="940643"/>
                <a:ext cx="12240" cy="81720"/>
              </p14:xfrm>
            </p:contentPart>
          </mc:Choice>
          <mc:Fallback xmlns="">
            <p:pic>
              <p:nvPicPr>
                <p:cNvPr id="5" name="Ink 4">
                  <a:extLst>
                    <a:ext uri="{FF2B5EF4-FFF2-40B4-BE49-F238E27FC236}">
                      <a16:creationId xmlns:a16="http://schemas.microsoft.com/office/drawing/2014/main" id="{C33F99A6-F15D-41F7-B806-737434001113}"/>
                    </a:ext>
                  </a:extLst>
                </p:cNvPr>
                <p:cNvPicPr/>
                <p:nvPr/>
              </p:nvPicPr>
              <p:blipFill>
                <a:blip r:embed="rId17"/>
                <a:stretch>
                  <a:fillRect/>
                </a:stretch>
              </p:blipFill>
              <p:spPr>
                <a:xfrm>
                  <a:off x="6111351" y="932003"/>
                  <a:ext cx="298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1B5DDFF5-7B1E-48E1-B164-A5CBCE997153}"/>
                    </a:ext>
                  </a:extLst>
                </p14:cNvPr>
                <p14:cNvContentPartPr/>
                <p14:nvPr/>
              </p14:nvContentPartPr>
              <p14:xfrm>
                <a:off x="6201711" y="906803"/>
                <a:ext cx="222120" cy="129600"/>
              </p14:xfrm>
            </p:contentPart>
          </mc:Choice>
          <mc:Fallback xmlns="">
            <p:pic>
              <p:nvPicPr>
                <p:cNvPr id="6" name="Ink 5">
                  <a:extLst>
                    <a:ext uri="{FF2B5EF4-FFF2-40B4-BE49-F238E27FC236}">
                      <a16:creationId xmlns:a16="http://schemas.microsoft.com/office/drawing/2014/main" id="{1B5DDFF5-7B1E-48E1-B164-A5CBCE997153}"/>
                    </a:ext>
                  </a:extLst>
                </p:cNvPr>
                <p:cNvPicPr/>
                <p:nvPr/>
              </p:nvPicPr>
              <p:blipFill>
                <a:blip r:embed="rId19"/>
                <a:stretch>
                  <a:fillRect/>
                </a:stretch>
              </p:blipFill>
              <p:spPr>
                <a:xfrm>
                  <a:off x="6193071" y="897803"/>
                  <a:ext cx="2397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Ink 6">
                  <a:extLst>
                    <a:ext uri="{FF2B5EF4-FFF2-40B4-BE49-F238E27FC236}">
                      <a16:creationId xmlns:a16="http://schemas.microsoft.com/office/drawing/2014/main" id="{D6BB1C66-2291-47F3-B084-647C486B8B74}"/>
                    </a:ext>
                  </a:extLst>
                </p14:cNvPr>
                <p14:cNvContentPartPr/>
                <p14:nvPr/>
              </p14:nvContentPartPr>
              <p14:xfrm>
                <a:off x="6494751" y="876923"/>
                <a:ext cx="112680" cy="132840"/>
              </p14:xfrm>
            </p:contentPart>
          </mc:Choice>
          <mc:Fallback xmlns="">
            <p:pic>
              <p:nvPicPr>
                <p:cNvPr id="7" name="Ink 6">
                  <a:extLst>
                    <a:ext uri="{FF2B5EF4-FFF2-40B4-BE49-F238E27FC236}">
                      <a16:creationId xmlns:a16="http://schemas.microsoft.com/office/drawing/2014/main" id="{D6BB1C66-2291-47F3-B084-647C486B8B74}"/>
                    </a:ext>
                  </a:extLst>
                </p:cNvPr>
                <p:cNvPicPr/>
                <p:nvPr/>
              </p:nvPicPr>
              <p:blipFill>
                <a:blip r:embed="rId21"/>
                <a:stretch>
                  <a:fillRect/>
                </a:stretch>
              </p:blipFill>
              <p:spPr>
                <a:xfrm>
                  <a:off x="6485751" y="867923"/>
                  <a:ext cx="1303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 name="Ink 7">
                  <a:extLst>
                    <a:ext uri="{FF2B5EF4-FFF2-40B4-BE49-F238E27FC236}">
                      <a16:creationId xmlns:a16="http://schemas.microsoft.com/office/drawing/2014/main" id="{E3DB0782-48A5-4F6A-8CD9-2437E5E1C0EA}"/>
                    </a:ext>
                  </a:extLst>
                </p14:cNvPr>
                <p14:cNvContentPartPr/>
                <p14:nvPr/>
              </p14:nvContentPartPr>
              <p14:xfrm>
                <a:off x="6739191" y="906083"/>
                <a:ext cx="325800" cy="136440"/>
              </p14:xfrm>
            </p:contentPart>
          </mc:Choice>
          <mc:Fallback xmlns="">
            <p:pic>
              <p:nvPicPr>
                <p:cNvPr id="8" name="Ink 7">
                  <a:extLst>
                    <a:ext uri="{FF2B5EF4-FFF2-40B4-BE49-F238E27FC236}">
                      <a16:creationId xmlns:a16="http://schemas.microsoft.com/office/drawing/2014/main" id="{E3DB0782-48A5-4F6A-8CD9-2437E5E1C0EA}"/>
                    </a:ext>
                  </a:extLst>
                </p:cNvPr>
                <p:cNvPicPr/>
                <p:nvPr/>
              </p:nvPicPr>
              <p:blipFill>
                <a:blip r:embed="rId23"/>
                <a:stretch>
                  <a:fillRect/>
                </a:stretch>
              </p:blipFill>
              <p:spPr>
                <a:xfrm>
                  <a:off x="6730551" y="897083"/>
                  <a:ext cx="3434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Ink 9">
                  <a:extLst>
                    <a:ext uri="{FF2B5EF4-FFF2-40B4-BE49-F238E27FC236}">
                      <a16:creationId xmlns:a16="http://schemas.microsoft.com/office/drawing/2014/main" id="{0A8423FA-3A3E-4CC6-8B55-2E20A0F05045}"/>
                    </a:ext>
                  </a:extLst>
                </p14:cNvPr>
                <p14:cNvContentPartPr/>
                <p14:nvPr/>
              </p14:nvContentPartPr>
              <p14:xfrm>
                <a:off x="7146711" y="902843"/>
                <a:ext cx="155520" cy="108720"/>
              </p14:xfrm>
            </p:contentPart>
          </mc:Choice>
          <mc:Fallback xmlns="">
            <p:pic>
              <p:nvPicPr>
                <p:cNvPr id="10" name="Ink 9">
                  <a:extLst>
                    <a:ext uri="{FF2B5EF4-FFF2-40B4-BE49-F238E27FC236}">
                      <a16:creationId xmlns:a16="http://schemas.microsoft.com/office/drawing/2014/main" id="{0A8423FA-3A3E-4CC6-8B55-2E20A0F05045}"/>
                    </a:ext>
                  </a:extLst>
                </p:cNvPr>
                <p:cNvPicPr/>
                <p:nvPr/>
              </p:nvPicPr>
              <p:blipFill>
                <a:blip r:embed="rId25"/>
                <a:stretch>
                  <a:fillRect/>
                </a:stretch>
              </p:blipFill>
              <p:spPr>
                <a:xfrm>
                  <a:off x="7138071" y="893843"/>
                  <a:ext cx="1731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Ink 10">
                  <a:extLst>
                    <a:ext uri="{FF2B5EF4-FFF2-40B4-BE49-F238E27FC236}">
                      <a16:creationId xmlns:a16="http://schemas.microsoft.com/office/drawing/2014/main" id="{FE7A93F8-36EA-498A-8BB8-933E63C8F72F}"/>
                    </a:ext>
                  </a:extLst>
                </p14:cNvPr>
                <p14:cNvContentPartPr/>
                <p14:nvPr/>
              </p14:nvContentPartPr>
              <p14:xfrm>
                <a:off x="7107831" y="904643"/>
                <a:ext cx="148320" cy="146520"/>
              </p14:xfrm>
            </p:contentPart>
          </mc:Choice>
          <mc:Fallback xmlns="">
            <p:pic>
              <p:nvPicPr>
                <p:cNvPr id="11" name="Ink 10">
                  <a:extLst>
                    <a:ext uri="{FF2B5EF4-FFF2-40B4-BE49-F238E27FC236}">
                      <a16:creationId xmlns:a16="http://schemas.microsoft.com/office/drawing/2014/main" id="{FE7A93F8-36EA-498A-8BB8-933E63C8F72F}"/>
                    </a:ext>
                  </a:extLst>
                </p:cNvPr>
                <p:cNvPicPr/>
                <p:nvPr/>
              </p:nvPicPr>
              <p:blipFill>
                <a:blip r:embed="rId27"/>
                <a:stretch>
                  <a:fillRect/>
                </a:stretch>
              </p:blipFill>
              <p:spPr>
                <a:xfrm>
                  <a:off x="7098831" y="895643"/>
                  <a:ext cx="1659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Ink 12">
                  <a:extLst>
                    <a:ext uri="{FF2B5EF4-FFF2-40B4-BE49-F238E27FC236}">
                      <a16:creationId xmlns:a16="http://schemas.microsoft.com/office/drawing/2014/main" id="{6DB82954-A6B8-43D3-9692-2C1B0D153774}"/>
                    </a:ext>
                  </a:extLst>
                </p14:cNvPr>
                <p14:cNvContentPartPr/>
                <p14:nvPr/>
              </p14:nvContentPartPr>
              <p14:xfrm>
                <a:off x="7302591" y="1014803"/>
                <a:ext cx="104040" cy="66960"/>
              </p14:xfrm>
            </p:contentPart>
          </mc:Choice>
          <mc:Fallback xmlns="">
            <p:pic>
              <p:nvPicPr>
                <p:cNvPr id="13" name="Ink 12">
                  <a:extLst>
                    <a:ext uri="{FF2B5EF4-FFF2-40B4-BE49-F238E27FC236}">
                      <a16:creationId xmlns:a16="http://schemas.microsoft.com/office/drawing/2014/main" id="{6DB82954-A6B8-43D3-9692-2C1B0D153774}"/>
                    </a:ext>
                  </a:extLst>
                </p:cNvPr>
                <p:cNvPicPr/>
                <p:nvPr/>
              </p:nvPicPr>
              <p:blipFill>
                <a:blip r:embed="rId29"/>
                <a:stretch>
                  <a:fillRect/>
                </a:stretch>
              </p:blipFill>
              <p:spPr>
                <a:xfrm>
                  <a:off x="7293951" y="1005803"/>
                  <a:ext cx="1216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Ink 13">
                  <a:extLst>
                    <a:ext uri="{FF2B5EF4-FFF2-40B4-BE49-F238E27FC236}">
                      <a16:creationId xmlns:a16="http://schemas.microsoft.com/office/drawing/2014/main" id="{31E1BA60-46BA-4D93-B33B-312FFE2319D0}"/>
                    </a:ext>
                  </a:extLst>
                </p14:cNvPr>
                <p14:cNvContentPartPr/>
                <p14:nvPr/>
              </p14:nvContentPartPr>
              <p14:xfrm>
                <a:off x="7403391" y="937403"/>
                <a:ext cx="136800" cy="138960"/>
              </p14:xfrm>
            </p:contentPart>
          </mc:Choice>
          <mc:Fallback xmlns="">
            <p:pic>
              <p:nvPicPr>
                <p:cNvPr id="14" name="Ink 13">
                  <a:extLst>
                    <a:ext uri="{FF2B5EF4-FFF2-40B4-BE49-F238E27FC236}">
                      <a16:creationId xmlns:a16="http://schemas.microsoft.com/office/drawing/2014/main" id="{31E1BA60-46BA-4D93-B33B-312FFE2319D0}"/>
                    </a:ext>
                  </a:extLst>
                </p:cNvPr>
                <p:cNvPicPr/>
                <p:nvPr/>
              </p:nvPicPr>
              <p:blipFill>
                <a:blip r:embed="rId31"/>
                <a:stretch>
                  <a:fillRect/>
                </a:stretch>
              </p:blipFill>
              <p:spPr>
                <a:xfrm>
                  <a:off x="7394751" y="928403"/>
                  <a:ext cx="1544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Ink 15">
                  <a:extLst>
                    <a:ext uri="{FF2B5EF4-FFF2-40B4-BE49-F238E27FC236}">
                      <a16:creationId xmlns:a16="http://schemas.microsoft.com/office/drawing/2014/main" id="{A39A7D86-5792-4874-BDC6-E2B19257AFD3}"/>
                    </a:ext>
                  </a:extLst>
                </p14:cNvPr>
                <p14:cNvContentPartPr/>
                <p14:nvPr/>
              </p14:nvContentPartPr>
              <p14:xfrm>
                <a:off x="7628031" y="997883"/>
                <a:ext cx="253800" cy="153000"/>
              </p14:xfrm>
            </p:contentPart>
          </mc:Choice>
          <mc:Fallback xmlns="">
            <p:pic>
              <p:nvPicPr>
                <p:cNvPr id="16" name="Ink 15">
                  <a:extLst>
                    <a:ext uri="{FF2B5EF4-FFF2-40B4-BE49-F238E27FC236}">
                      <a16:creationId xmlns:a16="http://schemas.microsoft.com/office/drawing/2014/main" id="{A39A7D86-5792-4874-BDC6-E2B19257AFD3}"/>
                    </a:ext>
                  </a:extLst>
                </p:cNvPr>
                <p:cNvPicPr/>
                <p:nvPr/>
              </p:nvPicPr>
              <p:blipFill>
                <a:blip r:embed="rId33"/>
                <a:stretch>
                  <a:fillRect/>
                </a:stretch>
              </p:blipFill>
              <p:spPr>
                <a:xfrm>
                  <a:off x="7619391" y="989243"/>
                  <a:ext cx="27144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C71E908B-789D-4758-B9A7-9ED4C256EA74}"/>
                    </a:ext>
                  </a:extLst>
                </p14:cNvPr>
                <p14:cNvContentPartPr/>
                <p14:nvPr/>
              </p14:nvContentPartPr>
              <p14:xfrm>
                <a:off x="7780671" y="1048283"/>
                <a:ext cx="131760" cy="154800"/>
              </p14:xfrm>
            </p:contentPart>
          </mc:Choice>
          <mc:Fallback xmlns="">
            <p:pic>
              <p:nvPicPr>
                <p:cNvPr id="18" name="Ink 17">
                  <a:extLst>
                    <a:ext uri="{FF2B5EF4-FFF2-40B4-BE49-F238E27FC236}">
                      <a16:creationId xmlns:a16="http://schemas.microsoft.com/office/drawing/2014/main" id="{C71E908B-789D-4758-B9A7-9ED4C256EA74}"/>
                    </a:ext>
                  </a:extLst>
                </p:cNvPr>
                <p:cNvPicPr/>
                <p:nvPr/>
              </p:nvPicPr>
              <p:blipFill>
                <a:blip r:embed="rId35"/>
                <a:stretch>
                  <a:fillRect/>
                </a:stretch>
              </p:blipFill>
              <p:spPr>
                <a:xfrm>
                  <a:off x="7771671" y="1039283"/>
                  <a:ext cx="1494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D98C754A-899E-4586-A2C2-9BC5521ED07D}"/>
                    </a:ext>
                  </a:extLst>
                </p14:cNvPr>
                <p14:cNvContentPartPr/>
                <p14:nvPr/>
              </p14:nvContentPartPr>
              <p14:xfrm>
                <a:off x="7970031" y="984203"/>
                <a:ext cx="139320" cy="105480"/>
              </p14:xfrm>
            </p:contentPart>
          </mc:Choice>
          <mc:Fallback xmlns="">
            <p:pic>
              <p:nvPicPr>
                <p:cNvPr id="20" name="Ink 19">
                  <a:extLst>
                    <a:ext uri="{FF2B5EF4-FFF2-40B4-BE49-F238E27FC236}">
                      <a16:creationId xmlns:a16="http://schemas.microsoft.com/office/drawing/2014/main" id="{D98C754A-899E-4586-A2C2-9BC5521ED07D}"/>
                    </a:ext>
                  </a:extLst>
                </p:cNvPr>
                <p:cNvPicPr/>
                <p:nvPr/>
              </p:nvPicPr>
              <p:blipFill>
                <a:blip r:embed="rId37"/>
                <a:stretch>
                  <a:fillRect/>
                </a:stretch>
              </p:blipFill>
              <p:spPr>
                <a:xfrm>
                  <a:off x="7961031" y="975203"/>
                  <a:ext cx="1569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5A8741E4-14D6-4465-8938-C2809946B890}"/>
                    </a:ext>
                  </a:extLst>
                </p14:cNvPr>
                <p14:cNvContentPartPr/>
                <p14:nvPr/>
              </p14:nvContentPartPr>
              <p14:xfrm>
                <a:off x="8106471" y="1056563"/>
                <a:ext cx="109440" cy="135720"/>
              </p14:xfrm>
            </p:contentPart>
          </mc:Choice>
          <mc:Fallback xmlns="">
            <p:pic>
              <p:nvPicPr>
                <p:cNvPr id="22" name="Ink 21">
                  <a:extLst>
                    <a:ext uri="{FF2B5EF4-FFF2-40B4-BE49-F238E27FC236}">
                      <a16:creationId xmlns:a16="http://schemas.microsoft.com/office/drawing/2014/main" id="{5A8741E4-14D6-4465-8938-C2809946B890}"/>
                    </a:ext>
                  </a:extLst>
                </p:cNvPr>
                <p:cNvPicPr/>
                <p:nvPr/>
              </p:nvPicPr>
              <p:blipFill>
                <a:blip r:embed="rId39"/>
                <a:stretch>
                  <a:fillRect/>
                </a:stretch>
              </p:blipFill>
              <p:spPr>
                <a:xfrm>
                  <a:off x="8097471" y="1047923"/>
                  <a:ext cx="1270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Ink 22">
                  <a:extLst>
                    <a:ext uri="{FF2B5EF4-FFF2-40B4-BE49-F238E27FC236}">
                      <a16:creationId xmlns:a16="http://schemas.microsoft.com/office/drawing/2014/main" id="{C791440C-0421-4AB3-B01C-A2F5CD6A1BBC}"/>
                    </a:ext>
                  </a:extLst>
                </p14:cNvPr>
                <p14:cNvContentPartPr/>
                <p14:nvPr/>
              </p14:nvContentPartPr>
              <p14:xfrm>
                <a:off x="8265591" y="973403"/>
                <a:ext cx="160560" cy="153000"/>
              </p14:xfrm>
            </p:contentPart>
          </mc:Choice>
          <mc:Fallback xmlns="">
            <p:pic>
              <p:nvPicPr>
                <p:cNvPr id="23" name="Ink 22">
                  <a:extLst>
                    <a:ext uri="{FF2B5EF4-FFF2-40B4-BE49-F238E27FC236}">
                      <a16:creationId xmlns:a16="http://schemas.microsoft.com/office/drawing/2014/main" id="{C791440C-0421-4AB3-B01C-A2F5CD6A1BBC}"/>
                    </a:ext>
                  </a:extLst>
                </p:cNvPr>
                <p:cNvPicPr/>
                <p:nvPr/>
              </p:nvPicPr>
              <p:blipFill>
                <a:blip r:embed="rId41"/>
                <a:stretch>
                  <a:fillRect/>
                </a:stretch>
              </p:blipFill>
              <p:spPr>
                <a:xfrm>
                  <a:off x="8256951" y="964763"/>
                  <a:ext cx="17820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Ink 23">
                  <a:extLst>
                    <a:ext uri="{FF2B5EF4-FFF2-40B4-BE49-F238E27FC236}">
                      <a16:creationId xmlns:a16="http://schemas.microsoft.com/office/drawing/2014/main" id="{03B1A43F-4967-4940-9311-BDAFB315711B}"/>
                    </a:ext>
                  </a:extLst>
                </p14:cNvPr>
                <p14:cNvContentPartPr/>
                <p14:nvPr/>
              </p14:nvContentPartPr>
              <p14:xfrm>
                <a:off x="8447391" y="969443"/>
                <a:ext cx="117360" cy="126720"/>
              </p14:xfrm>
            </p:contentPart>
          </mc:Choice>
          <mc:Fallback xmlns="">
            <p:pic>
              <p:nvPicPr>
                <p:cNvPr id="24" name="Ink 23">
                  <a:extLst>
                    <a:ext uri="{FF2B5EF4-FFF2-40B4-BE49-F238E27FC236}">
                      <a16:creationId xmlns:a16="http://schemas.microsoft.com/office/drawing/2014/main" id="{03B1A43F-4967-4940-9311-BDAFB315711B}"/>
                    </a:ext>
                  </a:extLst>
                </p:cNvPr>
                <p:cNvPicPr/>
                <p:nvPr/>
              </p:nvPicPr>
              <p:blipFill>
                <a:blip r:embed="rId43"/>
                <a:stretch>
                  <a:fillRect/>
                </a:stretch>
              </p:blipFill>
              <p:spPr>
                <a:xfrm>
                  <a:off x="8438391" y="960443"/>
                  <a:ext cx="135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82F8E8B-FF50-4933-86CB-1854257D1C21}"/>
                    </a:ext>
                  </a:extLst>
                </p14:cNvPr>
                <p14:cNvContentPartPr/>
                <p14:nvPr/>
              </p14:nvContentPartPr>
              <p14:xfrm>
                <a:off x="5175711" y="912563"/>
                <a:ext cx="183600" cy="112680"/>
              </p14:xfrm>
            </p:contentPart>
          </mc:Choice>
          <mc:Fallback xmlns="">
            <p:pic>
              <p:nvPicPr>
                <p:cNvPr id="26" name="Ink 25">
                  <a:extLst>
                    <a:ext uri="{FF2B5EF4-FFF2-40B4-BE49-F238E27FC236}">
                      <a16:creationId xmlns:a16="http://schemas.microsoft.com/office/drawing/2014/main" id="{982F8E8B-FF50-4933-86CB-1854257D1C21}"/>
                    </a:ext>
                  </a:extLst>
                </p:cNvPr>
                <p:cNvPicPr/>
                <p:nvPr/>
              </p:nvPicPr>
              <p:blipFill>
                <a:blip r:embed="rId45"/>
                <a:stretch>
                  <a:fillRect/>
                </a:stretch>
              </p:blipFill>
              <p:spPr>
                <a:xfrm>
                  <a:off x="5167071" y="903923"/>
                  <a:ext cx="2012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E2077DE0-54BF-4357-9523-CF018CDB08BD}"/>
                    </a:ext>
                  </a:extLst>
                </p14:cNvPr>
                <p14:cNvContentPartPr/>
                <p14:nvPr/>
              </p14:nvContentPartPr>
              <p14:xfrm>
                <a:off x="5401071" y="978083"/>
                <a:ext cx="10080" cy="97560"/>
              </p14:xfrm>
            </p:contentPart>
          </mc:Choice>
          <mc:Fallback xmlns="">
            <p:pic>
              <p:nvPicPr>
                <p:cNvPr id="27" name="Ink 26">
                  <a:extLst>
                    <a:ext uri="{FF2B5EF4-FFF2-40B4-BE49-F238E27FC236}">
                      <a16:creationId xmlns:a16="http://schemas.microsoft.com/office/drawing/2014/main" id="{E2077DE0-54BF-4357-9523-CF018CDB08BD}"/>
                    </a:ext>
                  </a:extLst>
                </p:cNvPr>
                <p:cNvPicPr/>
                <p:nvPr/>
              </p:nvPicPr>
              <p:blipFill>
                <a:blip r:embed="rId47"/>
                <a:stretch>
                  <a:fillRect/>
                </a:stretch>
              </p:blipFill>
              <p:spPr>
                <a:xfrm>
                  <a:off x="5392431" y="969083"/>
                  <a:ext cx="277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92D69EF6-4083-465F-BD48-0853915AE4AB}"/>
                    </a:ext>
                  </a:extLst>
                </p14:cNvPr>
                <p14:cNvContentPartPr/>
                <p14:nvPr/>
              </p14:nvContentPartPr>
              <p14:xfrm>
                <a:off x="5507271" y="968723"/>
                <a:ext cx="105480" cy="74160"/>
              </p14:xfrm>
            </p:contentPart>
          </mc:Choice>
          <mc:Fallback xmlns="">
            <p:pic>
              <p:nvPicPr>
                <p:cNvPr id="28" name="Ink 27">
                  <a:extLst>
                    <a:ext uri="{FF2B5EF4-FFF2-40B4-BE49-F238E27FC236}">
                      <a16:creationId xmlns:a16="http://schemas.microsoft.com/office/drawing/2014/main" id="{92D69EF6-4083-465F-BD48-0853915AE4AB}"/>
                    </a:ext>
                  </a:extLst>
                </p:cNvPr>
                <p:cNvPicPr/>
                <p:nvPr/>
              </p:nvPicPr>
              <p:blipFill>
                <a:blip r:embed="rId49"/>
                <a:stretch>
                  <a:fillRect/>
                </a:stretch>
              </p:blipFill>
              <p:spPr>
                <a:xfrm>
                  <a:off x="5498271" y="960083"/>
                  <a:ext cx="1231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EC30E36C-BEF2-4DE8-B2F4-ED56CC0E9A6C}"/>
                    </a:ext>
                  </a:extLst>
                </p14:cNvPr>
                <p14:cNvContentPartPr/>
                <p14:nvPr/>
              </p14:nvContentPartPr>
              <p14:xfrm>
                <a:off x="5845311" y="1142963"/>
                <a:ext cx="2636280" cy="337680"/>
              </p14:xfrm>
            </p:contentPart>
          </mc:Choice>
          <mc:Fallback xmlns="">
            <p:pic>
              <p:nvPicPr>
                <p:cNvPr id="36" name="Ink 35">
                  <a:extLst>
                    <a:ext uri="{FF2B5EF4-FFF2-40B4-BE49-F238E27FC236}">
                      <a16:creationId xmlns:a16="http://schemas.microsoft.com/office/drawing/2014/main" id="{EC30E36C-BEF2-4DE8-B2F4-ED56CC0E9A6C}"/>
                    </a:ext>
                  </a:extLst>
                </p:cNvPr>
                <p:cNvPicPr/>
                <p:nvPr/>
              </p:nvPicPr>
              <p:blipFill>
                <a:blip r:embed="rId51"/>
                <a:stretch>
                  <a:fillRect/>
                </a:stretch>
              </p:blipFill>
              <p:spPr>
                <a:xfrm>
                  <a:off x="5836671" y="1133963"/>
                  <a:ext cx="2653920" cy="355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1C271D8B-F43E-4D0C-B12C-6E7929DBD430}"/>
                  </a:ext>
                </a:extLst>
              </p14:cNvPr>
              <p14:cNvContentPartPr/>
              <p14:nvPr/>
            </p14:nvContentPartPr>
            <p14:xfrm>
              <a:off x="4727151" y="1614203"/>
              <a:ext cx="281160" cy="378000"/>
            </p14:xfrm>
          </p:contentPart>
        </mc:Choice>
        <mc:Fallback xmlns="">
          <p:pic>
            <p:nvPicPr>
              <p:cNvPr id="38" name="Ink 37">
                <a:extLst>
                  <a:ext uri="{FF2B5EF4-FFF2-40B4-BE49-F238E27FC236}">
                    <a16:creationId xmlns:a16="http://schemas.microsoft.com/office/drawing/2014/main" id="{1C271D8B-F43E-4D0C-B12C-6E7929DBD430}"/>
                  </a:ext>
                </a:extLst>
              </p:cNvPr>
              <p:cNvPicPr/>
              <p:nvPr/>
            </p:nvPicPr>
            <p:blipFill>
              <a:blip r:embed="rId53"/>
              <a:stretch>
                <a:fillRect/>
              </a:stretch>
            </p:blipFill>
            <p:spPr>
              <a:xfrm>
                <a:off x="4718511" y="1605563"/>
                <a:ext cx="298800" cy="395640"/>
              </a:xfrm>
              <a:prstGeom prst="rect">
                <a:avLst/>
              </a:prstGeom>
            </p:spPr>
          </p:pic>
        </mc:Fallback>
      </mc:AlternateContent>
    </p:spTree>
    <p:extLst>
      <p:ext uri="{BB962C8B-B14F-4D97-AF65-F5344CB8AC3E}">
        <p14:creationId xmlns:p14="http://schemas.microsoft.com/office/powerpoint/2010/main" val="357030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5178009"/>
            <a:ext cx="5429865" cy="144938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None/>
              <a:tabLst/>
              <a:defRPr/>
            </a:pPr>
            <a:r>
              <a:rPr lang="en-US" dirty="0">
                <a:solidFill>
                  <a:prstClr val="black"/>
                </a:solidFill>
                <a:latin typeface="Calibri" panose="020F0502020204030204"/>
              </a:rPr>
              <a:t>Mean: Mean of batch, Std dev. of batch</a:t>
            </a:r>
          </a:p>
          <a:p>
            <a:pPr marL="457200" marR="0" lvl="1" indent="0" algn="l" defTabSz="914400" rtl="0" eaLnBrk="1" fontAlgn="auto" latinLnBrk="0" hangingPunct="1">
              <a:lnSpc>
                <a:spcPct val="90000"/>
              </a:lnSpc>
              <a:spcBef>
                <a:spcPts val="500"/>
              </a:spcBef>
              <a:spcAft>
                <a:spcPts val="0"/>
              </a:spcAft>
              <a:buClrTx/>
              <a:buSzTx/>
              <a:buNone/>
              <a:tabLst/>
              <a:defRPr/>
            </a:pPr>
            <a:r>
              <a:rPr lang="en-US" dirty="0">
                <a:solidFill>
                  <a:prstClr val="black"/>
                </a:solidFill>
                <a:latin typeface="Calibri" panose="020F0502020204030204"/>
              </a:rPr>
              <a:t>Z: net input</a:t>
            </a:r>
          </a:p>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i="0" u="none" strike="noStrike" kern="1200" cap="none" spc="0" normalizeH="0" baseline="0" noProof="0" dirty="0">
                <a:ln>
                  <a:noFill/>
                </a:ln>
                <a:solidFill>
                  <a:prstClr val="black"/>
                </a:solidFill>
                <a:effectLst/>
                <a:uLnTx/>
                <a:uFillTx/>
                <a:latin typeface="Calibri Light" panose="020F0302020204030204"/>
                <a:ea typeface="+mn-ea"/>
                <a:cs typeface="+mn-cs"/>
              </a:rPr>
              <a:t>γ</a:t>
            </a:r>
            <a:r>
              <a:rPr lang="en-US" dirty="0">
                <a:solidFill>
                  <a:prstClr val="black"/>
                </a:solidFill>
                <a:latin typeface="Calibri Light" panose="020F0302020204030204"/>
              </a:rPr>
              <a:t> : Scaling factor</a:t>
            </a:r>
          </a:p>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dirty="0">
                <a:solidFill>
                  <a:prstClr val="black"/>
                </a:solidFill>
                <a:latin typeface="Calibri Light" panose="020F0302020204030204"/>
              </a:rPr>
              <a:t> : Shifting factor</a:t>
            </a:r>
            <a:endParaRPr lang="en-US" b="1" dirty="0">
              <a:solidFill>
                <a:prstClr val="black"/>
              </a:solidFill>
              <a:latin typeface="Calibri Light" panose="020F0302020204030204"/>
            </a:endParaRPr>
          </a:p>
          <a:p>
            <a:pPr marL="457200" marR="0" lvl="1" indent="0" algn="l" defTabSz="914400" rtl="0" eaLnBrk="1" fontAlgn="auto" latinLnBrk="0" hangingPunct="1">
              <a:lnSpc>
                <a:spcPct val="90000"/>
              </a:lnSpc>
              <a:spcBef>
                <a:spcPts val="500"/>
              </a:spcBef>
              <a:spcAft>
                <a:spcPts val="0"/>
              </a:spcAft>
              <a:buClrTx/>
              <a:buSzTx/>
              <a:buNone/>
              <a:tabLst/>
              <a:defRPr/>
            </a:pPr>
            <a:endParaRPr lang="en-US" dirty="0">
              <a:solidFill>
                <a:prstClr val="black"/>
              </a:solidFill>
              <a:latin typeface="Calibri" panose="020F0502020204030204"/>
            </a:endParaRP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E1BE9B7-BDC8-4302-89B3-A40991E134D7}"/>
              </a:ext>
            </a:extLst>
          </p:cNvPr>
          <p:cNvPicPr>
            <a:picLocks noChangeAspect="1"/>
          </p:cNvPicPr>
          <p:nvPr/>
        </p:nvPicPr>
        <p:blipFill rotWithShape="1">
          <a:blip r:embed="rId3"/>
          <a:srcRect l="24960" t="31465" r="46393" b="46666"/>
          <a:stretch/>
        </p:blipFill>
        <p:spPr>
          <a:xfrm>
            <a:off x="1903751" y="1679991"/>
            <a:ext cx="8172936" cy="3507697"/>
          </a:xfrm>
          <a:prstGeom prst="rect">
            <a:avLst/>
          </a:prstGeom>
        </p:spPr>
      </p:pic>
      <p:sp>
        <p:nvSpPr>
          <p:cNvPr id="14" name="Content Placeholder 2">
            <a:extLst>
              <a:ext uri="{FF2B5EF4-FFF2-40B4-BE49-F238E27FC236}">
                <a16:creationId xmlns:a16="http://schemas.microsoft.com/office/drawing/2014/main" id="{20D709D1-B25C-42DF-A823-C3B627C168AC}"/>
              </a:ext>
            </a:extLst>
          </p:cNvPr>
          <p:cNvSpPr txBox="1">
            <a:spLocks/>
          </p:cNvSpPr>
          <p:nvPr/>
        </p:nvSpPr>
        <p:spPr>
          <a:xfrm>
            <a:off x="6651523" y="5291723"/>
            <a:ext cx="4960377" cy="132584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0" algn="l" defTabSz="914400" rtl="0" eaLnBrk="1" fontAlgn="auto" latinLnBrk="0" hangingPunct="1">
              <a:lnSpc>
                <a:spcPct val="90000"/>
              </a:lnSpc>
              <a:spcBef>
                <a:spcPts val="500"/>
              </a:spcBef>
              <a:spcAft>
                <a:spcPts val="0"/>
              </a:spcAft>
              <a:buClrTx/>
              <a:buSzTx/>
              <a:buNone/>
              <a:tabLst/>
              <a:defRPr/>
            </a:pPr>
            <a:r>
              <a:rPr kumimoji="0" lang="el-GR" sz="2400" b="1" i="0" u="none" strike="noStrike" kern="1200" cap="none" spc="0" normalizeH="0" baseline="0" noProof="0" dirty="0">
                <a:ln>
                  <a:noFill/>
                </a:ln>
                <a:solidFill>
                  <a:prstClr val="black"/>
                </a:solidFill>
                <a:effectLst/>
                <a:uLnTx/>
                <a:uFillTx/>
                <a:latin typeface="Calibri Light" panose="020F0302020204030204"/>
                <a:ea typeface="+mn-ea"/>
                <a:cs typeface="+mn-cs"/>
              </a:rPr>
              <a:t>γ</a:t>
            </a:r>
            <a:r>
              <a:rPr lang="en-US" b="1" dirty="0">
                <a:solidFill>
                  <a:prstClr val="black"/>
                </a:solidFill>
                <a:latin typeface="Calibri Light" panose="020F0302020204030204"/>
              </a:rPr>
              <a:t> and </a:t>
            </a:r>
            <a:r>
              <a:rPr kumimoji="0" lang="el-GR" sz="2400" b="1"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b="1" dirty="0">
                <a:solidFill>
                  <a:prstClr val="black"/>
                </a:solidFill>
                <a:latin typeface="Calibri Light" panose="020F0302020204030204"/>
              </a:rPr>
              <a:t> </a:t>
            </a:r>
          </a:p>
          <a:p>
            <a:pPr lvl="1">
              <a:defRPr/>
            </a:pPr>
            <a:r>
              <a:rPr lang="en-US" b="1" dirty="0">
                <a:solidFill>
                  <a:prstClr val="black"/>
                </a:solidFill>
                <a:latin typeface="Calibri Light" panose="020F0302020204030204"/>
              </a:rPr>
              <a:t>Used to adjust the distribution.</a:t>
            </a:r>
          </a:p>
          <a:p>
            <a:pPr lvl="1">
              <a:defRPr/>
            </a:pPr>
            <a:r>
              <a:rPr lang="en-US" b="1" dirty="0">
                <a:solidFill>
                  <a:prstClr val="black"/>
                </a:solidFill>
                <a:latin typeface="Calibri Light" panose="020F0302020204030204"/>
              </a:rPr>
              <a:t>Learned over epochs along with w</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6DDE6EF-8ED0-434C-AC1D-CAD86427DFF7}"/>
                  </a:ext>
                </a:extLst>
              </p14:cNvPr>
              <p14:cNvContentPartPr/>
              <p14:nvPr/>
            </p14:nvContentPartPr>
            <p14:xfrm>
              <a:off x="2905920" y="2337480"/>
              <a:ext cx="8776440" cy="2527920"/>
            </p14:xfrm>
          </p:contentPart>
        </mc:Choice>
        <mc:Fallback xmlns="">
          <p:pic>
            <p:nvPicPr>
              <p:cNvPr id="3" name="Ink 2">
                <a:extLst>
                  <a:ext uri="{FF2B5EF4-FFF2-40B4-BE49-F238E27FC236}">
                    <a16:creationId xmlns:a16="http://schemas.microsoft.com/office/drawing/2014/main" id="{46DDE6EF-8ED0-434C-AC1D-CAD86427DFF7}"/>
                  </a:ext>
                </a:extLst>
              </p:cNvPr>
              <p:cNvPicPr/>
              <p:nvPr/>
            </p:nvPicPr>
            <p:blipFill>
              <a:blip r:embed="rId5"/>
              <a:stretch>
                <a:fillRect/>
              </a:stretch>
            </p:blipFill>
            <p:spPr>
              <a:xfrm>
                <a:off x="2896560" y="2328120"/>
                <a:ext cx="8795160" cy="2546640"/>
              </a:xfrm>
              <a:prstGeom prst="rect">
                <a:avLst/>
              </a:prstGeom>
            </p:spPr>
          </p:pic>
        </mc:Fallback>
      </mc:AlternateContent>
    </p:spTree>
    <p:extLst>
      <p:ext uri="{BB962C8B-B14F-4D97-AF65-F5344CB8AC3E}">
        <p14:creationId xmlns:p14="http://schemas.microsoft.com/office/powerpoint/2010/main" val="165790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Batch Normalization</a:t>
            </a: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pic>
        <p:nvPicPr>
          <p:cNvPr id="4" name="Picture 3">
            <a:extLst>
              <a:ext uri="{FF2B5EF4-FFF2-40B4-BE49-F238E27FC236}">
                <a16:creationId xmlns:a16="http://schemas.microsoft.com/office/drawing/2014/main" id="{A5A9AC3F-ACE8-410A-8566-336D81176746}"/>
              </a:ext>
            </a:extLst>
          </p:cNvPr>
          <p:cNvPicPr>
            <a:picLocks noChangeAspect="1"/>
          </p:cNvPicPr>
          <p:nvPr/>
        </p:nvPicPr>
        <p:blipFill rotWithShape="1">
          <a:blip r:embed="rId3"/>
          <a:srcRect l="15000" t="45804" r="36324" b="24719"/>
          <a:stretch/>
        </p:blipFill>
        <p:spPr>
          <a:xfrm>
            <a:off x="1435161" y="2414447"/>
            <a:ext cx="9321674" cy="3173694"/>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EFD5F9AF-7D6E-40CC-956D-C99C0C2989FE}"/>
                  </a:ext>
                </a:extLst>
              </p14:cNvPr>
              <p14:cNvContentPartPr/>
              <p14:nvPr/>
            </p14:nvContentPartPr>
            <p14:xfrm>
              <a:off x="3274920" y="4943880"/>
              <a:ext cx="555120" cy="720720"/>
            </p14:xfrm>
          </p:contentPart>
        </mc:Choice>
        <mc:Fallback xmlns="">
          <p:pic>
            <p:nvPicPr>
              <p:cNvPr id="3" name="Ink 2">
                <a:extLst>
                  <a:ext uri="{FF2B5EF4-FFF2-40B4-BE49-F238E27FC236}">
                    <a16:creationId xmlns:a16="http://schemas.microsoft.com/office/drawing/2014/main" id="{EFD5F9AF-7D6E-40CC-956D-C99C0C2989FE}"/>
                  </a:ext>
                </a:extLst>
              </p:cNvPr>
              <p:cNvPicPr/>
              <p:nvPr/>
            </p:nvPicPr>
            <p:blipFill>
              <a:blip r:embed="rId5"/>
              <a:stretch>
                <a:fillRect/>
              </a:stretch>
            </p:blipFill>
            <p:spPr>
              <a:xfrm>
                <a:off x="3265560" y="4934520"/>
                <a:ext cx="573840" cy="739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E93F9F6-627D-C67A-C42E-36E7B0B0157F}"/>
                  </a:ext>
                </a:extLst>
              </p14:cNvPr>
              <p14:cNvContentPartPr/>
              <p14:nvPr/>
            </p14:nvContentPartPr>
            <p14:xfrm>
              <a:off x="3379680" y="3523680"/>
              <a:ext cx="8184960" cy="2477520"/>
            </p14:xfrm>
          </p:contentPart>
        </mc:Choice>
        <mc:Fallback>
          <p:pic>
            <p:nvPicPr>
              <p:cNvPr id="5" name="Ink 4">
                <a:extLst>
                  <a:ext uri="{FF2B5EF4-FFF2-40B4-BE49-F238E27FC236}">
                    <a16:creationId xmlns:a16="http://schemas.microsoft.com/office/drawing/2014/main" id="{AE93F9F6-627D-C67A-C42E-36E7B0B0157F}"/>
                  </a:ext>
                </a:extLst>
              </p:cNvPr>
              <p:cNvPicPr/>
              <p:nvPr/>
            </p:nvPicPr>
            <p:blipFill>
              <a:blip r:embed="rId7"/>
              <a:stretch>
                <a:fillRect/>
              </a:stretch>
            </p:blipFill>
            <p:spPr>
              <a:xfrm>
                <a:off x="3370320" y="3514320"/>
                <a:ext cx="8203680" cy="2496240"/>
              </a:xfrm>
              <a:prstGeom prst="rect">
                <a:avLst/>
              </a:prstGeom>
            </p:spPr>
          </p:pic>
        </mc:Fallback>
      </mc:AlternateContent>
    </p:spTree>
    <p:extLst>
      <p:ext uri="{BB962C8B-B14F-4D97-AF65-F5344CB8AC3E}">
        <p14:creationId xmlns:p14="http://schemas.microsoft.com/office/powerpoint/2010/main" val="138602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Advantages of Batch Normalization</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helps in normalizing the hidden layer and thus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speeds up the training process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It ensures that the input for every layer is distributed around the same mean and standard deviation and thus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solves the problem of internal covariate shift</a:t>
            </a:r>
            <a:endPar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Batch Norm has a </a:t>
            </a:r>
            <a:r>
              <a:rPr kumimoji="0" lang="en-US" sz="2400" b="1" i="0" u="none" strike="noStrike" kern="1200" cap="none" spc="0" normalizeH="0" baseline="0" noProof="0" dirty="0">
                <a:ln>
                  <a:noFill/>
                </a:ln>
                <a:solidFill>
                  <a:prstClr val="black"/>
                </a:solidFill>
                <a:effectLst/>
                <a:uLnTx/>
                <a:uFillTx/>
                <a:latin typeface="Calibri Light" panose="020F0302020204030204"/>
                <a:ea typeface="+mn-ea"/>
                <a:cs typeface="+mn-cs"/>
              </a:rPr>
              <a:t>regularization effect (because applied on mini-batches and not on entire data set)</a:t>
            </a:r>
            <a:r>
              <a:rPr kumimoji="0" lang="en-US" sz="2400" i="0" u="none" strike="noStrike" kern="1200" cap="none" spc="0" normalizeH="0" baseline="0" noProof="0" dirty="0">
                <a:ln>
                  <a:noFill/>
                </a:ln>
                <a:solidFill>
                  <a:prstClr val="black"/>
                </a:solidFill>
                <a:effectLst/>
                <a:uLnTx/>
                <a:uFillTx/>
                <a:latin typeface="Calibri Light" panose="020F0302020204030204"/>
                <a:ea typeface="+mn-ea"/>
                <a:cs typeface="+mn-cs"/>
              </a:rPr>
              <a:t>.  </a:t>
            </a:r>
            <a:endParaRPr lang="en-US" sz="2400" dirty="0">
              <a:solidFill>
                <a:prstClr val="black"/>
              </a:solidFill>
              <a:latin typeface="Calibri Light" panose="020F0302020204030204"/>
            </a:endParaRPr>
          </a:p>
        </p:txBody>
      </p:sp>
    </p:spTree>
    <p:extLst>
      <p:ext uri="{BB962C8B-B14F-4D97-AF65-F5344CB8AC3E}">
        <p14:creationId xmlns:p14="http://schemas.microsoft.com/office/powerpoint/2010/main" val="3100786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Internal Covariate shift</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400" b="0" i="0" dirty="0">
                <a:solidFill>
                  <a:srgbClr val="292929"/>
                </a:solidFill>
                <a:effectLst/>
                <a:latin typeface="+mj-lt"/>
              </a:rPr>
              <a:t>Consider a network that learns a function that maps x to y. The </a:t>
            </a:r>
            <a:r>
              <a:rPr lang="en-US" sz="2400" b="1" i="0" dirty="0">
                <a:solidFill>
                  <a:srgbClr val="292929"/>
                </a:solidFill>
                <a:effectLst/>
                <a:latin typeface="+mj-lt"/>
              </a:rPr>
              <a:t>internal covariance shift refers to the change in the distribution of the input x</a:t>
            </a:r>
            <a:r>
              <a:rPr lang="en-US" sz="2400" b="0" i="0" dirty="0">
                <a:solidFill>
                  <a:srgbClr val="292929"/>
                </a:solidFill>
                <a:effectLst/>
                <a:latin typeface="+mj-lt"/>
              </a:rPr>
              <a:t>. If a change occurs, our network will not be efficient enough and cant generalize. Thus we will have to train all over.</a:t>
            </a:r>
          </a:p>
          <a:p>
            <a:pPr algn="l"/>
            <a:endParaRPr lang="en-US" sz="2400" b="0" i="0" dirty="0">
              <a:solidFill>
                <a:srgbClr val="292929"/>
              </a:solidFill>
              <a:effectLst/>
              <a:latin typeface="+mj-lt"/>
            </a:endParaRPr>
          </a:p>
          <a:p>
            <a:pPr algn="l"/>
            <a:r>
              <a:rPr lang="en-US" sz="2400" b="0" i="0" dirty="0">
                <a:solidFill>
                  <a:srgbClr val="292929"/>
                </a:solidFill>
                <a:effectLst/>
                <a:latin typeface="+mj-lt"/>
              </a:rPr>
              <a:t>Example: If we train a network to detect brown dog images and later you end applying this network to data with colored dog images it would not be able to perform well and we would have to train again. This change in the distribution of input is the covariance shift. </a:t>
            </a:r>
            <a:endParaRPr lang="en-US" sz="2400" dirty="0">
              <a:solidFill>
                <a:prstClr val="black"/>
              </a:solidFill>
              <a:latin typeface="+mj-lt"/>
            </a:endParaRPr>
          </a:p>
        </p:txBody>
      </p:sp>
    </p:spTree>
    <p:extLst>
      <p:ext uri="{BB962C8B-B14F-4D97-AF65-F5344CB8AC3E}">
        <p14:creationId xmlns:p14="http://schemas.microsoft.com/office/powerpoint/2010/main" val="3255450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Hyperparameters</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Hyperparameters</a:t>
            </a:r>
            <a:r>
              <a:rPr lang="en-US" sz="2400" dirty="0">
                <a:solidFill>
                  <a:prstClr val="black"/>
                </a:solidFill>
                <a:latin typeface="Calibri Light" panose="020F0302020204030204"/>
              </a:rPr>
              <a:t> are model parameters whose values are set before training.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Until now, we have encountered different hyperparameters: </a:t>
            </a:r>
          </a:p>
          <a:p>
            <a:pPr lvl="1">
              <a:spcBef>
                <a:spcPts val="1000"/>
              </a:spcBef>
              <a:defRPr/>
            </a:pPr>
            <a:r>
              <a:rPr lang="en-US" sz="2000" dirty="0">
                <a:solidFill>
                  <a:prstClr val="black"/>
                </a:solidFill>
                <a:latin typeface="Calibri Light" panose="020F0302020204030204"/>
              </a:rPr>
              <a:t>learning rate </a:t>
            </a:r>
            <a:r>
              <a:rPr lang="el-GR" sz="2000" dirty="0">
                <a:solidFill>
                  <a:prstClr val="black"/>
                </a:solidFill>
                <a:latin typeface="Calibri Light" panose="020F0302020204030204"/>
              </a:rPr>
              <a:t>η</a:t>
            </a:r>
            <a:r>
              <a:rPr lang="en-US" sz="2000" dirty="0">
                <a:solidFill>
                  <a:prstClr val="black"/>
                </a:solidFill>
                <a:latin typeface="Calibri Light" panose="020F0302020204030204"/>
              </a:rPr>
              <a:t>, </a:t>
            </a:r>
          </a:p>
          <a:p>
            <a:pPr lvl="1">
              <a:spcBef>
                <a:spcPts val="1000"/>
              </a:spcBef>
              <a:defRPr/>
            </a:pPr>
            <a:r>
              <a:rPr lang="en-US" sz="2000" dirty="0">
                <a:solidFill>
                  <a:prstClr val="black"/>
                </a:solidFill>
                <a:latin typeface="Calibri Light" panose="020F0302020204030204"/>
              </a:rPr>
              <a:t>momentum constant </a:t>
            </a:r>
            <a:r>
              <a:rPr kumimoji="0" lang="el-GR" sz="2000" u="none" strike="noStrike" kern="1200" cap="none" spc="0" normalizeH="0" baseline="0" noProof="0" dirty="0">
                <a:ln>
                  <a:noFill/>
                </a:ln>
                <a:solidFill>
                  <a:prstClr val="black"/>
                </a:solidFill>
                <a:effectLst/>
                <a:uLnTx/>
                <a:uFillTx/>
                <a:latin typeface="Calibri Light" panose="020F0302020204030204"/>
                <a:ea typeface="+mn-ea"/>
                <a:cs typeface="+mn-cs"/>
              </a:rPr>
              <a:t>β</a:t>
            </a:r>
            <a:r>
              <a:rPr lang="en-US" sz="2000" dirty="0">
                <a:solidFill>
                  <a:prstClr val="black"/>
                </a:solidFill>
                <a:latin typeface="Calibri Light" panose="020F0302020204030204"/>
              </a:rPr>
              <a:t>,</a:t>
            </a:r>
          </a:p>
          <a:p>
            <a:pPr lvl="1">
              <a:spcBef>
                <a:spcPts val="1000"/>
              </a:spcBef>
              <a:defRPr/>
            </a:pPr>
            <a:r>
              <a:rPr lang="en-US" sz="2000" dirty="0">
                <a:solidFill>
                  <a:prstClr val="black"/>
                </a:solidFill>
                <a:latin typeface="Calibri Light" panose="020F0302020204030204"/>
              </a:rPr>
              <a:t>Adam’s parameters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kumimoji="0" lang="en-US" sz="2000" i="0" u="none" strike="noStrike" kern="1200" cap="none" spc="0" normalizeH="0" baseline="0" noProof="0" dirty="0">
                <a:ln>
                  <a:noFill/>
                </a:ln>
                <a:solidFill>
                  <a:prstClr val="black"/>
                </a:solidFill>
                <a:effectLst/>
                <a:uLnTx/>
                <a:uFillTx/>
                <a:latin typeface="Calibri Light" panose="020F0302020204030204"/>
                <a:ea typeface="+mn-ea"/>
                <a:cs typeface="+mn-cs"/>
              </a:rPr>
              <a:t>1,</a:t>
            </a:r>
            <a:r>
              <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rPr>
              <a:t>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β</a:t>
            </a:r>
            <a:r>
              <a:rPr kumimoji="0" lang="en-US" sz="2000" i="0" u="none" strike="noStrike" kern="1200" cap="none" spc="0" normalizeH="0" baseline="0" noProof="0" dirty="0">
                <a:ln>
                  <a:noFill/>
                </a:ln>
                <a:solidFill>
                  <a:prstClr val="black"/>
                </a:solidFill>
                <a:effectLst/>
                <a:uLnTx/>
                <a:uFillTx/>
                <a:latin typeface="Calibri Light" panose="020F0302020204030204"/>
                <a:ea typeface="+mn-ea"/>
                <a:cs typeface="+mn-cs"/>
              </a:rPr>
              <a:t>2,</a:t>
            </a:r>
            <a:r>
              <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rPr>
              <a:t> </a:t>
            </a:r>
            <a:r>
              <a:rPr kumimoji="0" lang="el-GR" sz="2000" i="0" u="none" strike="noStrike" kern="1200" cap="none" spc="0" normalizeH="0" baseline="0" noProof="0" dirty="0">
                <a:ln>
                  <a:noFill/>
                </a:ln>
                <a:solidFill>
                  <a:prstClr val="black"/>
                </a:solidFill>
                <a:effectLst/>
                <a:uLnTx/>
                <a:uFillTx/>
                <a:latin typeface="Calibri Light" panose="020F0302020204030204"/>
                <a:ea typeface="+mn-ea"/>
                <a:cs typeface="+mn-cs"/>
              </a:rPr>
              <a:t>ε</a:t>
            </a:r>
            <a:endParaRPr kumimoji="0" lang="en-IN" sz="200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lvl="1">
              <a:spcBef>
                <a:spcPts val="1000"/>
              </a:spcBef>
              <a:defRPr/>
            </a:pPr>
            <a:r>
              <a:rPr lang="en-IN" sz="2000" dirty="0">
                <a:solidFill>
                  <a:prstClr val="black"/>
                </a:solidFill>
                <a:latin typeface="Calibri Light" panose="020F0302020204030204"/>
              </a:rPr>
              <a:t>B</a:t>
            </a:r>
            <a:r>
              <a:rPr lang="en-US" sz="2000" dirty="0">
                <a:solidFill>
                  <a:prstClr val="black"/>
                </a:solidFill>
                <a:latin typeface="Calibri Light" panose="020F0302020204030204"/>
              </a:rPr>
              <a:t>atch size </a:t>
            </a:r>
            <a:r>
              <a:rPr lang="en-US" sz="2000" i="1" dirty="0">
                <a:solidFill>
                  <a:prstClr val="black"/>
                </a:solidFill>
                <a:latin typeface="Calibri Light" panose="020F0302020204030204"/>
              </a:rPr>
              <a:t>b</a:t>
            </a:r>
            <a:r>
              <a:rPr lang="en-US" sz="2000" dirty="0">
                <a:solidFill>
                  <a:prstClr val="black"/>
                </a:solidFill>
                <a:latin typeface="Calibri Light" panose="020F0302020204030204"/>
              </a:rPr>
              <a:t>, </a:t>
            </a:r>
          </a:p>
          <a:p>
            <a:pPr lvl="1">
              <a:spcBef>
                <a:spcPts val="1000"/>
              </a:spcBef>
              <a:defRPr/>
            </a:pPr>
            <a:r>
              <a:rPr lang="en-US" sz="2000" dirty="0">
                <a:solidFill>
                  <a:prstClr val="black"/>
                </a:solidFill>
                <a:latin typeface="Calibri Light" panose="020F0302020204030204"/>
              </a:rPr>
              <a:t>Number of hidden layers</a:t>
            </a:r>
          </a:p>
          <a:p>
            <a:pPr lvl="1">
              <a:spcBef>
                <a:spcPts val="1000"/>
              </a:spcBef>
              <a:defRPr/>
            </a:pPr>
            <a:r>
              <a:rPr lang="en-US" sz="2000" dirty="0">
                <a:solidFill>
                  <a:prstClr val="black"/>
                </a:solidFill>
                <a:latin typeface="Calibri Light" panose="020F0302020204030204"/>
              </a:rPr>
              <a:t>Number of neurons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A38E100-4E90-4B4F-9140-D73053F6A89E}"/>
                  </a:ext>
                </a:extLst>
              </p14:cNvPr>
              <p14:cNvContentPartPr/>
              <p14:nvPr/>
            </p14:nvContentPartPr>
            <p14:xfrm>
              <a:off x="1766160" y="4079880"/>
              <a:ext cx="3171960" cy="71280"/>
            </p14:xfrm>
          </p:contentPart>
        </mc:Choice>
        <mc:Fallback xmlns="">
          <p:pic>
            <p:nvPicPr>
              <p:cNvPr id="3" name="Ink 2">
                <a:extLst>
                  <a:ext uri="{FF2B5EF4-FFF2-40B4-BE49-F238E27FC236}">
                    <a16:creationId xmlns:a16="http://schemas.microsoft.com/office/drawing/2014/main" id="{8A38E100-4E90-4B4F-9140-D73053F6A89E}"/>
                  </a:ext>
                </a:extLst>
              </p:cNvPr>
              <p:cNvPicPr/>
              <p:nvPr/>
            </p:nvPicPr>
            <p:blipFill>
              <a:blip r:embed="rId4"/>
              <a:stretch>
                <a:fillRect/>
              </a:stretch>
            </p:blipFill>
            <p:spPr>
              <a:xfrm>
                <a:off x="1756800" y="4070520"/>
                <a:ext cx="3190680" cy="90000"/>
              </a:xfrm>
              <a:prstGeom prst="rect">
                <a:avLst/>
              </a:prstGeom>
            </p:spPr>
          </p:pic>
        </mc:Fallback>
      </mc:AlternateContent>
    </p:spTree>
    <p:extLst>
      <p:ext uri="{BB962C8B-B14F-4D97-AF65-F5344CB8AC3E}">
        <p14:creationId xmlns:p14="http://schemas.microsoft.com/office/powerpoint/2010/main" val="3510859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They act as knobs that can be tweaked during the training of the network</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Hyperparameter tuning</a:t>
            </a:r>
            <a:r>
              <a:rPr lang="en-US" sz="2400" dirty="0">
                <a:solidFill>
                  <a:prstClr val="black"/>
                </a:solidFill>
                <a:latin typeface="Calibri Light" panose="020F0302020204030204"/>
              </a:rPr>
              <a:t> is the process of finding the right values of the hyperparameters, which is a very complex and time-expensive task</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Tuning the hyperparameters effectively can lead to massive improvement in the performance of the model.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Two approaches: Grid search and Random search</a:t>
            </a:r>
          </a:p>
        </p:txBody>
      </p:sp>
    </p:spTree>
    <p:extLst>
      <p:ext uri="{BB962C8B-B14F-4D97-AF65-F5344CB8AC3E}">
        <p14:creationId xmlns:p14="http://schemas.microsoft.com/office/powerpoint/2010/main" val="2788033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Grid Search</a:t>
            </a:r>
            <a:r>
              <a:rPr lang="en-US" sz="2400" dirty="0">
                <a:solidFill>
                  <a:prstClr val="black"/>
                </a:solidFill>
                <a:latin typeface="Calibri Light" panose="020F0302020204030204"/>
              </a:rPr>
              <a:t>: Try every possible combination of parameters</a:t>
            </a:r>
          </a:p>
          <a:p>
            <a:pPr marL="0" marR="0" lvl="0" indent="0" algn="l" defTabSz="914400" rtl="0" eaLnBrk="1" fontAlgn="auto" latinLnBrk="0" hangingPunct="1">
              <a:lnSpc>
                <a:spcPct val="90000"/>
              </a:lnSpc>
              <a:spcBef>
                <a:spcPts val="1000"/>
              </a:spcBef>
              <a:spcAft>
                <a:spcPts val="0"/>
              </a:spcAft>
              <a:buClrTx/>
              <a:buSzTx/>
              <a:buNone/>
              <a:tabLst/>
              <a:defRPr/>
            </a:pPr>
            <a:r>
              <a:rPr lang="en-US" sz="2400" b="1" dirty="0">
                <a:solidFill>
                  <a:prstClr val="black"/>
                </a:solidFill>
                <a:latin typeface="Calibri Light" panose="020F0302020204030204"/>
              </a:rPr>
              <a:t>Steps:</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Define a grid on </a:t>
            </a:r>
            <a:r>
              <a:rPr lang="en-US" sz="2200" b="1" i="1" dirty="0">
                <a:solidFill>
                  <a:prstClr val="black"/>
                </a:solidFill>
                <a:latin typeface="Calibri Light" panose="020F0302020204030204"/>
              </a:rPr>
              <a:t>n</a:t>
            </a:r>
            <a:r>
              <a:rPr lang="en-US" sz="2200" dirty="0">
                <a:solidFill>
                  <a:prstClr val="black"/>
                </a:solidFill>
                <a:latin typeface="Calibri Light" panose="020F0302020204030204"/>
              </a:rPr>
              <a:t> dimensions, where </a:t>
            </a:r>
            <a:r>
              <a:rPr lang="en-US" sz="2200" b="1" i="1" dirty="0">
                <a:solidFill>
                  <a:prstClr val="black"/>
                </a:solidFill>
                <a:latin typeface="Calibri Light" panose="020F0302020204030204"/>
              </a:rPr>
              <a:t>n</a:t>
            </a:r>
            <a:r>
              <a:rPr lang="en-US" sz="2200" dirty="0">
                <a:solidFill>
                  <a:prstClr val="black"/>
                </a:solidFill>
                <a:latin typeface="Calibri Light" panose="020F0302020204030204"/>
              </a:rPr>
              <a:t> is the num of hyperparameters </a:t>
            </a:r>
          </a:p>
          <a:p>
            <a:pPr marL="457200" lvl="1" indent="0">
              <a:spcBef>
                <a:spcPts val="1000"/>
              </a:spcBef>
              <a:buNone/>
              <a:defRPr/>
            </a:pPr>
            <a:r>
              <a:rPr lang="en-US" sz="2000" dirty="0">
                <a:solidFill>
                  <a:prstClr val="black"/>
                </a:solidFill>
                <a:latin typeface="Calibri Light" panose="020F0302020204030204"/>
              </a:rPr>
              <a:t>	e.g. n = (learning_rate, batch_size)</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For each dimension, define the range of possible values</a:t>
            </a:r>
          </a:p>
          <a:p>
            <a:pPr marL="457200" lvl="1" indent="0">
              <a:spcBef>
                <a:spcPts val="1000"/>
              </a:spcBef>
              <a:buNone/>
              <a:defRPr/>
            </a:pPr>
            <a:r>
              <a:rPr lang="en-US" sz="2000" dirty="0">
                <a:solidFill>
                  <a:prstClr val="black"/>
                </a:solidFill>
                <a:latin typeface="Calibri Light" panose="020F0302020204030204"/>
              </a:rPr>
              <a:t>	e.g. batch_size = [4, 8, 16, 32], learning_rate =[0.1, 0.01, 0.0001]</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en-US" sz="2200" dirty="0">
                <a:solidFill>
                  <a:prstClr val="black"/>
                </a:solidFill>
                <a:latin typeface="Calibri Light" panose="020F0302020204030204"/>
              </a:rPr>
              <a:t>Search for all the possible configurations and wait for the results to establish the best one</a:t>
            </a:r>
          </a:p>
          <a:p>
            <a:pPr marL="0" marR="0" lvl="0" indent="0" algn="l" defTabSz="914400" rtl="0" eaLnBrk="1" fontAlgn="auto" latinLnBrk="0" hangingPunct="1">
              <a:lnSpc>
                <a:spcPct val="90000"/>
              </a:lnSpc>
              <a:spcBef>
                <a:spcPts val="1000"/>
              </a:spcBef>
              <a:spcAft>
                <a:spcPts val="0"/>
              </a:spcAft>
              <a:buClrTx/>
              <a:buSzTx/>
              <a:buNone/>
              <a:tabLst/>
              <a:defRPr/>
            </a:pPr>
            <a:r>
              <a:rPr lang="en-US" sz="2000" dirty="0">
                <a:solidFill>
                  <a:prstClr val="black"/>
                </a:solidFill>
                <a:latin typeface="Calibri Light" panose="020F0302020204030204"/>
              </a:rPr>
              <a:t>	e.g. 	C1 = (0.1, 4) -&gt; acc = 92%, </a:t>
            </a:r>
          </a:p>
          <a:p>
            <a:pPr marL="0" marR="0" lvl="0" indent="0" algn="l" defTabSz="914400" rtl="0" eaLnBrk="1" fontAlgn="auto" latinLnBrk="0" hangingPunct="1">
              <a:lnSpc>
                <a:spcPct val="90000"/>
              </a:lnSpc>
              <a:spcBef>
                <a:spcPts val="1000"/>
              </a:spcBef>
              <a:spcAft>
                <a:spcPts val="0"/>
              </a:spcAft>
              <a:buClrTx/>
              <a:buSzTx/>
              <a:buNone/>
              <a:tabLst/>
              <a:defRPr/>
            </a:pPr>
            <a:r>
              <a:rPr lang="en-US" sz="2000" dirty="0">
                <a:solidFill>
                  <a:prstClr val="black"/>
                </a:solidFill>
                <a:latin typeface="Calibri Light" panose="020F0302020204030204"/>
              </a:rPr>
              <a:t>		C2 = (0.01, 4) -&gt; acc = 92.3%</a:t>
            </a:r>
            <a:endParaRPr lang="en-US" sz="2400" dirty="0">
              <a:solidFill>
                <a:prstClr val="black"/>
              </a:solidFill>
              <a:latin typeface="Calibri Light" panose="020F0302020204030204"/>
            </a:endParaRPr>
          </a:p>
        </p:txBody>
      </p:sp>
    </p:spTree>
    <p:extLst>
      <p:ext uri="{BB962C8B-B14F-4D97-AF65-F5344CB8AC3E}">
        <p14:creationId xmlns:p14="http://schemas.microsoft.com/office/powerpoint/2010/main" val="2237539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Grid Search</a:t>
            </a:r>
            <a:r>
              <a:rPr lang="en-US" sz="2400" dirty="0">
                <a:solidFill>
                  <a:prstClr val="black"/>
                </a:solidFill>
                <a:latin typeface="Calibri Light" panose="020F0302020204030204"/>
              </a:rPr>
              <a:t>: Let’s say we have 2 hyperparameters, one having 8 and another having 10 values. We check all 80 values and pick one value that works best</a:t>
            </a:r>
          </a:p>
        </p:txBody>
      </p:sp>
      <p:pic>
        <p:nvPicPr>
          <p:cNvPr id="7" name="Picture 6">
            <a:extLst>
              <a:ext uri="{FF2B5EF4-FFF2-40B4-BE49-F238E27FC236}">
                <a16:creationId xmlns:a16="http://schemas.microsoft.com/office/drawing/2014/main" id="{3BC6F42B-891E-4430-97D6-EFA30795AC69}"/>
              </a:ext>
            </a:extLst>
          </p:cNvPr>
          <p:cNvPicPr>
            <a:picLocks noChangeAspect="1"/>
          </p:cNvPicPr>
          <p:nvPr/>
        </p:nvPicPr>
        <p:blipFill rotWithShape="1">
          <a:blip r:embed="rId3"/>
          <a:srcRect l="20164" t="20505" r="43811" b="29170"/>
          <a:stretch/>
        </p:blipFill>
        <p:spPr>
          <a:xfrm>
            <a:off x="1187043" y="2858670"/>
            <a:ext cx="4736893" cy="3720362"/>
          </a:xfrm>
          <a:prstGeom prst="rect">
            <a:avLst/>
          </a:prstGeom>
        </p:spPr>
      </p:pic>
      <p:sp>
        <p:nvSpPr>
          <p:cNvPr id="11" name="Content Placeholder 2">
            <a:extLst>
              <a:ext uri="{FF2B5EF4-FFF2-40B4-BE49-F238E27FC236}">
                <a16:creationId xmlns:a16="http://schemas.microsoft.com/office/drawing/2014/main" id="{FECF0090-7823-4196-847A-B3CE45EB07B9}"/>
              </a:ext>
            </a:extLst>
          </p:cNvPr>
          <p:cNvSpPr txBox="1">
            <a:spLocks/>
          </p:cNvSpPr>
          <p:nvPr/>
        </p:nvSpPr>
        <p:spPr>
          <a:xfrm>
            <a:off x="6362700" y="3634323"/>
            <a:ext cx="5390535" cy="255869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Slow because it checks every combination.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With more num of hyperparameters, the search will explode in time complexity.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Therefore, used when number of hyperparameters are less than or equal to 4.</a:t>
            </a:r>
          </a:p>
        </p:txBody>
      </p:sp>
    </p:spTree>
    <p:extLst>
      <p:ext uri="{BB962C8B-B14F-4D97-AF65-F5344CB8AC3E}">
        <p14:creationId xmlns:p14="http://schemas.microsoft.com/office/powerpoint/2010/main" val="1020087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fontScale="90000"/>
          </a:bodyPr>
          <a:lstStyle/>
          <a:p>
            <a:r>
              <a:rPr lang="en-US" sz="4000" kern="1200" dirty="0">
                <a:solidFill>
                  <a:srgbClr val="FFFFFF"/>
                </a:solidFill>
                <a:latin typeface="+mj-lt"/>
                <a:ea typeface="+mj-ea"/>
                <a:cs typeface="+mj-cs"/>
              </a:rPr>
              <a:t>Approaches of hyperparameter tuning</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55A5BFD8-4962-4C89-86F0-4A582AD35F41}"/>
              </a:ext>
            </a:extLst>
          </p:cNvPr>
          <p:cNvSpPr txBox="1">
            <a:spLocks/>
          </p:cNvSpPr>
          <p:nvPr/>
        </p:nvSpPr>
        <p:spPr>
          <a:xfrm>
            <a:off x="6268065" y="1978025"/>
            <a:ext cx="52381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10" name="Content Placeholder 2">
            <a:extLst>
              <a:ext uri="{FF2B5EF4-FFF2-40B4-BE49-F238E27FC236}">
                <a16:creationId xmlns:a16="http://schemas.microsoft.com/office/drawing/2014/main" id="{C42FEFAA-1BDB-469A-85CD-A4F00ACBD147}"/>
              </a:ext>
            </a:extLst>
          </p:cNvPr>
          <p:cNvSpPr txBox="1">
            <a:spLocks/>
          </p:cNvSpPr>
          <p:nvPr/>
        </p:nvSpPr>
        <p:spPr>
          <a:xfrm>
            <a:off x="699713" y="1840806"/>
            <a:ext cx="10806487" cy="4879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prstClr val="black"/>
                </a:solidFill>
                <a:latin typeface="Calibri Light" panose="020F0302020204030204"/>
              </a:rPr>
              <a:t>Random Search</a:t>
            </a:r>
            <a:r>
              <a:rPr lang="en-US" sz="2400" dirty="0">
                <a:solidFill>
                  <a:prstClr val="black"/>
                </a:solidFill>
                <a:latin typeface="Calibri Light" panose="020F0302020204030204"/>
              </a:rPr>
              <a:t>: Test only randomly selected points on the grid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 smaller this subset, the faster but less accurate the optimization.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dirty="0">
              <a:solidFill>
                <a:prstClr val="black"/>
              </a:solidFill>
              <a:latin typeface="Calibri Light" panose="020F03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The larger this dataset, the more accurate the optimization but the closer to a grid search.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dirty="0">
                <a:solidFill>
                  <a:prstClr val="black"/>
                </a:solidFill>
                <a:latin typeface="Calibri Light" panose="020F0302020204030204"/>
              </a:rPr>
              <a:t>Useful when we have many hyperparameters with fine grained values.</a:t>
            </a:r>
          </a:p>
        </p:txBody>
      </p:sp>
      <p:pic>
        <p:nvPicPr>
          <p:cNvPr id="4" name="Picture 3">
            <a:extLst>
              <a:ext uri="{FF2B5EF4-FFF2-40B4-BE49-F238E27FC236}">
                <a16:creationId xmlns:a16="http://schemas.microsoft.com/office/drawing/2014/main" id="{19675A84-601D-4226-96D7-0B27757E2CD5}"/>
              </a:ext>
            </a:extLst>
          </p:cNvPr>
          <p:cNvPicPr>
            <a:picLocks noChangeAspect="1"/>
          </p:cNvPicPr>
          <p:nvPr/>
        </p:nvPicPr>
        <p:blipFill rotWithShape="1">
          <a:blip r:embed="rId3"/>
          <a:srcRect l="19596" t="31819" r="43871" b="19339"/>
          <a:stretch/>
        </p:blipFill>
        <p:spPr>
          <a:xfrm>
            <a:off x="3531012" y="2758173"/>
            <a:ext cx="3843182" cy="2888750"/>
          </a:xfrm>
          <a:prstGeom prst="rect">
            <a:avLst/>
          </a:prstGeom>
        </p:spPr>
      </p:pic>
    </p:spTree>
    <p:extLst>
      <p:ext uri="{BB962C8B-B14F-4D97-AF65-F5344CB8AC3E}">
        <p14:creationId xmlns:p14="http://schemas.microsoft.com/office/powerpoint/2010/main" val="622041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24733-69A3-4ABC-8F50-20BC8E4873AC}"/>
              </a:ext>
            </a:extLst>
          </p:cNvPr>
          <p:cNvSpPr>
            <a:spLocks noGrp="1"/>
          </p:cNvSpPr>
          <p:nvPr>
            <p:ph idx="1"/>
          </p:nvPr>
        </p:nvSpPr>
        <p:spPr/>
        <p:txBody>
          <a:bodyPr>
            <a:normAutofit/>
          </a:bodyPr>
          <a:lstStyle/>
          <a:p>
            <a:pPr marL="0" indent="0">
              <a:buNone/>
            </a:pPr>
            <a:r>
              <a:rPr lang="en-US" sz="2000" b="0" i="0" dirty="0">
                <a:effectLst/>
                <a:latin typeface="+mj-lt"/>
              </a:rPr>
              <a:t>Hyperparameter tuning</a:t>
            </a:r>
            <a:endParaRPr lang="en-IN" sz="2000" b="0" i="0" dirty="0">
              <a:effectLst/>
              <a:latin typeface="+mj-lt"/>
            </a:endParaRPr>
          </a:p>
          <a:p>
            <a:pPr marL="0" indent="0">
              <a:buNone/>
            </a:pPr>
            <a:r>
              <a:rPr lang="en-IN" sz="2000" b="0" i="0" dirty="0">
                <a:effectLst/>
                <a:latin typeface="+mj-lt"/>
                <a:hlinkClick r:id="rId2"/>
              </a:rPr>
              <a:t>https://www.yourdatateacher.com/2021/05/19/hyperparameter-tuning-grid-search-and-random-search/#:~:text=Random%20search%20is%20similar%20to,closer%20to%20a%20grid%20search</a:t>
            </a:r>
            <a:r>
              <a:rPr lang="en-IN" sz="2000" b="0" i="0" dirty="0">
                <a:effectLst/>
                <a:latin typeface="+mj-lt"/>
              </a:rPr>
              <a:t>.</a:t>
            </a:r>
            <a:endParaRPr lang="en-IN" sz="2000" dirty="0">
              <a:latin typeface="+mj-lt"/>
            </a:endParaRPr>
          </a:p>
        </p:txBody>
      </p:sp>
      <p:sp>
        <p:nvSpPr>
          <p:cNvPr id="3" name="Title 1">
            <a:extLst>
              <a:ext uri="{FF2B5EF4-FFF2-40B4-BE49-F238E27FC236}">
                <a16:creationId xmlns:a16="http://schemas.microsoft.com/office/drawing/2014/main" id="{03FB8F68-31E1-4B1A-B435-DA5668BAF265}"/>
              </a:ext>
            </a:extLst>
          </p:cNvPr>
          <p:cNvSpPr txBox="1">
            <a:spLocks/>
          </p:cNvSpPr>
          <p:nvPr/>
        </p:nvSpPr>
        <p:spPr bwMode="auto">
          <a:xfrm>
            <a:off x="164122" y="132177"/>
            <a:ext cx="10175632" cy="84454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267" b="1" dirty="0">
                <a:solidFill>
                  <a:srgbClr val="002060"/>
                </a:solidFill>
                <a:latin typeface="Cambria" panose="02040503050406030204" pitchFamily="18" charset="0"/>
                <a:cs typeface="Times New Roman" panose="02020603050405020304" pitchFamily="18" charset="0"/>
              </a:rPr>
              <a:t>References</a:t>
            </a:r>
          </a:p>
        </p:txBody>
      </p:sp>
    </p:spTree>
    <p:extLst>
      <p:ext uri="{BB962C8B-B14F-4D97-AF65-F5344CB8AC3E}">
        <p14:creationId xmlns:p14="http://schemas.microsoft.com/office/powerpoint/2010/main" val="3962052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5908</TotalTime>
  <Words>2044</Words>
  <Application>Microsoft Office PowerPoint</Application>
  <PresentationFormat>Widescreen</PresentationFormat>
  <Paragraphs>186</Paragraphs>
  <Slides>21</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vt:lpstr>
      <vt:lpstr>Calibri</vt:lpstr>
      <vt:lpstr>Calibri Light</vt:lpstr>
      <vt:lpstr>Cambria</vt:lpstr>
      <vt:lpstr>Lato</vt:lpstr>
      <vt:lpstr>Raleway</vt:lpstr>
      <vt:lpstr>Segoe UI</vt:lpstr>
      <vt:lpstr>Office Theme</vt:lpstr>
      <vt:lpstr>1_Office Theme</vt:lpstr>
      <vt:lpstr>CSET301 (AI-ML)</vt:lpstr>
      <vt:lpstr>Outline</vt:lpstr>
      <vt:lpstr>Data Normalization</vt:lpstr>
      <vt:lpstr>Why Normalization?</vt:lpstr>
      <vt:lpstr>Why Normalization?</vt:lpstr>
      <vt:lpstr>Why Normalization?</vt:lpstr>
      <vt:lpstr>Normalization and Standardization</vt:lpstr>
      <vt:lpstr>Normalization</vt:lpstr>
      <vt:lpstr>Standardization</vt:lpstr>
      <vt:lpstr>Batch Normalization</vt:lpstr>
      <vt:lpstr>Batch Normalization</vt:lpstr>
      <vt:lpstr>Batch Normalization</vt:lpstr>
      <vt:lpstr>Batch Normalization</vt:lpstr>
      <vt:lpstr>Advantages of Batch Normalization</vt:lpstr>
      <vt:lpstr>Internal Covariate shift</vt:lpstr>
      <vt:lpstr>Hyperparameters</vt:lpstr>
      <vt:lpstr>Hyperparameter tuning</vt:lpstr>
      <vt:lpstr>Approaches of hyperparameter tuning</vt:lpstr>
      <vt:lpstr>Approaches of hyperparameter tuning</vt:lpstr>
      <vt:lpstr>Approaches of hyperparameter tuning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Deepika Vatsa</dc:creator>
  <cp:lastModifiedBy>Deepika Vatsa</cp:lastModifiedBy>
  <cp:revision>64</cp:revision>
  <dcterms:created xsi:type="dcterms:W3CDTF">2022-08-02T04:13:44Z</dcterms:created>
  <dcterms:modified xsi:type="dcterms:W3CDTF">2025-09-16T06:42:14Z</dcterms:modified>
</cp:coreProperties>
</file>