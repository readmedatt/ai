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1"/>
  </p:notesMasterIdLst>
  <p:sldIdLst>
    <p:sldId id="395" r:id="rId2"/>
    <p:sldId id="591" r:id="rId3"/>
    <p:sldId id="592" r:id="rId4"/>
    <p:sldId id="593" r:id="rId5"/>
    <p:sldId id="594" r:id="rId6"/>
    <p:sldId id="595" r:id="rId7"/>
    <p:sldId id="596" r:id="rId8"/>
    <p:sldId id="597" r:id="rId9"/>
    <p:sldId id="598" r:id="rId10"/>
    <p:sldId id="599" r:id="rId11"/>
    <p:sldId id="600" r:id="rId12"/>
    <p:sldId id="601" r:id="rId13"/>
    <p:sldId id="606" r:id="rId14"/>
    <p:sldId id="607" r:id="rId15"/>
    <p:sldId id="602" r:id="rId16"/>
    <p:sldId id="603" r:id="rId17"/>
    <p:sldId id="604" r:id="rId18"/>
    <p:sldId id="605" r:id="rId19"/>
    <p:sldId id="58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39CB49-E84F-455D-9502-06F26594D634}" v="3" dt="2025-09-24T11:38:14.9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Vatsa" userId="f7100972-27fe-4ee6-8fb4-ec9b7931b409" providerId="ADAL" clId="{6884C358-F078-41E2-B52A-C991C4377FC1}"/>
    <pc:docChg chg="undo redo custSel addSld delSld modSld">
      <pc:chgData name="Deepika Vatsa" userId="f7100972-27fe-4ee6-8fb4-ec9b7931b409" providerId="ADAL" clId="{6884C358-F078-41E2-B52A-C991C4377FC1}" dt="2025-07-23T05:24:38.241" v="3543" actId="2696"/>
      <pc:docMkLst>
        <pc:docMk/>
      </pc:docMkLst>
      <pc:sldChg chg="addSp delSp modSp mod">
        <pc:chgData name="Deepika Vatsa" userId="f7100972-27fe-4ee6-8fb4-ec9b7931b409" providerId="ADAL" clId="{6884C358-F078-41E2-B52A-C991C4377FC1}" dt="2025-07-23T05:20:50.743" v="3433"/>
        <pc:sldMkLst>
          <pc:docMk/>
          <pc:sldMk cId="0" sldId="257"/>
        </pc:sldMkLst>
        <pc:spChg chg="del">
          <ac:chgData name="Deepika Vatsa" userId="f7100972-27fe-4ee6-8fb4-ec9b7931b409" providerId="ADAL" clId="{6884C358-F078-41E2-B52A-C991C4377FC1}" dt="2025-07-22T09:46:07.314" v="366" actId="478"/>
          <ac:spMkLst>
            <pc:docMk/>
            <pc:sldMk cId="0" sldId="257"/>
            <ac:spMk id="2" creationId="{00000000-0000-0000-0000-000000000000}"/>
          </ac:spMkLst>
        </pc:spChg>
        <pc:spChg chg="del">
          <ac:chgData name="Deepika Vatsa" userId="f7100972-27fe-4ee6-8fb4-ec9b7931b409" providerId="ADAL" clId="{6884C358-F078-41E2-B52A-C991C4377FC1}" dt="2025-07-22T09:46:19.992" v="386" actId="478"/>
          <ac:spMkLst>
            <pc:docMk/>
            <pc:sldMk cId="0" sldId="257"/>
            <ac:spMk id="3" creationId="{00000000-0000-0000-0000-000000000000}"/>
          </ac:spMkLst>
        </pc:spChg>
        <pc:spChg chg="mod">
          <ac:chgData name="Deepika Vatsa" userId="f7100972-27fe-4ee6-8fb4-ec9b7931b409" providerId="ADAL" clId="{6884C358-F078-41E2-B52A-C991C4377FC1}" dt="2025-07-22T09:25:41.921" v="69"/>
          <ac:spMkLst>
            <pc:docMk/>
            <pc:sldMk cId="0" sldId="257"/>
            <ac:spMk id="4" creationId="{00000000-0000-0000-0000-000000000000}"/>
          </ac:spMkLst>
        </pc:spChg>
        <pc:spChg chg="add del mod">
          <ac:chgData name="Deepika Vatsa" userId="f7100972-27fe-4ee6-8fb4-ec9b7931b409" providerId="ADAL" clId="{6884C358-F078-41E2-B52A-C991C4377FC1}" dt="2025-07-22T09:46:11.087" v="367" actId="478"/>
          <ac:spMkLst>
            <pc:docMk/>
            <pc:sldMk cId="0" sldId="257"/>
            <ac:spMk id="7" creationId="{1ADD9D61-713D-4A99-56C5-830DCBC11A42}"/>
          </ac:spMkLst>
        </pc:spChg>
        <pc:spChg chg="add mod">
          <ac:chgData name="Deepika Vatsa" userId="f7100972-27fe-4ee6-8fb4-ec9b7931b409" providerId="ADAL" clId="{6884C358-F078-41E2-B52A-C991C4377FC1}" dt="2025-07-23T05:16:58.934" v="3366" actId="207"/>
          <ac:spMkLst>
            <pc:docMk/>
            <pc:sldMk cId="0" sldId="257"/>
            <ac:spMk id="8" creationId="{991BA802-3D45-4E0C-D372-BE4FFEF41DD1}"/>
          </ac:spMkLst>
        </pc:spChg>
        <pc:spChg chg="add del mod">
          <ac:chgData name="Deepika Vatsa" userId="f7100972-27fe-4ee6-8fb4-ec9b7931b409" providerId="ADAL" clId="{6884C358-F078-41E2-B52A-C991C4377FC1}" dt="2025-07-22T09:46:21.354" v="387" actId="478"/>
          <ac:spMkLst>
            <pc:docMk/>
            <pc:sldMk cId="0" sldId="257"/>
            <ac:spMk id="10" creationId="{B8D89D22-2E94-CDDE-9114-30348B772120}"/>
          </ac:spMkLst>
        </pc:spChg>
        <pc:picChg chg="add mod">
          <ac:chgData name="Deepika Vatsa" userId="f7100972-27fe-4ee6-8fb4-ec9b7931b409" providerId="ADAL" clId="{6884C358-F078-41E2-B52A-C991C4377FC1}" dt="2025-07-22T09:46:31.182" v="390" actId="1076"/>
          <ac:picMkLst>
            <pc:docMk/>
            <pc:sldMk cId="0" sldId="257"/>
            <ac:picMk id="11" creationId="{C4C88D64-41B1-3E23-255C-8D6CD72FE16B}"/>
          </ac:picMkLst>
        </pc:picChg>
        <pc:cxnChg chg="add mod">
          <ac:chgData name="Deepika Vatsa" userId="f7100972-27fe-4ee6-8fb4-ec9b7931b409" providerId="ADAL" clId="{6884C358-F078-41E2-B52A-C991C4377FC1}" dt="2025-07-23T05:20:50.743" v="3433"/>
          <ac:cxnSpMkLst>
            <pc:docMk/>
            <pc:sldMk cId="0" sldId="257"/>
            <ac:cxnSpMk id="2" creationId="{CBA55D45-5BC0-2827-B096-7BB0262967E4}"/>
          </ac:cxnSpMkLst>
        </pc:cxnChg>
        <pc:cxnChg chg="del">
          <ac:chgData name="Deepika Vatsa" userId="f7100972-27fe-4ee6-8fb4-ec9b7931b409" providerId="ADAL" clId="{6884C358-F078-41E2-B52A-C991C4377FC1}" dt="2025-07-23T05:20:50.377" v="3432" actId="478"/>
          <ac:cxnSpMkLst>
            <pc:docMk/>
            <pc:sldMk cId="0" sldId="257"/>
            <ac:cxnSpMk id="5" creationId="{D12CAC9D-CDF2-ED92-8F02-70DAC510318D}"/>
          </ac:cxnSpMkLst>
        </pc:cxnChg>
      </pc:sldChg>
      <pc:sldChg chg="addSp delSp modSp mod">
        <pc:chgData name="Deepika Vatsa" userId="f7100972-27fe-4ee6-8fb4-ec9b7931b409" providerId="ADAL" clId="{6884C358-F078-41E2-B52A-C991C4377FC1}" dt="2025-07-23T05:21:07.139" v="3444" actId="1036"/>
        <pc:sldMkLst>
          <pc:docMk/>
          <pc:sldMk cId="0" sldId="258"/>
        </pc:sldMkLst>
        <pc:spChg chg="mod">
          <ac:chgData name="Deepika Vatsa" userId="f7100972-27fe-4ee6-8fb4-ec9b7931b409" providerId="ADAL" clId="{6884C358-F078-41E2-B52A-C991C4377FC1}" dt="2025-07-23T05:21:07.139" v="3444" actId="1036"/>
          <ac:spMkLst>
            <pc:docMk/>
            <pc:sldMk cId="0" sldId="258"/>
            <ac:spMk id="2" creationId="{00000000-0000-0000-0000-000000000000}"/>
          </ac:spMkLst>
        </pc:spChg>
        <pc:spChg chg="mod">
          <ac:chgData name="Deepika Vatsa" userId="f7100972-27fe-4ee6-8fb4-ec9b7931b409" providerId="ADAL" clId="{6884C358-F078-41E2-B52A-C991C4377FC1}" dt="2025-07-22T09:58:53.373" v="693" actId="113"/>
          <ac:spMkLst>
            <pc:docMk/>
            <pc:sldMk cId="0" sldId="258"/>
            <ac:spMk id="3" creationId="{00000000-0000-0000-0000-000000000000}"/>
          </ac:spMkLst>
        </pc:spChg>
        <pc:spChg chg="del mod">
          <ac:chgData name="Deepika Vatsa" userId="f7100972-27fe-4ee6-8fb4-ec9b7931b409" providerId="ADAL" clId="{6884C358-F078-41E2-B52A-C991C4377FC1}" dt="2025-07-22T09:58:39.592" v="690" actId="478"/>
          <ac:spMkLst>
            <pc:docMk/>
            <pc:sldMk cId="0" sldId="258"/>
            <ac:spMk id="4" creationId="{00000000-0000-0000-0000-000000000000}"/>
          </ac:spMkLst>
        </pc:spChg>
        <pc:spChg chg="add del mod ord">
          <ac:chgData name="Deepika Vatsa" userId="f7100972-27fe-4ee6-8fb4-ec9b7931b409" providerId="ADAL" clId="{6884C358-F078-41E2-B52A-C991C4377FC1}" dt="2025-07-22T09:57:25.796" v="671" actId="478"/>
          <ac:spMkLst>
            <pc:docMk/>
            <pc:sldMk cId="0" sldId="258"/>
            <ac:spMk id="6" creationId="{BA9307D0-EBDA-93E8-6688-2F7B8C8E0E6C}"/>
          </ac:spMkLst>
        </pc:spChg>
        <pc:cxnChg chg="add mod">
          <ac:chgData name="Deepika Vatsa" userId="f7100972-27fe-4ee6-8fb4-ec9b7931b409" providerId="ADAL" clId="{6884C358-F078-41E2-B52A-C991C4377FC1}" dt="2025-07-23T05:21:02.836" v="3439"/>
          <ac:cxnSpMkLst>
            <pc:docMk/>
            <pc:sldMk cId="0" sldId="258"/>
            <ac:cxnSpMk id="4" creationId="{14743623-04A4-B42C-4A68-90F92DBBA454}"/>
          </ac:cxnSpMkLst>
        </pc:cxnChg>
        <pc:cxnChg chg="del">
          <ac:chgData name="Deepika Vatsa" userId="f7100972-27fe-4ee6-8fb4-ec9b7931b409" providerId="ADAL" clId="{6884C358-F078-41E2-B52A-C991C4377FC1}" dt="2025-07-23T05:21:02.444" v="3438" actId="478"/>
          <ac:cxnSpMkLst>
            <pc:docMk/>
            <pc:sldMk cId="0" sldId="258"/>
            <ac:cxnSpMk id="5" creationId="{7F0521BD-D115-2D03-6CC7-BFE0E882D8F6}"/>
          </ac:cxnSpMkLst>
        </pc:cxnChg>
      </pc:sldChg>
      <pc:sldChg chg="modSp del">
        <pc:chgData name="Deepika Vatsa" userId="f7100972-27fe-4ee6-8fb4-ec9b7931b409" providerId="ADAL" clId="{6884C358-F078-41E2-B52A-C991C4377FC1}" dt="2025-07-22T10:01:31.830" v="728" actId="47"/>
        <pc:sldMkLst>
          <pc:docMk/>
          <pc:sldMk cId="0" sldId="259"/>
        </pc:sldMkLst>
        <pc:spChg chg="mod">
          <ac:chgData name="Deepika Vatsa" userId="f7100972-27fe-4ee6-8fb4-ec9b7931b409" providerId="ADAL" clId="{6884C358-F078-41E2-B52A-C991C4377FC1}" dt="2025-07-22T09:25:41.921" v="69"/>
          <ac:spMkLst>
            <pc:docMk/>
            <pc:sldMk cId="0" sldId="259"/>
            <ac:spMk id="4" creationId="{00000000-0000-0000-0000-000000000000}"/>
          </ac:spMkLst>
        </pc:spChg>
      </pc:sldChg>
      <pc:sldChg chg="modSp del mod">
        <pc:chgData name="Deepika Vatsa" userId="f7100972-27fe-4ee6-8fb4-ec9b7931b409" providerId="ADAL" clId="{6884C358-F078-41E2-B52A-C991C4377FC1}" dt="2025-07-23T05:06:18.427" v="3264" actId="2696"/>
        <pc:sldMkLst>
          <pc:docMk/>
          <pc:sldMk cId="0" sldId="262"/>
        </pc:sldMkLst>
        <pc:spChg chg="mod">
          <ac:chgData name="Deepika Vatsa" userId="f7100972-27fe-4ee6-8fb4-ec9b7931b409" providerId="ADAL" clId="{6884C358-F078-41E2-B52A-C991C4377FC1}" dt="2025-07-22T10:02:14.578" v="730" actId="1076"/>
          <ac:spMkLst>
            <pc:docMk/>
            <pc:sldMk cId="0" sldId="262"/>
            <ac:spMk id="2" creationId="{00000000-0000-0000-0000-000000000000}"/>
          </ac:spMkLst>
        </pc:spChg>
        <pc:spChg chg="mod">
          <ac:chgData name="Deepika Vatsa" userId="f7100972-27fe-4ee6-8fb4-ec9b7931b409" providerId="ADAL" clId="{6884C358-F078-41E2-B52A-C991C4377FC1}" dt="2025-07-22T10:06:11.393" v="778" actId="1076"/>
          <ac:spMkLst>
            <pc:docMk/>
            <pc:sldMk cId="0" sldId="262"/>
            <ac:spMk id="3" creationId="{00000000-0000-0000-0000-000000000000}"/>
          </ac:spMkLst>
        </pc:spChg>
        <pc:spChg chg="mod">
          <ac:chgData name="Deepika Vatsa" userId="f7100972-27fe-4ee6-8fb4-ec9b7931b409" providerId="ADAL" clId="{6884C358-F078-41E2-B52A-C991C4377FC1}" dt="2025-07-22T09:25:41.921" v="69"/>
          <ac:spMkLst>
            <pc:docMk/>
            <pc:sldMk cId="0" sldId="262"/>
            <ac:spMk id="4" creationId="{00000000-0000-0000-0000-000000000000}"/>
          </ac:spMkLst>
        </pc:spChg>
      </pc:sldChg>
      <pc:sldChg chg="addSp delSp modSp del mod">
        <pc:chgData name="Deepika Vatsa" userId="f7100972-27fe-4ee6-8fb4-ec9b7931b409" providerId="ADAL" clId="{6884C358-F078-41E2-B52A-C991C4377FC1}" dt="2025-07-22T10:06:14.611" v="779" actId="47"/>
        <pc:sldMkLst>
          <pc:docMk/>
          <pc:sldMk cId="0" sldId="263"/>
        </pc:sldMkLst>
        <pc:spChg chg="mod">
          <ac:chgData name="Deepika Vatsa" userId="f7100972-27fe-4ee6-8fb4-ec9b7931b409" providerId="ADAL" clId="{6884C358-F078-41E2-B52A-C991C4377FC1}" dt="2025-07-22T10:05:23.938" v="763" actId="12"/>
          <ac:spMkLst>
            <pc:docMk/>
            <pc:sldMk cId="0" sldId="263"/>
            <ac:spMk id="3" creationId="{00000000-0000-0000-0000-000000000000}"/>
          </ac:spMkLst>
        </pc:spChg>
        <pc:picChg chg="add del mod">
          <ac:chgData name="Deepika Vatsa" userId="f7100972-27fe-4ee6-8fb4-ec9b7931b409" providerId="ADAL" clId="{6884C358-F078-41E2-B52A-C991C4377FC1}" dt="2025-07-22T10:05:49.915" v="769" actId="21"/>
          <ac:picMkLst>
            <pc:docMk/>
            <pc:sldMk cId="0" sldId="263"/>
            <ac:picMk id="4" creationId="{830F81FE-6170-E751-2692-A3AADFCECC17}"/>
          </ac:picMkLst>
        </pc:picChg>
        <pc:picChg chg="del mod">
          <ac:chgData name="Deepika Vatsa" userId="f7100972-27fe-4ee6-8fb4-ec9b7931b409" providerId="ADAL" clId="{6884C358-F078-41E2-B52A-C991C4377FC1}" dt="2025-07-22T10:03:48.859" v="755" actId="478"/>
          <ac:picMkLst>
            <pc:docMk/>
            <pc:sldMk cId="0" sldId="263"/>
            <ac:picMk id="1026" creationId="{EF6DEE9D-3770-CBC7-7CDA-ABFEBECE9A8B}"/>
          </ac:picMkLst>
        </pc:picChg>
      </pc:sldChg>
      <pc:sldChg chg="del">
        <pc:chgData name="Deepika Vatsa" userId="f7100972-27fe-4ee6-8fb4-ec9b7931b409" providerId="ADAL" clId="{6884C358-F078-41E2-B52A-C991C4377FC1}" dt="2025-07-22T10:08:25.100" v="799" actId="47"/>
        <pc:sldMkLst>
          <pc:docMk/>
          <pc:sldMk cId="0" sldId="264"/>
        </pc:sldMkLst>
      </pc:sldChg>
      <pc:sldChg chg="addSp delSp modSp mod">
        <pc:chgData name="Deepika Vatsa" userId="f7100972-27fe-4ee6-8fb4-ec9b7931b409" providerId="ADAL" clId="{6884C358-F078-41E2-B52A-C991C4377FC1}" dt="2025-07-23T05:20:12.441" v="3415"/>
        <pc:sldMkLst>
          <pc:docMk/>
          <pc:sldMk cId="0" sldId="276"/>
        </pc:sldMkLst>
        <pc:spChg chg="mod">
          <ac:chgData name="Deepika Vatsa" userId="f7100972-27fe-4ee6-8fb4-ec9b7931b409" providerId="ADAL" clId="{6884C358-F078-41E2-B52A-C991C4377FC1}" dt="2025-07-23T05:15:49.357" v="3349" actId="207"/>
          <ac:spMkLst>
            <pc:docMk/>
            <pc:sldMk cId="0" sldId="276"/>
            <ac:spMk id="2" creationId="{00000000-0000-0000-0000-000000000000}"/>
          </ac:spMkLst>
        </pc:spChg>
        <pc:spChg chg="del mod">
          <ac:chgData name="Deepika Vatsa" userId="f7100972-27fe-4ee6-8fb4-ec9b7931b409" providerId="ADAL" clId="{6884C358-F078-41E2-B52A-C991C4377FC1}" dt="2025-07-22T10:51:53.775" v="2857" actId="478"/>
          <ac:spMkLst>
            <pc:docMk/>
            <pc:sldMk cId="0" sldId="276"/>
            <ac:spMk id="3" creationId="{00000000-0000-0000-0000-000000000000}"/>
          </ac:spMkLst>
        </pc:spChg>
        <pc:spChg chg="del mod">
          <ac:chgData name="Deepika Vatsa" userId="f7100972-27fe-4ee6-8fb4-ec9b7931b409" providerId="ADAL" clId="{6884C358-F078-41E2-B52A-C991C4377FC1}" dt="2025-07-22T09:30:00.857" v="194" actId="478"/>
          <ac:spMkLst>
            <pc:docMk/>
            <pc:sldMk cId="0" sldId="276"/>
            <ac:spMk id="4" creationId="{00000000-0000-0000-0000-000000000000}"/>
          </ac:spMkLst>
        </pc:spChg>
        <pc:spChg chg="add del mod ord">
          <ac:chgData name="Deepika Vatsa" userId="f7100972-27fe-4ee6-8fb4-ec9b7931b409" providerId="ADAL" clId="{6884C358-F078-41E2-B52A-C991C4377FC1}" dt="2025-07-22T10:51:53.775" v="2857" actId="478"/>
          <ac:spMkLst>
            <pc:docMk/>
            <pc:sldMk cId="0" sldId="276"/>
            <ac:spMk id="6" creationId="{DF1F7109-6D42-A6CD-F452-0870CFC44C57}"/>
          </ac:spMkLst>
        </pc:spChg>
        <pc:spChg chg="add del mod">
          <ac:chgData name="Deepika Vatsa" userId="f7100972-27fe-4ee6-8fb4-ec9b7931b409" providerId="ADAL" clId="{6884C358-F078-41E2-B52A-C991C4377FC1}" dt="2025-07-22T10:51:53.775" v="2857" actId="478"/>
          <ac:spMkLst>
            <pc:docMk/>
            <pc:sldMk cId="0" sldId="276"/>
            <ac:spMk id="7" creationId="{FF220C66-A4E6-C8D7-391A-04D70E625C9C}"/>
          </ac:spMkLst>
        </pc:spChg>
        <pc:spChg chg="add del mod">
          <ac:chgData name="Deepika Vatsa" userId="f7100972-27fe-4ee6-8fb4-ec9b7931b409" providerId="ADAL" clId="{6884C358-F078-41E2-B52A-C991C4377FC1}" dt="2025-07-22T09:29:47.313" v="184"/>
          <ac:spMkLst>
            <pc:docMk/>
            <pc:sldMk cId="0" sldId="276"/>
            <ac:spMk id="9" creationId="{43D22531-29B1-0753-0946-7FE02105E3BE}"/>
          </ac:spMkLst>
        </pc:spChg>
        <pc:spChg chg="add del mod">
          <ac:chgData name="Deepika Vatsa" userId="f7100972-27fe-4ee6-8fb4-ec9b7931b409" providerId="ADAL" clId="{6884C358-F078-41E2-B52A-C991C4377FC1}" dt="2025-07-22T10:51:53.775" v="2857" actId="478"/>
          <ac:spMkLst>
            <pc:docMk/>
            <pc:sldMk cId="0" sldId="276"/>
            <ac:spMk id="10" creationId="{762B94E8-9E92-C874-B94F-CA816E8E5609}"/>
          </ac:spMkLst>
        </pc:spChg>
        <pc:spChg chg="add del mod">
          <ac:chgData name="Deepika Vatsa" userId="f7100972-27fe-4ee6-8fb4-ec9b7931b409" providerId="ADAL" clId="{6884C358-F078-41E2-B52A-C991C4377FC1}" dt="2025-07-22T10:51:55.493" v="2858" actId="478"/>
          <ac:spMkLst>
            <pc:docMk/>
            <pc:sldMk cId="0" sldId="276"/>
            <ac:spMk id="12" creationId="{761C11D7-EAE4-DE47-846C-5394B9B4B7D2}"/>
          </ac:spMkLst>
        </pc:spChg>
        <pc:spChg chg="add mod">
          <ac:chgData name="Deepika Vatsa" userId="f7100972-27fe-4ee6-8fb4-ec9b7931b409" providerId="ADAL" clId="{6884C358-F078-41E2-B52A-C991C4377FC1}" dt="2025-07-22T10:58:29.586" v="3175" actId="1076"/>
          <ac:spMkLst>
            <pc:docMk/>
            <pc:sldMk cId="0" sldId="276"/>
            <ac:spMk id="13" creationId="{05B054CE-66A9-69B7-25DF-5E63A7E7226F}"/>
          </ac:spMkLst>
        </pc:spChg>
        <pc:graphicFrameChg chg="add del mod modGraphic">
          <ac:chgData name="Deepika Vatsa" userId="f7100972-27fe-4ee6-8fb4-ec9b7931b409" providerId="ADAL" clId="{6884C358-F078-41E2-B52A-C991C4377FC1}" dt="2025-07-22T10:58:21.671" v="3172" actId="478"/>
          <ac:graphicFrameMkLst>
            <pc:docMk/>
            <pc:sldMk cId="0" sldId="276"/>
            <ac:graphicFrameMk id="14" creationId="{15B9210D-0693-05A9-B8B7-394487320ED6}"/>
          </ac:graphicFrameMkLst>
        </pc:graphicFrameChg>
        <pc:cxnChg chg="add mod">
          <ac:chgData name="Deepika Vatsa" userId="f7100972-27fe-4ee6-8fb4-ec9b7931b409" providerId="ADAL" clId="{6884C358-F078-41E2-B52A-C991C4377FC1}" dt="2025-07-23T05:20:12.441" v="3415"/>
          <ac:cxnSpMkLst>
            <pc:docMk/>
            <pc:sldMk cId="0" sldId="276"/>
            <ac:cxnSpMk id="3" creationId="{A353B9D7-DA76-EC76-62EC-B68A91A5CACC}"/>
          </ac:cxnSpMkLst>
        </pc:cxnChg>
        <pc:cxnChg chg="del">
          <ac:chgData name="Deepika Vatsa" userId="f7100972-27fe-4ee6-8fb4-ec9b7931b409" providerId="ADAL" clId="{6884C358-F078-41E2-B52A-C991C4377FC1}" dt="2025-07-23T05:20:11.800" v="3414" actId="478"/>
          <ac:cxnSpMkLst>
            <pc:docMk/>
            <pc:sldMk cId="0" sldId="276"/>
            <ac:cxnSpMk id="5" creationId="{50E184E5-16FE-EBD7-7894-1DC87C936193}"/>
          </ac:cxnSpMkLst>
        </pc:cxnChg>
      </pc:sldChg>
      <pc:sldChg chg="modSp del">
        <pc:chgData name="Deepika Vatsa" userId="f7100972-27fe-4ee6-8fb4-ec9b7931b409" providerId="ADAL" clId="{6884C358-F078-41E2-B52A-C991C4377FC1}" dt="2025-07-22T09:48:52.734" v="447" actId="2696"/>
        <pc:sldMkLst>
          <pc:docMk/>
          <pc:sldMk cId="0" sldId="282"/>
        </pc:sldMkLst>
        <pc:spChg chg="mod">
          <ac:chgData name="Deepika Vatsa" userId="f7100972-27fe-4ee6-8fb4-ec9b7931b409" providerId="ADAL" clId="{6884C358-F078-41E2-B52A-C991C4377FC1}" dt="2025-07-22T09:25:41.921" v="69"/>
          <ac:spMkLst>
            <pc:docMk/>
            <pc:sldMk cId="0" sldId="282"/>
            <ac:spMk id="3" creationId="{00000000-0000-0000-0000-000000000000}"/>
          </ac:spMkLst>
        </pc:spChg>
        <pc:spChg chg="mod">
          <ac:chgData name="Deepika Vatsa" userId="f7100972-27fe-4ee6-8fb4-ec9b7931b409" providerId="ADAL" clId="{6884C358-F078-41E2-B52A-C991C4377FC1}" dt="2025-07-22T09:25:41.921" v="69"/>
          <ac:spMkLst>
            <pc:docMk/>
            <pc:sldMk cId="0" sldId="282"/>
            <ac:spMk id="4" creationId="{00000000-0000-0000-0000-000000000000}"/>
          </ac:spMkLst>
        </pc:spChg>
      </pc:sldChg>
      <pc:sldChg chg="add del">
        <pc:chgData name="Deepika Vatsa" userId="f7100972-27fe-4ee6-8fb4-ec9b7931b409" providerId="ADAL" clId="{6884C358-F078-41E2-B52A-C991C4377FC1}" dt="2025-07-23T05:12:37.326" v="3321" actId="47"/>
        <pc:sldMkLst>
          <pc:docMk/>
          <pc:sldMk cId="2852168949" sldId="350"/>
        </pc:sldMkLst>
      </pc:sldChg>
      <pc:sldChg chg="add del">
        <pc:chgData name="Deepika Vatsa" userId="f7100972-27fe-4ee6-8fb4-ec9b7931b409" providerId="ADAL" clId="{6884C358-F078-41E2-B52A-C991C4377FC1}" dt="2025-07-23T05:13:42.142" v="3334" actId="47"/>
        <pc:sldMkLst>
          <pc:docMk/>
          <pc:sldMk cId="178954834" sldId="363"/>
        </pc:sldMkLst>
      </pc:sldChg>
      <pc:sldChg chg="modSp mod">
        <pc:chgData name="Deepika Vatsa" userId="f7100972-27fe-4ee6-8fb4-ec9b7931b409" providerId="ADAL" clId="{6884C358-F078-41E2-B52A-C991C4377FC1}" dt="2025-07-22T09:24:57.233" v="65" actId="20577"/>
        <pc:sldMkLst>
          <pc:docMk/>
          <pc:sldMk cId="0" sldId="395"/>
        </pc:sldMkLst>
        <pc:spChg chg="mod">
          <ac:chgData name="Deepika Vatsa" userId="f7100972-27fe-4ee6-8fb4-ec9b7931b409" providerId="ADAL" clId="{6884C358-F078-41E2-B52A-C991C4377FC1}" dt="2025-07-22T09:24:57.233" v="65" actId="20577"/>
          <ac:spMkLst>
            <pc:docMk/>
            <pc:sldMk cId="0" sldId="395"/>
            <ac:spMk id="2" creationId="{00000000-0000-0000-0000-000000000000}"/>
          </ac:spMkLst>
        </pc:spChg>
      </pc:sldChg>
      <pc:sldChg chg="modSp del">
        <pc:chgData name="Deepika Vatsa" userId="f7100972-27fe-4ee6-8fb4-ec9b7931b409" providerId="ADAL" clId="{6884C358-F078-41E2-B52A-C991C4377FC1}" dt="2025-07-22T09:36:18.403" v="300" actId="47"/>
        <pc:sldMkLst>
          <pc:docMk/>
          <pc:sldMk cId="3480929016" sldId="553"/>
        </pc:sldMkLst>
        <pc:spChg chg="mod">
          <ac:chgData name="Deepika Vatsa" userId="f7100972-27fe-4ee6-8fb4-ec9b7931b409" providerId="ADAL" clId="{6884C358-F078-41E2-B52A-C991C4377FC1}" dt="2025-07-22T09:25:41.921" v="69"/>
          <ac:spMkLst>
            <pc:docMk/>
            <pc:sldMk cId="3480929016" sldId="553"/>
            <ac:spMk id="4" creationId="{0A61BF14-BB4C-4FFC-7012-6231EFAFCD41}"/>
          </ac:spMkLst>
        </pc:spChg>
      </pc:sldChg>
      <pc:sldChg chg="del">
        <pc:chgData name="Deepika Vatsa" userId="f7100972-27fe-4ee6-8fb4-ec9b7931b409" providerId="ADAL" clId="{6884C358-F078-41E2-B52A-C991C4377FC1}" dt="2025-07-22T09:23:28.413" v="0" actId="47"/>
        <pc:sldMkLst>
          <pc:docMk/>
          <pc:sldMk cId="4163686748" sldId="554"/>
        </pc:sldMkLst>
      </pc:sldChg>
      <pc:sldChg chg="del">
        <pc:chgData name="Deepika Vatsa" userId="f7100972-27fe-4ee6-8fb4-ec9b7931b409" providerId="ADAL" clId="{6884C358-F078-41E2-B52A-C991C4377FC1}" dt="2025-07-22T09:23:28.413" v="0" actId="47"/>
        <pc:sldMkLst>
          <pc:docMk/>
          <pc:sldMk cId="3935020306" sldId="555"/>
        </pc:sldMkLst>
      </pc:sldChg>
      <pc:sldChg chg="modSp del">
        <pc:chgData name="Deepika Vatsa" userId="f7100972-27fe-4ee6-8fb4-ec9b7931b409" providerId="ADAL" clId="{6884C358-F078-41E2-B52A-C991C4377FC1}" dt="2025-07-22T10:01:31.830" v="728" actId="47"/>
        <pc:sldMkLst>
          <pc:docMk/>
          <pc:sldMk cId="2250760117" sldId="572"/>
        </pc:sldMkLst>
        <pc:spChg chg="mod">
          <ac:chgData name="Deepika Vatsa" userId="f7100972-27fe-4ee6-8fb4-ec9b7931b409" providerId="ADAL" clId="{6884C358-F078-41E2-B52A-C991C4377FC1}" dt="2025-07-22T09:25:41.921" v="69"/>
          <ac:spMkLst>
            <pc:docMk/>
            <pc:sldMk cId="2250760117" sldId="572"/>
            <ac:spMk id="4" creationId="{AAA3C26B-3FEA-A51C-8509-EDFF58FF4F4A}"/>
          </ac:spMkLst>
        </pc:spChg>
      </pc:sldChg>
      <pc:sldChg chg="addSp delSp modSp mod">
        <pc:chgData name="Deepika Vatsa" userId="f7100972-27fe-4ee6-8fb4-ec9b7931b409" providerId="ADAL" clId="{6884C358-F078-41E2-B52A-C991C4377FC1}" dt="2025-07-23T05:21:25.243" v="3452"/>
        <pc:sldMkLst>
          <pc:docMk/>
          <pc:sldMk cId="549806327" sldId="573"/>
        </pc:sldMkLst>
        <pc:spChg chg="mod">
          <ac:chgData name="Deepika Vatsa" userId="f7100972-27fe-4ee6-8fb4-ec9b7931b409" providerId="ADAL" clId="{6884C358-F078-41E2-B52A-C991C4377FC1}" dt="2025-07-23T05:18:21.699" v="3391" actId="1035"/>
          <ac:spMkLst>
            <pc:docMk/>
            <pc:sldMk cId="549806327" sldId="573"/>
            <ac:spMk id="2" creationId="{1CD95200-E997-69E7-D60F-2B2833820E43}"/>
          </ac:spMkLst>
        </pc:spChg>
        <pc:spChg chg="mod">
          <ac:chgData name="Deepika Vatsa" userId="f7100972-27fe-4ee6-8fb4-ec9b7931b409" providerId="ADAL" clId="{6884C358-F078-41E2-B52A-C991C4377FC1}" dt="2025-07-22T10:11:40.522" v="861" actId="33524"/>
          <ac:spMkLst>
            <pc:docMk/>
            <pc:sldMk cId="549806327" sldId="573"/>
            <ac:spMk id="3" creationId="{7E3D72CB-FD10-51F1-E138-1F3205E12992}"/>
          </ac:spMkLst>
        </pc:spChg>
        <pc:picChg chg="mod modCrop">
          <ac:chgData name="Deepika Vatsa" userId="f7100972-27fe-4ee6-8fb4-ec9b7931b409" providerId="ADAL" clId="{6884C358-F078-41E2-B52A-C991C4377FC1}" dt="2025-07-22T10:11:25.482" v="856" actId="1076"/>
          <ac:picMkLst>
            <pc:docMk/>
            <pc:sldMk cId="549806327" sldId="573"/>
            <ac:picMk id="4" creationId="{F4073854-4E6C-1C34-8E9C-E284C7C1B544}"/>
          </ac:picMkLst>
        </pc:picChg>
        <pc:cxnChg chg="del">
          <ac:chgData name="Deepika Vatsa" userId="f7100972-27fe-4ee6-8fb4-ec9b7931b409" providerId="ADAL" clId="{6884C358-F078-41E2-B52A-C991C4377FC1}" dt="2025-07-23T05:21:24.872" v="3451" actId="478"/>
          <ac:cxnSpMkLst>
            <pc:docMk/>
            <pc:sldMk cId="549806327" sldId="573"/>
            <ac:cxnSpMk id="5" creationId="{2583FC77-E3AB-35E6-B60C-53A76FE8003F}"/>
          </ac:cxnSpMkLst>
        </pc:cxnChg>
        <pc:cxnChg chg="add mod">
          <ac:chgData name="Deepika Vatsa" userId="f7100972-27fe-4ee6-8fb4-ec9b7931b409" providerId="ADAL" clId="{6884C358-F078-41E2-B52A-C991C4377FC1}" dt="2025-07-23T05:21:25.243" v="3452"/>
          <ac:cxnSpMkLst>
            <pc:docMk/>
            <pc:sldMk cId="549806327" sldId="573"/>
            <ac:cxnSpMk id="6" creationId="{ABECC0BA-46D9-85A9-9BEC-69239BC9C062}"/>
          </ac:cxnSpMkLst>
        </pc:cxnChg>
      </pc:sldChg>
      <pc:sldChg chg="del">
        <pc:chgData name="Deepika Vatsa" userId="f7100972-27fe-4ee6-8fb4-ec9b7931b409" providerId="ADAL" clId="{6884C358-F078-41E2-B52A-C991C4377FC1}" dt="2025-07-22T10:12:15.086" v="862" actId="2696"/>
        <pc:sldMkLst>
          <pc:docMk/>
          <pc:sldMk cId="1030842975" sldId="574"/>
        </pc:sldMkLst>
      </pc:sldChg>
      <pc:sldChg chg="del">
        <pc:chgData name="Deepika Vatsa" userId="f7100972-27fe-4ee6-8fb4-ec9b7931b409" providerId="ADAL" clId="{6884C358-F078-41E2-B52A-C991C4377FC1}" dt="2025-07-22T10:12:15.086" v="862" actId="2696"/>
        <pc:sldMkLst>
          <pc:docMk/>
          <pc:sldMk cId="1844610887" sldId="575"/>
        </pc:sldMkLst>
      </pc:sldChg>
      <pc:sldChg chg="addSp delSp modSp mod">
        <pc:chgData name="Deepika Vatsa" userId="f7100972-27fe-4ee6-8fb4-ec9b7931b409" providerId="ADAL" clId="{6884C358-F078-41E2-B52A-C991C4377FC1}" dt="2025-07-23T05:21:29.136" v="3454"/>
        <pc:sldMkLst>
          <pc:docMk/>
          <pc:sldMk cId="810527257" sldId="576"/>
        </pc:sldMkLst>
        <pc:spChg chg="mod">
          <ac:chgData name="Deepika Vatsa" userId="f7100972-27fe-4ee6-8fb4-ec9b7931b409" providerId="ADAL" clId="{6884C358-F078-41E2-B52A-C991C4377FC1}" dt="2025-07-23T05:18:32.996" v="3393" actId="255"/>
          <ac:spMkLst>
            <pc:docMk/>
            <pc:sldMk cId="810527257" sldId="576"/>
            <ac:spMk id="2" creationId="{8C8DA422-5599-BE5B-B151-D196E8414908}"/>
          </ac:spMkLst>
        </pc:spChg>
        <pc:spChg chg="del">
          <ac:chgData name="Deepika Vatsa" userId="f7100972-27fe-4ee6-8fb4-ec9b7931b409" providerId="ADAL" clId="{6884C358-F078-41E2-B52A-C991C4377FC1}" dt="2025-07-22T10:13:31.716" v="864" actId="478"/>
          <ac:spMkLst>
            <pc:docMk/>
            <pc:sldMk cId="810527257" sldId="576"/>
            <ac:spMk id="3" creationId="{23292E8A-B934-BC7E-D793-FA32925820AA}"/>
          </ac:spMkLst>
        </pc:spChg>
        <pc:spChg chg="add del mod">
          <ac:chgData name="Deepika Vatsa" userId="f7100972-27fe-4ee6-8fb4-ec9b7931b409" providerId="ADAL" clId="{6884C358-F078-41E2-B52A-C991C4377FC1}" dt="2025-07-22T10:13:33.431" v="865" actId="478"/>
          <ac:spMkLst>
            <pc:docMk/>
            <pc:sldMk cId="810527257" sldId="576"/>
            <ac:spMk id="6" creationId="{83784901-344E-5428-88AA-7C54D084D705}"/>
          </ac:spMkLst>
        </pc:spChg>
        <pc:picChg chg="add mod">
          <ac:chgData name="Deepika Vatsa" userId="f7100972-27fe-4ee6-8fb4-ec9b7931b409" providerId="ADAL" clId="{6884C358-F078-41E2-B52A-C991C4377FC1}" dt="2025-07-22T10:13:36.274" v="867" actId="1076"/>
          <ac:picMkLst>
            <pc:docMk/>
            <pc:sldMk cId="810527257" sldId="576"/>
            <ac:picMk id="7" creationId="{D042E4FB-BDAC-1A6F-5268-672F6BAA70EC}"/>
          </ac:picMkLst>
        </pc:picChg>
        <pc:cxnChg chg="add mod">
          <ac:chgData name="Deepika Vatsa" userId="f7100972-27fe-4ee6-8fb4-ec9b7931b409" providerId="ADAL" clId="{6884C358-F078-41E2-B52A-C991C4377FC1}" dt="2025-07-23T05:21:29.136" v="3454"/>
          <ac:cxnSpMkLst>
            <pc:docMk/>
            <pc:sldMk cId="810527257" sldId="576"/>
            <ac:cxnSpMk id="3" creationId="{D70A73E4-B319-02F9-A019-8583C8BD017A}"/>
          </ac:cxnSpMkLst>
        </pc:cxnChg>
        <pc:cxnChg chg="del">
          <ac:chgData name="Deepika Vatsa" userId="f7100972-27fe-4ee6-8fb4-ec9b7931b409" providerId="ADAL" clId="{6884C358-F078-41E2-B52A-C991C4377FC1}" dt="2025-07-23T05:21:28.712" v="3453" actId="478"/>
          <ac:cxnSpMkLst>
            <pc:docMk/>
            <pc:sldMk cId="810527257" sldId="576"/>
            <ac:cxnSpMk id="5" creationId="{40F7F98D-83E9-028D-8FA0-BC9D6977408D}"/>
          </ac:cxnSpMkLst>
        </pc:cxnChg>
      </pc:sldChg>
      <pc:sldChg chg="del">
        <pc:chgData name="Deepika Vatsa" userId="f7100972-27fe-4ee6-8fb4-ec9b7931b409" providerId="ADAL" clId="{6884C358-F078-41E2-B52A-C991C4377FC1}" dt="2025-07-22T10:13:40.415" v="868" actId="47"/>
        <pc:sldMkLst>
          <pc:docMk/>
          <pc:sldMk cId="2512841971" sldId="577"/>
        </pc:sldMkLst>
      </pc:sldChg>
      <pc:sldChg chg="addSp delSp modSp mod">
        <pc:chgData name="Deepika Vatsa" userId="f7100972-27fe-4ee6-8fb4-ec9b7931b409" providerId="ADAL" clId="{6884C358-F078-41E2-B52A-C991C4377FC1}" dt="2025-07-23T05:21:46.433" v="3460" actId="14100"/>
        <pc:sldMkLst>
          <pc:docMk/>
          <pc:sldMk cId="835005002" sldId="578"/>
        </pc:sldMkLst>
        <pc:spChg chg="del mod">
          <ac:chgData name="Deepika Vatsa" userId="f7100972-27fe-4ee6-8fb4-ec9b7931b409" providerId="ADAL" clId="{6884C358-F078-41E2-B52A-C991C4377FC1}" dt="2025-07-23T05:18:44.103" v="3394" actId="478"/>
          <ac:spMkLst>
            <pc:docMk/>
            <pc:sldMk cId="835005002" sldId="578"/>
            <ac:spMk id="2" creationId="{91E18C70-E367-59EE-B161-70D8F2FCB574}"/>
          </ac:spMkLst>
        </pc:spChg>
        <pc:spChg chg="mod">
          <ac:chgData name="Deepika Vatsa" userId="f7100972-27fe-4ee6-8fb4-ec9b7931b409" providerId="ADAL" clId="{6884C358-F078-41E2-B52A-C991C4377FC1}" dt="2025-07-23T05:21:46.433" v="3460" actId="14100"/>
          <ac:spMkLst>
            <pc:docMk/>
            <pc:sldMk cId="835005002" sldId="578"/>
            <ac:spMk id="4" creationId="{7776C47F-6F4E-DC03-37A6-E7A3B197AE34}"/>
          </ac:spMkLst>
        </pc:spChg>
        <pc:spChg chg="add del mod">
          <ac:chgData name="Deepika Vatsa" userId="f7100972-27fe-4ee6-8fb4-ec9b7931b409" providerId="ADAL" clId="{6884C358-F078-41E2-B52A-C991C4377FC1}" dt="2025-07-23T05:18:45.920" v="3395" actId="478"/>
          <ac:spMkLst>
            <pc:docMk/>
            <pc:sldMk cId="835005002" sldId="578"/>
            <ac:spMk id="6" creationId="{4E321242-3F8E-3E41-604D-15D680DFF783}"/>
          </ac:spMkLst>
        </pc:spChg>
        <pc:spChg chg="add mod">
          <ac:chgData name="Deepika Vatsa" userId="f7100972-27fe-4ee6-8fb4-ec9b7931b409" providerId="ADAL" clId="{6884C358-F078-41E2-B52A-C991C4377FC1}" dt="2025-07-23T05:18:46.673" v="3396"/>
          <ac:spMkLst>
            <pc:docMk/>
            <pc:sldMk cId="835005002" sldId="578"/>
            <ac:spMk id="7" creationId="{C86B6E8B-F1EE-EC17-42A6-8C54D5AE7919}"/>
          </ac:spMkLst>
        </pc:spChg>
        <pc:cxnChg chg="del">
          <ac:chgData name="Deepika Vatsa" userId="f7100972-27fe-4ee6-8fb4-ec9b7931b409" providerId="ADAL" clId="{6884C358-F078-41E2-B52A-C991C4377FC1}" dt="2025-07-23T05:21:33.356" v="3455" actId="478"/>
          <ac:cxnSpMkLst>
            <pc:docMk/>
            <pc:sldMk cId="835005002" sldId="578"/>
            <ac:cxnSpMk id="5" creationId="{B2627C12-E6DC-37C6-3534-91290B918037}"/>
          </ac:cxnSpMkLst>
        </pc:cxnChg>
        <pc:cxnChg chg="add mod">
          <ac:chgData name="Deepika Vatsa" userId="f7100972-27fe-4ee6-8fb4-ec9b7931b409" providerId="ADAL" clId="{6884C358-F078-41E2-B52A-C991C4377FC1}" dt="2025-07-23T05:21:33.753" v="3456"/>
          <ac:cxnSpMkLst>
            <pc:docMk/>
            <pc:sldMk cId="835005002" sldId="578"/>
            <ac:cxnSpMk id="8" creationId="{DFAC204A-2B4C-B3BD-E2C3-309FA6A4D4FE}"/>
          </ac:cxnSpMkLst>
        </pc:cxnChg>
      </pc:sldChg>
      <pc:sldChg chg="del">
        <pc:chgData name="Deepika Vatsa" userId="f7100972-27fe-4ee6-8fb4-ec9b7931b409" providerId="ADAL" clId="{6884C358-F078-41E2-B52A-C991C4377FC1}" dt="2025-07-22T10:20:38.022" v="1476" actId="47"/>
        <pc:sldMkLst>
          <pc:docMk/>
          <pc:sldMk cId="1577856654" sldId="579"/>
        </pc:sldMkLst>
      </pc:sldChg>
      <pc:sldChg chg="del">
        <pc:chgData name="Deepika Vatsa" userId="f7100972-27fe-4ee6-8fb4-ec9b7931b409" providerId="ADAL" clId="{6884C358-F078-41E2-B52A-C991C4377FC1}" dt="2025-07-22T10:23:03.818" v="1507" actId="2696"/>
        <pc:sldMkLst>
          <pc:docMk/>
          <pc:sldMk cId="858610061" sldId="580"/>
        </pc:sldMkLst>
      </pc:sldChg>
      <pc:sldChg chg="del">
        <pc:chgData name="Deepika Vatsa" userId="f7100972-27fe-4ee6-8fb4-ec9b7931b409" providerId="ADAL" clId="{6884C358-F078-41E2-B52A-C991C4377FC1}" dt="2025-07-22T10:31:42.979" v="2065" actId="47"/>
        <pc:sldMkLst>
          <pc:docMk/>
          <pc:sldMk cId="2808099838" sldId="581"/>
        </pc:sldMkLst>
      </pc:sldChg>
      <pc:sldChg chg="addSp delSp modSp mod">
        <pc:chgData name="Deepika Vatsa" userId="f7100972-27fe-4ee6-8fb4-ec9b7931b409" providerId="ADAL" clId="{6884C358-F078-41E2-B52A-C991C4377FC1}" dt="2025-07-23T05:21:56.245" v="3463" actId="14100"/>
        <pc:sldMkLst>
          <pc:docMk/>
          <pc:sldMk cId="1700069977" sldId="582"/>
        </pc:sldMkLst>
        <pc:spChg chg="del mod">
          <ac:chgData name="Deepika Vatsa" userId="f7100972-27fe-4ee6-8fb4-ec9b7931b409" providerId="ADAL" clId="{6884C358-F078-41E2-B52A-C991C4377FC1}" dt="2025-07-23T05:11:29.001" v="3295" actId="478"/>
          <ac:spMkLst>
            <pc:docMk/>
            <pc:sldMk cId="1700069977" sldId="582"/>
            <ac:spMk id="2" creationId="{3EA993F1-7D74-5A35-94E0-755C8170DDD2}"/>
          </ac:spMkLst>
        </pc:spChg>
        <pc:spChg chg="mod">
          <ac:chgData name="Deepika Vatsa" userId="f7100972-27fe-4ee6-8fb4-ec9b7931b409" providerId="ADAL" clId="{6884C358-F078-41E2-B52A-C991C4377FC1}" dt="2025-07-23T05:21:56.245" v="3463" actId="14100"/>
          <ac:spMkLst>
            <pc:docMk/>
            <pc:sldMk cId="1700069977" sldId="582"/>
            <ac:spMk id="4" creationId="{C7E4D45C-A04E-4FD8-8E36-9127F8599888}"/>
          </ac:spMkLst>
        </pc:spChg>
        <pc:spChg chg="add del mod">
          <ac:chgData name="Deepika Vatsa" userId="f7100972-27fe-4ee6-8fb4-ec9b7931b409" providerId="ADAL" clId="{6884C358-F078-41E2-B52A-C991C4377FC1}" dt="2025-07-23T05:11:31.373" v="3296" actId="478"/>
          <ac:spMkLst>
            <pc:docMk/>
            <pc:sldMk cId="1700069977" sldId="582"/>
            <ac:spMk id="6" creationId="{BC483E00-42FE-1B2D-5AB9-B054E0125187}"/>
          </ac:spMkLst>
        </pc:spChg>
        <pc:spChg chg="add del mod">
          <ac:chgData name="Deepika Vatsa" userId="f7100972-27fe-4ee6-8fb4-ec9b7931b409" providerId="ADAL" clId="{6884C358-F078-41E2-B52A-C991C4377FC1}" dt="2025-07-23T05:19:05.174" v="3403" actId="478"/>
          <ac:spMkLst>
            <pc:docMk/>
            <pc:sldMk cId="1700069977" sldId="582"/>
            <ac:spMk id="7" creationId="{77CBCD7F-8AE7-4B57-3A9F-538E17F926AC}"/>
          </ac:spMkLst>
        </pc:spChg>
        <pc:spChg chg="add del mod">
          <ac:chgData name="Deepika Vatsa" userId="f7100972-27fe-4ee6-8fb4-ec9b7931b409" providerId="ADAL" clId="{6884C358-F078-41E2-B52A-C991C4377FC1}" dt="2025-07-23T05:19:06.810" v="3404" actId="478"/>
          <ac:spMkLst>
            <pc:docMk/>
            <pc:sldMk cId="1700069977" sldId="582"/>
            <ac:spMk id="9" creationId="{DA1F278C-AFDE-7105-568A-768E46CCC33B}"/>
          </ac:spMkLst>
        </pc:spChg>
        <pc:spChg chg="add mod">
          <ac:chgData name="Deepika Vatsa" userId="f7100972-27fe-4ee6-8fb4-ec9b7931b409" providerId="ADAL" clId="{6884C358-F078-41E2-B52A-C991C4377FC1}" dt="2025-07-23T05:19:07.408" v="3405"/>
          <ac:spMkLst>
            <pc:docMk/>
            <pc:sldMk cId="1700069977" sldId="582"/>
            <ac:spMk id="10" creationId="{7124F2BA-B4C0-9D6A-F84A-5C187670E1ED}"/>
          </ac:spMkLst>
        </pc:spChg>
        <pc:cxnChg chg="del">
          <ac:chgData name="Deepika Vatsa" userId="f7100972-27fe-4ee6-8fb4-ec9b7931b409" providerId="ADAL" clId="{6884C358-F078-41E2-B52A-C991C4377FC1}" dt="2025-07-23T05:21:52.654" v="3461" actId="478"/>
          <ac:cxnSpMkLst>
            <pc:docMk/>
            <pc:sldMk cId="1700069977" sldId="582"/>
            <ac:cxnSpMk id="5" creationId="{EA92F9DF-D5D8-49B1-F8B9-EDE5C89C9DF6}"/>
          </ac:cxnSpMkLst>
        </pc:cxnChg>
        <pc:cxnChg chg="add mod">
          <ac:chgData name="Deepika Vatsa" userId="f7100972-27fe-4ee6-8fb4-ec9b7931b409" providerId="ADAL" clId="{6884C358-F078-41E2-B52A-C991C4377FC1}" dt="2025-07-23T05:21:53.350" v="3462"/>
          <ac:cxnSpMkLst>
            <pc:docMk/>
            <pc:sldMk cId="1700069977" sldId="582"/>
            <ac:cxnSpMk id="11" creationId="{C11FA30D-24D1-6FBC-D7BC-51AEC489E098}"/>
          </ac:cxnSpMkLst>
        </pc:cxnChg>
      </pc:sldChg>
      <pc:sldChg chg="del">
        <pc:chgData name="Deepika Vatsa" userId="f7100972-27fe-4ee6-8fb4-ec9b7931b409" providerId="ADAL" clId="{6884C358-F078-41E2-B52A-C991C4377FC1}" dt="2025-07-22T10:38:05.600" v="2234" actId="47"/>
        <pc:sldMkLst>
          <pc:docMk/>
          <pc:sldMk cId="591297716" sldId="583"/>
        </pc:sldMkLst>
      </pc:sldChg>
      <pc:sldChg chg="del">
        <pc:chgData name="Deepika Vatsa" userId="f7100972-27fe-4ee6-8fb4-ec9b7931b409" providerId="ADAL" clId="{6884C358-F078-41E2-B52A-C991C4377FC1}" dt="2025-07-22T10:38:24.185" v="2235" actId="47"/>
        <pc:sldMkLst>
          <pc:docMk/>
          <pc:sldMk cId="4024096756" sldId="584"/>
        </pc:sldMkLst>
      </pc:sldChg>
      <pc:sldChg chg="addSp delSp modSp mod">
        <pc:chgData name="Deepika Vatsa" userId="f7100972-27fe-4ee6-8fb4-ec9b7931b409" providerId="ADAL" clId="{6884C358-F078-41E2-B52A-C991C4377FC1}" dt="2025-07-23T05:23:45.037" v="3532" actId="1076"/>
        <pc:sldMkLst>
          <pc:docMk/>
          <pc:sldMk cId="2784952323" sldId="585"/>
        </pc:sldMkLst>
        <pc:spChg chg="mod">
          <ac:chgData name="Deepika Vatsa" userId="f7100972-27fe-4ee6-8fb4-ec9b7931b409" providerId="ADAL" clId="{6884C358-F078-41E2-B52A-C991C4377FC1}" dt="2025-07-23T05:22:56.013" v="3522" actId="1076"/>
          <ac:spMkLst>
            <pc:docMk/>
            <pc:sldMk cId="2784952323" sldId="585"/>
            <ac:spMk id="2" creationId="{CD4594CC-77DE-BEF3-7ACE-59D14DBBA2F4}"/>
          </ac:spMkLst>
        </pc:spChg>
        <pc:spChg chg="mod">
          <ac:chgData name="Deepika Vatsa" userId="f7100972-27fe-4ee6-8fb4-ec9b7931b409" providerId="ADAL" clId="{6884C358-F078-41E2-B52A-C991C4377FC1}" dt="2025-07-23T05:23:45.037" v="3532" actId="1076"/>
          <ac:spMkLst>
            <pc:docMk/>
            <pc:sldMk cId="2784952323" sldId="585"/>
            <ac:spMk id="4" creationId="{170DDB5B-6792-55DA-AF63-9A96FA1939A3}"/>
          </ac:spMkLst>
        </pc:spChg>
        <pc:cxnChg chg="add mod">
          <ac:chgData name="Deepika Vatsa" userId="f7100972-27fe-4ee6-8fb4-ec9b7931b409" providerId="ADAL" clId="{6884C358-F078-41E2-B52A-C991C4377FC1}" dt="2025-07-23T05:22:47.005" v="3517"/>
          <ac:cxnSpMkLst>
            <pc:docMk/>
            <pc:sldMk cId="2784952323" sldId="585"/>
            <ac:cxnSpMk id="3" creationId="{6EEF62DB-73C3-BC16-B7FD-7A94B557C61B}"/>
          </ac:cxnSpMkLst>
        </pc:cxnChg>
        <pc:cxnChg chg="del">
          <ac:chgData name="Deepika Vatsa" userId="f7100972-27fe-4ee6-8fb4-ec9b7931b409" providerId="ADAL" clId="{6884C358-F078-41E2-B52A-C991C4377FC1}" dt="2025-07-23T05:22:45.556" v="3516" actId="478"/>
          <ac:cxnSpMkLst>
            <pc:docMk/>
            <pc:sldMk cId="2784952323" sldId="585"/>
            <ac:cxnSpMk id="5" creationId="{D6A26A94-065F-5020-54F4-34DABAADC81C}"/>
          </ac:cxnSpMkLst>
        </pc:cxnChg>
      </pc:sldChg>
      <pc:sldChg chg="del">
        <pc:chgData name="Deepika Vatsa" userId="f7100972-27fe-4ee6-8fb4-ec9b7931b409" providerId="ADAL" clId="{6884C358-F078-41E2-B52A-C991C4377FC1}" dt="2025-07-22T10:48:01.051" v="2641" actId="47"/>
        <pc:sldMkLst>
          <pc:docMk/>
          <pc:sldMk cId="34458836" sldId="586"/>
        </pc:sldMkLst>
      </pc:sldChg>
      <pc:sldChg chg="del">
        <pc:chgData name="Deepika Vatsa" userId="f7100972-27fe-4ee6-8fb4-ec9b7931b409" providerId="ADAL" clId="{6884C358-F078-41E2-B52A-C991C4377FC1}" dt="2025-07-22T10:48:09.429" v="2642" actId="47"/>
        <pc:sldMkLst>
          <pc:docMk/>
          <pc:sldMk cId="1852533425" sldId="587"/>
        </pc:sldMkLst>
      </pc:sldChg>
      <pc:sldChg chg="del">
        <pc:chgData name="Deepika Vatsa" userId="f7100972-27fe-4ee6-8fb4-ec9b7931b409" providerId="ADAL" clId="{6884C358-F078-41E2-B52A-C991C4377FC1}" dt="2025-07-22T10:50:58.990" v="2855" actId="47"/>
        <pc:sldMkLst>
          <pc:docMk/>
          <pc:sldMk cId="2624307318" sldId="588"/>
        </pc:sldMkLst>
      </pc:sldChg>
      <pc:sldChg chg="modSp">
        <pc:chgData name="Deepika Vatsa" userId="f7100972-27fe-4ee6-8fb4-ec9b7931b409" providerId="ADAL" clId="{6884C358-F078-41E2-B52A-C991C4377FC1}" dt="2025-07-22T09:25:41.921" v="69"/>
        <pc:sldMkLst>
          <pc:docMk/>
          <pc:sldMk cId="0" sldId="589"/>
        </pc:sldMkLst>
        <pc:spChg chg="mod">
          <ac:chgData name="Deepika Vatsa" userId="f7100972-27fe-4ee6-8fb4-ec9b7931b409" providerId="ADAL" clId="{6884C358-F078-41E2-B52A-C991C4377FC1}" dt="2025-07-22T09:25:41.921" v="69"/>
          <ac:spMkLst>
            <pc:docMk/>
            <pc:sldMk cId="0" sldId="589"/>
            <ac:spMk id="3" creationId="{00000000-0000-0000-0000-000000000000}"/>
          </ac:spMkLst>
        </pc:spChg>
      </pc:sldChg>
      <pc:sldChg chg="addSp delSp modSp add mod">
        <pc:chgData name="Deepika Vatsa" userId="f7100972-27fe-4ee6-8fb4-ec9b7931b409" providerId="ADAL" clId="{6884C358-F078-41E2-B52A-C991C4377FC1}" dt="2025-07-23T05:20:42.730" v="3429"/>
        <pc:sldMkLst>
          <pc:docMk/>
          <pc:sldMk cId="4072135879" sldId="590"/>
        </pc:sldMkLst>
        <pc:spChg chg="mod">
          <ac:chgData name="Deepika Vatsa" userId="f7100972-27fe-4ee6-8fb4-ec9b7931b409" providerId="ADAL" clId="{6884C358-F078-41E2-B52A-C991C4377FC1}" dt="2025-07-23T05:16:48.828" v="3364" actId="207"/>
          <ac:spMkLst>
            <pc:docMk/>
            <pc:sldMk cId="4072135879" sldId="590"/>
            <ac:spMk id="2" creationId="{00000000-0000-0000-0000-000000000000}"/>
          </ac:spMkLst>
        </pc:spChg>
        <pc:spChg chg="del">
          <ac:chgData name="Deepika Vatsa" userId="f7100972-27fe-4ee6-8fb4-ec9b7931b409" providerId="ADAL" clId="{6884C358-F078-41E2-B52A-C991C4377FC1}" dt="2025-07-22T09:33:40.180" v="249" actId="478"/>
          <ac:spMkLst>
            <pc:docMk/>
            <pc:sldMk cId="4072135879" sldId="590"/>
            <ac:spMk id="3" creationId="{00000000-0000-0000-0000-000000000000}"/>
          </ac:spMkLst>
        </pc:spChg>
        <pc:spChg chg="del">
          <ac:chgData name="Deepika Vatsa" userId="f7100972-27fe-4ee6-8fb4-ec9b7931b409" providerId="ADAL" clId="{6884C358-F078-41E2-B52A-C991C4377FC1}" dt="2025-07-22T09:33:36.965" v="248" actId="478"/>
          <ac:spMkLst>
            <pc:docMk/>
            <pc:sldMk cId="4072135879" sldId="590"/>
            <ac:spMk id="6" creationId="{DF1F7109-6D42-A6CD-F452-0870CFC44C57}"/>
          </ac:spMkLst>
        </pc:spChg>
        <pc:spChg chg="del">
          <ac:chgData name="Deepika Vatsa" userId="f7100972-27fe-4ee6-8fb4-ec9b7931b409" providerId="ADAL" clId="{6884C358-F078-41E2-B52A-C991C4377FC1}" dt="2025-07-22T09:33:40.180" v="249" actId="478"/>
          <ac:spMkLst>
            <pc:docMk/>
            <pc:sldMk cId="4072135879" sldId="590"/>
            <ac:spMk id="7" creationId="{FF220C66-A4E6-C8D7-391A-04D70E625C9C}"/>
          </ac:spMkLst>
        </pc:spChg>
        <pc:spChg chg="add del mod">
          <ac:chgData name="Deepika Vatsa" userId="f7100972-27fe-4ee6-8fb4-ec9b7931b409" providerId="ADAL" clId="{6884C358-F078-41E2-B52A-C991C4377FC1}" dt="2025-07-22T09:33:41.989" v="250" actId="478"/>
          <ac:spMkLst>
            <pc:docMk/>
            <pc:sldMk cId="4072135879" sldId="590"/>
            <ac:spMk id="8" creationId="{3A42CD8B-E7C8-D2E6-CB60-EA168BDCC118}"/>
          </ac:spMkLst>
        </pc:spChg>
        <pc:spChg chg="del">
          <ac:chgData name="Deepika Vatsa" userId="f7100972-27fe-4ee6-8fb4-ec9b7931b409" providerId="ADAL" clId="{6884C358-F078-41E2-B52A-C991C4377FC1}" dt="2025-07-22T09:33:40.180" v="249" actId="478"/>
          <ac:spMkLst>
            <pc:docMk/>
            <pc:sldMk cId="4072135879" sldId="590"/>
            <ac:spMk id="10" creationId="{762B94E8-9E92-C874-B94F-CA816E8E5609}"/>
          </ac:spMkLst>
        </pc:spChg>
        <pc:picChg chg="add mod">
          <ac:chgData name="Deepika Vatsa" userId="f7100972-27fe-4ee6-8fb4-ec9b7931b409" providerId="ADAL" clId="{6884C358-F078-41E2-B52A-C991C4377FC1}" dt="2025-07-22T09:33:58.086" v="257" actId="1076"/>
          <ac:picMkLst>
            <pc:docMk/>
            <pc:sldMk cId="4072135879" sldId="590"/>
            <ac:picMk id="9" creationId="{C356703B-A591-E735-D099-756D6F0724A1}"/>
          </ac:picMkLst>
        </pc:picChg>
        <pc:picChg chg="add mod">
          <ac:chgData name="Deepika Vatsa" userId="f7100972-27fe-4ee6-8fb4-ec9b7931b409" providerId="ADAL" clId="{6884C358-F078-41E2-B52A-C991C4377FC1}" dt="2025-07-22T09:33:59.666" v="258" actId="1076"/>
          <ac:picMkLst>
            <pc:docMk/>
            <pc:sldMk cId="4072135879" sldId="590"/>
            <ac:picMk id="11" creationId="{062F518F-DFCE-D51F-C42D-1B8DAD530657}"/>
          </ac:picMkLst>
        </pc:picChg>
        <pc:picChg chg="add mod">
          <ac:chgData name="Deepika Vatsa" userId="f7100972-27fe-4ee6-8fb4-ec9b7931b409" providerId="ADAL" clId="{6884C358-F078-41E2-B52A-C991C4377FC1}" dt="2025-07-22T09:33:56.159" v="256" actId="1076"/>
          <ac:picMkLst>
            <pc:docMk/>
            <pc:sldMk cId="4072135879" sldId="590"/>
            <ac:picMk id="12" creationId="{D688BB6C-9417-8D92-55EB-D522DC679CCF}"/>
          </ac:picMkLst>
        </pc:picChg>
        <pc:picChg chg="add mod">
          <ac:chgData name="Deepika Vatsa" userId="f7100972-27fe-4ee6-8fb4-ec9b7931b409" providerId="ADAL" clId="{6884C358-F078-41E2-B52A-C991C4377FC1}" dt="2025-07-22T09:34:03.951" v="259" actId="1076"/>
          <ac:picMkLst>
            <pc:docMk/>
            <pc:sldMk cId="4072135879" sldId="590"/>
            <ac:picMk id="13" creationId="{299DD2B6-62B2-98BD-205B-D8B8B72CDD4D}"/>
          </ac:picMkLst>
        </pc:picChg>
        <pc:cxnChg chg="add mod">
          <ac:chgData name="Deepika Vatsa" userId="f7100972-27fe-4ee6-8fb4-ec9b7931b409" providerId="ADAL" clId="{6884C358-F078-41E2-B52A-C991C4377FC1}" dt="2025-07-23T05:20:42.730" v="3429"/>
          <ac:cxnSpMkLst>
            <pc:docMk/>
            <pc:sldMk cId="4072135879" sldId="590"/>
            <ac:cxnSpMk id="3" creationId="{E868FEB9-887F-37ED-60BD-FBD1105706A2}"/>
          </ac:cxnSpMkLst>
        </pc:cxnChg>
        <pc:cxnChg chg="del">
          <ac:chgData name="Deepika Vatsa" userId="f7100972-27fe-4ee6-8fb4-ec9b7931b409" providerId="ADAL" clId="{6884C358-F078-41E2-B52A-C991C4377FC1}" dt="2025-07-23T05:20:42.313" v="3428" actId="478"/>
          <ac:cxnSpMkLst>
            <pc:docMk/>
            <pc:sldMk cId="4072135879" sldId="590"/>
            <ac:cxnSpMk id="5" creationId="{50E184E5-16FE-EBD7-7894-1DC87C936193}"/>
          </ac:cxnSpMkLst>
        </pc:cxnChg>
      </pc:sldChg>
      <pc:sldChg chg="addSp delSp modSp add mod">
        <pc:chgData name="Deepika Vatsa" userId="f7100972-27fe-4ee6-8fb4-ec9b7931b409" providerId="ADAL" clId="{6884C358-F078-41E2-B52A-C991C4377FC1}" dt="2025-07-23T05:20:39.010" v="3427"/>
        <pc:sldMkLst>
          <pc:docMk/>
          <pc:sldMk cId="3439049211" sldId="591"/>
        </pc:sldMkLst>
        <pc:spChg chg="mod">
          <ac:chgData name="Deepika Vatsa" userId="f7100972-27fe-4ee6-8fb4-ec9b7931b409" providerId="ADAL" clId="{6884C358-F078-41E2-B52A-C991C4377FC1}" dt="2025-07-23T05:16:43.256" v="3363" actId="207"/>
          <ac:spMkLst>
            <pc:docMk/>
            <pc:sldMk cId="3439049211" sldId="591"/>
            <ac:spMk id="2" creationId="{00000000-0000-0000-0000-000000000000}"/>
          </ac:spMkLst>
        </pc:spChg>
        <pc:spChg chg="del">
          <ac:chgData name="Deepika Vatsa" userId="f7100972-27fe-4ee6-8fb4-ec9b7931b409" providerId="ADAL" clId="{6884C358-F078-41E2-B52A-C991C4377FC1}" dt="2025-07-22T09:35:48.586" v="290" actId="478"/>
          <ac:spMkLst>
            <pc:docMk/>
            <pc:sldMk cId="3439049211" sldId="591"/>
            <ac:spMk id="3" creationId="{00000000-0000-0000-0000-000000000000}"/>
          </ac:spMkLst>
        </pc:spChg>
        <pc:spChg chg="del">
          <ac:chgData name="Deepika Vatsa" userId="f7100972-27fe-4ee6-8fb4-ec9b7931b409" providerId="ADAL" clId="{6884C358-F078-41E2-B52A-C991C4377FC1}" dt="2025-07-22T09:35:45.766" v="289" actId="478"/>
          <ac:spMkLst>
            <pc:docMk/>
            <pc:sldMk cId="3439049211" sldId="591"/>
            <ac:spMk id="6" creationId="{DF1F7109-6D42-A6CD-F452-0870CFC44C57}"/>
          </ac:spMkLst>
        </pc:spChg>
        <pc:spChg chg="del">
          <ac:chgData name="Deepika Vatsa" userId="f7100972-27fe-4ee6-8fb4-ec9b7931b409" providerId="ADAL" clId="{6884C358-F078-41E2-B52A-C991C4377FC1}" dt="2025-07-22T09:35:48.586" v="290" actId="478"/>
          <ac:spMkLst>
            <pc:docMk/>
            <pc:sldMk cId="3439049211" sldId="591"/>
            <ac:spMk id="7" creationId="{FF220C66-A4E6-C8D7-391A-04D70E625C9C}"/>
          </ac:spMkLst>
        </pc:spChg>
        <pc:spChg chg="add del mod">
          <ac:chgData name="Deepika Vatsa" userId="f7100972-27fe-4ee6-8fb4-ec9b7931b409" providerId="ADAL" clId="{6884C358-F078-41E2-B52A-C991C4377FC1}" dt="2025-07-22T09:35:51.845" v="292" actId="478"/>
          <ac:spMkLst>
            <pc:docMk/>
            <pc:sldMk cId="3439049211" sldId="591"/>
            <ac:spMk id="8" creationId="{F57D67EC-941F-047B-5B83-163A12BECBA6}"/>
          </ac:spMkLst>
        </pc:spChg>
        <pc:spChg chg="del">
          <ac:chgData name="Deepika Vatsa" userId="f7100972-27fe-4ee6-8fb4-ec9b7931b409" providerId="ADAL" clId="{6884C358-F078-41E2-B52A-C991C4377FC1}" dt="2025-07-22T09:35:48.586" v="290" actId="478"/>
          <ac:spMkLst>
            <pc:docMk/>
            <pc:sldMk cId="3439049211" sldId="591"/>
            <ac:spMk id="10" creationId="{762B94E8-9E92-C874-B94F-CA816E8E5609}"/>
          </ac:spMkLst>
        </pc:spChg>
        <pc:spChg chg="add mod">
          <ac:chgData name="Deepika Vatsa" userId="f7100972-27fe-4ee6-8fb4-ec9b7931b409" providerId="ADAL" clId="{6884C358-F078-41E2-B52A-C991C4377FC1}" dt="2025-07-22T09:44:11.797" v="365" actId="20577"/>
          <ac:spMkLst>
            <pc:docMk/>
            <pc:sldMk cId="3439049211" sldId="591"/>
            <ac:spMk id="11" creationId="{06381CCD-359B-D8A2-1997-A5B56A02FD41}"/>
          </ac:spMkLst>
        </pc:spChg>
        <pc:cxnChg chg="add mod">
          <ac:chgData name="Deepika Vatsa" userId="f7100972-27fe-4ee6-8fb4-ec9b7931b409" providerId="ADAL" clId="{6884C358-F078-41E2-B52A-C991C4377FC1}" dt="2025-07-23T05:20:39.010" v="3427"/>
          <ac:cxnSpMkLst>
            <pc:docMk/>
            <pc:sldMk cId="3439049211" sldId="591"/>
            <ac:cxnSpMk id="3" creationId="{9FFC9232-0F3D-BF13-4461-6E51D2C9C5C7}"/>
          </ac:cxnSpMkLst>
        </pc:cxnChg>
        <pc:cxnChg chg="del">
          <ac:chgData name="Deepika Vatsa" userId="f7100972-27fe-4ee6-8fb4-ec9b7931b409" providerId="ADAL" clId="{6884C358-F078-41E2-B52A-C991C4377FC1}" dt="2025-07-23T05:20:38.614" v="3426" actId="478"/>
          <ac:cxnSpMkLst>
            <pc:docMk/>
            <pc:sldMk cId="3439049211" sldId="591"/>
            <ac:cxnSpMk id="5" creationId="{50E184E5-16FE-EBD7-7894-1DC87C936193}"/>
          </ac:cxnSpMkLst>
        </pc:cxnChg>
      </pc:sldChg>
      <pc:sldChg chg="addSp delSp modSp add mod">
        <pc:chgData name="Deepika Vatsa" userId="f7100972-27fe-4ee6-8fb4-ec9b7931b409" providerId="ADAL" clId="{6884C358-F078-41E2-B52A-C991C4377FC1}" dt="2025-07-23T05:20:46.224" v="3431"/>
        <pc:sldMkLst>
          <pc:docMk/>
          <pc:sldMk cId="3695788924" sldId="592"/>
        </pc:sldMkLst>
        <pc:spChg chg="mod">
          <ac:chgData name="Deepika Vatsa" userId="f7100972-27fe-4ee6-8fb4-ec9b7931b409" providerId="ADAL" clId="{6884C358-F078-41E2-B52A-C991C4377FC1}" dt="2025-07-23T05:16:54.290" v="3365" actId="207"/>
          <ac:spMkLst>
            <pc:docMk/>
            <pc:sldMk cId="3695788924" sldId="592"/>
            <ac:spMk id="2" creationId="{00000000-0000-0000-0000-000000000000}"/>
          </ac:spMkLst>
        </pc:spChg>
        <pc:picChg chg="add mod">
          <ac:chgData name="Deepika Vatsa" userId="f7100972-27fe-4ee6-8fb4-ec9b7931b409" providerId="ADAL" clId="{6884C358-F078-41E2-B52A-C991C4377FC1}" dt="2025-07-22T09:47:30.119" v="427" actId="1076"/>
          <ac:picMkLst>
            <pc:docMk/>
            <pc:sldMk cId="3695788924" sldId="592"/>
            <ac:picMk id="3" creationId="{780FB1CB-F0C4-259B-45AD-974689AE136B}"/>
          </ac:picMkLst>
        </pc:picChg>
        <pc:picChg chg="del">
          <ac:chgData name="Deepika Vatsa" userId="f7100972-27fe-4ee6-8fb4-ec9b7931b409" providerId="ADAL" clId="{6884C358-F078-41E2-B52A-C991C4377FC1}" dt="2025-07-22T09:47:24.492" v="423" actId="478"/>
          <ac:picMkLst>
            <pc:docMk/>
            <pc:sldMk cId="3695788924" sldId="592"/>
            <ac:picMk id="9" creationId="{C356703B-A591-E735-D099-756D6F0724A1}"/>
          </ac:picMkLst>
        </pc:picChg>
        <pc:picChg chg="del">
          <ac:chgData name="Deepika Vatsa" userId="f7100972-27fe-4ee6-8fb4-ec9b7931b409" providerId="ADAL" clId="{6884C358-F078-41E2-B52A-C991C4377FC1}" dt="2025-07-22T09:47:25.691" v="424" actId="478"/>
          <ac:picMkLst>
            <pc:docMk/>
            <pc:sldMk cId="3695788924" sldId="592"/>
            <ac:picMk id="11" creationId="{062F518F-DFCE-D51F-C42D-1B8DAD530657}"/>
          </ac:picMkLst>
        </pc:picChg>
        <pc:picChg chg="del">
          <ac:chgData name="Deepika Vatsa" userId="f7100972-27fe-4ee6-8fb4-ec9b7931b409" providerId="ADAL" clId="{6884C358-F078-41E2-B52A-C991C4377FC1}" dt="2025-07-22T09:47:26.976" v="425" actId="478"/>
          <ac:picMkLst>
            <pc:docMk/>
            <pc:sldMk cId="3695788924" sldId="592"/>
            <ac:picMk id="12" creationId="{D688BB6C-9417-8D92-55EB-D522DC679CCF}"/>
          </ac:picMkLst>
        </pc:picChg>
        <pc:picChg chg="del">
          <ac:chgData name="Deepika Vatsa" userId="f7100972-27fe-4ee6-8fb4-ec9b7931b409" providerId="ADAL" clId="{6884C358-F078-41E2-B52A-C991C4377FC1}" dt="2025-07-22T09:47:23.157" v="422" actId="478"/>
          <ac:picMkLst>
            <pc:docMk/>
            <pc:sldMk cId="3695788924" sldId="592"/>
            <ac:picMk id="13" creationId="{299DD2B6-62B2-98BD-205B-D8B8B72CDD4D}"/>
          </ac:picMkLst>
        </pc:picChg>
        <pc:cxnChg chg="add mod">
          <ac:chgData name="Deepika Vatsa" userId="f7100972-27fe-4ee6-8fb4-ec9b7931b409" providerId="ADAL" clId="{6884C358-F078-41E2-B52A-C991C4377FC1}" dt="2025-07-23T05:20:46.224" v="3431"/>
          <ac:cxnSpMkLst>
            <pc:docMk/>
            <pc:sldMk cId="3695788924" sldId="592"/>
            <ac:cxnSpMk id="4" creationId="{3BFC784D-5408-BD0B-6DA5-62F3FD69F164}"/>
          </ac:cxnSpMkLst>
        </pc:cxnChg>
        <pc:cxnChg chg="del">
          <ac:chgData name="Deepika Vatsa" userId="f7100972-27fe-4ee6-8fb4-ec9b7931b409" providerId="ADAL" clId="{6884C358-F078-41E2-B52A-C991C4377FC1}" dt="2025-07-23T05:20:45.811" v="3430" actId="478"/>
          <ac:cxnSpMkLst>
            <pc:docMk/>
            <pc:sldMk cId="3695788924" sldId="592"/>
            <ac:cxnSpMk id="5" creationId="{50E184E5-16FE-EBD7-7894-1DC87C936193}"/>
          </ac:cxnSpMkLst>
        </pc:cxnChg>
      </pc:sldChg>
      <pc:sldChg chg="addSp delSp modSp add mod">
        <pc:chgData name="Deepika Vatsa" userId="f7100972-27fe-4ee6-8fb4-ec9b7931b409" providerId="ADAL" clId="{6884C358-F078-41E2-B52A-C991C4377FC1}" dt="2025-07-23T05:20:54.403" v="3435"/>
        <pc:sldMkLst>
          <pc:docMk/>
          <pc:sldMk cId="1876629941" sldId="593"/>
        </pc:sldMkLst>
        <pc:spChg chg="del">
          <ac:chgData name="Deepika Vatsa" userId="f7100972-27fe-4ee6-8fb4-ec9b7931b409" providerId="ADAL" clId="{6884C358-F078-41E2-B52A-C991C4377FC1}" dt="2025-07-22T09:48:33.749" v="445" actId="478"/>
          <ac:spMkLst>
            <pc:docMk/>
            <pc:sldMk cId="1876629941" sldId="593"/>
            <ac:spMk id="4" creationId="{00000000-0000-0000-0000-000000000000}"/>
          </ac:spMkLst>
        </pc:spChg>
        <pc:spChg chg="mod">
          <ac:chgData name="Deepika Vatsa" userId="f7100972-27fe-4ee6-8fb4-ec9b7931b409" providerId="ADAL" clId="{6884C358-F078-41E2-B52A-C991C4377FC1}" dt="2025-07-23T05:17:03.918" v="3367" actId="207"/>
          <ac:spMkLst>
            <pc:docMk/>
            <pc:sldMk cId="1876629941" sldId="593"/>
            <ac:spMk id="8" creationId="{991BA802-3D45-4E0C-D372-BE4FFEF41DD1}"/>
          </ac:spMkLst>
        </pc:spChg>
        <pc:picChg chg="add mod">
          <ac:chgData name="Deepika Vatsa" userId="f7100972-27fe-4ee6-8fb4-ec9b7931b409" providerId="ADAL" clId="{6884C358-F078-41E2-B52A-C991C4377FC1}" dt="2025-07-22T09:48:37.216" v="446" actId="1076"/>
          <ac:picMkLst>
            <pc:docMk/>
            <pc:sldMk cId="1876629941" sldId="593"/>
            <ac:picMk id="2" creationId="{22289BA6-595C-092F-1636-E2409F3160FF}"/>
          </ac:picMkLst>
        </pc:picChg>
        <pc:picChg chg="del">
          <ac:chgData name="Deepika Vatsa" userId="f7100972-27fe-4ee6-8fb4-ec9b7931b409" providerId="ADAL" clId="{6884C358-F078-41E2-B52A-C991C4377FC1}" dt="2025-07-22T09:48:28.505" v="442" actId="478"/>
          <ac:picMkLst>
            <pc:docMk/>
            <pc:sldMk cId="1876629941" sldId="593"/>
            <ac:picMk id="11" creationId="{C4C88D64-41B1-3E23-255C-8D6CD72FE16B}"/>
          </ac:picMkLst>
        </pc:picChg>
        <pc:cxnChg chg="add mod">
          <ac:chgData name="Deepika Vatsa" userId="f7100972-27fe-4ee6-8fb4-ec9b7931b409" providerId="ADAL" clId="{6884C358-F078-41E2-B52A-C991C4377FC1}" dt="2025-07-23T05:20:54.403" v="3435"/>
          <ac:cxnSpMkLst>
            <pc:docMk/>
            <pc:sldMk cId="1876629941" sldId="593"/>
            <ac:cxnSpMk id="3" creationId="{69F5443E-C01E-3D27-219E-2E87903016D9}"/>
          </ac:cxnSpMkLst>
        </pc:cxnChg>
        <pc:cxnChg chg="del">
          <ac:chgData name="Deepika Vatsa" userId="f7100972-27fe-4ee6-8fb4-ec9b7931b409" providerId="ADAL" clId="{6884C358-F078-41E2-B52A-C991C4377FC1}" dt="2025-07-23T05:20:54.014" v="3434" actId="478"/>
          <ac:cxnSpMkLst>
            <pc:docMk/>
            <pc:sldMk cId="1876629941" sldId="593"/>
            <ac:cxnSpMk id="5" creationId="{D12CAC9D-CDF2-ED92-8F02-70DAC510318D}"/>
          </ac:cxnSpMkLst>
        </pc:cxnChg>
      </pc:sldChg>
      <pc:sldChg chg="addSp delSp modSp add mod">
        <pc:chgData name="Deepika Vatsa" userId="f7100972-27fe-4ee6-8fb4-ec9b7931b409" providerId="ADAL" clId="{6884C358-F078-41E2-B52A-C991C4377FC1}" dt="2025-07-23T05:20:58.202" v="3437"/>
        <pc:sldMkLst>
          <pc:docMk/>
          <pc:sldMk cId="2583576287" sldId="594"/>
        </pc:sldMkLst>
        <pc:spChg chg="add mod">
          <ac:chgData name="Deepika Vatsa" userId="f7100972-27fe-4ee6-8fb4-ec9b7931b409" providerId="ADAL" clId="{6884C358-F078-41E2-B52A-C991C4377FC1}" dt="2025-07-22T10:00:49.069" v="727" actId="1038"/>
          <ac:spMkLst>
            <pc:docMk/>
            <pc:sldMk cId="2583576287" sldId="594"/>
            <ac:spMk id="6" creationId="{306222C9-0521-EF58-FCA8-88726E3AA54A}"/>
          </ac:spMkLst>
        </pc:spChg>
        <pc:spChg chg="add mod">
          <ac:chgData name="Deepika Vatsa" userId="f7100972-27fe-4ee6-8fb4-ec9b7931b409" providerId="ADAL" clId="{6884C358-F078-41E2-B52A-C991C4377FC1}" dt="2025-07-22T10:00:49.069" v="727" actId="1038"/>
          <ac:spMkLst>
            <pc:docMk/>
            <pc:sldMk cId="2583576287" sldId="594"/>
            <ac:spMk id="7" creationId="{41F3D0F9-36A4-1DEC-B009-0E145E036B07}"/>
          </ac:spMkLst>
        </pc:spChg>
        <pc:spChg chg="mod">
          <ac:chgData name="Deepika Vatsa" userId="f7100972-27fe-4ee6-8fb4-ec9b7931b409" providerId="ADAL" clId="{6884C358-F078-41E2-B52A-C991C4377FC1}" dt="2025-07-23T05:17:08.699" v="3368" actId="207"/>
          <ac:spMkLst>
            <pc:docMk/>
            <pc:sldMk cId="2583576287" sldId="594"/>
            <ac:spMk id="8" creationId="{991BA802-3D45-4E0C-D372-BE4FFEF41DD1}"/>
          </ac:spMkLst>
        </pc:spChg>
        <pc:spChg chg="add mod">
          <ac:chgData name="Deepika Vatsa" userId="f7100972-27fe-4ee6-8fb4-ec9b7931b409" providerId="ADAL" clId="{6884C358-F078-41E2-B52A-C991C4377FC1}" dt="2025-07-22T10:00:49.069" v="727" actId="1038"/>
          <ac:spMkLst>
            <pc:docMk/>
            <pc:sldMk cId="2583576287" sldId="594"/>
            <ac:spMk id="10" creationId="{C075F099-43B8-F612-EEB7-EA60283F766E}"/>
          </ac:spMkLst>
        </pc:spChg>
        <pc:spChg chg="add mod">
          <ac:chgData name="Deepika Vatsa" userId="f7100972-27fe-4ee6-8fb4-ec9b7931b409" providerId="ADAL" clId="{6884C358-F078-41E2-B52A-C991C4377FC1}" dt="2025-07-22T10:00:49.069" v="727" actId="1038"/>
          <ac:spMkLst>
            <pc:docMk/>
            <pc:sldMk cId="2583576287" sldId="594"/>
            <ac:spMk id="12" creationId="{4E13DD79-D7A3-56C4-1219-626F93F20780}"/>
          </ac:spMkLst>
        </pc:spChg>
        <pc:picChg chg="del">
          <ac:chgData name="Deepika Vatsa" userId="f7100972-27fe-4ee6-8fb4-ec9b7931b409" providerId="ADAL" clId="{6884C358-F078-41E2-B52A-C991C4377FC1}" dt="2025-07-22T10:00:34.658" v="716" actId="478"/>
          <ac:picMkLst>
            <pc:docMk/>
            <pc:sldMk cId="2583576287" sldId="594"/>
            <ac:picMk id="2" creationId="{22289BA6-595C-092F-1636-E2409F3160FF}"/>
          </ac:picMkLst>
        </pc:picChg>
        <pc:picChg chg="add mod">
          <ac:chgData name="Deepika Vatsa" userId="f7100972-27fe-4ee6-8fb4-ec9b7931b409" providerId="ADAL" clId="{6884C358-F078-41E2-B52A-C991C4377FC1}" dt="2025-07-22T10:00:49.069" v="727" actId="1038"/>
          <ac:picMkLst>
            <pc:docMk/>
            <pc:sldMk cId="2583576287" sldId="594"/>
            <ac:picMk id="3" creationId="{236E3EE2-16FE-131B-ECBF-55568068757F}"/>
          </ac:picMkLst>
        </pc:picChg>
        <pc:picChg chg="add mod">
          <ac:chgData name="Deepika Vatsa" userId="f7100972-27fe-4ee6-8fb4-ec9b7931b409" providerId="ADAL" clId="{6884C358-F078-41E2-B52A-C991C4377FC1}" dt="2025-07-22T10:00:49.069" v="727" actId="1038"/>
          <ac:picMkLst>
            <pc:docMk/>
            <pc:sldMk cId="2583576287" sldId="594"/>
            <ac:picMk id="4" creationId="{9A1AD1A2-9FF8-5D81-B390-C61128637D1C}"/>
          </ac:picMkLst>
        </pc:picChg>
        <pc:picChg chg="add mod">
          <ac:chgData name="Deepika Vatsa" userId="f7100972-27fe-4ee6-8fb4-ec9b7931b409" providerId="ADAL" clId="{6884C358-F078-41E2-B52A-C991C4377FC1}" dt="2025-07-22T10:00:49.069" v="727" actId="1038"/>
          <ac:picMkLst>
            <pc:docMk/>
            <pc:sldMk cId="2583576287" sldId="594"/>
            <ac:picMk id="9" creationId="{8ACCF344-D431-27F4-3519-E0D1C20E073B}"/>
          </ac:picMkLst>
        </pc:picChg>
        <pc:picChg chg="add mod">
          <ac:chgData name="Deepika Vatsa" userId="f7100972-27fe-4ee6-8fb4-ec9b7931b409" providerId="ADAL" clId="{6884C358-F078-41E2-B52A-C991C4377FC1}" dt="2025-07-22T10:00:49.069" v="727" actId="1038"/>
          <ac:picMkLst>
            <pc:docMk/>
            <pc:sldMk cId="2583576287" sldId="594"/>
            <ac:picMk id="11" creationId="{8640DA5C-AE56-878C-7DE7-A11F9AA0475B}"/>
          </ac:picMkLst>
        </pc:picChg>
        <pc:cxnChg chg="add mod">
          <ac:chgData name="Deepika Vatsa" userId="f7100972-27fe-4ee6-8fb4-ec9b7931b409" providerId="ADAL" clId="{6884C358-F078-41E2-B52A-C991C4377FC1}" dt="2025-07-23T05:20:58.202" v="3437"/>
          <ac:cxnSpMkLst>
            <pc:docMk/>
            <pc:sldMk cId="2583576287" sldId="594"/>
            <ac:cxnSpMk id="2" creationId="{83273B41-403D-3A3C-8252-05D272C66098}"/>
          </ac:cxnSpMkLst>
        </pc:cxnChg>
        <pc:cxnChg chg="del">
          <ac:chgData name="Deepika Vatsa" userId="f7100972-27fe-4ee6-8fb4-ec9b7931b409" providerId="ADAL" clId="{6884C358-F078-41E2-B52A-C991C4377FC1}" dt="2025-07-23T05:20:57.814" v="3436" actId="478"/>
          <ac:cxnSpMkLst>
            <pc:docMk/>
            <pc:sldMk cId="2583576287" sldId="594"/>
            <ac:cxnSpMk id="5" creationId="{D12CAC9D-CDF2-ED92-8F02-70DAC510318D}"/>
          </ac:cxnSpMkLst>
        </pc:cxnChg>
      </pc:sldChg>
      <pc:sldChg chg="addSp delSp modSp add mod">
        <pc:chgData name="Deepika Vatsa" userId="f7100972-27fe-4ee6-8fb4-ec9b7931b409" providerId="ADAL" clId="{6884C358-F078-41E2-B52A-C991C4377FC1}" dt="2025-07-23T05:21:13.213" v="3446"/>
        <pc:sldMkLst>
          <pc:docMk/>
          <pc:sldMk cId="3729385034" sldId="595"/>
        </pc:sldMkLst>
        <pc:spChg chg="mod">
          <ac:chgData name="Deepika Vatsa" userId="f7100972-27fe-4ee6-8fb4-ec9b7931b409" providerId="ADAL" clId="{6884C358-F078-41E2-B52A-C991C4377FC1}" dt="2025-07-23T05:17:55.758" v="3385" actId="1035"/>
          <ac:spMkLst>
            <pc:docMk/>
            <pc:sldMk cId="3729385034" sldId="595"/>
            <ac:spMk id="2" creationId="{00000000-0000-0000-0000-000000000000}"/>
          </ac:spMkLst>
        </pc:spChg>
        <pc:spChg chg="del mod">
          <ac:chgData name="Deepika Vatsa" userId="f7100972-27fe-4ee6-8fb4-ec9b7931b409" providerId="ADAL" clId="{6884C358-F078-41E2-B52A-C991C4377FC1}" dt="2025-07-23T05:06:56.645" v="3287" actId="478"/>
          <ac:spMkLst>
            <pc:docMk/>
            <pc:sldMk cId="3729385034" sldId="595"/>
            <ac:spMk id="3" creationId="{00000000-0000-0000-0000-000000000000}"/>
          </ac:spMkLst>
        </pc:spChg>
        <pc:spChg chg="del">
          <ac:chgData name="Deepika Vatsa" userId="f7100972-27fe-4ee6-8fb4-ec9b7931b409" providerId="ADAL" clId="{6884C358-F078-41E2-B52A-C991C4377FC1}" dt="2025-07-22T10:05:47.046" v="768" actId="478"/>
          <ac:spMkLst>
            <pc:docMk/>
            <pc:sldMk cId="3729385034" sldId="595"/>
            <ac:spMk id="4" creationId="{00000000-0000-0000-0000-000000000000}"/>
          </ac:spMkLst>
        </pc:spChg>
        <pc:spChg chg="add del mod">
          <ac:chgData name="Deepika Vatsa" userId="f7100972-27fe-4ee6-8fb4-ec9b7931b409" providerId="ADAL" clId="{6884C358-F078-41E2-B52A-C991C4377FC1}" dt="2025-07-23T05:06:58.461" v="3288" actId="478"/>
          <ac:spMkLst>
            <pc:docMk/>
            <pc:sldMk cId="3729385034" sldId="595"/>
            <ac:spMk id="6" creationId="{595294C1-D83A-223D-E5DF-2687F4C0C4C3}"/>
          </ac:spMkLst>
        </pc:spChg>
        <pc:spChg chg="add mod">
          <ac:chgData name="Deepika Vatsa" userId="f7100972-27fe-4ee6-8fb4-ec9b7931b409" providerId="ADAL" clId="{6884C358-F078-41E2-B52A-C991C4377FC1}" dt="2025-07-23T05:07:00.405" v="3290"/>
          <ac:spMkLst>
            <pc:docMk/>
            <pc:sldMk cId="3729385034" sldId="595"/>
            <ac:spMk id="8" creationId="{07DF8378-AAD8-5F9D-5926-27ECBAD72119}"/>
          </ac:spMkLst>
        </pc:spChg>
        <pc:picChg chg="add del mod">
          <ac:chgData name="Deepika Vatsa" userId="f7100972-27fe-4ee6-8fb4-ec9b7931b409" providerId="ADAL" clId="{6884C358-F078-41E2-B52A-C991C4377FC1}" dt="2025-07-23T05:06:59.846" v="3289" actId="478"/>
          <ac:picMkLst>
            <pc:docMk/>
            <pc:sldMk cId="3729385034" sldId="595"/>
            <ac:picMk id="5" creationId="{05A945AB-0130-AB94-D6EA-8E8B4C8C69B4}"/>
          </ac:picMkLst>
        </pc:picChg>
        <pc:cxnChg chg="add mod">
          <ac:chgData name="Deepika Vatsa" userId="f7100972-27fe-4ee6-8fb4-ec9b7931b409" providerId="ADAL" clId="{6884C358-F078-41E2-B52A-C991C4377FC1}" dt="2025-07-23T05:21:13.213" v="3446"/>
          <ac:cxnSpMkLst>
            <pc:docMk/>
            <pc:sldMk cId="3729385034" sldId="595"/>
            <ac:cxnSpMk id="3" creationId="{91A758A6-68A7-3C5B-4901-273664385E64}"/>
          </ac:cxnSpMkLst>
        </pc:cxnChg>
        <pc:cxnChg chg="del">
          <ac:chgData name="Deepika Vatsa" userId="f7100972-27fe-4ee6-8fb4-ec9b7931b409" providerId="ADAL" clId="{6884C358-F078-41E2-B52A-C991C4377FC1}" dt="2025-07-23T05:21:12.833" v="3445" actId="478"/>
          <ac:cxnSpMkLst>
            <pc:docMk/>
            <pc:sldMk cId="3729385034" sldId="595"/>
            <ac:cxnSpMk id="7" creationId="{65C76CC1-B771-E13B-D742-340E1D5CAD8C}"/>
          </ac:cxnSpMkLst>
        </pc:cxnChg>
      </pc:sldChg>
      <pc:sldChg chg="addSp delSp modSp add mod">
        <pc:chgData name="Deepika Vatsa" userId="f7100972-27fe-4ee6-8fb4-ec9b7931b409" providerId="ADAL" clId="{6884C358-F078-41E2-B52A-C991C4377FC1}" dt="2025-07-23T05:21:20.447" v="3450"/>
        <pc:sldMkLst>
          <pc:docMk/>
          <pc:sldMk cId="1503747669" sldId="596"/>
        </pc:sldMkLst>
        <pc:spChg chg="del">
          <ac:chgData name="Deepika Vatsa" userId="f7100972-27fe-4ee6-8fb4-ec9b7931b409" providerId="ADAL" clId="{6884C358-F078-41E2-B52A-C991C4377FC1}" dt="2025-07-23T05:18:01.094" v="3386" actId="478"/>
          <ac:spMkLst>
            <pc:docMk/>
            <pc:sldMk cId="1503747669" sldId="596"/>
            <ac:spMk id="2" creationId="{00000000-0000-0000-0000-000000000000}"/>
          </ac:spMkLst>
        </pc:spChg>
        <pc:spChg chg="mod">
          <ac:chgData name="Deepika Vatsa" userId="f7100972-27fe-4ee6-8fb4-ec9b7931b409" providerId="ADAL" clId="{6884C358-F078-41E2-B52A-C991C4377FC1}" dt="2025-07-22T10:08:16.400" v="798" actId="27636"/>
          <ac:spMkLst>
            <pc:docMk/>
            <pc:sldMk cId="1503747669" sldId="596"/>
            <ac:spMk id="3" creationId="{00000000-0000-0000-0000-000000000000}"/>
          </ac:spMkLst>
        </pc:spChg>
        <pc:spChg chg="add del mod">
          <ac:chgData name="Deepika Vatsa" userId="f7100972-27fe-4ee6-8fb4-ec9b7931b409" providerId="ADAL" clId="{6884C358-F078-41E2-B52A-C991C4377FC1}" dt="2025-07-23T05:18:04.034" v="3387" actId="478"/>
          <ac:spMkLst>
            <pc:docMk/>
            <pc:sldMk cId="1503747669" sldId="596"/>
            <ac:spMk id="6" creationId="{F876691B-7F3C-2C15-70BC-01577E758222}"/>
          </ac:spMkLst>
        </pc:spChg>
        <pc:spChg chg="add mod">
          <ac:chgData name="Deepika Vatsa" userId="f7100972-27fe-4ee6-8fb4-ec9b7931b409" providerId="ADAL" clId="{6884C358-F078-41E2-B52A-C991C4377FC1}" dt="2025-07-23T05:18:09.803" v="3388"/>
          <ac:spMkLst>
            <pc:docMk/>
            <pc:sldMk cId="1503747669" sldId="596"/>
            <ac:spMk id="8" creationId="{FAF0F256-03EF-AA03-B292-4A3D50B362A1}"/>
          </ac:spMkLst>
        </pc:spChg>
        <pc:picChg chg="add mod">
          <ac:chgData name="Deepika Vatsa" userId="f7100972-27fe-4ee6-8fb4-ec9b7931b409" providerId="ADAL" clId="{6884C358-F078-41E2-B52A-C991C4377FC1}" dt="2025-07-22T10:08:13.823" v="796" actId="14100"/>
          <ac:picMkLst>
            <pc:docMk/>
            <pc:sldMk cId="1503747669" sldId="596"/>
            <ac:picMk id="4" creationId="{AEF005CF-B525-14E8-5F26-09F83936D256}"/>
          </ac:picMkLst>
        </pc:picChg>
        <pc:picChg chg="del">
          <ac:chgData name="Deepika Vatsa" userId="f7100972-27fe-4ee6-8fb4-ec9b7931b409" providerId="ADAL" clId="{6884C358-F078-41E2-B52A-C991C4377FC1}" dt="2025-07-22T10:07:40.420" v="793" actId="478"/>
          <ac:picMkLst>
            <pc:docMk/>
            <pc:sldMk cId="1503747669" sldId="596"/>
            <ac:picMk id="5" creationId="{05A945AB-0130-AB94-D6EA-8E8B4C8C69B4}"/>
          </ac:picMkLst>
        </pc:picChg>
        <pc:cxnChg chg="del">
          <ac:chgData name="Deepika Vatsa" userId="f7100972-27fe-4ee6-8fb4-ec9b7931b409" providerId="ADAL" clId="{6884C358-F078-41E2-B52A-C991C4377FC1}" dt="2025-07-23T05:21:20.066" v="3449" actId="478"/>
          <ac:cxnSpMkLst>
            <pc:docMk/>
            <pc:sldMk cId="1503747669" sldId="596"/>
            <ac:cxnSpMk id="7" creationId="{65C76CC1-B771-E13B-D742-340E1D5CAD8C}"/>
          </ac:cxnSpMkLst>
        </pc:cxnChg>
        <pc:cxnChg chg="add mod">
          <ac:chgData name="Deepika Vatsa" userId="f7100972-27fe-4ee6-8fb4-ec9b7931b409" providerId="ADAL" clId="{6884C358-F078-41E2-B52A-C991C4377FC1}" dt="2025-07-23T05:21:20.447" v="3450"/>
          <ac:cxnSpMkLst>
            <pc:docMk/>
            <pc:sldMk cId="1503747669" sldId="596"/>
            <ac:cxnSpMk id="9" creationId="{3A23A287-BBE3-562E-ABE0-5090EACFAE71}"/>
          </ac:cxnSpMkLst>
        </pc:cxnChg>
      </pc:sldChg>
      <pc:sldChg chg="addSp delSp modSp add mod">
        <pc:chgData name="Deepika Vatsa" userId="f7100972-27fe-4ee6-8fb4-ec9b7931b409" providerId="ADAL" clId="{6884C358-F078-41E2-B52A-C991C4377FC1}" dt="2025-07-23T05:21:40.576" v="3459" actId="14100"/>
        <pc:sldMkLst>
          <pc:docMk/>
          <pc:sldMk cId="2169252664" sldId="597"/>
        </pc:sldMkLst>
        <pc:spChg chg="del">
          <ac:chgData name="Deepika Vatsa" userId="f7100972-27fe-4ee6-8fb4-ec9b7931b409" providerId="ADAL" clId="{6884C358-F078-41E2-B52A-C991C4377FC1}" dt="2025-07-23T05:18:51.798" v="3397" actId="478"/>
          <ac:spMkLst>
            <pc:docMk/>
            <pc:sldMk cId="2169252664" sldId="597"/>
            <ac:spMk id="2" creationId="{91E18C70-E367-59EE-B161-70D8F2FCB574}"/>
          </ac:spMkLst>
        </pc:spChg>
        <pc:spChg chg="mod">
          <ac:chgData name="Deepika Vatsa" userId="f7100972-27fe-4ee6-8fb4-ec9b7931b409" providerId="ADAL" clId="{6884C358-F078-41E2-B52A-C991C4377FC1}" dt="2025-07-23T05:21:40.576" v="3459" actId="14100"/>
          <ac:spMkLst>
            <pc:docMk/>
            <pc:sldMk cId="2169252664" sldId="597"/>
            <ac:spMk id="4" creationId="{7776C47F-6F4E-DC03-37A6-E7A3B197AE34}"/>
          </ac:spMkLst>
        </pc:spChg>
        <pc:spChg chg="add del mod">
          <ac:chgData name="Deepika Vatsa" userId="f7100972-27fe-4ee6-8fb4-ec9b7931b409" providerId="ADAL" clId="{6884C358-F078-41E2-B52A-C991C4377FC1}" dt="2025-07-23T05:18:53.707" v="3398" actId="478"/>
          <ac:spMkLst>
            <pc:docMk/>
            <pc:sldMk cId="2169252664" sldId="597"/>
            <ac:spMk id="6" creationId="{53F1752F-2FDE-42D9-4D71-76064AA39AAB}"/>
          </ac:spMkLst>
        </pc:spChg>
        <pc:spChg chg="add mod">
          <ac:chgData name="Deepika Vatsa" userId="f7100972-27fe-4ee6-8fb4-ec9b7931b409" providerId="ADAL" clId="{6884C358-F078-41E2-B52A-C991C4377FC1}" dt="2025-07-23T05:18:54.461" v="3399"/>
          <ac:spMkLst>
            <pc:docMk/>
            <pc:sldMk cId="2169252664" sldId="597"/>
            <ac:spMk id="7" creationId="{3C6ACF8F-B531-BE5A-2C1D-263F00828601}"/>
          </ac:spMkLst>
        </pc:spChg>
        <pc:cxnChg chg="del">
          <ac:chgData name="Deepika Vatsa" userId="f7100972-27fe-4ee6-8fb4-ec9b7931b409" providerId="ADAL" clId="{6884C358-F078-41E2-B52A-C991C4377FC1}" dt="2025-07-23T05:21:36.683" v="3457" actId="478"/>
          <ac:cxnSpMkLst>
            <pc:docMk/>
            <pc:sldMk cId="2169252664" sldId="597"/>
            <ac:cxnSpMk id="5" creationId="{B2627C12-E6DC-37C6-3534-91290B918037}"/>
          </ac:cxnSpMkLst>
        </pc:cxnChg>
        <pc:cxnChg chg="add mod">
          <ac:chgData name="Deepika Vatsa" userId="f7100972-27fe-4ee6-8fb4-ec9b7931b409" providerId="ADAL" clId="{6884C358-F078-41E2-B52A-C991C4377FC1}" dt="2025-07-23T05:21:37.159" v="3458"/>
          <ac:cxnSpMkLst>
            <pc:docMk/>
            <pc:sldMk cId="2169252664" sldId="597"/>
            <ac:cxnSpMk id="8" creationId="{960C88F0-C429-DECE-0649-D90C3C9B4B3F}"/>
          </ac:cxnSpMkLst>
        </pc:cxnChg>
      </pc:sldChg>
      <pc:sldChg chg="addSp delSp modSp add mod">
        <pc:chgData name="Deepika Vatsa" userId="f7100972-27fe-4ee6-8fb4-ec9b7931b409" providerId="ADAL" clId="{6884C358-F078-41E2-B52A-C991C4377FC1}" dt="2025-07-23T05:20:01.713" v="3413" actId="14100"/>
        <pc:sldMkLst>
          <pc:docMk/>
          <pc:sldMk cId="3506553672" sldId="598"/>
        </pc:sldMkLst>
        <pc:spChg chg="del">
          <ac:chgData name="Deepika Vatsa" userId="f7100972-27fe-4ee6-8fb4-ec9b7931b409" providerId="ADAL" clId="{6884C358-F078-41E2-B52A-C991C4377FC1}" dt="2025-07-23T05:18:58.744" v="3400" actId="478"/>
          <ac:spMkLst>
            <pc:docMk/>
            <pc:sldMk cId="3506553672" sldId="598"/>
            <ac:spMk id="2" creationId="{91E18C70-E367-59EE-B161-70D8F2FCB574}"/>
          </ac:spMkLst>
        </pc:spChg>
        <pc:spChg chg="mod">
          <ac:chgData name="Deepika Vatsa" userId="f7100972-27fe-4ee6-8fb4-ec9b7931b409" providerId="ADAL" clId="{6884C358-F078-41E2-B52A-C991C4377FC1}" dt="2025-07-23T05:19:53.232" v="3412" actId="14100"/>
          <ac:spMkLst>
            <pc:docMk/>
            <pc:sldMk cId="3506553672" sldId="598"/>
            <ac:spMk id="4" creationId="{7776C47F-6F4E-DC03-37A6-E7A3B197AE34}"/>
          </ac:spMkLst>
        </pc:spChg>
        <pc:spChg chg="add del mod">
          <ac:chgData name="Deepika Vatsa" userId="f7100972-27fe-4ee6-8fb4-ec9b7931b409" providerId="ADAL" clId="{6884C358-F078-41E2-B52A-C991C4377FC1}" dt="2025-07-23T05:19:00.479" v="3401" actId="478"/>
          <ac:spMkLst>
            <pc:docMk/>
            <pc:sldMk cId="3506553672" sldId="598"/>
            <ac:spMk id="6" creationId="{F683307C-B106-FF61-47F6-9AF0281F23D5}"/>
          </ac:spMkLst>
        </pc:spChg>
        <pc:spChg chg="add mod">
          <ac:chgData name="Deepika Vatsa" userId="f7100972-27fe-4ee6-8fb4-ec9b7931b409" providerId="ADAL" clId="{6884C358-F078-41E2-B52A-C991C4377FC1}" dt="2025-07-23T05:19:01.147" v="3402"/>
          <ac:spMkLst>
            <pc:docMk/>
            <pc:sldMk cId="3506553672" sldId="598"/>
            <ac:spMk id="7" creationId="{E0A3D3E7-23FD-A7A2-4008-A85FD6ED147D}"/>
          </ac:spMkLst>
        </pc:spChg>
        <pc:cxnChg chg="mod">
          <ac:chgData name="Deepika Vatsa" userId="f7100972-27fe-4ee6-8fb4-ec9b7931b409" providerId="ADAL" clId="{6884C358-F078-41E2-B52A-C991C4377FC1}" dt="2025-07-23T05:20:01.713" v="3413" actId="14100"/>
          <ac:cxnSpMkLst>
            <pc:docMk/>
            <pc:sldMk cId="3506553672" sldId="598"/>
            <ac:cxnSpMk id="5" creationId="{B2627C12-E6DC-37C6-3534-91290B918037}"/>
          </ac:cxnSpMkLst>
        </pc:cxnChg>
      </pc:sldChg>
      <pc:sldChg chg="addSp delSp modSp add del mod">
        <pc:chgData name="Deepika Vatsa" userId="f7100972-27fe-4ee6-8fb4-ec9b7931b409" providerId="ADAL" clId="{6884C358-F078-41E2-B52A-C991C4377FC1}" dt="2025-07-23T05:23:59.015" v="3535" actId="47"/>
        <pc:sldMkLst>
          <pc:docMk/>
          <pc:sldMk cId="2401294685" sldId="599"/>
        </pc:sldMkLst>
        <pc:spChg chg="del">
          <ac:chgData name="Deepika Vatsa" userId="f7100972-27fe-4ee6-8fb4-ec9b7931b409" providerId="ADAL" clId="{6884C358-F078-41E2-B52A-C991C4377FC1}" dt="2025-07-23T05:14:27.661" v="3341" actId="478"/>
          <ac:spMkLst>
            <pc:docMk/>
            <pc:sldMk cId="2401294685" sldId="599"/>
            <ac:spMk id="2" creationId="{CD4594CC-77DE-BEF3-7ACE-59D14DBBA2F4}"/>
          </ac:spMkLst>
        </pc:spChg>
        <pc:spChg chg="mod">
          <ac:chgData name="Deepika Vatsa" userId="f7100972-27fe-4ee6-8fb4-ec9b7931b409" providerId="ADAL" clId="{6884C358-F078-41E2-B52A-C991C4377FC1}" dt="2025-07-23T05:14:09.013" v="3339" actId="207"/>
          <ac:spMkLst>
            <pc:docMk/>
            <pc:sldMk cId="2401294685" sldId="599"/>
            <ac:spMk id="4" creationId="{170DDB5B-6792-55DA-AF63-9A96FA1939A3}"/>
          </ac:spMkLst>
        </pc:spChg>
        <pc:spChg chg="add del mod">
          <ac:chgData name="Deepika Vatsa" userId="f7100972-27fe-4ee6-8fb4-ec9b7931b409" providerId="ADAL" clId="{6884C358-F078-41E2-B52A-C991C4377FC1}" dt="2025-07-23T05:14:30.418" v="3342" actId="478"/>
          <ac:spMkLst>
            <pc:docMk/>
            <pc:sldMk cId="2401294685" sldId="599"/>
            <ac:spMk id="6" creationId="{4BF9E284-5898-8DDF-CE9A-3C976785F937}"/>
          </ac:spMkLst>
        </pc:spChg>
        <pc:spChg chg="add mod">
          <ac:chgData name="Deepika Vatsa" userId="f7100972-27fe-4ee6-8fb4-ec9b7931b409" providerId="ADAL" clId="{6884C358-F078-41E2-B52A-C991C4377FC1}" dt="2025-07-23T05:14:30.951" v="3343"/>
          <ac:spMkLst>
            <pc:docMk/>
            <pc:sldMk cId="2401294685" sldId="599"/>
            <ac:spMk id="7" creationId="{0119B940-AB8B-E340-E8DC-D2BDFC2C2C8E}"/>
          </ac:spMkLst>
        </pc:spChg>
      </pc:sldChg>
      <pc:sldChg chg="addSp delSp modSp add del mod">
        <pc:chgData name="Deepika Vatsa" userId="f7100972-27fe-4ee6-8fb4-ec9b7931b409" providerId="ADAL" clId="{6884C358-F078-41E2-B52A-C991C4377FC1}" dt="2025-07-23T05:24:38.241" v="3543" actId="2696"/>
        <pc:sldMkLst>
          <pc:docMk/>
          <pc:sldMk cId="3029789361" sldId="600"/>
        </pc:sldMkLst>
        <pc:spChg chg="del">
          <ac:chgData name="Deepika Vatsa" userId="f7100972-27fe-4ee6-8fb4-ec9b7931b409" providerId="ADAL" clId="{6884C358-F078-41E2-B52A-C991C4377FC1}" dt="2025-07-23T05:14:36.566" v="3344" actId="478"/>
          <ac:spMkLst>
            <pc:docMk/>
            <pc:sldMk cId="3029789361" sldId="600"/>
            <ac:spMk id="2" creationId="{CD4594CC-77DE-BEF3-7ACE-59D14DBBA2F4}"/>
          </ac:spMkLst>
        </pc:spChg>
        <pc:spChg chg="mod">
          <ac:chgData name="Deepika Vatsa" userId="f7100972-27fe-4ee6-8fb4-ec9b7931b409" providerId="ADAL" clId="{6884C358-F078-41E2-B52A-C991C4377FC1}" dt="2025-07-23T05:14:14.965" v="3340" actId="207"/>
          <ac:spMkLst>
            <pc:docMk/>
            <pc:sldMk cId="3029789361" sldId="600"/>
            <ac:spMk id="4" creationId="{170DDB5B-6792-55DA-AF63-9A96FA1939A3}"/>
          </ac:spMkLst>
        </pc:spChg>
        <pc:spChg chg="add del mod">
          <ac:chgData name="Deepika Vatsa" userId="f7100972-27fe-4ee6-8fb4-ec9b7931b409" providerId="ADAL" clId="{6884C358-F078-41E2-B52A-C991C4377FC1}" dt="2025-07-23T05:14:38.530" v="3345" actId="478"/>
          <ac:spMkLst>
            <pc:docMk/>
            <pc:sldMk cId="3029789361" sldId="600"/>
            <ac:spMk id="6" creationId="{F02D243D-009C-3431-8226-38FDB17887B5}"/>
          </ac:spMkLst>
        </pc:spChg>
        <pc:spChg chg="add mod">
          <ac:chgData name="Deepika Vatsa" userId="f7100972-27fe-4ee6-8fb4-ec9b7931b409" providerId="ADAL" clId="{6884C358-F078-41E2-B52A-C991C4377FC1}" dt="2025-07-23T05:14:39.434" v="3346"/>
          <ac:spMkLst>
            <pc:docMk/>
            <pc:sldMk cId="3029789361" sldId="600"/>
            <ac:spMk id="7" creationId="{BC661B70-CCBE-C4A5-04AC-7FA70FCEB17A}"/>
          </ac:spMkLst>
        </pc:spChg>
      </pc:sldChg>
      <pc:sldChg chg="modSp add del mod">
        <pc:chgData name="Deepika Vatsa" userId="f7100972-27fe-4ee6-8fb4-ec9b7931b409" providerId="ADAL" clId="{6884C358-F078-41E2-B52A-C991C4377FC1}" dt="2025-07-22T10:45:47.780" v="2494" actId="47"/>
        <pc:sldMkLst>
          <pc:docMk/>
          <pc:sldMk cId="4257758956" sldId="600"/>
        </pc:sldMkLst>
        <pc:spChg chg="mod">
          <ac:chgData name="Deepika Vatsa" userId="f7100972-27fe-4ee6-8fb4-ec9b7931b409" providerId="ADAL" clId="{6884C358-F078-41E2-B52A-C991C4377FC1}" dt="2025-07-22T10:45:15.158" v="2478" actId="12"/>
          <ac:spMkLst>
            <pc:docMk/>
            <pc:sldMk cId="4257758956" sldId="600"/>
            <ac:spMk id="4" creationId="{170DDB5B-6792-55DA-AF63-9A96FA1939A3}"/>
          </ac:spMkLst>
        </pc:spChg>
      </pc:sldChg>
      <pc:sldChg chg="addSp delSp modSp add mod">
        <pc:chgData name="Deepika Vatsa" userId="f7100972-27fe-4ee6-8fb4-ec9b7931b409" providerId="ADAL" clId="{6884C358-F078-41E2-B52A-C991C4377FC1}" dt="2025-07-23T05:20:34.530" v="3425"/>
        <pc:sldMkLst>
          <pc:docMk/>
          <pc:sldMk cId="3239011490" sldId="601"/>
        </pc:sldMkLst>
        <pc:spChg chg="mod">
          <ac:chgData name="Deepika Vatsa" userId="f7100972-27fe-4ee6-8fb4-ec9b7931b409" providerId="ADAL" clId="{6884C358-F078-41E2-B52A-C991C4377FC1}" dt="2025-07-23T05:16:36.510" v="3362" actId="207"/>
          <ac:spMkLst>
            <pc:docMk/>
            <pc:sldMk cId="3239011490" sldId="601"/>
            <ac:spMk id="2" creationId="{00000000-0000-0000-0000-000000000000}"/>
          </ac:spMkLst>
        </pc:spChg>
        <pc:cxnChg chg="add mod">
          <ac:chgData name="Deepika Vatsa" userId="f7100972-27fe-4ee6-8fb4-ec9b7931b409" providerId="ADAL" clId="{6884C358-F078-41E2-B52A-C991C4377FC1}" dt="2025-07-23T05:20:34.530" v="3425"/>
          <ac:cxnSpMkLst>
            <pc:docMk/>
            <pc:sldMk cId="3239011490" sldId="601"/>
            <ac:cxnSpMk id="4" creationId="{7B9879F7-3A1D-F2AB-DE14-AC3E9F018ECD}"/>
          </ac:cxnSpMkLst>
        </pc:cxnChg>
        <pc:cxnChg chg="del">
          <ac:chgData name="Deepika Vatsa" userId="f7100972-27fe-4ee6-8fb4-ec9b7931b409" providerId="ADAL" clId="{6884C358-F078-41E2-B52A-C991C4377FC1}" dt="2025-07-23T05:20:34.151" v="3424" actId="478"/>
          <ac:cxnSpMkLst>
            <pc:docMk/>
            <pc:sldMk cId="3239011490" sldId="601"/>
            <ac:cxnSpMk id="5" creationId="{50E184E5-16FE-EBD7-7894-1DC87C936193}"/>
          </ac:cxnSpMkLst>
        </pc:cxnChg>
      </pc:sldChg>
      <pc:sldChg chg="addSp delSp modSp add mod">
        <pc:chgData name="Deepika Vatsa" userId="f7100972-27fe-4ee6-8fb4-ec9b7931b409" providerId="ADAL" clId="{6884C358-F078-41E2-B52A-C991C4377FC1}" dt="2025-07-23T05:20:20.639" v="3419"/>
        <pc:sldMkLst>
          <pc:docMk/>
          <pc:sldMk cId="2717130231" sldId="602"/>
        </pc:sldMkLst>
        <pc:spChg chg="del">
          <ac:chgData name="Deepika Vatsa" userId="f7100972-27fe-4ee6-8fb4-ec9b7931b409" providerId="ADAL" clId="{6884C358-F078-41E2-B52A-C991C4377FC1}" dt="2025-07-23T05:16:01.154" v="3352" actId="478"/>
          <ac:spMkLst>
            <pc:docMk/>
            <pc:sldMk cId="2717130231" sldId="602"/>
            <ac:spMk id="2" creationId="{00000000-0000-0000-0000-000000000000}"/>
          </ac:spMkLst>
        </pc:spChg>
        <pc:spChg chg="add del mod">
          <ac:chgData name="Deepika Vatsa" userId="f7100972-27fe-4ee6-8fb4-ec9b7931b409" providerId="ADAL" clId="{6884C358-F078-41E2-B52A-C991C4377FC1}" dt="2025-07-23T05:16:02.768" v="3353" actId="478"/>
          <ac:spMkLst>
            <pc:docMk/>
            <pc:sldMk cId="2717130231" sldId="602"/>
            <ac:spMk id="6" creationId="{6DA9A92D-8D82-3D24-F90E-F548CACC3B08}"/>
          </ac:spMkLst>
        </pc:spChg>
        <pc:spChg chg="add mod">
          <ac:chgData name="Deepika Vatsa" userId="f7100972-27fe-4ee6-8fb4-ec9b7931b409" providerId="ADAL" clId="{6884C358-F078-41E2-B52A-C991C4377FC1}" dt="2025-07-23T05:16:25.734" v="3359"/>
          <ac:spMkLst>
            <pc:docMk/>
            <pc:sldMk cId="2717130231" sldId="602"/>
            <ac:spMk id="7" creationId="{7F4B3C9C-EE6F-0BBC-A1B2-DCB27147AC1C}"/>
          </ac:spMkLst>
        </pc:spChg>
        <pc:spChg chg="mod">
          <ac:chgData name="Deepika Vatsa" userId="f7100972-27fe-4ee6-8fb4-ec9b7931b409" providerId="ADAL" clId="{6884C358-F078-41E2-B52A-C991C4377FC1}" dt="2025-07-22T10:58:01.962" v="3168" actId="113"/>
          <ac:spMkLst>
            <pc:docMk/>
            <pc:sldMk cId="2717130231" sldId="602"/>
            <ac:spMk id="13" creationId="{05B054CE-66A9-69B7-25DF-5E63A7E7226F}"/>
          </ac:spMkLst>
        </pc:spChg>
        <pc:graphicFrameChg chg="add mod modGraphic">
          <ac:chgData name="Deepika Vatsa" userId="f7100972-27fe-4ee6-8fb4-ec9b7931b409" providerId="ADAL" clId="{6884C358-F078-41E2-B52A-C991C4377FC1}" dt="2025-07-22T10:56:57.073" v="3131" actId="20577"/>
          <ac:graphicFrameMkLst>
            <pc:docMk/>
            <pc:sldMk cId="2717130231" sldId="602"/>
            <ac:graphicFrameMk id="3" creationId="{26447246-77A9-0BA0-DDC4-AA7139BF3CBE}"/>
          </ac:graphicFrameMkLst>
        </pc:graphicFrameChg>
        <pc:graphicFrameChg chg="del">
          <ac:chgData name="Deepika Vatsa" userId="f7100972-27fe-4ee6-8fb4-ec9b7931b409" providerId="ADAL" clId="{6884C358-F078-41E2-B52A-C991C4377FC1}" dt="2025-07-22T10:56:05.332" v="3064" actId="478"/>
          <ac:graphicFrameMkLst>
            <pc:docMk/>
            <pc:sldMk cId="2717130231" sldId="602"/>
            <ac:graphicFrameMk id="14" creationId="{15B9210D-0693-05A9-B8B7-394487320ED6}"/>
          </ac:graphicFrameMkLst>
        </pc:graphicFrameChg>
        <pc:cxnChg chg="del">
          <ac:chgData name="Deepika Vatsa" userId="f7100972-27fe-4ee6-8fb4-ec9b7931b409" providerId="ADAL" clId="{6884C358-F078-41E2-B52A-C991C4377FC1}" dt="2025-07-23T05:20:20.177" v="3418" actId="478"/>
          <ac:cxnSpMkLst>
            <pc:docMk/>
            <pc:sldMk cId="2717130231" sldId="602"/>
            <ac:cxnSpMk id="5" creationId="{50E184E5-16FE-EBD7-7894-1DC87C936193}"/>
          </ac:cxnSpMkLst>
        </pc:cxnChg>
        <pc:cxnChg chg="add mod">
          <ac:chgData name="Deepika Vatsa" userId="f7100972-27fe-4ee6-8fb4-ec9b7931b409" providerId="ADAL" clId="{6884C358-F078-41E2-B52A-C991C4377FC1}" dt="2025-07-23T05:20:20.639" v="3419"/>
          <ac:cxnSpMkLst>
            <pc:docMk/>
            <pc:sldMk cId="2717130231" sldId="602"/>
            <ac:cxnSpMk id="8" creationId="{7D162270-8EA5-1790-83F3-A4F9A126E8B1}"/>
          </ac:cxnSpMkLst>
        </pc:cxnChg>
      </pc:sldChg>
      <pc:sldChg chg="addSp delSp modSp add mod">
        <pc:chgData name="Deepika Vatsa" userId="f7100972-27fe-4ee6-8fb4-ec9b7931b409" providerId="ADAL" clId="{6884C358-F078-41E2-B52A-C991C4377FC1}" dt="2025-07-23T05:20:26.685" v="3421"/>
        <pc:sldMkLst>
          <pc:docMk/>
          <pc:sldMk cId="1266594393" sldId="603"/>
        </pc:sldMkLst>
        <pc:spChg chg="del">
          <ac:chgData name="Deepika Vatsa" userId="f7100972-27fe-4ee6-8fb4-ec9b7931b409" providerId="ADAL" clId="{6884C358-F078-41E2-B52A-C991C4377FC1}" dt="2025-07-23T05:16:06.563" v="3354" actId="478"/>
          <ac:spMkLst>
            <pc:docMk/>
            <pc:sldMk cId="1266594393" sldId="603"/>
            <ac:spMk id="2" creationId="{00000000-0000-0000-0000-000000000000}"/>
          </ac:spMkLst>
        </pc:spChg>
        <pc:spChg chg="add mod">
          <ac:chgData name="Deepika Vatsa" userId="f7100972-27fe-4ee6-8fb4-ec9b7931b409" providerId="ADAL" clId="{6884C358-F078-41E2-B52A-C991C4377FC1}" dt="2025-07-22T10:57:48.108" v="3164" actId="14100"/>
          <ac:spMkLst>
            <pc:docMk/>
            <pc:sldMk cId="1266594393" sldId="603"/>
            <ac:spMk id="4" creationId="{1AD143D5-787C-C1A5-C997-9EC0616525DF}"/>
          </ac:spMkLst>
        </pc:spChg>
        <pc:spChg chg="add del mod">
          <ac:chgData name="Deepika Vatsa" userId="f7100972-27fe-4ee6-8fb4-ec9b7931b409" providerId="ADAL" clId="{6884C358-F078-41E2-B52A-C991C4377FC1}" dt="2025-07-23T05:16:08.217" v="3355" actId="478"/>
          <ac:spMkLst>
            <pc:docMk/>
            <pc:sldMk cId="1266594393" sldId="603"/>
            <ac:spMk id="6" creationId="{A74DC710-992E-573C-40A0-556A16BC3A75}"/>
          </ac:spMkLst>
        </pc:spChg>
        <pc:spChg chg="add mod">
          <ac:chgData name="Deepika Vatsa" userId="f7100972-27fe-4ee6-8fb4-ec9b7931b409" providerId="ADAL" clId="{6884C358-F078-41E2-B52A-C991C4377FC1}" dt="2025-07-23T05:16:27.514" v="3360"/>
          <ac:spMkLst>
            <pc:docMk/>
            <pc:sldMk cId="1266594393" sldId="603"/>
            <ac:spMk id="7" creationId="{1B3062FA-2CD8-A930-87D2-86A160AADA8E}"/>
          </ac:spMkLst>
        </pc:spChg>
        <pc:spChg chg="mod">
          <ac:chgData name="Deepika Vatsa" userId="f7100972-27fe-4ee6-8fb4-ec9b7931b409" providerId="ADAL" clId="{6884C358-F078-41E2-B52A-C991C4377FC1}" dt="2025-07-22T10:57:56.910" v="3167" actId="113"/>
          <ac:spMkLst>
            <pc:docMk/>
            <pc:sldMk cId="1266594393" sldId="603"/>
            <ac:spMk id="13" creationId="{05B054CE-66A9-69B7-25DF-5E63A7E7226F}"/>
          </ac:spMkLst>
        </pc:spChg>
        <pc:graphicFrameChg chg="del">
          <ac:chgData name="Deepika Vatsa" userId="f7100972-27fe-4ee6-8fb4-ec9b7931b409" providerId="ADAL" clId="{6884C358-F078-41E2-B52A-C991C4377FC1}" dt="2025-07-22T10:57:41.042" v="3162" actId="478"/>
          <ac:graphicFrameMkLst>
            <pc:docMk/>
            <pc:sldMk cId="1266594393" sldId="603"/>
            <ac:graphicFrameMk id="3" creationId="{26447246-77A9-0BA0-DDC4-AA7139BF3CBE}"/>
          </ac:graphicFrameMkLst>
        </pc:graphicFrameChg>
        <pc:cxnChg chg="del">
          <ac:chgData name="Deepika Vatsa" userId="f7100972-27fe-4ee6-8fb4-ec9b7931b409" providerId="ADAL" clId="{6884C358-F078-41E2-B52A-C991C4377FC1}" dt="2025-07-23T05:20:26.229" v="3420" actId="478"/>
          <ac:cxnSpMkLst>
            <pc:docMk/>
            <pc:sldMk cId="1266594393" sldId="603"/>
            <ac:cxnSpMk id="5" creationId="{50E184E5-16FE-EBD7-7894-1DC87C936193}"/>
          </ac:cxnSpMkLst>
        </pc:cxnChg>
        <pc:cxnChg chg="add mod">
          <ac:chgData name="Deepika Vatsa" userId="f7100972-27fe-4ee6-8fb4-ec9b7931b409" providerId="ADAL" clId="{6884C358-F078-41E2-B52A-C991C4377FC1}" dt="2025-07-23T05:20:26.685" v="3421"/>
          <ac:cxnSpMkLst>
            <pc:docMk/>
            <pc:sldMk cId="1266594393" sldId="603"/>
            <ac:cxnSpMk id="8" creationId="{A1395F78-30F5-3937-9A59-67E864B7EFC0}"/>
          </ac:cxnSpMkLst>
        </pc:cxnChg>
      </pc:sldChg>
      <pc:sldChg chg="addSp delSp modSp add mod">
        <pc:chgData name="Deepika Vatsa" userId="f7100972-27fe-4ee6-8fb4-ec9b7931b409" providerId="ADAL" clId="{6884C358-F078-41E2-B52A-C991C4377FC1}" dt="2025-07-23T05:20:16.708" v="3417"/>
        <pc:sldMkLst>
          <pc:docMk/>
          <pc:sldMk cId="4255891347" sldId="604"/>
        </pc:sldMkLst>
        <pc:spChg chg="del">
          <ac:chgData name="Deepika Vatsa" userId="f7100972-27fe-4ee6-8fb4-ec9b7931b409" providerId="ADAL" clId="{6884C358-F078-41E2-B52A-C991C4377FC1}" dt="2025-07-23T05:15:55.831" v="3350" actId="478"/>
          <ac:spMkLst>
            <pc:docMk/>
            <pc:sldMk cId="4255891347" sldId="604"/>
            <ac:spMk id="2" creationId="{00000000-0000-0000-0000-000000000000}"/>
          </ac:spMkLst>
        </pc:spChg>
        <pc:spChg chg="add del mod">
          <ac:chgData name="Deepika Vatsa" userId="f7100972-27fe-4ee6-8fb4-ec9b7931b409" providerId="ADAL" clId="{6884C358-F078-41E2-B52A-C991C4377FC1}" dt="2025-07-23T05:15:57.713" v="3351" actId="478"/>
          <ac:spMkLst>
            <pc:docMk/>
            <pc:sldMk cId="4255891347" sldId="604"/>
            <ac:spMk id="4" creationId="{1E8C311E-5024-0A5C-ADB3-9DF8A67D3DAA}"/>
          </ac:spMkLst>
        </pc:spChg>
        <pc:spChg chg="add mod">
          <ac:chgData name="Deepika Vatsa" userId="f7100972-27fe-4ee6-8fb4-ec9b7931b409" providerId="ADAL" clId="{6884C358-F078-41E2-B52A-C991C4377FC1}" dt="2025-07-23T05:16:23.931" v="3358"/>
          <ac:spMkLst>
            <pc:docMk/>
            <pc:sldMk cId="4255891347" sldId="604"/>
            <ac:spMk id="6" creationId="{2026D996-90C4-3C12-B2E6-96092CF25C70}"/>
          </ac:spMkLst>
        </pc:spChg>
        <pc:spChg chg="mod">
          <ac:chgData name="Deepika Vatsa" userId="f7100972-27fe-4ee6-8fb4-ec9b7931b409" providerId="ADAL" clId="{6884C358-F078-41E2-B52A-C991C4377FC1}" dt="2025-07-22T10:58:35.306" v="3177" actId="6549"/>
          <ac:spMkLst>
            <pc:docMk/>
            <pc:sldMk cId="4255891347" sldId="604"/>
            <ac:spMk id="13" creationId="{05B054CE-66A9-69B7-25DF-5E63A7E7226F}"/>
          </ac:spMkLst>
        </pc:spChg>
        <pc:graphicFrameChg chg="mod modGraphic">
          <ac:chgData name="Deepika Vatsa" userId="f7100972-27fe-4ee6-8fb4-ec9b7931b409" providerId="ADAL" clId="{6884C358-F078-41E2-B52A-C991C4377FC1}" dt="2025-07-22T10:58:54.235" v="3183" actId="14100"/>
          <ac:graphicFrameMkLst>
            <pc:docMk/>
            <pc:sldMk cId="4255891347" sldId="604"/>
            <ac:graphicFrameMk id="14" creationId="{15B9210D-0693-05A9-B8B7-394487320ED6}"/>
          </ac:graphicFrameMkLst>
        </pc:graphicFrameChg>
        <pc:cxnChg chg="del">
          <ac:chgData name="Deepika Vatsa" userId="f7100972-27fe-4ee6-8fb4-ec9b7931b409" providerId="ADAL" clId="{6884C358-F078-41E2-B52A-C991C4377FC1}" dt="2025-07-23T05:20:16.121" v="3416" actId="478"/>
          <ac:cxnSpMkLst>
            <pc:docMk/>
            <pc:sldMk cId="4255891347" sldId="604"/>
            <ac:cxnSpMk id="5" creationId="{50E184E5-16FE-EBD7-7894-1DC87C936193}"/>
          </ac:cxnSpMkLst>
        </pc:cxnChg>
        <pc:cxnChg chg="add mod">
          <ac:chgData name="Deepika Vatsa" userId="f7100972-27fe-4ee6-8fb4-ec9b7931b409" providerId="ADAL" clId="{6884C358-F078-41E2-B52A-C991C4377FC1}" dt="2025-07-23T05:20:16.708" v="3417"/>
          <ac:cxnSpMkLst>
            <pc:docMk/>
            <pc:sldMk cId="4255891347" sldId="604"/>
            <ac:cxnSpMk id="7" creationId="{B773A36C-D68E-6E7D-095A-1EC7008C66FA}"/>
          </ac:cxnSpMkLst>
        </pc:cxnChg>
      </pc:sldChg>
      <pc:sldChg chg="addSp delSp modSp add mod">
        <pc:chgData name="Deepika Vatsa" userId="f7100972-27fe-4ee6-8fb4-ec9b7931b409" providerId="ADAL" clId="{6884C358-F078-41E2-B52A-C991C4377FC1}" dt="2025-07-23T05:20:31.431" v="3423"/>
        <pc:sldMkLst>
          <pc:docMk/>
          <pc:sldMk cId="3000343820" sldId="605"/>
        </pc:sldMkLst>
        <pc:spChg chg="del">
          <ac:chgData name="Deepika Vatsa" userId="f7100972-27fe-4ee6-8fb4-ec9b7931b409" providerId="ADAL" clId="{6884C358-F078-41E2-B52A-C991C4377FC1}" dt="2025-07-23T05:16:13.022" v="3356" actId="478"/>
          <ac:spMkLst>
            <pc:docMk/>
            <pc:sldMk cId="3000343820" sldId="605"/>
            <ac:spMk id="2" creationId="{00000000-0000-0000-0000-000000000000}"/>
          </ac:spMkLst>
        </pc:spChg>
        <pc:spChg chg="del">
          <ac:chgData name="Deepika Vatsa" userId="f7100972-27fe-4ee6-8fb4-ec9b7931b409" providerId="ADAL" clId="{6884C358-F078-41E2-B52A-C991C4377FC1}" dt="2025-07-22T10:59:47.754" v="3207" actId="478"/>
          <ac:spMkLst>
            <pc:docMk/>
            <pc:sldMk cId="3000343820" sldId="605"/>
            <ac:spMk id="4" creationId="{1AD143D5-787C-C1A5-C997-9EC0616525DF}"/>
          </ac:spMkLst>
        </pc:spChg>
        <pc:spChg chg="add del mod">
          <ac:chgData name="Deepika Vatsa" userId="f7100972-27fe-4ee6-8fb4-ec9b7931b409" providerId="ADAL" clId="{6884C358-F078-41E2-B52A-C991C4377FC1}" dt="2025-07-23T05:16:14.811" v="3357" actId="478"/>
          <ac:spMkLst>
            <pc:docMk/>
            <pc:sldMk cId="3000343820" sldId="605"/>
            <ac:spMk id="4" creationId="{A81EBE12-917F-1A39-1B38-85449C2DC81C}"/>
          </ac:spMkLst>
        </pc:spChg>
        <pc:spChg chg="add del">
          <ac:chgData name="Deepika Vatsa" userId="f7100972-27fe-4ee6-8fb4-ec9b7931b409" providerId="ADAL" clId="{6884C358-F078-41E2-B52A-C991C4377FC1}" dt="2025-07-22T10:59:53.735" v="3211" actId="22"/>
          <ac:spMkLst>
            <pc:docMk/>
            <pc:sldMk cId="3000343820" sldId="605"/>
            <ac:spMk id="6" creationId="{254E2835-DAB1-3E5B-5251-BEF951804D79}"/>
          </ac:spMkLst>
        </pc:spChg>
        <pc:spChg chg="add mod">
          <ac:chgData name="Deepika Vatsa" userId="f7100972-27fe-4ee6-8fb4-ec9b7931b409" providerId="ADAL" clId="{6884C358-F078-41E2-B52A-C991C4377FC1}" dt="2025-07-23T05:16:30.424" v="3361"/>
          <ac:spMkLst>
            <pc:docMk/>
            <pc:sldMk cId="3000343820" sldId="605"/>
            <ac:spMk id="6" creationId="{2D09E08D-CF06-9310-2372-85E7B1DBB6F3}"/>
          </ac:spMkLst>
        </pc:spChg>
        <pc:spChg chg="add del">
          <ac:chgData name="Deepika Vatsa" userId="f7100972-27fe-4ee6-8fb4-ec9b7931b409" providerId="ADAL" clId="{6884C358-F078-41E2-B52A-C991C4377FC1}" dt="2025-07-22T10:59:55.017" v="3213" actId="22"/>
          <ac:spMkLst>
            <pc:docMk/>
            <pc:sldMk cId="3000343820" sldId="605"/>
            <ac:spMk id="8" creationId="{46282A04-E2EF-5990-7C9A-2482B8F88DE8}"/>
          </ac:spMkLst>
        </pc:spChg>
        <pc:spChg chg="add mod">
          <ac:chgData name="Deepika Vatsa" userId="f7100972-27fe-4ee6-8fb4-ec9b7931b409" providerId="ADAL" clId="{6884C358-F078-41E2-B52A-C991C4377FC1}" dt="2025-07-22T11:00:31.477" v="3250" actId="20577"/>
          <ac:spMkLst>
            <pc:docMk/>
            <pc:sldMk cId="3000343820" sldId="605"/>
            <ac:spMk id="10" creationId="{1A9471B8-64B2-EEE3-8FEC-CB7C57B99638}"/>
          </ac:spMkLst>
        </pc:spChg>
        <pc:spChg chg="mod">
          <ac:chgData name="Deepika Vatsa" userId="f7100972-27fe-4ee6-8fb4-ec9b7931b409" providerId="ADAL" clId="{6884C358-F078-41E2-B52A-C991C4377FC1}" dt="2025-07-22T10:59:19.150" v="3206" actId="20577"/>
          <ac:spMkLst>
            <pc:docMk/>
            <pc:sldMk cId="3000343820" sldId="605"/>
            <ac:spMk id="13" creationId="{05B054CE-66A9-69B7-25DF-5E63A7E7226F}"/>
          </ac:spMkLst>
        </pc:spChg>
        <pc:cxnChg chg="del">
          <ac:chgData name="Deepika Vatsa" userId="f7100972-27fe-4ee6-8fb4-ec9b7931b409" providerId="ADAL" clId="{6884C358-F078-41E2-B52A-C991C4377FC1}" dt="2025-07-23T05:20:30.996" v="3422" actId="478"/>
          <ac:cxnSpMkLst>
            <pc:docMk/>
            <pc:sldMk cId="3000343820" sldId="605"/>
            <ac:cxnSpMk id="5" creationId="{50E184E5-16FE-EBD7-7894-1DC87C936193}"/>
          </ac:cxnSpMkLst>
        </pc:cxnChg>
        <pc:cxnChg chg="add mod">
          <ac:chgData name="Deepika Vatsa" userId="f7100972-27fe-4ee6-8fb4-ec9b7931b409" providerId="ADAL" clId="{6884C358-F078-41E2-B52A-C991C4377FC1}" dt="2025-07-23T05:20:31.431" v="3423"/>
          <ac:cxnSpMkLst>
            <pc:docMk/>
            <pc:sldMk cId="3000343820" sldId="605"/>
            <ac:cxnSpMk id="7" creationId="{CB25073D-C8BF-4164-65B6-5B1D7B263018}"/>
          </ac:cxnSpMkLst>
        </pc:cxnChg>
      </pc:sldChg>
      <pc:sldChg chg="addSp delSp modSp add del mod">
        <pc:chgData name="Deepika Vatsa" userId="f7100972-27fe-4ee6-8fb4-ec9b7931b409" providerId="ADAL" clId="{6884C358-F078-41E2-B52A-C991C4377FC1}" dt="2025-07-23T05:07:03.568" v="3291" actId="2696"/>
        <pc:sldMkLst>
          <pc:docMk/>
          <pc:sldMk cId="1302649209" sldId="606"/>
        </pc:sldMkLst>
        <pc:spChg chg="mod">
          <ac:chgData name="Deepika Vatsa" userId="f7100972-27fe-4ee6-8fb4-ec9b7931b409" providerId="ADAL" clId="{6884C358-F078-41E2-B52A-C991C4377FC1}" dt="2025-07-23T05:06:38.842" v="3285" actId="1076"/>
          <ac:spMkLst>
            <pc:docMk/>
            <pc:sldMk cId="1302649209" sldId="606"/>
            <ac:spMk id="2" creationId="{00000000-0000-0000-0000-000000000000}"/>
          </ac:spMkLst>
        </pc:spChg>
        <pc:spChg chg="del">
          <ac:chgData name="Deepika Vatsa" userId="f7100972-27fe-4ee6-8fb4-ec9b7931b409" providerId="ADAL" clId="{6884C358-F078-41E2-B52A-C991C4377FC1}" dt="2025-07-23T05:06:11.168" v="3261" actId="478"/>
          <ac:spMkLst>
            <pc:docMk/>
            <pc:sldMk cId="1302649209" sldId="606"/>
            <ac:spMk id="3" creationId="{00000000-0000-0000-0000-000000000000}"/>
          </ac:spMkLst>
        </pc:spChg>
        <pc:spChg chg="add del mod">
          <ac:chgData name="Deepika Vatsa" userId="f7100972-27fe-4ee6-8fb4-ec9b7931b409" providerId="ADAL" clId="{6884C358-F078-41E2-B52A-C991C4377FC1}" dt="2025-07-23T05:06:14.218" v="3262" actId="478"/>
          <ac:spMkLst>
            <pc:docMk/>
            <pc:sldMk cId="1302649209" sldId="606"/>
            <ac:spMk id="6" creationId="{64114871-2460-BE07-A433-A6AA220B5F2C}"/>
          </ac:spMkLst>
        </pc:spChg>
        <pc:spChg chg="add mod">
          <ac:chgData name="Deepika Vatsa" userId="f7100972-27fe-4ee6-8fb4-ec9b7931b409" providerId="ADAL" clId="{6884C358-F078-41E2-B52A-C991C4377FC1}" dt="2025-07-23T05:06:14.889" v="3263"/>
          <ac:spMkLst>
            <pc:docMk/>
            <pc:sldMk cId="1302649209" sldId="606"/>
            <ac:spMk id="7" creationId="{4046B1BD-32BF-94BB-A445-155DB489242D}"/>
          </ac:spMkLst>
        </pc:spChg>
      </pc:sldChg>
      <pc:sldChg chg="addSp delSp modSp add mod">
        <pc:chgData name="Deepika Vatsa" userId="f7100972-27fe-4ee6-8fb4-ec9b7931b409" providerId="ADAL" clId="{6884C358-F078-41E2-B52A-C991C4377FC1}" dt="2025-07-23T05:21:16.949" v="3448"/>
        <pc:sldMkLst>
          <pc:docMk/>
          <pc:sldMk cId="1265168596" sldId="607"/>
        </pc:sldMkLst>
        <pc:spChg chg="del">
          <ac:chgData name="Deepika Vatsa" userId="f7100972-27fe-4ee6-8fb4-ec9b7931b409" providerId="ADAL" clId="{6884C358-F078-41E2-B52A-C991C4377FC1}" dt="2025-07-23T05:17:39.628" v="3374" actId="478"/>
          <ac:spMkLst>
            <pc:docMk/>
            <pc:sldMk cId="1265168596" sldId="607"/>
            <ac:spMk id="2" creationId="{00000000-0000-0000-0000-000000000000}"/>
          </ac:spMkLst>
        </pc:spChg>
        <pc:spChg chg="add del mod">
          <ac:chgData name="Deepika Vatsa" userId="f7100972-27fe-4ee6-8fb4-ec9b7931b409" providerId="ADAL" clId="{6884C358-F078-41E2-B52A-C991C4377FC1}" dt="2025-07-23T05:17:44.285" v="3376" actId="478"/>
          <ac:spMkLst>
            <pc:docMk/>
            <pc:sldMk cId="1265168596" sldId="607"/>
            <ac:spMk id="6" creationId="{C07E118B-1667-38AE-C2DA-C21278B87F83}"/>
          </ac:spMkLst>
        </pc:spChg>
        <pc:spChg chg="add mod">
          <ac:chgData name="Deepika Vatsa" userId="f7100972-27fe-4ee6-8fb4-ec9b7931b409" providerId="ADAL" clId="{6884C358-F078-41E2-B52A-C991C4377FC1}" dt="2025-07-23T05:17:49.187" v="3380" actId="1035"/>
          <ac:spMkLst>
            <pc:docMk/>
            <pc:sldMk cId="1265168596" sldId="607"/>
            <ac:spMk id="8" creationId="{28EA11DA-6FAE-4A30-1A45-D904D110690C}"/>
          </ac:spMkLst>
        </pc:spChg>
        <pc:cxnChg chg="del">
          <ac:chgData name="Deepika Vatsa" userId="f7100972-27fe-4ee6-8fb4-ec9b7931b409" providerId="ADAL" clId="{6884C358-F078-41E2-B52A-C991C4377FC1}" dt="2025-07-23T05:21:16.564" v="3447" actId="478"/>
          <ac:cxnSpMkLst>
            <pc:docMk/>
            <pc:sldMk cId="1265168596" sldId="607"/>
            <ac:cxnSpMk id="7" creationId="{65C76CC1-B771-E13B-D742-340E1D5CAD8C}"/>
          </ac:cxnSpMkLst>
        </pc:cxnChg>
        <pc:cxnChg chg="add mod">
          <ac:chgData name="Deepika Vatsa" userId="f7100972-27fe-4ee6-8fb4-ec9b7931b409" providerId="ADAL" clId="{6884C358-F078-41E2-B52A-C991C4377FC1}" dt="2025-07-23T05:21:16.949" v="3448"/>
          <ac:cxnSpMkLst>
            <pc:docMk/>
            <pc:sldMk cId="1265168596" sldId="607"/>
            <ac:cxnSpMk id="9" creationId="{8EEBD2E5-74AB-4847-0D3D-942182177146}"/>
          </ac:cxnSpMkLst>
        </pc:cxnChg>
      </pc:sldChg>
      <pc:sldChg chg="addSp delSp modSp add mod">
        <pc:chgData name="Deepika Vatsa" userId="f7100972-27fe-4ee6-8fb4-ec9b7931b409" providerId="ADAL" clId="{6884C358-F078-41E2-B52A-C991C4377FC1}" dt="2025-07-23T05:22:26.150" v="3493" actId="14100"/>
        <pc:sldMkLst>
          <pc:docMk/>
          <pc:sldMk cId="3320274339" sldId="608"/>
        </pc:sldMkLst>
        <pc:spChg chg="del">
          <ac:chgData name="Deepika Vatsa" userId="f7100972-27fe-4ee6-8fb4-ec9b7931b409" providerId="ADAL" clId="{6884C358-F078-41E2-B52A-C991C4377FC1}" dt="2025-07-23T05:11:34.839" v="3297" actId="478"/>
          <ac:spMkLst>
            <pc:docMk/>
            <pc:sldMk cId="3320274339" sldId="608"/>
            <ac:spMk id="2" creationId="{3EA993F1-7D74-5A35-94E0-755C8170DDD2}"/>
          </ac:spMkLst>
        </pc:spChg>
        <pc:spChg chg="del">
          <ac:chgData name="Deepika Vatsa" userId="f7100972-27fe-4ee6-8fb4-ec9b7931b409" providerId="ADAL" clId="{6884C358-F078-41E2-B52A-C991C4377FC1}" dt="2025-07-23T05:12:10.700" v="3318" actId="478"/>
          <ac:spMkLst>
            <pc:docMk/>
            <pc:sldMk cId="3320274339" sldId="608"/>
            <ac:spMk id="4" creationId="{C7E4D45C-A04E-4FD8-8E36-9127F8599888}"/>
          </ac:spMkLst>
        </pc:spChg>
        <pc:spChg chg="add del mod">
          <ac:chgData name="Deepika Vatsa" userId="f7100972-27fe-4ee6-8fb4-ec9b7931b409" providerId="ADAL" clId="{6884C358-F078-41E2-B52A-C991C4377FC1}" dt="2025-07-23T05:11:36.519" v="3298" actId="478"/>
          <ac:spMkLst>
            <pc:docMk/>
            <pc:sldMk cId="3320274339" sldId="608"/>
            <ac:spMk id="6" creationId="{EE908AC3-623C-CC58-D78A-A0D84DBEB9D0}"/>
          </ac:spMkLst>
        </pc:spChg>
        <pc:spChg chg="add mod">
          <ac:chgData name="Deepika Vatsa" userId="f7100972-27fe-4ee6-8fb4-ec9b7931b409" providerId="ADAL" clId="{6884C358-F078-41E2-B52A-C991C4377FC1}" dt="2025-07-23T05:22:15.127" v="3486" actId="1038"/>
          <ac:spMkLst>
            <pc:docMk/>
            <pc:sldMk cId="3320274339" sldId="608"/>
            <ac:spMk id="7" creationId="{F26712D0-C7B9-7F0F-CF59-812A62A6D723}"/>
          </ac:spMkLst>
        </pc:spChg>
        <pc:spChg chg="add mod">
          <ac:chgData name="Deepika Vatsa" userId="f7100972-27fe-4ee6-8fb4-ec9b7931b409" providerId="ADAL" clId="{6884C358-F078-41E2-B52A-C991C4377FC1}" dt="2025-07-23T05:22:26.150" v="3493" actId="14100"/>
          <ac:spMkLst>
            <pc:docMk/>
            <pc:sldMk cId="3320274339" sldId="608"/>
            <ac:spMk id="8" creationId="{B7CEB9D0-5895-DF81-7B8D-8329D77D5609}"/>
          </ac:spMkLst>
        </pc:spChg>
        <pc:cxnChg chg="del">
          <ac:chgData name="Deepika Vatsa" userId="f7100972-27fe-4ee6-8fb4-ec9b7931b409" providerId="ADAL" clId="{6884C358-F078-41E2-B52A-C991C4377FC1}" dt="2025-07-23T05:22:00.981" v="3464" actId="478"/>
          <ac:cxnSpMkLst>
            <pc:docMk/>
            <pc:sldMk cId="3320274339" sldId="608"/>
            <ac:cxnSpMk id="5" creationId="{EA92F9DF-D5D8-49B1-F8B9-EDE5C89C9DF6}"/>
          </ac:cxnSpMkLst>
        </pc:cxnChg>
        <pc:cxnChg chg="add mod">
          <ac:chgData name="Deepika Vatsa" userId="f7100972-27fe-4ee6-8fb4-ec9b7931b409" providerId="ADAL" clId="{6884C358-F078-41E2-B52A-C991C4377FC1}" dt="2025-07-23T05:22:19.189" v="3491" actId="1037"/>
          <ac:cxnSpMkLst>
            <pc:docMk/>
            <pc:sldMk cId="3320274339" sldId="608"/>
            <ac:cxnSpMk id="9" creationId="{7EE1F82B-D051-1DEB-01A1-439392556DE4}"/>
          </ac:cxnSpMkLst>
        </pc:cxnChg>
      </pc:sldChg>
      <pc:sldChg chg="addSp delSp modSp add mod">
        <pc:chgData name="Deepika Vatsa" userId="f7100972-27fe-4ee6-8fb4-ec9b7931b409" providerId="ADAL" clId="{6884C358-F078-41E2-B52A-C991C4377FC1}" dt="2025-07-23T05:22:41.271" v="3515" actId="1038"/>
        <pc:sldMkLst>
          <pc:docMk/>
          <pc:sldMk cId="2282133231" sldId="609"/>
        </pc:sldMkLst>
        <pc:spChg chg="mod">
          <ac:chgData name="Deepika Vatsa" userId="f7100972-27fe-4ee6-8fb4-ec9b7931b409" providerId="ADAL" clId="{6884C358-F078-41E2-B52A-C991C4377FC1}" dt="2025-07-23T05:22:41.271" v="3515" actId="1038"/>
          <ac:spMkLst>
            <pc:docMk/>
            <pc:sldMk cId="2282133231" sldId="609"/>
            <ac:spMk id="7" creationId="{F26712D0-C7B9-7F0F-CF59-812A62A6D723}"/>
          </ac:spMkLst>
        </pc:spChg>
        <pc:spChg chg="del">
          <ac:chgData name="Deepika Vatsa" userId="f7100972-27fe-4ee6-8fb4-ec9b7931b409" providerId="ADAL" clId="{6884C358-F078-41E2-B52A-C991C4377FC1}" dt="2025-07-23T05:13:17.945" v="3329" actId="478"/>
          <ac:spMkLst>
            <pc:docMk/>
            <pc:sldMk cId="2282133231" sldId="609"/>
            <ac:spMk id="8" creationId="{B7CEB9D0-5895-DF81-7B8D-8329D77D5609}"/>
          </ac:spMkLst>
        </pc:spChg>
        <pc:picChg chg="add mod">
          <ac:chgData name="Deepika Vatsa" userId="f7100972-27fe-4ee6-8fb4-ec9b7931b409" providerId="ADAL" clId="{6884C358-F078-41E2-B52A-C991C4377FC1}" dt="2025-07-23T05:13:18.601" v="3330"/>
          <ac:picMkLst>
            <pc:docMk/>
            <pc:sldMk cId="2282133231" sldId="609"/>
            <ac:picMk id="2" creationId="{F1D8BFBF-228E-E666-F268-C467FD154A6B}"/>
          </ac:picMkLst>
        </pc:picChg>
        <pc:cxnChg chg="add mod">
          <ac:chgData name="Deepika Vatsa" userId="f7100972-27fe-4ee6-8fb4-ec9b7931b409" providerId="ADAL" clId="{6884C358-F078-41E2-B52A-C991C4377FC1}" dt="2025-07-23T05:22:34.167" v="3495"/>
          <ac:cxnSpMkLst>
            <pc:docMk/>
            <pc:sldMk cId="2282133231" sldId="609"/>
            <ac:cxnSpMk id="3" creationId="{10749E9D-359E-22C0-D491-7608963679D2}"/>
          </ac:cxnSpMkLst>
        </pc:cxnChg>
        <pc:cxnChg chg="del">
          <ac:chgData name="Deepika Vatsa" userId="f7100972-27fe-4ee6-8fb4-ec9b7931b409" providerId="ADAL" clId="{6884C358-F078-41E2-B52A-C991C4377FC1}" dt="2025-07-23T05:22:33.727" v="3494" actId="478"/>
          <ac:cxnSpMkLst>
            <pc:docMk/>
            <pc:sldMk cId="2282133231" sldId="609"/>
            <ac:cxnSpMk id="5" creationId="{EA92F9DF-D5D8-49B1-F8B9-EDE5C89C9DF6}"/>
          </ac:cxnSpMkLst>
        </pc:cxnChg>
      </pc:sldChg>
      <pc:sldChg chg="addSp delSp modSp add mod">
        <pc:chgData name="Deepika Vatsa" userId="f7100972-27fe-4ee6-8fb4-ec9b7931b409" providerId="ADAL" clId="{6884C358-F078-41E2-B52A-C991C4377FC1}" dt="2025-07-23T05:24:32.028" v="3542" actId="14100"/>
        <pc:sldMkLst>
          <pc:docMk/>
          <pc:sldMk cId="2610700906" sldId="610"/>
        </pc:sldMkLst>
        <pc:spChg chg="del">
          <ac:chgData name="Deepika Vatsa" userId="f7100972-27fe-4ee6-8fb4-ec9b7931b409" providerId="ADAL" clId="{6884C358-F078-41E2-B52A-C991C4377FC1}" dt="2025-07-23T05:23:30.897" v="3527" actId="478"/>
          <ac:spMkLst>
            <pc:docMk/>
            <pc:sldMk cId="2610700906" sldId="610"/>
            <ac:spMk id="4" creationId="{170DDB5B-6792-55DA-AF63-9A96FA1939A3}"/>
          </ac:spMkLst>
        </pc:spChg>
        <pc:spChg chg="add mod">
          <ac:chgData name="Deepika Vatsa" userId="f7100972-27fe-4ee6-8fb4-ec9b7931b409" providerId="ADAL" clId="{6884C358-F078-41E2-B52A-C991C4377FC1}" dt="2025-07-23T05:24:32.028" v="3542" actId="14100"/>
          <ac:spMkLst>
            <pc:docMk/>
            <pc:sldMk cId="2610700906" sldId="610"/>
            <ac:spMk id="5" creationId="{A2902FD0-49ED-CC0F-C376-EFD1A253C258}"/>
          </ac:spMkLst>
        </pc:spChg>
      </pc:sldChg>
      <pc:sldChg chg="addSp delSp modSp add mod">
        <pc:chgData name="Deepika Vatsa" userId="f7100972-27fe-4ee6-8fb4-ec9b7931b409" providerId="ADAL" clId="{6884C358-F078-41E2-B52A-C991C4377FC1}" dt="2025-07-23T05:24:21.040" v="3541" actId="255"/>
        <pc:sldMkLst>
          <pc:docMk/>
          <pc:sldMk cId="565857117" sldId="611"/>
        </pc:sldMkLst>
        <pc:spChg chg="add mod">
          <ac:chgData name="Deepika Vatsa" userId="f7100972-27fe-4ee6-8fb4-ec9b7931b409" providerId="ADAL" clId="{6884C358-F078-41E2-B52A-C991C4377FC1}" dt="2025-07-23T05:24:21.040" v="3541" actId="255"/>
          <ac:spMkLst>
            <pc:docMk/>
            <pc:sldMk cId="565857117" sldId="611"/>
            <ac:spMk id="4" creationId="{253B6F8E-7D94-03FC-86B0-ACF980C6CF46}"/>
          </ac:spMkLst>
        </pc:spChg>
        <pc:spChg chg="del">
          <ac:chgData name="Deepika Vatsa" userId="f7100972-27fe-4ee6-8fb4-ec9b7931b409" providerId="ADAL" clId="{6884C358-F078-41E2-B52A-C991C4377FC1}" dt="2025-07-23T05:24:06.163" v="3536" actId="478"/>
          <ac:spMkLst>
            <pc:docMk/>
            <pc:sldMk cId="565857117" sldId="611"/>
            <ac:spMk id="5" creationId="{A2902FD0-49ED-CC0F-C376-EFD1A253C258}"/>
          </ac:spMkLst>
        </pc:spChg>
      </pc:sldChg>
      <pc:sldMasterChg chg="delSldLayout">
        <pc:chgData name="Deepika Vatsa" userId="f7100972-27fe-4ee6-8fb4-ec9b7931b409" providerId="ADAL" clId="{6884C358-F078-41E2-B52A-C991C4377FC1}" dt="2025-07-23T05:13:42.142" v="3334" actId="47"/>
        <pc:sldMasterMkLst>
          <pc:docMk/>
          <pc:sldMasterMk cId="2935578617" sldId="2147483672"/>
        </pc:sldMasterMkLst>
        <pc:sldLayoutChg chg="del">
          <pc:chgData name="Deepika Vatsa" userId="f7100972-27fe-4ee6-8fb4-ec9b7931b409" providerId="ADAL" clId="{6884C358-F078-41E2-B52A-C991C4377FC1}" dt="2025-07-23T05:13:42.142" v="3334" actId="47"/>
          <pc:sldLayoutMkLst>
            <pc:docMk/>
            <pc:sldMasterMk cId="2935578617" sldId="2147483672"/>
            <pc:sldLayoutMk cId="586807421" sldId="2147483684"/>
          </pc:sldLayoutMkLst>
        </pc:sldLayoutChg>
      </pc:sldMasterChg>
    </pc:docChg>
  </pc:docChgLst>
  <pc:docChgLst>
    <pc:chgData name="Deepika Vatsa" userId="f7100972-27fe-4ee6-8fb4-ec9b7931b409" providerId="ADAL" clId="{AC929AA0-30FE-40F5-9F14-BAD5341BE9C1}"/>
    <pc:docChg chg="undo redo custSel addSld delSld modSld sldOrd delMainMaster">
      <pc:chgData name="Deepika Vatsa" userId="f7100972-27fe-4ee6-8fb4-ec9b7931b409" providerId="ADAL" clId="{AC929AA0-30FE-40F5-9F14-BAD5341BE9C1}" dt="2025-07-23T09:47:26.324" v="1571" actId="20577"/>
      <pc:docMkLst>
        <pc:docMk/>
      </pc:docMkLst>
      <pc:sldChg chg="del">
        <pc:chgData name="Deepika Vatsa" userId="f7100972-27fe-4ee6-8fb4-ec9b7931b409" providerId="ADAL" clId="{AC929AA0-30FE-40F5-9F14-BAD5341BE9C1}" dt="2025-07-23T05:28:15.070" v="2" actId="47"/>
        <pc:sldMkLst>
          <pc:docMk/>
          <pc:sldMk cId="0" sldId="257"/>
        </pc:sldMkLst>
      </pc:sldChg>
      <pc:sldChg chg="del">
        <pc:chgData name="Deepika Vatsa" userId="f7100972-27fe-4ee6-8fb4-ec9b7931b409" providerId="ADAL" clId="{AC929AA0-30FE-40F5-9F14-BAD5341BE9C1}" dt="2025-07-23T05:28:15.070" v="2" actId="47"/>
        <pc:sldMkLst>
          <pc:docMk/>
          <pc:sldMk cId="0" sldId="258"/>
        </pc:sldMkLst>
      </pc:sldChg>
      <pc:sldChg chg="del">
        <pc:chgData name="Deepika Vatsa" userId="f7100972-27fe-4ee6-8fb4-ec9b7931b409" providerId="ADAL" clId="{AC929AA0-30FE-40F5-9F14-BAD5341BE9C1}" dt="2025-07-23T05:27:46.693" v="1" actId="47"/>
        <pc:sldMkLst>
          <pc:docMk/>
          <pc:sldMk cId="0" sldId="276"/>
        </pc:sldMkLst>
      </pc:sldChg>
      <pc:sldChg chg="modSp mod">
        <pc:chgData name="Deepika Vatsa" userId="f7100972-27fe-4ee6-8fb4-ec9b7931b409" providerId="ADAL" clId="{AC929AA0-30FE-40F5-9F14-BAD5341BE9C1}" dt="2025-07-23T05:30:40.965" v="115" actId="20577"/>
        <pc:sldMkLst>
          <pc:docMk/>
          <pc:sldMk cId="0" sldId="395"/>
        </pc:sldMkLst>
        <pc:spChg chg="mod">
          <ac:chgData name="Deepika Vatsa" userId="f7100972-27fe-4ee6-8fb4-ec9b7931b409" providerId="ADAL" clId="{AC929AA0-30FE-40F5-9F14-BAD5341BE9C1}" dt="2025-07-23T05:30:40.965" v="115" actId="20577"/>
          <ac:spMkLst>
            <pc:docMk/>
            <pc:sldMk cId="0" sldId="395"/>
            <ac:spMk id="2" creationId="{00000000-0000-0000-0000-000000000000}"/>
          </ac:spMkLst>
        </pc:spChg>
      </pc:sldChg>
      <pc:sldChg chg="delSp add del">
        <pc:chgData name="Deepika Vatsa" userId="f7100972-27fe-4ee6-8fb4-ec9b7931b409" providerId="ADAL" clId="{AC929AA0-30FE-40F5-9F14-BAD5341BE9C1}" dt="2025-07-23T05:31:24.407" v="124" actId="47"/>
        <pc:sldMkLst>
          <pc:docMk/>
          <pc:sldMk cId="287668785" sldId="560"/>
        </pc:sldMkLst>
        <pc:picChg chg="del">
          <ac:chgData name="Deepika Vatsa" userId="f7100972-27fe-4ee6-8fb4-ec9b7931b409" providerId="ADAL" clId="{AC929AA0-30FE-40F5-9F14-BAD5341BE9C1}" dt="2025-07-23T05:30:54.194" v="117" actId="21"/>
          <ac:picMkLst>
            <pc:docMk/>
            <pc:sldMk cId="287668785" sldId="560"/>
            <ac:picMk id="2050" creationId="{22B60C02-5515-4EC4-3F23-264ACAD584DC}"/>
          </ac:picMkLst>
        </pc:picChg>
      </pc:sldChg>
      <pc:sldChg chg="add del">
        <pc:chgData name="Deepika Vatsa" userId="f7100972-27fe-4ee6-8fb4-ec9b7931b409" providerId="ADAL" clId="{AC929AA0-30FE-40F5-9F14-BAD5341BE9C1}" dt="2025-07-23T05:36:45.727" v="175" actId="47"/>
        <pc:sldMkLst>
          <pc:docMk/>
          <pc:sldMk cId="2450812828" sldId="561"/>
        </pc:sldMkLst>
      </pc:sldChg>
      <pc:sldChg chg="add del">
        <pc:chgData name="Deepika Vatsa" userId="f7100972-27fe-4ee6-8fb4-ec9b7931b409" providerId="ADAL" clId="{AC929AA0-30FE-40F5-9F14-BAD5341BE9C1}" dt="2025-07-23T05:54:00.768" v="676" actId="47"/>
        <pc:sldMkLst>
          <pc:docMk/>
          <pc:sldMk cId="287564619" sldId="562"/>
        </pc:sldMkLst>
      </pc:sldChg>
      <pc:sldChg chg="add del ord">
        <pc:chgData name="Deepika Vatsa" userId="f7100972-27fe-4ee6-8fb4-ec9b7931b409" providerId="ADAL" clId="{AC929AA0-30FE-40F5-9F14-BAD5341BE9C1}" dt="2025-07-23T06:37:03.780" v="1338" actId="47"/>
        <pc:sldMkLst>
          <pc:docMk/>
          <pc:sldMk cId="1309982471" sldId="563"/>
        </pc:sldMkLst>
      </pc:sldChg>
      <pc:sldChg chg="add del">
        <pc:chgData name="Deepika Vatsa" userId="f7100972-27fe-4ee6-8fb4-ec9b7931b409" providerId="ADAL" clId="{AC929AA0-30FE-40F5-9F14-BAD5341BE9C1}" dt="2025-07-23T05:58:39.352" v="702" actId="47"/>
        <pc:sldMkLst>
          <pc:docMk/>
          <pc:sldMk cId="774750594" sldId="564"/>
        </pc:sldMkLst>
      </pc:sldChg>
      <pc:sldChg chg="add del">
        <pc:chgData name="Deepika Vatsa" userId="f7100972-27fe-4ee6-8fb4-ec9b7931b409" providerId="ADAL" clId="{AC929AA0-30FE-40F5-9F14-BAD5341BE9C1}" dt="2025-07-23T06:08:31.397" v="821" actId="47"/>
        <pc:sldMkLst>
          <pc:docMk/>
          <pc:sldMk cId="3999172815" sldId="565"/>
        </pc:sldMkLst>
      </pc:sldChg>
      <pc:sldChg chg="add del">
        <pc:chgData name="Deepika Vatsa" userId="f7100972-27fe-4ee6-8fb4-ec9b7931b409" providerId="ADAL" clId="{AC929AA0-30FE-40F5-9F14-BAD5341BE9C1}" dt="2025-07-23T06:11:54.628" v="959" actId="2696"/>
        <pc:sldMkLst>
          <pc:docMk/>
          <pc:sldMk cId="3177362686" sldId="566"/>
        </pc:sldMkLst>
      </pc:sldChg>
      <pc:sldChg chg="add del">
        <pc:chgData name="Deepika Vatsa" userId="f7100972-27fe-4ee6-8fb4-ec9b7931b409" providerId="ADAL" clId="{AC929AA0-30FE-40F5-9F14-BAD5341BE9C1}" dt="2025-07-23T06:23:07.992" v="1168" actId="47"/>
        <pc:sldMkLst>
          <pc:docMk/>
          <pc:sldMk cId="3560577388" sldId="567"/>
        </pc:sldMkLst>
      </pc:sldChg>
      <pc:sldChg chg="add del">
        <pc:chgData name="Deepika Vatsa" userId="f7100972-27fe-4ee6-8fb4-ec9b7931b409" providerId="ADAL" clId="{AC929AA0-30FE-40F5-9F14-BAD5341BE9C1}" dt="2025-07-23T06:23:55.199" v="1169" actId="47"/>
        <pc:sldMkLst>
          <pc:docMk/>
          <pc:sldMk cId="1294509964" sldId="568"/>
        </pc:sldMkLst>
      </pc:sldChg>
      <pc:sldChg chg="add del ord">
        <pc:chgData name="Deepika Vatsa" userId="f7100972-27fe-4ee6-8fb4-ec9b7931b409" providerId="ADAL" clId="{AC929AA0-30FE-40F5-9F14-BAD5341BE9C1}" dt="2025-07-23T06:42:21.688" v="1504" actId="47"/>
        <pc:sldMkLst>
          <pc:docMk/>
          <pc:sldMk cId="3878748831" sldId="569"/>
        </pc:sldMkLst>
      </pc:sldChg>
      <pc:sldChg chg="add del">
        <pc:chgData name="Deepika Vatsa" userId="f7100972-27fe-4ee6-8fb4-ec9b7931b409" providerId="ADAL" clId="{AC929AA0-30FE-40F5-9F14-BAD5341BE9C1}" dt="2025-07-23T06:27:13.380" v="1195" actId="47"/>
        <pc:sldMkLst>
          <pc:docMk/>
          <pc:sldMk cId="3075254007" sldId="570"/>
        </pc:sldMkLst>
      </pc:sldChg>
      <pc:sldChg chg="add del">
        <pc:chgData name="Deepika Vatsa" userId="f7100972-27fe-4ee6-8fb4-ec9b7931b409" providerId="ADAL" clId="{AC929AA0-30FE-40F5-9F14-BAD5341BE9C1}" dt="2025-07-23T06:29:08.930" v="1236" actId="47"/>
        <pc:sldMkLst>
          <pc:docMk/>
          <pc:sldMk cId="1114442619" sldId="571"/>
        </pc:sldMkLst>
      </pc:sldChg>
      <pc:sldChg chg="del">
        <pc:chgData name="Deepika Vatsa" userId="f7100972-27fe-4ee6-8fb4-ec9b7931b409" providerId="ADAL" clId="{AC929AA0-30FE-40F5-9F14-BAD5341BE9C1}" dt="2025-07-23T05:28:15.070" v="2" actId="47"/>
        <pc:sldMkLst>
          <pc:docMk/>
          <pc:sldMk cId="549806327" sldId="573"/>
        </pc:sldMkLst>
      </pc:sldChg>
      <pc:sldChg chg="del">
        <pc:chgData name="Deepika Vatsa" userId="f7100972-27fe-4ee6-8fb4-ec9b7931b409" providerId="ADAL" clId="{AC929AA0-30FE-40F5-9F14-BAD5341BE9C1}" dt="2025-07-23T05:28:15.070" v="2" actId="47"/>
        <pc:sldMkLst>
          <pc:docMk/>
          <pc:sldMk cId="810527257" sldId="576"/>
        </pc:sldMkLst>
      </pc:sldChg>
      <pc:sldChg chg="add del">
        <pc:chgData name="Deepika Vatsa" userId="f7100972-27fe-4ee6-8fb4-ec9b7931b409" providerId="ADAL" clId="{AC929AA0-30FE-40F5-9F14-BAD5341BE9C1}" dt="2025-07-23T06:30:09.001" v="1272" actId="47"/>
        <pc:sldMkLst>
          <pc:docMk/>
          <pc:sldMk cId="484703658" sldId="577"/>
        </pc:sldMkLst>
      </pc:sldChg>
      <pc:sldChg chg="del">
        <pc:chgData name="Deepika Vatsa" userId="f7100972-27fe-4ee6-8fb4-ec9b7931b409" providerId="ADAL" clId="{AC929AA0-30FE-40F5-9F14-BAD5341BE9C1}" dt="2025-07-23T05:28:15.070" v="2" actId="47"/>
        <pc:sldMkLst>
          <pc:docMk/>
          <pc:sldMk cId="835005002" sldId="578"/>
        </pc:sldMkLst>
      </pc:sldChg>
      <pc:sldChg chg="add del">
        <pc:chgData name="Deepika Vatsa" userId="f7100972-27fe-4ee6-8fb4-ec9b7931b409" providerId="ADAL" clId="{AC929AA0-30FE-40F5-9F14-BAD5341BE9C1}" dt="2025-07-23T06:30:24.944" v="1275" actId="47"/>
        <pc:sldMkLst>
          <pc:docMk/>
          <pc:sldMk cId="1652899310" sldId="578"/>
        </pc:sldMkLst>
      </pc:sldChg>
      <pc:sldChg chg="add del">
        <pc:chgData name="Deepika Vatsa" userId="f7100972-27fe-4ee6-8fb4-ec9b7931b409" providerId="ADAL" clId="{AC929AA0-30FE-40F5-9F14-BAD5341BE9C1}" dt="2025-07-23T06:42:19.975" v="1502" actId="47"/>
        <pc:sldMkLst>
          <pc:docMk/>
          <pc:sldMk cId="23855480" sldId="579"/>
        </pc:sldMkLst>
      </pc:sldChg>
      <pc:sldChg chg="add del">
        <pc:chgData name="Deepika Vatsa" userId="f7100972-27fe-4ee6-8fb4-ec9b7931b409" providerId="ADAL" clId="{AC929AA0-30FE-40F5-9F14-BAD5341BE9C1}" dt="2025-07-23T06:42:21.516" v="1503" actId="47"/>
        <pc:sldMkLst>
          <pc:docMk/>
          <pc:sldMk cId="3638433235" sldId="580"/>
        </pc:sldMkLst>
      </pc:sldChg>
      <pc:sldChg chg="del">
        <pc:chgData name="Deepika Vatsa" userId="f7100972-27fe-4ee6-8fb4-ec9b7931b409" providerId="ADAL" clId="{AC929AA0-30FE-40F5-9F14-BAD5341BE9C1}" dt="2025-07-23T05:28:15.070" v="2" actId="47"/>
        <pc:sldMkLst>
          <pc:docMk/>
          <pc:sldMk cId="1700069977" sldId="582"/>
        </pc:sldMkLst>
      </pc:sldChg>
      <pc:sldChg chg="del">
        <pc:chgData name="Deepika Vatsa" userId="f7100972-27fe-4ee6-8fb4-ec9b7931b409" providerId="ADAL" clId="{AC929AA0-30FE-40F5-9F14-BAD5341BE9C1}" dt="2025-07-23T05:28:15.070" v="2" actId="47"/>
        <pc:sldMkLst>
          <pc:docMk/>
          <pc:sldMk cId="2784952323" sldId="585"/>
        </pc:sldMkLst>
      </pc:sldChg>
      <pc:sldChg chg="del">
        <pc:chgData name="Deepika Vatsa" userId="f7100972-27fe-4ee6-8fb4-ec9b7931b409" providerId="ADAL" clId="{AC929AA0-30FE-40F5-9F14-BAD5341BE9C1}" dt="2025-07-23T05:28:15.070" v="2" actId="47"/>
        <pc:sldMkLst>
          <pc:docMk/>
          <pc:sldMk cId="4072135879" sldId="590"/>
        </pc:sldMkLst>
      </pc:sldChg>
      <pc:sldChg chg="modSp mod">
        <pc:chgData name="Deepika Vatsa" userId="f7100972-27fe-4ee6-8fb4-ec9b7931b409" providerId="ADAL" clId="{AC929AA0-30FE-40F5-9F14-BAD5341BE9C1}" dt="2025-07-23T05:30:11.221" v="54" actId="207"/>
        <pc:sldMkLst>
          <pc:docMk/>
          <pc:sldMk cId="3439049211" sldId="591"/>
        </pc:sldMkLst>
        <pc:spChg chg="mod">
          <ac:chgData name="Deepika Vatsa" userId="f7100972-27fe-4ee6-8fb4-ec9b7931b409" providerId="ADAL" clId="{AC929AA0-30FE-40F5-9F14-BAD5341BE9C1}" dt="2025-07-23T05:28:39.840" v="43" actId="20577"/>
          <ac:spMkLst>
            <pc:docMk/>
            <pc:sldMk cId="3439049211" sldId="591"/>
            <ac:spMk id="2" creationId="{00000000-0000-0000-0000-000000000000}"/>
          </ac:spMkLst>
        </pc:spChg>
        <pc:spChg chg="mod">
          <ac:chgData name="Deepika Vatsa" userId="f7100972-27fe-4ee6-8fb4-ec9b7931b409" providerId="ADAL" clId="{AC929AA0-30FE-40F5-9F14-BAD5341BE9C1}" dt="2025-07-23T05:30:11.221" v="54" actId="207"/>
          <ac:spMkLst>
            <pc:docMk/>
            <pc:sldMk cId="3439049211" sldId="591"/>
            <ac:spMk id="11" creationId="{06381CCD-359B-D8A2-1997-A5B56A02FD41}"/>
          </ac:spMkLst>
        </pc:spChg>
      </pc:sldChg>
      <pc:sldChg chg="addSp delSp modSp add mod">
        <pc:chgData name="Deepika Vatsa" userId="f7100972-27fe-4ee6-8fb4-ec9b7931b409" providerId="ADAL" clId="{AC929AA0-30FE-40F5-9F14-BAD5341BE9C1}" dt="2025-07-23T05:31:09.627" v="123" actId="1076"/>
        <pc:sldMkLst>
          <pc:docMk/>
          <pc:sldMk cId="494535748" sldId="592"/>
        </pc:sldMkLst>
        <pc:spChg chg="del">
          <ac:chgData name="Deepika Vatsa" userId="f7100972-27fe-4ee6-8fb4-ec9b7931b409" providerId="ADAL" clId="{AC929AA0-30FE-40F5-9F14-BAD5341BE9C1}" dt="2025-07-23T05:30:57.529" v="118" actId="478"/>
          <ac:spMkLst>
            <pc:docMk/>
            <pc:sldMk cId="494535748" sldId="592"/>
            <ac:spMk id="11" creationId="{06381CCD-359B-D8A2-1997-A5B56A02FD41}"/>
          </ac:spMkLst>
        </pc:spChg>
        <pc:picChg chg="add mod">
          <ac:chgData name="Deepika Vatsa" userId="f7100972-27fe-4ee6-8fb4-ec9b7931b409" providerId="ADAL" clId="{AC929AA0-30FE-40F5-9F14-BAD5341BE9C1}" dt="2025-07-23T05:31:09.627" v="123" actId="1076"/>
          <ac:picMkLst>
            <pc:docMk/>
            <pc:sldMk cId="494535748" sldId="592"/>
            <ac:picMk id="4" creationId="{2131E057-9C88-25D8-4E2F-DF4368344C2C}"/>
          </ac:picMkLst>
        </pc:picChg>
      </pc:sldChg>
      <pc:sldChg chg="del">
        <pc:chgData name="Deepika Vatsa" userId="f7100972-27fe-4ee6-8fb4-ec9b7931b409" providerId="ADAL" clId="{AC929AA0-30FE-40F5-9F14-BAD5341BE9C1}" dt="2025-07-23T05:28:15.070" v="2" actId="47"/>
        <pc:sldMkLst>
          <pc:docMk/>
          <pc:sldMk cId="3695788924" sldId="592"/>
        </pc:sldMkLst>
      </pc:sldChg>
      <pc:sldChg chg="del">
        <pc:chgData name="Deepika Vatsa" userId="f7100972-27fe-4ee6-8fb4-ec9b7931b409" providerId="ADAL" clId="{AC929AA0-30FE-40F5-9F14-BAD5341BE9C1}" dt="2025-07-23T05:28:15.070" v="2" actId="47"/>
        <pc:sldMkLst>
          <pc:docMk/>
          <pc:sldMk cId="1876629941" sldId="593"/>
        </pc:sldMkLst>
      </pc:sldChg>
      <pc:sldChg chg="modSp add mod">
        <pc:chgData name="Deepika Vatsa" userId="f7100972-27fe-4ee6-8fb4-ec9b7931b409" providerId="ADAL" clId="{AC929AA0-30FE-40F5-9F14-BAD5341BE9C1}" dt="2025-07-23T05:35:24.925" v="174" actId="20577"/>
        <pc:sldMkLst>
          <pc:docMk/>
          <pc:sldMk cId="3539443453" sldId="593"/>
        </pc:sldMkLst>
        <pc:spChg chg="mod">
          <ac:chgData name="Deepika Vatsa" userId="f7100972-27fe-4ee6-8fb4-ec9b7931b409" providerId="ADAL" clId="{AC929AA0-30FE-40F5-9F14-BAD5341BE9C1}" dt="2025-07-23T05:31:40.844" v="146" actId="5793"/>
          <ac:spMkLst>
            <pc:docMk/>
            <pc:sldMk cId="3539443453" sldId="593"/>
            <ac:spMk id="2" creationId="{00000000-0000-0000-0000-000000000000}"/>
          </ac:spMkLst>
        </pc:spChg>
        <pc:spChg chg="mod">
          <ac:chgData name="Deepika Vatsa" userId="f7100972-27fe-4ee6-8fb4-ec9b7931b409" providerId="ADAL" clId="{AC929AA0-30FE-40F5-9F14-BAD5341BE9C1}" dt="2025-07-23T05:35:24.925" v="174" actId="20577"/>
          <ac:spMkLst>
            <pc:docMk/>
            <pc:sldMk cId="3539443453" sldId="593"/>
            <ac:spMk id="11" creationId="{06381CCD-359B-D8A2-1997-A5B56A02FD41}"/>
          </ac:spMkLst>
        </pc:spChg>
      </pc:sldChg>
      <pc:sldChg chg="addSp modSp add mod">
        <pc:chgData name="Deepika Vatsa" userId="f7100972-27fe-4ee6-8fb4-ec9b7931b409" providerId="ADAL" clId="{AC929AA0-30FE-40F5-9F14-BAD5341BE9C1}" dt="2025-07-23T05:37:19.956" v="211" actId="1076"/>
        <pc:sldMkLst>
          <pc:docMk/>
          <pc:sldMk cId="2249137657" sldId="594"/>
        </pc:sldMkLst>
        <pc:spChg chg="mod">
          <ac:chgData name="Deepika Vatsa" userId="f7100972-27fe-4ee6-8fb4-ec9b7931b409" providerId="ADAL" clId="{AC929AA0-30FE-40F5-9F14-BAD5341BE9C1}" dt="2025-07-23T05:37:07.679" v="206" actId="20577"/>
          <ac:spMkLst>
            <pc:docMk/>
            <pc:sldMk cId="2249137657" sldId="594"/>
            <ac:spMk id="11" creationId="{06381CCD-359B-D8A2-1997-A5B56A02FD41}"/>
          </ac:spMkLst>
        </pc:spChg>
        <pc:picChg chg="add mod">
          <ac:chgData name="Deepika Vatsa" userId="f7100972-27fe-4ee6-8fb4-ec9b7931b409" providerId="ADAL" clId="{AC929AA0-30FE-40F5-9F14-BAD5341BE9C1}" dt="2025-07-23T05:37:19.956" v="211" actId="1076"/>
          <ac:picMkLst>
            <pc:docMk/>
            <pc:sldMk cId="2249137657" sldId="594"/>
            <ac:picMk id="1026" creationId="{4C550732-15C6-486E-6D92-A9E584061D26}"/>
          </ac:picMkLst>
        </pc:picChg>
      </pc:sldChg>
      <pc:sldChg chg="del">
        <pc:chgData name="Deepika Vatsa" userId="f7100972-27fe-4ee6-8fb4-ec9b7931b409" providerId="ADAL" clId="{AC929AA0-30FE-40F5-9F14-BAD5341BE9C1}" dt="2025-07-23T05:28:15.070" v="2" actId="47"/>
        <pc:sldMkLst>
          <pc:docMk/>
          <pc:sldMk cId="2583576287" sldId="594"/>
        </pc:sldMkLst>
      </pc:sldChg>
      <pc:sldChg chg="addSp delSp modSp add mod ord">
        <pc:chgData name="Deepika Vatsa" userId="f7100972-27fe-4ee6-8fb4-ec9b7931b409" providerId="ADAL" clId="{AC929AA0-30FE-40F5-9F14-BAD5341BE9C1}" dt="2025-07-23T05:53:30.210" v="675" actId="1037"/>
        <pc:sldMkLst>
          <pc:docMk/>
          <pc:sldMk cId="2043304788" sldId="595"/>
        </pc:sldMkLst>
        <pc:spChg chg="mod">
          <ac:chgData name="Deepika Vatsa" userId="f7100972-27fe-4ee6-8fb4-ec9b7931b409" providerId="ADAL" clId="{AC929AA0-30FE-40F5-9F14-BAD5341BE9C1}" dt="2025-07-23T05:40:15.192" v="227" actId="20577"/>
          <ac:spMkLst>
            <pc:docMk/>
            <pc:sldMk cId="2043304788" sldId="595"/>
            <ac:spMk id="2" creationId="{00000000-0000-0000-0000-000000000000}"/>
          </ac:spMkLst>
        </pc:spChg>
        <pc:spChg chg="mod">
          <ac:chgData name="Deepika Vatsa" userId="f7100972-27fe-4ee6-8fb4-ec9b7931b409" providerId="ADAL" clId="{AC929AA0-30FE-40F5-9F14-BAD5341BE9C1}" dt="2025-07-23T05:53:30.210" v="675" actId="1037"/>
          <ac:spMkLst>
            <pc:docMk/>
            <pc:sldMk cId="2043304788" sldId="595"/>
            <ac:spMk id="11" creationId="{06381CCD-359B-D8A2-1997-A5B56A02FD41}"/>
          </ac:spMkLst>
        </pc:spChg>
        <pc:picChg chg="add del mod">
          <ac:chgData name="Deepika Vatsa" userId="f7100972-27fe-4ee6-8fb4-ec9b7931b409" providerId="ADAL" clId="{AC929AA0-30FE-40F5-9F14-BAD5341BE9C1}" dt="2025-07-23T05:45:16.172" v="274" actId="478"/>
          <ac:picMkLst>
            <pc:docMk/>
            <pc:sldMk cId="2043304788" sldId="595"/>
            <ac:picMk id="2050" creationId="{532E7ECA-2966-D762-86AC-CF85DA936773}"/>
          </ac:picMkLst>
        </pc:picChg>
        <pc:picChg chg="add mod">
          <ac:chgData name="Deepika Vatsa" userId="f7100972-27fe-4ee6-8fb4-ec9b7931b409" providerId="ADAL" clId="{AC929AA0-30FE-40F5-9F14-BAD5341BE9C1}" dt="2025-07-23T05:52:40.517" v="609" actId="1076"/>
          <ac:picMkLst>
            <pc:docMk/>
            <pc:sldMk cId="2043304788" sldId="595"/>
            <ac:picMk id="2052" creationId="{92649715-A1CA-9DC4-289C-FF0198FB0C4F}"/>
          </ac:picMkLst>
        </pc:picChg>
      </pc:sldChg>
      <pc:sldChg chg="del">
        <pc:chgData name="Deepika Vatsa" userId="f7100972-27fe-4ee6-8fb4-ec9b7931b409" providerId="ADAL" clId="{AC929AA0-30FE-40F5-9F14-BAD5341BE9C1}" dt="2025-07-23T05:28:15.070" v="2" actId="47"/>
        <pc:sldMkLst>
          <pc:docMk/>
          <pc:sldMk cId="3729385034" sldId="595"/>
        </pc:sldMkLst>
      </pc:sldChg>
      <pc:sldChg chg="del">
        <pc:chgData name="Deepika Vatsa" userId="f7100972-27fe-4ee6-8fb4-ec9b7931b409" providerId="ADAL" clId="{AC929AA0-30FE-40F5-9F14-BAD5341BE9C1}" dt="2025-07-23T05:28:15.070" v="2" actId="47"/>
        <pc:sldMkLst>
          <pc:docMk/>
          <pc:sldMk cId="1503747669" sldId="596"/>
        </pc:sldMkLst>
      </pc:sldChg>
      <pc:sldChg chg="addSp delSp modSp add mod">
        <pc:chgData name="Deepika Vatsa" userId="f7100972-27fe-4ee6-8fb4-ec9b7931b409" providerId="ADAL" clId="{AC929AA0-30FE-40F5-9F14-BAD5341BE9C1}" dt="2025-07-23T05:52:26.438" v="607" actId="1076"/>
        <pc:sldMkLst>
          <pc:docMk/>
          <pc:sldMk cId="2365471124" sldId="596"/>
        </pc:sldMkLst>
        <pc:spChg chg="mod">
          <ac:chgData name="Deepika Vatsa" userId="f7100972-27fe-4ee6-8fb4-ec9b7931b409" providerId="ADAL" clId="{AC929AA0-30FE-40F5-9F14-BAD5341BE9C1}" dt="2025-07-23T05:52:26.438" v="607" actId="1076"/>
          <ac:spMkLst>
            <pc:docMk/>
            <pc:sldMk cId="2365471124" sldId="596"/>
            <ac:spMk id="11" creationId="{06381CCD-359B-D8A2-1997-A5B56A02FD41}"/>
          </ac:spMkLst>
        </pc:spChg>
        <pc:picChg chg="del">
          <ac:chgData name="Deepika Vatsa" userId="f7100972-27fe-4ee6-8fb4-ec9b7931b409" providerId="ADAL" clId="{AC929AA0-30FE-40F5-9F14-BAD5341BE9C1}" dt="2025-07-23T05:46:58.476" v="386" actId="478"/>
          <ac:picMkLst>
            <pc:docMk/>
            <pc:sldMk cId="2365471124" sldId="596"/>
            <ac:picMk id="2052" creationId="{92649715-A1CA-9DC4-289C-FF0198FB0C4F}"/>
          </ac:picMkLst>
        </pc:picChg>
        <pc:picChg chg="add mod">
          <ac:chgData name="Deepika Vatsa" userId="f7100972-27fe-4ee6-8fb4-ec9b7931b409" providerId="ADAL" clId="{AC929AA0-30FE-40F5-9F14-BAD5341BE9C1}" dt="2025-07-23T05:51:05.647" v="547" actId="1076"/>
          <ac:picMkLst>
            <pc:docMk/>
            <pc:sldMk cId="2365471124" sldId="596"/>
            <ac:picMk id="3074" creationId="{1FD8F825-EA11-7304-317C-BF8A7BFFF610}"/>
          </ac:picMkLst>
        </pc:picChg>
      </pc:sldChg>
      <pc:sldChg chg="del">
        <pc:chgData name="Deepika Vatsa" userId="f7100972-27fe-4ee6-8fb4-ec9b7931b409" providerId="ADAL" clId="{AC929AA0-30FE-40F5-9F14-BAD5341BE9C1}" dt="2025-07-23T05:28:15.070" v="2" actId="47"/>
        <pc:sldMkLst>
          <pc:docMk/>
          <pc:sldMk cId="2169252664" sldId="597"/>
        </pc:sldMkLst>
      </pc:sldChg>
      <pc:sldChg chg="modSp add mod">
        <pc:chgData name="Deepika Vatsa" userId="f7100972-27fe-4ee6-8fb4-ec9b7931b409" providerId="ADAL" clId="{AC929AA0-30FE-40F5-9F14-BAD5341BE9C1}" dt="2025-07-23T05:58:32.528" v="701" actId="6549"/>
        <pc:sldMkLst>
          <pc:docMk/>
          <pc:sldMk cId="3613863550" sldId="597"/>
        </pc:sldMkLst>
        <pc:spChg chg="mod">
          <ac:chgData name="Deepika Vatsa" userId="f7100972-27fe-4ee6-8fb4-ec9b7931b409" providerId="ADAL" clId="{AC929AA0-30FE-40F5-9F14-BAD5341BE9C1}" dt="2025-07-23T05:57:15.672" v="683" actId="20577"/>
          <ac:spMkLst>
            <pc:docMk/>
            <pc:sldMk cId="3613863550" sldId="597"/>
            <ac:spMk id="2" creationId="{00000000-0000-0000-0000-000000000000}"/>
          </ac:spMkLst>
        </pc:spChg>
        <pc:spChg chg="mod">
          <ac:chgData name="Deepika Vatsa" userId="f7100972-27fe-4ee6-8fb4-ec9b7931b409" providerId="ADAL" clId="{AC929AA0-30FE-40F5-9F14-BAD5341BE9C1}" dt="2025-07-23T05:58:32.528" v="701" actId="6549"/>
          <ac:spMkLst>
            <pc:docMk/>
            <pc:sldMk cId="3613863550" sldId="597"/>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3506553672" sldId="598"/>
        </pc:sldMkLst>
      </pc:sldChg>
      <pc:sldChg chg="addSp modSp add mod">
        <pc:chgData name="Deepika Vatsa" userId="f7100972-27fe-4ee6-8fb4-ec9b7931b409" providerId="ADAL" clId="{AC929AA0-30FE-40F5-9F14-BAD5341BE9C1}" dt="2025-07-23T06:04:22.203" v="745" actId="207"/>
        <pc:sldMkLst>
          <pc:docMk/>
          <pc:sldMk cId="4006034928" sldId="598"/>
        </pc:sldMkLst>
        <pc:spChg chg="mod">
          <ac:chgData name="Deepika Vatsa" userId="f7100972-27fe-4ee6-8fb4-ec9b7931b409" providerId="ADAL" clId="{AC929AA0-30FE-40F5-9F14-BAD5341BE9C1}" dt="2025-07-23T06:01:53.476" v="715" actId="20577"/>
          <ac:spMkLst>
            <pc:docMk/>
            <pc:sldMk cId="4006034928" sldId="598"/>
            <ac:spMk id="2" creationId="{00000000-0000-0000-0000-000000000000}"/>
          </ac:spMkLst>
        </pc:spChg>
        <pc:spChg chg="mod">
          <ac:chgData name="Deepika Vatsa" userId="f7100972-27fe-4ee6-8fb4-ec9b7931b409" providerId="ADAL" clId="{AC929AA0-30FE-40F5-9F14-BAD5341BE9C1}" dt="2025-07-23T06:04:22.203" v="745" actId="207"/>
          <ac:spMkLst>
            <pc:docMk/>
            <pc:sldMk cId="4006034928" sldId="598"/>
            <ac:spMk id="11" creationId="{06381CCD-359B-D8A2-1997-A5B56A02FD41}"/>
          </ac:spMkLst>
        </pc:spChg>
        <pc:picChg chg="add mod">
          <ac:chgData name="Deepika Vatsa" userId="f7100972-27fe-4ee6-8fb4-ec9b7931b409" providerId="ADAL" clId="{AC929AA0-30FE-40F5-9F14-BAD5341BE9C1}" dt="2025-07-23T06:03:30.379" v="722" actId="1076"/>
          <ac:picMkLst>
            <pc:docMk/>
            <pc:sldMk cId="4006034928" sldId="598"/>
            <ac:picMk id="4098" creationId="{B6B0D7CD-49AB-61CA-4335-DFE095D59382}"/>
          </ac:picMkLst>
        </pc:picChg>
      </pc:sldChg>
      <pc:sldChg chg="addSp delSp modSp add mod">
        <pc:chgData name="Deepika Vatsa" userId="f7100972-27fe-4ee6-8fb4-ec9b7931b409" providerId="ADAL" clId="{AC929AA0-30FE-40F5-9F14-BAD5341BE9C1}" dt="2025-07-23T06:07:45.714" v="820" actId="20577"/>
        <pc:sldMkLst>
          <pc:docMk/>
          <pc:sldMk cId="2158759759" sldId="599"/>
        </pc:sldMkLst>
        <pc:spChg chg="add del">
          <ac:chgData name="Deepika Vatsa" userId="f7100972-27fe-4ee6-8fb4-ec9b7931b409" providerId="ADAL" clId="{AC929AA0-30FE-40F5-9F14-BAD5341BE9C1}" dt="2025-07-23T06:06:40.388" v="783" actId="478"/>
          <ac:spMkLst>
            <pc:docMk/>
            <pc:sldMk cId="2158759759" sldId="599"/>
            <ac:spMk id="4" creationId="{140EE86F-8360-3758-2268-F5A95F9EE36A}"/>
          </ac:spMkLst>
        </pc:spChg>
        <pc:spChg chg="add del">
          <ac:chgData name="Deepika Vatsa" userId="f7100972-27fe-4ee6-8fb4-ec9b7931b409" providerId="ADAL" clId="{AC929AA0-30FE-40F5-9F14-BAD5341BE9C1}" dt="2025-07-23T06:06:51.796" v="789"/>
          <ac:spMkLst>
            <pc:docMk/>
            <pc:sldMk cId="2158759759" sldId="599"/>
            <ac:spMk id="5" creationId="{B2356F49-E233-C5F7-4A30-05B5E809EC58}"/>
          </ac:spMkLst>
        </pc:spChg>
        <pc:spChg chg="mod">
          <ac:chgData name="Deepika Vatsa" userId="f7100972-27fe-4ee6-8fb4-ec9b7931b409" providerId="ADAL" clId="{AC929AA0-30FE-40F5-9F14-BAD5341BE9C1}" dt="2025-07-23T06:07:45.714" v="820" actId="20577"/>
          <ac:spMkLst>
            <pc:docMk/>
            <pc:sldMk cId="2158759759" sldId="599"/>
            <ac:spMk id="11" creationId="{06381CCD-359B-D8A2-1997-A5B56A02FD41}"/>
          </ac:spMkLst>
        </pc:spChg>
        <pc:picChg chg="add mod modCrop">
          <ac:chgData name="Deepika Vatsa" userId="f7100972-27fe-4ee6-8fb4-ec9b7931b409" providerId="ADAL" clId="{AC929AA0-30FE-40F5-9F14-BAD5341BE9C1}" dt="2025-07-23T06:07:21.696" v="808" actId="1037"/>
          <ac:picMkLst>
            <pc:docMk/>
            <pc:sldMk cId="2158759759" sldId="599"/>
            <ac:picMk id="6" creationId="{71437D90-5128-5EA3-7313-65A287FE21F3}"/>
          </ac:picMkLst>
        </pc:picChg>
        <pc:picChg chg="del">
          <ac:chgData name="Deepika Vatsa" userId="f7100972-27fe-4ee6-8fb4-ec9b7931b409" providerId="ADAL" clId="{AC929AA0-30FE-40F5-9F14-BAD5341BE9C1}" dt="2025-07-23T06:04:33.898" v="747" actId="478"/>
          <ac:picMkLst>
            <pc:docMk/>
            <pc:sldMk cId="2158759759" sldId="599"/>
            <ac:picMk id="4098" creationId="{B6B0D7CD-49AB-61CA-4335-DFE095D59382}"/>
          </ac:picMkLst>
        </pc:picChg>
      </pc:sldChg>
      <pc:sldChg chg="modSp add mod">
        <pc:chgData name="Deepika Vatsa" userId="f7100972-27fe-4ee6-8fb4-ec9b7931b409" providerId="ADAL" clId="{AC929AA0-30FE-40F5-9F14-BAD5341BE9C1}" dt="2025-07-23T06:16:47.270" v="979" actId="12"/>
        <pc:sldMkLst>
          <pc:docMk/>
          <pc:sldMk cId="1407172059" sldId="600"/>
        </pc:sldMkLst>
        <pc:spChg chg="mod">
          <ac:chgData name="Deepika Vatsa" userId="f7100972-27fe-4ee6-8fb4-ec9b7931b409" providerId="ADAL" clId="{AC929AA0-30FE-40F5-9F14-BAD5341BE9C1}" dt="2025-07-23T06:09:20.006" v="853" actId="20577"/>
          <ac:spMkLst>
            <pc:docMk/>
            <pc:sldMk cId="1407172059" sldId="600"/>
            <ac:spMk id="2" creationId="{00000000-0000-0000-0000-000000000000}"/>
          </ac:spMkLst>
        </pc:spChg>
        <pc:spChg chg="mod">
          <ac:chgData name="Deepika Vatsa" userId="f7100972-27fe-4ee6-8fb4-ec9b7931b409" providerId="ADAL" clId="{AC929AA0-30FE-40F5-9F14-BAD5341BE9C1}" dt="2025-07-23T06:16:47.270" v="979" actId="12"/>
          <ac:spMkLst>
            <pc:docMk/>
            <pc:sldMk cId="1407172059" sldId="600"/>
            <ac:spMk id="11" creationId="{06381CCD-359B-D8A2-1997-A5B56A02FD41}"/>
          </ac:spMkLst>
        </pc:spChg>
      </pc:sldChg>
      <pc:sldChg chg="del">
        <pc:chgData name="Deepika Vatsa" userId="f7100972-27fe-4ee6-8fb4-ec9b7931b409" providerId="ADAL" clId="{AC929AA0-30FE-40F5-9F14-BAD5341BE9C1}" dt="2025-07-23T05:30:24.218" v="55" actId="47"/>
        <pc:sldMkLst>
          <pc:docMk/>
          <pc:sldMk cId="3239011490" sldId="601"/>
        </pc:sldMkLst>
      </pc:sldChg>
      <pc:sldChg chg="addSp modSp add mod">
        <pc:chgData name="Deepika Vatsa" userId="f7100972-27fe-4ee6-8fb4-ec9b7931b409" providerId="ADAL" clId="{AC929AA0-30FE-40F5-9F14-BAD5341BE9C1}" dt="2025-07-23T06:16:37.043" v="976" actId="20577"/>
        <pc:sldMkLst>
          <pc:docMk/>
          <pc:sldMk cId="3854070128" sldId="601"/>
        </pc:sldMkLst>
        <pc:spChg chg="mod">
          <ac:chgData name="Deepika Vatsa" userId="f7100972-27fe-4ee6-8fb4-ec9b7931b409" providerId="ADAL" clId="{AC929AA0-30FE-40F5-9F14-BAD5341BE9C1}" dt="2025-07-23T06:16:37.043" v="976" actId="20577"/>
          <ac:spMkLst>
            <pc:docMk/>
            <pc:sldMk cId="3854070128" sldId="601"/>
            <ac:spMk id="11" creationId="{06381CCD-359B-D8A2-1997-A5B56A02FD41}"/>
          </ac:spMkLst>
        </pc:spChg>
        <pc:picChg chg="add mod">
          <ac:chgData name="Deepika Vatsa" userId="f7100972-27fe-4ee6-8fb4-ec9b7931b409" providerId="ADAL" clId="{AC929AA0-30FE-40F5-9F14-BAD5341BE9C1}" dt="2025-07-23T06:16:04.107" v="969" actId="1076"/>
          <ac:picMkLst>
            <pc:docMk/>
            <pc:sldMk cId="3854070128" sldId="601"/>
            <ac:picMk id="6146" creationId="{66E1EC1A-96D5-0E00-533E-726B7D655EC9}"/>
          </ac:picMkLst>
        </pc:picChg>
      </pc:sldChg>
      <pc:sldChg chg="del">
        <pc:chgData name="Deepika Vatsa" userId="f7100972-27fe-4ee6-8fb4-ec9b7931b409" providerId="ADAL" clId="{AC929AA0-30FE-40F5-9F14-BAD5341BE9C1}" dt="2025-07-23T05:27:46.693" v="1" actId="47"/>
        <pc:sldMkLst>
          <pc:docMk/>
          <pc:sldMk cId="2717130231" sldId="602"/>
        </pc:sldMkLst>
      </pc:sldChg>
      <pc:sldChg chg="delSp modSp add mod">
        <pc:chgData name="Deepika Vatsa" userId="f7100972-27fe-4ee6-8fb4-ec9b7931b409" providerId="ADAL" clId="{AC929AA0-30FE-40F5-9F14-BAD5341BE9C1}" dt="2025-07-23T06:22:53.809" v="1167" actId="20577"/>
        <pc:sldMkLst>
          <pc:docMk/>
          <pc:sldMk cId="3816700751" sldId="602"/>
        </pc:sldMkLst>
        <pc:spChg chg="mod">
          <ac:chgData name="Deepika Vatsa" userId="f7100972-27fe-4ee6-8fb4-ec9b7931b409" providerId="ADAL" clId="{AC929AA0-30FE-40F5-9F14-BAD5341BE9C1}" dt="2025-07-23T06:22:53.809" v="1167" actId="20577"/>
          <ac:spMkLst>
            <pc:docMk/>
            <pc:sldMk cId="3816700751" sldId="602"/>
            <ac:spMk id="11" creationId="{06381CCD-359B-D8A2-1997-A5B56A02FD41}"/>
          </ac:spMkLst>
        </pc:spChg>
        <pc:picChg chg="del">
          <ac:chgData name="Deepika Vatsa" userId="f7100972-27fe-4ee6-8fb4-ec9b7931b409" providerId="ADAL" clId="{AC929AA0-30FE-40F5-9F14-BAD5341BE9C1}" dt="2025-07-23T06:19:57.911" v="1128" actId="478"/>
          <ac:picMkLst>
            <pc:docMk/>
            <pc:sldMk cId="3816700751" sldId="602"/>
            <ac:picMk id="6146" creationId="{66E1EC1A-96D5-0E00-533E-726B7D655EC9}"/>
          </ac:picMkLst>
        </pc:picChg>
      </pc:sldChg>
      <pc:sldChg chg="del">
        <pc:chgData name="Deepika Vatsa" userId="f7100972-27fe-4ee6-8fb4-ec9b7931b409" providerId="ADAL" clId="{AC929AA0-30FE-40F5-9F14-BAD5341BE9C1}" dt="2025-07-23T05:27:46.693" v="1" actId="47"/>
        <pc:sldMkLst>
          <pc:docMk/>
          <pc:sldMk cId="1266594393" sldId="603"/>
        </pc:sldMkLst>
      </pc:sldChg>
      <pc:sldChg chg="addSp delSp modSp add mod">
        <pc:chgData name="Deepika Vatsa" userId="f7100972-27fe-4ee6-8fb4-ec9b7931b409" providerId="ADAL" clId="{AC929AA0-30FE-40F5-9F14-BAD5341BE9C1}" dt="2025-07-23T06:27:21.109" v="1196" actId="207"/>
        <pc:sldMkLst>
          <pc:docMk/>
          <pc:sldMk cId="3109653638" sldId="603"/>
        </pc:sldMkLst>
        <pc:spChg chg="mod">
          <ac:chgData name="Deepika Vatsa" userId="f7100972-27fe-4ee6-8fb4-ec9b7931b409" providerId="ADAL" clId="{AC929AA0-30FE-40F5-9F14-BAD5341BE9C1}" dt="2025-07-23T06:24:40.986" v="1182" actId="20577"/>
          <ac:spMkLst>
            <pc:docMk/>
            <pc:sldMk cId="3109653638" sldId="603"/>
            <ac:spMk id="2" creationId="{00000000-0000-0000-0000-000000000000}"/>
          </ac:spMkLst>
        </pc:spChg>
        <pc:spChg chg="add mod">
          <ac:chgData name="Deepika Vatsa" userId="f7100972-27fe-4ee6-8fb4-ec9b7931b409" providerId="ADAL" clId="{AC929AA0-30FE-40F5-9F14-BAD5341BE9C1}" dt="2025-07-23T06:27:21.109" v="1196" actId="207"/>
          <ac:spMkLst>
            <pc:docMk/>
            <pc:sldMk cId="3109653638" sldId="603"/>
            <ac:spMk id="5" creationId="{828D6187-34F2-C300-952E-69BC96F18703}"/>
          </ac:spMkLst>
        </pc:spChg>
        <pc:spChg chg="del">
          <ac:chgData name="Deepika Vatsa" userId="f7100972-27fe-4ee6-8fb4-ec9b7931b409" providerId="ADAL" clId="{AC929AA0-30FE-40F5-9F14-BAD5341BE9C1}" dt="2025-07-23T06:24:44.760" v="1183" actId="478"/>
          <ac:spMkLst>
            <pc:docMk/>
            <pc:sldMk cId="3109653638" sldId="603"/>
            <ac:spMk id="11" creationId="{06381CCD-359B-D8A2-1997-A5B56A02FD41}"/>
          </ac:spMkLst>
        </pc:spChg>
        <pc:picChg chg="add mod">
          <ac:chgData name="Deepika Vatsa" userId="f7100972-27fe-4ee6-8fb4-ec9b7931b409" providerId="ADAL" clId="{AC929AA0-30FE-40F5-9F14-BAD5341BE9C1}" dt="2025-07-23T06:26:16.292" v="1188" actId="1076"/>
          <ac:picMkLst>
            <pc:docMk/>
            <pc:sldMk cId="3109653638" sldId="603"/>
            <ac:picMk id="7170" creationId="{A1AF04A7-0FA2-044D-C214-524777ECC4EB}"/>
          </ac:picMkLst>
        </pc:picChg>
      </pc:sldChg>
      <pc:sldChg chg="addSp delSp modSp add mod">
        <pc:chgData name="Deepika Vatsa" userId="f7100972-27fe-4ee6-8fb4-ec9b7931b409" providerId="ADAL" clId="{AC929AA0-30FE-40F5-9F14-BAD5341BE9C1}" dt="2025-07-23T06:29:22.447" v="1246" actId="20577"/>
        <pc:sldMkLst>
          <pc:docMk/>
          <pc:sldMk cId="649285932" sldId="604"/>
        </pc:sldMkLst>
        <pc:spChg chg="mod">
          <ac:chgData name="Deepika Vatsa" userId="f7100972-27fe-4ee6-8fb4-ec9b7931b409" providerId="ADAL" clId="{AC929AA0-30FE-40F5-9F14-BAD5341BE9C1}" dt="2025-07-23T06:29:22.447" v="1246" actId="20577"/>
          <ac:spMkLst>
            <pc:docMk/>
            <pc:sldMk cId="649285932" sldId="604"/>
            <ac:spMk id="2" creationId="{00000000-0000-0000-0000-000000000000}"/>
          </ac:spMkLst>
        </pc:spChg>
        <pc:spChg chg="del">
          <ac:chgData name="Deepika Vatsa" userId="f7100972-27fe-4ee6-8fb4-ec9b7931b409" providerId="ADAL" clId="{AC929AA0-30FE-40F5-9F14-BAD5341BE9C1}" dt="2025-07-23T06:27:54.847" v="1209" actId="478"/>
          <ac:spMkLst>
            <pc:docMk/>
            <pc:sldMk cId="649285932" sldId="604"/>
            <ac:spMk id="11" creationId="{06381CCD-359B-D8A2-1997-A5B56A02FD41}"/>
          </ac:spMkLst>
        </pc:spChg>
        <pc:graphicFrameChg chg="add mod modGraphic">
          <ac:chgData name="Deepika Vatsa" userId="f7100972-27fe-4ee6-8fb4-ec9b7931b409" providerId="ADAL" clId="{AC929AA0-30FE-40F5-9F14-BAD5341BE9C1}" dt="2025-07-23T06:28:30.079" v="1235" actId="122"/>
          <ac:graphicFrameMkLst>
            <pc:docMk/>
            <pc:sldMk cId="649285932" sldId="604"/>
            <ac:graphicFrameMk id="4" creationId="{F44C14DF-6D4A-688F-B8CE-CD66EFA6FC96}"/>
          </ac:graphicFrameMkLst>
        </pc:graphicFrameChg>
      </pc:sldChg>
      <pc:sldChg chg="del">
        <pc:chgData name="Deepika Vatsa" userId="f7100972-27fe-4ee6-8fb4-ec9b7931b409" providerId="ADAL" clId="{AC929AA0-30FE-40F5-9F14-BAD5341BE9C1}" dt="2025-07-23T05:27:46.693" v="1" actId="47"/>
        <pc:sldMkLst>
          <pc:docMk/>
          <pc:sldMk cId="4255891347" sldId="604"/>
        </pc:sldMkLst>
      </pc:sldChg>
      <pc:sldChg chg="modSp add mod">
        <pc:chgData name="Deepika Vatsa" userId="f7100972-27fe-4ee6-8fb4-ec9b7931b409" providerId="ADAL" clId="{AC929AA0-30FE-40F5-9F14-BAD5341BE9C1}" dt="2025-07-23T06:33:43.223" v="1306" actId="20577"/>
        <pc:sldMkLst>
          <pc:docMk/>
          <pc:sldMk cId="2666969699" sldId="605"/>
        </pc:sldMkLst>
        <pc:spChg chg="mod">
          <ac:chgData name="Deepika Vatsa" userId="f7100972-27fe-4ee6-8fb4-ec9b7931b409" providerId="ADAL" clId="{AC929AA0-30FE-40F5-9F14-BAD5341BE9C1}" dt="2025-07-23T06:29:33.883" v="1265" actId="20577"/>
          <ac:spMkLst>
            <pc:docMk/>
            <pc:sldMk cId="2666969699" sldId="605"/>
            <ac:spMk id="2" creationId="{00000000-0000-0000-0000-000000000000}"/>
          </ac:spMkLst>
        </pc:spChg>
        <pc:spChg chg="mod">
          <ac:chgData name="Deepika Vatsa" userId="f7100972-27fe-4ee6-8fb4-ec9b7931b409" providerId="ADAL" clId="{AC929AA0-30FE-40F5-9F14-BAD5341BE9C1}" dt="2025-07-23T06:33:43.223" v="1306" actId="20577"/>
          <ac:spMkLst>
            <pc:docMk/>
            <pc:sldMk cId="2666969699" sldId="605"/>
            <ac:spMk id="11" creationId="{06381CCD-359B-D8A2-1997-A5B56A02FD41}"/>
          </ac:spMkLst>
        </pc:spChg>
      </pc:sldChg>
      <pc:sldChg chg="del">
        <pc:chgData name="Deepika Vatsa" userId="f7100972-27fe-4ee6-8fb4-ec9b7931b409" providerId="ADAL" clId="{AC929AA0-30FE-40F5-9F14-BAD5341BE9C1}" dt="2025-07-23T05:27:46.693" v="1" actId="47"/>
        <pc:sldMkLst>
          <pc:docMk/>
          <pc:sldMk cId="3000343820" sldId="605"/>
        </pc:sldMkLst>
      </pc:sldChg>
      <pc:sldChg chg="modSp add mod">
        <pc:chgData name="Deepika Vatsa" userId="f7100972-27fe-4ee6-8fb4-ec9b7931b409" providerId="ADAL" clId="{AC929AA0-30FE-40F5-9F14-BAD5341BE9C1}" dt="2025-07-23T06:34:57.432" v="1319" actId="20577"/>
        <pc:sldMkLst>
          <pc:docMk/>
          <pc:sldMk cId="1055965943" sldId="606"/>
        </pc:sldMkLst>
        <pc:spChg chg="mod">
          <ac:chgData name="Deepika Vatsa" userId="f7100972-27fe-4ee6-8fb4-ec9b7931b409" providerId="ADAL" clId="{AC929AA0-30FE-40F5-9F14-BAD5341BE9C1}" dt="2025-07-23T06:34:57.432" v="1319" actId="20577"/>
          <ac:spMkLst>
            <pc:docMk/>
            <pc:sldMk cId="1055965943" sldId="606"/>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1265168596" sldId="607"/>
        </pc:sldMkLst>
      </pc:sldChg>
      <pc:sldChg chg="modSp add mod">
        <pc:chgData name="Deepika Vatsa" userId="f7100972-27fe-4ee6-8fb4-ec9b7931b409" providerId="ADAL" clId="{AC929AA0-30FE-40F5-9F14-BAD5341BE9C1}" dt="2025-07-23T06:35:21.314" v="1325" actId="12"/>
        <pc:sldMkLst>
          <pc:docMk/>
          <pc:sldMk cId="3928892522" sldId="607"/>
        </pc:sldMkLst>
        <pc:spChg chg="mod">
          <ac:chgData name="Deepika Vatsa" userId="f7100972-27fe-4ee6-8fb4-ec9b7931b409" providerId="ADAL" clId="{AC929AA0-30FE-40F5-9F14-BAD5341BE9C1}" dt="2025-07-23T06:35:21.314" v="1325" actId="12"/>
          <ac:spMkLst>
            <pc:docMk/>
            <pc:sldMk cId="3928892522" sldId="607"/>
            <ac:spMk id="11" creationId="{06381CCD-359B-D8A2-1997-A5B56A02FD41}"/>
          </ac:spMkLst>
        </pc:spChg>
      </pc:sldChg>
      <pc:sldChg chg="modSp add mod">
        <pc:chgData name="Deepika Vatsa" userId="f7100972-27fe-4ee6-8fb4-ec9b7931b409" providerId="ADAL" clId="{AC929AA0-30FE-40F5-9F14-BAD5341BE9C1}" dt="2025-07-23T06:36:29.475" v="1337" actId="113"/>
        <pc:sldMkLst>
          <pc:docMk/>
          <pc:sldMk cId="2914318388" sldId="608"/>
        </pc:sldMkLst>
        <pc:spChg chg="mod">
          <ac:chgData name="Deepika Vatsa" userId="f7100972-27fe-4ee6-8fb4-ec9b7931b409" providerId="ADAL" clId="{AC929AA0-30FE-40F5-9F14-BAD5341BE9C1}" dt="2025-07-23T06:36:29.475" v="1337" actId="113"/>
          <ac:spMkLst>
            <pc:docMk/>
            <pc:sldMk cId="2914318388" sldId="608"/>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3320274339" sldId="608"/>
        </pc:sldMkLst>
      </pc:sldChg>
      <pc:sldChg chg="modSp add mod">
        <pc:chgData name="Deepika Vatsa" userId="f7100972-27fe-4ee6-8fb4-ec9b7931b409" providerId="ADAL" clId="{AC929AA0-30FE-40F5-9F14-BAD5341BE9C1}" dt="2025-07-23T09:28:35.976" v="1511" actId="20577"/>
        <pc:sldMkLst>
          <pc:docMk/>
          <pc:sldMk cId="726719763" sldId="609"/>
        </pc:sldMkLst>
        <pc:spChg chg="mod">
          <ac:chgData name="Deepika Vatsa" userId="f7100972-27fe-4ee6-8fb4-ec9b7931b409" providerId="ADAL" clId="{AC929AA0-30FE-40F5-9F14-BAD5341BE9C1}" dt="2025-07-23T09:28:35.976" v="1511" actId="20577"/>
          <ac:spMkLst>
            <pc:docMk/>
            <pc:sldMk cId="726719763" sldId="609"/>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2282133231" sldId="609"/>
        </pc:sldMkLst>
      </pc:sldChg>
      <pc:sldChg chg="del">
        <pc:chgData name="Deepika Vatsa" userId="f7100972-27fe-4ee6-8fb4-ec9b7931b409" providerId="ADAL" clId="{AC929AA0-30FE-40F5-9F14-BAD5341BE9C1}" dt="2025-07-23T05:28:15.070" v="2" actId="47"/>
        <pc:sldMkLst>
          <pc:docMk/>
          <pc:sldMk cId="2610700906" sldId="610"/>
        </pc:sldMkLst>
      </pc:sldChg>
      <pc:sldChg chg="modSp add mod">
        <pc:chgData name="Deepika Vatsa" userId="f7100972-27fe-4ee6-8fb4-ec9b7931b409" providerId="ADAL" clId="{AC929AA0-30FE-40F5-9F14-BAD5341BE9C1}" dt="2025-07-23T06:39:46.112" v="1429" actId="20577"/>
        <pc:sldMkLst>
          <pc:docMk/>
          <pc:sldMk cId="3648386067" sldId="610"/>
        </pc:sldMkLst>
        <pc:spChg chg="mod">
          <ac:chgData name="Deepika Vatsa" userId="f7100972-27fe-4ee6-8fb4-ec9b7931b409" providerId="ADAL" clId="{AC929AA0-30FE-40F5-9F14-BAD5341BE9C1}" dt="2025-07-23T06:39:46.112" v="1429" actId="20577"/>
          <ac:spMkLst>
            <pc:docMk/>
            <pc:sldMk cId="3648386067" sldId="610"/>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565857117" sldId="611"/>
        </pc:sldMkLst>
      </pc:sldChg>
      <pc:sldChg chg="modSp add mod">
        <pc:chgData name="Deepika Vatsa" userId="f7100972-27fe-4ee6-8fb4-ec9b7931b409" providerId="ADAL" clId="{AC929AA0-30FE-40F5-9F14-BAD5341BE9C1}" dt="2025-07-23T06:41:42.519" v="1501" actId="5793"/>
        <pc:sldMkLst>
          <pc:docMk/>
          <pc:sldMk cId="1440736019" sldId="611"/>
        </pc:sldMkLst>
        <pc:spChg chg="mod">
          <ac:chgData name="Deepika Vatsa" userId="f7100972-27fe-4ee6-8fb4-ec9b7931b409" providerId="ADAL" clId="{AC929AA0-30FE-40F5-9F14-BAD5341BE9C1}" dt="2025-07-23T06:40:24.433" v="1440" actId="20577"/>
          <ac:spMkLst>
            <pc:docMk/>
            <pc:sldMk cId="1440736019" sldId="611"/>
            <ac:spMk id="2" creationId="{00000000-0000-0000-0000-000000000000}"/>
          </ac:spMkLst>
        </pc:spChg>
        <pc:spChg chg="mod">
          <ac:chgData name="Deepika Vatsa" userId="f7100972-27fe-4ee6-8fb4-ec9b7931b409" providerId="ADAL" clId="{AC929AA0-30FE-40F5-9F14-BAD5341BE9C1}" dt="2025-07-23T06:41:42.519" v="1501" actId="5793"/>
          <ac:spMkLst>
            <pc:docMk/>
            <pc:sldMk cId="1440736019" sldId="611"/>
            <ac:spMk id="11" creationId="{06381CCD-359B-D8A2-1997-A5B56A02FD41}"/>
          </ac:spMkLst>
        </pc:spChg>
      </pc:sldChg>
      <pc:sldChg chg="modSp add mod">
        <pc:chgData name="Deepika Vatsa" userId="f7100972-27fe-4ee6-8fb4-ec9b7931b409" providerId="ADAL" clId="{AC929AA0-30FE-40F5-9F14-BAD5341BE9C1}" dt="2025-07-23T09:47:26.324" v="1571" actId="20577"/>
        <pc:sldMkLst>
          <pc:docMk/>
          <pc:sldMk cId="1106724558" sldId="612"/>
        </pc:sldMkLst>
        <pc:spChg chg="mod">
          <ac:chgData name="Deepika Vatsa" userId="f7100972-27fe-4ee6-8fb4-ec9b7931b409" providerId="ADAL" clId="{AC929AA0-30FE-40F5-9F14-BAD5341BE9C1}" dt="2025-07-23T09:47:26.324" v="1571" actId="20577"/>
          <ac:spMkLst>
            <pc:docMk/>
            <pc:sldMk cId="1106724558" sldId="612"/>
            <ac:spMk id="11" creationId="{06381CCD-359B-D8A2-1997-A5B56A02FD41}"/>
          </ac:spMkLst>
        </pc:spChg>
      </pc:sldChg>
      <pc:sldMasterChg chg="del delSldLayout">
        <pc:chgData name="Deepika Vatsa" userId="f7100972-27fe-4ee6-8fb4-ec9b7931b409" providerId="ADAL" clId="{AC929AA0-30FE-40F5-9F14-BAD5341BE9C1}" dt="2025-07-23T06:42:21.688" v="1504" actId="47"/>
        <pc:sldMasterMkLst>
          <pc:docMk/>
          <pc:sldMasterMk cId="220542818" sldId="2147483684"/>
        </pc:sldMasterMkLst>
        <pc:sldLayoutChg chg="del">
          <pc:chgData name="Deepika Vatsa" userId="f7100972-27fe-4ee6-8fb4-ec9b7931b409" providerId="ADAL" clId="{AC929AA0-30FE-40F5-9F14-BAD5341BE9C1}" dt="2025-07-23T06:42:21.688" v="1504" actId="47"/>
          <pc:sldLayoutMkLst>
            <pc:docMk/>
            <pc:sldMasterMk cId="220542818" sldId="2147483684"/>
            <pc:sldLayoutMk cId="1969632149" sldId="2147483685"/>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715519172" sldId="2147483686"/>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069285203" sldId="2147483687"/>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3481227295" sldId="2147483688"/>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2420472748" sldId="2147483689"/>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187148095" sldId="2147483690"/>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192461630" sldId="2147483691"/>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84921356" sldId="2147483692"/>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388528399" sldId="2147483693"/>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2764167781" sldId="2147483694"/>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483679427" sldId="2147483695"/>
          </pc:sldLayoutMkLst>
        </pc:sldLayoutChg>
      </pc:sldMasterChg>
    </pc:docChg>
  </pc:docChgLst>
  <pc:docChgLst>
    <pc:chgData name="Hoor Fatima" userId="8f3a0386-cde8-4824-abbb-da106ff85ca6" providerId="ADAL" clId="{EEDEA048-40A0-4102-9473-E3FCCA9E4CCF}"/>
    <pc:docChg chg="custSel addSld modSld">
      <pc:chgData name="Hoor Fatima" userId="8f3a0386-cde8-4824-abbb-da106ff85ca6" providerId="ADAL" clId="{EEDEA048-40A0-4102-9473-E3FCCA9E4CCF}" dt="2025-07-21T19:04:14.283" v="27"/>
      <pc:docMkLst>
        <pc:docMk/>
      </pc:docMkLst>
      <pc:sldChg chg="delSp modSp mod">
        <pc:chgData name="Hoor Fatima" userId="8f3a0386-cde8-4824-abbb-da106ff85ca6" providerId="ADAL" clId="{EEDEA048-40A0-4102-9473-E3FCCA9E4CCF}" dt="2025-07-21T19:03:54.910" v="26" actId="14100"/>
        <pc:sldMkLst>
          <pc:docMk/>
          <pc:sldMk cId="0" sldId="395"/>
        </pc:sldMkLst>
        <pc:spChg chg="mod">
          <ac:chgData name="Hoor Fatima" userId="8f3a0386-cde8-4824-abbb-da106ff85ca6" providerId="ADAL" clId="{EEDEA048-40A0-4102-9473-E3FCCA9E4CCF}" dt="2025-07-21T19:03:54.910" v="26" actId="14100"/>
          <ac:spMkLst>
            <pc:docMk/>
            <pc:sldMk cId="0" sldId="395"/>
            <ac:spMk id="2" creationId="{00000000-0000-0000-0000-000000000000}"/>
          </ac:spMkLst>
        </pc:spChg>
        <pc:spChg chg="del">
          <ac:chgData name="Hoor Fatima" userId="8f3a0386-cde8-4824-abbb-da106ff85ca6" providerId="ADAL" clId="{EEDEA048-40A0-4102-9473-E3FCCA9E4CCF}" dt="2025-07-21T19:03:28.832" v="6" actId="478"/>
          <ac:spMkLst>
            <pc:docMk/>
            <pc:sldMk cId="0" sldId="395"/>
            <ac:spMk id="4" creationId="{00000000-0000-0000-0000-000000000000}"/>
          </ac:spMkLst>
        </pc:spChg>
        <pc:spChg chg="del">
          <ac:chgData name="Hoor Fatima" userId="8f3a0386-cde8-4824-abbb-da106ff85ca6" providerId="ADAL" clId="{EEDEA048-40A0-4102-9473-E3FCCA9E4CCF}" dt="2025-07-21T19:03:26.127" v="5" actId="478"/>
          <ac:spMkLst>
            <pc:docMk/>
            <pc:sldMk cId="0" sldId="395"/>
            <ac:spMk id="10" creationId="{00000000-0000-0000-0000-000000000000}"/>
          </ac:spMkLst>
        </pc:spChg>
      </pc:sldChg>
      <pc:sldChg chg="add">
        <pc:chgData name="Hoor Fatima" userId="8f3a0386-cde8-4824-abbb-da106ff85ca6" providerId="ADAL" clId="{EEDEA048-40A0-4102-9473-E3FCCA9E4CCF}" dt="2025-07-21T19:04:14.283" v="27"/>
        <pc:sldMkLst>
          <pc:docMk/>
          <pc:sldMk cId="0" sldId="589"/>
        </pc:sldMkLst>
      </pc:sldChg>
    </pc:docChg>
  </pc:docChgLst>
  <pc:docChgLst>
    <pc:chgData name="Deepika Vatsa" userId="f7100972-27fe-4ee6-8fb4-ec9b7931b409" providerId="ADAL" clId="{7BBACB10-8586-4BCC-A476-38C462E71A11}"/>
    <pc:docChg chg="undo custSel addSld delSld modSld sldOrd">
      <pc:chgData name="Deepika Vatsa" userId="f7100972-27fe-4ee6-8fb4-ec9b7931b409" providerId="ADAL" clId="{7BBACB10-8586-4BCC-A476-38C462E71A11}" dt="2025-08-20T11:37:16.703" v="2620"/>
      <pc:docMkLst>
        <pc:docMk/>
      </pc:docMkLst>
      <pc:sldChg chg="modSp mod">
        <pc:chgData name="Deepika Vatsa" userId="f7100972-27fe-4ee6-8fb4-ec9b7931b409" providerId="ADAL" clId="{7BBACB10-8586-4BCC-A476-38C462E71A11}" dt="2025-08-18T12:29:45.278" v="20" actId="5793"/>
        <pc:sldMkLst>
          <pc:docMk/>
          <pc:sldMk cId="0" sldId="395"/>
        </pc:sldMkLst>
        <pc:spChg chg="mod">
          <ac:chgData name="Deepika Vatsa" userId="f7100972-27fe-4ee6-8fb4-ec9b7931b409" providerId="ADAL" clId="{7BBACB10-8586-4BCC-A476-38C462E71A11}" dt="2025-08-18T12:29:45.278" v="20" actId="5793"/>
          <ac:spMkLst>
            <pc:docMk/>
            <pc:sldMk cId="0" sldId="395"/>
            <ac:spMk id="2" creationId="{00000000-0000-0000-0000-000000000000}"/>
          </ac:spMkLst>
        </pc:spChg>
      </pc:sldChg>
      <pc:sldChg chg="modSp mod">
        <pc:chgData name="Deepika Vatsa" userId="f7100972-27fe-4ee6-8fb4-ec9b7931b409" providerId="ADAL" clId="{7BBACB10-8586-4BCC-A476-38C462E71A11}" dt="2025-08-18T12:31:36.988" v="182" actId="20577"/>
        <pc:sldMkLst>
          <pc:docMk/>
          <pc:sldMk cId="3439049211" sldId="591"/>
        </pc:sldMkLst>
        <pc:spChg chg="mod">
          <ac:chgData name="Deepika Vatsa" userId="f7100972-27fe-4ee6-8fb4-ec9b7931b409" providerId="ADAL" clId="{7BBACB10-8586-4BCC-A476-38C462E71A11}" dt="2025-08-18T12:31:36.988" v="182" actId="20577"/>
          <ac:spMkLst>
            <pc:docMk/>
            <pc:sldMk cId="3439049211" sldId="591"/>
            <ac:spMk id="11" creationId="{06381CCD-359B-D8A2-1997-A5B56A02FD41}"/>
          </ac:spMkLst>
        </pc:spChg>
      </pc:sldChg>
      <pc:sldChg chg="addSp delSp modSp mod">
        <pc:chgData name="Deepika Vatsa" userId="f7100972-27fe-4ee6-8fb4-ec9b7931b409" providerId="ADAL" clId="{7BBACB10-8586-4BCC-A476-38C462E71A11}" dt="2025-08-20T11:37:16.703" v="2620"/>
        <pc:sldMkLst>
          <pc:docMk/>
          <pc:sldMk cId="3198423911" sldId="593"/>
        </pc:sldMkLst>
        <pc:spChg chg="mod">
          <ac:chgData name="Deepika Vatsa" userId="f7100972-27fe-4ee6-8fb4-ec9b7931b409" providerId="ADAL" clId="{7BBACB10-8586-4BCC-A476-38C462E71A11}" dt="2025-08-18T12:33:31.379" v="207" actId="20577"/>
          <ac:spMkLst>
            <pc:docMk/>
            <pc:sldMk cId="3198423911" sldId="593"/>
            <ac:spMk id="2" creationId="{00000000-0000-0000-0000-000000000000}"/>
          </ac:spMkLst>
        </pc:spChg>
        <pc:spChg chg="add mod">
          <ac:chgData name="Deepika Vatsa" userId="f7100972-27fe-4ee6-8fb4-ec9b7931b409" providerId="ADAL" clId="{7BBACB10-8586-4BCC-A476-38C462E71A11}" dt="2025-08-20T05:22:36.788" v="398" actId="20577"/>
          <ac:spMkLst>
            <pc:docMk/>
            <pc:sldMk cId="3198423911" sldId="593"/>
            <ac:spMk id="5" creationId="{2461C6AC-CE12-CE55-1E34-C97C06A15181}"/>
          </ac:spMkLst>
        </pc:spChg>
        <pc:picChg chg="del">
          <ac:chgData name="Deepika Vatsa" userId="f7100972-27fe-4ee6-8fb4-ec9b7931b409" providerId="ADAL" clId="{7BBACB10-8586-4BCC-A476-38C462E71A11}" dt="2025-08-18T12:33:10.652" v="200" actId="478"/>
          <ac:picMkLst>
            <pc:docMk/>
            <pc:sldMk cId="3198423911" sldId="593"/>
            <ac:picMk id="9" creationId="{D35FFCD6-253F-CEEB-E0FE-880344B9FA65}"/>
          </ac:picMkLst>
        </pc:picChg>
        <pc:inkChg chg="add">
          <ac:chgData name="Deepika Vatsa" userId="f7100972-27fe-4ee6-8fb4-ec9b7931b409" providerId="ADAL" clId="{7BBACB10-8586-4BCC-A476-38C462E71A11}" dt="2025-08-20T11:37:16.703" v="2620"/>
          <ac:inkMkLst>
            <pc:docMk/>
            <pc:sldMk cId="3198423911" sldId="593"/>
            <ac:inkMk id="4" creationId="{F57AC4F4-9915-BC5C-2518-359ABAE0993A}"/>
          </ac:inkMkLst>
        </pc:inkChg>
      </pc:sldChg>
      <pc:sldChg chg="del">
        <pc:chgData name="Deepika Vatsa" userId="f7100972-27fe-4ee6-8fb4-ec9b7931b409" providerId="ADAL" clId="{7BBACB10-8586-4BCC-A476-38C462E71A11}" dt="2025-08-20T05:31:23.337" v="444" actId="2696"/>
        <pc:sldMkLst>
          <pc:docMk/>
          <pc:sldMk cId="815781673" sldId="595"/>
        </pc:sldMkLst>
      </pc:sldChg>
      <pc:sldChg chg="del">
        <pc:chgData name="Deepika Vatsa" userId="f7100972-27fe-4ee6-8fb4-ec9b7931b409" providerId="ADAL" clId="{7BBACB10-8586-4BCC-A476-38C462E71A11}" dt="2025-08-20T05:31:23.337" v="444" actId="2696"/>
        <pc:sldMkLst>
          <pc:docMk/>
          <pc:sldMk cId="3468002330" sldId="615"/>
        </pc:sldMkLst>
      </pc:sldChg>
      <pc:sldChg chg="del">
        <pc:chgData name="Deepika Vatsa" userId="f7100972-27fe-4ee6-8fb4-ec9b7931b409" providerId="ADAL" clId="{7BBACB10-8586-4BCC-A476-38C462E71A11}" dt="2025-08-20T05:31:23.337" v="444" actId="2696"/>
        <pc:sldMkLst>
          <pc:docMk/>
          <pc:sldMk cId="2334307004" sldId="616"/>
        </pc:sldMkLst>
      </pc:sldChg>
      <pc:sldChg chg="del">
        <pc:chgData name="Deepika Vatsa" userId="f7100972-27fe-4ee6-8fb4-ec9b7931b409" providerId="ADAL" clId="{7BBACB10-8586-4BCC-A476-38C462E71A11}" dt="2025-08-20T05:31:23.337" v="444" actId="2696"/>
        <pc:sldMkLst>
          <pc:docMk/>
          <pc:sldMk cId="3542099841" sldId="617"/>
        </pc:sldMkLst>
      </pc:sldChg>
      <pc:sldChg chg="del">
        <pc:chgData name="Deepika Vatsa" userId="f7100972-27fe-4ee6-8fb4-ec9b7931b409" providerId="ADAL" clId="{7BBACB10-8586-4BCC-A476-38C462E71A11}" dt="2025-08-20T05:31:23.337" v="444" actId="2696"/>
        <pc:sldMkLst>
          <pc:docMk/>
          <pc:sldMk cId="3991955979" sldId="618"/>
        </pc:sldMkLst>
      </pc:sldChg>
      <pc:sldChg chg="del">
        <pc:chgData name="Deepika Vatsa" userId="f7100972-27fe-4ee6-8fb4-ec9b7931b409" providerId="ADAL" clId="{7BBACB10-8586-4BCC-A476-38C462E71A11}" dt="2025-08-20T05:31:23.337" v="444" actId="2696"/>
        <pc:sldMkLst>
          <pc:docMk/>
          <pc:sldMk cId="3912900456" sldId="619"/>
        </pc:sldMkLst>
      </pc:sldChg>
      <pc:sldChg chg="addSp delSp modSp mod">
        <pc:chgData name="Deepika Vatsa" userId="f7100972-27fe-4ee6-8fb4-ec9b7931b409" providerId="ADAL" clId="{7BBACB10-8586-4BCC-A476-38C462E71A11}" dt="2025-08-20T11:37:16.703" v="2620"/>
        <pc:sldMkLst>
          <pc:docMk/>
          <pc:sldMk cId="4060805478" sldId="620"/>
        </pc:sldMkLst>
        <pc:spChg chg="mod">
          <ac:chgData name="Deepika Vatsa" userId="f7100972-27fe-4ee6-8fb4-ec9b7931b409" providerId="ADAL" clId="{7BBACB10-8586-4BCC-A476-38C462E71A11}" dt="2025-08-18T12:37:05.603" v="344" actId="20577"/>
          <ac:spMkLst>
            <pc:docMk/>
            <pc:sldMk cId="4060805478" sldId="620"/>
            <ac:spMk id="2" creationId="{00000000-0000-0000-0000-000000000000}"/>
          </ac:spMkLst>
        </pc:spChg>
        <pc:picChg chg="add mod">
          <ac:chgData name="Deepika Vatsa" userId="f7100972-27fe-4ee6-8fb4-ec9b7931b409" providerId="ADAL" clId="{7BBACB10-8586-4BCC-A476-38C462E71A11}" dt="2025-08-18T12:37:12.312" v="348" actId="1076"/>
          <ac:picMkLst>
            <pc:docMk/>
            <pc:sldMk cId="4060805478" sldId="620"/>
            <ac:picMk id="5" creationId="{F8E1D368-D16A-C482-965F-806B8E4DF710}"/>
          </ac:picMkLst>
        </pc:picChg>
        <pc:picChg chg="del">
          <ac:chgData name="Deepika Vatsa" userId="f7100972-27fe-4ee6-8fb4-ec9b7931b409" providerId="ADAL" clId="{7BBACB10-8586-4BCC-A476-38C462E71A11}" dt="2025-08-18T12:37:07.625" v="345" actId="478"/>
          <ac:picMkLst>
            <pc:docMk/>
            <pc:sldMk cId="4060805478" sldId="620"/>
            <ac:picMk id="7" creationId="{31B87EC0-4ADE-A96C-B968-87A230E18EEA}"/>
          </ac:picMkLst>
        </pc:picChg>
        <pc:inkChg chg="add">
          <ac:chgData name="Deepika Vatsa" userId="f7100972-27fe-4ee6-8fb4-ec9b7931b409" providerId="ADAL" clId="{7BBACB10-8586-4BCC-A476-38C462E71A11}" dt="2025-08-20T11:37:16.703" v="2620"/>
          <ac:inkMkLst>
            <pc:docMk/>
            <pc:sldMk cId="4060805478" sldId="620"/>
            <ac:inkMk id="4" creationId="{ACC227A6-CFC9-FDCA-DD5F-F63A7A00289C}"/>
          </ac:inkMkLst>
        </pc:inkChg>
      </pc:sldChg>
      <pc:sldChg chg="del">
        <pc:chgData name="Deepika Vatsa" userId="f7100972-27fe-4ee6-8fb4-ec9b7931b409" providerId="ADAL" clId="{7BBACB10-8586-4BCC-A476-38C462E71A11}" dt="2025-08-20T05:31:23.337" v="444" actId="2696"/>
        <pc:sldMkLst>
          <pc:docMk/>
          <pc:sldMk cId="3334835650" sldId="621"/>
        </pc:sldMkLst>
      </pc:sldChg>
      <pc:sldChg chg="del">
        <pc:chgData name="Deepika Vatsa" userId="f7100972-27fe-4ee6-8fb4-ec9b7931b409" providerId="ADAL" clId="{7BBACB10-8586-4BCC-A476-38C462E71A11}" dt="2025-08-20T05:31:23.337" v="444" actId="2696"/>
        <pc:sldMkLst>
          <pc:docMk/>
          <pc:sldMk cId="3976936197" sldId="622"/>
        </pc:sldMkLst>
      </pc:sldChg>
      <pc:sldChg chg="del">
        <pc:chgData name="Deepika Vatsa" userId="f7100972-27fe-4ee6-8fb4-ec9b7931b409" providerId="ADAL" clId="{7BBACB10-8586-4BCC-A476-38C462E71A11}" dt="2025-08-20T05:31:23.337" v="444" actId="2696"/>
        <pc:sldMkLst>
          <pc:docMk/>
          <pc:sldMk cId="1533333801" sldId="623"/>
        </pc:sldMkLst>
      </pc:sldChg>
      <pc:sldChg chg="del">
        <pc:chgData name="Deepika Vatsa" userId="f7100972-27fe-4ee6-8fb4-ec9b7931b409" providerId="ADAL" clId="{7BBACB10-8586-4BCC-A476-38C462E71A11}" dt="2025-08-20T05:31:23.337" v="444" actId="2696"/>
        <pc:sldMkLst>
          <pc:docMk/>
          <pc:sldMk cId="3549948443" sldId="626"/>
        </pc:sldMkLst>
      </pc:sldChg>
      <pc:sldChg chg="del">
        <pc:chgData name="Deepika Vatsa" userId="f7100972-27fe-4ee6-8fb4-ec9b7931b409" providerId="ADAL" clId="{7BBACB10-8586-4BCC-A476-38C462E71A11}" dt="2025-08-20T05:31:23.337" v="444" actId="2696"/>
        <pc:sldMkLst>
          <pc:docMk/>
          <pc:sldMk cId="1492384228" sldId="627"/>
        </pc:sldMkLst>
      </pc:sldChg>
      <pc:sldChg chg="del">
        <pc:chgData name="Deepika Vatsa" userId="f7100972-27fe-4ee6-8fb4-ec9b7931b409" providerId="ADAL" clId="{7BBACB10-8586-4BCC-A476-38C462E71A11}" dt="2025-08-20T05:31:23.337" v="444" actId="2696"/>
        <pc:sldMkLst>
          <pc:docMk/>
          <pc:sldMk cId="3339153089" sldId="628"/>
        </pc:sldMkLst>
      </pc:sldChg>
      <pc:sldChg chg="addSp modSp add mod ord">
        <pc:chgData name="Deepika Vatsa" userId="f7100972-27fe-4ee6-8fb4-ec9b7931b409" providerId="ADAL" clId="{7BBACB10-8586-4BCC-A476-38C462E71A11}" dt="2025-08-20T11:37:16.703" v="2620"/>
        <pc:sldMkLst>
          <pc:docMk/>
          <pc:sldMk cId="1948371539" sldId="629"/>
        </pc:sldMkLst>
        <pc:spChg chg="mod">
          <ac:chgData name="Deepika Vatsa" userId="f7100972-27fe-4ee6-8fb4-ec9b7931b409" providerId="ADAL" clId="{7BBACB10-8586-4BCC-A476-38C462E71A11}" dt="2025-08-18T12:38:15.420" v="373" actId="20577"/>
          <ac:spMkLst>
            <pc:docMk/>
            <pc:sldMk cId="1948371539" sldId="629"/>
            <ac:spMk id="2" creationId="{00000000-0000-0000-0000-000000000000}"/>
          </ac:spMkLst>
        </pc:spChg>
        <pc:spChg chg="mod">
          <ac:chgData name="Deepika Vatsa" userId="f7100972-27fe-4ee6-8fb4-ec9b7931b409" providerId="ADAL" clId="{7BBACB10-8586-4BCC-A476-38C462E71A11}" dt="2025-08-20T05:33:38.153" v="485" actId="13926"/>
          <ac:spMkLst>
            <pc:docMk/>
            <pc:sldMk cId="1948371539" sldId="629"/>
            <ac:spMk id="5" creationId="{2461C6AC-CE12-CE55-1E34-C97C06A15181}"/>
          </ac:spMkLst>
        </pc:spChg>
        <pc:inkChg chg="add">
          <ac:chgData name="Deepika Vatsa" userId="f7100972-27fe-4ee6-8fb4-ec9b7931b409" providerId="ADAL" clId="{7BBACB10-8586-4BCC-A476-38C462E71A11}" dt="2025-08-20T11:37:16.703" v="2620"/>
          <ac:inkMkLst>
            <pc:docMk/>
            <pc:sldMk cId="1948371539" sldId="629"/>
            <ac:inkMk id="4" creationId="{3DCBD848-C1DF-5289-60F8-FC7DAE9FFA5A}"/>
          </ac:inkMkLst>
        </pc:inkChg>
      </pc:sldChg>
      <pc:sldChg chg="addSp modSp add mod">
        <pc:chgData name="Deepika Vatsa" userId="f7100972-27fe-4ee6-8fb4-ec9b7931b409" providerId="ADAL" clId="{7BBACB10-8586-4BCC-A476-38C462E71A11}" dt="2025-08-20T11:37:16.703" v="2620"/>
        <pc:sldMkLst>
          <pc:docMk/>
          <pc:sldMk cId="2752782814" sldId="630"/>
        </pc:sldMkLst>
        <pc:spChg chg="mod">
          <ac:chgData name="Deepika Vatsa" userId="f7100972-27fe-4ee6-8fb4-ec9b7931b409" providerId="ADAL" clId="{7BBACB10-8586-4BCC-A476-38C462E71A11}" dt="2025-08-20T05:34:15.312" v="502" actId="20577"/>
          <ac:spMkLst>
            <pc:docMk/>
            <pc:sldMk cId="2752782814" sldId="630"/>
            <ac:spMk id="2" creationId="{00000000-0000-0000-0000-000000000000}"/>
          </ac:spMkLst>
        </pc:spChg>
        <pc:spChg chg="mod">
          <ac:chgData name="Deepika Vatsa" userId="f7100972-27fe-4ee6-8fb4-ec9b7931b409" providerId="ADAL" clId="{7BBACB10-8586-4BCC-A476-38C462E71A11}" dt="2025-08-20T05:35:04.737" v="549" actId="113"/>
          <ac:spMkLst>
            <pc:docMk/>
            <pc:sldMk cId="2752782814" sldId="630"/>
            <ac:spMk id="5" creationId="{2461C6AC-CE12-CE55-1E34-C97C06A15181}"/>
          </ac:spMkLst>
        </pc:spChg>
        <pc:inkChg chg="add">
          <ac:chgData name="Deepika Vatsa" userId="f7100972-27fe-4ee6-8fb4-ec9b7931b409" providerId="ADAL" clId="{7BBACB10-8586-4BCC-A476-38C462E71A11}" dt="2025-08-20T11:37:16.703" v="2620"/>
          <ac:inkMkLst>
            <pc:docMk/>
            <pc:sldMk cId="2752782814" sldId="630"/>
            <ac:inkMk id="4" creationId="{3BFC01C0-E43D-4B22-D87F-9C76CE5CBFB7}"/>
          </ac:inkMkLst>
        </pc:inkChg>
      </pc:sldChg>
      <pc:sldChg chg="addSp modSp add mod">
        <pc:chgData name="Deepika Vatsa" userId="f7100972-27fe-4ee6-8fb4-ec9b7931b409" providerId="ADAL" clId="{7BBACB10-8586-4BCC-A476-38C462E71A11}" dt="2025-08-20T11:37:16.703" v="2620"/>
        <pc:sldMkLst>
          <pc:docMk/>
          <pc:sldMk cId="4075029183" sldId="631"/>
        </pc:sldMkLst>
        <pc:spChg chg="mod">
          <ac:chgData name="Deepika Vatsa" userId="f7100972-27fe-4ee6-8fb4-ec9b7931b409" providerId="ADAL" clId="{7BBACB10-8586-4BCC-A476-38C462E71A11}" dt="2025-08-20T05:35:15.112" v="559" actId="20577"/>
          <ac:spMkLst>
            <pc:docMk/>
            <pc:sldMk cId="4075029183" sldId="631"/>
            <ac:spMk id="2" creationId="{00000000-0000-0000-0000-000000000000}"/>
          </ac:spMkLst>
        </pc:spChg>
        <pc:spChg chg="mod">
          <ac:chgData name="Deepika Vatsa" userId="f7100972-27fe-4ee6-8fb4-ec9b7931b409" providerId="ADAL" clId="{7BBACB10-8586-4BCC-A476-38C462E71A11}" dt="2025-08-20T06:28:50.083" v="1366"/>
          <ac:spMkLst>
            <pc:docMk/>
            <pc:sldMk cId="4075029183" sldId="631"/>
            <ac:spMk id="5" creationId="{2461C6AC-CE12-CE55-1E34-C97C06A15181}"/>
          </ac:spMkLst>
        </pc:spChg>
        <pc:inkChg chg="add">
          <ac:chgData name="Deepika Vatsa" userId="f7100972-27fe-4ee6-8fb4-ec9b7931b409" providerId="ADAL" clId="{7BBACB10-8586-4BCC-A476-38C462E71A11}" dt="2025-08-20T11:37:16.703" v="2620"/>
          <ac:inkMkLst>
            <pc:docMk/>
            <pc:sldMk cId="4075029183" sldId="631"/>
            <ac:inkMk id="4" creationId="{A5F1C993-15C5-7158-C15A-937A12C77E2B}"/>
          </ac:inkMkLst>
        </pc:inkChg>
      </pc:sldChg>
      <pc:sldChg chg="addSp modSp add mod">
        <pc:chgData name="Deepika Vatsa" userId="f7100972-27fe-4ee6-8fb4-ec9b7931b409" providerId="ADAL" clId="{7BBACB10-8586-4BCC-A476-38C462E71A11}" dt="2025-08-20T11:37:16.703" v="2620"/>
        <pc:sldMkLst>
          <pc:docMk/>
          <pc:sldMk cId="1034070740" sldId="632"/>
        </pc:sldMkLst>
        <pc:spChg chg="mod">
          <ac:chgData name="Deepika Vatsa" userId="f7100972-27fe-4ee6-8fb4-ec9b7931b409" providerId="ADAL" clId="{7BBACB10-8586-4BCC-A476-38C462E71A11}" dt="2025-08-20T05:42:21.751" v="733" actId="20577"/>
          <ac:spMkLst>
            <pc:docMk/>
            <pc:sldMk cId="1034070740" sldId="632"/>
            <ac:spMk id="5" creationId="{2461C6AC-CE12-CE55-1E34-C97C06A15181}"/>
          </ac:spMkLst>
        </pc:spChg>
        <pc:inkChg chg="add">
          <ac:chgData name="Deepika Vatsa" userId="f7100972-27fe-4ee6-8fb4-ec9b7931b409" providerId="ADAL" clId="{7BBACB10-8586-4BCC-A476-38C462E71A11}" dt="2025-08-20T11:37:16.703" v="2620"/>
          <ac:inkMkLst>
            <pc:docMk/>
            <pc:sldMk cId="1034070740" sldId="632"/>
            <ac:inkMk id="4" creationId="{54B5AB7D-BE60-5CBD-D026-7C7EA9133A1C}"/>
          </ac:inkMkLst>
        </pc:inkChg>
      </pc:sldChg>
      <pc:sldChg chg="addSp modSp add mod">
        <pc:chgData name="Deepika Vatsa" userId="f7100972-27fe-4ee6-8fb4-ec9b7931b409" providerId="ADAL" clId="{7BBACB10-8586-4BCC-A476-38C462E71A11}" dt="2025-08-20T11:37:16.703" v="2620"/>
        <pc:sldMkLst>
          <pc:docMk/>
          <pc:sldMk cId="482903048" sldId="633"/>
        </pc:sldMkLst>
        <pc:spChg chg="mod">
          <ac:chgData name="Deepika Vatsa" userId="f7100972-27fe-4ee6-8fb4-ec9b7931b409" providerId="ADAL" clId="{7BBACB10-8586-4BCC-A476-38C462E71A11}" dt="2025-08-20T05:42:58.411" v="741" actId="20577"/>
          <ac:spMkLst>
            <pc:docMk/>
            <pc:sldMk cId="482903048" sldId="633"/>
            <ac:spMk id="2" creationId="{00000000-0000-0000-0000-000000000000}"/>
          </ac:spMkLst>
        </pc:spChg>
        <pc:spChg chg="mod">
          <ac:chgData name="Deepika Vatsa" userId="f7100972-27fe-4ee6-8fb4-ec9b7931b409" providerId="ADAL" clId="{7BBACB10-8586-4BCC-A476-38C462E71A11}" dt="2025-08-20T06:49:27.421" v="1642" actId="114"/>
          <ac:spMkLst>
            <pc:docMk/>
            <pc:sldMk cId="482903048" sldId="633"/>
            <ac:spMk id="5" creationId="{2461C6AC-CE12-CE55-1E34-C97C06A15181}"/>
          </ac:spMkLst>
        </pc:spChg>
        <pc:inkChg chg="add">
          <ac:chgData name="Deepika Vatsa" userId="f7100972-27fe-4ee6-8fb4-ec9b7931b409" providerId="ADAL" clId="{7BBACB10-8586-4BCC-A476-38C462E71A11}" dt="2025-08-20T11:37:16.703" v="2620"/>
          <ac:inkMkLst>
            <pc:docMk/>
            <pc:sldMk cId="482903048" sldId="633"/>
            <ac:inkMk id="4" creationId="{AC239867-B705-D1F0-4231-DBCA68741015}"/>
          </ac:inkMkLst>
        </pc:inkChg>
      </pc:sldChg>
      <pc:sldChg chg="addSp delSp modSp add mod">
        <pc:chgData name="Deepika Vatsa" userId="f7100972-27fe-4ee6-8fb4-ec9b7931b409" providerId="ADAL" clId="{7BBACB10-8586-4BCC-A476-38C462E71A11}" dt="2025-08-20T11:37:16.703" v="2620"/>
        <pc:sldMkLst>
          <pc:docMk/>
          <pc:sldMk cId="2046699416" sldId="634"/>
        </pc:sldMkLst>
        <pc:spChg chg="del">
          <ac:chgData name="Deepika Vatsa" userId="f7100972-27fe-4ee6-8fb4-ec9b7931b409" providerId="ADAL" clId="{7BBACB10-8586-4BCC-A476-38C462E71A11}" dt="2025-08-20T05:57:49.904" v="762" actId="478"/>
          <ac:spMkLst>
            <pc:docMk/>
            <pc:sldMk cId="2046699416" sldId="634"/>
            <ac:spMk id="5" creationId="{2461C6AC-CE12-CE55-1E34-C97C06A15181}"/>
          </ac:spMkLst>
        </pc:spChg>
        <pc:picChg chg="add del mod">
          <ac:chgData name="Deepika Vatsa" userId="f7100972-27fe-4ee6-8fb4-ec9b7931b409" providerId="ADAL" clId="{7BBACB10-8586-4BCC-A476-38C462E71A11}" dt="2025-08-20T06:48:20.647" v="1628" actId="478"/>
          <ac:picMkLst>
            <pc:docMk/>
            <pc:sldMk cId="2046699416" sldId="634"/>
            <ac:picMk id="6" creationId="{AD084D03-C36A-C512-DD48-5B3303E88AA0}"/>
          </ac:picMkLst>
        </pc:picChg>
        <pc:picChg chg="add mod modCrop">
          <ac:chgData name="Deepika Vatsa" userId="f7100972-27fe-4ee6-8fb4-ec9b7931b409" providerId="ADAL" clId="{7BBACB10-8586-4BCC-A476-38C462E71A11}" dt="2025-08-20T06:48:32.274" v="1634" actId="732"/>
          <ac:picMkLst>
            <pc:docMk/>
            <pc:sldMk cId="2046699416" sldId="634"/>
            <ac:picMk id="7" creationId="{4261722E-4B0F-C2A8-2B2E-D7283F121F24}"/>
          </ac:picMkLst>
        </pc:picChg>
        <pc:inkChg chg="add">
          <ac:chgData name="Deepika Vatsa" userId="f7100972-27fe-4ee6-8fb4-ec9b7931b409" providerId="ADAL" clId="{7BBACB10-8586-4BCC-A476-38C462E71A11}" dt="2025-08-20T11:37:16.703" v="2620"/>
          <ac:inkMkLst>
            <pc:docMk/>
            <pc:sldMk cId="2046699416" sldId="634"/>
            <ac:inkMk id="4" creationId="{D70D7400-B8DC-8405-E6B7-D5BD5C5C312A}"/>
          </ac:inkMkLst>
        </pc:inkChg>
      </pc:sldChg>
      <pc:sldChg chg="addSp delSp modSp add mod">
        <pc:chgData name="Deepika Vatsa" userId="f7100972-27fe-4ee6-8fb4-ec9b7931b409" providerId="ADAL" clId="{7BBACB10-8586-4BCC-A476-38C462E71A11}" dt="2025-08-20T11:37:16.703" v="2620"/>
        <pc:sldMkLst>
          <pc:docMk/>
          <pc:sldMk cId="746225030" sldId="635"/>
        </pc:sldMkLst>
        <pc:spChg chg="mod">
          <ac:chgData name="Deepika Vatsa" userId="f7100972-27fe-4ee6-8fb4-ec9b7931b409" providerId="ADAL" clId="{7BBACB10-8586-4BCC-A476-38C462E71A11}" dt="2025-08-20T06:14:36.806" v="792" actId="20577"/>
          <ac:spMkLst>
            <pc:docMk/>
            <pc:sldMk cId="746225030" sldId="635"/>
            <ac:spMk id="2" creationId="{00000000-0000-0000-0000-000000000000}"/>
          </ac:spMkLst>
        </pc:spChg>
        <pc:spChg chg="add mod">
          <ac:chgData name="Deepika Vatsa" userId="f7100972-27fe-4ee6-8fb4-ec9b7931b409" providerId="ADAL" clId="{7BBACB10-8586-4BCC-A476-38C462E71A11}" dt="2025-08-20T06:50:11.173" v="1676" actId="20577"/>
          <ac:spMkLst>
            <pc:docMk/>
            <pc:sldMk cId="746225030" sldId="635"/>
            <ac:spMk id="5" creationId="{511D877E-D953-9EA2-2658-9866E6DD2D78}"/>
          </ac:spMkLst>
        </pc:spChg>
        <pc:picChg chg="del">
          <ac:chgData name="Deepika Vatsa" userId="f7100972-27fe-4ee6-8fb4-ec9b7931b409" providerId="ADAL" clId="{7BBACB10-8586-4BCC-A476-38C462E71A11}" dt="2025-08-20T06:14:38.527" v="793" actId="478"/>
          <ac:picMkLst>
            <pc:docMk/>
            <pc:sldMk cId="746225030" sldId="635"/>
            <ac:picMk id="6" creationId="{AD084D03-C36A-C512-DD48-5B3303E88AA0}"/>
          </ac:picMkLst>
        </pc:picChg>
        <pc:inkChg chg="add">
          <ac:chgData name="Deepika Vatsa" userId="f7100972-27fe-4ee6-8fb4-ec9b7931b409" providerId="ADAL" clId="{7BBACB10-8586-4BCC-A476-38C462E71A11}" dt="2025-08-20T11:37:16.703" v="2620"/>
          <ac:inkMkLst>
            <pc:docMk/>
            <pc:sldMk cId="746225030" sldId="635"/>
            <ac:inkMk id="4" creationId="{CCEDA677-310B-0312-E640-FD6E04D1E035}"/>
          </ac:inkMkLst>
        </pc:inkChg>
      </pc:sldChg>
      <pc:sldChg chg="addSp modSp add mod">
        <pc:chgData name="Deepika Vatsa" userId="f7100972-27fe-4ee6-8fb4-ec9b7931b409" providerId="ADAL" clId="{7BBACB10-8586-4BCC-A476-38C462E71A11}" dt="2025-08-20T11:37:16.703" v="2620"/>
        <pc:sldMkLst>
          <pc:docMk/>
          <pc:sldMk cId="4132203484" sldId="636"/>
        </pc:sldMkLst>
        <pc:spChg chg="mod">
          <ac:chgData name="Deepika Vatsa" userId="f7100972-27fe-4ee6-8fb4-ec9b7931b409" providerId="ADAL" clId="{7BBACB10-8586-4BCC-A476-38C462E71A11}" dt="2025-08-20T06:18:26.202" v="827" actId="20577"/>
          <ac:spMkLst>
            <pc:docMk/>
            <pc:sldMk cId="4132203484" sldId="636"/>
            <ac:spMk id="2" creationId="{00000000-0000-0000-0000-000000000000}"/>
          </ac:spMkLst>
        </pc:spChg>
        <pc:spChg chg="mod">
          <ac:chgData name="Deepika Vatsa" userId="f7100972-27fe-4ee6-8fb4-ec9b7931b409" providerId="ADAL" clId="{7BBACB10-8586-4BCC-A476-38C462E71A11}" dt="2025-08-20T06:28:03.436" v="1357" actId="20577"/>
          <ac:spMkLst>
            <pc:docMk/>
            <pc:sldMk cId="4132203484" sldId="636"/>
            <ac:spMk id="5" creationId="{511D877E-D953-9EA2-2658-9866E6DD2D78}"/>
          </ac:spMkLst>
        </pc:spChg>
        <pc:inkChg chg="add">
          <ac:chgData name="Deepika Vatsa" userId="f7100972-27fe-4ee6-8fb4-ec9b7931b409" providerId="ADAL" clId="{7BBACB10-8586-4BCC-A476-38C462E71A11}" dt="2025-08-20T11:37:16.703" v="2620"/>
          <ac:inkMkLst>
            <pc:docMk/>
            <pc:sldMk cId="4132203484" sldId="636"/>
            <ac:inkMk id="4" creationId="{CDF80E7D-A0DD-A4B7-A5BA-90DC25623BB9}"/>
          </ac:inkMkLst>
        </pc:inkChg>
      </pc:sldChg>
      <pc:sldChg chg="addSp modSp add mod">
        <pc:chgData name="Deepika Vatsa" userId="f7100972-27fe-4ee6-8fb4-ec9b7931b409" providerId="ADAL" clId="{7BBACB10-8586-4BCC-A476-38C462E71A11}" dt="2025-08-20T11:37:16.703" v="2620"/>
        <pc:sldMkLst>
          <pc:docMk/>
          <pc:sldMk cId="397641393" sldId="637"/>
        </pc:sldMkLst>
        <pc:spChg chg="mod">
          <ac:chgData name="Deepika Vatsa" userId="f7100972-27fe-4ee6-8fb4-ec9b7931b409" providerId="ADAL" clId="{7BBACB10-8586-4BCC-A476-38C462E71A11}" dt="2025-08-20T06:29:29.207" v="1372" actId="6549"/>
          <ac:spMkLst>
            <pc:docMk/>
            <pc:sldMk cId="397641393" sldId="637"/>
            <ac:spMk id="5" creationId="{511D877E-D953-9EA2-2658-9866E6DD2D78}"/>
          </ac:spMkLst>
        </pc:spChg>
        <pc:inkChg chg="add">
          <ac:chgData name="Deepika Vatsa" userId="f7100972-27fe-4ee6-8fb4-ec9b7931b409" providerId="ADAL" clId="{7BBACB10-8586-4BCC-A476-38C462E71A11}" dt="2025-08-20T11:37:16.703" v="2620"/>
          <ac:inkMkLst>
            <pc:docMk/>
            <pc:sldMk cId="397641393" sldId="637"/>
            <ac:inkMk id="4" creationId="{2C098E41-7132-B29B-C848-2D8B179D22D8}"/>
          </ac:inkMkLst>
        </pc:inkChg>
      </pc:sldChg>
      <pc:sldChg chg="addSp modSp add mod">
        <pc:chgData name="Deepika Vatsa" userId="f7100972-27fe-4ee6-8fb4-ec9b7931b409" providerId="ADAL" clId="{7BBACB10-8586-4BCC-A476-38C462E71A11}" dt="2025-08-20T11:37:16.703" v="2620"/>
        <pc:sldMkLst>
          <pc:docMk/>
          <pc:sldMk cId="2040000702" sldId="638"/>
        </pc:sldMkLst>
        <pc:spChg chg="mod">
          <ac:chgData name="Deepika Vatsa" userId="f7100972-27fe-4ee6-8fb4-ec9b7931b409" providerId="ADAL" clId="{7BBACB10-8586-4BCC-A476-38C462E71A11}" dt="2025-08-20T06:29:40.570" v="1375" actId="15"/>
          <ac:spMkLst>
            <pc:docMk/>
            <pc:sldMk cId="2040000702" sldId="638"/>
            <ac:spMk id="5" creationId="{511D877E-D953-9EA2-2658-9866E6DD2D78}"/>
          </ac:spMkLst>
        </pc:spChg>
        <pc:inkChg chg="add">
          <ac:chgData name="Deepika Vatsa" userId="f7100972-27fe-4ee6-8fb4-ec9b7931b409" providerId="ADAL" clId="{7BBACB10-8586-4BCC-A476-38C462E71A11}" dt="2025-08-20T11:37:16.703" v="2620"/>
          <ac:inkMkLst>
            <pc:docMk/>
            <pc:sldMk cId="2040000702" sldId="638"/>
            <ac:inkMk id="4" creationId="{D186D7C2-3724-A0AC-3ADF-C23564D33B17}"/>
          </ac:inkMkLst>
        </pc:inkChg>
      </pc:sldChg>
      <pc:sldChg chg="addSp delSp modSp add mod">
        <pc:chgData name="Deepika Vatsa" userId="f7100972-27fe-4ee6-8fb4-ec9b7931b409" providerId="ADAL" clId="{7BBACB10-8586-4BCC-A476-38C462E71A11}" dt="2025-08-20T11:37:16.703" v="2620"/>
        <pc:sldMkLst>
          <pc:docMk/>
          <pc:sldMk cId="97423181" sldId="639"/>
        </pc:sldMkLst>
        <pc:spChg chg="mod">
          <ac:chgData name="Deepika Vatsa" userId="f7100972-27fe-4ee6-8fb4-ec9b7931b409" providerId="ADAL" clId="{7BBACB10-8586-4BCC-A476-38C462E71A11}" dt="2025-08-20T06:33:55.765" v="1393" actId="20577"/>
          <ac:spMkLst>
            <pc:docMk/>
            <pc:sldMk cId="97423181" sldId="639"/>
            <ac:spMk id="2" creationId="{00000000-0000-0000-0000-000000000000}"/>
          </ac:spMkLst>
        </pc:spChg>
        <pc:spChg chg="del">
          <ac:chgData name="Deepika Vatsa" userId="f7100972-27fe-4ee6-8fb4-ec9b7931b409" providerId="ADAL" clId="{7BBACB10-8586-4BCC-A476-38C462E71A11}" dt="2025-08-20T06:33:50.792" v="1377" actId="478"/>
          <ac:spMkLst>
            <pc:docMk/>
            <pc:sldMk cId="97423181" sldId="639"/>
            <ac:spMk id="5" creationId="{511D877E-D953-9EA2-2658-9866E6DD2D78}"/>
          </ac:spMkLst>
        </pc:spChg>
        <pc:picChg chg="add mod">
          <ac:chgData name="Deepika Vatsa" userId="f7100972-27fe-4ee6-8fb4-ec9b7931b409" providerId="ADAL" clId="{7BBACB10-8586-4BCC-A476-38C462E71A11}" dt="2025-08-20T06:34:05.246" v="1395" actId="1076"/>
          <ac:picMkLst>
            <pc:docMk/>
            <pc:sldMk cId="97423181" sldId="639"/>
            <ac:picMk id="6" creationId="{47AF47F2-040F-11E0-0C79-A615D4B3B072}"/>
          </ac:picMkLst>
        </pc:picChg>
        <pc:inkChg chg="add">
          <ac:chgData name="Deepika Vatsa" userId="f7100972-27fe-4ee6-8fb4-ec9b7931b409" providerId="ADAL" clId="{7BBACB10-8586-4BCC-A476-38C462E71A11}" dt="2025-08-20T11:37:16.703" v="2620"/>
          <ac:inkMkLst>
            <pc:docMk/>
            <pc:sldMk cId="97423181" sldId="639"/>
            <ac:inkMk id="4" creationId="{C9E54979-83BE-2529-925B-8DF2C9EAAA51}"/>
          </ac:inkMkLst>
        </pc:inkChg>
      </pc:sldChg>
      <pc:sldChg chg="addSp delSp modSp add mod">
        <pc:chgData name="Deepika Vatsa" userId="f7100972-27fe-4ee6-8fb4-ec9b7931b409" providerId="ADAL" clId="{7BBACB10-8586-4BCC-A476-38C462E71A11}" dt="2025-08-20T11:37:16.703" v="2620"/>
        <pc:sldMkLst>
          <pc:docMk/>
          <pc:sldMk cId="2583778159" sldId="640"/>
        </pc:sldMkLst>
        <pc:spChg chg="mod">
          <ac:chgData name="Deepika Vatsa" userId="f7100972-27fe-4ee6-8fb4-ec9b7931b409" providerId="ADAL" clId="{7BBACB10-8586-4BCC-A476-38C462E71A11}" dt="2025-08-20T06:34:31.767" v="1416" actId="20577"/>
          <ac:spMkLst>
            <pc:docMk/>
            <pc:sldMk cId="2583778159" sldId="640"/>
            <ac:spMk id="2" creationId="{00000000-0000-0000-0000-000000000000}"/>
          </ac:spMkLst>
        </pc:spChg>
        <pc:picChg chg="add mod">
          <ac:chgData name="Deepika Vatsa" userId="f7100972-27fe-4ee6-8fb4-ec9b7931b409" providerId="ADAL" clId="{7BBACB10-8586-4BCC-A476-38C462E71A11}" dt="2025-08-20T06:34:26.918" v="1400" actId="1076"/>
          <ac:picMkLst>
            <pc:docMk/>
            <pc:sldMk cId="2583778159" sldId="640"/>
            <ac:picMk id="5" creationId="{E3888E7E-B726-F87B-EE88-D7D101352222}"/>
          </ac:picMkLst>
        </pc:picChg>
        <pc:picChg chg="del">
          <ac:chgData name="Deepika Vatsa" userId="f7100972-27fe-4ee6-8fb4-ec9b7931b409" providerId="ADAL" clId="{7BBACB10-8586-4BCC-A476-38C462E71A11}" dt="2025-08-20T06:34:10.883" v="1397" actId="478"/>
          <ac:picMkLst>
            <pc:docMk/>
            <pc:sldMk cId="2583778159" sldId="640"/>
            <ac:picMk id="6" creationId="{47AF47F2-040F-11E0-0C79-A615D4B3B072}"/>
          </ac:picMkLst>
        </pc:picChg>
        <pc:inkChg chg="add">
          <ac:chgData name="Deepika Vatsa" userId="f7100972-27fe-4ee6-8fb4-ec9b7931b409" providerId="ADAL" clId="{7BBACB10-8586-4BCC-A476-38C462E71A11}" dt="2025-08-20T11:37:16.703" v="2620"/>
          <ac:inkMkLst>
            <pc:docMk/>
            <pc:sldMk cId="2583778159" sldId="640"/>
            <ac:inkMk id="4" creationId="{F9ADC63B-521A-A0E3-DF87-FF1EDDDDE33D}"/>
          </ac:inkMkLst>
        </pc:inkChg>
      </pc:sldChg>
      <pc:sldChg chg="delSp modSp add mod">
        <pc:chgData name="Deepika Vatsa" userId="f7100972-27fe-4ee6-8fb4-ec9b7931b409" providerId="ADAL" clId="{7BBACB10-8586-4BCC-A476-38C462E71A11}" dt="2025-08-20T06:35:22.387" v="1430" actId="403"/>
        <pc:sldMkLst>
          <pc:docMk/>
          <pc:sldMk cId="1325567634" sldId="641"/>
        </pc:sldMkLst>
        <pc:spChg chg="mod">
          <ac:chgData name="Deepika Vatsa" userId="f7100972-27fe-4ee6-8fb4-ec9b7931b409" providerId="ADAL" clId="{7BBACB10-8586-4BCC-A476-38C462E71A11}" dt="2025-08-20T06:35:22.387" v="1430" actId="403"/>
          <ac:spMkLst>
            <pc:docMk/>
            <pc:sldMk cId="1325567634" sldId="641"/>
            <ac:spMk id="2" creationId="{00000000-0000-0000-0000-000000000000}"/>
          </ac:spMkLst>
        </pc:spChg>
        <pc:spChg chg="del">
          <ac:chgData name="Deepika Vatsa" userId="f7100972-27fe-4ee6-8fb4-ec9b7931b409" providerId="ADAL" clId="{7BBACB10-8586-4BCC-A476-38C462E71A11}" dt="2025-08-20T06:34:59.107" v="1418" actId="478"/>
          <ac:spMkLst>
            <pc:docMk/>
            <pc:sldMk cId="1325567634" sldId="641"/>
            <ac:spMk id="5" creationId="{2461C6AC-CE12-CE55-1E34-C97C06A15181}"/>
          </ac:spMkLst>
        </pc:spChg>
      </pc:sldChg>
      <pc:sldChg chg="modSp add mod">
        <pc:chgData name="Deepika Vatsa" userId="f7100972-27fe-4ee6-8fb4-ec9b7931b409" providerId="ADAL" clId="{7BBACB10-8586-4BCC-A476-38C462E71A11}" dt="2025-08-20T06:35:35.150" v="1439" actId="20577"/>
        <pc:sldMkLst>
          <pc:docMk/>
          <pc:sldMk cId="3281371514" sldId="642"/>
        </pc:sldMkLst>
        <pc:spChg chg="mod">
          <ac:chgData name="Deepika Vatsa" userId="f7100972-27fe-4ee6-8fb4-ec9b7931b409" providerId="ADAL" clId="{7BBACB10-8586-4BCC-A476-38C462E71A11}" dt="2025-08-20T06:35:35.150" v="1439" actId="20577"/>
          <ac:spMkLst>
            <pc:docMk/>
            <pc:sldMk cId="3281371514" sldId="642"/>
            <ac:spMk id="2" creationId="{00000000-0000-0000-0000-000000000000}"/>
          </ac:spMkLst>
        </pc:spChg>
      </pc:sldChg>
      <pc:sldChg chg="addSp modSp add mod ord">
        <pc:chgData name="Deepika Vatsa" userId="f7100972-27fe-4ee6-8fb4-ec9b7931b409" providerId="ADAL" clId="{7BBACB10-8586-4BCC-A476-38C462E71A11}" dt="2025-08-20T11:37:16.703" v="2620"/>
        <pc:sldMkLst>
          <pc:docMk/>
          <pc:sldMk cId="1316392785" sldId="643"/>
        </pc:sldMkLst>
        <pc:spChg chg="mod">
          <ac:chgData name="Deepika Vatsa" userId="f7100972-27fe-4ee6-8fb4-ec9b7931b409" providerId="ADAL" clId="{7BBACB10-8586-4BCC-A476-38C462E71A11}" dt="2025-08-20T06:40:17.339" v="1516" actId="20577"/>
          <ac:spMkLst>
            <pc:docMk/>
            <pc:sldMk cId="1316392785" sldId="643"/>
            <ac:spMk id="2" creationId="{00000000-0000-0000-0000-000000000000}"/>
          </ac:spMkLst>
        </pc:spChg>
        <pc:spChg chg="mod">
          <ac:chgData name="Deepika Vatsa" userId="f7100972-27fe-4ee6-8fb4-ec9b7931b409" providerId="ADAL" clId="{7BBACB10-8586-4BCC-A476-38C462E71A11}" dt="2025-08-20T06:41:03.560" v="1542"/>
          <ac:spMkLst>
            <pc:docMk/>
            <pc:sldMk cId="1316392785" sldId="643"/>
            <ac:spMk id="5" creationId="{511D877E-D953-9EA2-2658-9866E6DD2D78}"/>
          </ac:spMkLst>
        </pc:spChg>
        <pc:inkChg chg="add">
          <ac:chgData name="Deepika Vatsa" userId="f7100972-27fe-4ee6-8fb4-ec9b7931b409" providerId="ADAL" clId="{7BBACB10-8586-4BCC-A476-38C462E71A11}" dt="2025-08-20T11:37:16.703" v="2620"/>
          <ac:inkMkLst>
            <pc:docMk/>
            <pc:sldMk cId="1316392785" sldId="643"/>
            <ac:inkMk id="4" creationId="{17BD0407-EA25-1277-BE98-C748946EB9BA}"/>
          </ac:inkMkLst>
        </pc:inkChg>
      </pc:sldChg>
      <pc:sldChg chg="addSp modSp add mod">
        <pc:chgData name="Deepika Vatsa" userId="f7100972-27fe-4ee6-8fb4-ec9b7931b409" providerId="ADAL" clId="{7BBACB10-8586-4BCC-A476-38C462E71A11}" dt="2025-08-20T11:37:16.703" v="2620"/>
        <pc:sldMkLst>
          <pc:docMk/>
          <pc:sldMk cId="4154143070" sldId="644"/>
        </pc:sldMkLst>
        <pc:spChg chg="mod">
          <ac:chgData name="Deepika Vatsa" userId="f7100972-27fe-4ee6-8fb4-ec9b7931b409" providerId="ADAL" clId="{7BBACB10-8586-4BCC-A476-38C462E71A11}" dt="2025-08-20T06:42:52.692" v="1621" actId="20577"/>
          <ac:spMkLst>
            <pc:docMk/>
            <pc:sldMk cId="4154143070" sldId="644"/>
            <ac:spMk id="5" creationId="{511D877E-D953-9EA2-2658-9866E6DD2D78}"/>
          </ac:spMkLst>
        </pc:spChg>
        <pc:inkChg chg="add">
          <ac:chgData name="Deepika Vatsa" userId="f7100972-27fe-4ee6-8fb4-ec9b7931b409" providerId="ADAL" clId="{7BBACB10-8586-4BCC-A476-38C462E71A11}" dt="2025-08-20T11:37:16.703" v="2620"/>
          <ac:inkMkLst>
            <pc:docMk/>
            <pc:sldMk cId="4154143070" sldId="644"/>
            <ac:inkMk id="4" creationId="{9EF5BFCC-BBF3-4570-20A0-B67AED60275B}"/>
          </ac:inkMkLst>
        </pc:inkChg>
      </pc:sldChg>
      <pc:sldChg chg="addSp modSp add mod">
        <pc:chgData name="Deepika Vatsa" userId="f7100972-27fe-4ee6-8fb4-ec9b7931b409" providerId="ADAL" clId="{7BBACB10-8586-4BCC-A476-38C462E71A11}" dt="2025-08-20T11:37:16.703" v="2620"/>
        <pc:sldMkLst>
          <pc:docMk/>
          <pc:sldMk cId="3731779941" sldId="645"/>
        </pc:sldMkLst>
        <pc:spChg chg="mod">
          <ac:chgData name="Deepika Vatsa" userId="f7100972-27fe-4ee6-8fb4-ec9b7931b409" providerId="ADAL" clId="{7BBACB10-8586-4BCC-A476-38C462E71A11}" dt="2025-08-20T06:41:22.338" v="1551" actId="113"/>
          <ac:spMkLst>
            <pc:docMk/>
            <pc:sldMk cId="3731779941" sldId="645"/>
            <ac:spMk id="5" creationId="{511D877E-D953-9EA2-2658-9866E6DD2D78}"/>
          </ac:spMkLst>
        </pc:spChg>
        <pc:inkChg chg="add">
          <ac:chgData name="Deepika Vatsa" userId="f7100972-27fe-4ee6-8fb4-ec9b7931b409" providerId="ADAL" clId="{7BBACB10-8586-4BCC-A476-38C462E71A11}" dt="2025-08-20T11:37:16.703" v="2620"/>
          <ac:inkMkLst>
            <pc:docMk/>
            <pc:sldMk cId="3731779941" sldId="645"/>
            <ac:inkMk id="4" creationId="{5AC419C3-8D99-A037-EC2C-A8289BDB7403}"/>
          </ac:inkMkLst>
        </pc:inkChg>
      </pc:sldChg>
      <pc:sldChg chg="addSp add">
        <pc:chgData name="Deepika Vatsa" userId="f7100972-27fe-4ee6-8fb4-ec9b7931b409" providerId="ADAL" clId="{7BBACB10-8586-4BCC-A476-38C462E71A11}" dt="2025-08-20T11:37:16.703" v="2620"/>
        <pc:sldMkLst>
          <pc:docMk/>
          <pc:sldMk cId="1825479687" sldId="646"/>
        </pc:sldMkLst>
        <pc:inkChg chg="add">
          <ac:chgData name="Deepika Vatsa" userId="f7100972-27fe-4ee6-8fb4-ec9b7931b409" providerId="ADAL" clId="{7BBACB10-8586-4BCC-A476-38C462E71A11}" dt="2025-08-20T11:37:16.703" v="2620"/>
          <ac:inkMkLst>
            <pc:docMk/>
            <pc:sldMk cId="1825479687" sldId="646"/>
            <ac:inkMk id="4" creationId="{9ED57F5B-8592-4B94-68EF-6BE6EFC79E86}"/>
          </ac:inkMkLst>
        </pc:inkChg>
      </pc:sldChg>
      <pc:sldChg chg="addSp delSp modSp add del mod">
        <pc:chgData name="Deepika Vatsa" userId="f7100972-27fe-4ee6-8fb4-ec9b7931b409" providerId="ADAL" clId="{7BBACB10-8586-4BCC-A476-38C462E71A11}" dt="2025-08-20T06:48:10.187" v="1626" actId="47"/>
        <pc:sldMkLst>
          <pc:docMk/>
          <pc:sldMk cId="2823366148" sldId="646"/>
        </pc:sldMkLst>
        <pc:spChg chg="del">
          <ac:chgData name="Deepika Vatsa" userId="f7100972-27fe-4ee6-8fb4-ec9b7931b409" providerId="ADAL" clId="{7BBACB10-8586-4BCC-A476-38C462E71A11}" dt="2025-08-20T06:48:02.916" v="1623" actId="478"/>
          <ac:spMkLst>
            <pc:docMk/>
            <pc:sldMk cId="2823366148" sldId="646"/>
            <ac:spMk id="5" creationId="{2461C6AC-CE12-CE55-1E34-C97C06A15181}"/>
          </ac:spMkLst>
        </pc:spChg>
        <pc:picChg chg="add del mod">
          <ac:chgData name="Deepika Vatsa" userId="f7100972-27fe-4ee6-8fb4-ec9b7931b409" providerId="ADAL" clId="{7BBACB10-8586-4BCC-A476-38C462E71A11}" dt="2025-08-20T06:48:07.940" v="1625"/>
          <ac:picMkLst>
            <pc:docMk/>
            <pc:sldMk cId="2823366148" sldId="646"/>
            <ac:picMk id="4" creationId="{052E0D85-B66D-F88F-C54D-A8C608B9CB87}"/>
          </ac:picMkLst>
        </pc:picChg>
      </pc:sldChg>
      <pc:sldChg chg="addSp delSp modSp add mod">
        <pc:chgData name="Deepika Vatsa" userId="f7100972-27fe-4ee6-8fb4-ec9b7931b409" providerId="ADAL" clId="{7BBACB10-8586-4BCC-A476-38C462E71A11}" dt="2025-08-20T11:37:16.703" v="2620"/>
        <pc:sldMkLst>
          <pc:docMk/>
          <pc:sldMk cId="3536546870" sldId="647"/>
        </pc:sldMkLst>
        <pc:spChg chg="del">
          <ac:chgData name="Deepika Vatsa" userId="f7100972-27fe-4ee6-8fb4-ec9b7931b409" providerId="ADAL" clId="{7BBACB10-8586-4BCC-A476-38C462E71A11}" dt="2025-08-20T06:52:33.256" v="1678" actId="478"/>
          <ac:spMkLst>
            <pc:docMk/>
            <pc:sldMk cId="3536546870" sldId="647"/>
            <ac:spMk id="5" creationId="{511D877E-D953-9EA2-2658-9866E6DD2D78}"/>
          </ac:spMkLst>
        </pc:spChg>
        <pc:picChg chg="add mod modCrop">
          <ac:chgData name="Deepika Vatsa" userId="f7100972-27fe-4ee6-8fb4-ec9b7931b409" providerId="ADAL" clId="{7BBACB10-8586-4BCC-A476-38C462E71A11}" dt="2025-08-20T06:52:47.358" v="1682" actId="1076"/>
          <ac:picMkLst>
            <pc:docMk/>
            <pc:sldMk cId="3536546870" sldId="647"/>
            <ac:picMk id="4" creationId="{52826AD3-6F07-615F-2B72-E90F9DAE671E}"/>
          </ac:picMkLst>
        </pc:picChg>
        <pc:inkChg chg="add">
          <ac:chgData name="Deepika Vatsa" userId="f7100972-27fe-4ee6-8fb4-ec9b7931b409" providerId="ADAL" clId="{7BBACB10-8586-4BCC-A476-38C462E71A11}" dt="2025-08-20T11:37:16.703" v="2620"/>
          <ac:inkMkLst>
            <pc:docMk/>
            <pc:sldMk cId="3536546870" sldId="647"/>
            <ac:inkMk id="5" creationId="{48F69E82-123F-45EE-AF2E-934D2983316B}"/>
          </ac:inkMkLst>
        </pc:inkChg>
      </pc:sldChg>
      <pc:sldChg chg="addSp delSp modSp add mod">
        <pc:chgData name="Deepika Vatsa" userId="f7100972-27fe-4ee6-8fb4-ec9b7931b409" providerId="ADAL" clId="{7BBACB10-8586-4BCC-A476-38C462E71A11}" dt="2025-08-20T11:37:16.703" v="2620"/>
        <pc:sldMkLst>
          <pc:docMk/>
          <pc:sldMk cId="3930264224" sldId="648"/>
        </pc:sldMkLst>
        <pc:spChg chg="mod">
          <ac:chgData name="Deepika Vatsa" userId="f7100972-27fe-4ee6-8fb4-ec9b7931b409" providerId="ADAL" clId="{7BBACB10-8586-4BCC-A476-38C462E71A11}" dt="2025-08-20T06:53:34.954" v="1695" actId="20577"/>
          <ac:spMkLst>
            <pc:docMk/>
            <pc:sldMk cId="3930264224" sldId="648"/>
            <ac:spMk id="2" creationId="{00000000-0000-0000-0000-000000000000}"/>
          </ac:spMkLst>
        </pc:spChg>
        <pc:spChg chg="add mod">
          <ac:chgData name="Deepika Vatsa" userId="f7100972-27fe-4ee6-8fb4-ec9b7931b409" providerId="ADAL" clId="{7BBACB10-8586-4BCC-A476-38C462E71A11}" dt="2025-08-20T07:07:56.937" v="2619" actId="1076"/>
          <ac:spMkLst>
            <pc:docMk/>
            <pc:sldMk cId="3930264224" sldId="648"/>
            <ac:spMk id="6" creationId="{FFD9A4DD-B5AB-E8DB-C496-231CC09E2328}"/>
          </ac:spMkLst>
        </pc:spChg>
        <pc:picChg chg="del">
          <ac:chgData name="Deepika Vatsa" userId="f7100972-27fe-4ee6-8fb4-ec9b7931b409" providerId="ADAL" clId="{7BBACB10-8586-4BCC-A476-38C462E71A11}" dt="2025-08-20T06:53:36.586" v="1696" actId="478"/>
          <ac:picMkLst>
            <pc:docMk/>
            <pc:sldMk cId="3930264224" sldId="648"/>
            <ac:picMk id="4" creationId="{52826AD3-6F07-615F-2B72-E90F9DAE671E}"/>
          </ac:picMkLst>
        </pc:picChg>
        <pc:picChg chg="add del mod">
          <ac:chgData name="Deepika Vatsa" userId="f7100972-27fe-4ee6-8fb4-ec9b7931b409" providerId="ADAL" clId="{7BBACB10-8586-4BCC-A476-38C462E71A11}" dt="2025-08-20T06:56:17.473" v="2015" actId="478"/>
          <ac:picMkLst>
            <pc:docMk/>
            <pc:sldMk cId="3930264224" sldId="648"/>
            <ac:picMk id="5" creationId="{90B69D6D-4D75-A08B-F30E-E6BF26ECD871}"/>
          </ac:picMkLst>
        </pc:picChg>
        <pc:inkChg chg="add">
          <ac:chgData name="Deepika Vatsa" userId="f7100972-27fe-4ee6-8fb4-ec9b7931b409" providerId="ADAL" clId="{7BBACB10-8586-4BCC-A476-38C462E71A11}" dt="2025-08-20T11:37:16.703" v="2620"/>
          <ac:inkMkLst>
            <pc:docMk/>
            <pc:sldMk cId="3930264224" sldId="648"/>
            <ac:inkMk id="4" creationId="{5B05BB2A-4A4F-9946-3A29-504DBDCFD2EB}"/>
          </ac:inkMkLst>
        </pc:inkChg>
      </pc:sldChg>
      <pc:sldChg chg="addSp delSp modSp add del mod">
        <pc:chgData name="Deepika Vatsa" userId="f7100972-27fe-4ee6-8fb4-ec9b7931b409" providerId="ADAL" clId="{7BBACB10-8586-4BCC-A476-38C462E71A11}" dt="2025-08-20T07:04:05.864" v="2494" actId="47"/>
        <pc:sldMkLst>
          <pc:docMk/>
          <pc:sldMk cId="1939606234" sldId="649"/>
        </pc:sldMkLst>
        <pc:picChg chg="add mod modCrop">
          <ac:chgData name="Deepika Vatsa" userId="f7100972-27fe-4ee6-8fb4-ec9b7931b409" providerId="ADAL" clId="{7BBACB10-8586-4BCC-A476-38C462E71A11}" dt="2025-08-20T06:54:29.380" v="1707" actId="1076"/>
          <ac:picMkLst>
            <pc:docMk/>
            <pc:sldMk cId="1939606234" sldId="649"/>
            <ac:picMk id="4" creationId="{8073A3DF-2A3E-5F66-4875-63C1D5E6A527}"/>
          </ac:picMkLst>
        </pc:picChg>
        <pc:picChg chg="del">
          <ac:chgData name="Deepika Vatsa" userId="f7100972-27fe-4ee6-8fb4-ec9b7931b409" providerId="ADAL" clId="{7BBACB10-8586-4BCC-A476-38C462E71A11}" dt="2025-08-20T06:53:48.007" v="1700" actId="478"/>
          <ac:picMkLst>
            <pc:docMk/>
            <pc:sldMk cId="1939606234" sldId="649"/>
            <ac:picMk id="5" creationId="{90B69D6D-4D75-A08B-F30E-E6BF26ECD871}"/>
          </ac:picMkLst>
        </pc:picChg>
      </pc:sldChg>
      <pc:sldChg chg="addSp modSp add mod">
        <pc:chgData name="Deepika Vatsa" userId="f7100972-27fe-4ee6-8fb4-ec9b7931b409" providerId="ADAL" clId="{7BBACB10-8586-4BCC-A476-38C462E71A11}" dt="2025-08-20T11:37:16.703" v="2620"/>
        <pc:sldMkLst>
          <pc:docMk/>
          <pc:sldMk cId="2272648693" sldId="650"/>
        </pc:sldMkLst>
        <pc:spChg chg="mod">
          <ac:chgData name="Deepika Vatsa" userId="f7100972-27fe-4ee6-8fb4-ec9b7931b409" providerId="ADAL" clId="{7BBACB10-8586-4BCC-A476-38C462E71A11}" dt="2025-08-20T07:03:43.999" v="2452" actId="1076"/>
          <ac:spMkLst>
            <pc:docMk/>
            <pc:sldMk cId="2272648693" sldId="650"/>
            <ac:spMk id="6" creationId="{FFD9A4DD-B5AB-E8DB-C496-231CC09E2328}"/>
          </ac:spMkLst>
        </pc:spChg>
        <pc:spChg chg="add mod">
          <ac:chgData name="Deepika Vatsa" userId="f7100972-27fe-4ee6-8fb4-ec9b7931b409" providerId="ADAL" clId="{7BBACB10-8586-4BCC-A476-38C462E71A11}" dt="2025-08-20T07:03:54.092" v="2492" actId="1036"/>
          <ac:spMkLst>
            <pc:docMk/>
            <pc:sldMk cId="2272648693" sldId="650"/>
            <ac:spMk id="7" creationId="{E66E3315-B034-A861-26B7-161D840A9B8B}"/>
          </ac:spMkLst>
        </pc:spChg>
        <pc:spChg chg="add mod">
          <ac:chgData name="Deepika Vatsa" userId="f7100972-27fe-4ee6-8fb4-ec9b7931b409" providerId="ADAL" clId="{7BBACB10-8586-4BCC-A476-38C462E71A11}" dt="2025-08-20T07:03:54.092" v="2492" actId="1036"/>
          <ac:spMkLst>
            <pc:docMk/>
            <pc:sldMk cId="2272648693" sldId="650"/>
            <ac:spMk id="8" creationId="{128771D7-1DE7-3AC6-2294-0C18F21CB146}"/>
          </ac:spMkLst>
        </pc:spChg>
        <pc:inkChg chg="add">
          <ac:chgData name="Deepika Vatsa" userId="f7100972-27fe-4ee6-8fb4-ec9b7931b409" providerId="ADAL" clId="{7BBACB10-8586-4BCC-A476-38C462E71A11}" dt="2025-08-20T11:37:16.703" v="2620"/>
          <ac:inkMkLst>
            <pc:docMk/>
            <pc:sldMk cId="2272648693" sldId="650"/>
            <ac:inkMk id="4" creationId="{201305CA-103F-AE7E-F77A-F7E37CE5BB0E}"/>
          </ac:inkMkLst>
        </pc:inkChg>
        <pc:cxnChg chg="add mod">
          <ac:chgData name="Deepika Vatsa" userId="f7100972-27fe-4ee6-8fb4-ec9b7931b409" providerId="ADAL" clId="{7BBACB10-8586-4BCC-A476-38C462E71A11}" dt="2025-08-20T07:04:00.836" v="2493" actId="14100"/>
          <ac:cxnSpMkLst>
            <pc:docMk/>
            <pc:sldMk cId="2272648693" sldId="650"/>
            <ac:cxnSpMk id="5" creationId="{24B3BA2A-7D87-5D78-8A80-D0AF4570A12E}"/>
          </ac:cxnSpMkLst>
        </pc:cxnChg>
      </pc:sldChg>
    </pc:docChg>
  </pc:docChgLst>
  <pc:docChgLst>
    <pc:chgData name="Deepika Vatsa" userId="f7100972-27fe-4ee6-8fb4-ec9b7931b409" providerId="ADAL" clId="{43FC3250-EE2F-489E-970D-AD8C57589867}"/>
    <pc:docChg chg="undo redo custSel addSld delSld modSld sldOrd">
      <pc:chgData name="Deepika Vatsa" userId="f7100972-27fe-4ee6-8fb4-ec9b7931b409" providerId="ADAL" clId="{43FC3250-EE2F-489E-970D-AD8C57589867}" dt="2025-07-31T04:12:47.743" v="5160" actId="478"/>
      <pc:docMkLst>
        <pc:docMk/>
      </pc:docMkLst>
      <pc:sldChg chg="modSp add del mod">
        <pc:chgData name="Deepika Vatsa" userId="f7100972-27fe-4ee6-8fb4-ec9b7931b409" providerId="ADAL" clId="{43FC3250-EE2F-489E-970D-AD8C57589867}" dt="2025-07-23T11:06:41.949" v="98" actId="47"/>
        <pc:sldMkLst>
          <pc:docMk/>
          <pc:sldMk cId="0" sldId="263"/>
        </pc:sldMkLst>
        <pc:spChg chg="mod">
          <ac:chgData name="Deepika Vatsa" userId="f7100972-27fe-4ee6-8fb4-ec9b7931b409" providerId="ADAL" clId="{43FC3250-EE2F-489E-970D-AD8C57589867}" dt="2025-07-23T11:06:13.620" v="88" actId="2711"/>
          <ac:spMkLst>
            <pc:docMk/>
            <pc:sldMk cId="0" sldId="263"/>
            <ac:spMk id="3" creationId="{00000000-0000-0000-0000-000000000000}"/>
          </ac:spMkLst>
        </pc:spChg>
      </pc:sldChg>
      <pc:sldChg chg="modSp mod">
        <pc:chgData name="Deepika Vatsa" userId="f7100972-27fe-4ee6-8fb4-ec9b7931b409" providerId="ADAL" clId="{43FC3250-EE2F-489E-970D-AD8C57589867}" dt="2025-07-23T11:01:16.225" v="18" actId="20577"/>
        <pc:sldMkLst>
          <pc:docMk/>
          <pc:sldMk cId="0" sldId="395"/>
        </pc:sldMkLst>
        <pc:spChg chg="mod">
          <ac:chgData name="Deepika Vatsa" userId="f7100972-27fe-4ee6-8fb4-ec9b7931b409" providerId="ADAL" clId="{43FC3250-EE2F-489E-970D-AD8C57589867}" dt="2025-07-23T11:01:16.225" v="18" actId="20577"/>
          <ac:spMkLst>
            <pc:docMk/>
            <pc:sldMk cId="0" sldId="395"/>
            <ac:spMk id="2" creationId="{00000000-0000-0000-0000-000000000000}"/>
          </ac:spMkLst>
        </pc:spChg>
      </pc:sldChg>
      <pc:sldChg chg="addSp delSp modSp mod">
        <pc:chgData name="Deepika Vatsa" userId="f7100972-27fe-4ee6-8fb4-ec9b7931b409" providerId="ADAL" clId="{43FC3250-EE2F-489E-970D-AD8C57589867}" dt="2025-07-31T03:19:24.681" v="5124" actId="478"/>
        <pc:sldMkLst>
          <pc:docMk/>
          <pc:sldMk cId="3439049211" sldId="591"/>
        </pc:sldMkLst>
        <pc:spChg chg="mod">
          <ac:chgData name="Deepika Vatsa" userId="f7100972-27fe-4ee6-8fb4-ec9b7931b409" providerId="ADAL" clId="{43FC3250-EE2F-489E-970D-AD8C57589867}" dt="2025-07-23T11:02:03.827" v="49" actId="20577"/>
          <ac:spMkLst>
            <pc:docMk/>
            <pc:sldMk cId="3439049211" sldId="591"/>
            <ac:spMk id="2" creationId="{00000000-0000-0000-0000-000000000000}"/>
          </ac:spMkLst>
        </pc:spChg>
        <pc:spChg chg="mod">
          <ac:chgData name="Deepika Vatsa" userId="f7100972-27fe-4ee6-8fb4-ec9b7931b409" providerId="ADAL" clId="{43FC3250-EE2F-489E-970D-AD8C57589867}" dt="2025-07-30T10:52:31" v="4788" actId="20577"/>
          <ac:spMkLst>
            <pc:docMk/>
            <pc:sldMk cId="3439049211" sldId="591"/>
            <ac:spMk id="11" creationId="{06381CCD-359B-D8A2-1997-A5B56A02FD41}"/>
          </ac:spMkLst>
        </pc:spChg>
        <pc:grpChg chg="del mod">
          <ac:chgData name="Deepika Vatsa" userId="f7100972-27fe-4ee6-8fb4-ec9b7931b409" providerId="ADAL" clId="{43FC3250-EE2F-489E-970D-AD8C57589867}" dt="2025-07-30T11:10:20.461" v="4872"/>
          <ac:grpSpMkLst>
            <pc:docMk/>
            <pc:sldMk cId="3439049211" sldId="591"/>
            <ac:grpSpMk id="20" creationId="{DC352B7A-AB12-6C8C-B40D-C7BFBFCE2B59}"/>
          </ac:grpSpMkLst>
        </pc:grpChg>
        <pc:grpChg chg="del mod">
          <ac:chgData name="Deepika Vatsa" userId="f7100972-27fe-4ee6-8fb4-ec9b7931b409" providerId="ADAL" clId="{43FC3250-EE2F-489E-970D-AD8C57589867}" dt="2025-07-30T11:10:21.647" v="4874"/>
          <ac:grpSpMkLst>
            <pc:docMk/>
            <pc:sldMk cId="3439049211" sldId="591"/>
            <ac:grpSpMk id="24" creationId="{219CEEA5-0BF5-D4C3-8297-46607827DC4A}"/>
          </ac:grpSpMkLst>
        </pc:grpChg>
        <pc:grpChg chg="del mod">
          <ac:chgData name="Deepika Vatsa" userId="f7100972-27fe-4ee6-8fb4-ec9b7931b409" providerId="ADAL" clId="{43FC3250-EE2F-489E-970D-AD8C57589867}" dt="2025-07-31T03:19:24.681" v="5124" actId="478"/>
          <ac:grpSpMkLst>
            <pc:docMk/>
            <pc:sldMk cId="3439049211" sldId="591"/>
            <ac:grpSpMk id="26" creationId="{CAF1A6F6-9C72-7932-F250-182C708B9874}"/>
          </ac:grpSpMkLst>
        </pc:grpChg>
        <pc:inkChg chg="add del">
          <ac:chgData name="Deepika Vatsa" userId="f7100972-27fe-4ee6-8fb4-ec9b7931b409" providerId="ADAL" clId="{43FC3250-EE2F-489E-970D-AD8C57589867}" dt="2025-07-31T03:19:24.681" v="5124" actId="478"/>
          <ac:inkMkLst>
            <pc:docMk/>
            <pc:sldMk cId="3439049211" sldId="591"/>
            <ac:inkMk id="4" creationId="{3103EF01-424F-C304-D55F-BDF3B11BF7A7}"/>
          </ac:inkMkLst>
        </pc:inkChg>
        <pc:inkChg chg="add del">
          <ac:chgData name="Deepika Vatsa" userId="f7100972-27fe-4ee6-8fb4-ec9b7931b409" providerId="ADAL" clId="{43FC3250-EE2F-489E-970D-AD8C57589867}" dt="2025-07-31T03:19:24.681" v="5124" actId="478"/>
          <ac:inkMkLst>
            <pc:docMk/>
            <pc:sldMk cId="3439049211" sldId="591"/>
            <ac:inkMk id="5" creationId="{74B83C97-E185-AF86-0B13-73C5834EE652}"/>
          </ac:inkMkLst>
        </pc:inkChg>
        <pc:inkChg chg="add del">
          <ac:chgData name="Deepika Vatsa" userId="f7100972-27fe-4ee6-8fb4-ec9b7931b409" providerId="ADAL" clId="{43FC3250-EE2F-489E-970D-AD8C57589867}" dt="2025-07-31T03:19:24.681" v="5124" actId="478"/>
          <ac:inkMkLst>
            <pc:docMk/>
            <pc:sldMk cId="3439049211" sldId="591"/>
            <ac:inkMk id="6" creationId="{328FEBB9-E79F-0F6B-0E2D-C19663BB7662}"/>
          </ac:inkMkLst>
        </pc:inkChg>
        <pc:inkChg chg="add del">
          <ac:chgData name="Deepika Vatsa" userId="f7100972-27fe-4ee6-8fb4-ec9b7931b409" providerId="ADAL" clId="{43FC3250-EE2F-489E-970D-AD8C57589867}" dt="2025-07-31T03:19:24.681" v="5124" actId="478"/>
          <ac:inkMkLst>
            <pc:docMk/>
            <pc:sldMk cId="3439049211" sldId="591"/>
            <ac:inkMk id="7" creationId="{854F0EFD-4DD1-8150-FC71-7851EEFDCE93}"/>
          </ac:inkMkLst>
        </pc:inkChg>
        <pc:inkChg chg="add del">
          <ac:chgData name="Deepika Vatsa" userId="f7100972-27fe-4ee6-8fb4-ec9b7931b409" providerId="ADAL" clId="{43FC3250-EE2F-489E-970D-AD8C57589867}" dt="2025-07-31T03:19:24.681" v="5124" actId="478"/>
          <ac:inkMkLst>
            <pc:docMk/>
            <pc:sldMk cId="3439049211" sldId="591"/>
            <ac:inkMk id="8" creationId="{8B42F887-7A3C-9D5C-8DDA-FA4CA83409A1}"/>
          </ac:inkMkLst>
        </pc:inkChg>
        <pc:inkChg chg="add del">
          <ac:chgData name="Deepika Vatsa" userId="f7100972-27fe-4ee6-8fb4-ec9b7931b409" providerId="ADAL" clId="{43FC3250-EE2F-489E-970D-AD8C57589867}" dt="2025-07-31T03:19:24.681" v="5124" actId="478"/>
          <ac:inkMkLst>
            <pc:docMk/>
            <pc:sldMk cId="3439049211" sldId="591"/>
            <ac:inkMk id="9" creationId="{A6943454-225C-1AF3-8DB9-AFF7A45E73B2}"/>
          </ac:inkMkLst>
        </pc:inkChg>
        <pc:inkChg chg="add del">
          <ac:chgData name="Deepika Vatsa" userId="f7100972-27fe-4ee6-8fb4-ec9b7931b409" providerId="ADAL" clId="{43FC3250-EE2F-489E-970D-AD8C57589867}" dt="2025-07-31T03:19:24.681" v="5124" actId="478"/>
          <ac:inkMkLst>
            <pc:docMk/>
            <pc:sldMk cId="3439049211" sldId="591"/>
            <ac:inkMk id="10" creationId="{8996F264-38A7-CDB3-4869-47F5A899F28A}"/>
          </ac:inkMkLst>
        </pc:inkChg>
        <pc:inkChg chg="add del">
          <ac:chgData name="Deepika Vatsa" userId="f7100972-27fe-4ee6-8fb4-ec9b7931b409" providerId="ADAL" clId="{43FC3250-EE2F-489E-970D-AD8C57589867}" dt="2025-07-31T03:19:24.681" v="5124" actId="478"/>
          <ac:inkMkLst>
            <pc:docMk/>
            <pc:sldMk cId="3439049211" sldId="591"/>
            <ac:inkMk id="12" creationId="{04AE4E2F-8C9F-B7C2-9278-48AA8188A50D}"/>
          </ac:inkMkLst>
        </pc:inkChg>
        <pc:inkChg chg="add mod">
          <ac:chgData name="Deepika Vatsa" userId="f7100972-27fe-4ee6-8fb4-ec9b7931b409" providerId="ADAL" clId="{43FC3250-EE2F-489E-970D-AD8C57589867}" dt="2025-07-30T11:10:21.647" v="4874"/>
          <ac:inkMkLst>
            <pc:docMk/>
            <pc:sldMk cId="3439049211" sldId="591"/>
            <ac:inkMk id="13" creationId="{8755AB8D-3ED9-3C73-CDBA-025161D8B22A}"/>
          </ac:inkMkLst>
        </pc:inkChg>
        <pc:inkChg chg="add mod">
          <ac:chgData name="Deepika Vatsa" userId="f7100972-27fe-4ee6-8fb4-ec9b7931b409" providerId="ADAL" clId="{43FC3250-EE2F-489E-970D-AD8C57589867}" dt="2025-07-30T11:10:21.647" v="4874"/>
          <ac:inkMkLst>
            <pc:docMk/>
            <pc:sldMk cId="3439049211" sldId="591"/>
            <ac:inkMk id="14" creationId="{744EB10D-18B0-E11A-38DA-DDD55B06151C}"/>
          </ac:inkMkLst>
        </pc:inkChg>
        <pc:inkChg chg="add mod">
          <ac:chgData name="Deepika Vatsa" userId="f7100972-27fe-4ee6-8fb4-ec9b7931b409" providerId="ADAL" clId="{43FC3250-EE2F-489E-970D-AD8C57589867}" dt="2025-07-30T11:10:21.647" v="4874"/>
          <ac:inkMkLst>
            <pc:docMk/>
            <pc:sldMk cId="3439049211" sldId="591"/>
            <ac:inkMk id="15" creationId="{A918B39F-BAEB-1C9D-2B99-1738390BD99C}"/>
          </ac:inkMkLst>
        </pc:inkChg>
        <pc:inkChg chg="add mod">
          <ac:chgData name="Deepika Vatsa" userId="f7100972-27fe-4ee6-8fb4-ec9b7931b409" providerId="ADAL" clId="{43FC3250-EE2F-489E-970D-AD8C57589867}" dt="2025-07-30T11:10:21.647" v="4874"/>
          <ac:inkMkLst>
            <pc:docMk/>
            <pc:sldMk cId="3439049211" sldId="591"/>
            <ac:inkMk id="16" creationId="{3DABC3DD-1CED-B08C-CF0D-B611F020BD31}"/>
          </ac:inkMkLst>
        </pc:inkChg>
        <pc:inkChg chg="add mod">
          <ac:chgData name="Deepika Vatsa" userId="f7100972-27fe-4ee6-8fb4-ec9b7931b409" providerId="ADAL" clId="{43FC3250-EE2F-489E-970D-AD8C57589867}" dt="2025-07-30T11:10:21.647" v="4874"/>
          <ac:inkMkLst>
            <pc:docMk/>
            <pc:sldMk cId="3439049211" sldId="591"/>
            <ac:inkMk id="17" creationId="{CF1A4D57-586A-8CA6-97CA-6E29973C05CD}"/>
          </ac:inkMkLst>
        </pc:inkChg>
        <pc:inkChg chg="add mod">
          <ac:chgData name="Deepika Vatsa" userId="f7100972-27fe-4ee6-8fb4-ec9b7931b409" providerId="ADAL" clId="{43FC3250-EE2F-489E-970D-AD8C57589867}" dt="2025-07-30T11:10:21.647" v="4874"/>
          <ac:inkMkLst>
            <pc:docMk/>
            <pc:sldMk cId="3439049211" sldId="591"/>
            <ac:inkMk id="18" creationId="{5EE911C1-43D8-0D3F-1520-F0E2D8E90586}"/>
          </ac:inkMkLst>
        </pc:inkChg>
        <pc:inkChg chg="add mod">
          <ac:chgData name="Deepika Vatsa" userId="f7100972-27fe-4ee6-8fb4-ec9b7931b409" providerId="ADAL" clId="{43FC3250-EE2F-489E-970D-AD8C57589867}" dt="2025-07-30T11:10:21.647" v="4874"/>
          <ac:inkMkLst>
            <pc:docMk/>
            <pc:sldMk cId="3439049211" sldId="591"/>
            <ac:inkMk id="19" creationId="{6496225F-E2F3-5CBC-C0BB-B4434955C7F9}"/>
          </ac:inkMkLst>
        </pc:inkChg>
        <pc:inkChg chg="add mod">
          <ac:chgData name="Deepika Vatsa" userId="f7100972-27fe-4ee6-8fb4-ec9b7931b409" providerId="ADAL" clId="{43FC3250-EE2F-489E-970D-AD8C57589867}" dt="2025-07-30T11:10:21.647" v="4874"/>
          <ac:inkMkLst>
            <pc:docMk/>
            <pc:sldMk cId="3439049211" sldId="591"/>
            <ac:inkMk id="21" creationId="{883064B7-9A95-C7B8-4B00-475D3567FDCA}"/>
          </ac:inkMkLst>
        </pc:inkChg>
        <pc:inkChg chg="add mod">
          <ac:chgData name="Deepika Vatsa" userId="f7100972-27fe-4ee6-8fb4-ec9b7931b409" providerId="ADAL" clId="{43FC3250-EE2F-489E-970D-AD8C57589867}" dt="2025-07-30T11:10:21.647" v="4874"/>
          <ac:inkMkLst>
            <pc:docMk/>
            <pc:sldMk cId="3439049211" sldId="591"/>
            <ac:inkMk id="22" creationId="{9461E0D5-74C5-6752-1E58-BDC563173CE2}"/>
          </ac:inkMkLst>
        </pc:inkChg>
        <pc:inkChg chg="add mod">
          <ac:chgData name="Deepika Vatsa" userId="f7100972-27fe-4ee6-8fb4-ec9b7931b409" providerId="ADAL" clId="{43FC3250-EE2F-489E-970D-AD8C57589867}" dt="2025-07-30T11:10:21.647" v="4874"/>
          <ac:inkMkLst>
            <pc:docMk/>
            <pc:sldMk cId="3439049211" sldId="591"/>
            <ac:inkMk id="23" creationId="{BEB516DC-41B4-9003-26DB-CED7ABD1BD15}"/>
          </ac:inkMkLst>
        </pc:inkChg>
        <pc:inkChg chg="add mod">
          <ac:chgData name="Deepika Vatsa" userId="f7100972-27fe-4ee6-8fb4-ec9b7931b409" providerId="ADAL" clId="{43FC3250-EE2F-489E-970D-AD8C57589867}" dt="2025-07-30T11:10:21.647" v="4874"/>
          <ac:inkMkLst>
            <pc:docMk/>
            <pc:sldMk cId="3439049211" sldId="591"/>
            <ac:inkMk id="25" creationId="{95948E87-3F7C-4C2A-1D72-999FDCCE5A6B}"/>
          </ac:inkMkLst>
        </pc:inkChg>
        <pc:inkChg chg="add del">
          <ac:chgData name="Deepika Vatsa" userId="f7100972-27fe-4ee6-8fb4-ec9b7931b409" providerId="ADAL" clId="{43FC3250-EE2F-489E-970D-AD8C57589867}" dt="2025-07-31T03:19:24.681" v="5124" actId="478"/>
          <ac:inkMkLst>
            <pc:docMk/>
            <pc:sldMk cId="3439049211" sldId="591"/>
            <ac:inkMk id="27" creationId="{68154FC1-F8AD-9AAE-9DEC-DB372BB472F9}"/>
          </ac:inkMkLst>
        </pc:inkChg>
        <pc:inkChg chg="add del">
          <ac:chgData name="Deepika Vatsa" userId="f7100972-27fe-4ee6-8fb4-ec9b7931b409" providerId="ADAL" clId="{43FC3250-EE2F-489E-970D-AD8C57589867}" dt="2025-07-31T03:19:24.681" v="5124" actId="478"/>
          <ac:inkMkLst>
            <pc:docMk/>
            <pc:sldMk cId="3439049211" sldId="591"/>
            <ac:inkMk id="28" creationId="{75999692-1466-B909-05FB-F6CA12D7F313}"/>
          </ac:inkMkLst>
        </pc:inkChg>
        <pc:inkChg chg="add del">
          <ac:chgData name="Deepika Vatsa" userId="f7100972-27fe-4ee6-8fb4-ec9b7931b409" providerId="ADAL" clId="{43FC3250-EE2F-489E-970D-AD8C57589867}" dt="2025-07-31T03:19:24.681" v="5124" actId="478"/>
          <ac:inkMkLst>
            <pc:docMk/>
            <pc:sldMk cId="3439049211" sldId="591"/>
            <ac:inkMk id="29" creationId="{29F97E77-03ED-C129-B9D7-928CA7B60C7D}"/>
          </ac:inkMkLst>
        </pc:inkChg>
        <pc:inkChg chg="add del">
          <ac:chgData name="Deepika Vatsa" userId="f7100972-27fe-4ee6-8fb4-ec9b7931b409" providerId="ADAL" clId="{43FC3250-EE2F-489E-970D-AD8C57589867}" dt="2025-07-31T03:19:24.681" v="5124" actId="478"/>
          <ac:inkMkLst>
            <pc:docMk/>
            <pc:sldMk cId="3439049211" sldId="591"/>
            <ac:inkMk id="30" creationId="{CD80CB74-21BA-AA3D-B777-AA8CD0D161BB}"/>
          </ac:inkMkLst>
        </pc:inkChg>
        <pc:inkChg chg="add del">
          <ac:chgData name="Deepika Vatsa" userId="f7100972-27fe-4ee6-8fb4-ec9b7931b409" providerId="ADAL" clId="{43FC3250-EE2F-489E-970D-AD8C57589867}" dt="2025-07-31T03:19:24.681" v="5124" actId="478"/>
          <ac:inkMkLst>
            <pc:docMk/>
            <pc:sldMk cId="3439049211" sldId="591"/>
            <ac:inkMk id="31" creationId="{F01B7832-C789-7243-9649-E6B691B9630D}"/>
          </ac:inkMkLst>
        </pc:inkChg>
        <pc:inkChg chg="add del">
          <ac:chgData name="Deepika Vatsa" userId="f7100972-27fe-4ee6-8fb4-ec9b7931b409" providerId="ADAL" clId="{43FC3250-EE2F-489E-970D-AD8C57589867}" dt="2025-07-31T03:19:24.681" v="5124" actId="478"/>
          <ac:inkMkLst>
            <pc:docMk/>
            <pc:sldMk cId="3439049211" sldId="591"/>
            <ac:inkMk id="32" creationId="{22C8E466-96B9-296C-F3C3-326AE82D99F3}"/>
          </ac:inkMkLst>
        </pc:inkChg>
        <pc:inkChg chg="add del">
          <ac:chgData name="Deepika Vatsa" userId="f7100972-27fe-4ee6-8fb4-ec9b7931b409" providerId="ADAL" clId="{43FC3250-EE2F-489E-970D-AD8C57589867}" dt="2025-07-31T03:19:24.681" v="5124" actId="478"/>
          <ac:inkMkLst>
            <pc:docMk/>
            <pc:sldMk cId="3439049211" sldId="591"/>
            <ac:inkMk id="33" creationId="{8C6FB7F6-78A9-ED6F-4BAF-841452B5FB93}"/>
          </ac:inkMkLst>
        </pc:inkChg>
        <pc:inkChg chg="add del">
          <ac:chgData name="Deepika Vatsa" userId="f7100972-27fe-4ee6-8fb4-ec9b7931b409" providerId="ADAL" clId="{43FC3250-EE2F-489E-970D-AD8C57589867}" dt="2025-07-31T03:19:24.681" v="5124" actId="478"/>
          <ac:inkMkLst>
            <pc:docMk/>
            <pc:sldMk cId="3439049211" sldId="591"/>
            <ac:inkMk id="34" creationId="{ED69AD48-2341-B5C4-5AE5-B79F5B3170B2}"/>
          </ac:inkMkLst>
        </pc:inkChg>
      </pc:sldChg>
      <pc:sldChg chg="del">
        <pc:chgData name="Deepika Vatsa" userId="f7100972-27fe-4ee6-8fb4-ec9b7931b409" providerId="ADAL" clId="{43FC3250-EE2F-489E-970D-AD8C57589867}" dt="2025-07-23T11:05:11.946" v="73" actId="47"/>
        <pc:sldMkLst>
          <pc:docMk/>
          <pc:sldMk cId="494535748" sldId="592"/>
        </pc:sldMkLst>
      </pc:sldChg>
      <pc:sldChg chg="addSp delSp modSp add mod">
        <pc:chgData name="Deepika Vatsa" userId="f7100972-27fe-4ee6-8fb4-ec9b7931b409" providerId="ADAL" clId="{43FC3250-EE2F-489E-970D-AD8C57589867}" dt="2025-07-31T04:12:34.873" v="5155" actId="478"/>
        <pc:sldMkLst>
          <pc:docMk/>
          <pc:sldMk cId="2432536662" sldId="592"/>
        </pc:sldMkLst>
        <pc:spChg chg="mod">
          <ac:chgData name="Deepika Vatsa" userId="f7100972-27fe-4ee6-8fb4-ec9b7931b409" providerId="ADAL" clId="{43FC3250-EE2F-489E-970D-AD8C57589867}" dt="2025-07-23T11:05:59.483" v="86" actId="20577"/>
          <ac:spMkLst>
            <pc:docMk/>
            <pc:sldMk cId="2432536662" sldId="592"/>
            <ac:spMk id="2" creationId="{00000000-0000-0000-0000-000000000000}"/>
          </ac:spMkLst>
        </pc:spChg>
        <pc:spChg chg="mod">
          <ac:chgData name="Deepika Vatsa" userId="f7100972-27fe-4ee6-8fb4-ec9b7931b409" providerId="ADAL" clId="{43FC3250-EE2F-489E-970D-AD8C57589867}" dt="2025-07-23T11:06:35.616" v="97"/>
          <ac:spMkLst>
            <pc:docMk/>
            <pc:sldMk cId="2432536662" sldId="592"/>
            <ac:spMk id="11" creationId="{06381CCD-359B-D8A2-1997-A5B56A02FD41}"/>
          </ac:spMkLst>
        </pc:spChg>
        <pc:inkChg chg="add del">
          <ac:chgData name="Deepika Vatsa" userId="f7100972-27fe-4ee6-8fb4-ec9b7931b409" providerId="ADAL" clId="{43FC3250-EE2F-489E-970D-AD8C57589867}" dt="2025-07-31T04:12:34.873" v="5155" actId="478"/>
          <ac:inkMkLst>
            <pc:docMk/>
            <pc:sldMk cId="2432536662" sldId="592"/>
            <ac:inkMk id="4" creationId="{A364DE06-1238-648C-3CB4-BD520B86393F}"/>
          </ac:inkMkLst>
        </pc:inkChg>
      </pc:sldChg>
      <pc:sldChg chg="addSp delSp modSp add mod">
        <pc:chgData name="Deepika Vatsa" userId="f7100972-27fe-4ee6-8fb4-ec9b7931b409" providerId="ADAL" clId="{43FC3250-EE2F-489E-970D-AD8C57589867}" dt="2025-07-31T03:19:29.401" v="5125" actId="478"/>
        <pc:sldMkLst>
          <pc:docMk/>
          <pc:sldMk cId="3198423911" sldId="593"/>
        </pc:sldMkLst>
        <pc:spChg chg="mod">
          <ac:chgData name="Deepika Vatsa" userId="f7100972-27fe-4ee6-8fb4-ec9b7931b409" providerId="ADAL" clId="{43FC3250-EE2F-489E-970D-AD8C57589867}" dt="2025-07-30T10:53:23.472" v="4795" actId="20577"/>
          <ac:spMkLst>
            <pc:docMk/>
            <pc:sldMk cId="3198423911" sldId="593"/>
            <ac:spMk id="11" creationId="{06381CCD-359B-D8A2-1997-A5B56A02FD41}"/>
          </ac:spMkLst>
        </pc:spChg>
        <pc:inkChg chg="add del">
          <ac:chgData name="Deepika Vatsa" userId="f7100972-27fe-4ee6-8fb4-ec9b7931b409" providerId="ADAL" clId="{43FC3250-EE2F-489E-970D-AD8C57589867}" dt="2025-07-31T03:19:29.401" v="5125" actId="478"/>
          <ac:inkMkLst>
            <pc:docMk/>
            <pc:sldMk cId="3198423911" sldId="593"/>
            <ac:inkMk id="4" creationId="{B799786D-6A20-6E7A-5142-4B7207D36D6F}"/>
          </ac:inkMkLst>
        </pc:inkChg>
        <pc:inkChg chg="add del">
          <ac:chgData name="Deepika Vatsa" userId="f7100972-27fe-4ee6-8fb4-ec9b7931b409" providerId="ADAL" clId="{43FC3250-EE2F-489E-970D-AD8C57589867}" dt="2025-07-31T03:19:29.401" v="5125" actId="478"/>
          <ac:inkMkLst>
            <pc:docMk/>
            <pc:sldMk cId="3198423911" sldId="593"/>
            <ac:inkMk id="5" creationId="{2148F28B-36BD-62CA-5BEB-869A041F88C3}"/>
          </ac:inkMkLst>
        </pc:inkChg>
        <pc:inkChg chg="add del">
          <ac:chgData name="Deepika Vatsa" userId="f7100972-27fe-4ee6-8fb4-ec9b7931b409" providerId="ADAL" clId="{43FC3250-EE2F-489E-970D-AD8C57589867}" dt="2025-07-31T03:19:29.401" v="5125" actId="478"/>
          <ac:inkMkLst>
            <pc:docMk/>
            <pc:sldMk cId="3198423911" sldId="593"/>
            <ac:inkMk id="6" creationId="{BE41BFAD-0CCD-E755-EB2A-3964B7EA02BE}"/>
          </ac:inkMkLst>
        </pc:inkChg>
        <pc:inkChg chg="add del">
          <ac:chgData name="Deepika Vatsa" userId="f7100972-27fe-4ee6-8fb4-ec9b7931b409" providerId="ADAL" clId="{43FC3250-EE2F-489E-970D-AD8C57589867}" dt="2025-07-31T03:19:29.401" v="5125" actId="478"/>
          <ac:inkMkLst>
            <pc:docMk/>
            <pc:sldMk cId="3198423911" sldId="593"/>
            <ac:inkMk id="7" creationId="{EBD33831-D62D-3D1A-A8D1-14BA50E7BBF2}"/>
          </ac:inkMkLst>
        </pc:inkChg>
        <pc:inkChg chg="add del">
          <ac:chgData name="Deepika Vatsa" userId="f7100972-27fe-4ee6-8fb4-ec9b7931b409" providerId="ADAL" clId="{43FC3250-EE2F-489E-970D-AD8C57589867}" dt="2025-07-31T03:19:29.401" v="5125" actId="478"/>
          <ac:inkMkLst>
            <pc:docMk/>
            <pc:sldMk cId="3198423911" sldId="593"/>
            <ac:inkMk id="8" creationId="{0CAB3322-00CB-2908-B9AC-36E821B60B02}"/>
          </ac:inkMkLst>
        </pc:inkChg>
        <pc:inkChg chg="add del">
          <ac:chgData name="Deepika Vatsa" userId="f7100972-27fe-4ee6-8fb4-ec9b7931b409" providerId="ADAL" clId="{43FC3250-EE2F-489E-970D-AD8C57589867}" dt="2025-07-31T03:19:29.401" v="5125" actId="478"/>
          <ac:inkMkLst>
            <pc:docMk/>
            <pc:sldMk cId="3198423911" sldId="593"/>
            <ac:inkMk id="9" creationId="{4246602E-3469-E998-6154-A1BBABCC8B77}"/>
          </ac:inkMkLst>
        </pc:inkChg>
        <pc:inkChg chg="add del">
          <ac:chgData name="Deepika Vatsa" userId="f7100972-27fe-4ee6-8fb4-ec9b7931b409" providerId="ADAL" clId="{43FC3250-EE2F-489E-970D-AD8C57589867}" dt="2025-07-31T03:19:29.401" v="5125" actId="478"/>
          <ac:inkMkLst>
            <pc:docMk/>
            <pc:sldMk cId="3198423911" sldId="593"/>
            <ac:inkMk id="10" creationId="{EBD11572-9FE6-7547-06B8-E669B1E2FF41}"/>
          </ac:inkMkLst>
        </pc:inkChg>
        <pc:inkChg chg="add del">
          <ac:chgData name="Deepika Vatsa" userId="f7100972-27fe-4ee6-8fb4-ec9b7931b409" providerId="ADAL" clId="{43FC3250-EE2F-489E-970D-AD8C57589867}" dt="2025-07-31T03:19:29.401" v="5125" actId="478"/>
          <ac:inkMkLst>
            <pc:docMk/>
            <pc:sldMk cId="3198423911" sldId="593"/>
            <ac:inkMk id="12" creationId="{708D7DD2-80E0-723C-3B27-D041F102AD6E}"/>
          </ac:inkMkLst>
        </pc:inkChg>
      </pc:sldChg>
      <pc:sldChg chg="del">
        <pc:chgData name="Deepika Vatsa" userId="f7100972-27fe-4ee6-8fb4-ec9b7931b409" providerId="ADAL" clId="{43FC3250-EE2F-489E-970D-AD8C57589867}" dt="2025-07-23T11:05:11.946" v="73" actId="47"/>
        <pc:sldMkLst>
          <pc:docMk/>
          <pc:sldMk cId="3539443453" sldId="593"/>
        </pc:sldMkLst>
      </pc:sldChg>
      <pc:sldChg chg="addSp modSp add del mod">
        <pc:chgData name="Deepika Vatsa" userId="f7100972-27fe-4ee6-8fb4-ec9b7931b409" providerId="ADAL" clId="{43FC3250-EE2F-489E-970D-AD8C57589867}" dt="2025-07-24T08:34:45.342" v="1025" actId="2696"/>
        <pc:sldMkLst>
          <pc:docMk/>
          <pc:sldMk cId="48978311" sldId="594"/>
        </pc:sldMkLst>
        <pc:spChg chg="add mod">
          <ac:chgData name="Deepika Vatsa" userId="f7100972-27fe-4ee6-8fb4-ec9b7931b409" providerId="ADAL" clId="{43FC3250-EE2F-489E-970D-AD8C57589867}" dt="2025-07-24T08:22:49.480" v="841" actId="1076"/>
          <ac:spMkLst>
            <pc:docMk/>
            <pc:sldMk cId="48978311" sldId="594"/>
            <ac:spMk id="4" creationId="{9D01F8F6-E974-C5E7-0FB9-FA776F6EAD03}"/>
          </ac:spMkLst>
        </pc:spChg>
        <pc:spChg chg="mod">
          <ac:chgData name="Deepika Vatsa" userId="f7100972-27fe-4ee6-8fb4-ec9b7931b409" providerId="ADAL" clId="{43FC3250-EE2F-489E-970D-AD8C57589867}" dt="2025-07-24T08:18:11.348" v="809" actId="20577"/>
          <ac:spMkLst>
            <pc:docMk/>
            <pc:sldMk cId="48978311" sldId="594"/>
            <ac:spMk id="11" creationId="{06381CCD-359B-D8A2-1997-A5B56A02FD41}"/>
          </ac:spMkLst>
        </pc:spChg>
        <pc:picChg chg="add mod">
          <ac:chgData name="Deepika Vatsa" userId="f7100972-27fe-4ee6-8fb4-ec9b7931b409" providerId="ADAL" clId="{43FC3250-EE2F-489E-970D-AD8C57589867}" dt="2025-07-24T08:22:20.930" v="818" actId="1076"/>
          <ac:picMkLst>
            <pc:docMk/>
            <pc:sldMk cId="48978311" sldId="594"/>
            <ac:picMk id="1026" creationId="{A07EB3EA-E52A-11AF-3888-F41C75FA848D}"/>
          </ac:picMkLst>
        </pc:picChg>
      </pc:sldChg>
      <pc:sldChg chg="del">
        <pc:chgData name="Deepika Vatsa" userId="f7100972-27fe-4ee6-8fb4-ec9b7931b409" providerId="ADAL" clId="{43FC3250-EE2F-489E-970D-AD8C57589867}" dt="2025-07-23T11:05:11.946" v="73" actId="47"/>
        <pc:sldMkLst>
          <pc:docMk/>
          <pc:sldMk cId="2249137657" sldId="594"/>
        </pc:sldMkLst>
      </pc:sldChg>
      <pc:sldChg chg="addSp delSp modSp add mod">
        <pc:chgData name="Deepika Vatsa" userId="f7100972-27fe-4ee6-8fb4-ec9b7931b409" providerId="ADAL" clId="{43FC3250-EE2F-489E-970D-AD8C57589867}" dt="2025-07-31T03:19:48.639" v="5127" actId="478"/>
        <pc:sldMkLst>
          <pc:docMk/>
          <pc:sldMk cId="815781673" sldId="595"/>
        </pc:sldMkLst>
        <pc:spChg chg="mod">
          <ac:chgData name="Deepika Vatsa" userId="f7100972-27fe-4ee6-8fb4-ec9b7931b409" providerId="ADAL" clId="{43FC3250-EE2F-489E-970D-AD8C57589867}" dt="2025-07-24T08:37:05.303" v="1251" actId="20577"/>
          <ac:spMkLst>
            <pc:docMk/>
            <pc:sldMk cId="815781673" sldId="595"/>
            <ac:spMk id="2" creationId="{00000000-0000-0000-0000-000000000000}"/>
          </ac:spMkLst>
        </pc:spChg>
        <pc:spChg chg="del">
          <ac:chgData name="Deepika Vatsa" userId="f7100972-27fe-4ee6-8fb4-ec9b7931b409" providerId="ADAL" clId="{43FC3250-EE2F-489E-970D-AD8C57589867}" dt="2025-07-24T08:32:14.278" v="865" actId="478"/>
          <ac:spMkLst>
            <pc:docMk/>
            <pc:sldMk cId="815781673" sldId="595"/>
            <ac:spMk id="4" creationId="{9D01F8F6-E974-C5E7-0FB9-FA776F6EAD03}"/>
          </ac:spMkLst>
        </pc:spChg>
        <pc:spChg chg="add mod">
          <ac:chgData name="Deepika Vatsa" userId="f7100972-27fe-4ee6-8fb4-ec9b7931b409" providerId="ADAL" clId="{43FC3250-EE2F-489E-970D-AD8C57589867}" dt="2025-07-24T08:40:38.696" v="1330" actId="403"/>
          <ac:spMkLst>
            <pc:docMk/>
            <pc:sldMk cId="815781673" sldId="595"/>
            <ac:spMk id="7" creationId="{BCBAFA03-3862-AA92-2365-76BF8A47DE8D}"/>
          </ac:spMkLst>
        </pc:spChg>
        <pc:spChg chg="mod">
          <ac:chgData name="Deepika Vatsa" userId="f7100972-27fe-4ee6-8fb4-ec9b7931b409" providerId="ADAL" clId="{43FC3250-EE2F-489E-970D-AD8C57589867}" dt="2025-07-24T08:39:06.013" v="1293" actId="6549"/>
          <ac:spMkLst>
            <pc:docMk/>
            <pc:sldMk cId="815781673" sldId="595"/>
            <ac:spMk id="11" creationId="{06381CCD-359B-D8A2-1997-A5B56A02FD41}"/>
          </ac:spMkLst>
        </pc:spChg>
        <pc:grpChg chg="del mod">
          <ac:chgData name="Deepika Vatsa" userId="f7100972-27fe-4ee6-8fb4-ec9b7931b409" providerId="ADAL" clId="{43FC3250-EE2F-489E-970D-AD8C57589867}" dt="2025-07-30T11:13:15.432" v="4906"/>
          <ac:grpSpMkLst>
            <pc:docMk/>
            <pc:sldMk cId="815781673" sldId="595"/>
            <ac:grpSpMk id="19" creationId="{3C1DA0E4-D11A-2BE9-C192-D6F0BC0FF255}"/>
          </ac:grpSpMkLst>
        </pc:grpChg>
        <pc:grpChg chg="del mod">
          <ac:chgData name="Deepika Vatsa" userId="f7100972-27fe-4ee6-8fb4-ec9b7931b409" providerId="ADAL" clId="{43FC3250-EE2F-489E-970D-AD8C57589867}" dt="2025-07-30T11:13:19.546" v="4908"/>
          <ac:grpSpMkLst>
            <pc:docMk/>
            <pc:sldMk cId="815781673" sldId="595"/>
            <ac:grpSpMk id="21" creationId="{8C9F124E-DB40-DAD2-C83A-121001926ED4}"/>
          </ac:grpSpMkLst>
        </pc:grpChg>
        <pc:grpChg chg="del mod">
          <ac:chgData name="Deepika Vatsa" userId="f7100972-27fe-4ee6-8fb4-ec9b7931b409" providerId="ADAL" clId="{43FC3250-EE2F-489E-970D-AD8C57589867}" dt="2025-07-30T11:13:22.839" v="4911"/>
          <ac:grpSpMkLst>
            <pc:docMk/>
            <pc:sldMk cId="815781673" sldId="595"/>
            <ac:grpSpMk id="23" creationId="{DE86DEFD-69AB-7AE6-BD3E-1BA7D61DF24D}"/>
          </ac:grpSpMkLst>
        </pc:grpChg>
        <pc:grpChg chg="del mod">
          <ac:chgData name="Deepika Vatsa" userId="f7100972-27fe-4ee6-8fb4-ec9b7931b409" providerId="ADAL" clId="{43FC3250-EE2F-489E-970D-AD8C57589867}" dt="2025-07-30T11:13:33.341" v="4915"/>
          <ac:grpSpMkLst>
            <pc:docMk/>
            <pc:sldMk cId="815781673" sldId="595"/>
            <ac:grpSpMk id="26" creationId="{FDF50693-1D53-4326-0417-3C5FFD7FA4EC}"/>
          </ac:grpSpMkLst>
        </pc:grpChg>
        <pc:grpChg chg="del mod">
          <ac:chgData name="Deepika Vatsa" userId="f7100972-27fe-4ee6-8fb4-ec9b7931b409" providerId="ADAL" clId="{43FC3250-EE2F-489E-970D-AD8C57589867}" dt="2025-07-30T11:13:40.875" v="4917"/>
          <ac:grpSpMkLst>
            <pc:docMk/>
            <pc:sldMk cId="815781673" sldId="595"/>
            <ac:grpSpMk id="30" creationId="{095FD8D9-6142-7FB0-AA65-2C7315886F71}"/>
          </ac:grpSpMkLst>
        </pc:grpChg>
        <pc:grpChg chg="del mod">
          <ac:chgData name="Deepika Vatsa" userId="f7100972-27fe-4ee6-8fb4-ec9b7931b409" providerId="ADAL" clId="{43FC3250-EE2F-489E-970D-AD8C57589867}" dt="2025-07-30T11:13:45.075" v="4920"/>
          <ac:grpSpMkLst>
            <pc:docMk/>
            <pc:sldMk cId="815781673" sldId="595"/>
            <ac:grpSpMk id="32" creationId="{A1527D73-3B78-69B9-8898-C5CA5786FE74}"/>
          </ac:grpSpMkLst>
        </pc:grpChg>
        <pc:grpChg chg="del mod">
          <ac:chgData name="Deepika Vatsa" userId="f7100972-27fe-4ee6-8fb4-ec9b7931b409" providerId="ADAL" clId="{43FC3250-EE2F-489E-970D-AD8C57589867}" dt="2025-07-31T03:19:48.639" v="5127" actId="478"/>
          <ac:grpSpMkLst>
            <pc:docMk/>
            <pc:sldMk cId="815781673" sldId="595"/>
            <ac:grpSpMk id="35" creationId="{FB3340CE-15F7-EBE9-BF2E-3E8AAFC42BBB}"/>
          </ac:grpSpMkLst>
        </pc:grpChg>
        <pc:picChg chg="add del mod">
          <ac:chgData name="Deepika Vatsa" userId="f7100972-27fe-4ee6-8fb4-ec9b7931b409" providerId="ADAL" clId="{43FC3250-EE2F-489E-970D-AD8C57589867}" dt="2025-07-24T08:39:13.843" v="1295" actId="478"/>
          <ac:picMkLst>
            <pc:docMk/>
            <pc:sldMk cId="815781673" sldId="595"/>
            <ac:picMk id="6" creationId="{06CDD532-FD42-2A67-1E0A-4C898A463CCC}"/>
          </ac:picMkLst>
        </pc:picChg>
        <pc:picChg chg="del">
          <ac:chgData name="Deepika Vatsa" userId="f7100972-27fe-4ee6-8fb4-ec9b7931b409" providerId="ADAL" clId="{43FC3250-EE2F-489E-970D-AD8C57589867}" dt="2025-07-24T08:32:11.817" v="864" actId="478"/>
          <ac:picMkLst>
            <pc:docMk/>
            <pc:sldMk cId="815781673" sldId="595"/>
            <ac:picMk id="1026" creationId="{A07EB3EA-E52A-11AF-3888-F41C75FA848D}"/>
          </ac:picMkLst>
        </pc:picChg>
        <pc:picChg chg="add mod">
          <ac:chgData name="Deepika Vatsa" userId="f7100972-27fe-4ee6-8fb4-ec9b7931b409" providerId="ADAL" clId="{43FC3250-EE2F-489E-970D-AD8C57589867}" dt="2025-07-24T08:39:36.667" v="1301" actId="1076"/>
          <ac:picMkLst>
            <pc:docMk/>
            <pc:sldMk cId="815781673" sldId="595"/>
            <ac:picMk id="2050" creationId="{0B7501EB-9B8B-1F43-B280-F1F29C89922A}"/>
          </ac:picMkLst>
        </pc:picChg>
        <pc:inkChg chg="add del">
          <ac:chgData name="Deepika Vatsa" userId="f7100972-27fe-4ee6-8fb4-ec9b7931b409" providerId="ADAL" clId="{43FC3250-EE2F-489E-970D-AD8C57589867}" dt="2025-07-31T03:19:45.741" v="5126" actId="478"/>
          <ac:inkMkLst>
            <pc:docMk/>
            <pc:sldMk cId="815781673" sldId="595"/>
            <ac:inkMk id="4" creationId="{62800112-A9D4-C752-A45C-955B82029571}"/>
          </ac:inkMkLst>
        </pc:inkChg>
        <pc:inkChg chg="add del">
          <ac:chgData name="Deepika Vatsa" userId="f7100972-27fe-4ee6-8fb4-ec9b7931b409" providerId="ADAL" clId="{43FC3250-EE2F-489E-970D-AD8C57589867}" dt="2025-07-31T03:19:45.741" v="5126" actId="478"/>
          <ac:inkMkLst>
            <pc:docMk/>
            <pc:sldMk cId="815781673" sldId="595"/>
            <ac:inkMk id="5" creationId="{FF5D786E-AD0A-98B2-5F3F-141BC9C6FF5E}"/>
          </ac:inkMkLst>
        </pc:inkChg>
        <pc:inkChg chg="add del">
          <ac:chgData name="Deepika Vatsa" userId="f7100972-27fe-4ee6-8fb4-ec9b7931b409" providerId="ADAL" clId="{43FC3250-EE2F-489E-970D-AD8C57589867}" dt="2025-07-31T03:19:45.741" v="5126" actId="478"/>
          <ac:inkMkLst>
            <pc:docMk/>
            <pc:sldMk cId="815781673" sldId="595"/>
            <ac:inkMk id="6" creationId="{B9741922-A1E1-A8CF-CEB0-8CACF16AB1B0}"/>
          </ac:inkMkLst>
        </pc:inkChg>
        <pc:inkChg chg="add">
          <ac:chgData name="Deepika Vatsa" userId="f7100972-27fe-4ee6-8fb4-ec9b7931b409" providerId="ADAL" clId="{43FC3250-EE2F-489E-970D-AD8C57589867}" dt="2025-07-30T11:12:50.664" v="4894" actId="9405"/>
          <ac:inkMkLst>
            <pc:docMk/>
            <pc:sldMk cId="815781673" sldId="595"/>
            <ac:inkMk id="8" creationId="{EEACF910-633C-AE8B-0642-C71E5B84C041}"/>
          </ac:inkMkLst>
        </pc:inkChg>
        <pc:inkChg chg="add">
          <ac:chgData name="Deepika Vatsa" userId="f7100972-27fe-4ee6-8fb4-ec9b7931b409" providerId="ADAL" clId="{43FC3250-EE2F-489E-970D-AD8C57589867}" dt="2025-07-30T11:12:54.368" v="4895" actId="9405"/>
          <ac:inkMkLst>
            <pc:docMk/>
            <pc:sldMk cId="815781673" sldId="595"/>
            <ac:inkMk id="9" creationId="{C39F76D6-5DCC-CD24-131E-897F8204AFE4}"/>
          </ac:inkMkLst>
        </pc:inkChg>
        <pc:inkChg chg="add">
          <ac:chgData name="Deepika Vatsa" userId="f7100972-27fe-4ee6-8fb4-ec9b7931b409" providerId="ADAL" clId="{43FC3250-EE2F-489E-970D-AD8C57589867}" dt="2025-07-30T11:12:55.413" v="4896" actId="9405"/>
          <ac:inkMkLst>
            <pc:docMk/>
            <pc:sldMk cId="815781673" sldId="595"/>
            <ac:inkMk id="10" creationId="{2BFED832-E34E-9A8D-7B76-1D5566960974}"/>
          </ac:inkMkLst>
        </pc:inkChg>
        <pc:inkChg chg="add">
          <ac:chgData name="Deepika Vatsa" userId="f7100972-27fe-4ee6-8fb4-ec9b7931b409" providerId="ADAL" clId="{43FC3250-EE2F-489E-970D-AD8C57589867}" dt="2025-07-30T11:12:57.306" v="4897" actId="9405"/>
          <ac:inkMkLst>
            <pc:docMk/>
            <pc:sldMk cId="815781673" sldId="595"/>
            <ac:inkMk id="12" creationId="{CD91F783-8135-9CCE-7DBA-385AF0289E46}"/>
          </ac:inkMkLst>
        </pc:inkChg>
        <pc:inkChg chg="add">
          <ac:chgData name="Deepika Vatsa" userId="f7100972-27fe-4ee6-8fb4-ec9b7931b409" providerId="ADAL" clId="{43FC3250-EE2F-489E-970D-AD8C57589867}" dt="2025-07-30T11:13:04.529" v="4898" actId="9405"/>
          <ac:inkMkLst>
            <pc:docMk/>
            <pc:sldMk cId="815781673" sldId="595"/>
            <ac:inkMk id="13" creationId="{20D17564-0F72-D4C2-BF4A-7D9EDF592976}"/>
          </ac:inkMkLst>
        </pc:inkChg>
        <pc:inkChg chg="add mod">
          <ac:chgData name="Deepika Vatsa" userId="f7100972-27fe-4ee6-8fb4-ec9b7931b409" providerId="ADAL" clId="{43FC3250-EE2F-489E-970D-AD8C57589867}" dt="2025-07-30T11:13:45.075" v="4920"/>
          <ac:inkMkLst>
            <pc:docMk/>
            <pc:sldMk cId="815781673" sldId="595"/>
            <ac:inkMk id="14" creationId="{BF0FB1BF-6672-A09D-C8BF-ED96E5A813FA}"/>
          </ac:inkMkLst>
        </pc:inkChg>
        <pc:inkChg chg="add mod">
          <ac:chgData name="Deepika Vatsa" userId="f7100972-27fe-4ee6-8fb4-ec9b7931b409" providerId="ADAL" clId="{43FC3250-EE2F-489E-970D-AD8C57589867}" dt="2025-07-30T11:13:45.075" v="4920"/>
          <ac:inkMkLst>
            <pc:docMk/>
            <pc:sldMk cId="815781673" sldId="595"/>
            <ac:inkMk id="15" creationId="{0278F548-5B7B-E4B3-08EB-475D19578604}"/>
          </ac:inkMkLst>
        </pc:inkChg>
        <pc:inkChg chg="add mod">
          <ac:chgData name="Deepika Vatsa" userId="f7100972-27fe-4ee6-8fb4-ec9b7931b409" providerId="ADAL" clId="{43FC3250-EE2F-489E-970D-AD8C57589867}" dt="2025-07-30T11:13:45.075" v="4920"/>
          <ac:inkMkLst>
            <pc:docMk/>
            <pc:sldMk cId="815781673" sldId="595"/>
            <ac:inkMk id="16" creationId="{4FEAB99A-C6B3-51B7-DF61-34E315783C82}"/>
          </ac:inkMkLst>
        </pc:inkChg>
        <pc:inkChg chg="add mod">
          <ac:chgData name="Deepika Vatsa" userId="f7100972-27fe-4ee6-8fb4-ec9b7931b409" providerId="ADAL" clId="{43FC3250-EE2F-489E-970D-AD8C57589867}" dt="2025-07-30T11:13:45.075" v="4920"/>
          <ac:inkMkLst>
            <pc:docMk/>
            <pc:sldMk cId="815781673" sldId="595"/>
            <ac:inkMk id="17" creationId="{6DAB6236-C481-B03A-0733-4BCE02EA7857}"/>
          </ac:inkMkLst>
        </pc:inkChg>
        <pc:inkChg chg="add mod">
          <ac:chgData name="Deepika Vatsa" userId="f7100972-27fe-4ee6-8fb4-ec9b7931b409" providerId="ADAL" clId="{43FC3250-EE2F-489E-970D-AD8C57589867}" dt="2025-07-30T11:13:45.075" v="4920"/>
          <ac:inkMkLst>
            <pc:docMk/>
            <pc:sldMk cId="815781673" sldId="595"/>
            <ac:inkMk id="18" creationId="{E575BA2F-0107-B035-CE32-6573CBBBEDB9}"/>
          </ac:inkMkLst>
        </pc:inkChg>
        <pc:inkChg chg="add mod">
          <ac:chgData name="Deepika Vatsa" userId="f7100972-27fe-4ee6-8fb4-ec9b7931b409" providerId="ADAL" clId="{43FC3250-EE2F-489E-970D-AD8C57589867}" dt="2025-07-30T11:13:45.075" v="4920"/>
          <ac:inkMkLst>
            <pc:docMk/>
            <pc:sldMk cId="815781673" sldId="595"/>
            <ac:inkMk id="20" creationId="{4F26A695-6666-9B76-E329-3E22823C64C2}"/>
          </ac:inkMkLst>
        </pc:inkChg>
        <pc:inkChg chg="add mod">
          <ac:chgData name="Deepika Vatsa" userId="f7100972-27fe-4ee6-8fb4-ec9b7931b409" providerId="ADAL" clId="{43FC3250-EE2F-489E-970D-AD8C57589867}" dt="2025-07-30T11:13:45.075" v="4920"/>
          <ac:inkMkLst>
            <pc:docMk/>
            <pc:sldMk cId="815781673" sldId="595"/>
            <ac:inkMk id="22" creationId="{0411668C-F121-9B95-6EE9-A5A60806149A}"/>
          </ac:inkMkLst>
        </pc:inkChg>
        <pc:inkChg chg="add mod">
          <ac:chgData name="Deepika Vatsa" userId="f7100972-27fe-4ee6-8fb4-ec9b7931b409" providerId="ADAL" clId="{43FC3250-EE2F-489E-970D-AD8C57589867}" dt="2025-07-30T11:13:45.075" v="4920"/>
          <ac:inkMkLst>
            <pc:docMk/>
            <pc:sldMk cId="815781673" sldId="595"/>
            <ac:inkMk id="24" creationId="{7B9548A8-2E09-F900-F574-51BDCDC93A5B}"/>
          </ac:inkMkLst>
        </pc:inkChg>
        <pc:inkChg chg="add mod">
          <ac:chgData name="Deepika Vatsa" userId="f7100972-27fe-4ee6-8fb4-ec9b7931b409" providerId="ADAL" clId="{43FC3250-EE2F-489E-970D-AD8C57589867}" dt="2025-07-30T11:13:45.075" v="4920"/>
          <ac:inkMkLst>
            <pc:docMk/>
            <pc:sldMk cId="815781673" sldId="595"/>
            <ac:inkMk id="25" creationId="{8427FA7C-FFC2-A54D-1800-41C485422DA4}"/>
          </ac:inkMkLst>
        </pc:inkChg>
        <pc:inkChg chg="add mod">
          <ac:chgData name="Deepika Vatsa" userId="f7100972-27fe-4ee6-8fb4-ec9b7931b409" providerId="ADAL" clId="{43FC3250-EE2F-489E-970D-AD8C57589867}" dt="2025-07-30T11:13:45.075" v="4920"/>
          <ac:inkMkLst>
            <pc:docMk/>
            <pc:sldMk cId="815781673" sldId="595"/>
            <ac:inkMk id="27" creationId="{08313E9B-A8C1-E1F4-626F-D66F69DDC567}"/>
          </ac:inkMkLst>
        </pc:inkChg>
        <pc:inkChg chg="add mod">
          <ac:chgData name="Deepika Vatsa" userId="f7100972-27fe-4ee6-8fb4-ec9b7931b409" providerId="ADAL" clId="{43FC3250-EE2F-489E-970D-AD8C57589867}" dt="2025-07-30T11:13:45.075" v="4920"/>
          <ac:inkMkLst>
            <pc:docMk/>
            <pc:sldMk cId="815781673" sldId="595"/>
            <ac:inkMk id="28" creationId="{EA9F5BEC-A998-3854-B749-3A0510FBFCE4}"/>
          </ac:inkMkLst>
        </pc:inkChg>
        <pc:inkChg chg="add mod">
          <ac:chgData name="Deepika Vatsa" userId="f7100972-27fe-4ee6-8fb4-ec9b7931b409" providerId="ADAL" clId="{43FC3250-EE2F-489E-970D-AD8C57589867}" dt="2025-07-30T11:13:45.075" v="4920"/>
          <ac:inkMkLst>
            <pc:docMk/>
            <pc:sldMk cId="815781673" sldId="595"/>
            <ac:inkMk id="29" creationId="{36800E10-7045-C26E-65FF-B8E8FB824212}"/>
          </ac:inkMkLst>
        </pc:inkChg>
        <pc:inkChg chg="add del mod">
          <ac:chgData name="Deepika Vatsa" userId="f7100972-27fe-4ee6-8fb4-ec9b7931b409" providerId="ADAL" clId="{43FC3250-EE2F-489E-970D-AD8C57589867}" dt="2025-07-31T03:19:48.639" v="5127" actId="478"/>
          <ac:inkMkLst>
            <pc:docMk/>
            <pc:sldMk cId="815781673" sldId="595"/>
            <ac:inkMk id="31" creationId="{41F0F6EA-74DF-D407-8184-6363BC58D3B8}"/>
          </ac:inkMkLst>
        </pc:inkChg>
        <pc:inkChg chg="add mod">
          <ac:chgData name="Deepika Vatsa" userId="f7100972-27fe-4ee6-8fb4-ec9b7931b409" providerId="ADAL" clId="{43FC3250-EE2F-489E-970D-AD8C57589867}" dt="2025-07-30T11:13:45.075" v="4920"/>
          <ac:inkMkLst>
            <pc:docMk/>
            <pc:sldMk cId="815781673" sldId="595"/>
            <ac:inkMk id="33" creationId="{36BDD940-2F76-5EF4-D3B2-4C692FF43FB3}"/>
          </ac:inkMkLst>
        </pc:inkChg>
        <pc:inkChg chg="add mod">
          <ac:chgData name="Deepika Vatsa" userId="f7100972-27fe-4ee6-8fb4-ec9b7931b409" providerId="ADAL" clId="{43FC3250-EE2F-489E-970D-AD8C57589867}" dt="2025-07-30T11:13:45.075" v="4920"/>
          <ac:inkMkLst>
            <pc:docMk/>
            <pc:sldMk cId="815781673" sldId="595"/>
            <ac:inkMk id="34" creationId="{EEBFAEFE-31B8-C959-6F75-0F3E25C0956B}"/>
          </ac:inkMkLst>
        </pc:inkChg>
      </pc:sldChg>
      <pc:sldChg chg="del">
        <pc:chgData name="Deepika Vatsa" userId="f7100972-27fe-4ee6-8fb4-ec9b7931b409" providerId="ADAL" clId="{43FC3250-EE2F-489E-970D-AD8C57589867}" dt="2025-07-23T11:05:11.946" v="73" actId="47"/>
        <pc:sldMkLst>
          <pc:docMk/>
          <pc:sldMk cId="2043304788" sldId="595"/>
        </pc:sldMkLst>
      </pc:sldChg>
      <pc:sldChg chg="del">
        <pc:chgData name="Deepika Vatsa" userId="f7100972-27fe-4ee6-8fb4-ec9b7931b409" providerId="ADAL" clId="{43FC3250-EE2F-489E-970D-AD8C57589867}" dt="2025-07-23T11:05:11.946" v="73" actId="47"/>
        <pc:sldMkLst>
          <pc:docMk/>
          <pc:sldMk cId="2365471124" sldId="596"/>
        </pc:sldMkLst>
      </pc:sldChg>
      <pc:sldChg chg="addSp delSp modSp add mod">
        <pc:chgData name="Deepika Vatsa" userId="f7100972-27fe-4ee6-8fb4-ec9b7931b409" providerId="ADAL" clId="{43FC3250-EE2F-489E-970D-AD8C57589867}" dt="2025-07-31T03:20:03.516" v="5129" actId="478"/>
        <pc:sldMkLst>
          <pc:docMk/>
          <pc:sldMk cId="2532030908" sldId="596"/>
        </pc:sldMkLst>
        <pc:spChg chg="add mod">
          <ac:chgData name="Deepika Vatsa" userId="f7100972-27fe-4ee6-8fb4-ec9b7931b409" providerId="ADAL" clId="{43FC3250-EE2F-489E-970D-AD8C57589867}" dt="2025-07-24T08:41:15.866" v="1336"/>
          <ac:spMkLst>
            <pc:docMk/>
            <pc:sldMk cId="2532030908" sldId="596"/>
            <ac:spMk id="4" creationId="{D5F2722A-AC7A-5522-5F87-F46E0F06E45B}"/>
          </ac:spMkLst>
        </pc:spChg>
        <pc:spChg chg="add mod">
          <ac:chgData name="Deepika Vatsa" userId="f7100972-27fe-4ee6-8fb4-ec9b7931b409" providerId="ADAL" clId="{43FC3250-EE2F-489E-970D-AD8C57589867}" dt="2025-07-24T08:41:20.226" v="1340"/>
          <ac:spMkLst>
            <pc:docMk/>
            <pc:sldMk cId="2532030908" sldId="596"/>
            <ac:spMk id="7" creationId="{D5F2722A-AC7A-5522-5F87-F46E0F06E45B}"/>
          </ac:spMkLst>
        </pc:spChg>
        <pc:spChg chg="add del mod">
          <ac:chgData name="Deepika Vatsa" userId="f7100972-27fe-4ee6-8fb4-ec9b7931b409" providerId="ADAL" clId="{43FC3250-EE2F-489E-970D-AD8C57589867}" dt="2025-07-24T08:41:24.986" v="1342" actId="478"/>
          <ac:spMkLst>
            <pc:docMk/>
            <pc:sldMk cId="2532030908" sldId="596"/>
            <ac:spMk id="8" creationId="{D5F2722A-AC7A-5522-5F87-F46E0F06E45B}"/>
          </ac:spMkLst>
        </pc:spChg>
        <pc:spChg chg="add del mod ord">
          <ac:chgData name="Deepika Vatsa" userId="f7100972-27fe-4ee6-8fb4-ec9b7931b409" providerId="ADAL" clId="{43FC3250-EE2F-489E-970D-AD8C57589867}" dt="2025-07-31T03:19:55.785" v="5128" actId="478"/>
          <ac:spMkLst>
            <pc:docMk/>
            <pc:sldMk cId="2532030908" sldId="596"/>
            <ac:spMk id="9" creationId="{201B0A84-744C-23F6-4528-9945FC0EFECC}"/>
          </ac:spMkLst>
        </pc:spChg>
        <pc:spChg chg="add del mod">
          <ac:chgData name="Deepika Vatsa" userId="f7100972-27fe-4ee6-8fb4-ec9b7931b409" providerId="ADAL" clId="{43FC3250-EE2F-489E-970D-AD8C57589867}" dt="2025-07-24T09:04:57.952" v="2074" actId="478"/>
          <ac:spMkLst>
            <pc:docMk/>
            <pc:sldMk cId="2532030908" sldId="596"/>
            <ac:spMk id="10" creationId="{F18DCF59-2D3F-A81C-CBA3-6B10A9A86DE5}"/>
          </ac:spMkLst>
        </pc:spChg>
        <pc:spChg chg="mod">
          <ac:chgData name="Deepika Vatsa" userId="f7100972-27fe-4ee6-8fb4-ec9b7931b409" providerId="ADAL" clId="{43FC3250-EE2F-489E-970D-AD8C57589867}" dt="2025-07-24T08:44:31.133" v="1423" actId="20577"/>
          <ac:spMkLst>
            <pc:docMk/>
            <pc:sldMk cId="2532030908" sldId="596"/>
            <ac:spMk id="11" creationId="{06381CCD-359B-D8A2-1997-A5B56A02FD41}"/>
          </ac:spMkLst>
        </pc:spChg>
        <pc:spChg chg="add del mod">
          <ac:chgData name="Deepika Vatsa" userId="f7100972-27fe-4ee6-8fb4-ec9b7931b409" providerId="ADAL" clId="{43FC3250-EE2F-489E-970D-AD8C57589867}" dt="2025-07-24T09:05:02.995" v="2075" actId="1076"/>
          <ac:spMkLst>
            <pc:docMk/>
            <pc:sldMk cId="2532030908" sldId="596"/>
            <ac:spMk id="12" creationId="{054E186B-0053-1ADA-9448-E99069A759EF}"/>
          </ac:spMkLst>
        </pc:spChg>
        <pc:grpChg chg="del mod">
          <ac:chgData name="Deepika Vatsa" userId="f7100972-27fe-4ee6-8fb4-ec9b7931b409" providerId="ADAL" clId="{43FC3250-EE2F-489E-970D-AD8C57589867}" dt="2025-07-31T03:20:03.516" v="5129" actId="478"/>
          <ac:grpSpMkLst>
            <pc:docMk/>
            <pc:sldMk cId="2532030908" sldId="596"/>
            <ac:grpSpMk id="15" creationId="{4A103530-BACA-816B-4CBE-A0207BAB39B7}"/>
          </ac:grpSpMkLst>
        </pc:grpChg>
        <pc:grpChg chg="del mod">
          <ac:chgData name="Deepika Vatsa" userId="f7100972-27fe-4ee6-8fb4-ec9b7931b409" providerId="ADAL" clId="{43FC3250-EE2F-489E-970D-AD8C57589867}" dt="2025-07-30T11:15:53.623" v="4942"/>
          <ac:grpSpMkLst>
            <pc:docMk/>
            <pc:sldMk cId="2532030908" sldId="596"/>
            <ac:grpSpMk id="27" creationId="{93C68A5C-E0E9-8654-8062-34A20133655C}"/>
          </ac:grpSpMkLst>
        </pc:grpChg>
        <pc:grpChg chg="del mod">
          <ac:chgData name="Deepika Vatsa" userId="f7100972-27fe-4ee6-8fb4-ec9b7931b409" providerId="ADAL" clId="{43FC3250-EE2F-489E-970D-AD8C57589867}" dt="2025-07-30T11:15:55.544" v="4946"/>
          <ac:grpSpMkLst>
            <pc:docMk/>
            <pc:sldMk cId="2532030908" sldId="596"/>
            <ac:grpSpMk id="29" creationId="{40EEEC29-DEBD-46BD-CEB4-A1F8FFA071AC}"/>
          </ac:grpSpMkLst>
        </pc:grpChg>
        <pc:grpChg chg="del mod">
          <ac:chgData name="Deepika Vatsa" userId="f7100972-27fe-4ee6-8fb4-ec9b7931b409" providerId="ADAL" clId="{43FC3250-EE2F-489E-970D-AD8C57589867}" dt="2025-07-31T03:20:03.516" v="5129" actId="478"/>
          <ac:grpSpMkLst>
            <pc:docMk/>
            <pc:sldMk cId="2532030908" sldId="596"/>
            <ac:grpSpMk id="33" creationId="{94AC4CAD-ABA6-4A1B-8CB5-5EF7BFF292F7}"/>
          </ac:grpSpMkLst>
        </pc:grpChg>
        <pc:grpChg chg="del mod">
          <ac:chgData name="Deepika Vatsa" userId="f7100972-27fe-4ee6-8fb4-ec9b7931b409" providerId="ADAL" clId="{43FC3250-EE2F-489E-970D-AD8C57589867}" dt="2025-07-31T03:20:03.516" v="5129" actId="478"/>
          <ac:grpSpMkLst>
            <pc:docMk/>
            <pc:sldMk cId="2532030908" sldId="596"/>
            <ac:grpSpMk id="38" creationId="{9049384C-553B-F830-2EF4-29690621E7AF}"/>
          </ac:grpSpMkLst>
        </pc:grpChg>
        <pc:grpChg chg="del mod">
          <ac:chgData name="Deepika Vatsa" userId="f7100972-27fe-4ee6-8fb4-ec9b7931b409" providerId="ADAL" clId="{43FC3250-EE2F-489E-970D-AD8C57589867}" dt="2025-07-31T03:20:03.516" v="5129" actId="478"/>
          <ac:grpSpMkLst>
            <pc:docMk/>
            <pc:sldMk cId="2532030908" sldId="596"/>
            <ac:grpSpMk id="46" creationId="{05410D5A-8BC4-DE30-7319-F20BBF28C9D9}"/>
          </ac:grpSpMkLst>
        </pc:grpChg>
        <pc:grpChg chg="del mod">
          <ac:chgData name="Deepika Vatsa" userId="f7100972-27fe-4ee6-8fb4-ec9b7931b409" providerId="ADAL" clId="{43FC3250-EE2F-489E-970D-AD8C57589867}" dt="2025-07-31T03:20:03.516" v="5129" actId="478"/>
          <ac:grpSpMkLst>
            <pc:docMk/>
            <pc:sldMk cId="2532030908" sldId="596"/>
            <ac:grpSpMk id="47" creationId="{9CF44EBE-3E61-0ECE-5406-E1258B3A6CF2}"/>
          </ac:grpSpMkLst>
        </pc:grpChg>
        <pc:grpChg chg="del mod">
          <ac:chgData name="Deepika Vatsa" userId="f7100972-27fe-4ee6-8fb4-ec9b7931b409" providerId="ADAL" clId="{43FC3250-EE2F-489E-970D-AD8C57589867}" dt="2025-07-31T03:19:55.785" v="5128" actId="478"/>
          <ac:grpSpMkLst>
            <pc:docMk/>
            <pc:sldMk cId="2532030908" sldId="596"/>
            <ac:grpSpMk id="53" creationId="{C3CA9B47-E57F-198C-F289-F1340CF10A9A}"/>
          </ac:grpSpMkLst>
        </pc:grpChg>
        <pc:graphicFrameChg chg="add del">
          <ac:chgData name="Deepika Vatsa" userId="f7100972-27fe-4ee6-8fb4-ec9b7931b409" providerId="ADAL" clId="{43FC3250-EE2F-489E-970D-AD8C57589867}" dt="2025-07-24T09:04:52.788" v="2073" actId="26606"/>
          <ac:graphicFrameMkLst>
            <pc:docMk/>
            <pc:sldMk cId="2532030908" sldId="596"/>
            <ac:graphicFrameMk id="15" creationId="{6CFDDA4F-D95F-67BC-99D8-585C9530E5D3}"/>
          </ac:graphicFrameMkLst>
        </pc:graphicFrameChg>
        <pc:picChg chg="add del">
          <ac:chgData name="Deepika Vatsa" userId="f7100972-27fe-4ee6-8fb4-ec9b7931b409" providerId="ADAL" clId="{43FC3250-EE2F-489E-970D-AD8C57589867}" dt="2025-07-24T08:41:18.314" v="1338"/>
          <ac:picMkLst>
            <pc:docMk/>
            <pc:sldMk cId="2532030908" sldId="596"/>
            <ac:picMk id="5" creationId="{CAD75397-8298-4658-F474-42286115F8BF}"/>
          </ac:picMkLst>
        </pc:picChg>
        <pc:picChg chg="del mod">
          <ac:chgData name="Deepika Vatsa" userId="f7100972-27fe-4ee6-8fb4-ec9b7931b409" providerId="ADAL" clId="{43FC3250-EE2F-489E-970D-AD8C57589867}" dt="2025-07-24T08:42:40.373" v="1364" actId="478"/>
          <ac:picMkLst>
            <pc:docMk/>
            <pc:sldMk cId="2532030908" sldId="596"/>
            <ac:picMk id="6" creationId="{06CDD532-FD42-2A67-1E0A-4C898A463CCC}"/>
          </ac:picMkLst>
        </pc:picChg>
        <pc:picChg chg="add mod">
          <ac:chgData name="Deepika Vatsa" userId="f7100972-27fe-4ee6-8fb4-ec9b7931b409" providerId="ADAL" clId="{43FC3250-EE2F-489E-970D-AD8C57589867}" dt="2025-07-24T09:04:49.283" v="2071" actId="1076"/>
          <ac:picMkLst>
            <pc:docMk/>
            <pc:sldMk cId="2532030908" sldId="596"/>
            <ac:picMk id="13" creationId="{5AB04AA3-C013-8EAC-2039-79F8E810ADD7}"/>
          </ac:picMkLst>
        </pc:picChg>
        <pc:picChg chg="del">
          <ac:chgData name="Deepika Vatsa" userId="f7100972-27fe-4ee6-8fb4-ec9b7931b409" providerId="ADAL" clId="{43FC3250-EE2F-489E-970D-AD8C57589867}" dt="2025-07-24T08:38:51.487" v="1289" actId="478"/>
          <ac:picMkLst>
            <pc:docMk/>
            <pc:sldMk cId="2532030908" sldId="596"/>
            <ac:picMk id="2050" creationId="{0B7501EB-9B8B-1F43-B280-F1F29C89922A}"/>
          </ac:picMkLst>
        </pc:picChg>
        <pc:inkChg chg="add del">
          <ac:chgData name="Deepika Vatsa" userId="f7100972-27fe-4ee6-8fb4-ec9b7931b409" providerId="ADAL" clId="{43FC3250-EE2F-489E-970D-AD8C57589867}" dt="2025-07-31T03:19:55.785" v="5128" actId="478"/>
          <ac:inkMkLst>
            <pc:docMk/>
            <pc:sldMk cId="2532030908" sldId="596"/>
            <ac:inkMk id="4" creationId="{88B8B8E3-DA3B-EE8E-8DA8-422C56013049}"/>
          </ac:inkMkLst>
        </pc:inkChg>
        <pc:inkChg chg="add mod">
          <ac:chgData name="Deepika Vatsa" userId="f7100972-27fe-4ee6-8fb4-ec9b7931b409" providerId="ADAL" clId="{43FC3250-EE2F-489E-970D-AD8C57589867}" dt="2025-07-30T11:15:06.162" v="4928"/>
          <ac:inkMkLst>
            <pc:docMk/>
            <pc:sldMk cId="2532030908" sldId="596"/>
            <ac:inkMk id="5" creationId="{9CBA7F43-E72A-7281-4516-69C983FB24F0}"/>
          </ac:inkMkLst>
        </pc:inkChg>
        <pc:inkChg chg="add mod">
          <ac:chgData name="Deepika Vatsa" userId="f7100972-27fe-4ee6-8fb4-ec9b7931b409" providerId="ADAL" clId="{43FC3250-EE2F-489E-970D-AD8C57589867}" dt="2025-07-30T11:15:06.162" v="4928"/>
          <ac:inkMkLst>
            <pc:docMk/>
            <pc:sldMk cId="2532030908" sldId="596"/>
            <ac:inkMk id="6" creationId="{24307FDE-4C9C-86FB-5366-7E118AD4AA03}"/>
          </ac:inkMkLst>
        </pc:inkChg>
        <pc:inkChg chg="add mod">
          <ac:chgData name="Deepika Vatsa" userId="f7100972-27fe-4ee6-8fb4-ec9b7931b409" providerId="ADAL" clId="{43FC3250-EE2F-489E-970D-AD8C57589867}" dt="2025-07-30T11:15:06.162" v="4928"/>
          <ac:inkMkLst>
            <pc:docMk/>
            <pc:sldMk cId="2532030908" sldId="596"/>
            <ac:inkMk id="7" creationId="{7B04A9E6-333B-43E3-4D80-CF154610806F}"/>
          </ac:inkMkLst>
        </pc:inkChg>
        <pc:inkChg chg="add mod">
          <ac:chgData name="Deepika Vatsa" userId="f7100972-27fe-4ee6-8fb4-ec9b7931b409" providerId="ADAL" clId="{43FC3250-EE2F-489E-970D-AD8C57589867}" dt="2025-07-30T11:15:06.162" v="4928"/>
          <ac:inkMkLst>
            <pc:docMk/>
            <pc:sldMk cId="2532030908" sldId="596"/>
            <ac:inkMk id="8" creationId="{3570D878-EE74-BF8E-4A55-416FEBD1583E}"/>
          </ac:inkMkLst>
        </pc:inkChg>
        <pc:inkChg chg="add mod">
          <ac:chgData name="Deepika Vatsa" userId="f7100972-27fe-4ee6-8fb4-ec9b7931b409" providerId="ADAL" clId="{43FC3250-EE2F-489E-970D-AD8C57589867}" dt="2025-07-30T11:15:06.162" v="4928"/>
          <ac:inkMkLst>
            <pc:docMk/>
            <pc:sldMk cId="2532030908" sldId="596"/>
            <ac:inkMk id="10" creationId="{1FD16809-5891-7573-BCDC-CBF2E3DF518D}"/>
          </ac:inkMkLst>
        </pc:inkChg>
        <pc:inkChg chg="add mod">
          <ac:chgData name="Deepika Vatsa" userId="f7100972-27fe-4ee6-8fb4-ec9b7931b409" providerId="ADAL" clId="{43FC3250-EE2F-489E-970D-AD8C57589867}" dt="2025-07-30T11:15:06.162" v="4928"/>
          <ac:inkMkLst>
            <pc:docMk/>
            <pc:sldMk cId="2532030908" sldId="596"/>
            <ac:inkMk id="14" creationId="{638074A3-275B-B13C-AD8F-7937834D2F27}"/>
          </ac:inkMkLst>
        </pc:inkChg>
        <pc:inkChg chg="add del">
          <ac:chgData name="Deepika Vatsa" userId="f7100972-27fe-4ee6-8fb4-ec9b7931b409" providerId="ADAL" clId="{43FC3250-EE2F-489E-970D-AD8C57589867}" dt="2025-07-31T03:19:55.785" v="5128" actId="478"/>
          <ac:inkMkLst>
            <pc:docMk/>
            <pc:sldMk cId="2532030908" sldId="596"/>
            <ac:inkMk id="16" creationId="{FD8B3306-3590-4B9D-B54E-F5FA6ADB8E5F}"/>
          </ac:inkMkLst>
        </pc:inkChg>
        <pc:inkChg chg="add del">
          <ac:chgData name="Deepika Vatsa" userId="f7100972-27fe-4ee6-8fb4-ec9b7931b409" providerId="ADAL" clId="{43FC3250-EE2F-489E-970D-AD8C57589867}" dt="2025-07-31T03:19:55.785" v="5128" actId="478"/>
          <ac:inkMkLst>
            <pc:docMk/>
            <pc:sldMk cId="2532030908" sldId="596"/>
            <ac:inkMk id="17" creationId="{4FA37EAD-7CA9-0812-2AA6-007F6AF3CF35}"/>
          </ac:inkMkLst>
        </pc:inkChg>
        <pc:inkChg chg="add del">
          <ac:chgData name="Deepika Vatsa" userId="f7100972-27fe-4ee6-8fb4-ec9b7931b409" providerId="ADAL" clId="{43FC3250-EE2F-489E-970D-AD8C57589867}" dt="2025-07-31T03:19:55.785" v="5128" actId="478"/>
          <ac:inkMkLst>
            <pc:docMk/>
            <pc:sldMk cId="2532030908" sldId="596"/>
            <ac:inkMk id="18" creationId="{FD724568-A393-C882-F883-DFA674DED7E9}"/>
          </ac:inkMkLst>
        </pc:inkChg>
        <pc:inkChg chg="add del">
          <ac:chgData name="Deepika Vatsa" userId="f7100972-27fe-4ee6-8fb4-ec9b7931b409" providerId="ADAL" clId="{43FC3250-EE2F-489E-970D-AD8C57589867}" dt="2025-07-31T03:19:55.785" v="5128" actId="478"/>
          <ac:inkMkLst>
            <pc:docMk/>
            <pc:sldMk cId="2532030908" sldId="596"/>
            <ac:inkMk id="19" creationId="{DC0E876A-CE60-5AEC-D27B-5A67E6862B82}"/>
          </ac:inkMkLst>
        </pc:inkChg>
        <pc:inkChg chg="add del">
          <ac:chgData name="Deepika Vatsa" userId="f7100972-27fe-4ee6-8fb4-ec9b7931b409" providerId="ADAL" clId="{43FC3250-EE2F-489E-970D-AD8C57589867}" dt="2025-07-31T03:19:55.785" v="5128" actId="478"/>
          <ac:inkMkLst>
            <pc:docMk/>
            <pc:sldMk cId="2532030908" sldId="596"/>
            <ac:inkMk id="20" creationId="{82B82D16-DEE8-66CA-D3D5-6B8ECF344BB1}"/>
          </ac:inkMkLst>
        </pc:inkChg>
        <pc:inkChg chg="add del">
          <ac:chgData name="Deepika Vatsa" userId="f7100972-27fe-4ee6-8fb4-ec9b7931b409" providerId="ADAL" clId="{43FC3250-EE2F-489E-970D-AD8C57589867}" dt="2025-07-31T03:20:03.516" v="5129" actId="478"/>
          <ac:inkMkLst>
            <pc:docMk/>
            <pc:sldMk cId="2532030908" sldId="596"/>
            <ac:inkMk id="21" creationId="{6BEFAB12-5590-7F06-7B25-8B9CCA70BD5D}"/>
          </ac:inkMkLst>
        </pc:inkChg>
        <pc:inkChg chg="add mod">
          <ac:chgData name="Deepika Vatsa" userId="f7100972-27fe-4ee6-8fb4-ec9b7931b409" providerId="ADAL" clId="{43FC3250-EE2F-489E-970D-AD8C57589867}" dt="2025-07-30T11:15:55.544" v="4946"/>
          <ac:inkMkLst>
            <pc:docMk/>
            <pc:sldMk cId="2532030908" sldId="596"/>
            <ac:inkMk id="22" creationId="{3DF19026-066D-02A0-C382-DBDEB1C7E1D0}"/>
          </ac:inkMkLst>
        </pc:inkChg>
        <pc:inkChg chg="add mod">
          <ac:chgData name="Deepika Vatsa" userId="f7100972-27fe-4ee6-8fb4-ec9b7931b409" providerId="ADAL" clId="{43FC3250-EE2F-489E-970D-AD8C57589867}" dt="2025-07-30T11:15:55.544" v="4946"/>
          <ac:inkMkLst>
            <pc:docMk/>
            <pc:sldMk cId="2532030908" sldId="596"/>
            <ac:inkMk id="23" creationId="{D6BE9C7C-E612-8826-80B1-6D9958BC7220}"/>
          </ac:inkMkLst>
        </pc:inkChg>
        <pc:inkChg chg="add mod">
          <ac:chgData name="Deepika Vatsa" userId="f7100972-27fe-4ee6-8fb4-ec9b7931b409" providerId="ADAL" clId="{43FC3250-EE2F-489E-970D-AD8C57589867}" dt="2025-07-30T11:15:55.544" v="4946"/>
          <ac:inkMkLst>
            <pc:docMk/>
            <pc:sldMk cId="2532030908" sldId="596"/>
            <ac:inkMk id="24" creationId="{6A066C8A-5E3C-5B66-25E0-82887BACB9F4}"/>
          </ac:inkMkLst>
        </pc:inkChg>
        <pc:inkChg chg="add mod">
          <ac:chgData name="Deepika Vatsa" userId="f7100972-27fe-4ee6-8fb4-ec9b7931b409" providerId="ADAL" clId="{43FC3250-EE2F-489E-970D-AD8C57589867}" dt="2025-07-30T11:15:55.544" v="4946"/>
          <ac:inkMkLst>
            <pc:docMk/>
            <pc:sldMk cId="2532030908" sldId="596"/>
            <ac:inkMk id="25" creationId="{814606A0-B2E1-BE7C-CAD3-22F1C0E5E1B7}"/>
          </ac:inkMkLst>
        </pc:inkChg>
        <pc:inkChg chg="add mod">
          <ac:chgData name="Deepika Vatsa" userId="f7100972-27fe-4ee6-8fb4-ec9b7931b409" providerId="ADAL" clId="{43FC3250-EE2F-489E-970D-AD8C57589867}" dt="2025-07-30T11:15:55.544" v="4946"/>
          <ac:inkMkLst>
            <pc:docMk/>
            <pc:sldMk cId="2532030908" sldId="596"/>
            <ac:inkMk id="26" creationId="{0ED57A37-39FB-A980-BB74-93D2F94B566E}"/>
          </ac:inkMkLst>
        </pc:inkChg>
        <pc:inkChg chg="add mod">
          <ac:chgData name="Deepika Vatsa" userId="f7100972-27fe-4ee6-8fb4-ec9b7931b409" providerId="ADAL" clId="{43FC3250-EE2F-489E-970D-AD8C57589867}" dt="2025-07-30T11:15:55.544" v="4946"/>
          <ac:inkMkLst>
            <pc:docMk/>
            <pc:sldMk cId="2532030908" sldId="596"/>
            <ac:inkMk id="28" creationId="{2AF07CE3-852F-ACE8-F399-66F9DF879B24}"/>
          </ac:inkMkLst>
        </pc:inkChg>
        <pc:inkChg chg="add mod">
          <ac:chgData name="Deepika Vatsa" userId="f7100972-27fe-4ee6-8fb4-ec9b7931b409" providerId="ADAL" clId="{43FC3250-EE2F-489E-970D-AD8C57589867}" dt="2025-07-30T11:15:55.544" v="4946"/>
          <ac:inkMkLst>
            <pc:docMk/>
            <pc:sldMk cId="2532030908" sldId="596"/>
            <ac:inkMk id="30" creationId="{2F62BCAB-CBAE-0C39-F5E3-9799BD3C169D}"/>
          </ac:inkMkLst>
        </pc:inkChg>
        <pc:inkChg chg="add mod">
          <ac:chgData name="Deepika Vatsa" userId="f7100972-27fe-4ee6-8fb4-ec9b7931b409" providerId="ADAL" clId="{43FC3250-EE2F-489E-970D-AD8C57589867}" dt="2025-07-30T11:15:55.544" v="4946"/>
          <ac:inkMkLst>
            <pc:docMk/>
            <pc:sldMk cId="2532030908" sldId="596"/>
            <ac:inkMk id="31" creationId="{BD6B7FD5-D0A3-DFA4-B7C7-D5B0E8EFB46C}"/>
          </ac:inkMkLst>
        </pc:inkChg>
        <pc:inkChg chg="add mod">
          <ac:chgData name="Deepika Vatsa" userId="f7100972-27fe-4ee6-8fb4-ec9b7931b409" providerId="ADAL" clId="{43FC3250-EE2F-489E-970D-AD8C57589867}" dt="2025-07-30T11:15:55.544" v="4946"/>
          <ac:inkMkLst>
            <pc:docMk/>
            <pc:sldMk cId="2532030908" sldId="596"/>
            <ac:inkMk id="32" creationId="{2E6E19DA-278D-256E-F9E2-BCCAAEB04261}"/>
          </ac:inkMkLst>
        </pc:inkChg>
        <pc:inkChg chg="add mod">
          <ac:chgData name="Deepika Vatsa" userId="f7100972-27fe-4ee6-8fb4-ec9b7931b409" providerId="ADAL" clId="{43FC3250-EE2F-489E-970D-AD8C57589867}" dt="2025-07-30T11:15:59.017" v="4951"/>
          <ac:inkMkLst>
            <pc:docMk/>
            <pc:sldMk cId="2532030908" sldId="596"/>
            <ac:inkMk id="34" creationId="{F17ACEF0-72FA-321A-CD3D-E082D7B59059}"/>
          </ac:inkMkLst>
        </pc:inkChg>
        <pc:inkChg chg="add mod">
          <ac:chgData name="Deepika Vatsa" userId="f7100972-27fe-4ee6-8fb4-ec9b7931b409" providerId="ADAL" clId="{43FC3250-EE2F-489E-970D-AD8C57589867}" dt="2025-07-30T11:15:59.017" v="4951"/>
          <ac:inkMkLst>
            <pc:docMk/>
            <pc:sldMk cId="2532030908" sldId="596"/>
            <ac:inkMk id="35" creationId="{B50E9606-004A-F61A-5BDA-D8D7534E0EC4}"/>
          </ac:inkMkLst>
        </pc:inkChg>
        <pc:inkChg chg="add mod">
          <ac:chgData name="Deepika Vatsa" userId="f7100972-27fe-4ee6-8fb4-ec9b7931b409" providerId="ADAL" clId="{43FC3250-EE2F-489E-970D-AD8C57589867}" dt="2025-07-30T11:15:59.017" v="4951"/>
          <ac:inkMkLst>
            <pc:docMk/>
            <pc:sldMk cId="2532030908" sldId="596"/>
            <ac:inkMk id="36" creationId="{050455ED-C390-BFA9-A9B4-A3B41A5E8AEB}"/>
          </ac:inkMkLst>
        </pc:inkChg>
        <pc:inkChg chg="add mod">
          <ac:chgData name="Deepika Vatsa" userId="f7100972-27fe-4ee6-8fb4-ec9b7931b409" providerId="ADAL" clId="{43FC3250-EE2F-489E-970D-AD8C57589867}" dt="2025-07-30T11:15:59.017" v="4951"/>
          <ac:inkMkLst>
            <pc:docMk/>
            <pc:sldMk cId="2532030908" sldId="596"/>
            <ac:inkMk id="37" creationId="{4DF8C8C8-5D58-1DCE-7491-623572C539F5}"/>
          </ac:inkMkLst>
        </pc:inkChg>
        <pc:inkChg chg="add del">
          <ac:chgData name="Deepika Vatsa" userId="f7100972-27fe-4ee6-8fb4-ec9b7931b409" providerId="ADAL" clId="{43FC3250-EE2F-489E-970D-AD8C57589867}" dt="2025-07-31T03:20:03.516" v="5129" actId="478"/>
          <ac:inkMkLst>
            <pc:docMk/>
            <pc:sldMk cId="2532030908" sldId="596"/>
            <ac:inkMk id="39" creationId="{FE09A62C-DECB-44C1-967F-7B314A16BB46}"/>
          </ac:inkMkLst>
        </pc:inkChg>
        <pc:inkChg chg="add mod">
          <ac:chgData name="Deepika Vatsa" userId="f7100972-27fe-4ee6-8fb4-ec9b7931b409" providerId="ADAL" clId="{43FC3250-EE2F-489E-970D-AD8C57589867}" dt="2025-07-30T11:16:12.987" v="4959"/>
          <ac:inkMkLst>
            <pc:docMk/>
            <pc:sldMk cId="2532030908" sldId="596"/>
            <ac:inkMk id="40" creationId="{7AC53162-5FE8-7761-5332-7D80C8DDC312}"/>
          </ac:inkMkLst>
        </pc:inkChg>
        <pc:inkChg chg="add mod">
          <ac:chgData name="Deepika Vatsa" userId="f7100972-27fe-4ee6-8fb4-ec9b7931b409" providerId="ADAL" clId="{43FC3250-EE2F-489E-970D-AD8C57589867}" dt="2025-07-30T11:16:12.987" v="4959"/>
          <ac:inkMkLst>
            <pc:docMk/>
            <pc:sldMk cId="2532030908" sldId="596"/>
            <ac:inkMk id="41" creationId="{C3E175DA-FA37-4A39-5887-2D43EA06F1A3}"/>
          </ac:inkMkLst>
        </pc:inkChg>
        <pc:inkChg chg="add mod">
          <ac:chgData name="Deepika Vatsa" userId="f7100972-27fe-4ee6-8fb4-ec9b7931b409" providerId="ADAL" clId="{43FC3250-EE2F-489E-970D-AD8C57589867}" dt="2025-07-30T11:16:12.987" v="4959"/>
          <ac:inkMkLst>
            <pc:docMk/>
            <pc:sldMk cId="2532030908" sldId="596"/>
            <ac:inkMk id="42" creationId="{C93CDB0D-902F-4DAC-542E-CD7856545CBA}"/>
          </ac:inkMkLst>
        </pc:inkChg>
        <pc:inkChg chg="add mod">
          <ac:chgData name="Deepika Vatsa" userId="f7100972-27fe-4ee6-8fb4-ec9b7931b409" providerId="ADAL" clId="{43FC3250-EE2F-489E-970D-AD8C57589867}" dt="2025-07-30T11:16:12.987" v="4959"/>
          <ac:inkMkLst>
            <pc:docMk/>
            <pc:sldMk cId="2532030908" sldId="596"/>
            <ac:inkMk id="43" creationId="{34A54093-00DF-2606-7948-24AFA7BDE8E8}"/>
          </ac:inkMkLst>
        </pc:inkChg>
        <pc:inkChg chg="add mod">
          <ac:chgData name="Deepika Vatsa" userId="f7100972-27fe-4ee6-8fb4-ec9b7931b409" providerId="ADAL" clId="{43FC3250-EE2F-489E-970D-AD8C57589867}" dt="2025-07-30T11:16:12.987" v="4959"/>
          <ac:inkMkLst>
            <pc:docMk/>
            <pc:sldMk cId="2532030908" sldId="596"/>
            <ac:inkMk id="44" creationId="{AF6B3135-3D23-B14A-EE3A-0438FA826E5A}"/>
          </ac:inkMkLst>
        </pc:inkChg>
        <pc:inkChg chg="add mod">
          <ac:chgData name="Deepika Vatsa" userId="f7100972-27fe-4ee6-8fb4-ec9b7931b409" providerId="ADAL" clId="{43FC3250-EE2F-489E-970D-AD8C57589867}" dt="2025-07-30T11:16:12.987" v="4959"/>
          <ac:inkMkLst>
            <pc:docMk/>
            <pc:sldMk cId="2532030908" sldId="596"/>
            <ac:inkMk id="45" creationId="{10127614-7D82-759D-C69F-7F81509E63D8}"/>
          </ac:inkMkLst>
        </pc:inkChg>
        <pc:inkChg chg="add del">
          <ac:chgData name="Deepika Vatsa" userId="f7100972-27fe-4ee6-8fb4-ec9b7931b409" providerId="ADAL" clId="{43FC3250-EE2F-489E-970D-AD8C57589867}" dt="2025-07-31T03:19:55.785" v="5128" actId="478"/>
          <ac:inkMkLst>
            <pc:docMk/>
            <pc:sldMk cId="2532030908" sldId="596"/>
            <ac:inkMk id="48" creationId="{6C3D8949-3295-D523-B194-146A672CB68B}"/>
          </ac:inkMkLst>
        </pc:inkChg>
        <pc:inkChg chg="add del">
          <ac:chgData name="Deepika Vatsa" userId="f7100972-27fe-4ee6-8fb4-ec9b7931b409" providerId="ADAL" clId="{43FC3250-EE2F-489E-970D-AD8C57589867}" dt="2025-07-31T03:20:03.516" v="5129" actId="478"/>
          <ac:inkMkLst>
            <pc:docMk/>
            <pc:sldMk cId="2532030908" sldId="596"/>
            <ac:inkMk id="49" creationId="{6CB31BCF-E3B4-98A5-D05E-75969C687A31}"/>
          </ac:inkMkLst>
        </pc:inkChg>
        <pc:inkChg chg="add del">
          <ac:chgData name="Deepika Vatsa" userId="f7100972-27fe-4ee6-8fb4-ec9b7931b409" providerId="ADAL" clId="{43FC3250-EE2F-489E-970D-AD8C57589867}" dt="2025-07-31T03:19:55.785" v="5128" actId="478"/>
          <ac:inkMkLst>
            <pc:docMk/>
            <pc:sldMk cId="2532030908" sldId="596"/>
            <ac:inkMk id="50" creationId="{9F644C68-5272-E707-EB3E-3EE1AF593258}"/>
          </ac:inkMkLst>
        </pc:inkChg>
        <pc:inkChg chg="add mod">
          <ac:chgData name="Deepika Vatsa" userId="f7100972-27fe-4ee6-8fb4-ec9b7931b409" providerId="ADAL" clId="{43FC3250-EE2F-489E-970D-AD8C57589867}" dt="2025-07-30T11:16:26.344" v="4965"/>
          <ac:inkMkLst>
            <pc:docMk/>
            <pc:sldMk cId="2532030908" sldId="596"/>
            <ac:inkMk id="51" creationId="{102E9271-8E6E-9A94-BBE6-9CB6939AD904}"/>
          </ac:inkMkLst>
        </pc:inkChg>
        <pc:inkChg chg="add mod">
          <ac:chgData name="Deepika Vatsa" userId="f7100972-27fe-4ee6-8fb4-ec9b7931b409" providerId="ADAL" clId="{43FC3250-EE2F-489E-970D-AD8C57589867}" dt="2025-07-30T11:16:26.344" v="4965"/>
          <ac:inkMkLst>
            <pc:docMk/>
            <pc:sldMk cId="2532030908" sldId="596"/>
            <ac:inkMk id="52" creationId="{492EE3C8-136B-3F72-415F-B56C36D301D2}"/>
          </ac:inkMkLst>
        </pc:inkChg>
        <pc:inkChg chg="add del">
          <ac:chgData name="Deepika Vatsa" userId="f7100972-27fe-4ee6-8fb4-ec9b7931b409" providerId="ADAL" clId="{43FC3250-EE2F-489E-970D-AD8C57589867}" dt="2025-07-31T03:19:55.785" v="5128" actId="478"/>
          <ac:inkMkLst>
            <pc:docMk/>
            <pc:sldMk cId="2532030908" sldId="596"/>
            <ac:inkMk id="54" creationId="{913B29BD-D233-DD99-1331-5ECCF0662FD5}"/>
          </ac:inkMkLst>
        </pc:inkChg>
      </pc:sldChg>
      <pc:sldChg chg="del">
        <pc:chgData name="Deepika Vatsa" userId="f7100972-27fe-4ee6-8fb4-ec9b7931b409" providerId="ADAL" clId="{43FC3250-EE2F-489E-970D-AD8C57589867}" dt="2025-07-23T11:05:11.946" v="73" actId="47"/>
        <pc:sldMkLst>
          <pc:docMk/>
          <pc:sldMk cId="3613863550" sldId="597"/>
        </pc:sldMkLst>
      </pc:sldChg>
      <pc:sldChg chg="addSp delSp modSp add mod">
        <pc:chgData name="Deepika Vatsa" userId="f7100972-27fe-4ee6-8fb4-ec9b7931b409" providerId="ADAL" clId="{43FC3250-EE2F-489E-970D-AD8C57589867}" dt="2025-07-31T03:20:39.266" v="5137" actId="478"/>
        <pc:sldMkLst>
          <pc:docMk/>
          <pc:sldMk cId="3825282558" sldId="597"/>
        </pc:sldMkLst>
        <pc:spChg chg="add mod">
          <ac:chgData name="Deepika Vatsa" userId="f7100972-27fe-4ee6-8fb4-ec9b7931b409" providerId="ADAL" clId="{43FC3250-EE2F-489E-970D-AD8C57589867}" dt="2025-07-24T09:13:49.188" v="2128" actId="1036"/>
          <ac:spMkLst>
            <pc:docMk/>
            <pc:sldMk cId="3825282558" sldId="597"/>
            <ac:spMk id="4" creationId="{4D157D1B-7F8A-9A8B-D14E-A8A739CD19A9}"/>
          </ac:spMkLst>
        </pc:spChg>
        <pc:spChg chg="add del mod">
          <ac:chgData name="Deepika Vatsa" userId="f7100972-27fe-4ee6-8fb4-ec9b7931b409" providerId="ADAL" clId="{43FC3250-EE2F-489E-970D-AD8C57589867}" dt="2025-07-31T03:20:27.430" v="5133" actId="478"/>
          <ac:spMkLst>
            <pc:docMk/>
            <pc:sldMk cId="3825282558" sldId="597"/>
            <ac:spMk id="5" creationId="{68009DD6-B443-C5DB-F60A-21FC1529A21C}"/>
          </ac:spMkLst>
        </pc:spChg>
        <pc:spChg chg="add del mod">
          <ac:chgData name="Deepika Vatsa" userId="f7100972-27fe-4ee6-8fb4-ec9b7931b409" providerId="ADAL" clId="{43FC3250-EE2F-489E-970D-AD8C57589867}" dt="2025-07-24T09:13:41.392" v="2107" actId="478"/>
          <ac:spMkLst>
            <pc:docMk/>
            <pc:sldMk cId="3825282558" sldId="597"/>
            <ac:spMk id="6" creationId="{E4445506-10DA-6C8E-B875-EB21FB0E8E0C}"/>
          </ac:spMkLst>
        </pc:spChg>
        <pc:spChg chg="add del mod">
          <ac:chgData name="Deepika Vatsa" userId="f7100972-27fe-4ee6-8fb4-ec9b7931b409" providerId="ADAL" clId="{43FC3250-EE2F-489E-970D-AD8C57589867}" dt="2025-07-24T09:13:38.721" v="2106" actId="478"/>
          <ac:spMkLst>
            <pc:docMk/>
            <pc:sldMk cId="3825282558" sldId="597"/>
            <ac:spMk id="7" creationId="{17E1BA5B-066B-4677-2290-A7CE14E52D1D}"/>
          </ac:spMkLst>
        </pc:spChg>
        <pc:spChg chg="mod">
          <ac:chgData name="Deepika Vatsa" userId="f7100972-27fe-4ee6-8fb4-ec9b7931b409" providerId="ADAL" clId="{43FC3250-EE2F-489E-970D-AD8C57589867}" dt="2025-07-24T09:04:02.549" v="2060" actId="1076"/>
          <ac:spMkLst>
            <pc:docMk/>
            <pc:sldMk cId="3825282558" sldId="597"/>
            <ac:spMk id="9" creationId="{201B0A84-744C-23F6-4528-9945FC0EFECC}"/>
          </ac:spMkLst>
        </pc:spChg>
        <pc:spChg chg="mod">
          <ac:chgData name="Deepika Vatsa" userId="f7100972-27fe-4ee6-8fb4-ec9b7931b409" providerId="ADAL" clId="{43FC3250-EE2F-489E-970D-AD8C57589867}" dt="2025-07-24T09:03:59.228" v="2059" actId="14100"/>
          <ac:spMkLst>
            <pc:docMk/>
            <pc:sldMk cId="3825282558" sldId="597"/>
            <ac:spMk id="10" creationId="{F18DCF59-2D3F-A81C-CBA3-6B10A9A86DE5}"/>
          </ac:spMkLst>
        </pc:spChg>
        <pc:spChg chg="del">
          <ac:chgData name="Deepika Vatsa" userId="f7100972-27fe-4ee6-8fb4-ec9b7931b409" providerId="ADAL" clId="{43FC3250-EE2F-489E-970D-AD8C57589867}" dt="2025-07-24T08:49:11.071" v="1579" actId="478"/>
          <ac:spMkLst>
            <pc:docMk/>
            <pc:sldMk cId="3825282558" sldId="597"/>
            <ac:spMk id="11" creationId="{06381CCD-359B-D8A2-1997-A5B56A02FD41}"/>
          </ac:spMkLst>
        </pc:spChg>
        <pc:spChg chg="del">
          <ac:chgData name="Deepika Vatsa" userId="f7100972-27fe-4ee6-8fb4-ec9b7931b409" providerId="ADAL" clId="{43FC3250-EE2F-489E-970D-AD8C57589867}" dt="2025-07-24T08:48:12.464" v="1578" actId="478"/>
          <ac:spMkLst>
            <pc:docMk/>
            <pc:sldMk cId="3825282558" sldId="597"/>
            <ac:spMk id="12" creationId="{054E186B-0053-1ADA-9448-E99069A759EF}"/>
          </ac:spMkLst>
        </pc:spChg>
        <pc:picChg chg="add del mod">
          <ac:chgData name="Deepika Vatsa" userId="f7100972-27fe-4ee6-8fb4-ec9b7931b409" providerId="ADAL" clId="{43FC3250-EE2F-489E-970D-AD8C57589867}" dt="2025-07-24T09:05:12.136" v="2078" actId="478"/>
          <ac:picMkLst>
            <pc:docMk/>
            <pc:sldMk cId="3825282558" sldId="597"/>
            <ac:picMk id="8" creationId="{C104A89E-73F1-AA4B-A2A5-CBD2CE60339C}"/>
          </ac:picMkLst>
        </pc:picChg>
        <pc:picChg chg="add del mod">
          <ac:chgData name="Deepika Vatsa" userId="f7100972-27fe-4ee6-8fb4-ec9b7931b409" providerId="ADAL" clId="{43FC3250-EE2F-489E-970D-AD8C57589867}" dt="2025-07-24T09:04:44.148" v="2069" actId="21"/>
          <ac:picMkLst>
            <pc:docMk/>
            <pc:sldMk cId="3825282558" sldId="597"/>
            <ac:picMk id="3074" creationId="{B5DD1E7F-B07A-CCFA-C5FC-5F4DAD97F7CD}"/>
          </ac:picMkLst>
        </pc:picChg>
        <pc:picChg chg="add mod">
          <ac:chgData name="Deepika Vatsa" userId="f7100972-27fe-4ee6-8fb4-ec9b7931b409" providerId="ADAL" clId="{43FC3250-EE2F-489E-970D-AD8C57589867}" dt="2025-07-24T09:13:54.523" v="2130" actId="1076"/>
          <ac:picMkLst>
            <pc:docMk/>
            <pc:sldMk cId="3825282558" sldId="597"/>
            <ac:picMk id="3076" creationId="{80DDF492-098F-EB7B-7E26-A66FD8A4540E}"/>
          </ac:picMkLst>
        </pc:picChg>
        <pc:picChg chg="add mod">
          <ac:chgData name="Deepika Vatsa" userId="f7100972-27fe-4ee6-8fb4-ec9b7931b409" providerId="ADAL" clId="{43FC3250-EE2F-489E-970D-AD8C57589867}" dt="2025-07-24T09:14:04.564" v="2133" actId="1076"/>
          <ac:picMkLst>
            <pc:docMk/>
            <pc:sldMk cId="3825282558" sldId="597"/>
            <ac:picMk id="3078" creationId="{BCA46BE0-3C05-716C-D675-114ECEF84416}"/>
          </ac:picMkLst>
        </pc:picChg>
        <pc:picChg chg="add del mod">
          <ac:chgData name="Deepika Vatsa" userId="f7100972-27fe-4ee6-8fb4-ec9b7931b409" providerId="ADAL" clId="{43FC3250-EE2F-489E-970D-AD8C57589867}" dt="2025-07-24T09:13:42.976" v="2108" actId="478"/>
          <ac:picMkLst>
            <pc:docMk/>
            <pc:sldMk cId="3825282558" sldId="597"/>
            <ac:picMk id="3080" creationId="{1A6E8503-1601-E61F-B38C-39D893FE2DC7}"/>
          </ac:picMkLst>
        </pc:picChg>
        <pc:inkChg chg="add del">
          <ac:chgData name="Deepika Vatsa" userId="f7100972-27fe-4ee6-8fb4-ec9b7931b409" providerId="ADAL" clId="{43FC3250-EE2F-489E-970D-AD8C57589867}" dt="2025-07-31T03:20:23.271" v="5132" actId="478"/>
          <ac:inkMkLst>
            <pc:docMk/>
            <pc:sldMk cId="3825282558" sldId="597"/>
            <ac:inkMk id="6" creationId="{999200CD-978C-E2F6-1CA1-7EF516E1897D}"/>
          </ac:inkMkLst>
        </pc:inkChg>
        <pc:inkChg chg="add del">
          <ac:chgData name="Deepika Vatsa" userId="f7100972-27fe-4ee6-8fb4-ec9b7931b409" providerId="ADAL" clId="{43FC3250-EE2F-489E-970D-AD8C57589867}" dt="2025-07-31T03:20:23.271" v="5132" actId="478"/>
          <ac:inkMkLst>
            <pc:docMk/>
            <pc:sldMk cId="3825282558" sldId="597"/>
            <ac:inkMk id="7" creationId="{A07BEA58-C8E9-7B1A-D1B3-5893CD9D989C}"/>
          </ac:inkMkLst>
        </pc:inkChg>
        <pc:inkChg chg="add del">
          <ac:chgData name="Deepika Vatsa" userId="f7100972-27fe-4ee6-8fb4-ec9b7931b409" providerId="ADAL" clId="{43FC3250-EE2F-489E-970D-AD8C57589867}" dt="2025-07-31T03:20:35.165" v="5135" actId="478"/>
          <ac:inkMkLst>
            <pc:docMk/>
            <pc:sldMk cId="3825282558" sldId="597"/>
            <ac:inkMk id="8" creationId="{310DD96E-FCDF-F076-16AA-5EA3391BE485}"/>
          </ac:inkMkLst>
        </pc:inkChg>
        <pc:inkChg chg="add del">
          <ac:chgData name="Deepika Vatsa" userId="f7100972-27fe-4ee6-8fb4-ec9b7931b409" providerId="ADAL" clId="{43FC3250-EE2F-489E-970D-AD8C57589867}" dt="2025-07-31T03:20:39.266" v="5137" actId="478"/>
          <ac:inkMkLst>
            <pc:docMk/>
            <pc:sldMk cId="3825282558" sldId="597"/>
            <ac:inkMk id="11" creationId="{6D38D8B6-F907-29F6-E38A-5763CF45E596}"/>
          </ac:inkMkLst>
        </pc:inkChg>
        <pc:inkChg chg="add del">
          <ac:chgData name="Deepika Vatsa" userId="f7100972-27fe-4ee6-8fb4-ec9b7931b409" providerId="ADAL" clId="{43FC3250-EE2F-489E-970D-AD8C57589867}" dt="2025-07-31T03:20:32.283" v="5134" actId="478"/>
          <ac:inkMkLst>
            <pc:docMk/>
            <pc:sldMk cId="3825282558" sldId="597"/>
            <ac:inkMk id="12" creationId="{EFD82AA0-1443-9158-C0FE-E9728BBE9C06}"/>
          </ac:inkMkLst>
        </pc:inkChg>
        <pc:inkChg chg="add del">
          <ac:chgData name="Deepika Vatsa" userId="f7100972-27fe-4ee6-8fb4-ec9b7931b409" providerId="ADAL" clId="{43FC3250-EE2F-489E-970D-AD8C57589867}" dt="2025-07-31T03:20:32.283" v="5134" actId="478"/>
          <ac:inkMkLst>
            <pc:docMk/>
            <pc:sldMk cId="3825282558" sldId="597"/>
            <ac:inkMk id="13" creationId="{3AF1140C-C15E-5B04-196C-B51336B95A0C}"/>
          </ac:inkMkLst>
        </pc:inkChg>
        <pc:inkChg chg="add del">
          <ac:chgData name="Deepika Vatsa" userId="f7100972-27fe-4ee6-8fb4-ec9b7931b409" providerId="ADAL" clId="{43FC3250-EE2F-489E-970D-AD8C57589867}" dt="2025-07-31T03:20:32.283" v="5134" actId="478"/>
          <ac:inkMkLst>
            <pc:docMk/>
            <pc:sldMk cId="3825282558" sldId="597"/>
            <ac:inkMk id="14" creationId="{8C12726E-40EA-2B3D-1368-0091B1CD799C}"/>
          </ac:inkMkLst>
        </pc:inkChg>
        <pc:inkChg chg="add del">
          <ac:chgData name="Deepika Vatsa" userId="f7100972-27fe-4ee6-8fb4-ec9b7931b409" providerId="ADAL" clId="{43FC3250-EE2F-489E-970D-AD8C57589867}" dt="2025-07-31T03:20:32.283" v="5134" actId="478"/>
          <ac:inkMkLst>
            <pc:docMk/>
            <pc:sldMk cId="3825282558" sldId="597"/>
            <ac:inkMk id="15" creationId="{46A73556-14AB-10C2-AE39-3687A2DF415D}"/>
          </ac:inkMkLst>
        </pc:inkChg>
        <pc:inkChg chg="add del">
          <ac:chgData name="Deepika Vatsa" userId="f7100972-27fe-4ee6-8fb4-ec9b7931b409" providerId="ADAL" clId="{43FC3250-EE2F-489E-970D-AD8C57589867}" dt="2025-07-31T03:20:32.283" v="5134" actId="478"/>
          <ac:inkMkLst>
            <pc:docMk/>
            <pc:sldMk cId="3825282558" sldId="597"/>
            <ac:inkMk id="16" creationId="{2C6B9FC8-5BEC-0A20-E5AF-C5F10C9C8A49}"/>
          </ac:inkMkLst>
        </pc:inkChg>
        <pc:inkChg chg="add del">
          <ac:chgData name="Deepika Vatsa" userId="f7100972-27fe-4ee6-8fb4-ec9b7931b409" providerId="ADAL" clId="{43FC3250-EE2F-489E-970D-AD8C57589867}" dt="2025-07-31T03:20:32.283" v="5134" actId="478"/>
          <ac:inkMkLst>
            <pc:docMk/>
            <pc:sldMk cId="3825282558" sldId="597"/>
            <ac:inkMk id="17" creationId="{A34E1CC3-3041-3C44-0A63-43E80C7574C9}"/>
          </ac:inkMkLst>
        </pc:inkChg>
        <pc:inkChg chg="add del">
          <ac:chgData name="Deepika Vatsa" userId="f7100972-27fe-4ee6-8fb4-ec9b7931b409" providerId="ADAL" clId="{43FC3250-EE2F-489E-970D-AD8C57589867}" dt="2025-07-31T03:20:37.434" v="5136" actId="478"/>
          <ac:inkMkLst>
            <pc:docMk/>
            <pc:sldMk cId="3825282558" sldId="597"/>
            <ac:inkMk id="18" creationId="{D1E10D15-1BBB-4BAA-E930-8DB7FC7E22BF}"/>
          </ac:inkMkLst>
        </pc:inkChg>
        <pc:inkChg chg="add del">
          <ac:chgData name="Deepika Vatsa" userId="f7100972-27fe-4ee6-8fb4-ec9b7931b409" providerId="ADAL" clId="{43FC3250-EE2F-489E-970D-AD8C57589867}" dt="2025-07-31T03:20:32.283" v="5134" actId="478"/>
          <ac:inkMkLst>
            <pc:docMk/>
            <pc:sldMk cId="3825282558" sldId="597"/>
            <ac:inkMk id="19" creationId="{CDF3216D-E2AE-7B18-D8ED-4ED6B4930E77}"/>
          </ac:inkMkLst>
        </pc:inkChg>
        <pc:inkChg chg="add del">
          <ac:chgData name="Deepika Vatsa" userId="f7100972-27fe-4ee6-8fb4-ec9b7931b409" providerId="ADAL" clId="{43FC3250-EE2F-489E-970D-AD8C57589867}" dt="2025-07-31T03:20:32.283" v="5134" actId="478"/>
          <ac:inkMkLst>
            <pc:docMk/>
            <pc:sldMk cId="3825282558" sldId="597"/>
            <ac:inkMk id="20" creationId="{876ED603-470D-6FC2-6EC9-5EE979905F6C}"/>
          </ac:inkMkLst>
        </pc:inkChg>
        <pc:inkChg chg="add del">
          <ac:chgData name="Deepika Vatsa" userId="f7100972-27fe-4ee6-8fb4-ec9b7931b409" providerId="ADAL" clId="{43FC3250-EE2F-489E-970D-AD8C57589867}" dt="2025-07-31T03:20:35.165" v="5135" actId="478"/>
          <ac:inkMkLst>
            <pc:docMk/>
            <pc:sldMk cId="3825282558" sldId="597"/>
            <ac:inkMk id="21" creationId="{10432B06-8F85-5BAC-7F1A-0274E186B66D}"/>
          </ac:inkMkLst>
        </pc:inkChg>
        <pc:inkChg chg="add del">
          <ac:chgData name="Deepika Vatsa" userId="f7100972-27fe-4ee6-8fb4-ec9b7931b409" providerId="ADAL" clId="{43FC3250-EE2F-489E-970D-AD8C57589867}" dt="2025-07-31T03:20:35.165" v="5135" actId="478"/>
          <ac:inkMkLst>
            <pc:docMk/>
            <pc:sldMk cId="3825282558" sldId="597"/>
            <ac:inkMk id="22" creationId="{FC8308A0-D516-EAA1-45F5-639D95C99A3C}"/>
          </ac:inkMkLst>
        </pc:inkChg>
        <pc:inkChg chg="add del">
          <ac:chgData name="Deepika Vatsa" userId="f7100972-27fe-4ee6-8fb4-ec9b7931b409" providerId="ADAL" clId="{43FC3250-EE2F-489E-970D-AD8C57589867}" dt="2025-07-31T03:20:32.283" v="5134" actId="478"/>
          <ac:inkMkLst>
            <pc:docMk/>
            <pc:sldMk cId="3825282558" sldId="597"/>
            <ac:inkMk id="23" creationId="{EE4C7723-97EE-2288-770E-E828AEBAC14E}"/>
          </ac:inkMkLst>
        </pc:inkChg>
      </pc:sldChg>
      <pc:sldChg chg="addSp delSp modSp add mod">
        <pc:chgData name="Deepika Vatsa" userId="f7100972-27fe-4ee6-8fb4-ec9b7931b409" providerId="ADAL" clId="{43FC3250-EE2F-489E-970D-AD8C57589867}" dt="2025-07-30T11:18:53.748" v="4983" actId="9405"/>
        <pc:sldMkLst>
          <pc:docMk/>
          <pc:sldMk cId="1827776172" sldId="598"/>
        </pc:sldMkLst>
        <pc:spChg chg="del">
          <ac:chgData name="Deepika Vatsa" userId="f7100972-27fe-4ee6-8fb4-ec9b7931b409" providerId="ADAL" clId="{43FC3250-EE2F-489E-970D-AD8C57589867}" dt="2025-07-24T09:14:13.047" v="2135" actId="478"/>
          <ac:spMkLst>
            <pc:docMk/>
            <pc:sldMk cId="1827776172" sldId="598"/>
            <ac:spMk id="4" creationId="{4D157D1B-7F8A-9A8B-D14E-A8A739CD19A9}"/>
          </ac:spMkLst>
        </pc:spChg>
        <pc:spChg chg="del">
          <ac:chgData name="Deepika Vatsa" userId="f7100972-27fe-4ee6-8fb4-ec9b7931b409" providerId="ADAL" clId="{43FC3250-EE2F-489E-970D-AD8C57589867}" dt="2025-07-24T09:14:10.996" v="2134" actId="478"/>
          <ac:spMkLst>
            <pc:docMk/>
            <pc:sldMk cId="1827776172" sldId="598"/>
            <ac:spMk id="5" creationId="{68009DD6-B443-C5DB-F60A-21FC1529A21C}"/>
          </ac:spMkLst>
        </pc:spChg>
        <pc:spChg chg="mod">
          <ac:chgData name="Deepika Vatsa" userId="f7100972-27fe-4ee6-8fb4-ec9b7931b409" providerId="ADAL" clId="{43FC3250-EE2F-489E-970D-AD8C57589867}" dt="2025-07-30T10:57:17.523" v="4841" actId="113"/>
          <ac:spMkLst>
            <pc:docMk/>
            <pc:sldMk cId="1827776172" sldId="598"/>
            <ac:spMk id="6" creationId="{E4445506-10DA-6C8E-B875-EB21FB0E8E0C}"/>
          </ac:spMkLst>
        </pc:spChg>
        <pc:spChg chg="mod">
          <ac:chgData name="Deepika Vatsa" userId="f7100972-27fe-4ee6-8fb4-ec9b7931b409" providerId="ADAL" clId="{43FC3250-EE2F-489E-970D-AD8C57589867}" dt="2025-07-24T09:14:58.360" v="2206" actId="1076"/>
          <ac:spMkLst>
            <pc:docMk/>
            <pc:sldMk cId="1827776172" sldId="598"/>
            <ac:spMk id="7" creationId="{17E1BA5B-066B-4677-2290-A7CE14E52D1D}"/>
          </ac:spMkLst>
        </pc:spChg>
        <pc:spChg chg="del">
          <ac:chgData name="Deepika Vatsa" userId="f7100972-27fe-4ee6-8fb4-ec9b7931b409" providerId="ADAL" clId="{43FC3250-EE2F-489E-970D-AD8C57589867}" dt="2025-07-24T09:14:14.640" v="2136" actId="478"/>
          <ac:spMkLst>
            <pc:docMk/>
            <pc:sldMk cId="1827776172" sldId="598"/>
            <ac:spMk id="9" creationId="{201B0A84-744C-23F6-4528-9945FC0EFECC}"/>
          </ac:spMkLst>
        </pc:spChg>
        <pc:spChg chg="del">
          <ac:chgData name="Deepika Vatsa" userId="f7100972-27fe-4ee6-8fb4-ec9b7931b409" providerId="ADAL" clId="{43FC3250-EE2F-489E-970D-AD8C57589867}" dt="2025-07-24T09:14:16.720" v="2137" actId="478"/>
          <ac:spMkLst>
            <pc:docMk/>
            <pc:sldMk cId="1827776172" sldId="598"/>
            <ac:spMk id="10" creationId="{F18DCF59-2D3F-A81C-CBA3-6B10A9A86DE5}"/>
          </ac:spMkLst>
        </pc:spChg>
        <pc:graphicFrameChg chg="add del mod">
          <ac:chgData name="Deepika Vatsa" userId="f7100972-27fe-4ee6-8fb4-ec9b7931b409" providerId="ADAL" clId="{43FC3250-EE2F-489E-970D-AD8C57589867}" dt="2025-07-24T10:08:22.316" v="2237"/>
          <ac:graphicFrameMkLst>
            <pc:docMk/>
            <pc:sldMk cId="1827776172" sldId="598"/>
            <ac:graphicFrameMk id="8" creationId="{E356FF6A-B294-E281-97B6-2D36BACF6538}"/>
          </ac:graphicFrameMkLst>
        </pc:graphicFrameChg>
        <pc:picChg chg="del">
          <ac:chgData name="Deepika Vatsa" userId="f7100972-27fe-4ee6-8fb4-ec9b7931b409" providerId="ADAL" clId="{43FC3250-EE2F-489E-970D-AD8C57589867}" dt="2025-07-24T09:14:20.172" v="2139" actId="478"/>
          <ac:picMkLst>
            <pc:docMk/>
            <pc:sldMk cId="1827776172" sldId="598"/>
            <ac:picMk id="3076" creationId="{80DDF492-098F-EB7B-7E26-A66FD8A4540E}"/>
          </ac:picMkLst>
        </pc:picChg>
        <pc:picChg chg="del">
          <ac:chgData name="Deepika Vatsa" userId="f7100972-27fe-4ee6-8fb4-ec9b7931b409" providerId="ADAL" clId="{43FC3250-EE2F-489E-970D-AD8C57589867}" dt="2025-07-24T09:14:18.273" v="2138" actId="478"/>
          <ac:picMkLst>
            <pc:docMk/>
            <pc:sldMk cId="1827776172" sldId="598"/>
            <ac:picMk id="3078" creationId="{BCA46BE0-3C05-716C-D675-114ECEF84416}"/>
          </ac:picMkLst>
        </pc:picChg>
        <pc:picChg chg="mod">
          <ac:chgData name="Deepika Vatsa" userId="f7100972-27fe-4ee6-8fb4-ec9b7931b409" providerId="ADAL" clId="{43FC3250-EE2F-489E-970D-AD8C57589867}" dt="2025-07-24T09:15:01.091" v="2207" actId="1076"/>
          <ac:picMkLst>
            <pc:docMk/>
            <pc:sldMk cId="1827776172" sldId="598"/>
            <ac:picMk id="3080" creationId="{1A6E8503-1601-E61F-B38C-39D893FE2DC7}"/>
          </ac:picMkLst>
        </pc:picChg>
        <pc:inkChg chg="add">
          <ac:chgData name="Deepika Vatsa" userId="f7100972-27fe-4ee6-8fb4-ec9b7931b409" providerId="ADAL" clId="{43FC3250-EE2F-489E-970D-AD8C57589867}" dt="2025-07-30T11:18:53.748" v="4983" actId="9405"/>
          <ac:inkMkLst>
            <pc:docMk/>
            <pc:sldMk cId="1827776172" sldId="598"/>
            <ac:inkMk id="4" creationId="{EC4B8F28-29C4-817B-4659-5F543CC7866D}"/>
          </ac:inkMkLst>
        </pc:inkChg>
      </pc:sldChg>
      <pc:sldChg chg="del">
        <pc:chgData name="Deepika Vatsa" userId="f7100972-27fe-4ee6-8fb4-ec9b7931b409" providerId="ADAL" clId="{43FC3250-EE2F-489E-970D-AD8C57589867}" dt="2025-07-23T11:05:11.946" v="73" actId="47"/>
        <pc:sldMkLst>
          <pc:docMk/>
          <pc:sldMk cId="4006034928" sldId="598"/>
        </pc:sldMkLst>
      </pc:sldChg>
      <pc:sldChg chg="del">
        <pc:chgData name="Deepika Vatsa" userId="f7100972-27fe-4ee6-8fb4-ec9b7931b409" providerId="ADAL" clId="{43FC3250-EE2F-489E-970D-AD8C57589867}" dt="2025-07-23T11:05:11.946" v="73" actId="47"/>
        <pc:sldMkLst>
          <pc:docMk/>
          <pc:sldMk cId="2158759759" sldId="599"/>
        </pc:sldMkLst>
      </pc:sldChg>
      <pc:sldChg chg="addSp delSp modSp add mod">
        <pc:chgData name="Deepika Vatsa" userId="f7100972-27fe-4ee6-8fb4-ec9b7931b409" providerId="ADAL" clId="{43FC3250-EE2F-489E-970D-AD8C57589867}" dt="2025-07-31T03:20:49.462" v="5138" actId="478"/>
        <pc:sldMkLst>
          <pc:docMk/>
          <pc:sldMk cId="3105522451" sldId="599"/>
        </pc:sldMkLst>
        <pc:spChg chg="add del mod">
          <ac:chgData name="Deepika Vatsa" userId="f7100972-27fe-4ee6-8fb4-ec9b7931b409" providerId="ADAL" clId="{43FC3250-EE2F-489E-970D-AD8C57589867}" dt="2025-07-24T10:16:50.783" v="2596" actId="478"/>
          <ac:spMkLst>
            <pc:docMk/>
            <pc:sldMk cId="3105522451" sldId="599"/>
            <ac:spMk id="4" creationId="{5C722B7B-45D8-F737-2062-6EFF58819A4B}"/>
          </ac:spMkLst>
        </pc:spChg>
        <pc:spChg chg="mod">
          <ac:chgData name="Deepika Vatsa" userId="f7100972-27fe-4ee6-8fb4-ec9b7931b409" providerId="ADAL" clId="{43FC3250-EE2F-489E-970D-AD8C57589867}" dt="2025-07-24T10:16:48.325" v="2595" actId="6549"/>
          <ac:spMkLst>
            <pc:docMk/>
            <pc:sldMk cId="3105522451" sldId="599"/>
            <ac:spMk id="11" creationId="{06381CCD-359B-D8A2-1997-A5B56A02FD41}"/>
          </ac:spMkLst>
        </pc:spChg>
        <pc:grpChg chg="del mod">
          <ac:chgData name="Deepika Vatsa" userId="f7100972-27fe-4ee6-8fb4-ec9b7931b409" providerId="ADAL" clId="{43FC3250-EE2F-489E-970D-AD8C57589867}" dt="2025-07-30T11:20:37.040" v="5029"/>
          <ac:grpSpMkLst>
            <pc:docMk/>
            <pc:sldMk cId="3105522451" sldId="599"/>
            <ac:grpSpMk id="20" creationId="{284B770F-47B1-681C-B0D9-FB4909D358B4}"/>
          </ac:grpSpMkLst>
        </pc:grpChg>
        <pc:grpChg chg="del mod">
          <ac:chgData name="Deepika Vatsa" userId="f7100972-27fe-4ee6-8fb4-ec9b7931b409" providerId="ADAL" clId="{43FC3250-EE2F-489E-970D-AD8C57589867}" dt="2025-07-30T11:19:50.513" v="5015"/>
          <ac:grpSpMkLst>
            <pc:docMk/>
            <pc:sldMk cId="3105522451" sldId="599"/>
            <ac:grpSpMk id="36" creationId="{3B465D9F-F600-5251-1BB9-14A183D2ABF7}"/>
          </ac:grpSpMkLst>
        </pc:grpChg>
        <pc:grpChg chg="del mod">
          <ac:chgData name="Deepika Vatsa" userId="f7100972-27fe-4ee6-8fb4-ec9b7931b409" providerId="ADAL" clId="{43FC3250-EE2F-489E-970D-AD8C57589867}" dt="2025-07-30T11:19:50.513" v="5015"/>
          <ac:grpSpMkLst>
            <pc:docMk/>
            <pc:sldMk cId="3105522451" sldId="599"/>
            <ac:grpSpMk id="37" creationId="{020F0B03-19BF-1152-0769-067D8C327187}"/>
          </ac:grpSpMkLst>
        </pc:grpChg>
        <pc:grpChg chg="del mod">
          <ac:chgData name="Deepika Vatsa" userId="f7100972-27fe-4ee6-8fb4-ec9b7931b409" providerId="ADAL" clId="{43FC3250-EE2F-489E-970D-AD8C57589867}" dt="2025-07-30T11:19:58.527" v="5017"/>
          <ac:grpSpMkLst>
            <pc:docMk/>
            <pc:sldMk cId="3105522451" sldId="599"/>
            <ac:grpSpMk id="38" creationId="{AFAEB07E-D2DB-17EB-F288-7A6B2A18D45E}"/>
          </ac:grpSpMkLst>
        </pc:grpChg>
        <pc:grpChg chg="del mod">
          <ac:chgData name="Deepika Vatsa" userId="f7100972-27fe-4ee6-8fb4-ec9b7931b409" providerId="ADAL" clId="{43FC3250-EE2F-489E-970D-AD8C57589867}" dt="2025-07-30T11:20:04.241" v="5019"/>
          <ac:grpSpMkLst>
            <pc:docMk/>
            <pc:sldMk cId="3105522451" sldId="599"/>
            <ac:grpSpMk id="40" creationId="{C19E343C-CD15-101D-248D-16C868B15F2A}"/>
          </ac:grpSpMkLst>
        </pc:grpChg>
        <pc:grpChg chg="del mod">
          <ac:chgData name="Deepika Vatsa" userId="f7100972-27fe-4ee6-8fb4-ec9b7931b409" providerId="ADAL" clId="{43FC3250-EE2F-489E-970D-AD8C57589867}" dt="2025-07-30T11:20:11.834" v="5023"/>
          <ac:grpSpMkLst>
            <pc:docMk/>
            <pc:sldMk cId="3105522451" sldId="599"/>
            <ac:grpSpMk id="42" creationId="{CDE169BE-E1AA-50BF-EB38-ABFE78BFBABD}"/>
          </ac:grpSpMkLst>
        </pc:grpChg>
        <pc:grpChg chg="del mod">
          <ac:chgData name="Deepika Vatsa" userId="f7100972-27fe-4ee6-8fb4-ec9b7931b409" providerId="ADAL" clId="{43FC3250-EE2F-489E-970D-AD8C57589867}" dt="2025-07-31T03:20:49.462" v="5138" actId="478"/>
          <ac:grpSpMkLst>
            <pc:docMk/>
            <pc:sldMk cId="3105522451" sldId="599"/>
            <ac:grpSpMk id="46" creationId="{CB7E83CE-FBF9-F914-92F8-2E67EC587951}"/>
          </ac:grpSpMkLst>
        </pc:grpChg>
        <pc:grpChg chg="del mod">
          <ac:chgData name="Deepika Vatsa" userId="f7100972-27fe-4ee6-8fb4-ec9b7931b409" providerId="ADAL" clId="{43FC3250-EE2F-489E-970D-AD8C57589867}" dt="2025-07-31T03:20:49.462" v="5138" actId="478"/>
          <ac:grpSpMkLst>
            <pc:docMk/>
            <pc:sldMk cId="3105522451" sldId="599"/>
            <ac:grpSpMk id="52" creationId="{AC6AE8C3-F487-23B0-C556-A90964344A1B}"/>
          </ac:grpSpMkLst>
        </pc:grpChg>
        <pc:inkChg chg="add del">
          <ac:chgData name="Deepika Vatsa" userId="f7100972-27fe-4ee6-8fb4-ec9b7931b409" providerId="ADAL" clId="{43FC3250-EE2F-489E-970D-AD8C57589867}" dt="2025-07-31T03:20:49.462" v="5138" actId="478"/>
          <ac:inkMkLst>
            <pc:docMk/>
            <pc:sldMk cId="3105522451" sldId="599"/>
            <ac:inkMk id="4" creationId="{F1C285B7-D4F3-C355-86F8-02CB1C66E234}"/>
          </ac:inkMkLst>
        </pc:inkChg>
        <pc:inkChg chg="add del">
          <ac:chgData name="Deepika Vatsa" userId="f7100972-27fe-4ee6-8fb4-ec9b7931b409" providerId="ADAL" clId="{43FC3250-EE2F-489E-970D-AD8C57589867}" dt="2025-07-31T03:20:49.462" v="5138" actId="478"/>
          <ac:inkMkLst>
            <pc:docMk/>
            <pc:sldMk cId="3105522451" sldId="599"/>
            <ac:inkMk id="5" creationId="{5C9E8FFE-B9FC-03B2-C440-9BC4DDC79A94}"/>
          </ac:inkMkLst>
        </pc:inkChg>
        <pc:inkChg chg="add del">
          <ac:chgData name="Deepika Vatsa" userId="f7100972-27fe-4ee6-8fb4-ec9b7931b409" providerId="ADAL" clId="{43FC3250-EE2F-489E-970D-AD8C57589867}" dt="2025-07-31T03:20:49.462" v="5138" actId="478"/>
          <ac:inkMkLst>
            <pc:docMk/>
            <pc:sldMk cId="3105522451" sldId="599"/>
            <ac:inkMk id="6" creationId="{234F7554-F1AC-CF21-C72C-1239393ABA68}"/>
          </ac:inkMkLst>
        </pc:inkChg>
        <pc:inkChg chg="add del">
          <ac:chgData name="Deepika Vatsa" userId="f7100972-27fe-4ee6-8fb4-ec9b7931b409" providerId="ADAL" clId="{43FC3250-EE2F-489E-970D-AD8C57589867}" dt="2025-07-31T03:20:49.462" v="5138" actId="478"/>
          <ac:inkMkLst>
            <pc:docMk/>
            <pc:sldMk cId="3105522451" sldId="599"/>
            <ac:inkMk id="7" creationId="{A0A6DD59-251E-420A-D8DF-6826AF831365}"/>
          </ac:inkMkLst>
        </pc:inkChg>
        <pc:inkChg chg="add del">
          <ac:chgData name="Deepika Vatsa" userId="f7100972-27fe-4ee6-8fb4-ec9b7931b409" providerId="ADAL" clId="{43FC3250-EE2F-489E-970D-AD8C57589867}" dt="2025-07-31T03:20:49.462" v="5138" actId="478"/>
          <ac:inkMkLst>
            <pc:docMk/>
            <pc:sldMk cId="3105522451" sldId="599"/>
            <ac:inkMk id="8" creationId="{95770007-C3BF-1FCC-88D1-D41429B12E82}"/>
          </ac:inkMkLst>
        </pc:inkChg>
        <pc:inkChg chg="add mod">
          <ac:chgData name="Deepika Vatsa" userId="f7100972-27fe-4ee6-8fb4-ec9b7931b409" providerId="ADAL" clId="{43FC3250-EE2F-489E-970D-AD8C57589867}" dt="2025-07-30T11:20:37.040" v="5029"/>
          <ac:inkMkLst>
            <pc:docMk/>
            <pc:sldMk cId="3105522451" sldId="599"/>
            <ac:inkMk id="9" creationId="{CA17CDE4-33EA-5CD8-33EA-A3C5549FA482}"/>
          </ac:inkMkLst>
        </pc:inkChg>
        <pc:inkChg chg="add mod">
          <ac:chgData name="Deepika Vatsa" userId="f7100972-27fe-4ee6-8fb4-ec9b7931b409" providerId="ADAL" clId="{43FC3250-EE2F-489E-970D-AD8C57589867}" dt="2025-07-30T11:20:37.040" v="5029"/>
          <ac:inkMkLst>
            <pc:docMk/>
            <pc:sldMk cId="3105522451" sldId="599"/>
            <ac:inkMk id="10" creationId="{DB90DB2E-B25C-FC49-078C-E1102F9257F0}"/>
          </ac:inkMkLst>
        </pc:inkChg>
        <pc:inkChg chg="add mod">
          <ac:chgData name="Deepika Vatsa" userId="f7100972-27fe-4ee6-8fb4-ec9b7931b409" providerId="ADAL" clId="{43FC3250-EE2F-489E-970D-AD8C57589867}" dt="2025-07-30T11:20:37.040" v="5029"/>
          <ac:inkMkLst>
            <pc:docMk/>
            <pc:sldMk cId="3105522451" sldId="599"/>
            <ac:inkMk id="12" creationId="{2C5F0FB0-46EF-F23C-645F-59E5EFE486C7}"/>
          </ac:inkMkLst>
        </pc:inkChg>
        <pc:inkChg chg="add mod">
          <ac:chgData name="Deepika Vatsa" userId="f7100972-27fe-4ee6-8fb4-ec9b7931b409" providerId="ADAL" clId="{43FC3250-EE2F-489E-970D-AD8C57589867}" dt="2025-07-30T11:20:37.040" v="5029"/>
          <ac:inkMkLst>
            <pc:docMk/>
            <pc:sldMk cId="3105522451" sldId="599"/>
            <ac:inkMk id="13" creationId="{E11157EC-A25E-9304-11CD-B19FC92B8D79}"/>
          </ac:inkMkLst>
        </pc:inkChg>
        <pc:inkChg chg="add mod">
          <ac:chgData name="Deepika Vatsa" userId="f7100972-27fe-4ee6-8fb4-ec9b7931b409" providerId="ADAL" clId="{43FC3250-EE2F-489E-970D-AD8C57589867}" dt="2025-07-30T11:20:37.040" v="5029"/>
          <ac:inkMkLst>
            <pc:docMk/>
            <pc:sldMk cId="3105522451" sldId="599"/>
            <ac:inkMk id="14" creationId="{A928B8AC-042A-3EAE-8B06-4FE4709DE0E2}"/>
          </ac:inkMkLst>
        </pc:inkChg>
        <pc:inkChg chg="add mod">
          <ac:chgData name="Deepika Vatsa" userId="f7100972-27fe-4ee6-8fb4-ec9b7931b409" providerId="ADAL" clId="{43FC3250-EE2F-489E-970D-AD8C57589867}" dt="2025-07-30T11:20:37.040" v="5029"/>
          <ac:inkMkLst>
            <pc:docMk/>
            <pc:sldMk cId="3105522451" sldId="599"/>
            <ac:inkMk id="15" creationId="{9B648765-8054-5FBB-682E-FB5F85CFF2C6}"/>
          </ac:inkMkLst>
        </pc:inkChg>
        <pc:inkChg chg="add mod">
          <ac:chgData name="Deepika Vatsa" userId="f7100972-27fe-4ee6-8fb4-ec9b7931b409" providerId="ADAL" clId="{43FC3250-EE2F-489E-970D-AD8C57589867}" dt="2025-07-30T11:20:37.040" v="5029"/>
          <ac:inkMkLst>
            <pc:docMk/>
            <pc:sldMk cId="3105522451" sldId="599"/>
            <ac:inkMk id="16" creationId="{7EC0A28D-ECAA-27C8-5B88-B0FD4E4E3C3E}"/>
          </ac:inkMkLst>
        </pc:inkChg>
        <pc:inkChg chg="add mod">
          <ac:chgData name="Deepika Vatsa" userId="f7100972-27fe-4ee6-8fb4-ec9b7931b409" providerId="ADAL" clId="{43FC3250-EE2F-489E-970D-AD8C57589867}" dt="2025-07-30T11:20:37.040" v="5029"/>
          <ac:inkMkLst>
            <pc:docMk/>
            <pc:sldMk cId="3105522451" sldId="599"/>
            <ac:inkMk id="17" creationId="{15C226DE-4B7C-4E2F-AF2F-EE1EFA67C6FB}"/>
          </ac:inkMkLst>
        </pc:inkChg>
        <pc:inkChg chg="add mod">
          <ac:chgData name="Deepika Vatsa" userId="f7100972-27fe-4ee6-8fb4-ec9b7931b409" providerId="ADAL" clId="{43FC3250-EE2F-489E-970D-AD8C57589867}" dt="2025-07-30T11:20:37.040" v="5029"/>
          <ac:inkMkLst>
            <pc:docMk/>
            <pc:sldMk cId="3105522451" sldId="599"/>
            <ac:inkMk id="18" creationId="{5D170D60-FD50-71C5-0931-670FE5E46BD1}"/>
          </ac:inkMkLst>
        </pc:inkChg>
        <pc:inkChg chg="add mod">
          <ac:chgData name="Deepika Vatsa" userId="f7100972-27fe-4ee6-8fb4-ec9b7931b409" providerId="ADAL" clId="{43FC3250-EE2F-489E-970D-AD8C57589867}" dt="2025-07-30T11:20:37.040" v="5029"/>
          <ac:inkMkLst>
            <pc:docMk/>
            <pc:sldMk cId="3105522451" sldId="599"/>
            <ac:inkMk id="19" creationId="{73D1F84F-12AA-986C-D649-40C7E692FFE0}"/>
          </ac:inkMkLst>
        </pc:inkChg>
        <pc:inkChg chg="add mod">
          <ac:chgData name="Deepika Vatsa" userId="f7100972-27fe-4ee6-8fb4-ec9b7931b409" providerId="ADAL" clId="{43FC3250-EE2F-489E-970D-AD8C57589867}" dt="2025-07-30T11:20:11.834" v="5023"/>
          <ac:inkMkLst>
            <pc:docMk/>
            <pc:sldMk cId="3105522451" sldId="599"/>
            <ac:inkMk id="21" creationId="{AB3E0678-4EA1-C410-A008-6C6F68C58A4A}"/>
          </ac:inkMkLst>
        </pc:inkChg>
        <pc:inkChg chg="add mod">
          <ac:chgData name="Deepika Vatsa" userId="f7100972-27fe-4ee6-8fb4-ec9b7931b409" providerId="ADAL" clId="{43FC3250-EE2F-489E-970D-AD8C57589867}" dt="2025-07-30T11:20:11.834" v="5023"/>
          <ac:inkMkLst>
            <pc:docMk/>
            <pc:sldMk cId="3105522451" sldId="599"/>
            <ac:inkMk id="22" creationId="{E7E0B240-C491-5F6E-F631-00E7C9B109C3}"/>
          </ac:inkMkLst>
        </pc:inkChg>
        <pc:inkChg chg="add mod">
          <ac:chgData name="Deepika Vatsa" userId="f7100972-27fe-4ee6-8fb4-ec9b7931b409" providerId="ADAL" clId="{43FC3250-EE2F-489E-970D-AD8C57589867}" dt="2025-07-30T11:20:11.834" v="5023"/>
          <ac:inkMkLst>
            <pc:docMk/>
            <pc:sldMk cId="3105522451" sldId="599"/>
            <ac:inkMk id="23" creationId="{74C158E0-D26C-9CB9-311D-CA96FA37EAF0}"/>
          </ac:inkMkLst>
        </pc:inkChg>
        <pc:inkChg chg="add mod">
          <ac:chgData name="Deepika Vatsa" userId="f7100972-27fe-4ee6-8fb4-ec9b7931b409" providerId="ADAL" clId="{43FC3250-EE2F-489E-970D-AD8C57589867}" dt="2025-07-30T11:20:11.834" v="5023"/>
          <ac:inkMkLst>
            <pc:docMk/>
            <pc:sldMk cId="3105522451" sldId="599"/>
            <ac:inkMk id="24" creationId="{AE5CB2AD-6663-E407-184A-6DB8637E01D9}"/>
          </ac:inkMkLst>
        </pc:inkChg>
        <pc:inkChg chg="add mod">
          <ac:chgData name="Deepika Vatsa" userId="f7100972-27fe-4ee6-8fb4-ec9b7931b409" providerId="ADAL" clId="{43FC3250-EE2F-489E-970D-AD8C57589867}" dt="2025-07-30T11:20:11.834" v="5023"/>
          <ac:inkMkLst>
            <pc:docMk/>
            <pc:sldMk cId="3105522451" sldId="599"/>
            <ac:inkMk id="25" creationId="{C459A8BF-C796-0E7B-96EE-16D1CB530C39}"/>
          </ac:inkMkLst>
        </pc:inkChg>
        <pc:inkChg chg="add mod">
          <ac:chgData name="Deepika Vatsa" userId="f7100972-27fe-4ee6-8fb4-ec9b7931b409" providerId="ADAL" clId="{43FC3250-EE2F-489E-970D-AD8C57589867}" dt="2025-07-30T11:20:11.834" v="5023"/>
          <ac:inkMkLst>
            <pc:docMk/>
            <pc:sldMk cId="3105522451" sldId="599"/>
            <ac:inkMk id="26" creationId="{37FC827F-8731-D503-9FD4-B5CB1C34B06F}"/>
          </ac:inkMkLst>
        </pc:inkChg>
        <pc:inkChg chg="add mod">
          <ac:chgData name="Deepika Vatsa" userId="f7100972-27fe-4ee6-8fb4-ec9b7931b409" providerId="ADAL" clId="{43FC3250-EE2F-489E-970D-AD8C57589867}" dt="2025-07-30T11:20:11.834" v="5023"/>
          <ac:inkMkLst>
            <pc:docMk/>
            <pc:sldMk cId="3105522451" sldId="599"/>
            <ac:inkMk id="27" creationId="{2E95D460-A152-9DC2-67FA-999EE1F83D4A}"/>
          </ac:inkMkLst>
        </pc:inkChg>
        <pc:inkChg chg="add mod">
          <ac:chgData name="Deepika Vatsa" userId="f7100972-27fe-4ee6-8fb4-ec9b7931b409" providerId="ADAL" clId="{43FC3250-EE2F-489E-970D-AD8C57589867}" dt="2025-07-30T11:20:11.834" v="5023"/>
          <ac:inkMkLst>
            <pc:docMk/>
            <pc:sldMk cId="3105522451" sldId="599"/>
            <ac:inkMk id="28" creationId="{A7FAC3C3-B558-6638-D49D-673CE940F121}"/>
          </ac:inkMkLst>
        </pc:inkChg>
        <pc:inkChg chg="add mod">
          <ac:chgData name="Deepika Vatsa" userId="f7100972-27fe-4ee6-8fb4-ec9b7931b409" providerId="ADAL" clId="{43FC3250-EE2F-489E-970D-AD8C57589867}" dt="2025-07-30T11:20:11.834" v="5023"/>
          <ac:inkMkLst>
            <pc:docMk/>
            <pc:sldMk cId="3105522451" sldId="599"/>
            <ac:inkMk id="29" creationId="{0EE25888-87D1-5107-0044-83F868C801D8}"/>
          </ac:inkMkLst>
        </pc:inkChg>
        <pc:inkChg chg="add mod">
          <ac:chgData name="Deepika Vatsa" userId="f7100972-27fe-4ee6-8fb4-ec9b7931b409" providerId="ADAL" clId="{43FC3250-EE2F-489E-970D-AD8C57589867}" dt="2025-07-30T11:20:11.834" v="5023"/>
          <ac:inkMkLst>
            <pc:docMk/>
            <pc:sldMk cId="3105522451" sldId="599"/>
            <ac:inkMk id="30" creationId="{F8C48800-6796-7EBB-4483-9EA440826E67}"/>
          </ac:inkMkLst>
        </pc:inkChg>
        <pc:inkChg chg="add mod">
          <ac:chgData name="Deepika Vatsa" userId="f7100972-27fe-4ee6-8fb4-ec9b7931b409" providerId="ADAL" clId="{43FC3250-EE2F-489E-970D-AD8C57589867}" dt="2025-07-30T11:20:11.834" v="5023"/>
          <ac:inkMkLst>
            <pc:docMk/>
            <pc:sldMk cId="3105522451" sldId="599"/>
            <ac:inkMk id="31" creationId="{738ED591-29ED-9ED1-1713-1C407B374A6E}"/>
          </ac:inkMkLst>
        </pc:inkChg>
        <pc:inkChg chg="add mod">
          <ac:chgData name="Deepika Vatsa" userId="f7100972-27fe-4ee6-8fb4-ec9b7931b409" providerId="ADAL" clId="{43FC3250-EE2F-489E-970D-AD8C57589867}" dt="2025-07-30T11:20:11.834" v="5023"/>
          <ac:inkMkLst>
            <pc:docMk/>
            <pc:sldMk cId="3105522451" sldId="599"/>
            <ac:inkMk id="32" creationId="{D68C2328-5CC9-7C2A-4412-41200D3FC309}"/>
          </ac:inkMkLst>
        </pc:inkChg>
        <pc:inkChg chg="add mod">
          <ac:chgData name="Deepika Vatsa" userId="f7100972-27fe-4ee6-8fb4-ec9b7931b409" providerId="ADAL" clId="{43FC3250-EE2F-489E-970D-AD8C57589867}" dt="2025-07-30T11:20:11.834" v="5023"/>
          <ac:inkMkLst>
            <pc:docMk/>
            <pc:sldMk cId="3105522451" sldId="599"/>
            <ac:inkMk id="33" creationId="{BFA758BA-2E06-6B7E-5F96-F91150F4ACE0}"/>
          </ac:inkMkLst>
        </pc:inkChg>
        <pc:inkChg chg="add mod">
          <ac:chgData name="Deepika Vatsa" userId="f7100972-27fe-4ee6-8fb4-ec9b7931b409" providerId="ADAL" clId="{43FC3250-EE2F-489E-970D-AD8C57589867}" dt="2025-07-30T11:20:11.834" v="5023"/>
          <ac:inkMkLst>
            <pc:docMk/>
            <pc:sldMk cId="3105522451" sldId="599"/>
            <ac:inkMk id="34" creationId="{40995FC2-5F51-92F8-E8A2-2B638BAFF788}"/>
          </ac:inkMkLst>
        </pc:inkChg>
        <pc:inkChg chg="add mod">
          <ac:chgData name="Deepika Vatsa" userId="f7100972-27fe-4ee6-8fb4-ec9b7931b409" providerId="ADAL" clId="{43FC3250-EE2F-489E-970D-AD8C57589867}" dt="2025-07-30T11:20:11.834" v="5023"/>
          <ac:inkMkLst>
            <pc:docMk/>
            <pc:sldMk cId="3105522451" sldId="599"/>
            <ac:inkMk id="35" creationId="{C5A7F857-F0D9-239B-C587-9EE2E3820F75}"/>
          </ac:inkMkLst>
        </pc:inkChg>
        <pc:inkChg chg="add del mod">
          <ac:chgData name="Deepika Vatsa" userId="f7100972-27fe-4ee6-8fb4-ec9b7931b409" providerId="ADAL" clId="{43FC3250-EE2F-489E-970D-AD8C57589867}" dt="2025-07-31T03:20:49.462" v="5138" actId="478"/>
          <ac:inkMkLst>
            <pc:docMk/>
            <pc:sldMk cId="3105522451" sldId="599"/>
            <ac:inkMk id="39" creationId="{287A6455-BADF-D527-1ADF-F0F6C57B4000}"/>
          </ac:inkMkLst>
        </pc:inkChg>
        <pc:inkChg chg="add del mod">
          <ac:chgData name="Deepika Vatsa" userId="f7100972-27fe-4ee6-8fb4-ec9b7931b409" providerId="ADAL" clId="{43FC3250-EE2F-489E-970D-AD8C57589867}" dt="2025-07-31T03:20:49.462" v="5138" actId="478"/>
          <ac:inkMkLst>
            <pc:docMk/>
            <pc:sldMk cId="3105522451" sldId="599"/>
            <ac:inkMk id="41" creationId="{88EFCC5B-B72D-A027-0C48-F0486B1B73D6}"/>
          </ac:inkMkLst>
        </pc:inkChg>
        <pc:inkChg chg="add mod">
          <ac:chgData name="Deepika Vatsa" userId="f7100972-27fe-4ee6-8fb4-ec9b7931b409" providerId="ADAL" clId="{43FC3250-EE2F-489E-970D-AD8C57589867}" dt="2025-07-30T11:20:11.834" v="5023"/>
          <ac:inkMkLst>
            <pc:docMk/>
            <pc:sldMk cId="3105522451" sldId="599"/>
            <ac:inkMk id="43" creationId="{AAC772A9-2165-0C4E-88BB-C2E77D07D402}"/>
          </ac:inkMkLst>
        </pc:inkChg>
        <pc:inkChg chg="add mod">
          <ac:chgData name="Deepika Vatsa" userId="f7100972-27fe-4ee6-8fb4-ec9b7931b409" providerId="ADAL" clId="{43FC3250-EE2F-489E-970D-AD8C57589867}" dt="2025-07-30T11:20:11.834" v="5023"/>
          <ac:inkMkLst>
            <pc:docMk/>
            <pc:sldMk cId="3105522451" sldId="599"/>
            <ac:inkMk id="44" creationId="{54CABE5B-361A-2B4A-AD1A-9D15E8FF1C89}"/>
          </ac:inkMkLst>
        </pc:inkChg>
        <pc:inkChg chg="add mod">
          <ac:chgData name="Deepika Vatsa" userId="f7100972-27fe-4ee6-8fb4-ec9b7931b409" providerId="ADAL" clId="{43FC3250-EE2F-489E-970D-AD8C57589867}" dt="2025-07-30T11:20:11.834" v="5023"/>
          <ac:inkMkLst>
            <pc:docMk/>
            <pc:sldMk cId="3105522451" sldId="599"/>
            <ac:inkMk id="45" creationId="{A8E29502-0F9F-DBC9-F6C0-E1126867D8DD}"/>
          </ac:inkMkLst>
        </pc:inkChg>
        <pc:inkChg chg="add del">
          <ac:chgData name="Deepika Vatsa" userId="f7100972-27fe-4ee6-8fb4-ec9b7931b409" providerId="ADAL" clId="{43FC3250-EE2F-489E-970D-AD8C57589867}" dt="2025-07-31T03:20:49.462" v="5138" actId="478"/>
          <ac:inkMkLst>
            <pc:docMk/>
            <pc:sldMk cId="3105522451" sldId="599"/>
            <ac:inkMk id="47" creationId="{B8A50735-1B9B-889F-FDA6-186515852983}"/>
          </ac:inkMkLst>
        </pc:inkChg>
        <pc:inkChg chg="add del">
          <ac:chgData name="Deepika Vatsa" userId="f7100972-27fe-4ee6-8fb4-ec9b7931b409" providerId="ADAL" clId="{43FC3250-EE2F-489E-970D-AD8C57589867}" dt="2025-07-31T03:20:49.462" v="5138" actId="478"/>
          <ac:inkMkLst>
            <pc:docMk/>
            <pc:sldMk cId="3105522451" sldId="599"/>
            <ac:inkMk id="48" creationId="{6127F1CF-B0F6-B361-3ACE-2CD42D71D06F}"/>
          </ac:inkMkLst>
        </pc:inkChg>
        <pc:inkChg chg="add del">
          <ac:chgData name="Deepika Vatsa" userId="f7100972-27fe-4ee6-8fb4-ec9b7931b409" providerId="ADAL" clId="{43FC3250-EE2F-489E-970D-AD8C57589867}" dt="2025-07-31T03:20:49.462" v="5138" actId="478"/>
          <ac:inkMkLst>
            <pc:docMk/>
            <pc:sldMk cId="3105522451" sldId="599"/>
            <ac:inkMk id="49" creationId="{EE4A0F2D-BD99-1B14-4765-53247406ED99}"/>
          </ac:inkMkLst>
        </pc:inkChg>
        <pc:inkChg chg="add del">
          <ac:chgData name="Deepika Vatsa" userId="f7100972-27fe-4ee6-8fb4-ec9b7931b409" providerId="ADAL" clId="{43FC3250-EE2F-489E-970D-AD8C57589867}" dt="2025-07-31T03:20:49.462" v="5138" actId="478"/>
          <ac:inkMkLst>
            <pc:docMk/>
            <pc:sldMk cId="3105522451" sldId="599"/>
            <ac:inkMk id="50" creationId="{79093C57-6275-9169-0B34-E320614144A5}"/>
          </ac:inkMkLst>
        </pc:inkChg>
        <pc:inkChg chg="add mod">
          <ac:chgData name="Deepika Vatsa" userId="f7100972-27fe-4ee6-8fb4-ec9b7931b409" providerId="ADAL" clId="{43FC3250-EE2F-489E-970D-AD8C57589867}" dt="2025-07-30T11:20:37.040" v="5029"/>
          <ac:inkMkLst>
            <pc:docMk/>
            <pc:sldMk cId="3105522451" sldId="599"/>
            <ac:inkMk id="51" creationId="{FA3C1E58-125C-7E20-8111-5C347C6F6409}"/>
          </ac:inkMkLst>
        </pc:inkChg>
        <pc:inkChg chg="add del">
          <ac:chgData name="Deepika Vatsa" userId="f7100972-27fe-4ee6-8fb4-ec9b7931b409" providerId="ADAL" clId="{43FC3250-EE2F-489E-970D-AD8C57589867}" dt="2025-07-31T03:20:49.462" v="5138" actId="478"/>
          <ac:inkMkLst>
            <pc:docMk/>
            <pc:sldMk cId="3105522451" sldId="599"/>
            <ac:inkMk id="53" creationId="{9906CB26-66E7-149B-AEE5-C5D56D23BF23}"/>
          </ac:inkMkLst>
        </pc:inkChg>
      </pc:sldChg>
      <pc:sldChg chg="addSp delSp modSp add mod">
        <pc:chgData name="Deepika Vatsa" userId="f7100972-27fe-4ee6-8fb4-ec9b7931b409" providerId="ADAL" clId="{43FC3250-EE2F-489E-970D-AD8C57589867}" dt="2025-07-31T03:20:59.956" v="5142" actId="478"/>
        <pc:sldMkLst>
          <pc:docMk/>
          <pc:sldMk cId="1298333677" sldId="600"/>
        </pc:sldMkLst>
        <pc:spChg chg="mod">
          <ac:chgData name="Deepika Vatsa" userId="f7100972-27fe-4ee6-8fb4-ec9b7931b409" providerId="ADAL" clId="{43FC3250-EE2F-489E-970D-AD8C57589867}" dt="2025-07-24T10:38:34.676" v="2879"/>
          <ac:spMkLst>
            <pc:docMk/>
            <pc:sldMk cId="1298333677" sldId="600"/>
            <ac:spMk id="4" creationId="{5C722B7B-45D8-F737-2062-6EFF58819A4B}"/>
          </ac:spMkLst>
        </pc:spChg>
        <pc:spChg chg="add mod">
          <ac:chgData name="Deepika Vatsa" userId="f7100972-27fe-4ee6-8fb4-ec9b7931b409" providerId="ADAL" clId="{43FC3250-EE2F-489E-970D-AD8C57589867}" dt="2025-07-24T10:16:31.563" v="2592" actId="1076"/>
          <ac:spMkLst>
            <pc:docMk/>
            <pc:sldMk cId="1298333677" sldId="600"/>
            <ac:spMk id="5" creationId="{076FCB26-F3DF-4A0C-4391-0D8C0697F42E}"/>
          </ac:spMkLst>
        </pc:spChg>
        <pc:spChg chg="add del mod">
          <ac:chgData name="Deepika Vatsa" userId="f7100972-27fe-4ee6-8fb4-ec9b7931b409" providerId="ADAL" clId="{43FC3250-EE2F-489E-970D-AD8C57589867}" dt="2025-07-24T10:18:04.909" v="2630" actId="21"/>
          <ac:spMkLst>
            <pc:docMk/>
            <pc:sldMk cId="1298333677" sldId="600"/>
            <ac:spMk id="7" creationId="{C829D528-F908-BA66-0E41-6FD3B9A67A16}"/>
          </ac:spMkLst>
        </pc:spChg>
        <pc:spChg chg="mod">
          <ac:chgData name="Deepika Vatsa" userId="f7100972-27fe-4ee6-8fb4-ec9b7931b409" providerId="ADAL" clId="{43FC3250-EE2F-489E-970D-AD8C57589867}" dt="2025-07-24T10:13:49.702" v="2436" actId="6549"/>
          <ac:spMkLst>
            <pc:docMk/>
            <pc:sldMk cId="1298333677" sldId="600"/>
            <ac:spMk id="11" creationId="{06381CCD-359B-D8A2-1997-A5B56A02FD41}"/>
          </ac:spMkLst>
        </pc:spChg>
        <pc:grpChg chg="del mod">
          <ac:chgData name="Deepika Vatsa" userId="f7100972-27fe-4ee6-8fb4-ec9b7931b409" providerId="ADAL" clId="{43FC3250-EE2F-489E-970D-AD8C57589867}" dt="2025-07-31T03:20:53.510" v="5139" actId="478"/>
          <ac:grpSpMkLst>
            <pc:docMk/>
            <pc:sldMk cId="1298333677" sldId="600"/>
            <ac:grpSpMk id="12" creationId="{B7159BD2-EEAB-D706-7082-87CF8B4F6777}"/>
          </ac:grpSpMkLst>
        </pc:grpChg>
        <pc:grpChg chg="del mod">
          <ac:chgData name="Deepika Vatsa" userId="f7100972-27fe-4ee6-8fb4-ec9b7931b409" providerId="ADAL" clId="{43FC3250-EE2F-489E-970D-AD8C57589867}" dt="2025-07-31T03:20:53.510" v="5139" actId="478"/>
          <ac:grpSpMkLst>
            <pc:docMk/>
            <pc:sldMk cId="1298333677" sldId="600"/>
            <ac:grpSpMk id="21" creationId="{BC2900EE-11DA-43BF-042E-1CC056121D20}"/>
          </ac:grpSpMkLst>
        </pc:grpChg>
        <pc:inkChg chg="add del">
          <ac:chgData name="Deepika Vatsa" userId="f7100972-27fe-4ee6-8fb4-ec9b7931b409" providerId="ADAL" clId="{43FC3250-EE2F-489E-970D-AD8C57589867}" dt="2025-07-31T03:20:58.077" v="5141" actId="478"/>
          <ac:inkMkLst>
            <pc:docMk/>
            <pc:sldMk cId="1298333677" sldId="600"/>
            <ac:inkMk id="6" creationId="{C11BE904-865B-F6CC-CDDA-496CBE97A1D7}"/>
          </ac:inkMkLst>
        </pc:inkChg>
        <pc:inkChg chg="add mod">
          <ac:chgData name="Deepika Vatsa" userId="f7100972-27fe-4ee6-8fb4-ec9b7931b409" providerId="ADAL" clId="{43FC3250-EE2F-489E-970D-AD8C57589867}" dt="2025-07-30T11:21:26.448" v="5036"/>
          <ac:inkMkLst>
            <pc:docMk/>
            <pc:sldMk cId="1298333677" sldId="600"/>
            <ac:inkMk id="7" creationId="{8D85C4E3-7A1A-8069-C03A-85191545A3A0}"/>
          </ac:inkMkLst>
        </pc:inkChg>
        <pc:inkChg chg="add mod">
          <ac:chgData name="Deepika Vatsa" userId="f7100972-27fe-4ee6-8fb4-ec9b7931b409" providerId="ADAL" clId="{43FC3250-EE2F-489E-970D-AD8C57589867}" dt="2025-07-30T11:21:26.448" v="5036"/>
          <ac:inkMkLst>
            <pc:docMk/>
            <pc:sldMk cId="1298333677" sldId="600"/>
            <ac:inkMk id="8" creationId="{C0C06274-B730-4BD9-D0AC-E3568D8D1350}"/>
          </ac:inkMkLst>
        </pc:inkChg>
        <pc:inkChg chg="add mod">
          <ac:chgData name="Deepika Vatsa" userId="f7100972-27fe-4ee6-8fb4-ec9b7931b409" providerId="ADAL" clId="{43FC3250-EE2F-489E-970D-AD8C57589867}" dt="2025-07-30T11:21:26.448" v="5036"/>
          <ac:inkMkLst>
            <pc:docMk/>
            <pc:sldMk cId="1298333677" sldId="600"/>
            <ac:inkMk id="9" creationId="{0C21C965-798A-7368-4E80-5103B44E9F6C}"/>
          </ac:inkMkLst>
        </pc:inkChg>
        <pc:inkChg chg="add del">
          <ac:chgData name="Deepika Vatsa" userId="f7100972-27fe-4ee6-8fb4-ec9b7931b409" providerId="ADAL" clId="{43FC3250-EE2F-489E-970D-AD8C57589867}" dt="2025-07-31T03:20:53.510" v="5139" actId="478"/>
          <ac:inkMkLst>
            <pc:docMk/>
            <pc:sldMk cId="1298333677" sldId="600"/>
            <ac:inkMk id="10" creationId="{44E40ECE-1677-98AA-F5A3-0B9ED4EC0BDE}"/>
          </ac:inkMkLst>
        </pc:inkChg>
        <pc:inkChg chg="add del">
          <ac:chgData name="Deepika Vatsa" userId="f7100972-27fe-4ee6-8fb4-ec9b7931b409" providerId="ADAL" clId="{43FC3250-EE2F-489E-970D-AD8C57589867}" dt="2025-07-31T03:20:53.510" v="5139" actId="478"/>
          <ac:inkMkLst>
            <pc:docMk/>
            <pc:sldMk cId="1298333677" sldId="600"/>
            <ac:inkMk id="13" creationId="{C2BA873B-7D3F-64A4-D78B-7F25D1645616}"/>
          </ac:inkMkLst>
        </pc:inkChg>
        <pc:inkChg chg="add del">
          <ac:chgData name="Deepika Vatsa" userId="f7100972-27fe-4ee6-8fb4-ec9b7931b409" providerId="ADAL" clId="{43FC3250-EE2F-489E-970D-AD8C57589867}" dt="2025-07-31T03:20:53.510" v="5139" actId="478"/>
          <ac:inkMkLst>
            <pc:docMk/>
            <pc:sldMk cId="1298333677" sldId="600"/>
            <ac:inkMk id="14" creationId="{E4AA5845-3244-7746-EAE6-2A26846550EC}"/>
          </ac:inkMkLst>
        </pc:inkChg>
        <pc:inkChg chg="add del">
          <ac:chgData name="Deepika Vatsa" userId="f7100972-27fe-4ee6-8fb4-ec9b7931b409" providerId="ADAL" clId="{43FC3250-EE2F-489E-970D-AD8C57589867}" dt="2025-07-31T03:20:53.510" v="5139" actId="478"/>
          <ac:inkMkLst>
            <pc:docMk/>
            <pc:sldMk cId="1298333677" sldId="600"/>
            <ac:inkMk id="15" creationId="{A079FDBD-769B-1DF9-A5A6-C86173E28638}"/>
          </ac:inkMkLst>
        </pc:inkChg>
        <pc:inkChg chg="add del">
          <ac:chgData name="Deepika Vatsa" userId="f7100972-27fe-4ee6-8fb4-ec9b7931b409" providerId="ADAL" clId="{43FC3250-EE2F-489E-970D-AD8C57589867}" dt="2025-07-31T03:20:53.510" v="5139" actId="478"/>
          <ac:inkMkLst>
            <pc:docMk/>
            <pc:sldMk cId="1298333677" sldId="600"/>
            <ac:inkMk id="16" creationId="{C2E41533-8E23-6D8C-4917-9F587902B45B}"/>
          </ac:inkMkLst>
        </pc:inkChg>
        <pc:inkChg chg="add del">
          <ac:chgData name="Deepika Vatsa" userId="f7100972-27fe-4ee6-8fb4-ec9b7931b409" providerId="ADAL" clId="{43FC3250-EE2F-489E-970D-AD8C57589867}" dt="2025-07-31T03:20:53.510" v="5139" actId="478"/>
          <ac:inkMkLst>
            <pc:docMk/>
            <pc:sldMk cId="1298333677" sldId="600"/>
            <ac:inkMk id="17" creationId="{A52CD522-41AE-318D-91E8-17C7B47407FF}"/>
          </ac:inkMkLst>
        </pc:inkChg>
        <pc:inkChg chg="add del">
          <ac:chgData name="Deepika Vatsa" userId="f7100972-27fe-4ee6-8fb4-ec9b7931b409" providerId="ADAL" clId="{43FC3250-EE2F-489E-970D-AD8C57589867}" dt="2025-07-31T03:20:53.510" v="5139" actId="478"/>
          <ac:inkMkLst>
            <pc:docMk/>
            <pc:sldMk cId="1298333677" sldId="600"/>
            <ac:inkMk id="18" creationId="{242A4BFB-AF5B-EF22-9DB2-314E873A8EF7}"/>
          </ac:inkMkLst>
        </pc:inkChg>
        <pc:inkChg chg="add mod">
          <ac:chgData name="Deepika Vatsa" userId="f7100972-27fe-4ee6-8fb4-ec9b7931b409" providerId="ADAL" clId="{43FC3250-EE2F-489E-970D-AD8C57589867}" dt="2025-07-30T11:21:41.909" v="5045"/>
          <ac:inkMkLst>
            <pc:docMk/>
            <pc:sldMk cId="1298333677" sldId="600"/>
            <ac:inkMk id="19" creationId="{AACDE439-A57A-DFD2-7942-9E5162C57831}"/>
          </ac:inkMkLst>
        </pc:inkChg>
        <pc:inkChg chg="add mod">
          <ac:chgData name="Deepika Vatsa" userId="f7100972-27fe-4ee6-8fb4-ec9b7931b409" providerId="ADAL" clId="{43FC3250-EE2F-489E-970D-AD8C57589867}" dt="2025-07-30T11:21:41.909" v="5045"/>
          <ac:inkMkLst>
            <pc:docMk/>
            <pc:sldMk cId="1298333677" sldId="600"/>
            <ac:inkMk id="20" creationId="{B0851B7A-D5E9-417C-807F-E9D8D3B21C05}"/>
          </ac:inkMkLst>
        </pc:inkChg>
        <pc:inkChg chg="add">
          <ac:chgData name="Deepika Vatsa" userId="f7100972-27fe-4ee6-8fb4-ec9b7931b409" providerId="ADAL" clId="{43FC3250-EE2F-489E-970D-AD8C57589867}" dt="2025-07-30T11:22:00.812" v="5046" actId="9405"/>
          <ac:inkMkLst>
            <pc:docMk/>
            <pc:sldMk cId="1298333677" sldId="600"/>
            <ac:inkMk id="22" creationId="{F830007A-45E3-94D1-1107-EF9ADCB6EFE7}"/>
          </ac:inkMkLst>
        </pc:inkChg>
        <pc:inkChg chg="add">
          <ac:chgData name="Deepika Vatsa" userId="f7100972-27fe-4ee6-8fb4-ec9b7931b409" providerId="ADAL" clId="{43FC3250-EE2F-489E-970D-AD8C57589867}" dt="2025-07-30T11:22:01.216" v="5047" actId="9405"/>
          <ac:inkMkLst>
            <pc:docMk/>
            <pc:sldMk cId="1298333677" sldId="600"/>
            <ac:inkMk id="23" creationId="{051FD77A-1470-B5F5-BBEE-8BA362EF6342}"/>
          </ac:inkMkLst>
        </pc:inkChg>
        <pc:inkChg chg="add del">
          <ac:chgData name="Deepika Vatsa" userId="f7100972-27fe-4ee6-8fb4-ec9b7931b409" providerId="ADAL" clId="{43FC3250-EE2F-489E-970D-AD8C57589867}" dt="2025-07-31T03:20:59.956" v="5142" actId="478"/>
          <ac:inkMkLst>
            <pc:docMk/>
            <pc:sldMk cId="1298333677" sldId="600"/>
            <ac:inkMk id="24" creationId="{E9BDE784-9631-D040-27D7-085C4989FEE1}"/>
          </ac:inkMkLst>
        </pc:inkChg>
        <pc:inkChg chg="add del">
          <ac:chgData name="Deepika Vatsa" userId="f7100972-27fe-4ee6-8fb4-ec9b7931b409" providerId="ADAL" clId="{43FC3250-EE2F-489E-970D-AD8C57589867}" dt="2025-07-31T03:20:56.417" v="5140" actId="478"/>
          <ac:inkMkLst>
            <pc:docMk/>
            <pc:sldMk cId="1298333677" sldId="600"/>
            <ac:inkMk id="25" creationId="{61655763-B18B-429E-A152-62D1108A61E1}"/>
          </ac:inkMkLst>
        </pc:inkChg>
      </pc:sldChg>
      <pc:sldChg chg="del">
        <pc:chgData name="Deepika Vatsa" userId="f7100972-27fe-4ee6-8fb4-ec9b7931b409" providerId="ADAL" clId="{43FC3250-EE2F-489E-970D-AD8C57589867}" dt="2025-07-23T11:05:11.946" v="73" actId="47"/>
        <pc:sldMkLst>
          <pc:docMk/>
          <pc:sldMk cId="1407172059" sldId="600"/>
        </pc:sldMkLst>
      </pc:sldChg>
      <pc:sldChg chg="addSp delSp modSp add mod delAnim modAnim">
        <pc:chgData name="Deepika Vatsa" userId="f7100972-27fe-4ee6-8fb4-ec9b7931b409" providerId="ADAL" clId="{43FC3250-EE2F-489E-970D-AD8C57589867}" dt="2025-07-31T03:21:47.687" v="5144" actId="478"/>
        <pc:sldMkLst>
          <pc:docMk/>
          <pc:sldMk cId="2345028146" sldId="601"/>
        </pc:sldMkLst>
        <pc:spChg chg="del">
          <ac:chgData name="Deepika Vatsa" userId="f7100972-27fe-4ee6-8fb4-ec9b7931b409" providerId="ADAL" clId="{43FC3250-EE2F-489E-970D-AD8C57589867}" dt="2025-07-24T10:18:10.560" v="2632" actId="478"/>
          <ac:spMkLst>
            <pc:docMk/>
            <pc:sldMk cId="2345028146" sldId="601"/>
            <ac:spMk id="4" creationId="{5C722B7B-45D8-F737-2062-6EFF58819A4B}"/>
          </ac:spMkLst>
        </pc:spChg>
        <pc:spChg chg="del">
          <ac:chgData name="Deepika Vatsa" userId="f7100972-27fe-4ee6-8fb4-ec9b7931b409" providerId="ADAL" clId="{43FC3250-EE2F-489E-970D-AD8C57589867}" dt="2025-07-24T10:18:15.750" v="2634" actId="478"/>
          <ac:spMkLst>
            <pc:docMk/>
            <pc:sldMk cId="2345028146" sldId="601"/>
            <ac:spMk id="5" creationId="{076FCB26-F3DF-4A0C-4391-0D8C0697F42E}"/>
          </ac:spMkLst>
        </pc:spChg>
        <pc:spChg chg="add mod">
          <ac:chgData name="Deepika Vatsa" userId="f7100972-27fe-4ee6-8fb4-ec9b7931b409" providerId="ADAL" clId="{43FC3250-EE2F-489E-970D-AD8C57589867}" dt="2025-07-24T10:27:35.459" v="2829" actId="404"/>
          <ac:spMkLst>
            <pc:docMk/>
            <pc:sldMk cId="2345028146" sldId="601"/>
            <ac:spMk id="6" creationId="{1CEA8935-B2D0-3E5F-8357-3E29E96704C1}"/>
          </ac:spMkLst>
        </pc:spChg>
        <pc:spChg chg="add mod">
          <ac:chgData name="Deepika Vatsa" userId="f7100972-27fe-4ee6-8fb4-ec9b7931b409" providerId="ADAL" clId="{43FC3250-EE2F-489E-970D-AD8C57589867}" dt="2025-07-24T11:21:54.065" v="3292" actId="1076"/>
          <ac:spMkLst>
            <pc:docMk/>
            <pc:sldMk cId="2345028146" sldId="601"/>
            <ac:spMk id="7" creationId="{39BE2E7A-CD69-318B-C09C-711CA44B4A0B}"/>
          </ac:spMkLst>
        </pc:spChg>
        <pc:spChg chg="add mod">
          <ac:chgData name="Deepika Vatsa" userId="f7100972-27fe-4ee6-8fb4-ec9b7931b409" providerId="ADAL" clId="{43FC3250-EE2F-489E-970D-AD8C57589867}" dt="2025-07-24T11:21:35.313" v="3289" actId="20577"/>
          <ac:spMkLst>
            <pc:docMk/>
            <pc:sldMk cId="2345028146" sldId="601"/>
            <ac:spMk id="9" creationId="{0845D9B1-899B-55E5-A6D1-4AEEC958CFBC}"/>
          </ac:spMkLst>
        </pc:spChg>
        <pc:spChg chg="del">
          <ac:chgData name="Deepika Vatsa" userId="f7100972-27fe-4ee6-8fb4-ec9b7931b409" providerId="ADAL" clId="{43FC3250-EE2F-489E-970D-AD8C57589867}" dt="2025-07-24T10:18:19.726" v="2635" actId="478"/>
          <ac:spMkLst>
            <pc:docMk/>
            <pc:sldMk cId="2345028146" sldId="601"/>
            <ac:spMk id="11" creationId="{06381CCD-359B-D8A2-1997-A5B56A02FD41}"/>
          </ac:spMkLst>
        </pc:spChg>
        <pc:spChg chg="add mod">
          <ac:chgData name="Deepika Vatsa" userId="f7100972-27fe-4ee6-8fb4-ec9b7931b409" providerId="ADAL" clId="{43FC3250-EE2F-489E-970D-AD8C57589867}" dt="2025-07-24T11:21:44.591" v="3290" actId="1076"/>
          <ac:spMkLst>
            <pc:docMk/>
            <pc:sldMk cId="2345028146" sldId="601"/>
            <ac:spMk id="12" creationId="{306ACACD-7D5F-A652-89BC-479AE734681A}"/>
          </ac:spMkLst>
        </pc:spChg>
        <pc:spChg chg="add del mod">
          <ac:chgData name="Deepika Vatsa" userId="f7100972-27fe-4ee6-8fb4-ec9b7931b409" providerId="ADAL" clId="{43FC3250-EE2F-489E-970D-AD8C57589867}" dt="2025-07-24T10:45:28.493" v="2993" actId="478"/>
          <ac:spMkLst>
            <pc:docMk/>
            <pc:sldMk cId="2345028146" sldId="601"/>
            <ac:spMk id="14" creationId="{079250D1-8AC1-6400-4452-23FDE7B1E140}"/>
          </ac:spMkLst>
        </pc:spChg>
        <pc:grpChg chg="del mod">
          <ac:chgData name="Deepika Vatsa" userId="f7100972-27fe-4ee6-8fb4-ec9b7931b409" providerId="ADAL" clId="{43FC3250-EE2F-489E-970D-AD8C57589867}" dt="2025-07-31T03:21:36.567" v="5143" actId="478"/>
          <ac:grpSpMkLst>
            <pc:docMk/>
            <pc:sldMk cId="2345028146" sldId="601"/>
            <ac:grpSpMk id="19" creationId="{2868F3B0-82BB-5ABF-F02D-7AD10B060A26}"/>
          </ac:grpSpMkLst>
        </pc:grpChg>
        <pc:grpChg chg="del mod">
          <ac:chgData name="Deepika Vatsa" userId="f7100972-27fe-4ee6-8fb4-ec9b7931b409" providerId="ADAL" clId="{43FC3250-EE2F-489E-970D-AD8C57589867}" dt="2025-07-30T11:23:37.026" v="5067"/>
          <ac:grpSpMkLst>
            <pc:docMk/>
            <pc:sldMk cId="2345028146" sldId="601"/>
            <ac:grpSpMk id="23" creationId="{9F930B31-BE19-CE06-683C-E4BD0F149D73}"/>
          </ac:grpSpMkLst>
        </pc:grpChg>
        <pc:grpChg chg="del mod">
          <ac:chgData name="Deepika Vatsa" userId="f7100972-27fe-4ee6-8fb4-ec9b7931b409" providerId="ADAL" clId="{43FC3250-EE2F-489E-970D-AD8C57589867}" dt="2025-07-31T03:21:36.567" v="5143" actId="478"/>
          <ac:grpSpMkLst>
            <pc:docMk/>
            <pc:sldMk cId="2345028146" sldId="601"/>
            <ac:grpSpMk id="25" creationId="{92DBC0BC-3859-FB0C-EF3F-9D0F91C25FD3}"/>
          </ac:grpSpMkLst>
        </pc:grpChg>
        <pc:graphicFrameChg chg="add del mod">
          <ac:chgData name="Deepika Vatsa" userId="f7100972-27fe-4ee6-8fb4-ec9b7931b409" providerId="ADAL" clId="{43FC3250-EE2F-489E-970D-AD8C57589867}" dt="2025-07-24T10:45:31.107" v="2994" actId="478"/>
          <ac:graphicFrameMkLst>
            <pc:docMk/>
            <pc:sldMk cId="2345028146" sldId="601"/>
            <ac:graphicFrameMk id="10" creationId="{B37B5B77-07F8-EE65-399A-DBD323BE9ACE}"/>
          </ac:graphicFrameMkLst>
        </pc:graphicFrameChg>
        <pc:inkChg chg="add del">
          <ac:chgData name="Deepika Vatsa" userId="f7100972-27fe-4ee6-8fb4-ec9b7931b409" providerId="ADAL" clId="{43FC3250-EE2F-489E-970D-AD8C57589867}" dt="2025-07-31T03:21:36.567" v="5143" actId="478"/>
          <ac:inkMkLst>
            <pc:docMk/>
            <pc:sldMk cId="2345028146" sldId="601"/>
            <ac:inkMk id="4" creationId="{17E0AA1B-A00E-9939-FE0C-B4F97381E5B6}"/>
          </ac:inkMkLst>
        </pc:inkChg>
        <pc:inkChg chg="add del">
          <ac:chgData name="Deepika Vatsa" userId="f7100972-27fe-4ee6-8fb4-ec9b7931b409" providerId="ADAL" clId="{43FC3250-EE2F-489E-970D-AD8C57589867}" dt="2025-07-31T03:21:36.567" v="5143" actId="478"/>
          <ac:inkMkLst>
            <pc:docMk/>
            <pc:sldMk cId="2345028146" sldId="601"/>
            <ac:inkMk id="5" creationId="{050DC591-9626-1CBE-6BFD-3B2D6762F39A}"/>
          </ac:inkMkLst>
        </pc:inkChg>
        <pc:inkChg chg="add del">
          <ac:chgData name="Deepika Vatsa" userId="f7100972-27fe-4ee6-8fb4-ec9b7931b409" providerId="ADAL" clId="{43FC3250-EE2F-489E-970D-AD8C57589867}" dt="2025-07-31T03:21:36.567" v="5143" actId="478"/>
          <ac:inkMkLst>
            <pc:docMk/>
            <pc:sldMk cId="2345028146" sldId="601"/>
            <ac:inkMk id="8" creationId="{6777923C-A292-6DE5-9A9B-EAEFE10590F1}"/>
          </ac:inkMkLst>
        </pc:inkChg>
        <pc:inkChg chg="add mod">
          <ac:chgData name="Deepika Vatsa" userId="f7100972-27fe-4ee6-8fb4-ec9b7931b409" providerId="ADAL" clId="{43FC3250-EE2F-489E-970D-AD8C57589867}" dt="2025-07-30T11:23:28.122" v="5061"/>
          <ac:inkMkLst>
            <pc:docMk/>
            <pc:sldMk cId="2345028146" sldId="601"/>
            <ac:inkMk id="10" creationId="{EF195895-F360-0DA9-5255-151E46B2A359}"/>
          </ac:inkMkLst>
        </pc:inkChg>
        <pc:inkChg chg="add mod">
          <ac:chgData name="Deepika Vatsa" userId="f7100972-27fe-4ee6-8fb4-ec9b7931b409" providerId="ADAL" clId="{43FC3250-EE2F-489E-970D-AD8C57589867}" dt="2025-07-30T11:23:28.122" v="5061"/>
          <ac:inkMkLst>
            <pc:docMk/>
            <pc:sldMk cId="2345028146" sldId="601"/>
            <ac:inkMk id="11" creationId="{50288B3F-EEAE-2FA1-BB2B-C7C7D73A858B}"/>
          </ac:inkMkLst>
        </pc:inkChg>
        <pc:inkChg chg="add mod">
          <ac:chgData name="Deepika Vatsa" userId="f7100972-27fe-4ee6-8fb4-ec9b7931b409" providerId="ADAL" clId="{43FC3250-EE2F-489E-970D-AD8C57589867}" dt="2025-07-30T11:23:28.122" v="5061"/>
          <ac:inkMkLst>
            <pc:docMk/>
            <pc:sldMk cId="2345028146" sldId="601"/>
            <ac:inkMk id="13" creationId="{AF155DAD-AFEF-4DDF-C5AA-9176B5EE58FE}"/>
          </ac:inkMkLst>
        </pc:inkChg>
        <pc:inkChg chg="add mod">
          <ac:chgData name="Deepika Vatsa" userId="f7100972-27fe-4ee6-8fb4-ec9b7931b409" providerId="ADAL" clId="{43FC3250-EE2F-489E-970D-AD8C57589867}" dt="2025-07-30T11:23:28.122" v="5061"/>
          <ac:inkMkLst>
            <pc:docMk/>
            <pc:sldMk cId="2345028146" sldId="601"/>
            <ac:inkMk id="14" creationId="{FED45222-BDCB-53A1-7929-4EA5D0F61817}"/>
          </ac:inkMkLst>
        </pc:inkChg>
        <pc:inkChg chg="add mod">
          <ac:chgData name="Deepika Vatsa" userId="f7100972-27fe-4ee6-8fb4-ec9b7931b409" providerId="ADAL" clId="{43FC3250-EE2F-489E-970D-AD8C57589867}" dt="2025-07-30T11:23:28.122" v="5061"/>
          <ac:inkMkLst>
            <pc:docMk/>
            <pc:sldMk cId="2345028146" sldId="601"/>
            <ac:inkMk id="15" creationId="{A604115D-AC37-071B-3591-CB1024F26CBD}"/>
          </ac:inkMkLst>
        </pc:inkChg>
        <pc:inkChg chg="add mod">
          <ac:chgData name="Deepika Vatsa" userId="f7100972-27fe-4ee6-8fb4-ec9b7931b409" providerId="ADAL" clId="{43FC3250-EE2F-489E-970D-AD8C57589867}" dt="2025-07-30T11:23:28.122" v="5061"/>
          <ac:inkMkLst>
            <pc:docMk/>
            <pc:sldMk cId="2345028146" sldId="601"/>
            <ac:inkMk id="16" creationId="{D4061A2B-B78E-81C4-6E9B-DDC0AFC31A64}"/>
          </ac:inkMkLst>
        </pc:inkChg>
        <pc:inkChg chg="add mod">
          <ac:chgData name="Deepika Vatsa" userId="f7100972-27fe-4ee6-8fb4-ec9b7931b409" providerId="ADAL" clId="{43FC3250-EE2F-489E-970D-AD8C57589867}" dt="2025-07-30T11:23:28.122" v="5061"/>
          <ac:inkMkLst>
            <pc:docMk/>
            <pc:sldMk cId="2345028146" sldId="601"/>
            <ac:inkMk id="17" creationId="{5640C931-07BC-26E5-D427-959985B3393C}"/>
          </ac:inkMkLst>
        </pc:inkChg>
        <pc:inkChg chg="add mod">
          <ac:chgData name="Deepika Vatsa" userId="f7100972-27fe-4ee6-8fb4-ec9b7931b409" providerId="ADAL" clId="{43FC3250-EE2F-489E-970D-AD8C57589867}" dt="2025-07-30T11:23:28.122" v="5061"/>
          <ac:inkMkLst>
            <pc:docMk/>
            <pc:sldMk cId="2345028146" sldId="601"/>
            <ac:inkMk id="18" creationId="{BD47D964-5B9E-D281-9860-341536BD1BB1}"/>
          </ac:inkMkLst>
        </pc:inkChg>
        <pc:inkChg chg="add mod">
          <ac:chgData name="Deepika Vatsa" userId="f7100972-27fe-4ee6-8fb4-ec9b7931b409" providerId="ADAL" clId="{43FC3250-EE2F-489E-970D-AD8C57589867}" dt="2025-07-30T11:23:37.026" v="5067"/>
          <ac:inkMkLst>
            <pc:docMk/>
            <pc:sldMk cId="2345028146" sldId="601"/>
            <ac:inkMk id="20" creationId="{D1F4202E-EA34-0E02-952E-525D2454E5C9}"/>
          </ac:inkMkLst>
        </pc:inkChg>
        <pc:inkChg chg="add mod">
          <ac:chgData name="Deepika Vatsa" userId="f7100972-27fe-4ee6-8fb4-ec9b7931b409" providerId="ADAL" clId="{43FC3250-EE2F-489E-970D-AD8C57589867}" dt="2025-07-30T11:23:37.026" v="5067"/>
          <ac:inkMkLst>
            <pc:docMk/>
            <pc:sldMk cId="2345028146" sldId="601"/>
            <ac:inkMk id="21" creationId="{58453868-6D91-9F6F-F14E-3226E62987EE}"/>
          </ac:inkMkLst>
        </pc:inkChg>
        <pc:inkChg chg="add mod">
          <ac:chgData name="Deepika Vatsa" userId="f7100972-27fe-4ee6-8fb4-ec9b7931b409" providerId="ADAL" clId="{43FC3250-EE2F-489E-970D-AD8C57589867}" dt="2025-07-30T11:23:37.026" v="5067"/>
          <ac:inkMkLst>
            <pc:docMk/>
            <pc:sldMk cId="2345028146" sldId="601"/>
            <ac:inkMk id="22" creationId="{FCD14E34-F08C-93B7-CC28-817AB4EE9AC1}"/>
          </ac:inkMkLst>
        </pc:inkChg>
        <pc:inkChg chg="add mod">
          <ac:chgData name="Deepika Vatsa" userId="f7100972-27fe-4ee6-8fb4-ec9b7931b409" providerId="ADAL" clId="{43FC3250-EE2F-489E-970D-AD8C57589867}" dt="2025-07-30T11:23:37.026" v="5067"/>
          <ac:inkMkLst>
            <pc:docMk/>
            <pc:sldMk cId="2345028146" sldId="601"/>
            <ac:inkMk id="24" creationId="{ECAE878F-E40C-3A24-7BCE-2801FF76363F}"/>
          </ac:inkMkLst>
        </pc:inkChg>
        <pc:inkChg chg="add del">
          <ac:chgData name="Deepika Vatsa" userId="f7100972-27fe-4ee6-8fb4-ec9b7931b409" providerId="ADAL" clId="{43FC3250-EE2F-489E-970D-AD8C57589867}" dt="2025-07-31T03:21:36.567" v="5143" actId="478"/>
          <ac:inkMkLst>
            <pc:docMk/>
            <pc:sldMk cId="2345028146" sldId="601"/>
            <ac:inkMk id="26" creationId="{4D35CE20-BB6B-B42F-1755-67FB31D6461B}"/>
          </ac:inkMkLst>
        </pc:inkChg>
        <pc:inkChg chg="add del">
          <ac:chgData name="Deepika Vatsa" userId="f7100972-27fe-4ee6-8fb4-ec9b7931b409" providerId="ADAL" clId="{43FC3250-EE2F-489E-970D-AD8C57589867}" dt="2025-07-31T03:21:47.687" v="5144" actId="478"/>
          <ac:inkMkLst>
            <pc:docMk/>
            <pc:sldMk cId="2345028146" sldId="601"/>
            <ac:inkMk id="27" creationId="{314EF62E-D385-111A-5B5B-07EE0CCA285F}"/>
          </ac:inkMkLst>
        </pc:inkChg>
      </pc:sldChg>
      <pc:sldChg chg="del">
        <pc:chgData name="Deepika Vatsa" userId="f7100972-27fe-4ee6-8fb4-ec9b7931b409" providerId="ADAL" clId="{43FC3250-EE2F-489E-970D-AD8C57589867}" dt="2025-07-23T11:05:11.946" v="73" actId="47"/>
        <pc:sldMkLst>
          <pc:docMk/>
          <pc:sldMk cId="3854070128" sldId="601"/>
        </pc:sldMkLst>
      </pc:sldChg>
      <pc:sldChg chg="addSp delSp modSp add mod">
        <pc:chgData name="Deepika Vatsa" userId="f7100972-27fe-4ee6-8fb4-ec9b7931b409" providerId="ADAL" clId="{43FC3250-EE2F-489E-970D-AD8C57589867}" dt="2025-07-31T03:22:01.683" v="5147" actId="478"/>
        <pc:sldMkLst>
          <pc:docMk/>
          <pc:sldMk cId="886010047" sldId="602"/>
        </pc:sldMkLst>
        <pc:spChg chg="mod">
          <ac:chgData name="Deepika Vatsa" userId="f7100972-27fe-4ee6-8fb4-ec9b7931b409" providerId="ADAL" clId="{43FC3250-EE2F-489E-970D-AD8C57589867}" dt="2025-07-24T10:51:10.545" v="3021" actId="20577"/>
          <ac:spMkLst>
            <pc:docMk/>
            <pc:sldMk cId="886010047" sldId="602"/>
            <ac:spMk id="2" creationId="{00000000-0000-0000-0000-000000000000}"/>
          </ac:spMkLst>
        </pc:spChg>
        <pc:spChg chg="add mod">
          <ac:chgData name="Deepika Vatsa" userId="f7100972-27fe-4ee6-8fb4-ec9b7931b409" providerId="ADAL" clId="{43FC3250-EE2F-489E-970D-AD8C57589867}" dt="2025-07-25T06:46:25.396" v="4283" actId="20577"/>
          <ac:spMkLst>
            <pc:docMk/>
            <pc:sldMk cId="886010047" sldId="602"/>
            <ac:spMk id="5" creationId="{CC1083D5-B7AF-045F-7EAB-FD1411E3B290}"/>
          </ac:spMkLst>
        </pc:spChg>
        <pc:spChg chg="del">
          <ac:chgData name="Deepika Vatsa" userId="f7100972-27fe-4ee6-8fb4-ec9b7931b409" providerId="ADAL" clId="{43FC3250-EE2F-489E-970D-AD8C57589867}" dt="2025-07-24T10:50:47.777" v="3001" actId="478"/>
          <ac:spMkLst>
            <pc:docMk/>
            <pc:sldMk cId="886010047" sldId="602"/>
            <ac:spMk id="6" creationId="{1CEA8935-B2D0-3E5F-8357-3E29E96704C1}"/>
          </ac:spMkLst>
        </pc:spChg>
        <pc:spChg chg="add mod">
          <ac:chgData name="Deepika Vatsa" userId="f7100972-27fe-4ee6-8fb4-ec9b7931b409" providerId="ADAL" clId="{43FC3250-EE2F-489E-970D-AD8C57589867}" dt="2025-07-30T11:02:20.632" v="4852" actId="14100"/>
          <ac:spMkLst>
            <pc:docMk/>
            <pc:sldMk cId="886010047" sldId="602"/>
            <ac:spMk id="6" creationId="{6DB03E6E-EA1C-451F-4077-B842B37F02F6}"/>
          </ac:spMkLst>
        </pc:spChg>
        <pc:spChg chg="del">
          <ac:chgData name="Deepika Vatsa" userId="f7100972-27fe-4ee6-8fb4-ec9b7931b409" providerId="ADAL" clId="{43FC3250-EE2F-489E-970D-AD8C57589867}" dt="2025-07-24T10:50:45.305" v="3000" actId="478"/>
          <ac:spMkLst>
            <pc:docMk/>
            <pc:sldMk cId="886010047" sldId="602"/>
            <ac:spMk id="7" creationId="{39BE2E7A-CD69-318B-C09C-711CA44B4A0B}"/>
          </ac:spMkLst>
        </pc:spChg>
        <pc:spChg chg="del">
          <ac:chgData name="Deepika Vatsa" userId="f7100972-27fe-4ee6-8fb4-ec9b7931b409" providerId="ADAL" clId="{43FC3250-EE2F-489E-970D-AD8C57589867}" dt="2025-07-24T10:50:43.730" v="2999" actId="478"/>
          <ac:spMkLst>
            <pc:docMk/>
            <pc:sldMk cId="886010047" sldId="602"/>
            <ac:spMk id="9" creationId="{0845D9B1-899B-55E5-A6D1-4AEEC958CFBC}"/>
          </ac:spMkLst>
        </pc:spChg>
        <pc:spChg chg="del">
          <ac:chgData name="Deepika Vatsa" userId="f7100972-27fe-4ee6-8fb4-ec9b7931b409" providerId="ADAL" clId="{43FC3250-EE2F-489E-970D-AD8C57589867}" dt="2025-07-24T10:50:41.212" v="2998" actId="478"/>
          <ac:spMkLst>
            <pc:docMk/>
            <pc:sldMk cId="886010047" sldId="602"/>
            <ac:spMk id="12" creationId="{306ACACD-7D5F-A652-89BC-479AE734681A}"/>
          </ac:spMkLst>
        </pc:spChg>
        <pc:grpChg chg="del mod">
          <ac:chgData name="Deepika Vatsa" userId="f7100972-27fe-4ee6-8fb4-ec9b7931b409" providerId="ADAL" clId="{43FC3250-EE2F-489E-970D-AD8C57589867}" dt="2025-07-30T11:24:28.365" v="5080"/>
          <ac:grpSpMkLst>
            <pc:docMk/>
            <pc:sldMk cId="886010047" sldId="602"/>
            <ac:grpSpMk id="11" creationId="{737102C5-EF64-DDFE-3ACA-FB9F8874D89F}"/>
          </ac:grpSpMkLst>
        </pc:grpChg>
        <pc:grpChg chg="del mod">
          <ac:chgData name="Deepika Vatsa" userId="f7100972-27fe-4ee6-8fb4-ec9b7931b409" providerId="ADAL" clId="{43FC3250-EE2F-489E-970D-AD8C57589867}" dt="2025-07-31T03:21:58.456" v="5146" actId="478"/>
          <ac:grpSpMkLst>
            <pc:docMk/>
            <pc:sldMk cId="886010047" sldId="602"/>
            <ac:grpSpMk id="19" creationId="{57AD2E92-1B0B-C4C8-AF8E-2E9783CE6731}"/>
          </ac:grpSpMkLst>
        </pc:grpChg>
        <pc:grpChg chg="del mod">
          <ac:chgData name="Deepika Vatsa" userId="f7100972-27fe-4ee6-8fb4-ec9b7931b409" providerId="ADAL" clId="{43FC3250-EE2F-489E-970D-AD8C57589867}" dt="2025-07-31T03:21:58.456" v="5146" actId="478"/>
          <ac:grpSpMkLst>
            <pc:docMk/>
            <pc:sldMk cId="886010047" sldId="602"/>
            <ac:grpSpMk id="23" creationId="{C7135A48-2D13-6EDE-C944-C3CCD8EBF6A4}"/>
          </ac:grpSpMkLst>
        </pc:grpChg>
        <pc:grpChg chg="del mod">
          <ac:chgData name="Deepika Vatsa" userId="f7100972-27fe-4ee6-8fb4-ec9b7931b409" providerId="ADAL" clId="{43FC3250-EE2F-489E-970D-AD8C57589867}" dt="2025-07-30T11:24:43.654" v="5109"/>
          <ac:grpSpMkLst>
            <pc:docMk/>
            <pc:sldMk cId="886010047" sldId="602"/>
            <ac:grpSpMk id="48" creationId="{2AABFA85-755A-345B-520C-8883410498BF}"/>
          </ac:grpSpMkLst>
        </pc:grpChg>
        <pc:grpChg chg="del mod">
          <ac:chgData name="Deepika Vatsa" userId="f7100972-27fe-4ee6-8fb4-ec9b7931b409" providerId="ADAL" clId="{43FC3250-EE2F-489E-970D-AD8C57589867}" dt="2025-07-31T03:21:58.456" v="5146" actId="478"/>
          <ac:grpSpMkLst>
            <pc:docMk/>
            <pc:sldMk cId="886010047" sldId="602"/>
            <ac:grpSpMk id="49" creationId="{40F91D93-8F93-9FE6-A525-7C8DB7505EB6}"/>
          </ac:grpSpMkLst>
        </pc:grpChg>
        <pc:grpChg chg="del mod">
          <ac:chgData name="Deepika Vatsa" userId="f7100972-27fe-4ee6-8fb4-ec9b7931b409" providerId="ADAL" clId="{43FC3250-EE2F-489E-970D-AD8C57589867}" dt="2025-07-31T03:21:58.456" v="5146" actId="478"/>
          <ac:grpSpMkLst>
            <pc:docMk/>
            <pc:sldMk cId="886010047" sldId="602"/>
            <ac:grpSpMk id="50" creationId="{D2B7336C-F815-6E74-9FBD-CAAF5312B7A5}"/>
          </ac:grpSpMkLst>
        </pc:grpChg>
        <pc:grpChg chg="del mod">
          <ac:chgData name="Deepika Vatsa" userId="f7100972-27fe-4ee6-8fb4-ec9b7931b409" providerId="ADAL" clId="{43FC3250-EE2F-489E-970D-AD8C57589867}" dt="2025-07-31T03:21:58.456" v="5146" actId="478"/>
          <ac:grpSpMkLst>
            <pc:docMk/>
            <pc:sldMk cId="886010047" sldId="602"/>
            <ac:grpSpMk id="51" creationId="{08FCAA17-28B6-7E71-2ACC-54C4F42A50EC}"/>
          </ac:grpSpMkLst>
        </pc:grpChg>
        <pc:grpChg chg="del mod">
          <ac:chgData name="Deepika Vatsa" userId="f7100972-27fe-4ee6-8fb4-ec9b7931b409" providerId="ADAL" clId="{43FC3250-EE2F-489E-970D-AD8C57589867}" dt="2025-07-31T03:21:58.456" v="5146" actId="478"/>
          <ac:grpSpMkLst>
            <pc:docMk/>
            <pc:sldMk cId="886010047" sldId="602"/>
            <ac:grpSpMk id="52" creationId="{A54B38DB-BFDC-8083-126A-8F4B528C7286}"/>
          </ac:grpSpMkLst>
        </pc:grpChg>
        <pc:grpChg chg="del mod">
          <ac:chgData name="Deepika Vatsa" userId="f7100972-27fe-4ee6-8fb4-ec9b7931b409" providerId="ADAL" clId="{43FC3250-EE2F-489E-970D-AD8C57589867}" dt="2025-07-31T03:21:58.456" v="5146" actId="478"/>
          <ac:grpSpMkLst>
            <pc:docMk/>
            <pc:sldMk cId="886010047" sldId="602"/>
            <ac:grpSpMk id="53" creationId="{ED4BCEFD-121D-6D01-D014-9B1C08EF0B69}"/>
          </ac:grpSpMkLst>
        </pc:grpChg>
        <pc:grpChg chg="del mod">
          <ac:chgData name="Deepika Vatsa" userId="f7100972-27fe-4ee6-8fb4-ec9b7931b409" providerId="ADAL" clId="{43FC3250-EE2F-489E-970D-AD8C57589867}" dt="2025-07-31T03:21:58.456" v="5146" actId="478"/>
          <ac:grpSpMkLst>
            <pc:docMk/>
            <pc:sldMk cId="886010047" sldId="602"/>
            <ac:grpSpMk id="58" creationId="{98A069EE-A0D7-A5F3-0AF7-6CCBBCCD9F1B}"/>
          </ac:grpSpMkLst>
        </pc:grpChg>
        <pc:grpChg chg="del mod">
          <ac:chgData name="Deepika Vatsa" userId="f7100972-27fe-4ee6-8fb4-ec9b7931b409" providerId="ADAL" clId="{43FC3250-EE2F-489E-970D-AD8C57589867}" dt="2025-07-31T03:21:58.456" v="5146" actId="478"/>
          <ac:grpSpMkLst>
            <pc:docMk/>
            <pc:sldMk cId="886010047" sldId="602"/>
            <ac:grpSpMk id="65" creationId="{14A6B570-75DE-29DC-2893-3E7318ECD850}"/>
          </ac:grpSpMkLst>
        </pc:grpChg>
        <pc:picChg chg="add mod">
          <ac:chgData name="Deepika Vatsa" userId="f7100972-27fe-4ee6-8fb4-ec9b7931b409" providerId="ADAL" clId="{43FC3250-EE2F-489E-970D-AD8C57589867}" dt="2025-07-24T10:53:22.664" v="3084" actId="14100"/>
          <ac:picMkLst>
            <pc:docMk/>
            <pc:sldMk cId="886010047" sldId="602"/>
            <ac:picMk id="10" creationId="{2C8F8A8C-4CBE-F873-6787-5EB3002F5B68}"/>
          </ac:picMkLst>
        </pc:picChg>
        <pc:inkChg chg="add mod">
          <ac:chgData name="Deepika Vatsa" userId="f7100972-27fe-4ee6-8fb4-ec9b7931b409" providerId="ADAL" clId="{43FC3250-EE2F-489E-970D-AD8C57589867}" dt="2025-07-30T11:24:28.365" v="5080"/>
          <ac:inkMkLst>
            <pc:docMk/>
            <pc:sldMk cId="886010047" sldId="602"/>
            <ac:inkMk id="7" creationId="{77D1D47C-CE25-0C95-1A4A-F0090A00AC2F}"/>
          </ac:inkMkLst>
        </pc:inkChg>
        <pc:inkChg chg="add mod">
          <ac:chgData name="Deepika Vatsa" userId="f7100972-27fe-4ee6-8fb4-ec9b7931b409" providerId="ADAL" clId="{43FC3250-EE2F-489E-970D-AD8C57589867}" dt="2025-07-30T11:24:28.365" v="5080"/>
          <ac:inkMkLst>
            <pc:docMk/>
            <pc:sldMk cId="886010047" sldId="602"/>
            <ac:inkMk id="8" creationId="{FE679162-5C59-6FC5-C595-C65BAD04A524}"/>
          </ac:inkMkLst>
        </pc:inkChg>
        <pc:inkChg chg="add mod">
          <ac:chgData name="Deepika Vatsa" userId="f7100972-27fe-4ee6-8fb4-ec9b7931b409" providerId="ADAL" clId="{43FC3250-EE2F-489E-970D-AD8C57589867}" dt="2025-07-30T11:24:28.365" v="5080"/>
          <ac:inkMkLst>
            <pc:docMk/>
            <pc:sldMk cId="886010047" sldId="602"/>
            <ac:inkMk id="9" creationId="{A070C18D-DF9A-184E-C6AC-3C7FFCA14C65}"/>
          </ac:inkMkLst>
        </pc:inkChg>
        <pc:inkChg chg="add mod">
          <ac:chgData name="Deepika Vatsa" userId="f7100972-27fe-4ee6-8fb4-ec9b7931b409" providerId="ADAL" clId="{43FC3250-EE2F-489E-970D-AD8C57589867}" dt="2025-07-30T11:24:28.365" v="5080"/>
          <ac:inkMkLst>
            <pc:docMk/>
            <pc:sldMk cId="886010047" sldId="602"/>
            <ac:inkMk id="12" creationId="{80AF8BC1-F5A1-7375-9F2A-52845D4F1593}"/>
          </ac:inkMkLst>
        </pc:inkChg>
        <pc:inkChg chg="add mod">
          <ac:chgData name="Deepika Vatsa" userId="f7100972-27fe-4ee6-8fb4-ec9b7931b409" providerId="ADAL" clId="{43FC3250-EE2F-489E-970D-AD8C57589867}" dt="2025-07-30T11:24:43.654" v="5109"/>
          <ac:inkMkLst>
            <pc:docMk/>
            <pc:sldMk cId="886010047" sldId="602"/>
            <ac:inkMk id="13" creationId="{8BAFE205-9EC6-EFAC-4EAD-DA68895B64F0}"/>
          </ac:inkMkLst>
        </pc:inkChg>
        <pc:inkChg chg="add mod">
          <ac:chgData name="Deepika Vatsa" userId="f7100972-27fe-4ee6-8fb4-ec9b7931b409" providerId="ADAL" clId="{43FC3250-EE2F-489E-970D-AD8C57589867}" dt="2025-07-30T11:24:43.654" v="5109"/>
          <ac:inkMkLst>
            <pc:docMk/>
            <pc:sldMk cId="886010047" sldId="602"/>
            <ac:inkMk id="14" creationId="{53BE260A-26B5-5C57-AC1D-2E88D7B5008E}"/>
          </ac:inkMkLst>
        </pc:inkChg>
        <pc:inkChg chg="add mod">
          <ac:chgData name="Deepika Vatsa" userId="f7100972-27fe-4ee6-8fb4-ec9b7931b409" providerId="ADAL" clId="{43FC3250-EE2F-489E-970D-AD8C57589867}" dt="2025-07-30T11:24:43.654" v="5109"/>
          <ac:inkMkLst>
            <pc:docMk/>
            <pc:sldMk cId="886010047" sldId="602"/>
            <ac:inkMk id="15" creationId="{7F9D9B28-DB20-AE45-A6B0-8A79D27E96B2}"/>
          </ac:inkMkLst>
        </pc:inkChg>
        <pc:inkChg chg="add mod">
          <ac:chgData name="Deepika Vatsa" userId="f7100972-27fe-4ee6-8fb4-ec9b7931b409" providerId="ADAL" clId="{43FC3250-EE2F-489E-970D-AD8C57589867}" dt="2025-07-30T11:24:28.365" v="5080"/>
          <ac:inkMkLst>
            <pc:docMk/>
            <pc:sldMk cId="886010047" sldId="602"/>
            <ac:inkMk id="16" creationId="{CD3359BC-70E7-82A9-13AA-F66B7C0E93B7}"/>
          </ac:inkMkLst>
        </pc:inkChg>
        <pc:inkChg chg="add mod">
          <ac:chgData name="Deepika Vatsa" userId="f7100972-27fe-4ee6-8fb4-ec9b7931b409" providerId="ADAL" clId="{43FC3250-EE2F-489E-970D-AD8C57589867}" dt="2025-07-30T11:24:28.365" v="5080"/>
          <ac:inkMkLst>
            <pc:docMk/>
            <pc:sldMk cId="886010047" sldId="602"/>
            <ac:inkMk id="17" creationId="{D57FC0D9-24AA-F250-99F0-29CF581CAAED}"/>
          </ac:inkMkLst>
        </pc:inkChg>
        <pc:inkChg chg="add del">
          <ac:chgData name="Deepika Vatsa" userId="f7100972-27fe-4ee6-8fb4-ec9b7931b409" providerId="ADAL" clId="{43FC3250-EE2F-489E-970D-AD8C57589867}" dt="2025-07-31T03:21:58.456" v="5146" actId="478"/>
          <ac:inkMkLst>
            <pc:docMk/>
            <pc:sldMk cId="886010047" sldId="602"/>
            <ac:inkMk id="18" creationId="{C40CF86F-E017-AD7A-3C4A-E8FA1FD694A6}"/>
          </ac:inkMkLst>
        </pc:inkChg>
        <pc:inkChg chg="add mod">
          <ac:chgData name="Deepika Vatsa" userId="f7100972-27fe-4ee6-8fb4-ec9b7931b409" providerId="ADAL" clId="{43FC3250-EE2F-489E-970D-AD8C57589867}" dt="2025-07-30T11:24:30.348" v="5084"/>
          <ac:inkMkLst>
            <pc:docMk/>
            <pc:sldMk cId="886010047" sldId="602"/>
            <ac:inkMk id="20" creationId="{8DC9ACA1-897A-97C6-34C5-C756D90D8BEC}"/>
          </ac:inkMkLst>
        </pc:inkChg>
        <pc:inkChg chg="add del">
          <ac:chgData name="Deepika Vatsa" userId="f7100972-27fe-4ee6-8fb4-ec9b7931b409" providerId="ADAL" clId="{43FC3250-EE2F-489E-970D-AD8C57589867}" dt="2025-07-31T03:21:58.456" v="5146" actId="478"/>
          <ac:inkMkLst>
            <pc:docMk/>
            <pc:sldMk cId="886010047" sldId="602"/>
            <ac:inkMk id="21" creationId="{A209531D-BB15-BE98-81ED-903ADCAB5918}"/>
          </ac:inkMkLst>
        </pc:inkChg>
        <pc:inkChg chg="add mod">
          <ac:chgData name="Deepika Vatsa" userId="f7100972-27fe-4ee6-8fb4-ec9b7931b409" providerId="ADAL" clId="{43FC3250-EE2F-489E-970D-AD8C57589867}" dt="2025-07-30T11:24:30.348" v="5084"/>
          <ac:inkMkLst>
            <pc:docMk/>
            <pc:sldMk cId="886010047" sldId="602"/>
            <ac:inkMk id="22" creationId="{E22ED568-A691-7EB8-9165-7CFAAB46786B}"/>
          </ac:inkMkLst>
        </pc:inkChg>
        <pc:inkChg chg="add mod">
          <ac:chgData name="Deepika Vatsa" userId="f7100972-27fe-4ee6-8fb4-ec9b7931b409" providerId="ADAL" clId="{43FC3250-EE2F-489E-970D-AD8C57589867}" dt="2025-07-30T11:24:43.654" v="5109"/>
          <ac:inkMkLst>
            <pc:docMk/>
            <pc:sldMk cId="886010047" sldId="602"/>
            <ac:inkMk id="24" creationId="{DD5BCBFF-B6E2-0AB1-0A8F-342E8E2A2A99}"/>
          </ac:inkMkLst>
        </pc:inkChg>
        <pc:inkChg chg="add mod">
          <ac:chgData name="Deepika Vatsa" userId="f7100972-27fe-4ee6-8fb4-ec9b7931b409" providerId="ADAL" clId="{43FC3250-EE2F-489E-970D-AD8C57589867}" dt="2025-07-30T11:24:43.654" v="5109"/>
          <ac:inkMkLst>
            <pc:docMk/>
            <pc:sldMk cId="886010047" sldId="602"/>
            <ac:inkMk id="25" creationId="{ED65A6BC-72BE-DADB-4D48-A0D10FEC65A0}"/>
          </ac:inkMkLst>
        </pc:inkChg>
        <pc:inkChg chg="add mod">
          <ac:chgData name="Deepika Vatsa" userId="f7100972-27fe-4ee6-8fb4-ec9b7931b409" providerId="ADAL" clId="{43FC3250-EE2F-489E-970D-AD8C57589867}" dt="2025-07-30T11:24:43.654" v="5109"/>
          <ac:inkMkLst>
            <pc:docMk/>
            <pc:sldMk cId="886010047" sldId="602"/>
            <ac:inkMk id="26" creationId="{ADAE34F3-22F1-8A1B-312B-505E61953B27}"/>
          </ac:inkMkLst>
        </pc:inkChg>
        <pc:inkChg chg="add mod">
          <ac:chgData name="Deepika Vatsa" userId="f7100972-27fe-4ee6-8fb4-ec9b7931b409" providerId="ADAL" clId="{43FC3250-EE2F-489E-970D-AD8C57589867}" dt="2025-07-30T11:24:43.654" v="5109"/>
          <ac:inkMkLst>
            <pc:docMk/>
            <pc:sldMk cId="886010047" sldId="602"/>
            <ac:inkMk id="27" creationId="{B9BA2E96-0F59-D4AA-739F-5229C4B751F8}"/>
          </ac:inkMkLst>
        </pc:inkChg>
        <pc:inkChg chg="add mod">
          <ac:chgData name="Deepika Vatsa" userId="f7100972-27fe-4ee6-8fb4-ec9b7931b409" providerId="ADAL" clId="{43FC3250-EE2F-489E-970D-AD8C57589867}" dt="2025-07-30T11:24:43.654" v="5109"/>
          <ac:inkMkLst>
            <pc:docMk/>
            <pc:sldMk cId="886010047" sldId="602"/>
            <ac:inkMk id="28" creationId="{6365523F-C913-A39C-729D-38766D50FA07}"/>
          </ac:inkMkLst>
        </pc:inkChg>
        <pc:inkChg chg="add mod">
          <ac:chgData name="Deepika Vatsa" userId="f7100972-27fe-4ee6-8fb4-ec9b7931b409" providerId="ADAL" clId="{43FC3250-EE2F-489E-970D-AD8C57589867}" dt="2025-07-30T11:24:43.654" v="5109"/>
          <ac:inkMkLst>
            <pc:docMk/>
            <pc:sldMk cId="886010047" sldId="602"/>
            <ac:inkMk id="29" creationId="{B9AFED4D-6D8A-E1D3-C7A8-0C0957D40200}"/>
          </ac:inkMkLst>
        </pc:inkChg>
        <pc:inkChg chg="add mod">
          <ac:chgData name="Deepika Vatsa" userId="f7100972-27fe-4ee6-8fb4-ec9b7931b409" providerId="ADAL" clId="{43FC3250-EE2F-489E-970D-AD8C57589867}" dt="2025-07-30T11:24:43.654" v="5109"/>
          <ac:inkMkLst>
            <pc:docMk/>
            <pc:sldMk cId="886010047" sldId="602"/>
            <ac:inkMk id="30" creationId="{38DA219B-49AA-FB1A-FC60-F23D29D85DA5}"/>
          </ac:inkMkLst>
        </pc:inkChg>
        <pc:inkChg chg="add mod">
          <ac:chgData name="Deepika Vatsa" userId="f7100972-27fe-4ee6-8fb4-ec9b7931b409" providerId="ADAL" clId="{43FC3250-EE2F-489E-970D-AD8C57589867}" dt="2025-07-30T11:24:43.654" v="5109"/>
          <ac:inkMkLst>
            <pc:docMk/>
            <pc:sldMk cId="886010047" sldId="602"/>
            <ac:inkMk id="31" creationId="{F4B46658-4F39-55F3-22EC-B58047D316BF}"/>
          </ac:inkMkLst>
        </pc:inkChg>
        <pc:inkChg chg="add mod">
          <ac:chgData name="Deepika Vatsa" userId="f7100972-27fe-4ee6-8fb4-ec9b7931b409" providerId="ADAL" clId="{43FC3250-EE2F-489E-970D-AD8C57589867}" dt="2025-07-30T11:24:43.654" v="5109"/>
          <ac:inkMkLst>
            <pc:docMk/>
            <pc:sldMk cId="886010047" sldId="602"/>
            <ac:inkMk id="32" creationId="{29ADBD88-7BF5-3963-EB39-80D3596BCCBE}"/>
          </ac:inkMkLst>
        </pc:inkChg>
        <pc:inkChg chg="add mod">
          <ac:chgData name="Deepika Vatsa" userId="f7100972-27fe-4ee6-8fb4-ec9b7931b409" providerId="ADAL" clId="{43FC3250-EE2F-489E-970D-AD8C57589867}" dt="2025-07-30T11:24:43.654" v="5109"/>
          <ac:inkMkLst>
            <pc:docMk/>
            <pc:sldMk cId="886010047" sldId="602"/>
            <ac:inkMk id="33" creationId="{4E4252B8-1F19-6D56-621B-4C4AC04C63DB}"/>
          </ac:inkMkLst>
        </pc:inkChg>
        <pc:inkChg chg="add mod">
          <ac:chgData name="Deepika Vatsa" userId="f7100972-27fe-4ee6-8fb4-ec9b7931b409" providerId="ADAL" clId="{43FC3250-EE2F-489E-970D-AD8C57589867}" dt="2025-07-30T11:24:43.654" v="5109"/>
          <ac:inkMkLst>
            <pc:docMk/>
            <pc:sldMk cId="886010047" sldId="602"/>
            <ac:inkMk id="34" creationId="{5CA1F1A7-3610-7C4B-50D6-70D8D1841E61}"/>
          </ac:inkMkLst>
        </pc:inkChg>
        <pc:inkChg chg="add mod">
          <ac:chgData name="Deepika Vatsa" userId="f7100972-27fe-4ee6-8fb4-ec9b7931b409" providerId="ADAL" clId="{43FC3250-EE2F-489E-970D-AD8C57589867}" dt="2025-07-30T11:24:43.654" v="5109"/>
          <ac:inkMkLst>
            <pc:docMk/>
            <pc:sldMk cId="886010047" sldId="602"/>
            <ac:inkMk id="35" creationId="{B60F7734-7A1F-733E-B7EB-11092EC27D64}"/>
          </ac:inkMkLst>
        </pc:inkChg>
        <pc:inkChg chg="add mod">
          <ac:chgData name="Deepika Vatsa" userId="f7100972-27fe-4ee6-8fb4-ec9b7931b409" providerId="ADAL" clId="{43FC3250-EE2F-489E-970D-AD8C57589867}" dt="2025-07-30T11:24:43.654" v="5109"/>
          <ac:inkMkLst>
            <pc:docMk/>
            <pc:sldMk cId="886010047" sldId="602"/>
            <ac:inkMk id="36" creationId="{53AB7C3E-B660-5610-C7AC-0538CBEEEE6B}"/>
          </ac:inkMkLst>
        </pc:inkChg>
        <pc:inkChg chg="add mod">
          <ac:chgData name="Deepika Vatsa" userId="f7100972-27fe-4ee6-8fb4-ec9b7931b409" providerId="ADAL" clId="{43FC3250-EE2F-489E-970D-AD8C57589867}" dt="2025-07-30T11:24:43.654" v="5109"/>
          <ac:inkMkLst>
            <pc:docMk/>
            <pc:sldMk cId="886010047" sldId="602"/>
            <ac:inkMk id="37" creationId="{8173337F-8EB2-3F94-0D23-8AF9F43A374B}"/>
          </ac:inkMkLst>
        </pc:inkChg>
        <pc:inkChg chg="add mod">
          <ac:chgData name="Deepika Vatsa" userId="f7100972-27fe-4ee6-8fb4-ec9b7931b409" providerId="ADAL" clId="{43FC3250-EE2F-489E-970D-AD8C57589867}" dt="2025-07-30T11:24:43.654" v="5109"/>
          <ac:inkMkLst>
            <pc:docMk/>
            <pc:sldMk cId="886010047" sldId="602"/>
            <ac:inkMk id="38" creationId="{8ACE3C35-3E82-FEC5-4B2F-2878A7944C9C}"/>
          </ac:inkMkLst>
        </pc:inkChg>
        <pc:inkChg chg="add mod">
          <ac:chgData name="Deepika Vatsa" userId="f7100972-27fe-4ee6-8fb4-ec9b7931b409" providerId="ADAL" clId="{43FC3250-EE2F-489E-970D-AD8C57589867}" dt="2025-07-30T11:24:43.654" v="5109"/>
          <ac:inkMkLst>
            <pc:docMk/>
            <pc:sldMk cId="886010047" sldId="602"/>
            <ac:inkMk id="39" creationId="{08EB2709-F3E8-996D-580E-21BA0545FDAA}"/>
          </ac:inkMkLst>
        </pc:inkChg>
        <pc:inkChg chg="add mod">
          <ac:chgData name="Deepika Vatsa" userId="f7100972-27fe-4ee6-8fb4-ec9b7931b409" providerId="ADAL" clId="{43FC3250-EE2F-489E-970D-AD8C57589867}" dt="2025-07-30T11:24:43.654" v="5109"/>
          <ac:inkMkLst>
            <pc:docMk/>
            <pc:sldMk cId="886010047" sldId="602"/>
            <ac:inkMk id="40" creationId="{2CA79349-A185-63E0-CE35-7975D0330F95}"/>
          </ac:inkMkLst>
        </pc:inkChg>
        <pc:inkChg chg="add mod">
          <ac:chgData name="Deepika Vatsa" userId="f7100972-27fe-4ee6-8fb4-ec9b7931b409" providerId="ADAL" clId="{43FC3250-EE2F-489E-970D-AD8C57589867}" dt="2025-07-30T11:24:43.654" v="5109"/>
          <ac:inkMkLst>
            <pc:docMk/>
            <pc:sldMk cId="886010047" sldId="602"/>
            <ac:inkMk id="41" creationId="{733809BB-8EC1-C2DF-197A-E23243DFA498}"/>
          </ac:inkMkLst>
        </pc:inkChg>
        <pc:inkChg chg="add mod">
          <ac:chgData name="Deepika Vatsa" userId="f7100972-27fe-4ee6-8fb4-ec9b7931b409" providerId="ADAL" clId="{43FC3250-EE2F-489E-970D-AD8C57589867}" dt="2025-07-30T11:24:43.654" v="5109"/>
          <ac:inkMkLst>
            <pc:docMk/>
            <pc:sldMk cId="886010047" sldId="602"/>
            <ac:inkMk id="42" creationId="{60699C46-1D91-0053-A00E-BF8BDCD90B03}"/>
          </ac:inkMkLst>
        </pc:inkChg>
        <pc:inkChg chg="add mod">
          <ac:chgData name="Deepika Vatsa" userId="f7100972-27fe-4ee6-8fb4-ec9b7931b409" providerId="ADAL" clId="{43FC3250-EE2F-489E-970D-AD8C57589867}" dt="2025-07-30T11:24:43.654" v="5109"/>
          <ac:inkMkLst>
            <pc:docMk/>
            <pc:sldMk cId="886010047" sldId="602"/>
            <ac:inkMk id="43" creationId="{6782598E-FD65-876A-3824-404BF77DE9C5}"/>
          </ac:inkMkLst>
        </pc:inkChg>
        <pc:inkChg chg="add mod">
          <ac:chgData name="Deepika Vatsa" userId="f7100972-27fe-4ee6-8fb4-ec9b7931b409" providerId="ADAL" clId="{43FC3250-EE2F-489E-970D-AD8C57589867}" dt="2025-07-30T11:24:43.654" v="5109"/>
          <ac:inkMkLst>
            <pc:docMk/>
            <pc:sldMk cId="886010047" sldId="602"/>
            <ac:inkMk id="44" creationId="{BF7257EE-EE49-ED62-4634-F0AD201CA77A}"/>
          </ac:inkMkLst>
        </pc:inkChg>
        <pc:inkChg chg="add mod">
          <ac:chgData name="Deepika Vatsa" userId="f7100972-27fe-4ee6-8fb4-ec9b7931b409" providerId="ADAL" clId="{43FC3250-EE2F-489E-970D-AD8C57589867}" dt="2025-07-30T11:24:43.654" v="5109"/>
          <ac:inkMkLst>
            <pc:docMk/>
            <pc:sldMk cId="886010047" sldId="602"/>
            <ac:inkMk id="45" creationId="{93946685-08B6-CB78-B9B2-740B5BB02A86}"/>
          </ac:inkMkLst>
        </pc:inkChg>
        <pc:inkChg chg="add mod">
          <ac:chgData name="Deepika Vatsa" userId="f7100972-27fe-4ee6-8fb4-ec9b7931b409" providerId="ADAL" clId="{43FC3250-EE2F-489E-970D-AD8C57589867}" dt="2025-07-30T11:24:43.654" v="5109"/>
          <ac:inkMkLst>
            <pc:docMk/>
            <pc:sldMk cId="886010047" sldId="602"/>
            <ac:inkMk id="46" creationId="{A145CD41-4BAC-C341-F925-B3251ECE9D79}"/>
          </ac:inkMkLst>
        </pc:inkChg>
        <pc:inkChg chg="add mod">
          <ac:chgData name="Deepika Vatsa" userId="f7100972-27fe-4ee6-8fb4-ec9b7931b409" providerId="ADAL" clId="{43FC3250-EE2F-489E-970D-AD8C57589867}" dt="2025-07-30T11:24:43.654" v="5109"/>
          <ac:inkMkLst>
            <pc:docMk/>
            <pc:sldMk cId="886010047" sldId="602"/>
            <ac:inkMk id="47" creationId="{13EBBA59-AC09-37C9-F0AB-51DAA1037325}"/>
          </ac:inkMkLst>
        </pc:inkChg>
        <pc:inkChg chg="add mod">
          <ac:chgData name="Deepika Vatsa" userId="f7100972-27fe-4ee6-8fb4-ec9b7931b409" providerId="ADAL" clId="{43FC3250-EE2F-489E-970D-AD8C57589867}" dt="2025-07-30T11:24:45.793" v="5114"/>
          <ac:inkMkLst>
            <pc:docMk/>
            <pc:sldMk cId="886010047" sldId="602"/>
            <ac:inkMk id="54" creationId="{A594385C-1DC0-FE5D-7A25-548AA5D88FFB}"/>
          </ac:inkMkLst>
        </pc:inkChg>
        <pc:inkChg chg="add mod">
          <ac:chgData name="Deepika Vatsa" userId="f7100972-27fe-4ee6-8fb4-ec9b7931b409" providerId="ADAL" clId="{43FC3250-EE2F-489E-970D-AD8C57589867}" dt="2025-07-30T11:24:45.793" v="5114"/>
          <ac:inkMkLst>
            <pc:docMk/>
            <pc:sldMk cId="886010047" sldId="602"/>
            <ac:inkMk id="55" creationId="{E0639422-4B7E-6A64-6F67-92733F77D231}"/>
          </ac:inkMkLst>
        </pc:inkChg>
        <pc:inkChg chg="add mod">
          <ac:chgData name="Deepika Vatsa" userId="f7100972-27fe-4ee6-8fb4-ec9b7931b409" providerId="ADAL" clId="{43FC3250-EE2F-489E-970D-AD8C57589867}" dt="2025-07-30T11:24:45.793" v="5114"/>
          <ac:inkMkLst>
            <pc:docMk/>
            <pc:sldMk cId="886010047" sldId="602"/>
            <ac:inkMk id="56" creationId="{D3FAD631-5FCF-7F4D-9CEA-D0A3DB2F9AC5}"/>
          </ac:inkMkLst>
        </pc:inkChg>
        <pc:inkChg chg="add mod">
          <ac:chgData name="Deepika Vatsa" userId="f7100972-27fe-4ee6-8fb4-ec9b7931b409" providerId="ADAL" clId="{43FC3250-EE2F-489E-970D-AD8C57589867}" dt="2025-07-30T11:24:45.793" v="5114"/>
          <ac:inkMkLst>
            <pc:docMk/>
            <pc:sldMk cId="886010047" sldId="602"/>
            <ac:inkMk id="57" creationId="{EE3A3A6A-2B8F-4ABE-778F-82E977D0C616}"/>
          </ac:inkMkLst>
        </pc:inkChg>
        <pc:inkChg chg="add mod">
          <ac:chgData name="Deepika Vatsa" userId="f7100972-27fe-4ee6-8fb4-ec9b7931b409" providerId="ADAL" clId="{43FC3250-EE2F-489E-970D-AD8C57589867}" dt="2025-07-30T11:25:07.675" v="5121"/>
          <ac:inkMkLst>
            <pc:docMk/>
            <pc:sldMk cId="886010047" sldId="602"/>
            <ac:inkMk id="59" creationId="{073A5B15-6E25-301E-9F5C-DC6461BF6FC6}"/>
          </ac:inkMkLst>
        </pc:inkChg>
        <pc:inkChg chg="add mod">
          <ac:chgData name="Deepika Vatsa" userId="f7100972-27fe-4ee6-8fb4-ec9b7931b409" providerId="ADAL" clId="{43FC3250-EE2F-489E-970D-AD8C57589867}" dt="2025-07-30T11:25:07.675" v="5121"/>
          <ac:inkMkLst>
            <pc:docMk/>
            <pc:sldMk cId="886010047" sldId="602"/>
            <ac:inkMk id="60" creationId="{2AA6E4AD-39FE-9896-BFA1-391A730AB93E}"/>
          </ac:inkMkLst>
        </pc:inkChg>
        <pc:inkChg chg="add mod">
          <ac:chgData name="Deepika Vatsa" userId="f7100972-27fe-4ee6-8fb4-ec9b7931b409" providerId="ADAL" clId="{43FC3250-EE2F-489E-970D-AD8C57589867}" dt="2025-07-30T11:25:07.675" v="5121"/>
          <ac:inkMkLst>
            <pc:docMk/>
            <pc:sldMk cId="886010047" sldId="602"/>
            <ac:inkMk id="61" creationId="{EA7B69A7-F83E-5981-BFCB-C39A3413198B}"/>
          </ac:inkMkLst>
        </pc:inkChg>
        <pc:inkChg chg="add mod">
          <ac:chgData name="Deepika Vatsa" userId="f7100972-27fe-4ee6-8fb4-ec9b7931b409" providerId="ADAL" clId="{43FC3250-EE2F-489E-970D-AD8C57589867}" dt="2025-07-30T11:25:07.675" v="5121"/>
          <ac:inkMkLst>
            <pc:docMk/>
            <pc:sldMk cId="886010047" sldId="602"/>
            <ac:inkMk id="62" creationId="{19A1C645-2016-482C-303C-E640143464D0}"/>
          </ac:inkMkLst>
        </pc:inkChg>
        <pc:inkChg chg="add mod">
          <ac:chgData name="Deepika Vatsa" userId="f7100972-27fe-4ee6-8fb4-ec9b7931b409" providerId="ADAL" clId="{43FC3250-EE2F-489E-970D-AD8C57589867}" dt="2025-07-30T11:25:07.675" v="5121"/>
          <ac:inkMkLst>
            <pc:docMk/>
            <pc:sldMk cId="886010047" sldId="602"/>
            <ac:inkMk id="63" creationId="{538E2AE8-3A25-B752-D408-5E529DDA7B76}"/>
          </ac:inkMkLst>
        </pc:inkChg>
        <pc:inkChg chg="add mod">
          <ac:chgData name="Deepika Vatsa" userId="f7100972-27fe-4ee6-8fb4-ec9b7931b409" providerId="ADAL" clId="{43FC3250-EE2F-489E-970D-AD8C57589867}" dt="2025-07-30T11:25:07.675" v="5121"/>
          <ac:inkMkLst>
            <pc:docMk/>
            <pc:sldMk cId="886010047" sldId="602"/>
            <ac:inkMk id="64" creationId="{756F2833-E6E1-287C-80D6-B02A90F45EE1}"/>
          </ac:inkMkLst>
        </pc:inkChg>
        <pc:inkChg chg="add del">
          <ac:chgData name="Deepika Vatsa" userId="f7100972-27fe-4ee6-8fb4-ec9b7931b409" providerId="ADAL" clId="{43FC3250-EE2F-489E-970D-AD8C57589867}" dt="2025-07-31T03:21:54.415" v="5145" actId="478"/>
          <ac:inkMkLst>
            <pc:docMk/>
            <pc:sldMk cId="886010047" sldId="602"/>
            <ac:inkMk id="66" creationId="{6E958762-7A95-9562-3E5C-CC1F2380AA41}"/>
          </ac:inkMkLst>
        </pc:inkChg>
        <pc:inkChg chg="add del">
          <ac:chgData name="Deepika Vatsa" userId="f7100972-27fe-4ee6-8fb4-ec9b7931b409" providerId="ADAL" clId="{43FC3250-EE2F-489E-970D-AD8C57589867}" dt="2025-07-31T03:22:01.683" v="5147" actId="478"/>
          <ac:inkMkLst>
            <pc:docMk/>
            <pc:sldMk cId="886010047" sldId="602"/>
            <ac:inkMk id="67" creationId="{DD7A5BBF-E577-3B0F-0EB2-45B5BED67247}"/>
          </ac:inkMkLst>
        </pc:inkChg>
      </pc:sldChg>
      <pc:sldChg chg="del">
        <pc:chgData name="Deepika Vatsa" userId="f7100972-27fe-4ee6-8fb4-ec9b7931b409" providerId="ADAL" clId="{43FC3250-EE2F-489E-970D-AD8C57589867}" dt="2025-07-23T11:05:11.946" v="73" actId="47"/>
        <pc:sldMkLst>
          <pc:docMk/>
          <pc:sldMk cId="3816700751" sldId="602"/>
        </pc:sldMkLst>
      </pc:sldChg>
      <pc:sldChg chg="addSp delSp modSp add mod">
        <pc:chgData name="Deepika Vatsa" userId="f7100972-27fe-4ee6-8fb4-ec9b7931b409" providerId="ADAL" clId="{43FC3250-EE2F-489E-970D-AD8C57589867}" dt="2025-07-31T03:22:07.067" v="5148" actId="478"/>
        <pc:sldMkLst>
          <pc:docMk/>
          <pc:sldMk cId="1900874624" sldId="603"/>
        </pc:sldMkLst>
        <pc:spChg chg="mod">
          <ac:chgData name="Deepika Vatsa" userId="f7100972-27fe-4ee6-8fb4-ec9b7931b409" providerId="ADAL" clId="{43FC3250-EE2F-489E-970D-AD8C57589867}" dt="2025-07-24T10:55:48.527" v="3140" actId="2711"/>
          <ac:spMkLst>
            <pc:docMk/>
            <pc:sldMk cId="1900874624" sldId="603"/>
            <ac:spMk id="5" creationId="{CC1083D5-B7AF-045F-7EAB-FD1411E3B290}"/>
          </ac:spMkLst>
        </pc:spChg>
        <pc:spChg chg="add mod">
          <ac:chgData name="Deepika Vatsa" userId="f7100972-27fe-4ee6-8fb4-ec9b7931b409" providerId="ADAL" clId="{43FC3250-EE2F-489E-970D-AD8C57589867}" dt="2025-07-24T11:52:37.966" v="3628" actId="1076"/>
          <ac:spMkLst>
            <pc:docMk/>
            <pc:sldMk cId="1900874624" sldId="603"/>
            <ac:spMk id="9" creationId="{CCAC1D88-4F5A-C1DF-D1C4-11D9B4B06BA5}"/>
          </ac:spMkLst>
        </pc:spChg>
        <pc:picChg chg="add mod">
          <ac:chgData name="Deepika Vatsa" userId="f7100972-27fe-4ee6-8fb4-ec9b7931b409" providerId="ADAL" clId="{43FC3250-EE2F-489E-970D-AD8C57589867}" dt="2025-07-24T11:51:59.171" v="3599" actId="1076"/>
          <ac:picMkLst>
            <pc:docMk/>
            <pc:sldMk cId="1900874624" sldId="603"/>
            <ac:picMk id="6" creationId="{5E347412-CBFA-DA73-915B-E742041667EB}"/>
          </ac:picMkLst>
        </pc:picChg>
        <pc:picChg chg="add mod">
          <ac:chgData name="Deepika Vatsa" userId="f7100972-27fe-4ee6-8fb4-ec9b7931b409" providerId="ADAL" clId="{43FC3250-EE2F-489E-970D-AD8C57589867}" dt="2025-07-24T11:52:07.262" v="3602" actId="14100"/>
          <ac:picMkLst>
            <pc:docMk/>
            <pc:sldMk cId="1900874624" sldId="603"/>
            <ac:picMk id="8" creationId="{A25986A4-FC58-2B08-DF6B-EC64FFFDFCA5}"/>
          </ac:picMkLst>
        </pc:picChg>
        <pc:picChg chg="del">
          <ac:chgData name="Deepika Vatsa" userId="f7100972-27fe-4ee6-8fb4-ec9b7931b409" providerId="ADAL" clId="{43FC3250-EE2F-489E-970D-AD8C57589867}" dt="2025-07-24T10:55:16.265" v="3133" actId="478"/>
          <ac:picMkLst>
            <pc:docMk/>
            <pc:sldMk cId="1900874624" sldId="603"/>
            <ac:picMk id="10" creationId="{2C8F8A8C-4CBE-F873-6787-5EB3002F5B68}"/>
          </ac:picMkLst>
        </pc:picChg>
        <pc:inkChg chg="add del">
          <ac:chgData name="Deepika Vatsa" userId="f7100972-27fe-4ee6-8fb4-ec9b7931b409" providerId="ADAL" clId="{43FC3250-EE2F-489E-970D-AD8C57589867}" dt="2025-07-31T03:22:07.067" v="5148" actId="478"/>
          <ac:inkMkLst>
            <pc:docMk/>
            <pc:sldMk cId="1900874624" sldId="603"/>
            <ac:inkMk id="4" creationId="{F3BB0138-CCD1-0C0C-A067-F41D030F9149}"/>
          </ac:inkMkLst>
        </pc:inkChg>
        <pc:cxnChg chg="add mod">
          <ac:chgData name="Deepika Vatsa" userId="f7100972-27fe-4ee6-8fb4-ec9b7931b409" providerId="ADAL" clId="{43FC3250-EE2F-489E-970D-AD8C57589867}" dt="2025-07-24T11:53:00.665" v="3631" actId="1582"/>
          <ac:cxnSpMkLst>
            <pc:docMk/>
            <pc:sldMk cId="1900874624" sldId="603"/>
            <ac:cxnSpMk id="12" creationId="{57242450-156C-9942-E006-2331D09B8452}"/>
          </ac:cxnSpMkLst>
        </pc:cxnChg>
      </pc:sldChg>
      <pc:sldChg chg="del">
        <pc:chgData name="Deepika Vatsa" userId="f7100972-27fe-4ee6-8fb4-ec9b7931b409" providerId="ADAL" clId="{43FC3250-EE2F-489E-970D-AD8C57589867}" dt="2025-07-23T11:05:11.946" v="73" actId="47"/>
        <pc:sldMkLst>
          <pc:docMk/>
          <pc:sldMk cId="3109653638" sldId="603"/>
        </pc:sldMkLst>
      </pc:sldChg>
      <pc:sldChg chg="del">
        <pc:chgData name="Deepika Vatsa" userId="f7100972-27fe-4ee6-8fb4-ec9b7931b409" providerId="ADAL" clId="{43FC3250-EE2F-489E-970D-AD8C57589867}" dt="2025-07-23T11:05:11.946" v="73" actId="47"/>
        <pc:sldMkLst>
          <pc:docMk/>
          <pc:sldMk cId="649285932" sldId="604"/>
        </pc:sldMkLst>
      </pc:sldChg>
      <pc:sldChg chg="addSp delSp modSp add mod">
        <pc:chgData name="Deepika Vatsa" userId="f7100972-27fe-4ee6-8fb4-ec9b7931b409" providerId="ADAL" clId="{43FC3250-EE2F-489E-970D-AD8C57589867}" dt="2025-07-31T03:22:13.276" v="5149" actId="478"/>
        <pc:sldMkLst>
          <pc:docMk/>
          <pc:sldMk cId="1874286721" sldId="604"/>
        </pc:sldMkLst>
        <pc:spChg chg="mod">
          <ac:chgData name="Deepika Vatsa" userId="f7100972-27fe-4ee6-8fb4-ec9b7931b409" providerId="ADAL" clId="{43FC3250-EE2F-489E-970D-AD8C57589867}" dt="2025-07-25T06:26:21.166" v="3770" actId="1076"/>
          <ac:spMkLst>
            <pc:docMk/>
            <pc:sldMk cId="1874286721" sldId="604"/>
            <ac:spMk id="5" creationId="{CC1083D5-B7AF-045F-7EAB-FD1411E3B290}"/>
          </ac:spMkLst>
        </pc:spChg>
        <pc:picChg chg="del">
          <ac:chgData name="Deepika Vatsa" userId="f7100972-27fe-4ee6-8fb4-ec9b7931b409" providerId="ADAL" clId="{43FC3250-EE2F-489E-970D-AD8C57589867}" dt="2025-07-24T10:56:32.938" v="3141" actId="478"/>
          <ac:picMkLst>
            <pc:docMk/>
            <pc:sldMk cId="1874286721" sldId="604"/>
            <ac:picMk id="6" creationId="{5E347412-CBFA-DA73-915B-E742041667EB}"/>
          </ac:picMkLst>
        </pc:picChg>
        <pc:picChg chg="add mod">
          <ac:chgData name="Deepika Vatsa" userId="f7100972-27fe-4ee6-8fb4-ec9b7931b409" providerId="ADAL" clId="{43FC3250-EE2F-489E-970D-AD8C57589867}" dt="2025-07-24T10:56:44.883" v="3149" actId="1037"/>
          <ac:picMkLst>
            <pc:docMk/>
            <pc:sldMk cId="1874286721" sldId="604"/>
            <ac:picMk id="7" creationId="{97F75AB9-1D31-DE6E-BC70-6217AEB8A431}"/>
          </ac:picMkLst>
        </pc:picChg>
        <pc:inkChg chg="add del">
          <ac:chgData name="Deepika Vatsa" userId="f7100972-27fe-4ee6-8fb4-ec9b7931b409" providerId="ADAL" clId="{43FC3250-EE2F-489E-970D-AD8C57589867}" dt="2025-07-31T03:22:13.276" v="5149" actId="478"/>
          <ac:inkMkLst>
            <pc:docMk/>
            <pc:sldMk cId="1874286721" sldId="604"/>
            <ac:inkMk id="4" creationId="{5E73F207-02B2-3CFF-A74D-A904062BDB9C}"/>
          </ac:inkMkLst>
        </pc:inkChg>
      </pc:sldChg>
      <pc:sldChg chg="addSp delSp modSp add mod">
        <pc:chgData name="Deepika Vatsa" userId="f7100972-27fe-4ee6-8fb4-ec9b7931b409" providerId="ADAL" clId="{43FC3250-EE2F-489E-970D-AD8C57589867}" dt="2025-07-31T03:22:16.699" v="5150" actId="478"/>
        <pc:sldMkLst>
          <pc:docMk/>
          <pc:sldMk cId="2436058904" sldId="605"/>
        </pc:sldMkLst>
        <pc:spChg chg="mod">
          <ac:chgData name="Deepika Vatsa" userId="f7100972-27fe-4ee6-8fb4-ec9b7931b409" providerId="ADAL" clId="{43FC3250-EE2F-489E-970D-AD8C57589867}" dt="2025-07-24T11:22:06.459" v="3293" actId="58"/>
          <ac:spMkLst>
            <pc:docMk/>
            <pc:sldMk cId="2436058904" sldId="605"/>
            <ac:spMk id="5" creationId="{CC1083D5-B7AF-045F-7EAB-FD1411E3B290}"/>
          </ac:spMkLst>
        </pc:spChg>
        <pc:picChg chg="add mod">
          <ac:chgData name="Deepika Vatsa" userId="f7100972-27fe-4ee6-8fb4-ec9b7931b409" providerId="ADAL" clId="{43FC3250-EE2F-489E-970D-AD8C57589867}" dt="2025-07-24T11:00:25.218" v="3196" actId="1037"/>
          <ac:picMkLst>
            <pc:docMk/>
            <pc:sldMk cId="2436058904" sldId="605"/>
            <ac:picMk id="6" creationId="{9542A4B5-39E6-D2FB-47CE-3134BB4938FC}"/>
          </ac:picMkLst>
        </pc:picChg>
        <pc:picChg chg="del">
          <ac:chgData name="Deepika Vatsa" userId="f7100972-27fe-4ee6-8fb4-ec9b7931b409" providerId="ADAL" clId="{43FC3250-EE2F-489E-970D-AD8C57589867}" dt="2025-07-24T11:00:13.287" v="3188" actId="478"/>
          <ac:picMkLst>
            <pc:docMk/>
            <pc:sldMk cId="2436058904" sldId="605"/>
            <ac:picMk id="7" creationId="{97F75AB9-1D31-DE6E-BC70-6217AEB8A431}"/>
          </ac:picMkLst>
        </pc:picChg>
        <pc:inkChg chg="add del">
          <ac:chgData name="Deepika Vatsa" userId="f7100972-27fe-4ee6-8fb4-ec9b7931b409" providerId="ADAL" clId="{43FC3250-EE2F-489E-970D-AD8C57589867}" dt="2025-07-31T03:22:16.699" v="5150" actId="478"/>
          <ac:inkMkLst>
            <pc:docMk/>
            <pc:sldMk cId="2436058904" sldId="605"/>
            <ac:inkMk id="4" creationId="{40C20B08-60C7-D9BE-41DF-56B84582B374}"/>
          </ac:inkMkLst>
        </pc:inkChg>
      </pc:sldChg>
      <pc:sldChg chg="del">
        <pc:chgData name="Deepika Vatsa" userId="f7100972-27fe-4ee6-8fb4-ec9b7931b409" providerId="ADAL" clId="{43FC3250-EE2F-489E-970D-AD8C57589867}" dt="2025-07-23T11:05:11.946" v="73" actId="47"/>
        <pc:sldMkLst>
          <pc:docMk/>
          <pc:sldMk cId="2666969699" sldId="605"/>
        </pc:sldMkLst>
      </pc:sldChg>
      <pc:sldChg chg="del">
        <pc:chgData name="Deepika Vatsa" userId="f7100972-27fe-4ee6-8fb4-ec9b7931b409" providerId="ADAL" clId="{43FC3250-EE2F-489E-970D-AD8C57589867}" dt="2025-07-23T11:05:11.946" v="73" actId="47"/>
        <pc:sldMkLst>
          <pc:docMk/>
          <pc:sldMk cId="1055965943" sldId="606"/>
        </pc:sldMkLst>
      </pc:sldChg>
      <pc:sldChg chg="addSp delSp modSp add mod ord">
        <pc:chgData name="Deepika Vatsa" userId="f7100972-27fe-4ee6-8fb4-ec9b7931b409" providerId="ADAL" clId="{43FC3250-EE2F-489E-970D-AD8C57589867}" dt="2025-07-31T03:22:28.263" v="5152" actId="478"/>
        <pc:sldMkLst>
          <pc:docMk/>
          <pc:sldMk cId="2038364896" sldId="606"/>
        </pc:sldMkLst>
        <pc:spChg chg="mod">
          <ac:chgData name="Deepika Vatsa" userId="f7100972-27fe-4ee6-8fb4-ec9b7931b409" providerId="ADAL" clId="{43FC3250-EE2F-489E-970D-AD8C57589867}" dt="2025-07-24T11:37:55.586" v="3337" actId="20577"/>
          <ac:spMkLst>
            <pc:docMk/>
            <pc:sldMk cId="2038364896" sldId="606"/>
            <ac:spMk id="2" creationId="{00000000-0000-0000-0000-000000000000}"/>
          </ac:spMkLst>
        </pc:spChg>
        <pc:spChg chg="mod">
          <ac:chgData name="Deepika Vatsa" userId="f7100972-27fe-4ee6-8fb4-ec9b7931b409" providerId="ADAL" clId="{43FC3250-EE2F-489E-970D-AD8C57589867}" dt="2025-07-25T06:42:50.194" v="4069" actId="20577"/>
          <ac:spMkLst>
            <pc:docMk/>
            <pc:sldMk cId="2038364896" sldId="606"/>
            <ac:spMk id="5" creationId="{CC1083D5-B7AF-045F-7EAB-FD1411E3B290}"/>
          </ac:spMkLst>
        </pc:spChg>
        <pc:picChg chg="del">
          <ac:chgData name="Deepika Vatsa" userId="f7100972-27fe-4ee6-8fb4-ec9b7931b409" providerId="ADAL" clId="{43FC3250-EE2F-489E-970D-AD8C57589867}" dt="2025-07-24T11:22:43.873" v="3313" actId="478"/>
          <ac:picMkLst>
            <pc:docMk/>
            <pc:sldMk cId="2038364896" sldId="606"/>
            <ac:picMk id="6" creationId="{9542A4B5-39E6-D2FB-47CE-3134BB4938FC}"/>
          </ac:picMkLst>
        </pc:picChg>
        <pc:picChg chg="add mod">
          <ac:chgData name="Deepika Vatsa" userId="f7100972-27fe-4ee6-8fb4-ec9b7931b409" providerId="ADAL" clId="{43FC3250-EE2F-489E-970D-AD8C57589867}" dt="2025-07-25T06:42:58.032" v="4071" actId="14100"/>
          <ac:picMkLst>
            <pc:docMk/>
            <pc:sldMk cId="2038364896" sldId="606"/>
            <ac:picMk id="7" creationId="{BB5D4909-C339-2D76-23A3-98B71B053D48}"/>
          </ac:picMkLst>
        </pc:picChg>
        <pc:inkChg chg="add del">
          <ac:chgData name="Deepika Vatsa" userId="f7100972-27fe-4ee6-8fb4-ec9b7931b409" providerId="ADAL" clId="{43FC3250-EE2F-489E-970D-AD8C57589867}" dt="2025-07-31T03:22:28.263" v="5152" actId="478"/>
          <ac:inkMkLst>
            <pc:docMk/>
            <pc:sldMk cId="2038364896" sldId="606"/>
            <ac:inkMk id="4" creationId="{D5FEF06F-B2C7-E97B-EF06-31BC0097C5D3}"/>
          </ac:inkMkLst>
        </pc:inkChg>
      </pc:sldChg>
      <pc:sldChg chg="addSp delSp modSp add mod">
        <pc:chgData name="Deepika Vatsa" userId="f7100972-27fe-4ee6-8fb4-ec9b7931b409" providerId="ADAL" clId="{43FC3250-EE2F-489E-970D-AD8C57589867}" dt="2025-07-31T03:22:20.269" v="5151" actId="478"/>
        <pc:sldMkLst>
          <pc:docMk/>
          <pc:sldMk cId="1748403446" sldId="607"/>
        </pc:sldMkLst>
        <pc:spChg chg="mod">
          <ac:chgData name="Deepika Vatsa" userId="f7100972-27fe-4ee6-8fb4-ec9b7931b409" providerId="ADAL" clId="{43FC3250-EE2F-489E-970D-AD8C57589867}" dt="2025-07-25T06:42:05.894" v="4034" actId="20577"/>
          <ac:spMkLst>
            <pc:docMk/>
            <pc:sldMk cId="1748403446" sldId="607"/>
            <ac:spMk id="5" creationId="{CC1083D5-B7AF-045F-7EAB-FD1411E3B290}"/>
          </ac:spMkLst>
        </pc:spChg>
        <pc:spChg chg="add del mod">
          <ac:chgData name="Deepika Vatsa" userId="f7100972-27fe-4ee6-8fb4-ec9b7931b409" providerId="ADAL" clId="{43FC3250-EE2F-489E-970D-AD8C57589867}" dt="2025-07-25T06:34:02.491" v="3909" actId="478"/>
          <ac:spMkLst>
            <pc:docMk/>
            <pc:sldMk cId="1748403446" sldId="607"/>
            <ac:spMk id="10" creationId="{3FAE005D-3CFC-EEAA-ED2D-EF813024F8F8}"/>
          </ac:spMkLst>
        </pc:spChg>
        <pc:spChg chg="add del">
          <ac:chgData name="Deepika Vatsa" userId="f7100972-27fe-4ee6-8fb4-ec9b7931b409" providerId="ADAL" clId="{43FC3250-EE2F-489E-970D-AD8C57589867}" dt="2025-07-25T06:33:30.051" v="3874"/>
          <ac:spMkLst>
            <pc:docMk/>
            <pc:sldMk cId="1748403446" sldId="607"/>
            <ac:spMk id="11" creationId="{654270B0-BB9E-6673-8A23-2D85A649ACB1}"/>
          </ac:spMkLst>
        </pc:spChg>
        <pc:spChg chg="add del mod">
          <ac:chgData name="Deepika Vatsa" userId="f7100972-27fe-4ee6-8fb4-ec9b7931b409" providerId="ADAL" clId="{43FC3250-EE2F-489E-970D-AD8C57589867}" dt="2025-07-25T06:33:27.820" v="3872"/>
          <ac:spMkLst>
            <pc:docMk/>
            <pc:sldMk cId="1748403446" sldId="607"/>
            <ac:spMk id="12" creationId="{CE854B7F-AD17-A879-172B-CDFB83F08EF0}"/>
          </ac:spMkLst>
        </pc:spChg>
        <pc:spChg chg="add mod">
          <ac:chgData name="Deepika Vatsa" userId="f7100972-27fe-4ee6-8fb4-ec9b7931b409" providerId="ADAL" clId="{43FC3250-EE2F-489E-970D-AD8C57589867}" dt="2025-07-25T06:42:18.768" v="4035" actId="1076"/>
          <ac:spMkLst>
            <pc:docMk/>
            <pc:sldMk cId="1748403446" sldId="607"/>
            <ac:spMk id="13" creationId="{70986103-B215-563E-7363-18E61472D0F6}"/>
          </ac:spMkLst>
        </pc:spChg>
        <pc:picChg chg="add del mod">
          <ac:chgData name="Deepika Vatsa" userId="f7100972-27fe-4ee6-8fb4-ec9b7931b409" providerId="ADAL" clId="{43FC3250-EE2F-489E-970D-AD8C57589867}" dt="2025-07-24T11:47:07.172" v="3598" actId="478"/>
          <ac:picMkLst>
            <pc:docMk/>
            <pc:sldMk cId="1748403446" sldId="607"/>
            <ac:picMk id="6" creationId="{A13E8D7B-4A52-0721-BC59-29B338739EB1}"/>
          </ac:picMkLst>
        </pc:picChg>
        <pc:picChg chg="del">
          <ac:chgData name="Deepika Vatsa" userId="f7100972-27fe-4ee6-8fb4-ec9b7931b409" providerId="ADAL" clId="{43FC3250-EE2F-489E-970D-AD8C57589867}" dt="2025-07-24T11:42:49.039" v="3485" actId="478"/>
          <ac:picMkLst>
            <pc:docMk/>
            <pc:sldMk cId="1748403446" sldId="607"/>
            <ac:picMk id="7" creationId="{BB5D4909-C339-2D76-23A3-98B71B053D48}"/>
          </ac:picMkLst>
        </pc:picChg>
        <pc:picChg chg="add mod">
          <ac:chgData name="Deepika Vatsa" userId="f7100972-27fe-4ee6-8fb4-ec9b7931b409" providerId="ADAL" clId="{43FC3250-EE2F-489E-970D-AD8C57589867}" dt="2025-07-25T06:43:04.276" v="4072" actId="14100"/>
          <ac:picMkLst>
            <pc:docMk/>
            <pc:sldMk cId="1748403446" sldId="607"/>
            <ac:picMk id="9" creationId="{32F6E1FF-15F1-A1E0-E331-2C1F8A441D0A}"/>
          </ac:picMkLst>
        </pc:picChg>
        <pc:inkChg chg="add del">
          <ac:chgData name="Deepika Vatsa" userId="f7100972-27fe-4ee6-8fb4-ec9b7931b409" providerId="ADAL" clId="{43FC3250-EE2F-489E-970D-AD8C57589867}" dt="2025-07-31T03:22:20.269" v="5151" actId="478"/>
          <ac:inkMkLst>
            <pc:docMk/>
            <pc:sldMk cId="1748403446" sldId="607"/>
            <ac:inkMk id="4" creationId="{6D2DAF5D-2AD8-9F3A-AD48-2DA240DA9DB6}"/>
          </ac:inkMkLst>
        </pc:inkChg>
      </pc:sldChg>
      <pc:sldChg chg="del">
        <pc:chgData name="Deepika Vatsa" userId="f7100972-27fe-4ee6-8fb4-ec9b7931b409" providerId="ADAL" clId="{43FC3250-EE2F-489E-970D-AD8C57589867}" dt="2025-07-23T11:05:11.946" v="73" actId="47"/>
        <pc:sldMkLst>
          <pc:docMk/>
          <pc:sldMk cId="3928892522" sldId="607"/>
        </pc:sldMkLst>
      </pc:sldChg>
      <pc:sldChg chg="addSp delSp modSp add mod">
        <pc:chgData name="Deepika Vatsa" userId="f7100972-27fe-4ee6-8fb4-ec9b7931b409" providerId="ADAL" clId="{43FC3250-EE2F-489E-970D-AD8C57589867}" dt="2025-07-31T04:12:32.264" v="5154" actId="478"/>
        <pc:sldMkLst>
          <pc:docMk/>
          <pc:sldMk cId="875425397" sldId="608"/>
        </pc:sldMkLst>
        <pc:spChg chg="mod">
          <ac:chgData name="Deepika Vatsa" userId="f7100972-27fe-4ee6-8fb4-ec9b7931b409" providerId="ADAL" clId="{43FC3250-EE2F-489E-970D-AD8C57589867}" dt="2025-07-24T11:46:24.653" v="3538" actId="20577"/>
          <ac:spMkLst>
            <pc:docMk/>
            <pc:sldMk cId="875425397" sldId="608"/>
            <ac:spMk id="2" creationId="{00000000-0000-0000-0000-000000000000}"/>
          </ac:spMkLst>
        </pc:spChg>
        <pc:spChg chg="mod">
          <ac:chgData name="Deepika Vatsa" userId="f7100972-27fe-4ee6-8fb4-ec9b7931b409" providerId="ADAL" clId="{43FC3250-EE2F-489E-970D-AD8C57589867}" dt="2025-07-24T11:46:33.897" v="3541" actId="1076"/>
          <ac:spMkLst>
            <pc:docMk/>
            <pc:sldMk cId="875425397" sldId="608"/>
            <ac:spMk id="5" creationId="{CC1083D5-B7AF-045F-7EAB-FD1411E3B290}"/>
          </ac:spMkLst>
        </pc:spChg>
        <pc:picChg chg="del">
          <ac:chgData name="Deepika Vatsa" userId="f7100972-27fe-4ee6-8fb4-ec9b7931b409" providerId="ADAL" clId="{43FC3250-EE2F-489E-970D-AD8C57589867}" dt="2025-07-24T11:46:28.740" v="3540" actId="478"/>
          <ac:picMkLst>
            <pc:docMk/>
            <pc:sldMk cId="875425397" sldId="608"/>
            <ac:picMk id="6" creationId="{A13E8D7B-4A52-0721-BC59-29B338739EB1}"/>
          </ac:picMkLst>
        </pc:picChg>
        <pc:inkChg chg="add del">
          <ac:chgData name="Deepika Vatsa" userId="f7100972-27fe-4ee6-8fb4-ec9b7931b409" providerId="ADAL" clId="{43FC3250-EE2F-489E-970D-AD8C57589867}" dt="2025-07-31T04:12:32.264" v="5154" actId="478"/>
          <ac:inkMkLst>
            <pc:docMk/>
            <pc:sldMk cId="875425397" sldId="608"/>
            <ac:inkMk id="4" creationId="{A403426F-F021-3620-E64C-72BB553D3F80}"/>
          </ac:inkMkLst>
        </pc:inkChg>
      </pc:sldChg>
      <pc:sldChg chg="del">
        <pc:chgData name="Deepika Vatsa" userId="f7100972-27fe-4ee6-8fb4-ec9b7931b409" providerId="ADAL" clId="{43FC3250-EE2F-489E-970D-AD8C57589867}" dt="2025-07-23T11:05:11.946" v="73" actId="47"/>
        <pc:sldMkLst>
          <pc:docMk/>
          <pc:sldMk cId="2914318388" sldId="608"/>
        </pc:sldMkLst>
      </pc:sldChg>
      <pc:sldChg chg="del">
        <pc:chgData name="Deepika Vatsa" userId="f7100972-27fe-4ee6-8fb4-ec9b7931b409" providerId="ADAL" clId="{43FC3250-EE2F-489E-970D-AD8C57589867}" dt="2025-07-23T11:05:11.946" v="73" actId="47"/>
        <pc:sldMkLst>
          <pc:docMk/>
          <pc:sldMk cId="726719763" sldId="609"/>
        </pc:sldMkLst>
      </pc:sldChg>
      <pc:sldChg chg="addSp delSp modSp add mod">
        <pc:chgData name="Deepika Vatsa" userId="f7100972-27fe-4ee6-8fb4-ec9b7931b409" providerId="ADAL" clId="{43FC3250-EE2F-489E-970D-AD8C57589867}" dt="2025-07-31T03:22:31.345" v="5153" actId="478"/>
        <pc:sldMkLst>
          <pc:docMk/>
          <pc:sldMk cId="2661033047" sldId="609"/>
        </pc:sldMkLst>
        <pc:spChg chg="mod">
          <ac:chgData name="Deepika Vatsa" userId="f7100972-27fe-4ee6-8fb4-ec9b7931b409" providerId="ADAL" clId="{43FC3250-EE2F-489E-970D-AD8C57589867}" dt="2025-07-25T06:43:18.452" v="4073" actId="20577"/>
          <ac:spMkLst>
            <pc:docMk/>
            <pc:sldMk cId="2661033047" sldId="609"/>
            <ac:spMk id="5" creationId="{CC1083D5-B7AF-045F-7EAB-FD1411E3B290}"/>
          </ac:spMkLst>
        </pc:spChg>
        <pc:picChg chg="mod">
          <ac:chgData name="Deepika Vatsa" userId="f7100972-27fe-4ee6-8fb4-ec9b7931b409" providerId="ADAL" clId="{43FC3250-EE2F-489E-970D-AD8C57589867}" dt="2025-07-25T06:43:23.529" v="4075" actId="14100"/>
          <ac:picMkLst>
            <pc:docMk/>
            <pc:sldMk cId="2661033047" sldId="609"/>
            <ac:picMk id="6" creationId="{A13E8D7B-4A52-0721-BC59-29B338739EB1}"/>
          </ac:picMkLst>
        </pc:picChg>
        <pc:inkChg chg="add del">
          <ac:chgData name="Deepika Vatsa" userId="f7100972-27fe-4ee6-8fb4-ec9b7931b409" providerId="ADAL" clId="{43FC3250-EE2F-489E-970D-AD8C57589867}" dt="2025-07-31T03:22:31.345" v="5153" actId="478"/>
          <ac:inkMkLst>
            <pc:docMk/>
            <pc:sldMk cId="2661033047" sldId="609"/>
            <ac:inkMk id="4" creationId="{62AE56D4-FC9A-0AEB-43A7-FAE9356B9CDA}"/>
          </ac:inkMkLst>
        </pc:inkChg>
      </pc:sldChg>
      <pc:sldChg chg="addSp delSp modSp add mod">
        <pc:chgData name="Deepika Vatsa" userId="f7100972-27fe-4ee6-8fb4-ec9b7931b409" providerId="ADAL" clId="{43FC3250-EE2F-489E-970D-AD8C57589867}" dt="2025-07-31T04:12:42.796" v="5158" actId="478"/>
        <pc:sldMkLst>
          <pc:docMk/>
          <pc:sldMk cId="1244221787" sldId="610"/>
        </pc:sldMkLst>
        <pc:spChg chg="mod">
          <ac:chgData name="Deepika Vatsa" userId="f7100972-27fe-4ee6-8fb4-ec9b7931b409" providerId="ADAL" clId="{43FC3250-EE2F-489E-970D-AD8C57589867}" dt="2025-07-29T09:26:29.034" v="4318" actId="20577"/>
          <ac:spMkLst>
            <pc:docMk/>
            <pc:sldMk cId="1244221787" sldId="610"/>
            <ac:spMk id="2" creationId="{00000000-0000-0000-0000-000000000000}"/>
          </ac:spMkLst>
        </pc:spChg>
        <pc:spChg chg="add mod">
          <ac:chgData name="Deepika Vatsa" userId="f7100972-27fe-4ee6-8fb4-ec9b7931b409" providerId="ADAL" clId="{43FC3250-EE2F-489E-970D-AD8C57589867}" dt="2025-07-29T09:36:07.618" v="4601" actId="403"/>
          <ac:spMkLst>
            <pc:docMk/>
            <pc:sldMk cId="1244221787" sldId="610"/>
            <ac:spMk id="5" creationId="{1310D0E2-75BF-6154-37D8-B2D38B76B72D}"/>
          </ac:spMkLst>
        </pc:spChg>
        <pc:spChg chg="add mod">
          <ac:chgData name="Deepika Vatsa" userId="f7100972-27fe-4ee6-8fb4-ec9b7931b409" providerId="ADAL" clId="{43FC3250-EE2F-489E-970D-AD8C57589867}" dt="2025-07-29T09:36:25.546" v="4604" actId="1076"/>
          <ac:spMkLst>
            <pc:docMk/>
            <pc:sldMk cId="1244221787" sldId="610"/>
            <ac:spMk id="10" creationId="{9B627254-09D3-20DB-9C07-F8310D90C8F0}"/>
          </ac:spMkLst>
        </pc:spChg>
        <pc:spChg chg="del mod">
          <ac:chgData name="Deepika Vatsa" userId="f7100972-27fe-4ee6-8fb4-ec9b7931b409" providerId="ADAL" clId="{43FC3250-EE2F-489E-970D-AD8C57589867}" dt="2025-07-29T09:27:42.845" v="4340"/>
          <ac:spMkLst>
            <pc:docMk/>
            <pc:sldMk cId="1244221787" sldId="610"/>
            <ac:spMk id="11" creationId="{06381CCD-359B-D8A2-1997-A5B56A02FD41}"/>
          </ac:spMkLst>
        </pc:spChg>
        <pc:graphicFrameChg chg="add mod modGraphic">
          <ac:chgData name="Deepika Vatsa" userId="f7100972-27fe-4ee6-8fb4-ec9b7931b409" providerId="ADAL" clId="{43FC3250-EE2F-489E-970D-AD8C57589867}" dt="2025-07-29T09:36:02.277" v="4600" actId="403"/>
          <ac:graphicFrameMkLst>
            <pc:docMk/>
            <pc:sldMk cId="1244221787" sldId="610"/>
            <ac:graphicFrameMk id="4" creationId="{9A61CFB2-8DA7-5321-4636-0B27883190EC}"/>
          </ac:graphicFrameMkLst>
        </pc:graphicFrameChg>
        <pc:picChg chg="add mod">
          <ac:chgData name="Deepika Vatsa" userId="f7100972-27fe-4ee6-8fb4-ec9b7931b409" providerId="ADAL" clId="{43FC3250-EE2F-489E-970D-AD8C57589867}" dt="2025-07-29T09:36:17.650" v="4602" actId="1076"/>
          <ac:picMkLst>
            <pc:docMk/>
            <pc:sldMk cId="1244221787" sldId="610"/>
            <ac:picMk id="7" creationId="{EB1BC7D7-2A8B-FDFE-19D5-5060E82A5057}"/>
          </ac:picMkLst>
        </pc:picChg>
        <pc:picChg chg="add mod">
          <ac:chgData name="Deepika Vatsa" userId="f7100972-27fe-4ee6-8fb4-ec9b7931b409" providerId="ADAL" clId="{43FC3250-EE2F-489E-970D-AD8C57589867}" dt="2025-07-29T09:31:32.976" v="4489" actId="1076"/>
          <ac:picMkLst>
            <pc:docMk/>
            <pc:sldMk cId="1244221787" sldId="610"/>
            <ac:picMk id="9" creationId="{2225503A-7575-0D3B-5B98-909C48A2EA7C}"/>
          </ac:picMkLst>
        </pc:picChg>
        <pc:inkChg chg="add del">
          <ac:chgData name="Deepika Vatsa" userId="f7100972-27fe-4ee6-8fb4-ec9b7931b409" providerId="ADAL" clId="{43FC3250-EE2F-489E-970D-AD8C57589867}" dt="2025-07-31T04:12:42.796" v="5158" actId="478"/>
          <ac:inkMkLst>
            <pc:docMk/>
            <pc:sldMk cId="1244221787" sldId="610"/>
            <ac:inkMk id="6" creationId="{17296517-C49C-BE35-E114-9B88F69E82AE}"/>
          </ac:inkMkLst>
        </pc:inkChg>
      </pc:sldChg>
      <pc:sldChg chg="del">
        <pc:chgData name="Deepika Vatsa" userId="f7100972-27fe-4ee6-8fb4-ec9b7931b409" providerId="ADAL" clId="{43FC3250-EE2F-489E-970D-AD8C57589867}" dt="2025-07-23T11:05:11.946" v="73" actId="47"/>
        <pc:sldMkLst>
          <pc:docMk/>
          <pc:sldMk cId="3648386067" sldId="610"/>
        </pc:sldMkLst>
      </pc:sldChg>
      <pc:sldChg chg="del">
        <pc:chgData name="Deepika Vatsa" userId="f7100972-27fe-4ee6-8fb4-ec9b7931b409" providerId="ADAL" clId="{43FC3250-EE2F-489E-970D-AD8C57589867}" dt="2025-07-23T11:05:11.946" v="73" actId="47"/>
        <pc:sldMkLst>
          <pc:docMk/>
          <pc:sldMk cId="1440736019" sldId="611"/>
        </pc:sldMkLst>
      </pc:sldChg>
      <pc:sldChg chg="addSp delSp modSp add mod">
        <pc:chgData name="Deepika Vatsa" userId="f7100972-27fe-4ee6-8fb4-ec9b7931b409" providerId="ADAL" clId="{43FC3250-EE2F-489E-970D-AD8C57589867}" dt="2025-07-31T04:12:45.263" v="5159" actId="478"/>
        <pc:sldMkLst>
          <pc:docMk/>
          <pc:sldMk cId="2742127447" sldId="611"/>
        </pc:sldMkLst>
        <pc:spChg chg="del">
          <ac:chgData name="Deepika Vatsa" userId="f7100972-27fe-4ee6-8fb4-ec9b7931b409" providerId="ADAL" clId="{43FC3250-EE2F-489E-970D-AD8C57589867}" dt="2025-07-29T09:32:25.211" v="4503" actId="478"/>
          <ac:spMkLst>
            <pc:docMk/>
            <pc:sldMk cId="2742127447" sldId="611"/>
            <ac:spMk id="5" creationId="{1310D0E2-75BF-6154-37D8-B2D38B76B72D}"/>
          </ac:spMkLst>
        </pc:spChg>
        <pc:spChg chg="del">
          <ac:chgData name="Deepika Vatsa" userId="f7100972-27fe-4ee6-8fb4-ec9b7931b409" providerId="ADAL" clId="{43FC3250-EE2F-489E-970D-AD8C57589867}" dt="2025-07-29T09:34:11.259" v="4534" actId="478"/>
          <ac:spMkLst>
            <pc:docMk/>
            <pc:sldMk cId="2742127447" sldId="611"/>
            <ac:spMk id="10" creationId="{9B627254-09D3-20DB-9C07-F8310D90C8F0}"/>
          </ac:spMkLst>
        </pc:spChg>
        <pc:spChg chg="add mod">
          <ac:chgData name="Deepika Vatsa" userId="f7100972-27fe-4ee6-8fb4-ec9b7931b409" providerId="ADAL" clId="{43FC3250-EE2F-489E-970D-AD8C57589867}" dt="2025-07-29T09:35:34.289" v="4592" actId="1076"/>
          <ac:spMkLst>
            <pc:docMk/>
            <pc:sldMk cId="2742127447" sldId="611"/>
            <ac:spMk id="13" creationId="{23851624-7BA7-D9E9-9B51-6B881D7FA9DF}"/>
          </ac:spMkLst>
        </pc:spChg>
        <pc:spChg chg="add mod">
          <ac:chgData name="Deepika Vatsa" userId="f7100972-27fe-4ee6-8fb4-ec9b7931b409" providerId="ADAL" clId="{43FC3250-EE2F-489E-970D-AD8C57589867}" dt="2025-07-29T09:37:49.194" v="4654" actId="207"/>
          <ac:spMkLst>
            <pc:docMk/>
            <pc:sldMk cId="2742127447" sldId="611"/>
            <ac:spMk id="14" creationId="{43B25EF5-3577-32AA-6B1A-D68FD42FC287}"/>
          </ac:spMkLst>
        </pc:spChg>
        <pc:spChg chg="add ord">
          <ac:chgData name="Deepika Vatsa" userId="f7100972-27fe-4ee6-8fb4-ec9b7931b409" providerId="ADAL" clId="{43FC3250-EE2F-489E-970D-AD8C57589867}" dt="2025-07-29T09:37:36.859" v="4653" actId="167"/>
          <ac:spMkLst>
            <pc:docMk/>
            <pc:sldMk cId="2742127447" sldId="611"/>
            <ac:spMk id="15" creationId="{2CE8AD81-DD82-EE2A-E8D7-0BB3644121DD}"/>
          </ac:spMkLst>
        </pc:spChg>
        <pc:spChg chg="add mod">
          <ac:chgData name="Deepika Vatsa" userId="f7100972-27fe-4ee6-8fb4-ec9b7931b409" providerId="ADAL" clId="{43FC3250-EE2F-489E-970D-AD8C57589867}" dt="2025-07-29T09:41:36.752" v="4730" actId="1035"/>
          <ac:spMkLst>
            <pc:docMk/>
            <pc:sldMk cId="2742127447" sldId="611"/>
            <ac:spMk id="17" creationId="{6655A525-0B6E-1B3B-7EA3-03ED36A9FA6E}"/>
          </ac:spMkLst>
        </pc:spChg>
        <pc:graphicFrameChg chg="mod modGraphic">
          <ac:chgData name="Deepika Vatsa" userId="f7100972-27fe-4ee6-8fb4-ec9b7931b409" providerId="ADAL" clId="{43FC3250-EE2F-489E-970D-AD8C57589867}" dt="2025-07-29T09:41:45.078" v="4734" actId="20577"/>
          <ac:graphicFrameMkLst>
            <pc:docMk/>
            <pc:sldMk cId="2742127447" sldId="611"/>
            <ac:graphicFrameMk id="4" creationId="{9A61CFB2-8DA7-5321-4636-0B27883190EC}"/>
          </ac:graphicFrameMkLst>
        </pc:graphicFrameChg>
        <pc:picChg chg="del mod">
          <ac:chgData name="Deepika Vatsa" userId="f7100972-27fe-4ee6-8fb4-ec9b7931b409" providerId="ADAL" clId="{43FC3250-EE2F-489E-970D-AD8C57589867}" dt="2025-07-29T09:34:31.428" v="4536" actId="478"/>
          <ac:picMkLst>
            <pc:docMk/>
            <pc:sldMk cId="2742127447" sldId="611"/>
            <ac:picMk id="7" creationId="{EB1BC7D7-2A8B-FDFE-19D5-5060E82A5057}"/>
          </ac:picMkLst>
        </pc:picChg>
        <pc:picChg chg="add mod">
          <ac:chgData name="Deepika Vatsa" userId="f7100972-27fe-4ee6-8fb4-ec9b7931b409" providerId="ADAL" clId="{43FC3250-EE2F-489E-970D-AD8C57589867}" dt="2025-07-29T09:36:40.742" v="4605" actId="1076"/>
          <ac:picMkLst>
            <pc:docMk/>
            <pc:sldMk cId="2742127447" sldId="611"/>
            <ac:picMk id="8" creationId="{FA071716-76D5-8A2B-8EE9-A42CAE268218}"/>
          </ac:picMkLst>
        </pc:picChg>
        <pc:picChg chg="del">
          <ac:chgData name="Deepika Vatsa" userId="f7100972-27fe-4ee6-8fb4-ec9b7931b409" providerId="ADAL" clId="{43FC3250-EE2F-489E-970D-AD8C57589867}" dt="2025-07-29T09:34:50.527" v="4541" actId="478"/>
          <ac:picMkLst>
            <pc:docMk/>
            <pc:sldMk cId="2742127447" sldId="611"/>
            <ac:picMk id="9" creationId="{2225503A-7575-0D3B-5B98-909C48A2EA7C}"/>
          </ac:picMkLst>
        </pc:picChg>
        <pc:picChg chg="add mod">
          <ac:chgData name="Deepika Vatsa" userId="f7100972-27fe-4ee6-8fb4-ec9b7931b409" providerId="ADAL" clId="{43FC3250-EE2F-489E-970D-AD8C57589867}" dt="2025-07-29T09:36:44.087" v="4606" actId="1076"/>
          <ac:picMkLst>
            <pc:docMk/>
            <pc:sldMk cId="2742127447" sldId="611"/>
            <ac:picMk id="12" creationId="{9671BB86-45FA-B811-5C54-C67DFC998E03}"/>
          </ac:picMkLst>
        </pc:picChg>
        <pc:inkChg chg="add del">
          <ac:chgData name="Deepika Vatsa" userId="f7100972-27fe-4ee6-8fb4-ec9b7931b409" providerId="ADAL" clId="{43FC3250-EE2F-489E-970D-AD8C57589867}" dt="2025-07-31T04:12:45.263" v="5159" actId="478"/>
          <ac:inkMkLst>
            <pc:docMk/>
            <pc:sldMk cId="2742127447" sldId="611"/>
            <ac:inkMk id="5" creationId="{E08C7AAA-E092-49E6-4948-4A81A952906A}"/>
          </ac:inkMkLst>
        </pc:inkChg>
      </pc:sldChg>
      <pc:sldChg chg="del">
        <pc:chgData name="Deepika Vatsa" userId="f7100972-27fe-4ee6-8fb4-ec9b7931b409" providerId="ADAL" clId="{43FC3250-EE2F-489E-970D-AD8C57589867}" dt="2025-07-23T11:05:11.946" v="73" actId="47"/>
        <pc:sldMkLst>
          <pc:docMk/>
          <pc:sldMk cId="1106724558" sldId="612"/>
        </pc:sldMkLst>
      </pc:sldChg>
      <pc:sldChg chg="addSp delSp modSp add mod ord">
        <pc:chgData name="Deepika Vatsa" userId="f7100972-27fe-4ee6-8fb4-ec9b7931b409" providerId="ADAL" clId="{43FC3250-EE2F-489E-970D-AD8C57589867}" dt="2025-07-31T04:12:47.743" v="5160" actId="478"/>
        <pc:sldMkLst>
          <pc:docMk/>
          <pc:sldMk cId="4043674681" sldId="612"/>
        </pc:sldMkLst>
        <pc:spChg chg="mod">
          <ac:chgData name="Deepika Vatsa" userId="f7100972-27fe-4ee6-8fb4-ec9b7931b409" providerId="ADAL" clId="{43FC3250-EE2F-489E-970D-AD8C57589867}" dt="2025-07-29T09:38:28.921" v="4685" actId="20577"/>
          <ac:spMkLst>
            <pc:docMk/>
            <pc:sldMk cId="4043674681" sldId="612"/>
            <ac:spMk id="2" creationId="{00000000-0000-0000-0000-000000000000}"/>
          </ac:spMkLst>
        </pc:spChg>
        <pc:spChg chg="mod">
          <ac:chgData name="Deepika Vatsa" userId="f7100972-27fe-4ee6-8fb4-ec9b7931b409" providerId="ADAL" clId="{43FC3250-EE2F-489E-970D-AD8C57589867}" dt="2025-07-29T09:39:44.773" v="4710" actId="33524"/>
          <ac:spMkLst>
            <pc:docMk/>
            <pc:sldMk cId="4043674681" sldId="612"/>
            <ac:spMk id="11" creationId="{06381CCD-359B-D8A2-1997-A5B56A02FD41}"/>
          </ac:spMkLst>
        </pc:spChg>
        <pc:picChg chg="add mod">
          <ac:chgData name="Deepika Vatsa" userId="f7100972-27fe-4ee6-8fb4-ec9b7931b409" providerId="ADAL" clId="{43FC3250-EE2F-489E-970D-AD8C57589867}" dt="2025-07-29T09:39:19.646" v="4703" actId="14100"/>
          <ac:picMkLst>
            <pc:docMk/>
            <pc:sldMk cId="4043674681" sldId="612"/>
            <ac:picMk id="5" creationId="{AD39B31F-221A-4EE5-E9C0-CA98D418592E}"/>
          </ac:picMkLst>
        </pc:picChg>
        <pc:inkChg chg="add del">
          <ac:chgData name="Deepika Vatsa" userId="f7100972-27fe-4ee6-8fb4-ec9b7931b409" providerId="ADAL" clId="{43FC3250-EE2F-489E-970D-AD8C57589867}" dt="2025-07-31T04:12:47.743" v="5160" actId="478"/>
          <ac:inkMkLst>
            <pc:docMk/>
            <pc:sldMk cId="4043674681" sldId="612"/>
            <ac:inkMk id="4" creationId="{A8043A15-5AAE-0CE7-99FB-3682E96C3B02}"/>
          </ac:inkMkLst>
        </pc:inkChg>
      </pc:sldChg>
      <pc:sldChg chg="addSp delSp modSp add mod">
        <pc:chgData name="Deepika Vatsa" userId="f7100972-27fe-4ee6-8fb4-ec9b7931b409" providerId="ADAL" clId="{43FC3250-EE2F-489E-970D-AD8C57589867}" dt="2025-07-31T04:12:37.373" v="5156" actId="478"/>
        <pc:sldMkLst>
          <pc:docMk/>
          <pc:sldMk cId="1338937673" sldId="613"/>
        </pc:sldMkLst>
        <pc:spChg chg="mod">
          <ac:chgData name="Deepika Vatsa" userId="f7100972-27fe-4ee6-8fb4-ec9b7931b409" providerId="ADAL" clId="{43FC3250-EE2F-489E-970D-AD8C57589867}" dt="2025-07-29T10:27:18.134" v="4759" actId="20577"/>
          <ac:spMkLst>
            <pc:docMk/>
            <pc:sldMk cId="1338937673" sldId="613"/>
            <ac:spMk id="2" creationId="{00000000-0000-0000-0000-000000000000}"/>
          </ac:spMkLst>
        </pc:spChg>
        <pc:spChg chg="del">
          <ac:chgData name="Deepika Vatsa" userId="f7100972-27fe-4ee6-8fb4-ec9b7931b409" providerId="ADAL" clId="{43FC3250-EE2F-489E-970D-AD8C57589867}" dt="2025-07-29T10:27:04.458" v="4736" actId="478"/>
          <ac:spMkLst>
            <pc:docMk/>
            <pc:sldMk cId="1338937673" sldId="613"/>
            <ac:spMk id="11" creationId="{06381CCD-359B-D8A2-1997-A5B56A02FD41}"/>
          </ac:spMkLst>
        </pc:spChg>
        <pc:picChg chg="add mod">
          <ac:chgData name="Deepika Vatsa" userId="f7100972-27fe-4ee6-8fb4-ec9b7931b409" providerId="ADAL" clId="{43FC3250-EE2F-489E-970D-AD8C57589867}" dt="2025-07-29T10:27:12.530" v="4740" actId="1076"/>
          <ac:picMkLst>
            <pc:docMk/>
            <pc:sldMk cId="1338937673" sldId="613"/>
            <ac:picMk id="5" creationId="{509DEF52-9B59-357F-07A6-14702C7BE81D}"/>
          </ac:picMkLst>
        </pc:picChg>
        <pc:inkChg chg="add del">
          <ac:chgData name="Deepika Vatsa" userId="f7100972-27fe-4ee6-8fb4-ec9b7931b409" providerId="ADAL" clId="{43FC3250-EE2F-489E-970D-AD8C57589867}" dt="2025-07-31T04:12:37.373" v="5156" actId="478"/>
          <ac:inkMkLst>
            <pc:docMk/>
            <pc:sldMk cId="1338937673" sldId="613"/>
            <ac:inkMk id="4" creationId="{1066EE53-2164-F1CA-3C63-294ED66450CC}"/>
          </ac:inkMkLst>
        </pc:inkChg>
      </pc:sldChg>
      <pc:sldChg chg="addSp delSp modSp add mod">
        <pc:chgData name="Deepika Vatsa" userId="f7100972-27fe-4ee6-8fb4-ec9b7931b409" providerId="ADAL" clId="{43FC3250-EE2F-489E-970D-AD8C57589867}" dt="2025-07-31T04:12:40.251" v="5157" actId="478"/>
        <pc:sldMkLst>
          <pc:docMk/>
          <pc:sldMk cId="1180035275" sldId="614"/>
        </pc:sldMkLst>
        <pc:picChg chg="del">
          <ac:chgData name="Deepika Vatsa" userId="f7100972-27fe-4ee6-8fb4-ec9b7931b409" providerId="ADAL" clId="{43FC3250-EE2F-489E-970D-AD8C57589867}" dt="2025-07-29T10:27:41.297" v="4761" actId="478"/>
          <ac:picMkLst>
            <pc:docMk/>
            <pc:sldMk cId="1180035275" sldId="614"/>
            <ac:picMk id="5" creationId="{509DEF52-9B59-357F-07A6-14702C7BE81D}"/>
          </ac:picMkLst>
        </pc:picChg>
        <pc:picChg chg="add mod">
          <ac:chgData name="Deepika Vatsa" userId="f7100972-27fe-4ee6-8fb4-ec9b7931b409" providerId="ADAL" clId="{43FC3250-EE2F-489E-970D-AD8C57589867}" dt="2025-07-29T10:27:46.511" v="4764" actId="1076"/>
          <ac:picMkLst>
            <pc:docMk/>
            <pc:sldMk cId="1180035275" sldId="614"/>
            <ac:picMk id="6" creationId="{7241F030-7566-2C7C-08F8-43ECA3E40FF6}"/>
          </ac:picMkLst>
        </pc:picChg>
        <pc:inkChg chg="add del">
          <ac:chgData name="Deepika Vatsa" userId="f7100972-27fe-4ee6-8fb4-ec9b7931b409" providerId="ADAL" clId="{43FC3250-EE2F-489E-970D-AD8C57589867}" dt="2025-07-31T04:12:40.251" v="5157" actId="478"/>
          <ac:inkMkLst>
            <pc:docMk/>
            <pc:sldMk cId="1180035275" sldId="614"/>
            <ac:inkMk id="4" creationId="{BD21F7C1-37DA-B6FC-4346-1E7E5ABBB1B3}"/>
          </ac:inkMkLst>
        </pc:inkChg>
      </pc:sldChg>
    </pc:docChg>
  </pc:docChgLst>
  <pc:docChgLst>
    <pc:chgData name="Deepika Vatsa" userId="f7100972-27fe-4ee6-8fb4-ec9b7931b409" providerId="ADAL" clId="{FECAADD6-485A-4B66-AEA2-DF6E35DB16E2}"/>
    <pc:docChg chg="custSel addSld delSld modSld sldOrd">
      <pc:chgData name="Deepika Vatsa" userId="f7100972-27fe-4ee6-8fb4-ec9b7931b409" providerId="ADAL" clId="{FECAADD6-485A-4B66-AEA2-DF6E35DB16E2}" dt="2025-08-18T12:27:52.721" v="556" actId="20577"/>
      <pc:docMkLst>
        <pc:docMk/>
      </pc:docMkLst>
      <pc:sldChg chg="modSp mod">
        <pc:chgData name="Deepika Vatsa" userId="f7100972-27fe-4ee6-8fb4-ec9b7931b409" providerId="ADAL" clId="{FECAADD6-485A-4B66-AEA2-DF6E35DB16E2}" dt="2025-08-18T12:07:10.708" v="25" actId="20577"/>
        <pc:sldMkLst>
          <pc:docMk/>
          <pc:sldMk cId="0" sldId="395"/>
        </pc:sldMkLst>
        <pc:spChg chg="mod">
          <ac:chgData name="Deepika Vatsa" userId="f7100972-27fe-4ee6-8fb4-ec9b7931b409" providerId="ADAL" clId="{FECAADD6-485A-4B66-AEA2-DF6E35DB16E2}" dt="2025-08-18T12:07:10.708" v="25" actId="20577"/>
          <ac:spMkLst>
            <pc:docMk/>
            <pc:sldMk cId="0" sldId="395"/>
            <ac:spMk id="2" creationId="{00000000-0000-0000-0000-000000000000}"/>
          </ac:spMkLst>
        </pc:spChg>
      </pc:sldChg>
      <pc:sldChg chg="modSp mod">
        <pc:chgData name="Deepika Vatsa" userId="f7100972-27fe-4ee6-8fb4-ec9b7931b409" providerId="ADAL" clId="{FECAADD6-485A-4B66-AEA2-DF6E35DB16E2}" dt="2025-08-18T12:27:52.721" v="556" actId="20577"/>
        <pc:sldMkLst>
          <pc:docMk/>
          <pc:sldMk cId="3439049211" sldId="591"/>
        </pc:sldMkLst>
        <pc:spChg chg="mod">
          <ac:chgData name="Deepika Vatsa" userId="f7100972-27fe-4ee6-8fb4-ec9b7931b409" providerId="ADAL" clId="{FECAADD6-485A-4B66-AEA2-DF6E35DB16E2}" dt="2025-08-18T12:07:52.149" v="101" actId="20577"/>
          <ac:spMkLst>
            <pc:docMk/>
            <pc:sldMk cId="3439049211" sldId="591"/>
            <ac:spMk id="2" creationId="{00000000-0000-0000-0000-000000000000}"/>
          </ac:spMkLst>
        </pc:spChg>
        <pc:spChg chg="mod">
          <ac:chgData name="Deepika Vatsa" userId="f7100972-27fe-4ee6-8fb4-ec9b7931b409" providerId="ADAL" clId="{FECAADD6-485A-4B66-AEA2-DF6E35DB16E2}" dt="2025-08-18T12:27:52.721" v="556" actId="20577"/>
          <ac:spMkLst>
            <pc:docMk/>
            <pc:sldMk cId="3439049211" sldId="591"/>
            <ac:spMk id="11" creationId="{06381CCD-359B-D8A2-1997-A5B56A02FD41}"/>
          </ac:spMkLst>
        </pc:spChg>
      </pc:sldChg>
      <pc:sldChg chg="del">
        <pc:chgData name="Deepika Vatsa" userId="f7100972-27fe-4ee6-8fb4-ec9b7931b409" providerId="ADAL" clId="{FECAADD6-485A-4B66-AEA2-DF6E35DB16E2}" dt="2025-08-18T12:25:16.312" v="483" actId="47"/>
        <pc:sldMkLst>
          <pc:docMk/>
          <pc:sldMk cId="2432536662" sldId="592"/>
        </pc:sldMkLst>
      </pc:sldChg>
      <pc:sldChg chg="addSp delSp modSp mod">
        <pc:chgData name="Deepika Vatsa" userId="f7100972-27fe-4ee6-8fb4-ec9b7931b409" providerId="ADAL" clId="{FECAADD6-485A-4B66-AEA2-DF6E35DB16E2}" dt="2025-08-18T12:21:57.865" v="418" actId="14100"/>
        <pc:sldMkLst>
          <pc:docMk/>
          <pc:sldMk cId="3198423911" sldId="593"/>
        </pc:sldMkLst>
        <pc:spChg chg="mod">
          <ac:chgData name="Deepika Vatsa" userId="f7100972-27fe-4ee6-8fb4-ec9b7931b409" providerId="ADAL" clId="{FECAADD6-485A-4B66-AEA2-DF6E35DB16E2}" dt="2025-08-18T12:21:40.079" v="415" actId="20577"/>
          <ac:spMkLst>
            <pc:docMk/>
            <pc:sldMk cId="3198423911" sldId="593"/>
            <ac:spMk id="2" creationId="{00000000-0000-0000-0000-000000000000}"/>
          </ac:spMkLst>
        </pc:spChg>
        <pc:spChg chg="del">
          <ac:chgData name="Deepika Vatsa" userId="f7100972-27fe-4ee6-8fb4-ec9b7931b409" providerId="ADAL" clId="{FECAADD6-485A-4B66-AEA2-DF6E35DB16E2}" dt="2025-08-18T12:08:46.420" v="140" actId="478"/>
          <ac:spMkLst>
            <pc:docMk/>
            <pc:sldMk cId="3198423911" sldId="593"/>
            <ac:spMk id="11" creationId="{06381CCD-359B-D8A2-1997-A5B56A02FD41}"/>
          </ac:spMkLst>
        </pc:spChg>
        <pc:picChg chg="add del mod">
          <ac:chgData name="Deepika Vatsa" userId="f7100972-27fe-4ee6-8fb4-ec9b7931b409" providerId="ADAL" clId="{FECAADD6-485A-4B66-AEA2-DF6E35DB16E2}" dt="2025-08-18T12:09:17.408" v="144" actId="478"/>
          <ac:picMkLst>
            <pc:docMk/>
            <pc:sldMk cId="3198423911" sldId="593"/>
            <ac:picMk id="5" creationId="{0A24C55F-7A92-6287-5865-B01B27F658BA}"/>
          </ac:picMkLst>
        </pc:picChg>
        <pc:picChg chg="add del mod">
          <ac:chgData name="Deepika Vatsa" userId="f7100972-27fe-4ee6-8fb4-ec9b7931b409" providerId="ADAL" clId="{FECAADD6-485A-4B66-AEA2-DF6E35DB16E2}" dt="2025-08-18T12:20:44.843" v="380" actId="478"/>
          <ac:picMkLst>
            <pc:docMk/>
            <pc:sldMk cId="3198423911" sldId="593"/>
            <ac:picMk id="7" creationId="{31B87EC0-4ADE-A96C-B968-87A230E18EEA}"/>
          </ac:picMkLst>
        </pc:picChg>
        <pc:picChg chg="add mod">
          <ac:chgData name="Deepika Vatsa" userId="f7100972-27fe-4ee6-8fb4-ec9b7931b409" providerId="ADAL" clId="{FECAADD6-485A-4B66-AEA2-DF6E35DB16E2}" dt="2025-08-18T12:21:57.865" v="418" actId="14100"/>
          <ac:picMkLst>
            <pc:docMk/>
            <pc:sldMk cId="3198423911" sldId="593"/>
            <ac:picMk id="9" creationId="{D35FFCD6-253F-CEEB-E0FE-880344B9FA65}"/>
          </ac:picMkLst>
        </pc:picChg>
      </pc:sldChg>
      <pc:sldChg chg="addSp delSp modSp mod">
        <pc:chgData name="Deepika Vatsa" userId="f7100972-27fe-4ee6-8fb4-ec9b7931b409" providerId="ADAL" clId="{FECAADD6-485A-4B66-AEA2-DF6E35DB16E2}" dt="2025-08-18T12:18:33.216" v="347" actId="1076"/>
        <pc:sldMkLst>
          <pc:docMk/>
          <pc:sldMk cId="815781673" sldId="595"/>
        </pc:sldMkLst>
        <pc:spChg chg="mod">
          <ac:chgData name="Deepika Vatsa" userId="f7100972-27fe-4ee6-8fb4-ec9b7931b409" providerId="ADAL" clId="{FECAADD6-485A-4B66-AEA2-DF6E35DB16E2}" dt="2025-08-18T12:18:18.990" v="340" actId="20577"/>
          <ac:spMkLst>
            <pc:docMk/>
            <pc:sldMk cId="815781673" sldId="595"/>
            <ac:spMk id="2" creationId="{00000000-0000-0000-0000-000000000000}"/>
          </ac:spMkLst>
        </pc:spChg>
        <pc:spChg chg="del">
          <ac:chgData name="Deepika Vatsa" userId="f7100972-27fe-4ee6-8fb4-ec9b7931b409" providerId="ADAL" clId="{FECAADD6-485A-4B66-AEA2-DF6E35DB16E2}" dt="2025-08-18T12:18:27.905" v="344" actId="478"/>
          <ac:spMkLst>
            <pc:docMk/>
            <pc:sldMk cId="815781673" sldId="595"/>
            <ac:spMk id="7" creationId="{BCBAFA03-3862-AA92-2365-76BF8A47DE8D}"/>
          </ac:spMkLst>
        </pc:spChg>
        <pc:spChg chg="del">
          <ac:chgData name="Deepika Vatsa" userId="f7100972-27fe-4ee6-8fb4-ec9b7931b409" providerId="ADAL" clId="{FECAADD6-485A-4B66-AEA2-DF6E35DB16E2}" dt="2025-08-18T12:18:23.748" v="342" actId="478"/>
          <ac:spMkLst>
            <pc:docMk/>
            <pc:sldMk cId="815781673" sldId="595"/>
            <ac:spMk id="11" creationId="{06381CCD-359B-D8A2-1997-A5B56A02FD41}"/>
          </ac:spMkLst>
        </pc:spChg>
        <pc:picChg chg="add mod">
          <ac:chgData name="Deepika Vatsa" userId="f7100972-27fe-4ee6-8fb4-ec9b7931b409" providerId="ADAL" clId="{FECAADD6-485A-4B66-AEA2-DF6E35DB16E2}" dt="2025-08-18T12:18:33.216" v="347" actId="1076"/>
          <ac:picMkLst>
            <pc:docMk/>
            <pc:sldMk cId="815781673" sldId="595"/>
            <ac:picMk id="5" creationId="{CBB23C75-79E3-DF1C-D40A-D199F6F0FF07}"/>
          </ac:picMkLst>
        </pc:picChg>
        <pc:picChg chg="del">
          <ac:chgData name="Deepika Vatsa" userId="f7100972-27fe-4ee6-8fb4-ec9b7931b409" providerId="ADAL" clId="{FECAADD6-485A-4B66-AEA2-DF6E35DB16E2}" dt="2025-08-18T12:18:21.201" v="341" actId="478"/>
          <ac:picMkLst>
            <pc:docMk/>
            <pc:sldMk cId="815781673" sldId="595"/>
            <ac:picMk id="2050" creationId="{0B7501EB-9B8B-1F43-B280-F1F29C89922A}"/>
          </ac:picMkLst>
        </pc:picChg>
        <pc:inkChg chg="del">
          <ac:chgData name="Deepika Vatsa" userId="f7100972-27fe-4ee6-8fb4-ec9b7931b409" providerId="ADAL" clId="{FECAADD6-485A-4B66-AEA2-DF6E35DB16E2}" dt="2025-08-18T12:18:27.905" v="344" actId="478"/>
          <ac:inkMkLst>
            <pc:docMk/>
            <pc:sldMk cId="815781673" sldId="595"/>
            <ac:inkMk id="8" creationId="{EEACF910-633C-AE8B-0642-C71E5B84C041}"/>
          </ac:inkMkLst>
        </pc:inkChg>
        <pc:inkChg chg="del">
          <ac:chgData name="Deepika Vatsa" userId="f7100972-27fe-4ee6-8fb4-ec9b7931b409" providerId="ADAL" clId="{FECAADD6-485A-4B66-AEA2-DF6E35DB16E2}" dt="2025-08-18T12:18:27.905" v="344" actId="478"/>
          <ac:inkMkLst>
            <pc:docMk/>
            <pc:sldMk cId="815781673" sldId="595"/>
            <ac:inkMk id="9" creationId="{C39F76D6-5DCC-CD24-131E-897F8204AFE4}"/>
          </ac:inkMkLst>
        </pc:inkChg>
        <pc:inkChg chg="del">
          <ac:chgData name="Deepika Vatsa" userId="f7100972-27fe-4ee6-8fb4-ec9b7931b409" providerId="ADAL" clId="{FECAADD6-485A-4B66-AEA2-DF6E35DB16E2}" dt="2025-08-18T12:18:27.905" v="344" actId="478"/>
          <ac:inkMkLst>
            <pc:docMk/>
            <pc:sldMk cId="815781673" sldId="595"/>
            <ac:inkMk id="10" creationId="{2BFED832-E34E-9A8D-7B76-1D5566960974}"/>
          </ac:inkMkLst>
        </pc:inkChg>
        <pc:inkChg chg="del">
          <ac:chgData name="Deepika Vatsa" userId="f7100972-27fe-4ee6-8fb4-ec9b7931b409" providerId="ADAL" clId="{FECAADD6-485A-4B66-AEA2-DF6E35DB16E2}" dt="2025-08-18T12:18:25.586" v="343" actId="478"/>
          <ac:inkMkLst>
            <pc:docMk/>
            <pc:sldMk cId="815781673" sldId="595"/>
            <ac:inkMk id="12" creationId="{CD91F783-8135-9CCE-7DBA-385AF0289E46}"/>
          </ac:inkMkLst>
        </pc:inkChg>
        <pc:inkChg chg="del">
          <ac:chgData name="Deepika Vatsa" userId="f7100972-27fe-4ee6-8fb4-ec9b7931b409" providerId="ADAL" clId="{FECAADD6-485A-4B66-AEA2-DF6E35DB16E2}" dt="2025-08-18T12:18:27.905" v="344" actId="478"/>
          <ac:inkMkLst>
            <pc:docMk/>
            <pc:sldMk cId="815781673" sldId="595"/>
            <ac:inkMk id="13" creationId="{20D17564-0F72-D4C2-BF4A-7D9EDF592976}"/>
          </ac:inkMkLst>
        </pc:inkChg>
      </pc:sldChg>
      <pc:sldChg chg="del">
        <pc:chgData name="Deepika Vatsa" userId="f7100972-27fe-4ee6-8fb4-ec9b7931b409" providerId="ADAL" clId="{FECAADD6-485A-4B66-AEA2-DF6E35DB16E2}" dt="2025-08-18T12:25:16.312" v="483" actId="47"/>
        <pc:sldMkLst>
          <pc:docMk/>
          <pc:sldMk cId="2532030908" sldId="596"/>
        </pc:sldMkLst>
      </pc:sldChg>
      <pc:sldChg chg="del">
        <pc:chgData name="Deepika Vatsa" userId="f7100972-27fe-4ee6-8fb4-ec9b7931b409" providerId="ADAL" clId="{FECAADD6-485A-4B66-AEA2-DF6E35DB16E2}" dt="2025-08-18T12:25:16.312" v="483" actId="47"/>
        <pc:sldMkLst>
          <pc:docMk/>
          <pc:sldMk cId="3825282558" sldId="597"/>
        </pc:sldMkLst>
      </pc:sldChg>
      <pc:sldChg chg="del">
        <pc:chgData name="Deepika Vatsa" userId="f7100972-27fe-4ee6-8fb4-ec9b7931b409" providerId="ADAL" clId="{FECAADD6-485A-4B66-AEA2-DF6E35DB16E2}" dt="2025-08-18T12:25:16.312" v="483" actId="47"/>
        <pc:sldMkLst>
          <pc:docMk/>
          <pc:sldMk cId="1827776172" sldId="598"/>
        </pc:sldMkLst>
      </pc:sldChg>
      <pc:sldChg chg="del">
        <pc:chgData name="Deepika Vatsa" userId="f7100972-27fe-4ee6-8fb4-ec9b7931b409" providerId="ADAL" clId="{FECAADD6-485A-4B66-AEA2-DF6E35DB16E2}" dt="2025-08-18T12:25:16.312" v="483" actId="47"/>
        <pc:sldMkLst>
          <pc:docMk/>
          <pc:sldMk cId="3105522451" sldId="599"/>
        </pc:sldMkLst>
      </pc:sldChg>
      <pc:sldChg chg="del">
        <pc:chgData name="Deepika Vatsa" userId="f7100972-27fe-4ee6-8fb4-ec9b7931b409" providerId="ADAL" clId="{FECAADD6-485A-4B66-AEA2-DF6E35DB16E2}" dt="2025-08-18T12:25:16.312" v="483" actId="47"/>
        <pc:sldMkLst>
          <pc:docMk/>
          <pc:sldMk cId="1298333677" sldId="600"/>
        </pc:sldMkLst>
      </pc:sldChg>
      <pc:sldChg chg="del">
        <pc:chgData name="Deepika Vatsa" userId="f7100972-27fe-4ee6-8fb4-ec9b7931b409" providerId="ADAL" clId="{FECAADD6-485A-4B66-AEA2-DF6E35DB16E2}" dt="2025-08-18T12:25:16.312" v="483" actId="47"/>
        <pc:sldMkLst>
          <pc:docMk/>
          <pc:sldMk cId="2345028146" sldId="601"/>
        </pc:sldMkLst>
      </pc:sldChg>
      <pc:sldChg chg="del">
        <pc:chgData name="Deepika Vatsa" userId="f7100972-27fe-4ee6-8fb4-ec9b7931b409" providerId="ADAL" clId="{FECAADD6-485A-4B66-AEA2-DF6E35DB16E2}" dt="2025-08-18T12:25:16.312" v="483" actId="47"/>
        <pc:sldMkLst>
          <pc:docMk/>
          <pc:sldMk cId="886010047" sldId="602"/>
        </pc:sldMkLst>
      </pc:sldChg>
      <pc:sldChg chg="del">
        <pc:chgData name="Deepika Vatsa" userId="f7100972-27fe-4ee6-8fb4-ec9b7931b409" providerId="ADAL" clId="{FECAADD6-485A-4B66-AEA2-DF6E35DB16E2}" dt="2025-08-18T12:25:16.312" v="483" actId="47"/>
        <pc:sldMkLst>
          <pc:docMk/>
          <pc:sldMk cId="1900874624" sldId="603"/>
        </pc:sldMkLst>
      </pc:sldChg>
      <pc:sldChg chg="del">
        <pc:chgData name="Deepika Vatsa" userId="f7100972-27fe-4ee6-8fb4-ec9b7931b409" providerId="ADAL" clId="{FECAADD6-485A-4B66-AEA2-DF6E35DB16E2}" dt="2025-08-18T12:25:16.312" v="483" actId="47"/>
        <pc:sldMkLst>
          <pc:docMk/>
          <pc:sldMk cId="1874286721" sldId="604"/>
        </pc:sldMkLst>
      </pc:sldChg>
      <pc:sldChg chg="del">
        <pc:chgData name="Deepika Vatsa" userId="f7100972-27fe-4ee6-8fb4-ec9b7931b409" providerId="ADAL" clId="{FECAADD6-485A-4B66-AEA2-DF6E35DB16E2}" dt="2025-08-18T12:25:16.312" v="483" actId="47"/>
        <pc:sldMkLst>
          <pc:docMk/>
          <pc:sldMk cId="2436058904" sldId="605"/>
        </pc:sldMkLst>
      </pc:sldChg>
      <pc:sldChg chg="del">
        <pc:chgData name="Deepika Vatsa" userId="f7100972-27fe-4ee6-8fb4-ec9b7931b409" providerId="ADAL" clId="{FECAADD6-485A-4B66-AEA2-DF6E35DB16E2}" dt="2025-08-18T12:25:16.312" v="483" actId="47"/>
        <pc:sldMkLst>
          <pc:docMk/>
          <pc:sldMk cId="2038364896" sldId="606"/>
        </pc:sldMkLst>
      </pc:sldChg>
      <pc:sldChg chg="del">
        <pc:chgData name="Deepika Vatsa" userId="f7100972-27fe-4ee6-8fb4-ec9b7931b409" providerId="ADAL" clId="{FECAADD6-485A-4B66-AEA2-DF6E35DB16E2}" dt="2025-08-18T12:25:16.312" v="483" actId="47"/>
        <pc:sldMkLst>
          <pc:docMk/>
          <pc:sldMk cId="1748403446" sldId="607"/>
        </pc:sldMkLst>
      </pc:sldChg>
      <pc:sldChg chg="del">
        <pc:chgData name="Deepika Vatsa" userId="f7100972-27fe-4ee6-8fb4-ec9b7931b409" providerId="ADAL" clId="{FECAADD6-485A-4B66-AEA2-DF6E35DB16E2}" dt="2025-08-18T12:25:16.312" v="483" actId="47"/>
        <pc:sldMkLst>
          <pc:docMk/>
          <pc:sldMk cId="875425397" sldId="608"/>
        </pc:sldMkLst>
      </pc:sldChg>
      <pc:sldChg chg="del">
        <pc:chgData name="Deepika Vatsa" userId="f7100972-27fe-4ee6-8fb4-ec9b7931b409" providerId="ADAL" clId="{FECAADD6-485A-4B66-AEA2-DF6E35DB16E2}" dt="2025-08-18T12:25:16.312" v="483" actId="47"/>
        <pc:sldMkLst>
          <pc:docMk/>
          <pc:sldMk cId="2661033047" sldId="609"/>
        </pc:sldMkLst>
      </pc:sldChg>
      <pc:sldChg chg="del">
        <pc:chgData name="Deepika Vatsa" userId="f7100972-27fe-4ee6-8fb4-ec9b7931b409" providerId="ADAL" clId="{FECAADD6-485A-4B66-AEA2-DF6E35DB16E2}" dt="2025-08-18T12:25:16.312" v="483" actId="47"/>
        <pc:sldMkLst>
          <pc:docMk/>
          <pc:sldMk cId="1244221787" sldId="610"/>
        </pc:sldMkLst>
      </pc:sldChg>
      <pc:sldChg chg="del">
        <pc:chgData name="Deepika Vatsa" userId="f7100972-27fe-4ee6-8fb4-ec9b7931b409" providerId="ADAL" clId="{FECAADD6-485A-4B66-AEA2-DF6E35DB16E2}" dt="2025-08-18T12:25:16.312" v="483" actId="47"/>
        <pc:sldMkLst>
          <pc:docMk/>
          <pc:sldMk cId="2742127447" sldId="611"/>
        </pc:sldMkLst>
      </pc:sldChg>
      <pc:sldChg chg="del">
        <pc:chgData name="Deepika Vatsa" userId="f7100972-27fe-4ee6-8fb4-ec9b7931b409" providerId="ADAL" clId="{FECAADD6-485A-4B66-AEA2-DF6E35DB16E2}" dt="2025-08-18T12:25:16.312" v="483" actId="47"/>
        <pc:sldMkLst>
          <pc:docMk/>
          <pc:sldMk cId="4043674681" sldId="612"/>
        </pc:sldMkLst>
      </pc:sldChg>
      <pc:sldChg chg="del">
        <pc:chgData name="Deepika Vatsa" userId="f7100972-27fe-4ee6-8fb4-ec9b7931b409" providerId="ADAL" clId="{FECAADD6-485A-4B66-AEA2-DF6E35DB16E2}" dt="2025-08-18T12:25:16.312" v="483" actId="47"/>
        <pc:sldMkLst>
          <pc:docMk/>
          <pc:sldMk cId="1338937673" sldId="613"/>
        </pc:sldMkLst>
      </pc:sldChg>
      <pc:sldChg chg="del">
        <pc:chgData name="Deepika Vatsa" userId="f7100972-27fe-4ee6-8fb4-ec9b7931b409" providerId="ADAL" clId="{FECAADD6-485A-4B66-AEA2-DF6E35DB16E2}" dt="2025-08-18T12:25:16.312" v="483" actId="47"/>
        <pc:sldMkLst>
          <pc:docMk/>
          <pc:sldMk cId="1180035275" sldId="614"/>
        </pc:sldMkLst>
      </pc:sldChg>
      <pc:sldChg chg="addSp delSp modSp add mod">
        <pc:chgData name="Deepika Vatsa" userId="f7100972-27fe-4ee6-8fb4-ec9b7931b409" providerId="ADAL" clId="{FECAADD6-485A-4B66-AEA2-DF6E35DB16E2}" dt="2025-08-18T12:15:37.578" v="278" actId="1076"/>
        <pc:sldMkLst>
          <pc:docMk/>
          <pc:sldMk cId="3468002330" sldId="615"/>
        </pc:sldMkLst>
        <pc:spChg chg="mod">
          <ac:chgData name="Deepika Vatsa" userId="f7100972-27fe-4ee6-8fb4-ec9b7931b409" providerId="ADAL" clId="{FECAADD6-485A-4B66-AEA2-DF6E35DB16E2}" dt="2025-08-18T12:10:28.116" v="217" actId="20577"/>
          <ac:spMkLst>
            <pc:docMk/>
            <pc:sldMk cId="3468002330" sldId="615"/>
            <ac:spMk id="2" creationId="{00000000-0000-0000-0000-000000000000}"/>
          </ac:spMkLst>
        </pc:spChg>
        <pc:picChg chg="add mod modCrop">
          <ac:chgData name="Deepika Vatsa" userId="f7100972-27fe-4ee6-8fb4-ec9b7931b409" providerId="ADAL" clId="{FECAADD6-485A-4B66-AEA2-DF6E35DB16E2}" dt="2025-08-18T12:12:44.301" v="244" actId="1076"/>
          <ac:picMkLst>
            <pc:docMk/>
            <pc:sldMk cId="3468002330" sldId="615"/>
            <ac:picMk id="5" creationId="{2CC44FAA-E59D-50D6-3358-2471E4514BBB}"/>
          </ac:picMkLst>
        </pc:picChg>
        <pc:picChg chg="del">
          <ac:chgData name="Deepika Vatsa" userId="f7100972-27fe-4ee6-8fb4-ec9b7931b409" providerId="ADAL" clId="{FECAADD6-485A-4B66-AEA2-DF6E35DB16E2}" dt="2025-08-18T12:10:04.152" v="165" actId="478"/>
          <ac:picMkLst>
            <pc:docMk/>
            <pc:sldMk cId="3468002330" sldId="615"/>
            <ac:picMk id="7" creationId="{31B87EC0-4ADE-A96C-B968-87A230E18EEA}"/>
          </ac:picMkLst>
        </pc:picChg>
        <pc:picChg chg="add mod">
          <ac:chgData name="Deepika Vatsa" userId="f7100972-27fe-4ee6-8fb4-ec9b7931b409" providerId="ADAL" clId="{FECAADD6-485A-4B66-AEA2-DF6E35DB16E2}" dt="2025-08-18T12:12:52.958" v="246" actId="1076"/>
          <ac:picMkLst>
            <pc:docMk/>
            <pc:sldMk cId="3468002330" sldId="615"/>
            <ac:picMk id="8" creationId="{AC26D618-238D-B539-BF07-568502E06F15}"/>
          </ac:picMkLst>
        </pc:picChg>
        <pc:picChg chg="add mod">
          <ac:chgData name="Deepika Vatsa" userId="f7100972-27fe-4ee6-8fb4-ec9b7931b409" providerId="ADAL" clId="{FECAADD6-485A-4B66-AEA2-DF6E35DB16E2}" dt="2025-08-18T12:12:56.495" v="247" actId="1076"/>
          <ac:picMkLst>
            <pc:docMk/>
            <pc:sldMk cId="3468002330" sldId="615"/>
            <ac:picMk id="10" creationId="{51273CA3-0887-342D-F8FA-5EDE2B21A557}"/>
          </ac:picMkLst>
        </pc:picChg>
        <pc:picChg chg="add mod">
          <ac:chgData name="Deepika Vatsa" userId="f7100972-27fe-4ee6-8fb4-ec9b7931b409" providerId="ADAL" clId="{FECAADD6-485A-4B66-AEA2-DF6E35DB16E2}" dt="2025-08-18T12:13:13.361" v="251" actId="14100"/>
          <ac:picMkLst>
            <pc:docMk/>
            <pc:sldMk cId="3468002330" sldId="615"/>
            <ac:picMk id="12" creationId="{AEA0B93D-A73B-22B4-5A61-8B5DBA7A0C9E}"/>
          </ac:picMkLst>
        </pc:picChg>
        <pc:picChg chg="add mod">
          <ac:chgData name="Deepika Vatsa" userId="f7100972-27fe-4ee6-8fb4-ec9b7931b409" providerId="ADAL" clId="{FECAADD6-485A-4B66-AEA2-DF6E35DB16E2}" dt="2025-08-18T12:13:20.601" v="252" actId="14100"/>
          <ac:picMkLst>
            <pc:docMk/>
            <pc:sldMk cId="3468002330" sldId="615"/>
            <ac:picMk id="14" creationId="{19067CCF-8C03-819F-576B-A43A43E1791D}"/>
          </ac:picMkLst>
        </pc:picChg>
        <pc:picChg chg="add mod">
          <ac:chgData name="Deepika Vatsa" userId="f7100972-27fe-4ee6-8fb4-ec9b7931b409" providerId="ADAL" clId="{FECAADD6-485A-4B66-AEA2-DF6E35DB16E2}" dt="2025-08-18T12:13:28.539" v="259" actId="1037"/>
          <ac:picMkLst>
            <pc:docMk/>
            <pc:sldMk cId="3468002330" sldId="615"/>
            <ac:picMk id="16" creationId="{CC9484A8-7883-649E-C20B-8A897E7B6116}"/>
          </ac:picMkLst>
        </pc:picChg>
        <pc:cxnChg chg="add mod">
          <ac:chgData name="Deepika Vatsa" userId="f7100972-27fe-4ee6-8fb4-ec9b7931b409" providerId="ADAL" clId="{FECAADD6-485A-4B66-AEA2-DF6E35DB16E2}" dt="2025-08-18T12:14:58.033" v="264" actId="14100"/>
          <ac:cxnSpMkLst>
            <pc:docMk/>
            <pc:sldMk cId="3468002330" sldId="615"/>
            <ac:cxnSpMk id="18" creationId="{C7CA4674-FCF8-F505-2833-DDDACC470EEC}"/>
          </ac:cxnSpMkLst>
        </pc:cxnChg>
        <pc:cxnChg chg="add mod">
          <ac:chgData name="Deepika Vatsa" userId="f7100972-27fe-4ee6-8fb4-ec9b7931b409" providerId="ADAL" clId="{FECAADD6-485A-4B66-AEA2-DF6E35DB16E2}" dt="2025-08-18T12:15:05.495" v="266" actId="1076"/>
          <ac:cxnSpMkLst>
            <pc:docMk/>
            <pc:sldMk cId="3468002330" sldId="615"/>
            <ac:cxnSpMk id="20" creationId="{FBCE1A6C-EA7A-A3BB-E665-CC14CC750C1D}"/>
          </ac:cxnSpMkLst>
        </pc:cxnChg>
        <pc:cxnChg chg="add mod">
          <ac:chgData name="Deepika Vatsa" userId="f7100972-27fe-4ee6-8fb4-ec9b7931b409" providerId="ADAL" clId="{FECAADD6-485A-4B66-AEA2-DF6E35DB16E2}" dt="2025-08-18T12:15:17.877" v="270" actId="1076"/>
          <ac:cxnSpMkLst>
            <pc:docMk/>
            <pc:sldMk cId="3468002330" sldId="615"/>
            <ac:cxnSpMk id="21" creationId="{DF8FE725-8023-6324-8D77-E557C4114EF8}"/>
          </ac:cxnSpMkLst>
        </pc:cxnChg>
        <pc:cxnChg chg="add mod">
          <ac:chgData name="Deepika Vatsa" userId="f7100972-27fe-4ee6-8fb4-ec9b7931b409" providerId="ADAL" clId="{FECAADD6-485A-4B66-AEA2-DF6E35DB16E2}" dt="2025-08-18T12:15:30.511" v="276" actId="1076"/>
          <ac:cxnSpMkLst>
            <pc:docMk/>
            <pc:sldMk cId="3468002330" sldId="615"/>
            <ac:cxnSpMk id="23" creationId="{06F46995-D9EE-AB0E-2F95-9B01A574D060}"/>
          </ac:cxnSpMkLst>
        </pc:cxnChg>
        <pc:cxnChg chg="add mod">
          <ac:chgData name="Deepika Vatsa" userId="f7100972-27fe-4ee6-8fb4-ec9b7931b409" providerId="ADAL" clId="{FECAADD6-485A-4B66-AEA2-DF6E35DB16E2}" dt="2025-08-18T12:15:37.578" v="278" actId="1076"/>
          <ac:cxnSpMkLst>
            <pc:docMk/>
            <pc:sldMk cId="3468002330" sldId="615"/>
            <ac:cxnSpMk id="26" creationId="{5D1B6595-BDA8-94AC-023D-22A548C4E7B3}"/>
          </ac:cxnSpMkLst>
        </pc:cxnChg>
      </pc:sldChg>
      <pc:sldChg chg="addSp delSp modSp add mod ord">
        <pc:chgData name="Deepika Vatsa" userId="f7100972-27fe-4ee6-8fb4-ec9b7931b409" providerId="ADAL" clId="{FECAADD6-485A-4B66-AEA2-DF6E35DB16E2}" dt="2025-08-18T12:16:40.109" v="303" actId="1076"/>
        <pc:sldMkLst>
          <pc:docMk/>
          <pc:sldMk cId="2334307004" sldId="616"/>
        </pc:sldMkLst>
        <pc:spChg chg="mod">
          <ac:chgData name="Deepika Vatsa" userId="f7100972-27fe-4ee6-8fb4-ec9b7931b409" providerId="ADAL" clId="{FECAADD6-485A-4B66-AEA2-DF6E35DB16E2}" dt="2025-08-18T12:16:02.793" v="290" actId="20577"/>
          <ac:spMkLst>
            <pc:docMk/>
            <pc:sldMk cId="2334307004" sldId="616"/>
            <ac:spMk id="2" creationId="{00000000-0000-0000-0000-000000000000}"/>
          </ac:spMkLst>
        </pc:spChg>
        <pc:picChg chg="add del mod">
          <ac:chgData name="Deepika Vatsa" userId="f7100972-27fe-4ee6-8fb4-ec9b7931b409" providerId="ADAL" clId="{FECAADD6-485A-4B66-AEA2-DF6E35DB16E2}" dt="2025-08-18T12:16:34.659" v="300" actId="478"/>
          <ac:picMkLst>
            <pc:docMk/>
            <pc:sldMk cId="2334307004" sldId="616"/>
            <ac:picMk id="5" creationId="{FCF334FB-A364-8AF1-7656-34923DFBE8FE}"/>
          </ac:picMkLst>
        </pc:picChg>
        <pc:picChg chg="del">
          <ac:chgData name="Deepika Vatsa" userId="f7100972-27fe-4ee6-8fb4-ec9b7931b409" providerId="ADAL" clId="{FECAADD6-485A-4B66-AEA2-DF6E35DB16E2}" dt="2025-08-18T12:16:04.377" v="291" actId="478"/>
          <ac:picMkLst>
            <pc:docMk/>
            <pc:sldMk cId="2334307004" sldId="616"/>
            <ac:picMk id="7" creationId="{31B87EC0-4ADE-A96C-B968-87A230E18EEA}"/>
          </ac:picMkLst>
        </pc:picChg>
        <pc:picChg chg="add mod">
          <ac:chgData name="Deepika Vatsa" userId="f7100972-27fe-4ee6-8fb4-ec9b7931b409" providerId="ADAL" clId="{FECAADD6-485A-4B66-AEA2-DF6E35DB16E2}" dt="2025-08-18T12:16:40.109" v="303" actId="1076"/>
          <ac:picMkLst>
            <pc:docMk/>
            <pc:sldMk cId="2334307004" sldId="616"/>
            <ac:picMk id="8" creationId="{6D806ACB-E7DB-68C3-CB5F-56E2EA8890DA}"/>
          </ac:picMkLst>
        </pc:picChg>
      </pc:sldChg>
      <pc:sldChg chg="addSp delSp modSp add mod">
        <pc:chgData name="Deepika Vatsa" userId="f7100972-27fe-4ee6-8fb4-ec9b7931b409" providerId="ADAL" clId="{FECAADD6-485A-4B66-AEA2-DF6E35DB16E2}" dt="2025-08-18T12:22:31.378" v="419" actId="478"/>
        <pc:sldMkLst>
          <pc:docMk/>
          <pc:sldMk cId="3542099841" sldId="617"/>
        </pc:sldMkLst>
        <pc:spChg chg="del">
          <ac:chgData name="Deepika Vatsa" userId="f7100972-27fe-4ee6-8fb4-ec9b7931b409" providerId="ADAL" clId="{FECAADD6-485A-4B66-AEA2-DF6E35DB16E2}" dt="2025-08-18T12:17:24.988" v="309" actId="478"/>
          <ac:spMkLst>
            <pc:docMk/>
            <pc:sldMk cId="3542099841" sldId="617"/>
            <ac:spMk id="2" creationId="{00000000-0000-0000-0000-000000000000}"/>
          </ac:spMkLst>
        </pc:spChg>
        <pc:spChg chg="add del mod">
          <ac:chgData name="Deepika Vatsa" userId="f7100972-27fe-4ee6-8fb4-ec9b7931b409" providerId="ADAL" clId="{FECAADD6-485A-4B66-AEA2-DF6E35DB16E2}" dt="2025-08-18T12:22:31.378" v="419" actId="478"/>
          <ac:spMkLst>
            <pc:docMk/>
            <pc:sldMk cId="3542099841" sldId="617"/>
            <ac:spMk id="7" creationId="{91DEEBB9-3AC3-4A9E-CF86-989F90816E47}"/>
          </ac:spMkLst>
        </pc:spChg>
        <pc:spChg chg="add mod">
          <ac:chgData name="Deepika Vatsa" userId="f7100972-27fe-4ee6-8fb4-ec9b7931b409" providerId="ADAL" clId="{FECAADD6-485A-4B66-AEA2-DF6E35DB16E2}" dt="2025-08-18T12:17:30.462" v="319" actId="20577"/>
          <ac:spMkLst>
            <pc:docMk/>
            <pc:sldMk cId="3542099841" sldId="617"/>
            <ac:spMk id="9" creationId="{C253D9F7-5718-29E9-229A-BBDE1A6BAEC3}"/>
          </ac:spMkLst>
        </pc:spChg>
        <pc:picChg chg="add mod">
          <ac:chgData name="Deepika Vatsa" userId="f7100972-27fe-4ee6-8fb4-ec9b7931b409" providerId="ADAL" clId="{FECAADD6-485A-4B66-AEA2-DF6E35DB16E2}" dt="2025-08-18T12:17:17.761" v="308" actId="1076"/>
          <ac:picMkLst>
            <pc:docMk/>
            <pc:sldMk cId="3542099841" sldId="617"/>
            <ac:picMk id="5" creationId="{2112331D-2B54-394C-1B8B-69BDD8D2D700}"/>
          </ac:picMkLst>
        </pc:picChg>
        <pc:picChg chg="del">
          <ac:chgData name="Deepika Vatsa" userId="f7100972-27fe-4ee6-8fb4-ec9b7931b409" providerId="ADAL" clId="{FECAADD6-485A-4B66-AEA2-DF6E35DB16E2}" dt="2025-08-18T12:17:12.224" v="305" actId="478"/>
          <ac:picMkLst>
            <pc:docMk/>
            <pc:sldMk cId="3542099841" sldId="617"/>
            <ac:picMk id="8" creationId="{6D806ACB-E7DB-68C3-CB5F-56E2EA8890DA}"/>
          </ac:picMkLst>
        </pc:picChg>
      </pc:sldChg>
      <pc:sldChg chg="addSp delSp modSp add mod">
        <pc:chgData name="Deepika Vatsa" userId="f7100972-27fe-4ee6-8fb4-ec9b7931b409" providerId="ADAL" clId="{FECAADD6-485A-4B66-AEA2-DF6E35DB16E2}" dt="2025-08-18T12:19:35.605" v="371" actId="1076"/>
        <pc:sldMkLst>
          <pc:docMk/>
          <pc:sldMk cId="3991955979" sldId="618"/>
        </pc:sldMkLst>
        <pc:spChg chg="mod">
          <ac:chgData name="Deepika Vatsa" userId="f7100972-27fe-4ee6-8fb4-ec9b7931b409" providerId="ADAL" clId="{FECAADD6-485A-4B66-AEA2-DF6E35DB16E2}" dt="2025-08-18T12:19:10.680" v="364" actId="20577"/>
          <ac:spMkLst>
            <pc:docMk/>
            <pc:sldMk cId="3991955979" sldId="618"/>
            <ac:spMk id="2" creationId="{00000000-0000-0000-0000-000000000000}"/>
          </ac:spMkLst>
        </pc:spChg>
        <pc:picChg chg="del">
          <ac:chgData name="Deepika Vatsa" userId="f7100972-27fe-4ee6-8fb4-ec9b7931b409" providerId="ADAL" clId="{FECAADD6-485A-4B66-AEA2-DF6E35DB16E2}" dt="2025-08-18T12:19:12.145" v="365" actId="478"/>
          <ac:picMkLst>
            <pc:docMk/>
            <pc:sldMk cId="3991955979" sldId="618"/>
            <ac:picMk id="5" creationId="{CBB23C75-79E3-DF1C-D40A-D199F6F0FF07}"/>
          </ac:picMkLst>
        </pc:picChg>
        <pc:picChg chg="add mod">
          <ac:chgData name="Deepika Vatsa" userId="f7100972-27fe-4ee6-8fb4-ec9b7931b409" providerId="ADAL" clId="{FECAADD6-485A-4B66-AEA2-DF6E35DB16E2}" dt="2025-08-18T12:19:18.708" v="369" actId="14100"/>
          <ac:picMkLst>
            <pc:docMk/>
            <pc:sldMk cId="3991955979" sldId="618"/>
            <ac:picMk id="6" creationId="{7F5BB2CF-D3D0-72A8-63E3-727EEFD25493}"/>
          </ac:picMkLst>
        </pc:picChg>
        <pc:picChg chg="add mod">
          <ac:chgData name="Deepika Vatsa" userId="f7100972-27fe-4ee6-8fb4-ec9b7931b409" providerId="ADAL" clId="{FECAADD6-485A-4B66-AEA2-DF6E35DB16E2}" dt="2025-08-18T12:19:35.605" v="371" actId="1076"/>
          <ac:picMkLst>
            <pc:docMk/>
            <pc:sldMk cId="3991955979" sldId="618"/>
            <ac:picMk id="8" creationId="{B9A0C6AF-A876-1DCD-2348-A7B28B921520}"/>
          </ac:picMkLst>
        </pc:picChg>
      </pc:sldChg>
      <pc:sldChg chg="addSp delSp modSp add mod">
        <pc:chgData name="Deepika Vatsa" userId="f7100972-27fe-4ee6-8fb4-ec9b7931b409" providerId="ADAL" clId="{FECAADD6-485A-4B66-AEA2-DF6E35DB16E2}" dt="2025-08-18T12:20:13.153" v="378" actId="1076"/>
        <pc:sldMkLst>
          <pc:docMk/>
          <pc:sldMk cId="3912900456" sldId="619"/>
        </pc:sldMkLst>
        <pc:picChg chg="add mod">
          <ac:chgData name="Deepika Vatsa" userId="f7100972-27fe-4ee6-8fb4-ec9b7931b409" providerId="ADAL" clId="{FECAADD6-485A-4B66-AEA2-DF6E35DB16E2}" dt="2025-08-18T12:20:03.557" v="376" actId="14100"/>
          <ac:picMkLst>
            <pc:docMk/>
            <pc:sldMk cId="3912900456" sldId="619"/>
            <ac:picMk id="5" creationId="{B9D85BF9-2634-8C6B-1C54-FA92545D2984}"/>
          </ac:picMkLst>
        </pc:picChg>
        <pc:picChg chg="del">
          <ac:chgData name="Deepika Vatsa" userId="f7100972-27fe-4ee6-8fb4-ec9b7931b409" providerId="ADAL" clId="{FECAADD6-485A-4B66-AEA2-DF6E35DB16E2}" dt="2025-08-18T12:19:57.897" v="373" actId="478"/>
          <ac:picMkLst>
            <pc:docMk/>
            <pc:sldMk cId="3912900456" sldId="619"/>
            <ac:picMk id="6" creationId="{7F5BB2CF-D3D0-72A8-63E3-727EEFD25493}"/>
          </ac:picMkLst>
        </pc:picChg>
        <pc:picChg chg="add mod">
          <ac:chgData name="Deepika Vatsa" userId="f7100972-27fe-4ee6-8fb4-ec9b7931b409" providerId="ADAL" clId="{FECAADD6-485A-4B66-AEA2-DF6E35DB16E2}" dt="2025-08-18T12:20:13.153" v="378" actId="1076"/>
          <ac:picMkLst>
            <pc:docMk/>
            <pc:sldMk cId="3912900456" sldId="619"/>
            <ac:picMk id="9" creationId="{6C68254F-11DA-AC9D-812C-5397EBBEA39E}"/>
          </ac:picMkLst>
        </pc:picChg>
      </pc:sldChg>
      <pc:sldChg chg="add">
        <pc:chgData name="Deepika Vatsa" userId="f7100972-27fe-4ee6-8fb4-ec9b7931b409" providerId="ADAL" clId="{FECAADD6-485A-4B66-AEA2-DF6E35DB16E2}" dt="2025-08-18T12:20:43.270" v="379" actId="2890"/>
        <pc:sldMkLst>
          <pc:docMk/>
          <pc:sldMk cId="4060805478" sldId="620"/>
        </pc:sldMkLst>
      </pc:sldChg>
      <pc:sldChg chg="addSp delSp modSp add mod">
        <pc:chgData name="Deepika Vatsa" userId="f7100972-27fe-4ee6-8fb4-ec9b7931b409" providerId="ADAL" clId="{FECAADD6-485A-4B66-AEA2-DF6E35DB16E2}" dt="2025-08-18T12:23:33.340" v="453" actId="14100"/>
        <pc:sldMkLst>
          <pc:docMk/>
          <pc:sldMk cId="3334835650" sldId="621"/>
        </pc:sldMkLst>
        <pc:spChg chg="mod">
          <ac:chgData name="Deepika Vatsa" userId="f7100972-27fe-4ee6-8fb4-ec9b7931b409" providerId="ADAL" clId="{FECAADD6-485A-4B66-AEA2-DF6E35DB16E2}" dt="2025-08-18T12:23:26.085" v="449" actId="5793"/>
          <ac:spMkLst>
            <pc:docMk/>
            <pc:sldMk cId="3334835650" sldId="621"/>
            <ac:spMk id="2" creationId="{00000000-0000-0000-0000-000000000000}"/>
          </ac:spMkLst>
        </pc:spChg>
        <pc:picChg chg="del">
          <ac:chgData name="Deepika Vatsa" userId="f7100972-27fe-4ee6-8fb4-ec9b7931b409" providerId="ADAL" clId="{FECAADD6-485A-4B66-AEA2-DF6E35DB16E2}" dt="2025-08-18T12:23:27.827" v="450" actId="478"/>
          <ac:picMkLst>
            <pc:docMk/>
            <pc:sldMk cId="3334835650" sldId="621"/>
            <ac:picMk id="5" creationId="{B9D85BF9-2634-8C6B-1C54-FA92545D2984}"/>
          </ac:picMkLst>
        </pc:picChg>
        <pc:picChg chg="add mod">
          <ac:chgData name="Deepika Vatsa" userId="f7100972-27fe-4ee6-8fb4-ec9b7931b409" providerId="ADAL" clId="{FECAADD6-485A-4B66-AEA2-DF6E35DB16E2}" dt="2025-08-18T12:23:33.340" v="453" actId="14100"/>
          <ac:picMkLst>
            <pc:docMk/>
            <pc:sldMk cId="3334835650" sldId="621"/>
            <ac:picMk id="6" creationId="{45AC247E-DBE5-6911-F887-A62BC46F4370}"/>
          </ac:picMkLst>
        </pc:picChg>
      </pc:sldChg>
      <pc:sldChg chg="addSp delSp modSp add mod">
        <pc:chgData name="Deepika Vatsa" userId="f7100972-27fe-4ee6-8fb4-ec9b7931b409" providerId="ADAL" clId="{FECAADD6-485A-4B66-AEA2-DF6E35DB16E2}" dt="2025-08-18T12:23:58.850" v="458" actId="14100"/>
        <pc:sldMkLst>
          <pc:docMk/>
          <pc:sldMk cId="3976936197" sldId="622"/>
        </pc:sldMkLst>
        <pc:picChg chg="add mod">
          <ac:chgData name="Deepika Vatsa" userId="f7100972-27fe-4ee6-8fb4-ec9b7931b409" providerId="ADAL" clId="{FECAADD6-485A-4B66-AEA2-DF6E35DB16E2}" dt="2025-08-18T12:23:58.850" v="458" actId="14100"/>
          <ac:picMkLst>
            <pc:docMk/>
            <pc:sldMk cId="3976936197" sldId="622"/>
            <ac:picMk id="5" creationId="{FC06E42A-5E65-5F01-9A82-45CA807E2DDE}"/>
          </ac:picMkLst>
        </pc:picChg>
        <pc:picChg chg="del">
          <ac:chgData name="Deepika Vatsa" userId="f7100972-27fe-4ee6-8fb4-ec9b7931b409" providerId="ADAL" clId="{FECAADD6-485A-4B66-AEA2-DF6E35DB16E2}" dt="2025-08-18T12:23:51.057" v="455" actId="478"/>
          <ac:picMkLst>
            <pc:docMk/>
            <pc:sldMk cId="3976936197" sldId="622"/>
            <ac:picMk id="6" creationId="{45AC247E-DBE5-6911-F887-A62BC46F4370}"/>
          </ac:picMkLst>
        </pc:picChg>
      </pc:sldChg>
      <pc:sldChg chg="addSp delSp modSp add mod">
        <pc:chgData name="Deepika Vatsa" userId="f7100972-27fe-4ee6-8fb4-ec9b7931b409" providerId="ADAL" clId="{FECAADD6-485A-4B66-AEA2-DF6E35DB16E2}" dt="2025-08-18T12:27:36.423" v="551" actId="14100"/>
        <pc:sldMkLst>
          <pc:docMk/>
          <pc:sldMk cId="1533333801" sldId="623"/>
        </pc:sldMkLst>
        <pc:spChg chg="mod">
          <ac:chgData name="Deepika Vatsa" userId="f7100972-27fe-4ee6-8fb4-ec9b7931b409" providerId="ADAL" clId="{FECAADD6-485A-4B66-AEA2-DF6E35DB16E2}" dt="2025-08-18T12:24:18.547" v="476" actId="20577"/>
          <ac:spMkLst>
            <pc:docMk/>
            <pc:sldMk cId="1533333801" sldId="623"/>
            <ac:spMk id="2" creationId="{00000000-0000-0000-0000-000000000000}"/>
          </ac:spMkLst>
        </pc:spChg>
        <pc:picChg chg="del">
          <ac:chgData name="Deepika Vatsa" userId="f7100972-27fe-4ee6-8fb4-ec9b7931b409" providerId="ADAL" clId="{FECAADD6-485A-4B66-AEA2-DF6E35DB16E2}" dt="2025-08-18T12:24:20.167" v="477" actId="478"/>
          <ac:picMkLst>
            <pc:docMk/>
            <pc:sldMk cId="1533333801" sldId="623"/>
            <ac:picMk id="5" creationId="{FC06E42A-5E65-5F01-9A82-45CA807E2DDE}"/>
          </ac:picMkLst>
        </pc:picChg>
        <pc:picChg chg="add mod">
          <ac:chgData name="Deepika Vatsa" userId="f7100972-27fe-4ee6-8fb4-ec9b7931b409" providerId="ADAL" clId="{FECAADD6-485A-4B66-AEA2-DF6E35DB16E2}" dt="2025-08-18T12:27:36.423" v="551" actId="14100"/>
          <ac:picMkLst>
            <pc:docMk/>
            <pc:sldMk cId="1533333801" sldId="623"/>
            <ac:picMk id="6" creationId="{7F10BE66-5BD9-07F6-1AA0-14F9ADA14CAD}"/>
          </ac:picMkLst>
        </pc:picChg>
      </pc:sldChg>
      <pc:sldChg chg="delSp add del mod">
        <pc:chgData name="Deepika Vatsa" userId="f7100972-27fe-4ee6-8fb4-ec9b7931b409" providerId="ADAL" clId="{FECAADD6-485A-4B66-AEA2-DF6E35DB16E2}" dt="2025-08-18T12:26:38.626" v="522" actId="2696"/>
        <pc:sldMkLst>
          <pc:docMk/>
          <pc:sldMk cId="2367265284" sldId="624"/>
        </pc:sldMkLst>
        <pc:picChg chg="del">
          <ac:chgData name="Deepika Vatsa" userId="f7100972-27fe-4ee6-8fb4-ec9b7931b409" providerId="ADAL" clId="{FECAADD6-485A-4B66-AEA2-DF6E35DB16E2}" dt="2025-08-18T12:25:27.883" v="487" actId="478"/>
          <ac:picMkLst>
            <pc:docMk/>
            <pc:sldMk cId="2367265284" sldId="624"/>
            <ac:picMk id="6" creationId="{7F10BE66-5BD9-07F6-1AA0-14F9ADA14CAD}"/>
          </ac:picMkLst>
        </pc:picChg>
      </pc:sldChg>
      <pc:sldChg chg="delSp add del mod">
        <pc:chgData name="Deepika Vatsa" userId="f7100972-27fe-4ee6-8fb4-ec9b7931b409" providerId="ADAL" clId="{FECAADD6-485A-4B66-AEA2-DF6E35DB16E2}" dt="2025-08-18T12:26:38.626" v="522" actId="2696"/>
        <pc:sldMkLst>
          <pc:docMk/>
          <pc:sldMk cId="1967559052" sldId="625"/>
        </pc:sldMkLst>
        <pc:picChg chg="del">
          <ac:chgData name="Deepika Vatsa" userId="f7100972-27fe-4ee6-8fb4-ec9b7931b409" providerId="ADAL" clId="{FECAADD6-485A-4B66-AEA2-DF6E35DB16E2}" dt="2025-08-18T12:25:30.077" v="488" actId="478"/>
          <ac:picMkLst>
            <pc:docMk/>
            <pc:sldMk cId="1967559052" sldId="625"/>
            <ac:picMk id="6" creationId="{7F10BE66-5BD9-07F6-1AA0-14F9ADA14CAD}"/>
          </ac:picMkLst>
        </pc:picChg>
      </pc:sldChg>
      <pc:sldChg chg="addSp delSp modSp add mod">
        <pc:chgData name="Deepika Vatsa" userId="f7100972-27fe-4ee6-8fb4-ec9b7931b409" providerId="ADAL" clId="{FECAADD6-485A-4B66-AEA2-DF6E35DB16E2}" dt="2025-08-18T12:26:34.745" v="521" actId="20577"/>
        <pc:sldMkLst>
          <pc:docMk/>
          <pc:sldMk cId="3549948443" sldId="626"/>
        </pc:sldMkLst>
        <pc:spChg chg="mod">
          <ac:chgData name="Deepika Vatsa" userId="f7100972-27fe-4ee6-8fb4-ec9b7931b409" providerId="ADAL" clId="{FECAADD6-485A-4B66-AEA2-DF6E35DB16E2}" dt="2025-08-18T12:26:34.745" v="521" actId="20577"/>
          <ac:spMkLst>
            <pc:docMk/>
            <pc:sldMk cId="3549948443" sldId="626"/>
            <ac:spMk id="2" creationId="{00000000-0000-0000-0000-000000000000}"/>
          </ac:spMkLst>
        </pc:spChg>
        <pc:picChg chg="add mod">
          <ac:chgData name="Deepika Vatsa" userId="f7100972-27fe-4ee6-8fb4-ec9b7931b409" providerId="ADAL" clId="{FECAADD6-485A-4B66-AEA2-DF6E35DB16E2}" dt="2025-08-18T12:25:59.255" v="494" actId="1076"/>
          <ac:picMkLst>
            <pc:docMk/>
            <pc:sldMk cId="3549948443" sldId="626"/>
            <ac:picMk id="5" creationId="{9F257CC6-C275-8610-3C49-0F57B9EED705}"/>
          </ac:picMkLst>
        </pc:picChg>
        <pc:picChg chg="del">
          <ac:chgData name="Deepika Vatsa" userId="f7100972-27fe-4ee6-8fb4-ec9b7931b409" providerId="ADAL" clId="{FECAADD6-485A-4B66-AEA2-DF6E35DB16E2}" dt="2025-08-18T12:25:32.117" v="489" actId="478"/>
          <ac:picMkLst>
            <pc:docMk/>
            <pc:sldMk cId="3549948443" sldId="626"/>
            <ac:picMk id="6" creationId="{7F10BE66-5BD9-07F6-1AA0-14F9ADA14CAD}"/>
          </ac:picMkLst>
        </pc:picChg>
      </pc:sldChg>
      <pc:sldChg chg="addSp delSp modSp add mod">
        <pc:chgData name="Deepika Vatsa" userId="f7100972-27fe-4ee6-8fb4-ec9b7931b409" providerId="ADAL" clId="{FECAADD6-485A-4B66-AEA2-DF6E35DB16E2}" dt="2025-08-18T12:26:29.619" v="508" actId="14100"/>
        <pc:sldMkLst>
          <pc:docMk/>
          <pc:sldMk cId="1492384228" sldId="627"/>
        </pc:sldMkLst>
        <pc:spChg chg="mod">
          <ac:chgData name="Deepika Vatsa" userId="f7100972-27fe-4ee6-8fb4-ec9b7931b409" providerId="ADAL" clId="{FECAADD6-485A-4B66-AEA2-DF6E35DB16E2}" dt="2025-08-18T12:26:23.477" v="504" actId="20577"/>
          <ac:spMkLst>
            <pc:docMk/>
            <pc:sldMk cId="1492384228" sldId="627"/>
            <ac:spMk id="2" creationId="{00000000-0000-0000-0000-000000000000}"/>
          </ac:spMkLst>
        </pc:spChg>
        <pc:picChg chg="del">
          <ac:chgData name="Deepika Vatsa" userId="f7100972-27fe-4ee6-8fb4-ec9b7931b409" providerId="ADAL" clId="{FECAADD6-485A-4B66-AEA2-DF6E35DB16E2}" dt="2025-08-18T12:26:24.903" v="505" actId="478"/>
          <ac:picMkLst>
            <pc:docMk/>
            <pc:sldMk cId="1492384228" sldId="627"/>
            <ac:picMk id="5" creationId="{9F257CC6-C275-8610-3C49-0F57B9EED705}"/>
          </ac:picMkLst>
        </pc:picChg>
        <pc:picChg chg="add mod">
          <ac:chgData name="Deepika Vatsa" userId="f7100972-27fe-4ee6-8fb4-ec9b7931b409" providerId="ADAL" clId="{FECAADD6-485A-4B66-AEA2-DF6E35DB16E2}" dt="2025-08-18T12:26:29.619" v="508" actId="14100"/>
          <ac:picMkLst>
            <pc:docMk/>
            <pc:sldMk cId="1492384228" sldId="627"/>
            <ac:picMk id="6" creationId="{83230359-2DED-4BBB-12AD-ED524BA268FF}"/>
          </ac:picMkLst>
        </pc:picChg>
      </pc:sldChg>
      <pc:sldChg chg="addSp delSp modSp add mod">
        <pc:chgData name="Deepika Vatsa" userId="f7100972-27fe-4ee6-8fb4-ec9b7931b409" providerId="ADAL" clId="{FECAADD6-485A-4B66-AEA2-DF6E35DB16E2}" dt="2025-08-18T12:27:28.341" v="550" actId="14100"/>
        <pc:sldMkLst>
          <pc:docMk/>
          <pc:sldMk cId="3339153089" sldId="628"/>
        </pc:sldMkLst>
        <pc:spChg chg="mod">
          <ac:chgData name="Deepika Vatsa" userId="f7100972-27fe-4ee6-8fb4-ec9b7931b409" providerId="ADAL" clId="{FECAADD6-485A-4B66-AEA2-DF6E35DB16E2}" dt="2025-08-18T12:27:21.792" v="546" actId="20577"/>
          <ac:spMkLst>
            <pc:docMk/>
            <pc:sldMk cId="3339153089" sldId="628"/>
            <ac:spMk id="2" creationId="{00000000-0000-0000-0000-000000000000}"/>
          </ac:spMkLst>
        </pc:spChg>
        <pc:picChg chg="add mod">
          <ac:chgData name="Deepika Vatsa" userId="f7100972-27fe-4ee6-8fb4-ec9b7931b409" providerId="ADAL" clId="{FECAADD6-485A-4B66-AEA2-DF6E35DB16E2}" dt="2025-08-18T12:27:28.341" v="550" actId="14100"/>
          <ac:picMkLst>
            <pc:docMk/>
            <pc:sldMk cId="3339153089" sldId="628"/>
            <ac:picMk id="5" creationId="{E774913A-6257-8DCF-186F-01DAC8BBA23F}"/>
          </ac:picMkLst>
        </pc:picChg>
        <pc:picChg chg="del">
          <ac:chgData name="Deepika Vatsa" userId="f7100972-27fe-4ee6-8fb4-ec9b7931b409" providerId="ADAL" clId="{FECAADD6-485A-4B66-AEA2-DF6E35DB16E2}" dt="2025-08-18T12:27:23.518" v="547" actId="478"/>
          <ac:picMkLst>
            <pc:docMk/>
            <pc:sldMk cId="3339153089" sldId="628"/>
            <ac:picMk id="6" creationId="{83230359-2DED-4BBB-12AD-ED524BA268FF}"/>
          </ac:picMkLst>
        </pc:picChg>
      </pc:sldChg>
    </pc:docChg>
  </pc:docChgLst>
  <pc:docChgLst>
    <pc:chgData name="Deepika Vatsa" userId="f7100972-27fe-4ee6-8fb4-ec9b7931b409" providerId="ADAL" clId="{6239CB49-E84F-455D-9502-06F26594D634}"/>
    <pc:docChg chg="undo redo custSel addSld delSld modSld">
      <pc:chgData name="Deepika Vatsa" userId="f7100972-27fe-4ee6-8fb4-ec9b7931b409" providerId="ADAL" clId="{6239CB49-E84F-455D-9502-06F26594D634}" dt="2025-09-24T11:38:14.986" v="988"/>
      <pc:docMkLst>
        <pc:docMk/>
      </pc:docMkLst>
      <pc:sldChg chg="modSp mod">
        <pc:chgData name="Deepika Vatsa" userId="f7100972-27fe-4ee6-8fb4-ec9b7931b409" providerId="ADAL" clId="{6239CB49-E84F-455D-9502-06F26594D634}" dt="2025-09-23T05:00:24.344" v="22" actId="6549"/>
        <pc:sldMkLst>
          <pc:docMk/>
          <pc:sldMk cId="0" sldId="395"/>
        </pc:sldMkLst>
        <pc:spChg chg="mod">
          <ac:chgData name="Deepika Vatsa" userId="f7100972-27fe-4ee6-8fb4-ec9b7931b409" providerId="ADAL" clId="{6239CB49-E84F-455D-9502-06F26594D634}" dt="2025-09-23T05:00:24.344" v="22" actId="6549"/>
          <ac:spMkLst>
            <pc:docMk/>
            <pc:sldMk cId="0" sldId="395"/>
            <ac:spMk id="2" creationId="{00000000-0000-0000-0000-000000000000}"/>
          </ac:spMkLst>
        </pc:spChg>
      </pc:sldChg>
      <pc:sldChg chg="addSp delSp modSp mod">
        <pc:chgData name="Deepika Vatsa" userId="f7100972-27fe-4ee6-8fb4-ec9b7931b409" providerId="ADAL" clId="{6239CB49-E84F-455D-9502-06F26594D634}" dt="2025-09-24T11:38:14.986" v="988"/>
        <pc:sldMkLst>
          <pc:docMk/>
          <pc:sldMk cId="3439049211" sldId="591"/>
        </pc:sldMkLst>
        <pc:spChg chg="mod">
          <ac:chgData name="Deepika Vatsa" userId="f7100972-27fe-4ee6-8fb4-ec9b7931b409" providerId="ADAL" clId="{6239CB49-E84F-455D-9502-06F26594D634}" dt="2025-09-23T05:01:54.305" v="50" actId="20577"/>
          <ac:spMkLst>
            <pc:docMk/>
            <pc:sldMk cId="3439049211" sldId="591"/>
            <ac:spMk id="2" creationId="{00000000-0000-0000-0000-000000000000}"/>
          </ac:spMkLst>
        </pc:spChg>
        <pc:spChg chg="del">
          <ac:chgData name="Deepika Vatsa" userId="f7100972-27fe-4ee6-8fb4-ec9b7931b409" providerId="ADAL" clId="{6239CB49-E84F-455D-9502-06F26594D634}" dt="2025-09-23T05:01:57.561" v="51" actId="478"/>
          <ac:spMkLst>
            <pc:docMk/>
            <pc:sldMk cId="3439049211" sldId="591"/>
            <ac:spMk id="11" creationId="{06381CCD-359B-D8A2-1997-A5B56A02FD41}"/>
          </ac:spMkLst>
        </pc:spChg>
        <pc:picChg chg="add mod">
          <ac:chgData name="Deepika Vatsa" userId="f7100972-27fe-4ee6-8fb4-ec9b7931b409" providerId="ADAL" clId="{6239CB49-E84F-455D-9502-06F26594D634}" dt="2025-09-23T05:02:06.229" v="55" actId="1076"/>
          <ac:picMkLst>
            <pc:docMk/>
            <pc:sldMk cId="3439049211" sldId="591"/>
            <ac:picMk id="5" creationId="{F98F73F8-C2F2-9586-D160-14BB95EFB7D9}"/>
          </ac:picMkLst>
        </pc:picChg>
        <pc:inkChg chg="add">
          <ac:chgData name="Deepika Vatsa" userId="f7100972-27fe-4ee6-8fb4-ec9b7931b409" providerId="ADAL" clId="{6239CB49-E84F-455D-9502-06F26594D634}" dt="2025-09-24T11:38:14.986" v="988"/>
          <ac:inkMkLst>
            <pc:docMk/>
            <pc:sldMk cId="3439049211" sldId="591"/>
            <ac:inkMk id="4" creationId="{C523678A-28E9-7F5B-8EA3-DFE9E3E1126F}"/>
          </ac:inkMkLst>
        </pc:inkChg>
      </pc:sldChg>
      <pc:sldChg chg="addSp delSp modSp add mod">
        <pc:chgData name="Deepika Vatsa" userId="f7100972-27fe-4ee6-8fb4-ec9b7931b409" providerId="ADAL" clId="{6239CB49-E84F-455D-9502-06F26594D634}" dt="2025-09-24T11:38:14.986" v="988"/>
        <pc:sldMkLst>
          <pc:docMk/>
          <pc:sldMk cId="1039897715" sldId="592"/>
        </pc:sldMkLst>
        <pc:spChg chg="mod">
          <ac:chgData name="Deepika Vatsa" userId="f7100972-27fe-4ee6-8fb4-ec9b7931b409" providerId="ADAL" clId="{6239CB49-E84F-455D-9502-06F26594D634}" dt="2025-09-23T05:02:32.249" v="66" actId="20577"/>
          <ac:spMkLst>
            <pc:docMk/>
            <pc:sldMk cId="1039897715" sldId="592"/>
            <ac:spMk id="2" creationId="{00000000-0000-0000-0000-000000000000}"/>
          </ac:spMkLst>
        </pc:spChg>
        <pc:spChg chg="add mod">
          <ac:chgData name="Deepika Vatsa" userId="f7100972-27fe-4ee6-8fb4-ec9b7931b409" providerId="ADAL" clId="{6239CB49-E84F-455D-9502-06F26594D634}" dt="2025-09-23T05:03:18.885" v="88" actId="1076"/>
          <ac:spMkLst>
            <pc:docMk/>
            <pc:sldMk cId="1039897715" sldId="592"/>
            <ac:spMk id="6" creationId="{2D96D569-F1C4-581F-A747-3ECF879181E9}"/>
          </ac:spMkLst>
        </pc:spChg>
        <pc:picChg chg="del">
          <ac:chgData name="Deepika Vatsa" userId="f7100972-27fe-4ee6-8fb4-ec9b7931b409" providerId="ADAL" clId="{6239CB49-E84F-455D-9502-06F26594D634}" dt="2025-09-23T05:02:33.830" v="67" actId="478"/>
          <ac:picMkLst>
            <pc:docMk/>
            <pc:sldMk cId="1039897715" sldId="592"/>
            <ac:picMk id="5" creationId="{F98F73F8-C2F2-9586-D160-14BB95EFB7D9}"/>
          </ac:picMkLst>
        </pc:picChg>
        <pc:inkChg chg="add">
          <ac:chgData name="Deepika Vatsa" userId="f7100972-27fe-4ee6-8fb4-ec9b7931b409" providerId="ADAL" clId="{6239CB49-E84F-455D-9502-06F26594D634}" dt="2025-09-24T11:38:14.986" v="988"/>
          <ac:inkMkLst>
            <pc:docMk/>
            <pc:sldMk cId="1039897715" sldId="592"/>
            <ac:inkMk id="4" creationId="{CFB530EA-1842-E88D-A7C6-B1F846ADEC27}"/>
          </ac:inkMkLst>
        </pc:inkChg>
      </pc:sldChg>
      <pc:sldChg chg="addSp modSp add mod">
        <pc:chgData name="Deepika Vatsa" userId="f7100972-27fe-4ee6-8fb4-ec9b7931b409" providerId="ADAL" clId="{6239CB49-E84F-455D-9502-06F26594D634}" dt="2025-09-24T11:38:14.986" v="988"/>
        <pc:sldMkLst>
          <pc:docMk/>
          <pc:sldMk cId="562163225" sldId="593"/>
        </pc:sldMkLst>
        <pc:spChg chg="mod">
          <ac:chgData name="Deepika Vatsa" userId="f7100972-27fe-4ee6-8fb4-ec9b7931b409" providerId="ADAL" clId="{6239CB49-E84F-455D-9502-06F26594D634}" dt="2025-09-23T05:03:33.368" v="97" actId="20577"/>
          <ac:spMkLst>
            <pc:docMk/>
            <pc:sldMk cId="562163225" sldId="593"/>
            <ac:spMk id="2" creationId="{00000000-0000-0000-0000-000000000000}"/>
          </ac:spMkLst>
        </pc:spChg>
        <pc:spChg chg="mod">
          <ac:chgData name="Deepika Vatsa" userId="f7100972-27fe-4ee6-8fb4-ec9b7931b409" providerId="ADAL" clId="{6239CB49-E84F-455D-9502-06F26594D634}" dt="2025-09-23T05:04:48.939" v="122" actId="20577"/>
          <ac:spMkLst>
            <pc:docMk/>
            <pc:sldMk cId="562163225" sldId="593"/>
            <ac:spMk id="6" creationId="{2D96D569-F1C4-581F-A747-3ECF879181E9}"/>
          </ac:spMkLst>
        </pc:spChg>
        <pc:inkChg chg="add">
          <ac:chgData name="Deepika Vatsa" userId="f7100972-27fe-4ee6-8fb4-ec9b7931b409" providerId="ADAL" clId="{6239CB49-E84F-455D-9502-06F26594D634}" dt="2025-09-24T11:38:14.986" v="988"/>
          <ac:inkMkLst>
            <pc:docMk/>
            <pc:sldMk cId="562163225" sldId="593"/>
            <ac:inkMk id="4" creationId="{1DBEC47D-F5D3-EFAA-FB6E-5423FBFEEA5E}"/>
          </ac:inkMkLst>
        </pc:inkChg>
      </pc:sldChg>
      <pc:sldChg chg="del">
        <pc:chgData name="Deepika Vatsa" userId="f7100972-27fe-4ee6-8fb4-ec9b7931b409" providerId="ADAL" clId="{6239CB49-E84F-455D-9502-06F26594D634}" dt="2025-09-23T05:00:51.298" v="23" actId="47"/>
        <pc:sldMkLst>
          <pc:docMk/>
          <pc:sldMk cId="3198423911" sldId="593"/>
        </pc:sldMkLst>
      </pc:sldChg>
      <pc:sldChg chg="addSp delSp modSp add mod">
        <pc:chgData name="Deepika Vatsa" userId="f7100972-27fe-4ee6-8fb4-ec9b7931b409" providerId="ADAL" clId="{6239CB49-E84F-455D-9502-06F26594D634}" dt="2025-09-24T11:38:14.986" v="988"/>
        <pc:sldMkLst>
          <pc:docMk/>
          <pc:sldMk cId="2093314508" sldId="594"/>
        </pc:sldMkLst>
        <pc:spChg chg="del">
          <ac:chgData name="Deepika Vatsa" userId="f7100972-27fe-4ee6-8fb4-ec9b7931b409" providerId="ADAL" clId="{6239CB49-E84F-455D-9502-06F26594D634}" dt="2025-09-23T05:05:11.136" v="124" actId="478"/>
          <ac:spMkLst>
            <pc:docMk/>
            <pc:sldMk cId="2093314508" sldId="594"/>
            <ac:spMk id="6" creationId="{2D96D569-F1C4-581F-A747-3ECF879181E9}"/>
          </ac:spMkLst>
        </pc:spChg>
        <pc:picChg chg="add mod">
          <ac:chgData name="Deepika Vatsa" userId="f7100972-27fe-4ee6-8fb4-ec9b7931b409" providerId="ADAL" clId="{6239CB49-E84F-455D-9502-06F26594D634}" dt="2025-09-23T05:05:17.800" v="127" actId="1076"/>
          <ac:picMkLst>
            <pc:docMk/>
            <pc:sldMk cId="2093314508" sldId="594"/>
            <ac:picMk id="5" creationId="{63ACB760-E1BD-2804-5E4F-1E5C596738E5}"/>
          </ac:picMkLst>
        </pc:picChg>
        <pc:inkChg chg="add">
          <ac:chgData name="Deepika Vatsa" userId="f7100972-27fe-4ee6-8fb4-ec9b7931b409" providerId="ADAL" clId="{6239CB49-E84F-455D-9502-06F26594D634}" dt="2025-09-24T11:38:14.986" v="988"/>
          <ac:inkMkLst>
            <pc:docMk/>
            <pc:sldMk cId="2093314508" sldId="594"/>
            <ac:inkMk id="4" creationId="{1A6CE765-C64A-ED5A-7DD8-7EC29646D713}"/>
          </ac:inkMkLst>
        </pc:inkChg>
      </pc:sldChg>
      <pc:sldChg chg="addSp delSp modSp add mod">
        <pc:chgData name="Deepika Vatsa" userId="f7100972-27fe-4ee6-8fb4-ec9b7931b409" providerId="ADAL" clId="{6239CB49-E84F-455D-9502-06F26594D634}" dt="2025-09-24T11:38:14.986" v="988"/>
        <pc:sldMkLst>
          <pc:docMk/>
          <pc:sldMk cId="1095908878" sldId="595"/>
        </pc:sldMkLst>
        <pc:spChg chg="mod">
          <ac:chgData name="Deepika Vatsa" userId="f7100972-27fe-4ee6-8fb4-ec9b7931b409" providerId="ADAL" clId="{6239CB49-E84F-455D-9502-06F26594D634}" dt="2025-09-23T05:07:45.008" v="165" actId="20577"/>
          <ac:spMkLst>
            <pc:docMk/>
            <pc:sldMk cId="1095908878" sldId="595"/>
            <ac:spMk id="2" creationId="{00000000-0000-0000-0000-000000000000}"/>
          </ac:spMkLst>
        </pc:spChg>
        <pc:spChg chg="add mod">
          <ac:chgData name="Deepika Vatsa" userId="f7100972-27fe-4ee6-8fb4-ec9b7931b409" providerId="ADAL" clId="{6239CB49-E84F-455D-9502-06F26594D634}" dt="2025-09-23T05:07:10.493" v="155" actId="58"/>
          <ac:spMkLst>
            <pc:docMk/>
            <pc:sldMk cId="1095908878" sldId="595"/>
            <ac:spMk id="6" creationId="{A57DF021-6CBA-BB58-54F5-51C886D111EF}"/>
          </ac:spMkLst>
        </pc:spChg>
        <pc:picChg chg="del">
          <ac:chgData name="Deepika Vatsa" userId="f7100972-27fe-4ee6-8fb4-ec9b7931b409" providerId="ADAL" clId="{6239CB49-E84F-455D-9502-06F26594D634}" dt="2025-09-23T05:06:06.580" v="129" actId="478"/>
          <ac:picMkLst>
            <pc:docMk/>
            <pc:sldMk cId="1095908878" sldId="595"/>
            <ac:picMk id="5" creationId="{63ACB760-E1BD-2804-5E4F-1E5C596738E5}"/>
          </ac:picMkLst>
        </pc:picChg>
        <pc:inkChg chg="add">
          <ac:chgData name="Deepika Vatsa" userId="f7100972-27fe-4ee6-8fb4-ec9b7931b409" providerId="ADAL" clId="{6239CB49-E84F-455D-9502-06F26594D634}" dt="2025-09-24T11:38:14.986" v="988"/>
          <ac:inkMkLst>
            <pc:docMk/>
            <pc:sldMk cId="1095908878" sldId="595"/>
            <ac:inkMk id="4" creationId="{BF25FA2D-9FB6-4A91-F6B8-CB3CD6563545}"/>
          </ac:inkMkLst>
        </pc:inkChg>
      </pc:sldChg>
      <pc:sldChg chg="addSp modSp add mod">
        <pc:chgData name="Deepika Vatsa" userId="f7100972-27fe-4ee6-8fb4-ec9b7931b409" providerId="ADAL" clId="{6239CB49-E84F-455D-9502-06F26594D634}" dt="2025-09-24T11:38:14.986" v="988"/>
        <pc:sldMkLst>
          <pc:docMk/>
          <pc:sldMk cId="3673669300" sldId="596"/>
        </pc:sldMkLst>
        <pc:spChg chg="mod">
          <ac:chgData name="Deepika Vatsa" userId="f7100972-27fe-4ee6-8fb4-ec9b7931b409" providerId="ADAL" clId="{6239CB49-E84F-455D-9502-06F26594D634}" dt="2025-09-23T05:37:19.003" v="633" actId="20577"/>
          <ac:spMkLst>
            <pc:docMk/>
            <pc:sldMk cId="3673669300" sldId="596"/>
            <ac:spMk id="2" creationId="{00000000-0000-0000-0000-000000000000}"/>
          </ac:spMkLst>
        </pc:spChg>
        <pc:spChg chg="mod">
          <ac:chgData name="Deepika Vatsa" userId="f7100972-27fe-4ee6-8fb4-ec9b7931b409" providerId="ADAL" clId="{6239CB49-E84F-455D-9502-06F26594D634}" dt="2025-09-23T05:08:47.627" v="226" actId="20577"/>
          <ac:spMkLst>
            <pc:docMk/>
            <pc:sldMk cId="3673669300" sldId="596"/>
            <ac:spMk id="6" creationId="{A57DF021-6CBA-BB58-54F5-51C886D111EF}"/>
          </ac:spMkLst>
        </pc:spChg>
        <pc:inkChg chg="add">
          <ac:chgData name="Deepika Vatsa" userId="f7100972-27fe-4ee6-8fb4-ec9b7931b409" providerId="ADAL" clId="{6239CB49-E84F-455D-9502-06F26594D634}" dt="2025-09-24T11:38:14.986" v="988"/>
          <ac:inkMkLst>
            <pc:docMk/>
            <pc:sldMk cId="3673669300" sldId="596"/>
            <ac:inkMk id="4" creationId="{7C8DC4E5-014C-B6A2-7A76-CE4C3D5BFE4F}"/>
          </ac:inkMkLst>
        </pc:inkChg>
      </pc:sldChg>
      <pc:sldChg chg="addSp delSp modSp add mod">
        <pc:chgData name="Deepika Vatsa" userId="f7100972-27fe-4ee6-8fb4-ec9b7931b409" providerId="ADAL" clId="{6239CB49-E84F-455D-9502-06F26594D634}" dt="2025-09-24T11:38:14.986" v="988"/>
        <pc:sldMkLst>
          <pc:docMk/>
          <pc:sldMk cId="3645432103" sldId="597"/>
        </pc:sldMkLst>
        <pc:spChg chg="del">
          <ac:chgData name="Deepika Vatsa" userId="f7100972-27fe-4ee6-8fb4-ec9b7931b409" providerId="ADAL" clId="{6239CB49-E84F-455D-9502-06F26594D634}" dt="2025-09-23T05:09:11.516" v="228" actId="478"/>
          <ac:spMkLst>
            <pc:docMk/>
            <pc:sldMk cId="3645432103" sldId="597"/>
            <ac:spMk id="6" creationId="{A57DF021-6CBA-BB58-54F5-51C886D111EF}"/>
          </ac:spMkLst>
        </pc:spChg>
        <pc:picChg chg="add mod">
          <ac:chgData name="Deepika Vatsa" userId="f7100972-27fe-4ee6-8fb4-ec9b7931b409" providerId="ADAL" clId="{6239CB49-E84F-455D-9502-06F26594D634}" dt="2025-09-23T05:09:18.885" v="231" actId="1076"/>
          <ac:picMkLst>
            <pc:docMk/>
            <pc:sldMk cId="3645432103" sldId="597"/>
            <ac:picMk id="5" creationId="{68452FC3-C3AC-A385-E0A8-32ECC118BB7E}"/>
          </ac:picMkLst>
        </pc:picChg>
        <pc:inkChg chg="add">
          <ac:chgData name="Deepika Vatsa" userId="f7100972-27fe-4ee6-8fb4-ec9b7931b409" providerId="ADAL" clId="{6239CB49-E84F-455D-9502-06F26594D634}" dt="2025-09-24T11:38:14.986" v="988"/>
          <ac:inkMkLst>
            <pc:docMk/>
            <pc:sldMk cId="3645432103" sldId="597"/>
            <ac:inkMk id="4" creationId="{6DA3101D-71FA-5F08-A4F5-7FADE9CADC9E}"/>
          </ac:inkMkLst>
        </pc:inkChg>
      </pc:sldChg>
      <pc:sldChg chg="addSp delSp modSp add mod">
        <pc:chgData name="Deepika Vatsa" userId="f7100972-27fe-4ee6-8fb4-ec9b7931b409" providerId="ADAL" clId="{6239CB49-E84F-455D-9502-06F26594D634}" dt="2025-09-24T11:38:14.986" v="988"/>
        <pc:sldMkLst>
          <pc:docMk/>
          <pc:sldMk cId="1267582242" sldId="598"/>
        </pc:sldMkLst>
        <pc:spChg chg="mod">
          <ac:chgData name="Deepika Vatsa" userId="f7100972-27fe-4ee6-8fb4-ec9b7931b409" providerId="ADAL" clId="{6239CB49-E84F-455D-9502-06F26594D634}" dt="2025-09-23T05:09:36.192" v="243" actId="20577"/>
          <ac:spMkLst>
            <pc:docMk/>
            <pc:sldMk cId="1267582242" sldId="598"/>
            <ac:spMk id="2" creationId="{00000000-0000-0000-0000-000000000000}"/>
          </ac:spMkLst>
        </pc:spChg>
        <pc:spChg chg="add del">
          <ac:chgData name="Deepika Vatsa" userId="f7100972-27fe-4ee6-8fb4-ec9b7931b409" providerId="ADAL" clId="{6239CB49-E84F-455D-9502-06F26594D634}" dt="2025-09-23T05:09:41.776" v="246" actId="22"/>
          <ac:spMkLst>
            <pc:docMk/>
            <pc:sldMk cId="1267582242" sldId="598"/>
            <ac:spMk id="6" creationId="{931BB006-AE97-67D5-1919-6FD6D4E5B0BB}"/>
          </ac:spMkLst>
        </pc:spChg>
        <pc:spChg chg="add mod">
          <ac:chgData name="Deepika Vatsa" userId="f7100972-27fe-4ee6-8fb4-ec9b7931b409" providerId="ADAL" clId="{6239CB49-E84F-455D-9502-06F26594D634}" dt="2025-09-23T05:43:17.517" v="986" actId="20577"/>
          <ac:spMkLst>
            <pc:docMk/>
            <pc:sldMk cId="1267582242" sldId="598"/>
            <ac:spMk id="8" creationId="{ADD2156E-BF86-4EB0-F764-8DDE1DA3BB30}"/>
          </ac:spMkLst>
        </pc:spChg>
        <pc:spChg chg="add del">
          <ac:chgData name="Deepika Vatsa" userId="f7100972-27fe-4ee6-8fb4-ec9b7931b409" providerId="ADAL" clId="{6239CB49-E84F-455D-9502-06F26594D634}" dt="2025-09-23T05:39:26.122" v="674"/>
          <ac:spMkLst>
            <pc:docMk/>
            <pc:sldMk cId="1267582242" sldId="598"/>
            <ac:spMk id="9" creationId="{D4D3E6B4-96FF-E93B-B9E6-5F760A2113E2}"/>
          </ac:spMkLst>
        </pc:spChg>
        <pc:picChg chg="del">
          <ac:chgData name="Deepika Vatsa" userId="f7100972-27fe-4ee6-8fb4-ec9b7931b409" providerId="ADAL" clId="{6239CB49-E84F-455D-9502-06F26594D634}" dt="2025-09-23T05:09:37.923" v="244" actId="478"/>
          <ac:picMkLst>
            <pc:docMk/>
            <pc:sldMk cId="1267582242" sldId="598"/>
            <ac:picMk id="5" creationId="{68452FC3-C3AC-A385-E0A8-32ECC118BB7E}"/>
          </ac:picMkLst>
        </pc:picChg>
        <pc:inkChg chg="add">
          <ac:chgData name="Deepika Vatsa" userId="f7100972-27fe-4ee6-8fb4-ec9b7931b409" providerId="ADAL" clId="{6239CB49-E84F-455D-9502-06F26594D634}" dt="2025-09-24T11:38:14.986" v="988"/>
          <ac:inkMkLst>
            <pc:docMk/>
            <pc:sldMk cId="1267582242" sldId="598"/>
            <ac:inkMk id="4" creationId="{5DCD4186-BF64-E1C8-76B7-39320EB33812}"/>
          </ac:inkMkLst>
        </pc:inkChg>
      </pc:sldChg>
      <pc:sldChg chg="addSp modSp add mod">
        <pc:chgData name="Deepika Vatsa" userId="f7100972-27fe-4ee6-8fb4-ec9b7931b409" providerId="ADAL" clId="{6239CB49-E84F-455D-9502-06F26594D634}" dt="2025-09-24T11:38:14.986" v="988"/>
        <pc:sldMkLst>
          <pc:docMk/>
          <pc:sldMk cId="662555880" sldId="599"/>
        </pc:sldMkLst>
        <pc:spChg chg="mod">
          <ac:chgData name="Deepika Vatsa" userId="f7100972-27fe-4ee6-8fb4-ec9b7931b409" providerId="ADAL" clId="{6239CB49-E84F-455D-9502-06F26594D634}" dt="2025-09-23T05:10:55.159" v="274" actId="20577"/>
          <ac:spMkLst>
            <pc:docMk/>
            <pc:sldMk cId="662555880" sldId="599"/>
            <ac:spMk id="2" creationId="{00000000-0000-0000-0000-000000000000}"/>
          </ac:spMkLst>
        </pc:spChg>
        <pc:spChg chg="mod">
          <ac:chgData name="Deepika Vatsa" userId="f7100972-27fe-4ee6-8fb4-ec9b7931b409" providerId="ADAL" clId="{6239CB49-E84F-455D-9502-06F26594D634}" dt="2025-09-23T05:11:15.376" v="287" actId="5793"/>
          <ac:spMkLst>
            <pc:docMk/>
            <pc:sldMk cId="662555880" sldId="599"/>
            <ac:spMk id="8" creationId="{ADD2156E-BF86-4EB0-F764-8DDE1DA3BB30}"/>
          </ac:spMkLst>
        </pc:spChg>
        <pc:inkChg chg="add">
          <ac:chgData name="Deepika Vatsa" userId="f7100972-27fe-4ee6-8fb4-ec9b7931b409" providerId="ADAL" clId="{6239CB49-E84F-455D-9502-06F26594D634}" dt="2025-09-24T11:38:14.986" v="988"/>
          <ac:inkMkLst>
            <pc:docMk/>
            <pc:sldMk cId="662555880" sldId="599"/>
            <ac:inkMk id="4" creationId="{F0AFC773-4AC8-9CBE-B979-86EA04A225CC}"/>
          </ac:inkMkLst>
        </pc:inkChg>
      </pc:sldChg>
      <pc:sldChg chg="addSp modSp add mod">
        <pc:chgData name="Deepika Vatsa" userId="f7100972-27fe-4ee6-8fb4-ec9b7931b409" providerId="ADAL" clId="{6239CB49-E84F-455D-9502-06F26594D634}" dt="2025-09-24T11:38:14.986" v="988"/>
        <pc:sldMkLst>
          <pc:docMk/>
          <pc:sldMk cId="977754488" sldId="600"/>
        </pc:sldMkLst>
        <pc:spChg chg="mod">
          <ac:chgData name="Deepika Vatsa" userId="f7100972-27fe-4ee6-8fb4-ec9b7931b409" providerId="ADAL" clId="{6239CB49-E84F-455D-9502-06F26594D634}" dt="2025-09-23T05:18:32.930" v="306" actId="20577"/>
          <ac:spMkLst>
            <pc:docMk/>
            <pc:sldMk cId="977754488" sldId="600"/>
            <ac:spMk id="2" creationId="{00000000-0000-0000-0000-000000000000}"/>
          </ac:spMkLst>
        </pc:spChg>
        <pc:spChg chg="mod">
          <ac:chgData name="Deepika Vatsa" userId="f7100972-27fe-4ee6-8fb4-ec9b7931b409" providerId="ADAL" clId="{6239CB49-E84F-455D-9502-06F26594D634}" dt="2025-09-23T05:43:30.337" v="987" actId="20577"/>
          <ac:spMkLst>
            <pc:docMk/>
            <pc:sldMk cId="977754488" sldId="600"/>
            <ac:spMk id="8" creationId="{ADD2156E-BF86-4EB0-F764-8DDE1DA3BB30}"/>
          </ac:spMkLst>
        </pc:spChg>
        <pc:inkChg chg="add">
          <ac:chgData name="Deepika Vatsa" userId="f7100972-27fe-4ee6-8fb4-ec9b7931b409" providerId="ADAL" clId="{6239CB49-E84F-455D-9502-06F26594D634}" dt="2025-09-24T11:38:14.986" v="988"/>
          <ac:inkMkLst>
            <pc:docMk/>
            <pc:sldMk cId="977754488" sldId="600"/>
            <ac:inkMk id="4" creationId="{8645E977-DA97-F3C6-E96F-38162F2A0428}"/>
          </ac:inkMkLst>
        </pc:inkChg>
      </pc:sldChg>
      <pc:sldChg chg="addSp modSp add mod">
        <pc:chgData name="Deepika Vatsa" userId="f7100972-27fe-4ee6-8fb4-ec9b7931b409" providerId="ADAL" clId="{6239CB49-E84F-455D-9502-06F26594D634}" dt="2025-09-24T11:38:14.986" v="988"/>
        <pc:sldMkLst>
          <pc:docMk/>
          <pc:sldMk cId="4167924417" sldId="601"/>
        </pc:sldMkLst>
        <pc:spChg chg="mod">
          <ac:chgData name="Deepika Vatsa" userId="f7100972-27fe-4ee6-8fb4-ec9b7931b409" providerId="ADAL" clId="{6239CB49-E84F-455D-9502-06F26594D634}" dt="2025-09-23T05:19:19.907" v="346" actId="20577"/>
          <ac:spMkLst>
            <pc:docMk/>
            <pc:sldMk cId="4167924417" sldId="601"/>
            <ac:spMk id="2" creationId="{00000000-0000-0000-0000-000000000000}"/>
          </ac:spMkLst>
        </pc:spChg>
        <pc:spChg chg="mod">
          <ac:chgData name="Deepika Vatsa" userId="f7100972-27fe-4ee6-8fb4-ec9b7931b409" providerId="ADAL" clId="{6239CB49-E84F-455D-9502-06F26594D634}" dt="2025-09-23T05:29:28.159" v="524" actId="20577"/>
          <ac:spMkLst>
            <pc:docMk/>
            <pc:sldMk cId="4167924417" sldId="601"/>
            <ac:spMk id="8" creationId="{ADD2156E-BF86-4EB0-F764-8DDE1DA3BB30}"/>
          </ac:spMkLst>
        </pc:spChg>
        <pc:inkChg chg="add">
          <ac:chgData name="Deepika Vatsa" userId="f7100972-27fe-4ee6-8fb4-ec9b7931b409" providerId="ADAL" clId="{6239CB49-E84F-455D-9502-06F26594D634}" dt="2025-09-24T11:38:14.986" v="988"/>
          <ac:inkMkLst>
            <pc:docMk/>
            <pc:sldMk cId="4167924417" sldId="601"/>
            <ac:inkMk id="4" creationId="{0A89287E-9334-5064-8E8F-305CDAC3CEED}"/>
          </ac:inkMkLst>
        </pc:inkChg>
      </pc:sldChg>
      <pc:sldChg chg="addSp modSp add mod">
        <pc:chgData name="Deepika Vatsa" userId="f7100972-27fe-4ee6-8fb4-ec9b7931b409" providerId="ADAL" clId="{6239CB49-E84F-455D-9502-06F26594D634}" dt="2025-09-24T11:38:14.986" v="988"/>
        <pc:sldMkLst>
          <pc:docMk/>
          <pc:sldMk cId="1041999212" sldId="602"/>
        </pc:sldMkLst>
        <pc:spChg chg="mod">
          <ac:chgData name="Deepika Vatsa" userId="f7100972-27fe-4ee6-8fb4-ec9b7931b409" providerId="ADAL" clId="{6239CB49-E84F-455D-9502-06F26594D634}" dt="2025-09-23T05:19:56.039" v="368" actId="20577"/>
          <ac:spMkLst>
            <pc:docMk/>
            <pc:sldMk cId="1041999212" sldId="602"/>
            <ac:spMk id="2" creationId="{00000000-0000-0000-0000-000000000000}"/>
          </ac:spMkLst>
        </pc:spChg>
        <pc:spChg chg="mod">
          <ac:chgData name="Deepika Vatsa" userId="f7100972-27fe-4ee6-8fb4-ec9b7931b409" providerId="ADAL" clId="{6239CB49-E84F-455D-9502-06F26594D634}" dt="2025-09-23T05:20:56.568" v="385" actId="12"/>
          <ac:spMkLst>
            <pc:docMk/>
            <pc:sldMk cId="1041999212" sldId="602"/>
            <ac:spMk id="8" creationId="{ADD2156E-BF86-4EB0-F764-8DDE1DA3BB30}"/>
          </ac:spMkLst>
        </pc:spChg>
        <pc:inkChg chg="add">
          <ac:chgData name="Deepika Vatsa" userId="f7100972-27fe-4ee6-8fb4-ec9b7931b409" providerId="ADAL" clId="{6239CB49-E84F-455D-9502-06F26594D634}" dt="2025-09-24T11:38:14.986" v="988"/>
          <ac:inkMkLst>
            <pc:docMk/>
            <pc:sldMk cId="1041999212" sldId="602"/>
            <ac:inkMk id="4" creationId="{157DB3BD-E76B-3584-C7F2-A3BA57F5B55F}"/>
          </ac:inkMkLst>
        </pc:inkChg>
      </pc:sldChg>
      <pc:sldChg chg="addSp modSp add mod">
        <pc:chgData name="Deepika Vatsa" userId="f7100972-27fe-4ee6-8fb4-ec9b7931b409" providerId="ADAL" clId="{6239CB49-E84F-455D-9502-06F26594D634}" dt="2025-09-24T11:38:14.986" v="988"/>
        <pc:sldMkLst>
          <pc:docMk/>
          <pc:sldMk cId="3644617542" sldId="603"/>
        </pc:sldMkLst>
        <pc:spChg chg="add mod">
          <ac:chgData name="Deepika Vatsa" userId="f7100972-27fe-4ee6-8fb4-ec9b7931b409" providerId="ADAL" clId="{6239CB49-E84F-455D-9502-06F26594D634}" dt="2025-09-23T05:24:33.927" v="457" actId="20577"/>
          <ac:spMkLst>
            <pc:docMk/>
            <pc:sldMk cId="3644617542" sldId="603"/>
            <ac:spMk id="7" creationId="{832FBBC9-A94E-3F4A-2A86-BE3EBF693A31}"/>
          </ac:spMkLst>
        </pc:spChg>
        <pc:spChg chg="mod">
          <ac:chgData name="Deepika Vatsa" userId="f7100972-27fe-4ee6-8fb4-ec9b7931b409" providerId="ADAL" clId="{6239CB49-E84F-455D-9502-06F26594D634}" dt="2025-09-23T05:21:58.786" v="418" actId="20577"/>
          <ac:spMkLst>
            <pc:docMk/>
            <pc:sldMk cId="3644617542" sldId="603"/>
            <ac:spMk id="8" creationId="{ADD2156E-BF86-4EB0-F764-8DDE1DA3BB30}"/>
          </ac:spMkLst>
        </pc:spChg>
        <pc:picChg chg="add mod">
          <ac:chgData name="Deepika Vatsa" userId="f7100972-27fe-4ee6-8fb4-ec9b7931b409" providerId="ADAL" clId="{6239CB49-E84F-455D-9502-06F26594D634}" dt="2025-09-23T05:22:11.354" v="423" actId="14100"/>
          <ac:picMkLst>
            <pc:docMk/>
            <pc:sldMk cId="3644617542" sldId="603"/>
            <ac:picMk id="5" creationId="{ABF1ED44-8B8E-356D-0E04-7974A0F67AD2}"/>
          </ac:picMkLst>
        </pc:picChg>
        <pc:inkChg chg="add">
          <ac:chgData name="Deepika Vatsa" userId="f7100972-27fe-4ee6-8fb4-ec9b7931b409" providerId="ADAL" clId="{6239CB49-E84F-455D-9502-06F26594D634}" dt="2025-09-24T11:38:14.986" v="988"/>
          <ac:inkMkLst>
            <pc:docMk/>
            <pc:sldMk cId="3644617542" sldId="603"/>
            <ac:inkMk id="4" creationId="{1FCDC588-E88D-99DB-C77D-6C8FFF2D902C}"/>
          </ac:inkMkLst>
        </pc:inkChg>
      </pc:sldChg>
      <pc:sldChg chg="addSp delSp modSp add mod">
        <pc:chgData name="Deepika Vatsa" userId="f7100972-27fe-4ee6-8fb4-ec9b7931b409" providerId="ADAL" clId="{6239CB49-E84F-455D-9502-06F26594D634}" dt="2025-09-24T11:38:14.986" v="988"/>
        <pc:sldMkLst>
          <pc:docMk/>
          <pc:sldMk cId="1957157253" sldId="604"/>
        </pc:sldMkLst>
        <pc:spChg chg="add mod">
          <ac:chgData name="Deepika Vatsa" userId="f7100972-27fe-4ee6-8fb4-ec9b7931b409" providerId="ADAL" clId="{6239CB49-E84F-455D-9502-06F26594D634}" dt="2025-09-23T05:25:43.053" v="491" actId="20577"/>
          <ac:spMkLst>
            <pc:docMk/>
            <pc:sldMk cId="1957157253" sldId="604"/>
            <ac:spMk id="6" creationId="{42189904-3A30-D33D-DCDB-DF8AD64E4848}"/>
          </ac:spMkLst>
        </pc:spChg>
        <pc:spChg chg="del">
          <ac:chgData name="Deepika Vatsa" userId="f7100972-27fe-4ee6-8fb4-ec9b7931b409" providerId="ADAL" clId="{6239CB49-E84F-455D-9502-06F26594D634}" dt="2025-09-23T05:24:52.503" v="459" actId="478"/>
          <ac:spMkLst>
            <pc:docMk/>
            <pc:sldMk cId="1957157253" sldId="604"/>
            <ac:spMk id="7" creationId="{832FBBC9-A94E-3F4A-2A86-BE3EBF693A31}"/>
          </ac:spMkLst>
        </pc:spChg>
        <pc:spChg chg="del mod">
          <ac:chgData name="Deepika Vatsa" userId="f7100972-27fe-4ee6-8fb4-ec9b7931b409" providerId="ADAL" clId="{6239CB49-E84F-455D-9502-06F26594D634}" dt="2025-09-23T05:25:06.455" v="466" actId="478"/>
          <ac:spMkLst>
            <pc:docMk/>
            <pc:sldMk cId="1957157253" sldId="604"/>
            <ac:spMk id="8" creationId="{ADD2156E-BF86-4EB0-F764-8DDE1DA3BB30}"/>
          </ac:spMkLst>
        </pc:spChg>
        <pc:picChg chg="del">
          <ac:chgData name="Deepika Vatsa" userId="f7100972-27fe-4ee6-8fb4-ec9b7931b409" providerId="ADAL" clId="{6239CB49-E84F-455D-9502-06F26594D634}" dt="2025-09-23T05:24:53.839" v="460" actId="478"/>
          <ac:picMkLst>
            <pc:docMk/>
            <pc:sldMk cId="1957157253" sldId="604"/>
            <ac:picMk id="5" creationId="{ABF1ED44-8B8E-356D-0E04-7974A0F67AD2}"/>
          </ac:picMkLst>
        </pc:picChg>
        <pc:inkChg chg="add">
          <ac:chgData name="Deepika Vatsa" userId="f7100972-27fe-4ee6-8fb4-ec9b7931b409" providerId="ADAL" clId="{6239CB49-E84F-455D-9502-06F26594D634}" dt="2025-09-24T11:38:14.986" v="988"/>
          <ac:inkMkLst>
            <pc:docMk/>
            <pc:sldMk cId="1957157253" sldId="604"/>
            <ac:inkMk id="4" creationId="{C1426D86-C313-12A2-FA7B-E47CCFCF4106}"/>
          </ac:inkMkLst>
        </pc:inkChg>
      </pc:sldChg>
      <pc:sldChg chg="addSp modSp add mod">
        <pc:chgData name="Deepika Vatsa" userId="f7100972-27fe-4ee6-8fb4-ec9b7931b409" providerId="ADAL" clId="{6239CB49-E84F-455D-9502-06F26594D634}" dt="2025-09-24T11:38:14.986" v="988"/>
        <pc:sldMkLst>
          <pc:docMk/>
          <pc:sldMk cId="1016007616" sldId="605"/>
        </pc:sldMkLst>
        <pc:spChg chg="mod">
          <ac:chgData name="Deepika Vatsa" userId="f7100972-27fe-4ee6-8fb4-ec9b7931b409" providerId="ADAL" clId="{6239CB49-E84F-455D-9502-06F26594D634}" dt="2025-09-23T05:26:20.104" v="505" actId="20577"/>
          <ac:spMkLst>
            <pc:docMk/>
            <pc:sldMk cId="1016007616" sldId="605"/>
            <ac:spMk id="6" creationId="{42189904-3A30-D33D-DCDB-DF8AD64E4848}"/>
          </ac:spMkLst>
        </pc:spChg>
        <pc:picChg chg="add mod">
          <ac:chgData name="Deepika Vatsa" userId="f7100972-27fe-4ee6-8fb4-ec9b7931b409" providerId="ADAL" clId="{6239CB49-E84F-455D-9502-06F26594D634}" dt="2025-09-23T05:27:51.105" v="507" actId="1076"/>
          <ac:picMkLst>
            <pc:docMk/>
            <pc:sldMk cId="1016007616" sldId="605"/>
            <ac:picMk id="5" creationId="{9BB5B329-15CC-504F-E3C7-77CBED5C9628}"/>
          </ac:picMkLst>
        </pc:picChg>
        <pc:inkChg chg="add">
          <ac:chgData name="Deepika Vatsa" userId="f7100972-27fe-4ee6-8fb4-ec9b7931b409" providerId="ADAL" clId="{6239CB49-E84F-455D-9502-06F26594D634}" dt="2025-09-24T11:38:14.986" v="988"/>
          <ac:inkMkLst>
            <pc:docMk/>
            <pc:sldMk cId="1016007616" sldId="605"/>
            <ac:inkMk id="4" creationId="{32FF24A9-FC5B-BB70-821B-AC142CFC7D0F}"/>
          </ac:inkMkLst>
        </pc:inkChg>
      </pc:sldChg>
      <pc:sldChg chg="addSp modSp add mod">
        <pc:chgData name="Deepika Vatsa" userId="f7100972-27fe-4ee6-8fb4-ec9b7931b409" providerId="ADAL" clId="{6239CB49-E84F-455D-9502-06F26594D634}" dt="2025-09-24T11:38:14.986" v="988"/>
        <pc:sldMkLst>
          <pc:docMk/>
          <pc:sldMk cId="3159525374" sldId="606"/>
        </pc:sldMkLst>
        <pc:spChg chg="mod">
          <ac:chgData name="Deepika Vatsa" userId="f7100972-27fe-4ee6-8fb4-ec9b7931b409" providerId="ADAL" clId="{6239CB49-E84F-455D-9502-06F26594D634}" dt="2025-09-23T05:32:35.722" v="607" actId="20577"/>
          <ac:spMkLst>
            <pc:docMk/>
            <pc:sldMk cId="3159525374" sldId="606"/>
            <ac:spMk id="8" creationId="{ADD2156E-BF86-4EB0-F764-8DDE1DA3BB30}"/>
          </ac:spMkLst>
        </pc:spChg>
        <pc:picChg chg="add mod">
          <ac:chgData name="Deepika Vatsa" userId="f7100972-27fe-4ee6-8fb4-ec9b7931b409" providerId="ADAL" clId="{6239CB49-E84F-455D-9502-06F26594D634}" dt="2025-09-23T05:32:40.251" v="608" actId="1076"/>
          <ac:picMkLst>
            <pc:docMk/>
            <pc:sldMk cId="3159525374" sldId="606"/>
            <ac:picMk id="5" creationId="{3732AA7D-FE53-F982-4435-668FDD00F9CC}"/>
          </ac:picMkLst>
        </pc:picChg>
        <pc:inkChg chg="add">
          <ac:chgData name="Deepika Vatsa" userId="f7100972-27fe-4ee6-8fb4-ec9b7931b409" providerId="ADAL" clId="{6239CB49-E84F-455D-9502-06F26594D634}" dt="2025-09-24T11:38:14.986" v="988"/>
          <ac:inkMkLst>
            <pc:docMk/>
            <pc:sldMk cId="3159525374" sldId="606"/>
            <ac:inkMk id="4" creationId="{25CA90CB-61FC-525D-233C-A589EA19AC5C}"/>
          </ac:inkMkLst>
        </pc:inkChg>
      </pc:sldChg>
      <pc:sldChg chg="addSp delSp modSp add mod">
        <pc:chgData name="Deepika Vatsa" userId="f7100972-27fe-4ee6-8fb4-ec9b7931b409" providerId="ADAL" clId="{6239CB49-E84F-455D-9502-06F26594D634}" dt="2025-09-24T11:38:14.986" v="988"/>
        <pc:sldMkLst>
          <pc:docMk/>
          <pc:sldMk cId="3564807532" sldId="607"/>
        </pc:sldMkLst>
        <pc:spChg chg="mod">
          <ac:chgData name="Deepika Vatsa" userId="f7100972-27fe-4ee6-8fb4-ec9b7931b409" providerId="ADAL" clId="{6239CB49-E84F-455D-9502-06F26594D634}" dt="2025-09-23T05:34:32.617" v="631" actId="1076"/>
          <ac:spMkLst>
            <pc:docMk/>
            <pc:sldMk cId="3564807532" sldId="607"/>
            <ac:spMk id="8" creationId="{ADD2156E-BF86-4EB0-F764-8DDE1DA3BB30}"/>
          </ac:spMkLst>
        </pc:spChg>
        <pc:picChg chg="del">
          <ac:chgData name="Deepika Vatsa" userId="f7100972-27fe-4ee6-8fb4-ec9b7931b409" providerId="ADAL" clId="{6239CB49-E84F-455D-9502-06F26594D634}" dt="2025-09-23T05:33:08.273" v="611" actId="478"/>
          <ac:picMkLst>
            <pc:docMk/>
            <pc:sldMk cId="3564807532" sldId="607"/>
            <ac:picMk id="5" creationId="{3732AA7D-FE53-F982-4435-668FDD00F9CC}"/>
          </ac:picMkLst>
        </pc:picChg>
        <pc:picChg chg="add mod modCrop">
          <ac:chgData name="Deepika Vatsa" userId="f7100972-27fe-4ee6-8fb4-ec9b7931b409" providerId="ADAL" clId="{6239CB49-E84F-455D-9502-06F26594D634}" dt="2025-09-23T05:34:00.119" v="621" actId="14100"/>
          <ac:picMkLst>
            <pc:docMk/>
            <pc:sldMk cId="3564807532" sldId="607"/>
            <ac:picMk id="6" creationId="{0B6E03FC-F062-81B8-8786-3C1C8DC56C74}"/>
          </ac:picMkLst>
        </pc:picChg>
        <pc:inkChg chg="add">
          <ac:chgData name="Deepika Vatsa" userId="f7100972-27fe-4ee6-8fb4-ec9b7931b409" providerId="ADAL" clId="{6239CB49-E84F-455D-9502-06F26594D634}" dt="2025-09-24T11:38:14.986" v="988"/>
          <ac:inkMkLst>
            <pc:docMk/>
            <pc:sldMk cId="3564807532" sldId="607"/>
            <ac:inkMk id="4" creationId="{3B9C988B-65A9-7181-F367-DBAE1636B181}"/>
          </ac:inkMkLst>
        </pc:inkChg>
      </pc:sldChg>
      <pc:sldChg chg="del">
        <pc:chgData name="Deepika Vatsa" userId="f7100972-27fe-4ee6-8fb4-ec9b7931b409" providerId="ADAL" clId="{6239CB49-E84F-455D-9502-06F26594D634}" dt="2025-09-23T05:00:51.298" v="23" actId="47"/>
        <pc:sldMkLst>
          <pc:docMk/>
          <pc:sldMk cId="4060805478" sldId="620"/>
        </pc:sldMkLst>
      </pc:sldChg>
      <pc:sldChg chg="del">
        <pc:chgData name="Deepika Vatsa" userId="f7100972-27fe-4ee6-8fb4-ec9b7931b409" providerId="ADAL" clId="{6239CB49-E84F-455D-9502-06F26594D634}" dt="2025-09-23T05:00:51.298" v="23" actId="47"/>
        <pc:sldMkLst>
          <pc:docMk/>
          <pc:sldMk cId="1948371539" sldId="629"/>
        </pc:sldMkLst>
      </pc:sldChg>
      <pc:sldChg chg="del">
        <pc:chgData name="Deepika Vatsa" userId="f7100972-27fe-4ee6-8fb4-ec9b7931b409" providerId="ADAL" clId="{6239CB49-E84F-455D-9502-06F26594D634}" dt="2025-09-23T05:00:51.298" v="23" actId="47"/>
        <pc:sldMkLst>
          <pc:docMk/>
          <pc:sldMk cId="2752782814" sldId="630"/>
        </pc:sldMkLst>
      </pc:sldChg>
      <pc:sldChg chg="del">
        <pc:chgData name="Deepika Vatsa" userId="f7100972-27fe-4ee6-8fb4-ec9b7931b409" providerId="ADAL" clId="{6239CB49-E84F-455D-9502-06F26594D634}" dt="2025-09-23T05:00:51.298" v="23" actId="47"/>
        <pc:sldMkLst>
          <pc:docMk/>
          <pc:sldMk cId="4075029183" sldId="631"/>
        </pc:sldMkLst>
      </pc:sldChg>
      <pc:sldChg chg="del">
        <pc:chgData name="Deepika Vatsa" userId="f7100972-27fe-4ee6-8fb4-ec9b7931b409" providerId="ADAL" clId="{6239CB49-E84F-455D-9502-06F26594D634}" dt="2025-09-23T05:00:51.298" v="23" actId="47"/>
        <pc:sldMkLst>
          <pc:docMk/>
          <pc:sldMk cId="1034070740" sldId="632"/>
        </pc:sldMkLst>
      </pc:sldChg>
      <pc:sldChg chg="del">
        <pc:chgData name="Deepika Vatsa" userId="f7100972-27fe-4ee6-8fb4-ec9b7931b409" providerId="ADAL" clId="{6239CB49-E84F-455D-9502-06F26594D634}" dt="2025-09-23T05:00:51.298" v="23" actId="47"/>
        <pc:sldMkLst>
          <pc:docMk/>
          <pc:sldMk cId="482903048" sldId="633"/>
        </pc:sldMkLst>
      </pc:sldChg>
      <pc:sldChg chg="del">
        <pc:chgData name="Deepika Vatsa" userId="f7100972-27fe-4ee6-8fb4-ec9b7931b409" providerId="ADAL" clId="{6239CB49-E84F-455D-9502-06F26594D634}" dt="2025-09-23T05:00:51.298" v="23" actId="47"/>
        <pc:sldMkLst>
          <pc:docMk/>
          <pc:sldMk cId="2046699416" sldId="634"/>
        </pc:sldMkLst>
      </pc:sldChg>
      <pc:sldChg chg="del">
        <pc:chgData name="Deepika Vatsa" userId="f7100972-27fe-4ee6-8fb4-ec9b7931b409" providerId="ADAL" clId="{6239CB49-E84F-455D-9502-06F26594D634}" dt="2025-09-23T05:00:51.298" v="23" actId="47"/>
        <pc:sldMkLst>
          <pc:docMk/>
          <pc:sldMk cId="746225030" sldId="635"/>
        </pc:sldMkLst>
      </pc:sldChg>
      <pc:sldChg chg="del">
        <pc:chgData name="Deepika Vatsa" userId="f7100972-27fe-4ee6-8fb4-ec9b7931b409" providerId="ADAL" clId="{6239CB49-E84F-455D-9502-06F26594D634}" dt="2025-09-23T05:00:51.298" v="23" actId="47"/>
        <pc:sldMkLst>
          <pc:docMk/>
          <pc:sldMk cId="4132203484" sldId="636"/>
        </pc:sldMkLst>
      </pc:sldChg>
      <pc:sldChg chg="del">
        <pc:chgData name="Deepika Vatsa" userId="f7100972-27fe-4ee6-8fb4-ec9b7931b409" providerId="ADAL" clId="{6239CB49-E84F-455D-9502-06F26594D634}" dt="2025-09-23T05:00:51.298" v="23" actId="47"/>
        <pc:sldMkLst>
          <pc:docMk/>
          <pc:sldMk cId="397641393" sldId="637"/>
        </pc:sldMkLst>
      </pc:sldChg>
      <pc:sldChg chg="del">
        <pc:chgData name="Deepika Vatsa" userId="f7100972-27fe-4ee6-8fb4-ec9b7931b409" providerId="ADAL" clId="{6239CB49-E84F-455D-9502-06F26594D634}" dt="2025-09-23T05:00:51.298" v="23" actId="47"/>
        <pc:sldMkLst>
          <pc:docMk/>
          <pc:sldMk cId="2040000702" sldId="638"/>
        </pc:sldMkLst>
      </pc:sldChg>
      <pc:sldChg chg="del">
        <pc:chgData name="Deepika Vatsa" userId="f7100972-27fe-4ee6-8fb4-ec9b7931b409" providerId="ADAL" clId="{6239CB49-E84F-455D-9502-06F26594D634}" dt="2025-09-23T05:00:51.298" v="23" actId="47"/>
        <pc:sldMkLst>
          <pc:docMk/>
          <pc:sldMk cId="97423181" sldId="639"/>
        </pc:sldMkLst>
      </pc:sldChg>
      <pc:sldChg chg="del">
        <pc:chgData name="Deepika Vatsa" userId="f7100972-27fe-4ee6-8fb4-ec9b7931b409" providerId="ADAL" clId="{6239CB49-E84F-455D-9502-06F26594D634}" dt="2025-09-23T05:00:51.298" v="23" actId="47"/>
        <pc:sldMkLst>
          <pc:docMk/>
          <pc:sldMk cId="2583778159" sldId="640"/>
        </pc:sldMkLst>
      </pc:sldChg>
      <pc:sldChg chg="del">
        <pc:chgData name="Deepika Vatsa" userId="f7100972-27fe-4ee6-8fb4-ec9b7931b409" providerId="ADAL" clId="{6239CB49-E84F-455D-9502-06F26594D634}" dt="2025-09-23T05:00:51.298" v="23" actId="47"/>
        <pc:sldMkLst>
          <pc:docMk/>
          <pc:sldMk cId="1325567634" sldId="641"/>
        </pc:sldMkLst>
      </pc:sldChg>
      <pc:sldChg chg="del">
        <pc:chgData name="Deepika Vatsa" userId="f7100972-27fe-4ee6-8fb4-ec9b7931b409" providerId="ADAL" clId="{6239CB49-E84F-455D-9502-06F26594D634}" dt="2025-09-23T05:00:51.298" v="23" actId="47"/>
        <pc:sldMkLst>
          <pc:docMk/>
          <pc:sldMk cId="3281371514" sldId="642"/>
        </pc:sldMkLst>
      </pc:sldChg>
      <pc:sldChg chg="del">
        <pc:chgData name="Deepika Vatsa" userId="f7100972-27fe-4ee6-8fb4-ec9b7931b409" providerId="ADAL" clId="{6239CB49-E84F-455D-9502-06F26594D634}" dt="2025-09-23T05:00:51.298" v="23" actId="47"/>
        <pc:sldMkLst>
          <pc:docMk/>
          <pc:sldMk cId="1316392785" sldId="643"/>
        </pc:sldMkLst>
      </pc:sldChg>
      <pc:sldChg chg="del">
        <pc:chgData name="Deepika Vatsa" userId="f7100972-27fe-4ee6-8fb4-ec9b7931b409" providerId="ADAL" clId="{6239CB49-E84F-455D-9502-06F26594D634}" dt="2025-09-23T05:00:51.298" v="23" actId="47"/>
        <pc:sldMkLst>
          <pc:docMk/>
          <pc:sldMk cId="4154143070" sldId="644"/>
        </pc:sldMkLst>
      </pc:sldChg>
      <pc:sldChg chg="del">
        <pc:chgData name="Deepika Vatsa" userId="f7100972-27fe-4ee6-8fb4-ec9b7931b409" providerId="ADAL" clId="{6239CB49-E84F-455D-9502-06F26594D634}" dt="2025-09-23T05:00:51.298" v="23" actId="47"/>
        <pc:sldMkLst>
          <pc:docMk/>
          <pc:sldMk cId="3731779941" sldId="645"/>
        </pc:sldMkLst>
      </pc:sldChg>
      <pc:sldChg chg="del">
        <pc:chgData name="Deepika Vatsa" userId="f7100972-27fe-4ee6-8fb4-ec9b7931b409" providerId="ADAL" clId="{6239CB49-E84F-455D-9502-06F26594D634}" dt="2025-09-23T05:00:51.298" v="23" actId="47"/>
        <pc:sldMkLst>
          <pc:docMk/>
          <pc:sldMk cId="1825479687" sldId="646"/>
        </pc:sldMkLst>
      </pc:sldChg>
      <pc:sldChg chg="del">
        <pc:chgData name="Deepika Vatsa" userId="f7100972-27fe-4ee6-8fb4-ec9b7931b409" providerId="ADAL" clId="{6239CB49-E84F-455D-9502-06F26594D634}" dt="2025-09-23T05:00:51.298" v="23" actId="47"/>
        <pc:sldMkLst>
          <pc:docMk/>
          <pc:sldMk cId="3536546870" sldId="647"/>
        </pc:sldMkLst>
      </pc:sldChg>
      <pc:sldChg chg="del">
        <pc:chgData name="Deepika Vatsa" userId="f7100972-27fe-4ee6-8fb4-ec9b7931b409" providerId="ADAL" clId="{6239CB49-E84F-455D-9502-06F26594D634}" dt="2025-09-23T05:00:51.298" v="23" actId="47"/>
        <pc:sldMkLst>
          <pc:docMk/>
          <pc:sldMk cId="3930264224" sldId="648"/>
        </pc:sldMkLst>
      </pc:sldChg>
      <pc:sldChg chg="del">
        <pc:chgData name="Deepika Vatsa" userId="f7100972-27fe-4ee6-8fb4-ec9b7931b409" providerId="ADAL" clId="{6239CB49-E84F-455D-9502-06F26594D634}" dt="2025-09-23T05:00:51.298" v="23" actId="47"/>
        <pc:sldMkLst>
          <pc:docMk/>
          <pc:sldMk cId="2272648693" sldId="650"/>
        </pc:sldMkLst>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15:24.010"/>
    </inkml:context>
    <inkml:brush xml:id="br0">
      <inkml:brushProperty name="width" value="0.05292" units="cm"/>
      <inkml:brushProperty name="height" value="0.05292" units="cm"/>
      <inkml:brushProperty name="color" value="#FF0000"/>
    </inkml:brush>
  </inkml:definitions>
  <inkml:trace contextRef="#ctx0" brushRef="#br0">8042 3276 779 0,'0'0'148'0,"0"0"44"0,-8-210-67 0,-15 129-41 0,11 0-4 0,8 22 8 0,-4 26-17 0,8 28-19 0,-12 5-10 0,12 0-18 16,0 0-19-16,0 34-5 16,0 29-9-16,0 23 9 15,0 16 7-15,0 13 6 16,0 5-11-16,0 9 1 16,-12 3-3-16,-12-20 2 15,24-12-2-15,-12-30 0 16,12-24 1-16,-12-19-2 15,12-17 1-15,0-10 0 16,0 0 2-16,-24-3 17 16,-20-31-1-16,-3-9-18 0,-13-6 0 15,12 6 0-15,4 4 2 16,8 8-1-16,12 11 4 16,13 8-3-16,-1 12 4 15,12 0 2-15,-8 0-3 16,8 4-5-16,0 24-20 15,0 16 19-15,0 7-2 16,0 7 3-16,20-6 0 16,3-6 0-16,13-4 2 15,0-20-2-15,0-6-4 16,-4-10-5-16,16-6 3 16,23-4-2-16,9-36 5 0,15-14-1 15,-3-4-12 1,-12 5-43-16,-21 4-50 0,-23 10-74 15,12 5-87-15,-16-4-404 16</inkml:trace>
  <inkml:trace contextRef="#ctx0" brushRef="#br0" timeOffset="1132.84">9575 8425 1136 0,'0'0'99'0,"0"0"8"0,0 0 6 15,0 0-59-15,0 0-43 16,0 0 4-16,0 0 15 16,490-3-2-16,-279-2-15 15,20-1-2-15,-16 0-4 16,-20 1-6-16,-20-4 1 16,-31 1-1-16,-29 3 1 15,-31 0-2-15,-29 1-2 0,5 1 1 16,-28-1-13-16,-4 2-46 15,-4 2-58-15,-4-6-22 16,-8 2-90-16,0-6-314 16</inkml:trace>
  <inkml:trace contextRef="#ctx0" brushRef="#br0" timeOffset="5200.29">2110 7852 1038 0,'0'0'107'0,"0"0"22"0,0 0-61 0,0 0 37 16,0 0-41-16,0 0-36 15,0 0-12-15,478-154 2 16,-200 88 0-16,-7 0-5 16,0 3-7-16,-4 8 1 15,-32 4-7-15,-28 10 1 16,-40 10-1-16,-52 9 0 16,-31 9 0-16,-48 6-2 15,-28 0 2-15,-8 0 0 16,0-4-1-16,-36-2 0 15,-32-7-6-15,-11 3 1 0,3 0-1 16,-16-2 5-16,25 1 2 16,7-1 5-16,24 5-2 15,16 5 2-15,8 2 6 16,12 7 4-16,0 0 1 16,0 0-11-16,0 0-5 15,20 0-1-15,52 0 0 16,31 4 2-16,5 13 1 15,-17 3-2-15,1 2-1 16,-32 7 1-16,-24-1-2 16,-13 6 2-16,-23 10 0 15,0 4-2-15,-35 17 1 16,-45 2-7-16,-16 0-21 0,17-4-64 16,7-2-44-1,4-7-90-15,5-7-227 16</inkml:trace>
  <inkml:trace contextRef="#ctx0" brushRef="#br0" timeOffset="7216.2">14727 8239 880 0,'0'0'147'0,"0"0"0"0,0 0-9 0,0 0-23 15,0 0-42-15,0 0-27 0,0 0-17 16,-47-13-5-16,59 8-11 16,83 1-8-16,52-4 7 15,21-4 0-15,19 5-7 16,-12 1-3-16,8 1-1 15,-28 1 3-15,-15-5-4 16,-33 5 0-16,-39-1-1 16,-44 1 1-16,0 4 0 15,-16-4 1-15,-4 4-1 16,4 0 0-16,-8 0-4 16,0 0 3-16,4 0-20 15,-4 0-24-15,0 0-81 0,0 0-67 16,0 0-119-16</inkml:trace>
  <inkml:trace contextRef="#ctx0" brushRef="#br0" timeOffset="10916.13">20509 3364 706 0,'0'0'149'0,"0"0"-27"0,0 0 1 0,0 0-26 16,-32-175-8-16,28 149-44 15,4-1 17-15,0 5-11 16,0 5-3-16,0 5-3 15,0 10-11-15,0-4-3 0,0 6-12 16,0 0-8-16,0 0-9 16,0 0-2-16,0 0-5 15,0 0 5-15,0 0-3 16,0 31-3-16,0 17 5 16,0 15 1-16,-12 17 0 15,4 8 0-15,-8 11 3 16,-4-1-1-16,8 1-2 15,-12-1 0-15,16-9 0 16,-4-9 0-16,-4-8 0 16,5-8 0-16,-1-10 1 15,4-10 0-15,-4-16-1 16,8-7 0-16,4-12-4 0,-8-3 4 16,8-6 3-16,0 0-1 15,0 0 4-15,-4 0 7 16,-8 0 7-16,-20-15 18 15,8-16-29-15,-8 0-5 16,4-3-4-16,-4-4 0 16,5 3 0-16,-5-2 4 15,8 1-4-15,0-5 3 16,16 6-1-16,-4 5 2 16,12 10 0-16,-4 12 16 15,-4 4-9-15,8 4-1 16,-4 0-8-16,4 0-2 0,0 0-5 15,0 0-5-15,0 26-4 16,0 11 13-16,12 13 1 16,12-1 0-16,0 0-1 15,0 4 1-15,0-2 1 16,0-9 0-16,-13-1-1 16,13-10 0-16,-12-10-2 15,8-4 2-15,-8-6 0 16,-8-11 0-16,4 0 1 15,-8 0 1-15,24 0 0 16,20-6 4-16,4-21-3 16,11-14 0-16,9-4-2 15,-4-6 1-15,-9-2-2 16,5 0-3-16,-12 4-2 16,0 2 0-16,-5 12-3 0,-11 3 5 15,-16 4-9-15,-4 5 8 16,0 4 2-16,0 3-15 15,0 0 5-15,0 3-17 16,0 8 5-16,-4-1-24 16,-8 6-39-16,0 0-34 15,0 0-55-15,0 0-84 16,0 11-225-16</inkml:trace>
  <inkml:trace contextRef="#ctx0" brushRef="#br0" timeOffset="12148.78">27249 6638 1034 0,'0'0'54'0,"0"0"31"0,0 0 3 16,0 0-24-16,0 0-48 16,0 0-16-16,72 45 21 15,-48-7 11-15,12 3 28 16,-12-5-20-16,0-11-2 16,-4-7-13-16,-16-9-16 15,7-5 2-15,9-4-2 16,40-9 19-16,44-46 23 15,35-24-29-15,24-7-20 16,-19 4-2-16,-29 10 0 0,-7 14-18 16,-17 11-61-16,5 5-95 15,-17 4-145-15</inkml:trace>
  <inkml:trace contextRef="#ctx0" brushRef="#br0" timeOffset="21167.26">3312 14945 1088 0,'0'0'112'0,"0"0"-49"0,0 0 36 15,0 0-32-15,0 0-49 16,0 0-18-16,0 0 2 15,128-14 13-15,23-10 8 16,24-9-4-16,4 4-14 16,5 0 0-16,-17 2-3 0,-20 3-1 15,-39 10 0 1,-41 1 0-16,-39 9-1 0,-28 1 2 16,0 1 0-16,0 2-2 15,-72-9-2-15,-7-2-21 16,-29-1 22-16,25-7 1 15,3 6 3-15,32-3 3 16,12 7 14-16,17 1-3 16,19 3 17-16,0 2-12 15,0 3-8-15,0-6-10 16,11-4-3-16,69 0 0 16,16 1 2-16,19 6 3 15,1 3-2-15,-1 0-2 16,-31 22-2-16,-1 19 0 15,-35 13 2-15,-16 6-2 0,-32 12-2 16,0 10 2-16,-48 3 0 16,-43 0-12-16,-1-2-40 15,8-10-76-15,17-13-50 16,7-6-214-16</inkml:trace>
  <inkml:trace contextRef="#ctx0" brushRef="#br0" timeOffset="22832.95">7389 13617 119 0,'0'0'767'0,"0"0"-659"0,0 0 12 0,0 0-3 15,0 0-44-15,-55-178-19 0,55 162-15 16,0 7 18 0,0 9 0-16,0 0-20 15,0 0-18-15,0 0-9 0,0 7-10 16,0 31 2-16,0 20-2 16,0 20 13-16,0 11-2 15,20 6 2-15,-4 7-8 16,-5-1-4-16,-3-6 6 15,4-6-5-15,-12-9-2 16,0-12 1-16,0-6-1 16,0-11 0-16,0-14 0 15,0-14 6-15,0-12-6 16,0-3 0-16,0-6 1 16,0-2 1-16,0 0 3 0,0 0-2 15,0 0 10-15,-12-17-6 16,-11-12-6-16,-9-6-1 15,8 1 0-15,0-11 0 16,0 2-1-16,12 1 1 16,0 9-1-16,12 6 1 15,-12 10 0-15,12 6 0 16,0 7 0-16,0 4 4 16,-12 0 0-16,12 0-1 15,0 0-3-15,0 0-1 16,0 31-7-16,0 9 7 0,0 15 1 15,12 4 13 1,12 1-12-16,0-5-1 0,8-4-4 16,-8-6 4-16,0-14 0 15,-8-5 1-15,3-14-1 16,-7-7 0-16,12 0-2 16,0-5 1-16,20 0 1 15,-4 0 2-15,4-32 0 16,23-13 3-16,-15-11-2 15,4-15-1-15,3 2-2 16,-11-7 1-16,-4-1-1 16,-20 8 1-16,0 6 2 15,-12 8-3-15,0 17-3 16,-12 9 0-16,0 9-10 16,0 10-37-16,0 10-71 0,0 0-105 15,0 0-312-15</inkml:trace>
  <inkml:trace contextRef="#ctx0" brushRef="#br0" timeOffset="24549.91">11757 17256 919 0,'0'0'157'0,"0"0"-128"0,0 0 36 0,0 0 37 15,0 0-41-15,0 0-35 16,0 0-8-16,-32-51 14 16,32 57 0-16,0 22-8 15,0 7 39-15,12 5-14 16,0-6-29-16,0-12-7 0,-4-7 0 16,-4-15-9-16,4 0 0 15,4 0 1-15,24-24 1 16,24-50 14-16,59-30-9 15,32-21-11-15,9 9 0 16,-9 10-2-16,-32 21-24 16,-15 20-37-16,-32 21-63 15,-17 13-32-15,-31 9-107 16,-24 4-644-16</inkml:trace>
  <inkml:trace contextRef="#ctx0" brushRef="#br0" timeOffset="28833.35">17634 10989 784 0,'0'0'176'0,"0"0"-115"0,0 0 37 16,0 0 17-16,0 0-50 0,0 0-31 15,0 0-4 1,24-64 19-16,-24 64 1 0,0 0-5 15,0 0-10-15,0 0-7 16,0 0-17-16,0 13-9 16,-36 20 2-16,-20 16-4 15,-15 9 3-15,-9 5-1 16,-4 1 1-16,1-4-3 16,-9-4 0-16,1 2 3 15,7-7-1-15,4-8 0 16,21-10 0-16,15-11 1 15,20-17-3-15,20-1 1 16,4-4 1-16,0 0 0 16,0 0 22-16,0-9 8 15,0-17-21-15,-12-8-10 16,4-11-1-16,8 1 1 16,0-7-1-16,0-6 0 0,0-4 0 15,8 1 0-15,16 0-1 16,-8 15 1-16,4 16 0 15,-20 18 1-15,0 7 0 16,0 4 2-16,0 0 4 16,0 0 1-16,0 11-8 15,0 35-5-15,-20 14 5 16,-28 19 2-16,0 5 2 16,-11-9-3-16,23-4-1 15,4-11 2-15,16-10-4 16,8-8 4-16,8-13-2 15,0-7 0-15,0-6-1 0,44-3-1 16,4-7 2 0,31-1 0-16,-3-5 0 0,15 0 0 15,13 0-5-15,-1-5 2 16,5-14-8-16,-4-2-22 16,-9 6-79-16,1 0-72 15,-17-1-67-15,-19 7-513 16</inkml:trace>
  <inkml:trace contextRef="#ctx0" brushRef="#br0" timeOffset="32066.2">21444 15979 1105 0,'0'0'107'0,"0"0"-90"0,0 0 31 0,0 0 42 16,0 0-39-16,0 0-36 0,116 3-10 16,-68 32 44-16,-13 7 3 15,-11-1-29-15,0-9-5 16,-4-16-4-16,-4-9-1 15,-4-7-1-15,32 0-1 16,35-55 3-16,41-24 14 16,35-23-18-16,16-6-5 15,5 2-5-15,-13 13-3 16,-8 6-27-16,-4 14-118 16,-23 9-159-16,-21 1-747 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16:05.476"/>
    </inkml:context>
    <inkml:brush xml:id="br0">
      <inkml:brushProperty name="width" value="0.05292" units="cm"/>
      <inkml:brushProperty name="height" value="0.05292" units="cm"/>
      <inkml:brushProperty name="color" value="#FF0000"/>
    </inkml:brush>
  </inkml:definitions>
  <inkml:trace contextRef="#ctx0" brushRef="#br0">16010 5187 932 0,'0'0'155'0,"0"0"-25"0,0 0-38 0,0 0 10 16,0 0-38-16,0 0-34 15,0 0-23-15,0 0-7 16,75-62 9-16,100 62 11 15,32-4-8-15,40-5-6 16,-4-2-6-16,-20 1 0 16,-12 4-4-16,-60 2 3 15,-31 3 1-15,-40-3 0 16,-33 2 0-16,-15-2-1 16,-20 4-34-16,-8 0-71 15,8 0-49-15,-4 0-54 0,-4 0-244 16</inkml:trace>
  <inkml:trace contextRef="#ctx0" brushRef="#br0" timeOffset="9000.68">14202 6949 397 0,'0'0'168'0,"0"0"-82"15,0 0-11-15,0 0 17 0,0 0-7 0,0 0-40 16,0 0 35-16,0 0-20 15,-151-62 5-15,127 51-5 16,0 2-30-16,12 1 16 16,-12-1-13-16,12 8-12 15,0-3 19-15,0 4 2 16,0 0-9-16,4 0-8 16,4 0-4-16,4 0-10 15,0 0-6-15,0 0 5 16,0 0 4-16,0 0-9 15,0 0-1-15,0 0 1 16,12 5 2-16,48 12 17 16,20-4 9-16,27-4-6 15,9 0-4-15,23-2-5 0,-8-3-8 16,9-1 6-16,-9-1-14 16,4 2 0-16,9-4 1 15,7 3 0-15,24-3 1 16,12 4 3-16,0-4-7 15,1 0 0-15,-25 0 0 16,-24 0 0-16,13 0 0 16,-9 0-2-16,-4 0-1 15,-11 0 4-15,3 0-1 16,-16 0 0-16,-11 0 1 16,11 0 2-16,-31 0-3 15,20 0 0-15,-21 0-1 0,-15-4 2 16,-8 1 2-16,-25-1-2 15,1 4-2-15,-24-2 2 16,0 2 0-16,-12 0 1 16,0 0 2-16,0 0-1 15,0-3-1-15,0 3-1 16,0 0-1-16,0-4 0 16,0 4-37-16,0 0-53 15,0 0-90-15,-28 0-80 16,-39 0-374-16</inkml:trace>
  <inkml:trace contextRef="#ctx0" brushRef="#br0" timeOffset="9986.99">21747 7092 987 0,'0'0'135'0,"0"0"9"0,0 0-11 16,0 0-19-16,0 0-48 16,0 0-26-16,-80-7-6 15,80 7-18-15,48 0-14 16,91-5 4-16,61-5 3 15,34-2-4-15,-3 2-5 16,-32 6-1-16,-35 4 1 16,-13 0 3-16,-36 0-3 15,-31 0-1-15,-24 0-7 16,-16 0-26-16,-17 0-40 16,-3 14-61-16,-12 2-28 0,-12-5-57 15,0-4-280 1</inkml:trace>
  <inkml:trace contextRef="#ctx0" brushRef="#br0" timeOffset="12489.77">7039 7984 650 0,'0'0'243'0,"0"0"-110"0,0 0 25 0,0 0-47 15,0 0 4 1,0 0-18-16,0 0-37 0,-231-10-16 15,231 10-17 1,0 0-20-16,0 0 1 0,24 0-2 16,99-2-2-16,77-11 7 15,58-1 3-15,37 0-11 16,4 4-1-16,-17 3 1 16,-11 7-3-16,-36 0 1 15,-48 0 0-15,-40 0-1 16,-51 0-3-16,-36 0 3 15,-25 0-1-15,-15 0 1 16,-8 0 0-16,-12 0 1 0,0 3-1 16,0-3 0-1,0 0 1-15,0 0-1 0,0 0-2 16,0 4-19 0,-20 8-24-16,-19 8-28 0,-29 6-92 15,32-9-51-15,24-3-292 16</inkml:trace>
  <inkml:trace contextRef="#ctx0" brushRef="#br0" timeOffset="13472.03">13266 8190 797 0,'0'0'144'0,"0"0"-21"0,0 0-1 0,0 0-5 16,0 0-31-16,0 0-24 15,-95-2-23-15,95 2 3 16,0 0-19-16,0 0-15 15,95 0-6-15,68 0 13 16,72 0 5-16,48 0-16 16,16 0 1-16,-17 0-2 15,13-4-1-15,-28-1 1 16,4-1 3-16,-29-5-5 16,-11 2-1-16,-40 0 0 15,-39 0-1-15,-49-2 1 0,-11 5 0 16,-40 0 0-1,-29 1-4-15,-3 4 3 0,-8-3 1 16,-12 0 0-16,0 4 2 16,0-3 0-16,0-2 0 15,0 5-1-15,0-4-1 16,0 4-17-16,0 0-32 16,-43 0-110-16,-17 0-188 15</inkml:trace>
  <inkml:trace contextRef="#ctx0" brushRef="#br0" timeOffset="30667.17">15185 10122 909 0,'0'0'116'0,"0"0"-18"0,0 0 33 0,0 0-42 15,0 0-26-15,0 0-22 16,0 0-11-16,-119 0-9 16,119 0-11-16,0 1 1 15,56 13 7-15,39-5 32 16,72 2-10-16,40-6-20 16,36-5-5-16,20 0-9 15,12 0-3-15,-4 0-2 16,19-19 4-16,-7-1-1 15,-16-2 0-15,-44 7-3 16,-24 0 0-16,-56 4 2 16,-27 8-3-16,-45-3 1 0,-39 3-1 15,-8 3 0-15,-24-2 1 16,0 2 5-16,0 0 0 16,0-6-3-16,0 6 2 15,0-1-5-15,0 1 0 16,0 0 0-16,0 0-1 15,0 0-31-15,0 0-67 16,0 0-123-16,12 1-56 16,24 5-481-16</inkml:trace>
  <inkml:trace contextRef="#ctx0" brushRef="#br0" timeOffset="31686.39">22265 10160 648 0,'0'0'99'0,"0"0"19"0,0 0 2 0,-307 0 7 0,247 0-24 16,-7 2-43-1,23 2-2-15,4-1-2 0,8 1 7 16,16-3-32-16,8-1-10 16,8 0 5-16,0 0-9 15,0 0-7-15,56 5-5 16,63-2 22-16,65-2 5 15,43-1-17-15,15 0-2 16,25 5-7-16,-28-5 2 16,-8 0 0-16,-44 0-3 15,-36 0-4-15,-31 3 1 16,-41-3-2-16,-23 0 1 16,-32 0 3-16,-12 0-3 15,-12 0 2-15,0 0 2 16,0 0 3-16,0 0-5 0,0 0-3 15,0 0-5-15,0 3-1 16,0 0-38-16,-12 7-63 16,-20 3-78-16,-4 0-76 15,24-13-478-15</inkml:trace>
  <inkml:trace contextRef="#ctx0" brushRef="#br0" timeOffset="33534.76">3874 11226 811 0,'0'0'175'0,"0"0"-81"0,0 0 4 0,0 0 11 16,0 0-47-16,0 0-35 15,0 0-12-15,83 22 39 16,104-22 20-16,56 0-46 15,36 0-12-15,16 0-8 16,7 0-2-16,13 0-1 16,-9 0-5-16,-27 0 3 15,-68 0-3-15,-48 0-3 16,-79 0 2-16,-36 9 1 16,-40-5 0-16,-8 0-2 15,0-3 0-15,0-1 1 16,0 0 2-16,0 0-2 0,0 0 1 15,0 11-28-15,0 0-93 16,-8 9-27 0,-16-7-144-16</inkml:trace>
  <inkml:trace contextRef="#ctx0" brushRef="#br0" timeOffset="35234.15">20501 10473 544 0,'0'0'352'0,"0"0"-222"16,0 0-24-16,0 0 23 0,0 0-44 16,0 0-34-16,-12-91 13 15,12 91-20-15,0 0-25 16,0 13-17-16,12 18-1 15,20 11 23-15,3 5-12 16,-23 7 14-16,0 0-16 16,-12 3 2-16,0-6-3 15,0-5-3-15,0-3-4 16,12-15 0-16,-12-5-2 0,0-7 2 16,12-7 3-16,-4-2-4 15,8-7 5 1,16 0 0-16,28 0-3 0,31 0 21 15,29 0-12-15,43 0-5 16,12-16 0-16,36-12-4 16,44 2-1-16,16-7 2 15,-1 6-3-15,9 0-1 16,-12 6 1-16,-32 10-1 16,-4 2 0-16,-28 4 0 15,-20 0 1-15,-8-1-1 16,-20 1 0-16,-15 1 0 15,-1 2 5-15,-19-5-4 0,-9-1-1 16,-11 7-4-16,-9-7 4 16,1 5 6-16,-9-6-4 15,-3 0-2-15,-8-7 0 16,-1-3 1-16,-3-1 10 16,-12-6 1-16,-16 5 13 15,-17-4-3-15,-11-4 2 16,-12-6 8-16,0-5 6 15,0-9-18-15,-12-5-3 16,-15 0-8-16,-5 3 6 0,8 14-5 16,0 3-5-1,0 12-2-15,4 11-3 16,8 3-9-16,8 8-27 0,-4 0-131 16,-4 8-200-16,12 8-285 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16:50.160"/>
    </inkml:context>
    <inkml:brush xml:id="br0">
      <inkml:brushProperty name="width" value="0.05292" units="cm"/>
      <inkml:brushProperty name="height" value="0.05292" units="cm"/>
      <inkml:brushProperty name="color" value="#FF0000"/>
    </inkml:brush>
  </inkml:definitions>
  <inkml:trace contextRef="#ctx0" brushRef="#br0">19704 4851 428 0,'0'0'298'0,"0"0"-134"0,0 0-36 15,0 0-29-15,0 0-33 16,0 0-23-16,0 0-4 15,0 0 2-15,-83 13-11 16,83-13-10-16,0 6 5 16,28-3-6-16,27 7 39 15,25-5-4-15,4-1-39 16,11 0 7-16,9-3-3 16,27 7-8-16,16-2 0 15,-3-3 1-15,7 0-1 0,-12 5-4 16,1-8-3-16,11 0-3 15,0 0-1-15,-7 0 3 16,7 0 3-16,0 0-6 16,1 0 4-16,3 0-2 15,-4 2 1-15,1 2 4 16,-1-1-4-16,0-1-1 16,0 1 1-16,-19 1 0 15,-5 0-2-15,-23-3 0 16,-9 3-1-16,-15 3 0 15,11-4 0-15,-19 0 3 16,8 0-3-16,-17 1 2 16,-7 2 5-16,-12-5-6 15,-16 5 0-15,-4-6-2 16,-4 2 2-16,-16-2 0 0,-4 0 0 16,0 0 1-16,0 0 1 15,0 0 2-15,0 0-3 16,0 0 2-16,0 0-4 15,0 0 0-15,0 3-15 16,0 1-28-16,0 5-105 16,0 4-64-16,0-4-111 15</inkml:trace>
  <inkml:trace contextRef="#ctx0" brushRef="#br0" timeOffset="816.29">26597 4829 632 0,'0'0'133'0,"0"0"65"0,0 0-74 15,0 0-18-15,0 0-47 16,0 0-19-16,-68-16-5 0,68 16-2 15,0 0-12-15,0 0-11 16,36 0 10-16,43 0 16 16,37 0 2-16,23 0-12 15,24 0-20-15,5 0 0 16,7 0 1-16,-4 0-5 16,-16 0 3-16,-15 0-5 15,-13 2 0-15,-19-2 3 16,-17 0-3-16,-19 0 0 15,-24 0 0-15,-17 0 0 16,-19 0 0-16,-8 0 1 16,-4 0-1-16,0 0 1 15,0 0-1-15,0 0 7 16,0 0-7-16,0 0-1 16,0 0 1-16,0 0-19 15,0 0-28-15,0 0-64 16,0 0-55-16,8 0-205 0</inkml:trace>
  <inkml:trace contextRef="#ctx0" brushRef="#br0" timeOffset="3610.35">7776 5908 611 0,'0'0'173'0,"0"0"-32"0,0 0-20 0,0 0-33 16,0 0-45-16,0 0-24 15,-24 7-11-15,24 2 3 16,24-4 29-16,43 6 1 16,17-1-1-16,19-9-7 15,17 7 4-15,19-8-8 16,13 2-16-16,3-2 11 15,16 5-21-15,4-5 17 0,4 2-12 16,5 1 5 0,-9 1-2-16,-8 5-2 0,-16 7-8 15,-23-4 1-15,11 7-1 16,-12-2 0-16,1-4 0 16,-9-1 3-16,13-5 0 15,-5-5 3-15,1-2 0 16,11 0 7-16,-8 0 3 15,-7 0-12-15,-5 0 3 16,1 0-5-16,-5 0 0 16,-11 4 4-16,-9 3-5 15,-3-1-3-15,-9-1 2 16,-3-1 0-16,16 6 5 16,-17-4-6-16,13 1 1 15,-21-1 0-15,1 1 3 0,8-1-3 16,-9-3 4-1,-3-2-3-15,-4-1 3 0,-20 0-1 16,11 5 1-16,-15-5 4 16,-4 3-5-16,-16 0-4 15,-8-3 4-15,0 4-4 16,-12-4 0-16,0 3 2 16,0-3-2-16,0 0 1 15,0 0-1-15,0 0 2 16,0 0-2-16,0 0-39 15,0 0-34-15,-24 0-50 16,4 3-45-16,4-2-25 16,4-1-308-16</inkml:trace>
  <inkml:trace contextRef="#ctx0" brushRef="#br0" timeOffset="6316.81">19493 5937 718 0,'0'0'147'0,"0"0"1"0,0 0-14 0,0 0-35 0,0 0-44 0,0 0-18 15,0 0 7-15,24-48-27 16,56 45-8-16,39-5 22 15,33 3 4-15,47 1-5 16,12 3-4-16,24 1-9 16,8 0-1-16,11 0-4 15,17 0-3-15,0 0-6 0,8 0 2 16,-1 0-1 0,-31 0 0-16,-16 5-2 0,-40 0-2 15,-32 6 2-15,-39-1 3 16,-17-1-5-16,-39 0 0 15,-20-6 0-15,-20 1 5 16,-12-4 0-16,-12 0 0 16,0 4 16-16,0-4-10 15,0 0-1-15,0 0-7 16,0 0 0-16,0 0-2 16,0 0-2-16,0 0-30 15,0 0-113-15,-36 9-100 16,-24-2-213-16</inkml:trace>
  <inkml:trace contextRef="#ctx0" brushRef="#br0" timeOffset="34716.42">8022 7032 636 0,'0'0'203'0,"0"0"-67"0,0 0-4 16,0 0-35-16,0 0-23 15,0 0-16-15,0 0-8 16,0 0-4-16,-107-12-4 15,107 12-24-15,0 0-2 16,0 0 7-16,0 0-17 16,0 0 4-16,60 0-4 15,67 0 17-15,16-5-11 0,33 0 1 16,7-2-11 0,4 4 0-16,4-6 0 0,4 1 0 15,-8 6-2-15,-23-1 0 16,-45 3 0-16,-27 0 0 15,-25 0 1-15,-27 0-1 16,-8 0 0-16,-20 0 1 16,-12 0-1-16,0 0 0 15,0 0 3-15,0 0-3 16,0 0 3-16,0 0 2 16,0 0-4-16,0 0 0 15,0 0-1-15,0 0-11 0,0 0-30 16,0 5-63-16,-12 12-27 15,0-2-66-15,0-6-264 16</inkml:trace>
  <inkml:trace contextRef="#ctx0" brushRef="#br0" timeOffset="35484.43">11805 7080 659 0,'0'0'298'0,"0"0"-104"0,0 0-53 0,0 0-4 16,0 0-30-16,0 0-33 16,-92-6-36-16,92 6-12 15,0 0-12-15,48 0-13 16,80 0 4-16,79 0 9 15,39 0-6-15,33 0-5 16,-4 0-3-16,-12 0 6 16,-24-4-4-16,-32 4-2 15,-32 0 1-15,-48 0 0 16,-55 0-1-16,-24 0-2 16,-16 0 2-16,-21 0 1 15,-11 0 0-15,0 0 0 0,0-4 1 16,0 4-2-1,0 0 0-15,0 0-18 0,0-1-25 16,-7 1-47-16,-29 0-112 16,0-4-113-16</inkml:trace>
  <inkml:trace contextRef="#ctx0" brushRef="#br0" timeOffset="47016.16">28643 7126 651 0,'0'0'200'0,"0"0"-41"0,0 0-13 0,0 0-29 16,0 0-19-16,0 0-14 16,0 0-11-16,-259-9-21 0,251 9-22 15,8 0-4-15,0 0-10 16,0 0-8-16,0 0-2 15,8 0-5-15,76 8 21 16,43-2 12-16,25-2-4 16,47 1-16-16,8-5-9 15,16 0-4-15,-12 0 1 16,0 0 5-16,-24 0-7 16,-24 0 0-16,-32 0 2 15,-39 0 0-15,-12 0-2 16,-33 0 0-16,-11 0-1 15,-12 0-4-15,-12 0 4 16,-4 0-1-16,-8 0 0 0,0 0 0 16,0 0-23-16,-8 0-40 15,-83 0-51-15,-17 0-149 16,1 0-219-16</inkml:trace>
  <inkml:trace contextRef="#ctx0" brushRef="#br0" timeOffset="48282.51">4750 8067 443 0,'0'0'349'0,"0"0"-210"0,0 0-4 16,0 0-16-16,0 0-39 15,0 0-38-15,0 0 1 16,-164-11-17-16,164 11-17 15,0 0 0-15,0 0-7 0,68 21 14 16,28-3 31 0,43-6-24-16,36 3-3 0,24-8-1 15,24-1-12-15,32-2-7 16,-8 1 10-16,-12-3-10 16,-24 1 0-16,-28 1 8 15,-40 0-8-15,-27 1 2 16,-33 6 4-16,-27-4-6 15,-32 1 0-15,0-6 3 16,-24 3-3-16,12-3 0 16,-12-2 0-16,0 3 0 15,0-3 0-15,0 0-9 16,0 0-56-16,12 0-45 16,12 4-63-16,23-4-150 0</inkml:trace>
  <inkml:trace contextRef="#ctx0" brushRef="#br0" timeOffset="48716.75">9508 8200 731 0,'0'0'235'0,"0"0"-105"0,0 0-11 0,0 0 3 16,0 0-47-16,0 0-45 15,-84 0-2-15,116 0 3 16,51 4-5-16,57 1 19 15,11-1-15-15,4 3-29 16,9-1 2-16,7-3 6 16,-4 3-8-16,-4 0-1 15,1 1 7-15,-37-5-7 16,-20 6-1-16,-47-8 1 16,-28 0 1-16,-20 0-1 15,0 0 0-15,-12 2-1 0,0-2-2 16,0 0-32-16,-44 0-49 15,-39 0-89-15,-13 0-214 16</inkml:trace>
  <inkml:trace contextRef="#ctx0" brushRef="#br0" timeOffset="50833.47">23057 786 675 0,'0'0'171'0,"0"0"-40"0,0 0-14 0,0 0-37 16,0 0-18-16,0 0-11 0,0 0-3 16,0-94 7-1,-32 75 5-15,-4 3-7 0,-4-1 1 16,-15 6-37-16,11-2 1 16,-16 3-7-16,-12 4 3 15,1 2-11-15,-9 4-1 16,1 0 0-16,-9 4-2 15,-4 19 1-15,-11 11-1 16,-1 7 1-16,-3 6 2 16,3 4 2-16,21 4 1 15,3-1-1-15,8 2-4 16,25 4 4-16,-1 2-3 16,12-6 4-16,4 0-6 15,20-1 4-15,12 0-7 0,0-1 9 16,0-3-3-1,0 5-3-15,36-1-3 0,12-3 2 16,8 3 1-16,27-8 0 16,13 2 6-16,7-5-6 15,13-3 3-15,3-6 1 16,5-2-3-16,-5-11 1 16,20-6 7-16,1-9-2 15,3 1 0-15,4-8-3 16,-15 0 2-16,7 0-3 15,0-15 2-15,-7-19 0 16,-5 1 4-16,5-12-2 16,-9-6 4-16,-27-9 0 0,7-4-4 15,-19 0-1 1,-13-1 4-16,-11 1-4 0,-16-1 4 16,-24 3-1-16,-8 0 2 15,-12-1 5-15,0 1-5 16,-32-3 1-16,-12 1-11 15,-16-1 16-15,1-3-10 16,-13-1 4-16,-8 5-10 16,-3 7-1-16,-13 6 3 15,-3 5-6-15,-9 14 3 16,5 2-2-16,-17 9 1 16,13 8 1-16,-21 4-1 0,-7 9-28 15,4 0-36-15,23 6-36 16,17 25-66-16,43 6-119 15,16 0-189-15</inkml:trace>
  <inkml:trace contextRef="#ctx0" brushRef="#br0" timeOffset="51949.13">25593 622 542 0,'0'0'221'0,"0"0"-69"0,0 0-23 0,0 0-44 0,0 0-3 15,0 0-33-15,-139-70-12 16,111 54 14-16,-16 4-3 15,8 2-14-15,-19 0 8 0,-5 7-20 16,-20-3 11 0,5 1-28-16,-17 5 8 0,8 0-2 15,-7 0-5 1,7 0 10-16,-3 0 0 0,-1 0-6 16,0 0-2-16,1 11 1 15,-13 8-4-15,1 7-3 16,-5-1 0-16,-11 0 1 15,19 10 2-15,5 1-3 16,7 3 0-16,4 11 6 16,13 1-8-16,7 5 1 15,0 4 1-15,16-2-2 16,9 2 3-16,11 0-2 16,0-3-1-16,20-5 1 0,4-1-1 15,0 0 1 1,0-3-2-16,16 8-2 0,20-2 3 15,7-2 0 1,5-1 5-16,8 0 0 0,16-2 0 16,7-11-4-16,9-2 1 15,23-2 1-15,-3-6 0 16,7-2-3-16,1-7 0 16,-9-3 1-16,-3-7-1 15,-9-2 2-15,21-7 2 16,3 0-3-16,9 0 0 15,15-26 2-15,8-6-1 16,12-7-1-16,-23-4-1 0,-1-6 2 16,-19-2-2-1,-17 0 4-15,-11 0-4 0,-9-1-2 16,-11-2 1-16,-16-1 2 16,0-5 0-16,-9 4 2 15,-11-5-2-15,-12-2 3 16,0 3-3-16,-24-4 10 15,0 1 2-15,0-4 5 16,0 0-12-16,-56-3 6 16,-4 7-6-16,-11 12-5 15,11 5 3-15,-12 6 0 16,-7 8-4-16,-13 7 6 0,-15 6-12 16,-33 6 4-1,-35 13-19-15,-24 0-65 0,-24 0-70 16,-8 4-115-16,-4 9-260 15</inkml:trace>
  <inkml:trace contextRef="#ctx0" brushRef="#br0" timeOffset="53950.56">28583 1011 833 0,'0'0'179'0,"0"0"-2"0,0 0-57 15,0 0-17-15,0 0-30 16,0 0-35-16,0 0-32 0,-12-26-1 16,-35 74-5-16,-21 20 17 15,-12 3 8-15,-7 2-2 16,-1 1-12-16,-7 1 0 16,11-8-4-16,12-11-7 15,5-14 1-15,31-11-1 16,16-18 2-16,8-6-4 15,12-7 5-15,0 0 1 16,0 0 6-16,-12-15 6 16,8-16-4-16,-8-6-12 15,4-4 1-15,8-3 8 16,0 1-5-16,0-1-4 16,0 3 2-16,0 3 3 15,0 8 1-15,0 11 7 16,0 15 17-16,0 4 4 0,0 0-6 15,0 0-13-15,12 0-15 16,24 2-1-16,8 23 1 16,39 10 2-16,9 3 1 15,3 7-1-15,9-2 0 16,15 7 0-16,-3-3-1 16,-13-1-1-16,5-6 0 15,-9 1-13-15,-27-6-58 16,-20-1-98-16,-20-5-163 15,-1-16-555-15</inkml:trace>
  <inkml:trace contextRef="#ctx0" brushRef="#br0" timeOffset="64701.63">11291 10916 448 0,'0'0'247'0,"0"0"-130"0,0 0-14 0,0 0 23 0,0 0-35 16,0 0-28-16,0 0-11 0,-175 0 5 15,167 0-17-15,8 0 5 16,0 0-11-16,0 0-10 16,0 0 9-16,0 0-14 15,0 0-5-15,0 0-14 16,44 0 1-16,48 2 19 16,27 7 3-16,8-2 6 15,25-2-19-15,-9 0 3 16,20-5-6-16,1 0 4 15,-1 0-10-15,0 0 9 16,-12 0-10-16,1 6 0 16,3-2-1-16,-16 2 6 0,1 1-4 15,-13-5 2-15,12-2-3 16,-11 2 0-16,-1-2 2 16,-19 0 1-16,-13 5 4 15,-15-5-4-15,-20 2-1 16,-13-2 2-16,-3 7 0 15,-20-3-1-15,-12-4-2 16,0 0 3-16,-12 0-4 16,0 0 0-16,0 0-1 15,0 0 4-15,0 0-5 16,0 0 2-16,0 0-10 16,0 0-28-16,0 0-28 15,0 1-45-15,0 7-41 0,0-1-34 16,0-1-167-16</inkml:trace>
  <inkml:trace contextRef="#ctx0" brushRef="#br0" timeOffset="71483.17">14425 11937 520 0,'0'0'151'0,"0"0"-67"0,0 0 67 0,0 0-20 16,0 0-21-16,0 0-16 15,0 0-24-15,-167-9 5 0,167 9-12 16,-8 0-7 0,8 0-13-16,0 0-13 0,0 0-16 15,0 0-9-15,0 0 2 16,0 0 5-16,0 0-9 16,55 0 2-16,37 0 11 15,27 0 12-15,21 0-13 16,3 0-3-16,8 0-8 15,13 0-2-15,11 0 8 16,24 0-10-16,12 3 2 16,12-3-2-16,8 0 1 15,-8 0 1-15,-16 0-3 16,-4 0 1-16,-8 0-2 16,-8 4-3-16,-12-2 5 15,-19 2 4-15,-17-3-3 16,-24 5-2-16,-11-6 1 15,-20 2-3-15,-13 0 6 16,-15 3-3-16,4-3 1 0,-16 1 1 16,-9 1-2-16,-7-4 0 15,-8 0 0-15,-8 0 8 16,0 0-3-16,-12 0 3 16,0 0 3-16,0 0-11 15,0 0 1-15,0 0-3 16,0 0 2-16,0 0-21 15,0 0-45-15,0 0-44 16,0 4-85-16,0-4-26 16,0 0-196-16</inkml:trace>
  <inkml:trace contextRef="#ctx0" brushRef="#br0" timeOffset="74116.45">27859 12173 638 0,'0'0'236'0,"0"0"-82"16,0 0-6-16,0 0-1 0,0 0-66 15,0 0 9-15,0 0-15 0,-231 0-26 16,231 0-28-1,0 0 9-15,0-6-16 0,55 6-4 16,73-3-10-16,39-1 9 16,40 0-6-16,4 1-3 15,-12 3-6-15,8 0 6 16,-39 0 9-16,-41 0-9 16,-20 0 0-16,-47 0 1 15,-16 0-1-15,-24 0 0 16,-16 0-1-16,-4 0-5 15,0 0 5-15,0 0-23 16,0 0-45-16,-56 0-97 0,-55 0-131 16,-41 0-515-1</inkml:trace>
  <inkml:trace contextRef="#ctx0" brushRef="#br0" timeOffset="75916.39">11920 13071 659 0,'0'0'185'0,"0"0"-20"0,0 0-32 0,0 0 21 0,0 0-81 16,0 0-22-16,-290 0 13 15,290 0-31-15,0 0-9 16,0 0-12-16,0 0 0 16,60 0-1-16,71 0 4 15,44 3 12-15,32 4-3 16,16-7-21-16,-4 6-2 16,-16-5-1-16,-16 7-3 0,-27-1 3 15,-29-3 5 1,-16 1-4-16,-19 0 1 0,-24 3-1 15,-29-1-2-15,-19-7 3 16,-12 2-2-16,-12-2 0 16,0 0-4-16,0 4 3 15,0-3-5-15,0 9-5 16,0 0-61-16,-36 3-33 16,1-2-107-16,-9-9-309 15</inkml:trace>
  <inkml:trace contextRef="#ctx0" brushRef="#br0" timeOffset="91017.89">15834 14119 630 0,'0'0'132'0,"0"0"34"0,0 0-25 0,0 0-32 0,0 0-49 15,0 0-8 1,0 0-5-16,-55-10-3 0,55 7-5 16,0 3-5-16,0 0-7 15,23 0 3-15,49 0 3 16,20 0 15-16,11-6-22 15,25 3 0-15,15-5-2 16,8 3-2-16,36-2-2 16,1-1-12-16,7 8 1 15,-4 0-6-15,4 0-2 16,-16 0 5-16,8 0-6 16,-12 0 3-16,1 6-3 0,-1-1 9 15,-4 4-1 1,-4-1-2-16,4 1 0 0,5-2-2 15,-21-1 1 1,-16 3-4-16,-11 0 2 0,-21 2 0 16,-15-7-2-16,-9 8 4 15,-11-10-3-15,-4 3 0 16,-13 3 2-16,-19-6-2 16,-8 3 0-16,-16-3-1 15,-4-2-1-15,-4 0 1 16,-4 0 0-16,0 0 1 15,0 0 1-15,0 0 0 16,0 0-2-16,0 0-1 16,0 0-2-16,0 0-47 15,0 0-71-15,-12 0-93 0,-4 0-71 16,8 0-478-16</inkml:trace>
  <inkml:trace contextRef="#ctx0" brushRef="#br0" timeOffset="92665.95">27763 13950 756 0,'0'0'195'0,"0"0"-31"0,0 0-50 15,0 0-26-15,0 0-26 16,0 0-19-16,-91 0-18 15,91 0-2-15,0 0-9 16,47 0 34-16,45 0 9 16,39 0-16-16,29 0-22 15,27-4-8-15,4-6 0 0,8 6 3 16,0-1-11 0,-16 5 0-16,-8-1 0 0,-23 1 1 15,-33-4-3-15,-15 4-1 16,-25 0 0-16,-15 0 2 15,-16 0 1-15,-28 0-3 16,-8 0 0-16,-1 0 2 16,-11 0-2-16,0 0 5 15,0 0-11-15,0 0 5 16,0 0-10-16,-23 0-76 16,-13 0-47-16,-8 13-86 15,4-4-158-15</inkml:trace>
  <inkml:trace contextRef="#ctx0" brushRef="#br0" timeOffset="93817.94">6247 15151 788 0,'0'0'197'0,"0"0"-48"0,0 0-36 16,0 0-25-16,0 0-22 16,0 0-35-16,-84-10-13 0,132 10-4 15,55 0 8-15,49 0 43 16,27 0-36-16,20 0-15 16,8 0-1-16,16 0 2 15,-4 0 0-15,-28 0-10 16,-28 0-5-16,-35 0 2 15,-21 0 6-15,-39 2 3 16,-20 6-11-16,-24-3 0 16,-16-5 0-16,-8 4 4 15,0-4-3-15,0 0-1 16,0 0 1-16,0 0-3 16,4 0-2-16,7 2-28 15,21 8-74-15,16-3-68 16,44-2-140-16,23 0-414 0</inkml:trace>
  <inkml:trace contextRef="#ctx0" brushRef="#br0" timeOffset="94549.98">11048 15334 301 0,'0'0'550'0,"0"0"-415"0,0 0 14 0,0 0-28 15,0 0-47-15,0 0 3 16,-151 0-31-16,151 0-18 15,0 0-15-15,8 0-10 16,64 0 6-16,35 0 30 16,41 0-9-16,15 0-8 15,12 0-21-15,4 0 10 16,4 0-4-16,-7 0-4 16,-13 0 5-16,-20 0-1 15,-27 0 1-15,-33 0-5 0,-23 0 1 16,-24 0 5-16,-24 0 8 15,-4 0-3-15,-8 0-4 16,0 0 3-16,0 0-4 16,0 0-8-16,0 0 2 15,0 0-3-15,-12 0-8 16,-8 0-26-16,-4 0-52 16,8 0-65-16,4 3-123 0,4 5-303 15</inkml:trace>
  <inkml:trace contextRef="#ctx0" brushRef="#br0" timeOffset="95721.47">17240 15244 764 0,'0'0'148'0,"0"0"-13"0,0 0-2 0,0 0-45 16,0 0-27-16,0 0-27 15,0 0 2-15,-92 0-8 16,172 5 7-16,47-5 51 15,41 0-49-15,27 0-13 16,16 0-23-16,0 0 5 16,8 0-6-16,-20 0 3 15,-36 3-2-15,-36 7 9 16,-43 0-8-16,-36-8-2 16,-24 5 2-16,-12-7-2 15,-4 4 0-15,-8-4 0 0,0 0-1 16,0 0-30-16,23 1-91 15,25 3-95-15,48-4-122 16,31 0-565-16</inkml:trace>
  <inkml:trace contextRef="#ctx0" brushRef="#br0" timeOffset="96250.75">22989 15211 1041 0,'0'0'99'0,"0"0"-42"0,0 0 3 16,0 0 20-16,0 0-25 15,0 0-24-15,-187-32-28 0,187 32 2 16,68 0 23-16,59 0 26 16,28 0-10-16,33-3-19 15,7-3-21-15,-4-2-3 16,-4 6 0-16,-16-5 10 16,-28 5-11-16,-19 2 0 15,-40 0 2-15,-37 0-2 16,-11 0 2-16,-24 0-7 15,-12 0 4-15,0 0 0 16,0 0-12-16,0 0-17 16,0 0-77-16,-12 0-73 15,-12 0-104-15</inkml:trace>
  <inkml:trace contextRef="#ctx0" brushRef="#br0" timeOffset="106717.32">27369 14580 775 0,'0'0'294'0,"0"0"-181"0,0 0-12 15,0 0 45-15,0 0-67 16,0 0-30-16,0 0-28 15,68-13-1-15,-21 35 23 0,1-1-12 16,0 0-8 0,-12-6 5-16,-4-9-10 0,-8 0-8 15,11-6 0 1,25 0 15-16,24-9 8 0,39-36-12 16,16-15-11-16,13-6-10 15,-9-1-2-15,12 7-4 16,-3 6-61-16,7 11-78 15,-20 6-157-15,-7-1-257 16</inkml:trace>
  <inkml:trace contextRef="#ctx0" brushRef="#br0" timeOffset="111132.9">15580 17539 436 0,'0'0'506'0,"0"0"-408"0,0 0-2 0,0 0 5 15,0 0-32-15,0 0-23 16,0 0-7-16,23 31 21 16,121-31-4-16,39 0-29 15,16 0-4-15,-12 0-16 16,0 0-2-16,-35-7-5 15,-1-2 1-15,-36 1-1 16,-7 3 0-16,-17-1-8 16,-7 0-37-16,12 1-90 15,7 0-66-15,24-4-196 0</inkml:trace>
  <inkml:trace contextRef="#ctx0" brushRef="#br0" timeOffset="111721.69">22850 17503 514 0,'0'0'408'0,"0"0"-236"0,0 0-33 0,-331-70-22 15,307 67 1-15,13 0-54 16,11 3-21-16,0 0-17 16,15 0-10-16,101 0-5 15,59 0-7-15,56 0 18 16,40 0-22-16,19 0 2 16,17 0-2-16,-4 0 0 15,-13 0 3-15,-23 0-3 0,-40 0-2 16,-20 0-23-1,-52 0-37-15,-19 0-52 0,-53 0-82 16,-35 3-149-16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18:57.659"/>
    </inkml:context>
    <inkml:brush xml:id="br0">
      <inkml:brushProperty name="width" value="0.05292" units="cm"/>
      <inkml:brushProperty name="height" value="0.05292" units="cm"/>
      <inkml:brushProperty name="color" value="#FF0000"/>
    </inkml:brush>
  </inkml:definitions>
  <inkml:trace contextRef="#ctx0" brushRef="#br0">3137 9741 1106 0,'0'0'100'0,"0"0"-4"0,0 0 49 0,0 0-38 0,0 0-65 0,0 0-29 0,0 0 0 15,0 0 14-15,350-111-3 16,-83 30-15-16,-8 6-2 15,-4 4-6-15,-20 11 0 16,-48 12 8-16,-44 16-7 16,-63 13-2-16,-32 11 0 15,-36 4-2-15,-12 4 0 16,0 0-2-16,0 0 1 16,-48 0 2-16,-32-3 1 15,-27 0-9-15,-9-1 2 16,13-2 7-16,19 0 1 0,12-3 1 15,37 2 2 1,11 5 7-16,16 2 11 0,8 0-8 16,0-4-3-16,0-3-11 15,0 2 0-15,48-6-5 16,31 2 4-16,29 3 1 16,-5 3 10-16,-23 3-10 15,-9 0 0-15,-3 14 0 16,-20 17-2-16,-12 6-4 15,-24 17 5-15,-12 17-3 16,0 11-22-16,-24 16-58 16,-32 10-78-16,4-3-85 15,-3-10-256-15</inkml:trace>
  <inkml:trace contextRef="#ctx0" brushRef="#br0" timeOffset="9285.1">28571 10855 1016 0,'0'0'236'0,"0"0"-198"0,0 0 48 0,0 0 21 0,0 0-19 16,0 0-47-16,0 0-9 15,-55-79-14-15,55 79-2 16,47 6 0-16,17 23 1 16,-12 2 4-16,-4 1-8 15,-16-3 2-15,3-10-7 16,-11-7-3-16,0-8 1 0,8-4-1 15,16-11 5 1,31-38-1-16,17-25 0 16,23-16-6-16,17-1-3 0,-5-1-7 15,20-1-41-15,5 13-46 16,3 15-90-16,-40 5-180 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19:17.326"/>
    </inkml:context>
    <inkml:brush xml:id="br0">
      <inkml:brushProperty name="width" value="0.05292" units="cm"/>
      <inkml:brushProperty name="height" value="0.05292" units="cm"/>
      <inkml:brushProperty name="color" value="#FF0000"/>
    </inkml:brush>
  </inkml:definitions>
  <inkml:trace contextRef="#ctx0" brushRef="#br0">22989 5232 549 0,'0'0'180'0,"0"0"-11"0,0 0-39 0,0 0-29 16,0 0-4 0,0 0-5-16,0 0-31 0,0 0-8 15,0-8 7-15,0 8-14 16,0-1-3-16,0 1-7 15,0-4-11-15,0 4-16 16,0 0 7-16,0 0-12 16,32 0-2-16,40 0-1 15,43-4 16-15,25 3 0 16,-13-6-7-16,-20 3-9 16,-11 2-1-16,-28-2 2 15,-9 0-2-15,-23 4 1 16,-24 0 0-16,0 0 0 15,-12 0 0-15,0 0 1 16,0-2-1-16,0 2 1 0,0-4-2 16,0 4-1-16,0 0-1 15,0 0-5-15,0 0-37 16,0 0-46-16,0 0-98 16,20 0-90-16,8 0-184 15</inkml:trace>
  <inkml:trace contextRef="#ctx0" brushRef="#br0" timeOffset="1053.33">24275 5252 738 0,'0'0'216'0,"0"0"-110"0,0 0-4 0,0 0-13 16,0 0-51-16,0 0-10 0,-16 0 4 16,16 0-10-16,16 0-15 15,40 0 11-15,16 0 6 16,-5 0 2-16,5 0-7 15,-4 0-16-15,-21 0 4 16,-11 0-2-16,0 0-2 16,-24 0 0-16,-4 0 0 15,-8 0-3-15,0 0-1 16,4 0 0-16,-4 0 1 16,0 0 0-16,8 0-27 15,8 0-43-15,28 9-26 16,27-4-96-16,25 4-62 15,27-1-261-15</inkml:trace>
  <inkml:trace contextRef="#ctx0" brushRef="#br0" timeOffset="1549.89">26155 5283 469 0,'0'0'201'0,"0"0"-38"0,0 0-1 0,0 0-70 0,0 0 2 16,0 0 3-16,-223 0-32 15,211 0-6-15,0 0 4 16,0 0-12-16,12 0 3 16,0 0-15-16,0 0-5 15,0 0-18-15,0 0-13 16,0 0 6-16,0 0-1 0,12-4-8 15,35 4 1 1,13 0-2-16,8 0 1 16,15-4 0-16,-11-1 3 0,-4-2-3 15,-12 2 0-15,-17 1 3 16,-15 2-3-16,-16-2 2 16,-8 0-2-16,12 4-7 15,-12 0-16-15,0 0-40 16,24 0-70-16,24 0-26 15,20 0-92-15,35 0-170 16</inkml:trace>
  <inkml:trace contextRef="#ctx0" brushRef="#br0" timeOffset="2149.79">27739 5305 555 0,'0'0'192'0,"0"0"20"0,0 0-82 0,0 0 0 0,0 0-33 16,0 0-37-16,-56-16 1 0,56 13-2 16,0 3-13-16,0 0-7 15,0-3-17-15,0 3-17 16,12-4-4-16,56 0 8 15,8 3-9-15,23-3 0 16,-3 0 0-16,-13 4 0 16,1-3 1-16,-16 3-1 15,-20 0-2-15,-13 0 2 16,-15 0 0-16,-16 0 0 16,-4 0-18-16,0 0-64 15,0 0-51-15,0 0-82 16,-4 0-224-16</inkml:trace>
  <inkml:trace contextRef="#ctx0" brushRef="#br0" timeOffset="7583.66">5180 6260 674 0,'0'0'320'0,"0"0"-174"0,0 0 7 0,0 0-49 16,0 0-5-16,0 0-37 15,0 0-25-15,-56 0-12 16,112 0 3-16,27 0 14 15,57 0 9-15,11 0-15 16,28 0-31-16,8 0 8 16,8 0-3-16,-8 0-10 0,-23 0 5 15,-25 0-5-15,-31 0 1 16,-25 0 3-16,-35 0-4 16,-28 0 0-16,-8 0-2 15,-12 0 2-15,0 0 1 16,0 0 1-16,0 0 1 15,0 0-3-15,0 0-2 16,0 0-8-16,-24 0-44 16,-36 0-90-16,-8 0-165 15,9-4-504-15</inkml:trace>
  <inkml:trace contextRef="#ctx0" brushRef="#br0" timeOffset="22066.87">12203 8195 670 0,'0'0'124'0,"0"0"44"0,0 0-44 0,0 0 12 16,0 0-57-16,0 0-19 0,0 0 1 16,-187-7 12-1,187 7-28-15,0 0-7 0,0 0-23 16,0 0 3-16,48 0-7 16,67 0 8-16,37 0 1 15,27 0-2-15,16 0-9 16,4 0-3-16,0 2 0 15,0-2 0-15,0 0-4 16,-16 0 1-16,-39 0 3 16,-13 0-5-16,-27 0-1 15,-33 0 1-15,-27 0-1 16,-20 0 1-16,-4 0 0 16,-20 0 0-16,0 0 0 15,0 0 3-15,0 0-1 16,0 0-2-16,0 0-1 15,0 0-4-15,0 0-12 0,24 5-77 16,23 4-136-16,25-6-4 16,44-3-291-16</inkml:trace>
  <inkml:trace contextRef="#ctx0" brushRef="#br0" timeOffset="22783.56">17917 8064 695 0,'0'0'98'0,"0"0"37"0,0 0-34 0,0 0 0 16,0 0-1-16,-307 0-43 15,299 0-4-15,4 0-8 16,4 0-3-16,0 0-12 16,0 0-7-16,0 0-14 15,24 0 1-15,60 0 16 0,59 0 22 16,40 0-22-16,28 0-7 16,24 0-9-16,0 0-9 15,8-3 9-15,-20-11-10 16,-4 2 4-16,-44 6 2 15,-44 0-10-15,-23 2 12 16,-40 1-11-16,-33 3 3 16,-11 0 0-16,-16 0 4 15,-8 0 3-15,0 0-2 16,0 0-1-16,0 0-3 16,0 0-2-16,0 0-12 15,0 0-69-15,4 0-132 16,32 0-108-16,32 3-478 15</inkml:trace>
  <inkml:trace contextRef="#ctx0" brushRef="#br0" timeOffset="23670.24">23487 8013 531 0,'0'0'87'0,"0"0"-4"0,0 0 25 0,0 0 45 15,0 0-78-15,0 0 20 16,-315 29 1-16,303-29-23 16,0 0-19-16,12 0 1 15,0 0 5-15,0 0-32 16,0 0-16-16,0 0 4 16,16 0-8-16,76 0 2 15,47 0 32-15,60 4-17 16,32-4-16-16,-4 0 0 15,-4 0-4-15,-16 0 2 0,-32 0-7 16,1 0 7-16,-25 0-6 16,-32 0 1-16,-39 0-2 15,-20 0 0-15,-36 0 2 16,-16 0-2-16,-8 0 0 16,0 0-1-16,0 0 1 15,0 0 0-15,0 0-1 16,0 0-19-16,0 0-95 15,0 0-117-15,0 0-292 0</inkml:trace>
  <inkml:trace contextRef="#ctx0" brushRef="#br0" timeOffset="38932.53">30510 1011 852 0,'0'0'186'0,"0"0"-28"0,0 0-5 16,-8-180-34-16,8 157-34 15,0 15-28-15,0 8-10 16,0 0-7-16,0 0-31 16,0 16-9-16,0 35 3 15,0 23 6-15,0 26 18 16,0 8-4-16,0 4-3 15,0-8-12-15,-4-8-4 16,-4-18 3-16,5-14-4 16,3-21-6-16,0-16 1 15,0-14 0-15,0-12 1 16,0-1 1-16,0 0 1 16,0-17 5-16,3-31-1 0,29-13-5 15,24-8 1-15,4-7 0 16,0 3-1-16,19-2-5 15,-7 10 4-15,-12 14 1 16,-17 13-4-16,-15 13 3 16,-16 15 1-16,-12 10 1 15,0 0-1-15,0 0 0 16,0 0-6-16,-4 10-8 16,-52 18 8-16,-3 4 6 15,-13 2-4-15,4-5 4 16,33 0 5-16,3-3-5 15,16-1-2-15,4 0-4 16,12 4 3-16,0 2-8 0,0 8 10 16,12-5 1-16,24 4-1 15,-1 1 4-15,9-5-3 16,4 4 4-16,-8-2-4 16,-8-5-2-16,3 0 1 15,-3-2 2-15,-16-8-3 16,4 1-81-16,-4-7-51 15,8-10-79-15,8-5-63 16,4 0-337-16</inkml:trace>
  <inkml:trace contextRef="#ctx0" brushRef="#br0" timeOffset="39100.62">31374 1505 940 0,'0'0'213'0,"0"0"-125"0,0 0-54 0,0 0-22 16,327-77-7-16,-255 60 0 16,-5 9-5-16,-7 2-32 15,-20 6-137-15,-8 0-209 16</inkml:trace>
  <inkml:trace contextRef="#ctx0" brushRef="#br0" timeOffset="39251.42">31693 1692 910 0,'0'0'207'0,"0"0"-112"0,0 0-44 15,0 0-36-15,0 0-14 16,0 0-2-16,338-98-66 16,-270 65-157-16,4 5-155 15</inkml:trace>
  <inkml:trace contextRef="#ctx0" brushRef="#br0" timeOffset="39634.67">32473 1241 662 0,'0'0'441'0,"0"0"-256"16,0 0-71-16,0 0-36 0,0 0-42 16,0 0-15-16,140-114 5 15,-101 108-3-15,-7 6-6 16,-8 0-8-16,-16 0-3 15,-8 31-4-15,0 12 6 16,0 8 4-16,-44 8-1 16,9-5-8-16,-1-7-2 15,12-3-1-15,16-6 0 16,8-5 0-16,0-4 0 16,0-6 0-16,12-2-2 15,24-5 0-15,7 2 2 16,5-5 1-16,-12 2 0 15,-4 2-2-15,-20-4 3 0,-8-2-7 16,-4 3 11-16,0 1-1 16,-16 5 4-16,-64-1 3 15,-11 4-12-15,-5-2 0 16,-7-2 0-16,7-3-86 16,24 0-94-16,25-6-151 15</inkml:trace>
  <inkml:trace contextRef="#ctx0" brushRef="#br0" timeOffset="58449.31">10734 10324 689 0,'0'0'244'0,"0"0"-96"0,0 0-33 16,0 0-10-16,0 0-55 0,0 0 7 16,0 0 3-16,-40 7-14 15,40-7 6-15,0 0-30 16,36 0-3-16,36 0 8 15,11 0 8-15,9 0-18 16,15 0-7-16,-3-7-6 16,-1-1-2-16,-7 8-2 15,-5-1 1-15,-7-1-5 16,-16 2 10-16,-32-4-6 16,-12 4 1-16,-13 0-1 15,-11 0 0-15,0 0-3 0,0 0 2 16,0 0-1-1,0 0-3-15,0 0-6 0,0 0-31 16,0 0-88 0,0 6-43-16,0 10-131 0,0-7-328 15</inkml:trace>
  <inkml:trace contextRef="#ctx0" brushRef="#br0" timeOffset="59633.07">13859 10211 783 0,'0'0'213'0,"0"0"-92"0,0 0-6 0,0 0-28 16,0 0-40-16,0 0-2 16,-43 0 0-16,43 0-19 15,24 0-16-15,43 0-7 16,29 0 17-16,19 6-3 15,13-3-1-15,3 2-6 16,20-5 0-16,13 4 7 16,11-4-15-16,0 4 0 15,0 2 0-15,-12-3 3 16,-23-3-5-16,-33 3 0 16,-23-3-1-16,-28 0 1 15,-21 3 0-15,-11-3 1 16,-12 0 0-16,-4 0-1 0,-4 0 9 15,-4 0-1 1,8 0 2-16,-4 0-8 0,4 0 1 16,-4 0 2-16,-4 0-8 15,8 0 3-15,-8 0-2 16,0 0-14-16,4 0-67 16,8 0-79-16,12 0-81 15,20 0-175-15</inkml:trace>
  <inkml:trace contextRef="#ctx0" brushRef="#br0" timeOffset="71082.33">29495 6881 844 0,'0'0'186'0,"0"0"-6"0,0 0-53 0,0 0-29 0,0 0-3 16,0 0-28-16,0 0-32 15,-60-51-7-15,60 51-23 16,0 0-3-16,-8 0-2 15,8 15 6-15,0-1-11 16,0 1 5-16,0-2-1 16,0-4 0-16,0-4 1 0,0-1 1 15,0-4-1-15,0 0-1 16,0 0 1-16,0 0 6 16,0 0-4-16,8 0 11 15,-4-9-12-15,4-7 2 16,-8 3 3-16,0 5-3 15,0 3-3-15,0 1 2 16,0 4 0-16,0 0-1 16,-20 0-2-16,-3 0-5 15,-1 0 5-15,12 4-7 16,8 9 5-16,-4 1-2 16,8 1 2-16,0-6 2 15,0 0 0-15,0-2 0 0,8-1 1 16,20-6 2-16,-5 0 1 15,1 0-2-15,8 0 3 16,-8 0 1-16,0-9-2 16,-4-8 1-16,-16 3-1 15,4-3 0-15,-8 6-2 16,0 6 2-16,0 1-3 16,0 4 0-16,0 0-7 15,0 0 6-15,-8 0-12 16,-16 0 8-16,12 17 1 15,8 3 3-15,4-2-4 16,0 2 2-16,0-3-7 16,4 0 8-16,32-4 0 15,8-7-5-15,-8-6-1 16,-1 0 7-16,-3 0 0 0,-8 0 2 16,-8-22-1-16,-8-3 7 15,-8 3-5-15,0 0 9 16,0 2-8-16,-44 3 2 15,-4 12-5-15,-11 1-3 16,-9 4 2-16,0 0-7 16,9 0-38-16,11 18-155 15,12 10-179-15</inkml:trace>
  <inkml:trace contextRef="#ctx0" brushRef="#br0" timeOffset="72065.03">32625 7991 461 0,'0'0'430'0,"0"0"-199"0,0 0-89 15,0 0-42-15,0 0-64 16,0 0-13-16,0-17-16 16,0 17-4-16,0 10-3 0,0 7 19 15,0-5-14-15,0 4-5 16,0-3 4-16,0 0-1 16,0-7 2-16,4 0-10 15,4-6 11-15,-8 0-9 16,11 0 7-16,-7 0 1 15,4 0 8-15,4-11-2 16,0-3-11-16,-12 1 4 16,0 7-4-16,0-1 14 15,0 7-5-15,0 0 8 0,-32 0-17 16,9 0 1 0,-5 3 1-16,4 13-2 0,12-4 2 15,0-3-7-15,12 2 8 16,0-1-3-16,0-3 0 15,0 2-3-15,0-4 1 16,4-5 2-16,28 0 0 16,-4 0 3-16,3 0-3 15,-7-5 10-15,-12-15 15 16,-12 3 10-16,0 3-5 16,0 1-3-16,0 0-1 15,-12 2-15-15,-12 10-8 16,-7 1-3-16,-9 0-8 15,-8 0-5-15,-8 1-37 16,-3 29-96-16,15 8-164 0,8 7-547 16</inkml:trace>
  <inkml:trace contextRef="#ctx0" brushRef="#br0" timeOffset="72886.45">30733 9169 749 0,'0'0'286'0,"0"0"-97"0,0 0-70 0,0 0-62 0,0 0-27 15,0 0-15-15,-107 12-11 16,95 9 11-16,0 3-6 15,12-6 0-15,0-1-1 16,0-8-8-16,0-2 1 16,12-4 1-16,16-3 3 15,4 0-4-15,-8 0 7 16,-1-10 0-16,-11-12 11 16,0 0 2-16,-12-3 4 0,0 5-10 15,0 4 0 1,-12 7-4-16,-12 9-6 0,-19 0-3 15,3 0 6-15,-8 0-7 16,-8 5-1-16,21 15 3 16,3 1 1-16,16 3-4 15,4-2 3-15,12-3-3 16,0 1-6-16,0-4 4 16,4-7 2-16,32 0 1 15,-1-9 2-15,-3 0-3 16,16 0 2-16,-16-3 3 15,-4-16 2-15,-8-3 25 16,-16-2 2-16,-4 3-10 16,0 1-9-16,0 9 7 0,-4 2-13 15,-20 2-8-15,0 7-2 16,-8 0-36 0,8 0-49-16,12 13-151 0,12 5-207 15</inkml:trace>
  <inkml:trace contextRef="#ctx0" brushRef="#br0" timeOffset="73931.66">31307 5562 785 0,'0'0'319'0,"0"0"-86"0,0 0-105 0,0 0-13 0,0 0-53 16,0 0-34-16,-48-34-20 15,48 34-5-15,72 0 1 16,7 14 18-16,13 6 2 16,-17 3-16-16,-7-2 8 15,0 5-14-15,-20-5-2 16,-1 1 0-16,-11 2 0 16,-12-8 0-16,-4-5-15 15,-8-1-49-15,0-7-50 16,-8-3-60-16,-4 0-27 15,0 0 3-15,0 0-133 16,0-9-94-16</inkml:trace>
  <inkml:trace contextRef="#ctx0" brushRef="#br0" timeOffset="74150.09">31820 5537 155 0,'0'0'438'0,"0"0"-243"0,0 0 44 15,0 0-95-15,0 0 2 16,0 0-30-16,-59-102-15 15,51 102-43-15,8 0-25 16,-16 4-32-16,-4 24-1 16,-8 5 12-16,-4 8-2 15,-4-7-6-15,4 1-1 16,-3-6-3-16,11-4-7 16,8-4-1-16,8-2-53 0,8-7-43 15,0-4-52-15,0-8-129 16,48 0-191-16</inkml:trace>
  <inkml:trace contextRef="#ctx0" brushRef="#br0" timeOffset="75035.96">32167 5651 503 0,'0'0'352'0,"0"0"-122"0,0 0-42 0,0 0-76 15,0 0 6-15,0 0-20 16,-32-70-37-16,32 70-15 16,0 0-13-16,0 0-7 15,0 0-16-15,0 0-10 16,0 0-6-16,0 7 1 16,0 21 5-16,0 0 7 15,0 7-7-15,0 7-47 16,36-1-55-16,0 1-126 15,11 2-178-15</inkml:trace>
  <inkml:trace contextRef="#ctx0" brushRef="#br0" timeOffset="86547.83">29877 6790 200 0,'0'0'453'0,"0"0"-342"0,0 0 40 16,0 0-49-16,0 0-32 15,0 0-1-15,0 0 8 16,0 0-3-16,-55 9-32 16,55-9 0-16,0 0 7 15,0 0-4-15,0 0-14 16,0 0-3-16,-12 5-18 16,12-5 9-16,0 0-10 0,0 0-7 15,0 0 12-15,0 0-9 16,0 0-2-16,0 0 7 15,0 0 1-15,0 0-5 16,12 0 7-16,35 0-12 16,21-10 25-16,4-16-8 15,23-4-14-15,17-6 5 16,7-6-2-16,1-5-3 16,3-1 0-16,-3-6-3 15,-5 3 1-15,0 4-2 16,-7 3-4-16,-1 2 4 15,-15 8 1-15,-8 1 6 0,-25 8-7 16,-15 3 0 0,-8 5 1-16,-4 5-1 0,-4 3 0 15,-8 3 2 1,-4-1-2-16,3-1 0 0,-3 4 0 16,4-1-1-16,-8 4 1 15,8-6 0-15,-16 3 3 16,-4 2-3-16,0-1 0 15,0-1 0-15,0 4 2 16,0 0-1-16,0 0-1 16,0 0 6-16,0 0-4 15,0 0-1-15,0-3-1 16,0-4 7-16,0-3-7 16,-4 0-3-16,-28 2 3 15,8 2 1-15,1-1-1 0,-9 4-6 16,4-1 6-16,4 4 0 15,-8 0 0-15,-4 0 1 16,16 0-1-16,-4 0 0 16,12 0 0-16,9 0 0 15,3 0-1-15,0 0-2 16,0 0 0-16,0 0 2 16,0 0 0-16,0 0-3 15,0 0 3-15,0 0-5 16,35 0 6-16,25 0 1 15,12 0 2-15,-5 0-3 16,1 0 0-16,-16 0 0 16,-8 0 1-16,-20 0-1 15,-1 0-1-15,-3 7-1 0,-8 13-2 16,-8 5 1-16,-4 7-6 16,0 6-13-16,0 13-10 15,-36-2-39-15,-19 12-33 16,-9 1-38-16,-16-6-53 15,-11-1-17-15,-5-6-123 16</inkml:trace>
  <inkml:trace contextRef="#ctx0" brushRef="#br0" timeOffset="87197.99">30172 6472 302 0,'0'0'370'0,"0"0"-247"0,0 0 36 0,0 0-55 16,0 0-23-16,0 0-26 15,-20-56 16-15,20 56-22 16,0 0-15-16,0 0-11 16,0 0 1-16,-4 0-11 15,4 0-6-15,0 4-7 16,0 24 2-16,0 10 15 16,-12-1 6-16,-8 5-4 15,-4-2-17-15,0 4 2 0,-3 0 3 16,7 2-5-1,-4-3-2-15,12-2 0 0,0-10 1 16,12-9 0-16,0-2-1 16,0-4-1-16,0-3-1 15,0-6 2-15,36 8-1 16,19-6-3-16,5-2 4 16,0 2 11-16,-4-3-8 15,-5-1 0-15,-7-1-2 16,-8 2 0-16,-4 1 1 15,-16-4-4-15,8 1 1 16,-4-1-18-16,-4-3-68 16,3 0-94-16,-3 0-221 15</inkml:trace>
  <inkml:trace contextRef="#ctx0" brushRef="#br0" timeOffset="88716.82">30849 8776 650 0,'0'0'113'0,"0"0"32"0,0 0-41 0,0 0-30 0,0 0-11 16,0 0-4-16,-8 7 6 15,8-7-17-15,0 0-2 16,0 0 18-16,0 0 3 16,0-22-2-16,0-24-10 15,0-24-44-15,8-22-9 16,20-12 5-16,15-14 3 16,1-6-4-16,-4-3-4 0,-4 0 1 15,-4 4 6 1,-8 1-5-16,0 10-4 0,-1 0 6 15,1-1-4-15,20 1-4 16,4-1 4-16,12-1-2 16,7 3 1-16,-7 3-1 15,12 12-2-15,-5 11 2 16,-7 15 2-16,-4 11-2 16,-16 14 0-16,-8 7 0 15,-21 6 0-15,1 6 0 16,0-3 0-16,-4 1 0 15,-8 1 0-15,0 4 0 16,0 1 3-16,0-1-3 16,0 8 1-16,0 2-1 0,0 6-4 15,0 4 4-15,0-4 1 16,0 7 2-16,0 0-3 16,0 0 0-16,0 0 0 15,0 0 1-15,0 0 0 16,0 0-1-16,0 0-5 15,0 0 3-15,0 0-3 16,0 11 0-16,-20 18 2 16,-23 13 1-16,-17 6 2 15,0 1 0-15,0 1-3 16,1-3 11-16,11-8-13 16,4-10 5-16,24-11 0 15,8-13 6-15,12 0-6 0,0-5-6 16,0 0 6-16,0 0-6 15,0-10 13-15,12-21-14 16,32-7 6-16,16 0 1 16,-4-2 0-16,-9 9 1 15,9 0-2-15,-16 8 3 16,-4 6-2-16,-12 12 0 16,-5 3 0-16,-7 2-8 15,8 0 5-15,4 7 2 16,0 22-2-16,0 1 3 15,-8 8 2-15,4 3-2 16,-8 10-1-16,-8 5-36 16,-4 15-67-16,0 1-29 15,0 15-40-15,0 1-43 0,0 3-192 16</inkml:trace>
  <inkml:trace contextRef="#ctx0" brushRef="#br0" timeOffset="89597.73">30487 8534 674 0,'0'0'242'0,"0"0"-93"0,0 0-6 0,0 0-41 15,0 0-32-15,0 0 2 16,-24-72-21-16,24 72-24 15,0 0-13-15,12 2-9 16,35 27 22-16,13 9-6 0,0 6-10 16,-4 7-6-16,3-3 3 15,-3-7-4-15,-16-7 1 16,-8-5-4-16,-8-14-1 16,-1-5 0-16,-11-10 0 15,8 0 3-15,8-10 2 16,16-34 33-16,4-16-17 15,19-10-10-15,-7 7-6 16,-24 7-5-16,8 7-2 16,-20 15-13-16,0 5-37 15,11 7-101-15,1-4-110 16,36-8-289-16</inkml:trace>
  <inkml:trace contextRef="#ctx0" brushRef="#br0" timeOffset="90884.04">32792 7763 184 0,'0'0'500'0,"0"0"-328"0,0 0-18 15,0 0-57-15,0 0-12 0,0 0-15 16,-24 0-2-16,24 0-2 16,-4-4-4-16,-8-15-12 15,0-6-19-15,-8-4 3 16,-16-10-6-16,12-2 2 16,-11-10-14-16,-9-12-2 15,-4-7-6-15,0-5 5 16,0-5-9-16,1-2 9 15,-9-4-10-15,8 2-2 16,0 1 2-16,1 1 9 16,-9 0-10-16,12 7 4 15,4 2 0-15,-4 2-2 16,-3 8 2-16,15 3 3 16,4 3-8-16,-4 3 5 0,8 3 3 15,0 7 2-15,0 0-1 16,12 12-2-16,1-1-2 15,3 4-1-15,4 8 0 16,-4 8-1-16,8 4 4 16,-4 5-3-16,4 4-3 15,0 0-2-15,0 0 1 16,0 0-3-16,0 0 2 16,0 0 0-16,0 0-2 15,0 0 2-15,0 0 0 16,0 0-1-16,0 0-5 15,0 0 0-15,0 0 4 0,0 18-1 16,0 6 3-16,0 1 0 16,0 1 1-16,0-1-2 15,0-2 2-15,0 14-1 16,4-3 0-16,-4 7-3 16,0 0 3-16,0 0 0 15,0 0 1-15,0-14 0 16,0-10-1-16,0-8-2 15,0-9 2-15,0 0 0 16,0 0 2-16,0 0 1 16,0-33 10-16,0-8-13 15,0-10 0-15,0 0 0 16,0-2-5-16,0 2 5 16,0 4 4-16,0 9-4 15,0 16 0-15,0 8 0 0,0 12 1 16,0 2-2-16,0 0-4 15,0 0 0-15,0 0-3 16,20 12-3-16,27 17 11 16,1 2 0-16,8 8-6 15,-8-1-28-15,31-1-27 16,-15 4-17-16,24 4-37 16,-5 0-20-16,-3-2-52 15,-5 3-72-15,-7 1-239 16</inkml:trace>
  <inkml:trace contextRef="#ctx0" brushRef="#br0" timeOffset="91731.55">32418 7880 616 0,'0'0'259'0,"0"0"-68"0,0 0-55 0,0 0 3 0,0 0-68 15,0 0-6-15,-64-101-14 16,64 101-15-16,0 0-12 16,0 0-22-16,4 0-2 15,44 0 0-15,7 12 17 16,-7 5-14-16,12-3 0 16,-16 3-5-16,-5-4 8 0,-7-2-5 15,0-4 0-15,-16 0-1 16,-4-7 1-16,-4 0-1 15,-4 0 0-15,-4 0 2 16,12 0 0-16,0-24 13 16,0-18-6-16,0-1-9 15,-4-5 13-15,-4 5-2 16,4 1 5-16,-4 3 5 16,-4 9-9-16,0 5-2 15,0 9 1-15,0 9 4 16,0 4-4-16,0 0-7 15,0 3-4-15,0 0-3 16,0 0-1-16,0 0-42 16,0 29-30-16,0 11-51 0,0 11-70 15,0 0-101-15,-16 3-359 16</inkml:trace>
  <inkml:trace contextRef="#ctx0" brushRef="#br0" timeOffset="108216.76">32135 5023 123 0,'0'0'458'16,"0"0"-380"-16,0 0 17 0,0 0 16 0,0 0-50 15,0 0-2-15,0 0-7 16,0 0-20-16,-68-24-1 15,64 21 19-15,-4-3-14 16,4 3-11-16,-8 1 6 16,4 2 2-16,4-6-10 15,-4 6-19-15,-8-5-2 16,-3 3 3-16,-5-5-3 16,-8 4-1-16,4 0-1 15,4 3 1-15,0-3 4 0,-8-1-5 16,8 4 4-1,-7-4-4-15,7 3 0 0,0 1 0 16,0-4 6 0,0 0-5-16,0 1 0 0,-12 1 8 15,4-1-1-15,-3-1-6 16,-1 4 3-16,0 0-2 16,0 0-1-16,-12 0-2 15,-7 0 2-15,3 0-1 16,-12 4-1-16,12 1 1 15,-3 6 2-15,-1-6-2 16,4 8 0-16,-4-4 2 16,9 4-2-16,-1-1-1 15,0 2 0-15,0-4 1 16,4 3 0-16,-3-2 2 16,-9 0-2-16,-4-2-1 15,1 4 0-15,-1-4 2 0,-8 3-2 16,8 5 0-1,1-2-1-15,-9 4 1 0,8 1 0 16,-7-5 0-16,7 5-1 16,-8-4 0-16,16-1 1 15,-3 1 1-15,-1 0-1 16,8 3 0-16,0-3-7 16,1 2 7-16,3 2 1 15,-4 2 0-15,-12-2-2 16,16 2 1-16,-3-1 0 15,-1-1 0-15,-8 1 0 16,8 1 0-16,1-2 0 16,-1 3 0-16,12-6 0 15,0 4 0-15,4 0 0 0,-8 2 0 16,-3 5 0-16,-1 3 4 16,-4-2-1-16,8 6-4 15,-3 1 1-15,7-5 0 16,0 11 1-16,4-7 1 15,4-1 8-15,-4-1-10 16,8-5 1-16,4 0-1 16,5 1 7-16,-9 9-6 15,-8 3-1-15,4-1 9 16,-4 2-5-16,-4 1 5 16,24-5-8-16,-12 3 7 0,-7 7-5 15,7-7 1 1,-4 3-1-16,-4-6 7 0,20-4-8 15,0 3-1 1,0 1 0-16,12-2 5 0,-8 6-5 16,4-1 0-16,-4-2-1 15,4-1 1-15,4-2-1 16,0 1 2-16,0 1 4 16,0-1-5-16,0 2-1 15,0-5 4-15,0 2 0 16,0-7-4-16,0-7 0 15,0-3 0-15,0 0 1 16,16-3 0-16,4 0 1 16,4-3 0-16,8-1 2 0,-8-1-1 15,4 6-2-15,-5-2 0 16,9-1-2-16,-8-1 4 16,0-1 1-16,8 0-2 15,-4 0-1-15,-4-5 9 16,8 3-6-16,-9 0-4 15,1 1 11-15,12-2-7 16,-4 0 7-16,-4-3-4 16,4 0-1-16,4 2-2 15,-1-2 1-15,-3 1 5 16,4-6 2-16,0 3-2 16,-8 0 3-16,16-3-5 15,-9-1-2-15,-3 0-6 0,8 0-3 16,-8 0 3-16,24 0 7 15,-9 0-6-15,-7 0 6 16,4 0 4-16,12 0-10 16,-4-1 12-16,15-8-9 15,-7-4 11-15,0-1-13 16,-5 0 2-16,5 4 2 16,8-4-1-16,4-3-3 15,-1 10 2-15,-15-5-3 16,-20 4 4-16,8-1-5 15,-5-2 2-15,9 0 0 16,20-2-2-16,-12-3 1 16,7 0-3-16,-7 0 4 15,12 2-2-15,-9 0 5 0,-11 1-5 16,12-2 2-16,-12 5 0 16,7-3 1-16,1-4-2 15,4 2 3-15,0 0-3 16,-1-2 0-16,1-2-2 15,-4 4 2-15,12-6-1 16,-5 4 0-16,5 0 0 16,-8-2 2-16,-1 4-2 15,-3-5 0-15,12-4 0 16,-8 1 3-16,-1 1-2 16,21-6-1-16,-16 5 0 0,3-4 2 15,1 8-2 1,-8-3 0-16,-1 1 1 0,1 1-1 15,-4 0 0-15,4-2 0 16,-5 1 0-16,5-1 1 16,8-4-1-16,-16 4 0 15,3 1 0-15,5-2-1 16,-4 1 1-16,3 0 1 16,1-4-1-16,-12 4 1 15,-4 5-1-15,-8 2 0 16,-5 2 2-16,-7-3-2 15,0-3 0-15,0-1 0 16,4-1 0-16,-4-1 3 16,8-7-3-16,-8 7 0 0,-1-7-1 15,9-2 1-15,-4 2 4 16,-4-2-4-16,0-1-3 16,-16 0 3-16,16 0 5 15,-12-4-5-15,0 4 0 16,-4 2 1-16,-8-1-2 15,0 1 4-15,0 2-4 16,0-5 1-16,0 1 0 16,0-1 0-16,0 0 1 15,0 5-4-15,-20 0 6 16,-16-2 0-16,12 5-3 16,-12-1-1-16,4 2 1 15,-3-4-1-15,-1-5 1 0,0 2 5 16,-8 2-5-1,8-3 0-15,-4 4 0 0,-3 3 2 16,-5-1-1-16,4 3 2 16,-4 4-3-16,0-1 3 15,1 10 1-15,-1-7 4 16,-8 4-4-16,-4 1-1 16,-11 3-2-16,-17-2 0 15,5 1-1-15,-9 10-1 16,8 0-3-16,-7 0 3 15,3 0 1-15,-3 0-2 16,-1 0-2-16,8 0-10 16,1 8-27-16,3 11-45 15,21 9-57-15,3-1-65 0,8 3-145 16</inkml:trace>
  <inkml:trace contextRef="#ctx0" brushRef="#br0" timeOffset="111212.9">29503 6898 611 0,'0'0'154'0,"0"0"34"0,0 0-96 0,0 0-39 0,0 0 1 16,0 0-33 0,0 0-11-16,-32 0-6 0,32 0 0 15,0 0-2-15,0 0 12 16,0 3 0-16,0 1-9 16,0-4 14-16,12 0-9 15,0 0 4-15,-4 0 2 16,-4 0 9-16,8 0 4 15,-4-9-11-15,-4-11-8 16,4-2 1-16,-8 9 2 16,0 2 4-16,0 10 7 15,0 1 10-15,-24 0-5 16,-8 0-20-16,8 0-9 16,4 0 0-16,-4 20-8 15,20-2 8-15,-3 7-5 0,7 1 3 16,0-4 0-16,0-3 0 15,0-6 2-15,31-2-1 16,17-3 2-16,-4-8 0 16,4 0 3-16,-12 0 3 15,-13 0-2-15,1-4-3 16,-24-14 7-16,0-2-1 16,0-2 14-16,0 0-4 15,0 6 5-15,-32 1-15 16,5 8 0-16,-9-1-6 0,4 8-2 15,8 0-2-15,0 0-11 16,0 0-62-16,24 15-85 16,0 7-120-16,0-6-289 15</inkml:trace>
  <inkml:trace contextRef="#ctx0" brushRef="#br0" timeOffset="112413.61">31888 6118 650 0,'0'0'213'0,"0"0"-46"0,0 0-80 0,0 0-22 0,0 0-42 15,0 0-17-15,-24 0-6 16,24 0 2-16,0 3 6 16,0 7 10-16,0-4-12 15,0-3 2-15,0-3 1 16,0 0-3-16,12 0 10 16,4 0 2-16,-4 0 10 15,8 0-6-15,-16-7 8 16,4-12-8-16,-8 4 8 0,0-4-15 15,0 2 14 1,0 5-14-16,0 3 1 16,0 2 3-16,-20 7-5 0,-8 0-9 15,4 0-4-15,0 0-2 16,-8 7-1-16,8 12-3 16,5 0 5-16,7-5 0 15,8 6-2-15,4-10 0 16,0 3 1-16,0-5 2 15,4 1-3-15,16-1-3 16,15-8 5-16,-11 0 1 16,8 0 0-16,-4-3 4 15,4-16-1-15,-16 3-2 16,-8-6 0-16,-8 2 1 16,0 1 2-16,0-1-3 15,0 8 2-15,0 7 3 16,-8-4 5-16,-8 4-4 0,-8 5-8 15,0 0 0-15,-8 0-1 16,8 0-1-16,0 17-1 16,12 2 3-16,1-6-2 15,11-1 1-15,0 1 1 16,0-5-4-16,0 0 4 16,0-2-1-16,11-6 0 15,21 0 1-15,-8 0-2 16,4 0 2-16,-4 0 0 15,-4-4 3-15,-8-7 2 0,-12-12 0 16,0-8 2 0,0 2-3-16,0-3 6 0,0 5 6 15,-12 13-8-15,-8 1 8 16,4 6-9-16,-8 5-7 16,0 2-2-16,-8 0-13 15,20 0-38-15,-7 22-87 16,3 12-39-16,4 5-119 15,0 4-393-15</inkml:trace>
  <inkml:trace contextRef="#ctx0" brushRef="#br0" timeOffset="113863.65">29626 6932 575 0,'0'0'129'16,"0"0"-37"-16,0 0-5 0,0 0-41 0,0 0-17 0,0 0 0 15,0 0-7-15,-123 15 0 16,103 1 6-16,8 2 15 16,12-1-28-16,0-5-13 15,0 1 2-15,0-7 3 16,0-1-6-16,0-5 1 15,0 0 2-15,0 0-3 16,12 0 3-16,8 0 19 16,-4 0 1-16,4-2 0 15,-16-15-3-15,4 2-1 16,-8 2 3-16,0 2 1 16,0 4-6-16,0-3 3 0,0 7-1 15,0 3 6 1,0 0-9-16,-8 0-13 0,4 0 2 15,-8 0-6-15,0 0-3 16,0 3 3-16,-8 16-8 16,20-4 13-16,0-1-10 15,0-1 6-15,0-9-2 16,0 4 0-16,20-6 1 16,8-2-1-16,-4 0 2 15,8 0 1-15,-16 0 2 0,-8 0 0 16,-4-10 8-1,-4 1 1-15,0 1 17 0,0-1-6 16,0-2-15-16,0 2-5 16,-12 7-8-16,0-2 0 15,0 4-25-15,8 0-70 16,4 0-113-16,0 0-217 16</inkml:trace>
  <inkml:trace contextRef="#ctx0" brushRef="#br0" timeOffset="120948.54">30475 6216 450 0,'0'0'257'0,"0"0"-120"0,0 0-69 15,0 0-16-15,0 0-37 16,0 0 0-16,0 0 11 16,-68 23-6-16,68-15-5 0,0 0-9 15,0-7 13 1,0 3-6-16,0-4 1 0,0 0 0 15,12 0 11-15,8 0-3 16,8 0 7-16,-5 0 1 16,9-9-20-16,-20-7 9 15,0 3-3-15,-12-4-4 16,0 7-6-16,0-1 29 16,0 2-13-16,0 6-4 15,0 0 18-15,0 3-8 16,0 0-10-16,0 0 1 15,0 0-15-15,-12 0-7 16,0 0 7-16,0 15-6 0,12-3 2 16,0 2-3-1,0-4 2-15,0-4-1 0,0 1-3 16,0-5 2-16,12-2 3 16,12 0 1-16,-12 0 3 15,8 0 5-15,-16-8-6 16,-4-6 10-16,0 1-6 15,0 4-4-15,0 2-3 16,0 7-39-16,-48 0-156 16,4 12-295-16</inkml:trace>
  <inkml:trace contextRef="#ctx0" brushRef="#br0" timeOffset="123630.31">6645 13205 710 0,'0'0'179'0,"0"0"-46"0,0 0-25 0,0 0 4 15,0 0-51-15,0 0-31 16,0 0 4-16,-48-15 1 16,48 15-11-16,0 0-13 0,0 0-7 15,48 0 3-15,31 0 18 16,37 0 4-16,23 0-17 15,25 0 0-15,27 0-1 16,16 0-7-16,4 0 2 16,0 0-6-16,0 0 2 15,-24 0-1-15,-4 0 0 16,-20 0 2-16,-43 0-3 16,-13 0 0-16,-39 0 0 15,-32 0 0-15,-12 0-3 16,-24 0 3-16,0 0 1 15,0 0 7-15,0 0 2 16,0 0 6-16,0 0-9 16,0 4 0-16,0-4-5 15,0 0 1-15,0 6-3 16,-36 4-10-16,0 7-58 0,12 5-79 16,4-1-69-16,16-9-224 15</inkml:trace>
  <inkml:trace contextRef="#ctx0" brushRef="#br0" timeOffset="132729.4">20286 13219 385 0,'0'0'413'0,"0"0"-315"0,0 0 35 0,0 0-11 16,0 0-28-16,-335 0-37 15,323 0 23-15,12 0-30 16,0 0-4-16,0 0-14 15,0 0-7-15,0 0-5 16,8 0-6-16,64 4-10 16,67 3 10-16,48-7 23 0,17 4-19 15,3-4-6-15,-8 0-10 16,0 0-1-16,-24 0 1 16,0 0-1-16,-24 0 5 15,-19-7-6-15,-33 3 1 16,-39 0-7-16,-32 2 12 15,-20 2-12-15,4-7 13 16,-12 7-8-16,0-3 1 16,12 1-16-16,-12 2-42 15,12 0-53-15,8 0-82 16,15 0-24-16,37 0-245 16</inkml:trace>
  <inkml:trace contextRef="#ctx0" brushRef="#br0" timeOffset="133551.19">26226 13194 808 0,'0'0'170'0,"0"0"-87"0,0 0 7 0,0 0 16 16,0 0-36-16,0 0-12 0,-36 13-18 15,80-6-8-15,52 2 21 16,43-5-3-16,24-1-24 15,24-3-14-15,13 0-9 16,7 0 5-16,-8-13-8 16,-12-4 0-16,-20 7 0 15,-20 3 4-15,-27 0-3 16,-37-1-2-16,-23 3-1 16,-28 1 2-16,-20-1 1 15,0 0-1-15,-12 1 0 0,0-2-9 16,0 6-36-16,0 0-44 15,0-1-66-15,-24-5-151 16,24-9-667-16</inkml:trace>
  <inkml:trace contextRef="#ctx0" brushRef="#br0" timeOffset="137815.68">19402 15678 628 0,'0'0'289'0,"0"0"-177"0,0 0-10 0,0 0 8 16,0 0-29-16,0 0 1 15,0 0-51-15,0 0-3 16,-128-19-2-16,232 19-13 15,79 0 24-15,92 0 3 16,83-4-20-16,52-12-7 16,44-6-2-16,16-2-4 15,-24 7-7-15,-20-2-2 16,-52 10 2-16,-67 2-3 16,-72 7 7-16,-84 0-7 15,-67 0 3-15,-41 0-1 0,-31 0-2 16,-12 0-2-16,0 0-1 15,0 0-17-15,0 0-41 16,0 16-47-16,-59-2-72 16,3 4-181-16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21:45.772"/>
    </inkml:context>
    <inkml:brush xml:id="br0">
      <inkml:brushProperty name="width" value="0.05292" units="cm"/>
      <inkml:brushProperty name="height" value="0.05292" units="cm"/>
      <inkml:brushProperty name="color" value="#FF0000"/>
    </inkml:brush>
  </inkml:definitions>
  <inkml:trace contextRef="#ctx0" brushRef="#br0">10933 4978 590 0,'0'0'160'0,"0"0"-13"0,0 0-31 0,0 0-7 16,0 0-18-16,0 0-24 15,0 0 3-15,0 0 12 16,-307-30-13-16,307 30-14 15,0 0-18-15,0 0-14 16,0 0-12-16,0 0-1 16,44 0 0-16,52 0 8 15,35 0 1-15,16 0 8 16,9 8-22-16,19-2 3 16,0 0-5-16,12-6-1 15,8 0 0-15,-7 0-2 16,-13 0 5-16,-8 0-2 15,-8 0 3-15,-15 0-6 0,-5 0 1 16,-24 0 0-16,-31 0-1 16,-24 0-1-16,-17 4 1 15,-19-2 3-15,-8 2-3 16,-8-4 3-16,-8 1 0 16,0-1-3-16,0 0 1 15,0 6-1-15,0-6 0 16,0 2-4-16,0 5-2 15,0 6-39-15,0 3-41 16,0 6-79-16,12-6-86 16,36-7-263-16</inkml:trace>
  <inkml:trace contextRef="#ctx0" brushRef="#br0" timeOffset="1067.04">17495 4994 544 0,'0'0'167'0,"0"0"-45"15,0 0 2-15,0 0-9 0,0 0-25 0,0 0-33 0,-48 0-4 16,48-4-5-16,0 4-11 16,0 0 0-16,4 0-17 15,87 0 19-15,49 0 29 16,51 0-32-16,28 0-18 15,16 0-4-15,8 0-10 16,4 0 6-16,-5-3-7 16,-19 1-1-16,-20-5 0 15,-19 3 3-15,-41 4-5 16,-8-2 1-16,-27-2 8 16,-17 1-8-16,-19 0 0 15,-12 3-1-15,-24 0 2 0,-5 0 6 16,-7 0-8-1,-20 0 10-15,4 0-5 16,-8 0 0-16,0 0 3 0,0 0-5 16,0 0-2-16,0 0 3 15,0 0-4-15,0 0 0 16,0 0-3-16,0 0-31 16,0 0-71-16,0 0-66 15,0 0-91-15,0 0-268 16</inkml:trace>
  <inkml:trace contextRef="#ctx0" brushRef="#br0" timeOffset="6232.84">17530 5924 665 0,'0'0'85'0,"0"0"27"0,0 0 15 16,0 0-7-16,0 0-45 15,0 0-13-15,0 0-7 16,-71 0-15-16,63 0-5 15,8-4-12-15,0 4 0 0,0-3-10 16,0 3-4 0,0 0-2-16,60 0 0 0,51 3 20 15,20 5 18-15,45-3-15 16,-1-5-8-16,32 0-19 16,4 0 15-16,4 0-18 15,-8 0 5-15,-8 4-3 16,-24-1-2-16,-20 7 1 15,-19-5 0-15,-29-1 1 16,-3 3-1-16,-32-5 0 16,7 1 0-16,-19 1 1 15,-24-4 1-15,-4 0 8 16,-16 0-1-16,-9 0 1 16,-7 0-4-16,0 0-7 15,0 0 2-15,0 3 2 16,0-3-4-16,0 0-15 0,0 0-56 15,4 0-84-15,8 0-99 16,20 0-225 0</inkml:trace>
  <inkml:trace contextRef="#ctx0" brushRef="#br0" timeOffset="8466.11">6279 7121 775 0,'0'0'184'0,"0"0"-18"0,0 0-48 0,0 0-20 0,0 0-8 16,0 0-51-16,-128 0-18 15,128 0 3-15,68 0-12 16,51 0 18-16,33 0 0 15,47 0-13-15,12 0-2 16,20-9-11-16,-20-1 2 16,-20 0-4-16,-32 3-2 15,-40 2 0-15,-27 0-5 16,-32 0 5-16,-24 1 0 16,-16 4 0-16,-9-1-4 15,-7 1-16-15,4 0-36 16,-4 0-78-16,8-4-57 15,0-6-247-15</inkml:trace>
  <inkml:trace contextRef="#ctx0" brushRef="#br0" timeOffset="11670.88">15930 7080 987 0,'0'0'96'0,"0"0"-14"0,0 0 17 0,-315 5 8 15,291-1-14-15,13-1-46 16,11 0-22-16,0 7-14 16,71-1 0-16,69 3 35 15,59-3-1-15,55-4-19 0,17-5-5 16,32 0-12-16,-9 0-7 16,-15 3-1-16,-32-3 2 15,-40 0-1 1,-44 0 0-16,-55 3-2 0,-29-3 2 15,-43 4-2-15,-24-4 3 16,-12 0-6-16,0 0 4 16,0 0-3-16,12 0 2 15,-12 0-36-15,12 4-24 16,12-2-71-16,32 7-71 16,15-6-71-16,13-3-528 15</inkml:trace>
  <inkml:trace contextRef="#ctx0" brushRef="#br0" timeOffset="12333.25">21807 7259 819 0,'0'0'148'0,"0"0"6"0,0 0-19 16,0 0-21-16,0 0-9 0,0 0-30 15,-207-51-27-15,207 51-19 16,0 0 0-16,31 0-5 16,109 0 8-16,71 0 16 15,56 6-21-15,15-4-10 16,9 1-8-16,-20 6 0 15,-5 2-9-15,-31 2 0 16,-36-2 2-16,-23 2-2 16,-37 1 0-16,-43-5 0 15,-37 0 0-15,-27-3 0 16,-20-2-1-16,0-2 1 16,-12-2-8-16,0 5-23 0,0-3-22 15,0 12-67-15,-48 1-80 16,-31 4-68-16,-5-6-410 15</inkml:trace>
  <inkml:trace contextRef="#ctx0" brushRef="#br0" timeOffset="21134.99">14493 9897 448 0,'0'0'170'0,"0"0"-91"0,0 0 67 0,0 0 19 15,0 0-55 1,-339 15-19-16,279-15 16 0,-7 3-42 16,7 0-15-1,4 0-15-15,20 3 5 0,13 2-16 16,11-8 1-16,0 2-14 16,12-2 5-16,0 0 7 15,0 0-8-15,0 0 6 16,0 0-17-16,0 0 3 15,12 4-3-15,71 4-1 16,33 1 15-16,11-1 18 16,16 1-26-16,-3 2-7 15,11-2 3-15,20 0-4 16,-4-4 3-16,9 3-3 16,7-2 1-16,4-3 1 0,12-3 2 15,0 0-4 1,-12 0 5-16,-8 0-3 0,-15 0 10 15,-37 0-5-15,-23 0 5 16,-13 0-11-16,-31 0 4 16,-12 0-1-16,-1 0 4 15,-15 0 4-15,-4 0-2 16,-8 0-4-16,-4 0 1 16,-8 0 1-16,4 0-5 15,-12-3-2-15,0 0-1 16,12 0-2-16,-12 3 2 15,0-4-2-15,0 4 0 0,12 0-38 16,-12 0-34 0,0 0-33-16,12-4-95 0,12-1-65 15,0-4-248-15</inkml:trace>
  <inkml:trace contextRef="#ctx0" brushRef="#br0" timeOffset="23383.26">5781 11150 687 0,'0'0'125'0,"0"0"-25"0,0 0 36 0,0 0-30 16,0 0-15-16,0 0-27 0,-120-32-27 16,120 32-11-16,0 0-18 0,44 0-4 15,52 0-1-15,79 0 20 16,24 0 2-16,24 0-18 15,8 0 12-15,4 0 1 16,20 0-7-16,7 0-8 16,17 0 1-16,0 0-1 15,12 0-2-15,-21 0 9 16,1 10-11-16,-16 7 0 16,-12 1 0-16,-40 1 2 15,-32 0 2-15,-20-5-4 0,-19 3 2 16,-13-4 4-16,-3-6 2 15,-13-2 2-15,-11 3 5 16,-9-2-8-16,1 0 1 16,-16 4-2-16,11-9 4 15,-19 7 0-15,0-6-4 16,-5 5-3-16,-15-4 1 16,-4 5-1-16,-4-7-7 15,-20 3 3-15,-12-4 0 16,12 0 1-16,-12 0 0 15,0 0-1-15,12 0 0 16,-12 0 0-16,0 0-28 16,0 7-82-16,0-1-83 0,0 3-114 15,0-5-414-15</inkml:trace>
  <inkml:trace contextRef="#ctx0" brushRef="#br0" timeOffset="27168.01">22774 11431 356 0,'0'0'42'0,"0"0"42"0,0 0-8 0,0 0 25 0,0 0-63 16,0 0-1-16,0 0-24 16,-32-41 3-16,20 39-16 15,12-1-3-15,0 1 3 16,0-2-18-16,0 4-40 16,0-3-95-16,0-1-308 0</inkml:trace>
  <inkml:trace contextRef="#ctx0" brushRef="#br0" timeOffset="28181.79">23160 11032 643 0,'0'0'81'0,"0"0"58"0,0 0 0 0,0 0-28 0,0 0 7 15,0 0-37-15,-278 13-26 16,266-13-21-16,12 0 4 16,0 0-11-16,0 0 3 15,12 7-9-15,103-1-3 16,48-1 18-16,40-1-5 16,16-4-23-16,16 0 5 15,-12 0-13-15,-12 0 1 16,-12 0 11-16,-27 0-9 15,-33 0-3-15,-43 0 2 0,-17 0 0 16,-31 0-2-16,-36 0-5 16,0 0 5-16,-12 0 0 15,0 0-1-15,0 0 1 16,0 0-17-16,-48 0-50 16,-67 0-83-16,-49 4-135 15,1 8-347-15</inkml:trace>
  <inkml:trace contextRef="#ctx0" brushRef="#br0" timeOffset="30520.2">5192 12395 827 0,'0'0'98'0,"0"0"14"0,0 0-9 15,0 0-10-15,0 0-42 0,0 0-45 16,0 0-5-16,95 31 27 16,56-25 21-16,13-6-14 15,47 0-24-15,32 0-1 16,-8 0 2-16,-1-2 2 16,-23-8-3-16,-59 2-10 15,-33 7 10-15,-39 1 3 16,-20-3-10-16,-41 3-2 15,-7 0 0-15,-12 0-2 16,0 0 0-16,0 0-4 16,0 0-16-16,0 0-34 15,0 0-93-15,24 0-197 16,12 0-435-16</inkml:trace>
  <inkml:trace contextRef="#ctx0" brushRef="#br0" timeOffset="33266.35">11455 12381 794 0,'0'0'74'16,"0"0"-12"-16,0 0 39 0,0 0 17 0,0 0-61 15,0 0-10-15,0 0-46 0,0 0 47 16,290 55 12-16,-7-55-19 16,67 0-25-16,37 0-9 15,11-16-6-15,-12-2 5 16,-24 5 1-16,-51-1 2 16,-64 5-8-16,-80 9-1 15,-64 0 0-15,-43 0 0 16,-36 0-1-16,-16 0-4 15,-8 0 1-15,0 0 3 16,0 0-3-16,0 0-8 16,0 0-25-16,0 0-60 15,0 6-55-15,0 3-190 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22:25.872"/>
    </inkml:context>
    <inkml:brush xml:id="br0">
      <inkml:brushProperty name="width" value="0.05292" units="cm"/>
      <inkml:brushProperty name="height" value="0.05292" units="cm"/>
      <inkml:brushProperty name="color" value="#FF0000"/>
    </inkml:brush>
  </inkml:definitions>
  <inkml:trace contextRef="#ctx0" brushRef="#br0">8445 15310 667 0,'0'0'152'0,"0"0"-63"0,0 0 21 0,0 0 22 0,0 0-43 16,0 0-5-1,0 0-32-15,-200-10 15 0,196 10-14 16,-7 0 0-16,11 0-16 15,0 0-27-15,0 0 6 16,0 0-14-16,0 0 1 16,59 0 1-16,81 0 14 15,47 0 23-15,36 0-14 16,43-6-23-16,17-10-3 16,20-7 12-16,23 2-12 15,17 1 6-15,15 0-5 16,-39 9 0-16,-41 7-2 15,-43 4-1-15,-48 0 0 16,-59 0-3-16,-25 0 0 0,-55 5 8 16,-24 0-1-1,-12-2-3-15,-12-3 2 0,0 0 4 16,0 0-5-16,0 0 0 16,0 0 5-16,0 0-6 15,0 0-18-15,0 0-31 16,0 0-36-16,0 0-65 15,0 0-56-15,0 0-211 16</inkml:trace>
  <inkml:trace contextRef="#ctx0" brushRef="#br0" timeOffset="11897.89">23467 15111 486 0,'0'0'276'0,"0"0"-118"0,0 0-18 15,0 0 3-15,0 0-63 0,0 0-4 16,0 0-5-16,-151 14-26 16,151-14 0-16,0 0-29 15,0 0-4-15,47 0-3 16,65 0-1-16,31 0 14 15,32-4-10-15,13-6-10 16,-1 1 1-16,8 3 0 16,-8 2-1-16,-12 2 5 15,-8 2-7-15,-27-3-1 16,-33 3 1-16,-27-2 1 16,-36 2 3-16,-20 0-4 15,-24 0-6-15,0 0 5 16,0 0 2-16,0 0 0 0,0 0-1 15,0 0-4 1,0 0-56-16,0 0-112 0,0 0-112 16,0 0-366-16</inkml:trace>
  <inkml:trace contextRef="#ctx0" brushRef="#br0" timeOffset="35136">19963 8863 678 0,'0'0'327'0,"0"0"-193"16,0 0 16-16,0 0-71 0,0 0-31 16,0 0-6-16,0 0-11 15,-179 53-11-15,179-53 1 16,0 2-3-16,36 5-10 16,36 2 13-16,31-7 20 15,13 2-25-15,-9-4-10 16,9 0-3-16,-13 0-3 15,-15 0-10-15,-9 0-38 0,5 0-93 16,-16 0-61 0,23-4-243-16</inkml:trace>
  <inkml:trace contextRef="#ctx0" brushRef="#br0" timeOffset="36147.08">23503 6829 255 0,'0'0'555'0,"0"0"-343"0,0 0-72 0,0 0-10 16,0 0-64-16,0 0-23 16,-36 0 2-16,36 0-25 0,12 0 6 15,56 0-13 1,3-3 5-16,25-7-14 0,3 7-4 15,9-3-22-15,-1 6-91 16,-3-3-136-16,3 3-239 16</inkml:trace>
  <inkml:trace contextRef="#ctx0" brushRef="#br0" timeOffset="37329.69">24060 9677 702 0,'0'0'275'0,"0"0"-121"0,0 0-25 0,0 0-58 16,0 0-39-16,0 0-9 15,-20 0-16-15,20 0 3 16,60 0 9-16,20 0 35 16,3-7-33-16,17-2-12 15,-1-7-4-15,5 1-3 16,-1 2-2-16,1-4-36 16,3 5-76-16,-3 3-200 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23:22.818"/>
    </inkml:context>
    <inkml:brush xml:id="br0">
      <inkml:brushProperty name="width" value="0.05292" units="cm"/>
      <inkml:brushProperty name="height" value="0.05292" units="cm"/>
      <inkml:brushProperty name="color" value="#FF0000"/>
    </inkml:brush>
  </inkml:definitions>
  <inkml:trace contextRef="#ctx0" brushRef="#br0">17319 4587 947 0,'0'0'172'0,"0"0"-75"0,0 0 10 0,0 0 5 16,0 0-42-16,0 0-22 16,0 0-21-16,0 0-11 15,-151 0 1-15,350 0 39 16,60 0 5-16,32 0-55 15,3 0-2-15,-19 0-3 16,-40 0-1-16,-36 0 1 16,-44 0-1-16,-39 3 0 15,-45 7-17-15,-27-3-16 16,-8-2-45-16,-24 4-79 0,0-5-66 16,-12-4-262-16</inkml:trace>
  <inkml:trace contextRef="#ctx0" brushRef="#br0" timeOffset="24566.01">13035 6366 637 0,'0'0'243'0,"0"0"-56"0,0 0-52 0,0 0-39 16,0 0-28-16,0 0 4 15,0 0 3-15,-163-13 0 16,151 13-39-16,8 0-1 0,4 0-6 16,0 0-4-16,0 0-3 15,0 0-10-15,0 0-12 16,16 0-3-16,96 0 3 16,43 0 14-16,56 0 2 15,0 0-10-15,-4 0-2 16,-20 0-3-16,-8 0 1 15,-16 0-1-15,-15 0 0 16,-41 0 0-16,-15 0 0 16,-32 0 4-16,-13 0-4 15,-15 0-1-15,-16 0 0 16,-4 0 0-16,-4 0 1 16,-8 0 2-16,0 0 2 15,0 0-2-15,0 0-2 16,0 0 2-16,0 0-3 15,0 0-35-15,0 0-27 16,0 0-80-16,0 0-101 0,0 0-209 16</inkml:trace>
  <inkml:trace contextRef="#ctx0" brushRef="#br0" timeOffset="25399.84">18653 6278 610 0,'0'0'242'0,"0"0"-24"0,0 0-59 0,0 0-52 16,0 0-13-16,0 0-15 16,-36-1 0-16,36 1-44 15,0 0-16-15,48 0 4 16,48 0 6-16,51 0 2 16,20 0-11-16,16 0-14 0,17 1 1 15,-9 3 2 1,4-4-6-16,-20 4-1 15,4-2 0-15,-32-2-2 0,-15 0 7 16,-29 5-7-16,-23-5-1 16,-28 2 1-1,-32-2 0-15,-20 0 0 0,0 0-7 16,0 0 7-16,0 3-5 16,-20 1-32-16,-44 1-43 15,-28 10-84-15,1-8-99 16,31 3-366-16</inkml:trace>
  <inkml:trace contextRef="#ctx0" brushRef="#br0" timeOffset="39907.26">29017 892 617 0,'0'0'130'0,"0"0"17"15,0 0-15-15,0 0-43 0,0 0-27 16,0 0-22-16,0 0-2 16,0 0-3-16,0 0-13 15,0 0-13-15,0 0 6 16,0 0-2-16,0 0 11 15,0 0 6-15,0 0 3 16,0 0-8-16,0 0-3 0,0 0 3 16,0 0-4-16,0 0-4 15,0-3-4-15,0-13-8 16,0-1-4-16,0-2 1 16,-4-1 1-16,-4-1 3 15,-4 2-4-15,-4 4 7 16,-3-12-1-16,-5 8 2 15,4-3-8-15,-4-5 3 16,-4 7 4-16,-4 4-4 16,4-2 7-16,-4 5-11 0,-3 4 10 15,-9-2-10 1,-4 2 1-16,0 7-1 0,0 2 1 16,1 0-2-16,3 0 0 15,-4 0 0-15,-8 2 0 16,5 18-1-16,-5-2 1 15,0 7 6-15,4 4-6 16,5 2-3-16,-9 1 2 16,20-1 1-16,0 8-2 15,0 2 1-15,-7 1 0 16,19 2 2-16,0-2 0 16,0-5-1-16,0 4-1 15,12 0 0-15,-8-2 2 0,8 3-1 16,0-7 0-1,-12 2-1-15,0 2 1 0,5-3 0 16,-5 4 1-16,0-2 5 16,-4-3-5-16,-8-3-1 15,-8-3 0-15,8-2 0 16,-7-1 0-16,3-4-4 16,-4 1 5-16,0-4-1 15,-4 0 8-15,1-2-7 16,-13-2 0-16,0-3 1 15,-7 1 0-15,7-6-1 16,0-1 3-16,4-3-3 16,-3-1 0-16,11-2 0 15,-12 0-1-15,-8 4 0 16,13-4-1-16,3 0 1 16,-4 3 0-16,24-3 4 0,4 3-4 15,5 4 0-15,-9 0 0 16,8 2 0-16,0-1-6 15,0 6 6-15,0 2 0 16,12 4-4-16,-8 5 4 16,4 2 0-16,-4 4 0 15,5 6-1-15,3 4 0 16,0 0 1-16,4 0 0 16,-4 10 0-16,0 0 0 15,0 7 2-15,0-5-2 16,12-2 2-16,0-5-1 0,0 0-1 15,0-4-1 1,0 2 1-16,12 1 0 0,12-1 2 16,8 2-5-16,-5 0 9 15,5-2-6-15,4-3 1 16,-12-6-1-16,20 0 0 16,-4-9 0-16,7 1 1 15,9 0-2-15,12-5 2 16,-4 1-2-16,3-8 2 15,5-2-1-15,-4-6 2 16,23-7 3-16,-15 0-3 16,15 0 0-16,5 0 1 0,4 0 0 15,7 0-3-15,9-11-1 16,-9-2 1-16,-3-5 1 16,-9-2-1-16,-3 2 2 15,3-2-1-15,-3-2 1 16,11 0 1-16,-19-3-5 15,8 3 3-15,-9-6-1 16,9 2 6-16,-21 0-6 16,13 1 0-16,-16-4 0 15,-21 5 1-15,9-5 1 16,-8 3-2-16,-8 1 0 16,-8-4 4-16,11 0-2 15,-7-2 0-15,4-4-2 16,-8-1-5-16,4 5 5 0,0-3 1 15,-13 1 0-15,1 4-1 16,-4-2 5-16,-8 2-2 16,0 0-2-16,0-5-1 15,-8-1 0-15,4 0 1 16,4-1-1-16,0 0 0 16,0 3 0-16,0 0 0 15,-4 2 3-15,-4 4-3 16,-4-2 3-16,0 0-3 15,12 0 1-15,-4-2 1 16,-4-1 3-16,-4 0-3 16,8 0 3-16,-8 4-1 0,0-4 4 15,0 1-4 1,0-1-1-16,0-3-1 0,0 4-2 16,0-5 2-16,-8 1 2 15,-4 0-4-15,0 3 3 16,-4 4-2-16,-16 1 4 15,12 4-2-15,4-5-1 16,-4 5 1-16,4-6 0 16,-4-1-3-16,5-1 1 15,-9 3-1-15,-20-7 0 16,8 3-1-16,-12 4 0 16,-31-2-1-16,-5 13-3 15,-43 2-11-15,-25 6-63 16,-3 9-29-16,-4 0-72 0,3 0-171 15</inkml:trace>
  <inkml:trace contextRef="#ctx0" brushRef="#br0" timeOffset="42282.1">24845 837 488 0,'0'0'293'0,"0"0"-186"16,0 0-21-16,0 0 24 0,0 0-61 16,0 0-29-16,0 0-10 15,-132 0 2-15,53 0 8 16,-5 0-1-16,-16 0 1 15,-19 4-8-15,0 9 1 16,-29 1-7-16,-3 0 4 16,8-4 6-16,3-10-5 15,1 0 17-15,-4 0-17 16,-17 0 5-16,5 0-6 16,-16 0 0-16,-8 0-4 15,-16 4 1-15,-16-2 0 16,-4 5-3-16,-4 2 7 15,19 4-4-15,37 1-4 0,8 10 2 16,4 3 8 0,-1 0-11-16,-7 4 8 0,4 2-6 15,-4-2-4-15,3 4 0 16,17-1 0-16,19-1-2 16,5 1 2-16,19-1 0 15,9-2 0-15,3 3 0 16,1 5-1-16,23-1 1 15,-8-1 0-15,20 6 0 16,-11-4 0-16,11 5 0 16,4-4 0-16,8-2 0 15,28-3-2-15,4 2 0 16,4 0 2-16,0-3-2 0,0 1 0 16,0-8 1-16,24 6 1 15,12-5 0-15,20 2 0 16,-4-4 0-16,15-1 0 15,17-4 1-15,7-2 0 16,25 1 4-16,11-11-1 16,25 1-4-16,11-7 3 15,24-2 5-15,4-1-8 16,4 0 1-16,4 0 4 16,-12 0-5-16,-11 0 0 15,-1 0 0-15,-8 0 0 16,4 0-1-16,4-1 1 15,1-5 1-15,3-9 2 16,8 1 4-16,-4-5 5 0,-8 2-9 16,-12 2 3-16,1-1 6 15,-1 4-4-15,-20-1-4 16,-3 0-1-16,-21 0 2 16,5 1-3-16,-13-3-2 15,4-5 0-15,9 4 6 16,-13-3 3-16,5-4-8 15,-1 5 0-15,5-4 2 16,-5 0-2-16,-11 2-1 16,-1 2 1-16,-19-2 3 15,-1 0-4-15,-3 2 0 16,0-5 2-16,-5 6-3 0,-7-3 2 16,-8-4-1-16,8 6 1 15,-21-5 0-15,9 2-1 16,-8-2 3-16,-12-1-2 15,-1 0-1-15,-3 3 1 16,-16-1 1-16,-4 0 0 16,-4-1 4-16,-4-3 4 15,-4 5 4-15,0-5-14 16,0 3 5-16,0 2 0 16,0-4 9-16,-12-4-12 15,-12 4 8-15,-4-1-7 16,-15 1 5-16,7-4 10 15,-12 3-1-15,0 1-10 16,-19 3-3-16,-5 6 1 16,-20-3-3-16,-11 3 0 0,-25 0-2 15,-23 3 0-15,-16 2-1 16,-16 0 1-16,-8 7-1 16,-16 4 0-16,-16 0-4 15,-12 0-22-15,-8 30-55 16,4 2-80-16,-16-6-255 15</inkml:trace>
  <inkml:trace contextRef="#ctx0" brushRef="#br0" timeOffset="50398.93">32378 822 406 0,'0'0'308'0,"0"0"-141"0,0 0-46 0,0 0-26 0,0 0-46 16,0 0 2-16,0 0-11 15,4-56 8-15,-4 55 11 16,0-2-18-16,0 3 15 16,0-5-18-16,0 4-13 0,0-6 13 15,0-2-29 1,0-2 2-16,-16-2-3 0,-4 3 9 16,-4-2-13-16,-8 2 7 15,4 0 2-15,-8 5-1 16,5 5 2-16,3 0-9 15,-4 0 0-15,-4 0-5 16,0 0 0-16,0 0 0 16,-7 5 3-16,-1 15-2 15,4 2 2-15,-4 2-5 16,-4 7 4-16,1 10-4 16,3 6 4-16,-4 4 0 15,20 0 0-15,-4-3-2 16,8-1 5-16,5 1-3 15,3 3-3-15,4-3 6 0,0 3-1 16,4 3-4 0,8-3 0-16,0 1-2 0,0-1 6 15,0 0-7-15,0 0 5 16,0 0-4-16,36 0 4 16,7 0 2-16,5-3-3 15,0-4 0-15,0-5 7 16,-5-6-5-16,13-6 4 15,-4-3-7-15,4-5 0 16,11-2 3-16,-15-2 6 16,4-5 0-16,12 1-6 15,-17-6 6-15,5-1-8 0,0-4 0 16,8 0 6-16,3 0-5 16,13 0 3-16,-4-23 1 15,-1 1-5-15,-15 0 0 16,0-3 0-16,-1-5 3 15,-3-4 6-15,-8-3-10 16,0 1 4-16,-5-2 2 16,-15-1-6-16,4-2 7 15,-8-1 0-15,0-5-3 16,-12 0 6-16,12-1 4 16,-16-6-3-16,-4 0 1 15,-4-1 0-15,0-3 1 16,0 0 1-16,0-6-7 15,0 4 0-15,-24-10 0 0,-12-3-5 16,-20 0 3-16,8 0 1 16,-11 12-6-16,11 6 1 15,-20 10 0-15,-3 3-1 16,-1 7-4-16,-20 10 1 16,-15 8-29-16,-44 17-47 15,-37 0-86-15,-54 10-127 16,-41 25-362-16</inkml:trace>
  <inkml:trace contextRef="#ctx0" brushRef="#br0" timeOffset="56986.71">4658 7601 703 0,'0'0'277'0,"0"0"-80"0,0 0-69 0,0 0-14 16,0 0-12-16,0 0-41 16,0 0-38-16,0 0-2 15,-131-26-14-15,190 23-2 16,37-6 2-16,43-2 23 16,21 0-15-16,-5 4 0 0,8 1-6 15,-12 6-3 1,-11 0-2-16,-33-3-3 0,-15 3 1 15,-13 0-2 1,-7 0 0-16,-12 0 0 0,-16 0 0 16,-5 0-2-16,-15 0-19 15,8 0-24-15,4 0-38 16,0 5-76-16,32-1-12 16,15-3-168-16</inkml:trace>
  <inkml:trace contextRef="#ctx0" brushRef="#br0" timeOffset="57584.07">8500 7402 754 0,'0'0'152'0,"0"0"23"0,0 0-15 0,0 0-35 16,0 0-22-16,0 0-14 15,-302-21-29-15,302 21-20 16,0 0-13-16,0 0-16 16,0 0-11-16,24 0-6 0,55 0 6 15,37 0 3-15,11 0 1 16,4 0-4-16,9 0 2 16,-21 0 3-16,-3 0-3 15,-25 0-2-15,-31 0 1 16,-16 0-3-16,-28 0 2 15,-8 0-1-15,-4 0-8 16,-4 0-33-16,0 0-61 16,0 11-70-16,8-6-51 15,4 0-193-15</inkml:trace>
  <inkml:trace contextRef="#ctx0" brushRef="#br0" timeOffset="58530.85">13664 7422 657 0,'0'0'195'0,"0"0"-29"0,0 0-33 0,0 0-6 16,0 0-57-16,0 0-1 0,-35 0-3 15,35 0-17-15,0 0-28 16,35 0-8-16,61 0-4 15,43 0 31-15,25 0-6 16,11 0-13-16,12 0-4 16,8 0 1-16,-4-6-4 15,8 3-3-15,0-3-10 16,-4 1 8-16,4 4-8 16,-11-3 2-16,-13 0-2 15,-12 3-1-15,-32-6-2 16,-15-3 2-16,-25 4 1 15,-23-4 0-15,-16 2 8 0,-16 4 11 16,-16-1-8-16,-8 4 8 16,-1-3 7-16,-11 1-16 15,0-1-4-15,0 4-7 16,0-3 1-16,0 3-1 16,0 0 0-16,12 0-29 15,-12 0-47-15,0 0-34 16,0 0-82-16,0 0-154 15</inkml:trace>
  <inkml:trace contextRef="#ctx0" brushRef="#br0" timeOffset="61614.38">20604 7535 938 0,'0'0'222'16,"0"0"-68"-16,0 0-31 0,0 0-22 0,0 0-51 15,0 0-24-15,0 0-8 16,68 8-5-16,87-8 23 16,52 0 1-16,20 0-23 15,16-8-2-15,0 1 2 16,-8-3-7-16,-36 7-5 16,-24 0 2-16,-24 3-4 15,-43 0 0-15,-28 0 2 16,-21 0-2-16,-35 0 0 15,-12 0 0-15,0 0 1 16,-12 0-2-16,0-4-2 16,8 0 2-16,-4 3-4 15,4-3-29-15,-4 4-40 0,4 0-61 16,8 0-114-16,28 0-209 16</inkml:trace>
  <inkml:trace contextRef="#ctx0" brushRef="#br0" timeOffset="62298.25">25239 7550 839 0,'0'0'111'0,"0"0"57"0,0 0-25 15,0 0-44-15,0 0-21 16,0 0-22-16,-32 0 1 16,32 0-20-16,0 0-18 15,84 2 10-15,43 5 14 16,24 0-12-16,13-1-24 0,23-6-2 15,0 0-4-15,36 0-1 16,20 0 1-16,-20 0 0 16,-4-20 4-16,-52 2-5 15,-36-1 2-15,-43-1-3 16,-40 9 1-16,-25 4 0 16,-11 0 0-16,-12 4-1 15,0-3 1-15,0 3-15 16,0-2-63-16,4 4-73 15,16-3-76-15,36-8-280 16</inkml:trace>
  <inkml:trace contextRef="#ctx0" brushRef="#br0" timeOffset="63431.51">5180 8353 864 0,'0'0'163'0,"0"0"-61"0,0 0 1 16,0 0-30-16,0 0-53 0,0 0-14 15,16 38 24-15,63-24 35 16,29 3-2-16,19-6-15 16,12 1-10-16,13-6-17 15,-9-2-16-15,-4 3-5 16,-11-7-3-16,-25 4 3 16,5 1 2-16,-17-3-2 15,-11 9-15-15,-8 1-36 16,-1-1-76-16,21 4-37 15,-8-13-180-15</inkml:trace>
  <inkml:trace contextRef="#ctx0" brushRef="#br0" timeOffset="65664.57">15460 868 686 0,'0'0'215'0,"0"0"-64"0,0 0-14 0,0 0-46 16,0 0-21-16,0 0-9 16,-92-97-8-16,73 92-3 0,-5 4-11 15,-4 1-4 1,-16 0-9-16,0 0-4 0,-4 0-5 15,-11 21-5 1,-1 5 1-16,0 9 4 0,-7 3-7 16,19 4 1-16,12 5-5 15,4 4-5-15,4 7 2 16,-4-2 3-16,9-1-4 16,-1-3-1-16,24-1 0 15,-12 0 0-15,12 0-1 16,0-2 0-16,0-4 2 15,0 1 1-15,24-1-1 16,-1-5-1-16,25 2-1 16,-4-7 0-16,4 1 4 15,12-5-4-15,-5-6 0 0,5-5 0 16,12-2 1-16,7-5 2 16,-7-3 1-16,31-7-1 15,-11-3 0-15,8 0 4 16,3 0 0-16,1-20-5 15,-9-8 0-15,-3-4 1 16,-9-7-2-16,-3-2 1 16,0 0 3-16,-17-10 0 15,-7 5 1-15,0-5 3 16,-16-3 2-16,-5 3 2 16,-3-4 7-16,-20 8-5 15,0 3-2-15,-12 3-4 0,0 3 0 16,0-1-3-1,-12-2-1-15,-32-1-1 0,5 2-1 16,-9-2 3-16,-8-2-6 16,0 3 2-16,-3 6-2 15,-13 3 0-15,-8 4 0 16,-15 8-1-16,-9 3-4 16,1 9 2-16,-5 8-2 15,1 0-33-15,3 8-26 16,13 29-31-16,7 3-76 15,24 8-75-15,1-3-138 16</inkml:trace>
  <inkml:trace contextRef="#ctx0" brushRef="#br0" timeOffset="67715.95">16611 501 406 0,'0'0'249'0,"0"0"-117"0,0 0-42 15,0 0-18-15,0 0 3 16,0 0 0-16,-36-44-11 16,24 34-21-16,-4 1 5 15,-16 0-10-15,8-2-11 0,-8-1-7 16,5 4 6-16,-9 1 0 15,-8 0-7-15,-4-3 13 16,4 3-5-16,5 2-5 16,3-4-8-16,-8 2 7 15,0-3 8-15,8 1-11 16,-15-2-12-16,-5 6 6 16,-4-4 0-16,-8-2-6 15,-11 5 0-15,7-3-3 16,0-2 2-16,1 2-3 15,3-2 13-15,8 4-8 16,5-3 8-16,3 4-6 16,-4-2-1-16,8 7-3 15,-7-3 0-15,7 0-1 16,0 1-3-16,-8 3 2 0,4 0-2 16,-15 0 0-16,11 0-2 15,-4 0 2-15,1 0-1 16,23 0 0-16,-8 7-1 15,-4 3 1-15,0-1-1 16,5 1 1-16,-5-3 0 16,-12 8 0-16,12 1 0 15,1 3 0-15,-1 2 0 16,4 3 0-16,0 0 0 16,4 5 0-16,-7 0-1 15,3 2 1-15,-4 5-1 16,0-1 0-16,4 2 1 0,9 2 1 15,-1 1-1-15,12 2 0 16,-8-1 0-16,16 2 0 16,-8 3 0-16,12-2 2 15,-8-1 2-15,8 3-4 16,0 5-6-16,1 0 6 16,-1 3 7-16,12-3-7 15,0 7 0-15,0-5 1 16,0-2-1-16,0 3 0 15,0-6 1-15,0-2-1 16,0 0 0-16,0-2-1 16,12-2 1-16,11 3 0 0,-11-2 0 15,20-1 0-15,-8-4 0 16,-8-2-1 0,16 3 1-16,-8-5-1 0,0-5 3 15,12 3-4-15,-1-5 3 16,-3-3-1-16,4 2 0 15,0-4-1-15,0 0 1 16,11-2-1-16,-11-1 1 16,8 0-1-16,4 0 1 15,-4-3 0-15,-5 0 2 16,5-3 1-16,4-1-3 16,8-1 0-16,-8 4 0 15,-1-2 1-15,1-1 0 16,8-1-1-16,-8 4 1 15,-1-10-1-15,1 2 2 0,0-1-1 16,-4-2 3-16,16-1 0 16,-5 1-4-16,-7-4 8 15,0 0-6-15,12 0 4 16,-5 0 0-16,5 0 2 16,8 0-7-16,-5 0 7 15,13-4-6-15,-12-3-2 16,3-6 3-16,-7 3-1 0,8 0 2 15,-8-1-4 1,11-1-5-16,-3-6 5 16,-8 3 1-16,19-2 1 15,-19-1-3-15,12 2 2 0,-5-2-1 16,-7-4 2-16,8 2-2 16,-8-2 0-16,-13 0 0 15,13 3 3-15,-12-7-3 16,-4 4 0-16,-9 0 1 15,13-5-5-15,0 4 10 16,-4-6-5-16,4-4-1 16,11-1 0-16,1 0-4 15,-4 3 9-15,-8 0-4 16,-5-1-1-16,-7 1-3 16,0-3 3-16,0-3 8 0,-4 3-8 15,-8 0 1 1,-9 0-1-16,5 1 3 0,-4-6-4 15,-8 0 2-15,4 6-1 16,0-2 0-16,-12 0 8 16,12 1-8-16,-12-3 3 15,0 3-3-15,0-4 2 16,0 0 3-16,0-5-3 16,0 6 0-16,0-3-2 15,-12-2 9-15,-12 4-4 16,12-1-5-16,-12 2 2 15,-7-1 2-15,3 2-2 16,-4-6 0-16,-4 5 2 16,0-1-2-16,0 0-2 15,1 3 1-15,-9 3-1 0,-4 8 11 16,12-3-8-16,-12 4-2 16,-7 1 4-16,-5 7-3 15,-8-4-2-15,-23 0 0 16,-5 4 3-16,-19-1-3 15,-17 8-5-15,-19-1 2 16,-24 9-31-16,0 0-59 16,-1 0-69-16,25 0-164 15,55 0-630-15</inkml:trace>
  <inkml:trace contextRef="#ctx0" brushRef="#br0" timeOffset="68298">14644 571 739 0,'0'0'271'0,"0"0"-110"0,0 0-104 0,0 0-51 0,0 0-6 0,0 0-26 16,0 0-57-16,-140 35-107 15,93 2-81-15</inkml:trace>
  <inkml:trace contextRef="#ctx0" brushRef="#br0" timeOffset="68464.23">13907 1186 706 0,'0'0'166'0,"0"0"-25"16,0 0-34-16,0 0-47 15,0 0-48-15,0 0-12 16,-12 46 3-16,36-21-3 16,0 6-69-16,0 8-186 15,0 2-276-15</inkml:trace>
  <inkml:trace contextRef="#ctx0" brushRef="#br0" timeOffset="68614.92">14154 1819 609 0,'0'0'135'0,"0"0"11"0,0 0-14 16,0 0-51-16,0 0-45 16,0 0-17-16,131 30-13 15,-87-19-6-15,28 6-53 16,0-3-189-16,7 12-164 16</inkml:trace>
  <inkml:trace contextRef="#ctx0" brushRef="#br0" timeOffset="68764.96">14891 2171 614 0,'0'0'157'0,"0"0"-49"15,0 0 4-15,0 0-9 0,0 0-51 16,0 0-20-16,175 10-30 16,-115-10-2-16,11 0-79 15,17 0-158-15,-1-10-296 16</inkml:trace>
  <inkml:trace contextRef="#ctx0" brushRef="#br0" timeOffset="68914.32">15942 2104 417 0,'0'0'257'16,"0"0"-104"-16,0 0-44 16,0 0-35-16,0 0-23 15,0 0-33-15,243-85-18 16,-203 70-8-16,7 1-50 0,9-3-149 15,4-5-203 1</inkml:trace>
  <inkml:trace contextRef="#ctx0" brushRef="#br0" timeOffset="69086.69">16830 1752 526 0,'0'0'299'0,"0"0"-133"16,0 0-46-16,0 0-50 15,0 0-48-15,0 0-18 16,107-147-8-16,-83 123-42 0,0-3-47 16,-4-5-62-1,4 3-51-15,0-2-169 0</inkml:trace>
  <inkml:trace contextRef="#ctx0" brushRef="#br0" timeOffset="69282.89">17168 1186 665 0,'0'0'225'16,"0"0"-28"-16,0 0-65 16,0 0-71-16,0 0-4 15,0 0-37-15,0-97-20 16,0 80-4-16,0-2-6 16,0-1-23-16,0 3-37 15,0-9-44-15,-8 4-42 16,-16-5-17-16,-12-4-111 15</inkml:trace>
  <inkml:trace contextRef="#ctx0" brushRef="#br0" timeOffset="69481.87">16750 667 649 0,'0'0'223'0,"0"0"-60"16,0 0-23-16,0 0-56 15,0 0-22-15,0 0-6 16,-72-84-22-16,72 79-27 15,0-4-2-15,0-2-5 16,-12-1-1-16,12-5-13 16,-11 6-27-16,-1-6-21 15,-8-3-57-15,-8 2-85 0,-4 2 28 16,-4-2-99-16,-12 2-96 16</inkml:trace>
  <inkml:trace contextRef="#ctx0" brushRef="#br0" timeOffset="69631.95">16292 362 375 0,'0'0'218'0,"0"0"-61"15,0 0-13-15,0 0-23 16,0 0-20-16,0 0-39 16,-235-38 3-16,215 34-25 15,8 0-9-15,0 1-24 16,-3 3-6-16,-17-2-1 16,-4 2-11-16,-8 0-29 15,-16 0-91-15,-19 0-224 0</inkml:trace>
  <inkml:trace contextRef="#ctx0" brushRef="#br0" timeOffset="69864.86">14365 396 382 0,'0'0'479'0,"0"0"-311"16,0 0-11-16,0 0-38 15,0 0-41-15,0 0-7 16,-151 0-34-16,151 0-26 16,0 0-5-16,0 0-6 0,0 0-4 15,0 0-49-15,0 10-82 16,0-3-159-16,-12-2-660 16</inkml:trace>
  <inkml:trace contextRef="#ctx0" brushRef="#br0" timeOffset="71064.06">14934 1225 712 0,'0'0'290'0,"0"0"-85"0,0 0-91 0,0 0-37 0,0 0-40 15,0 0-28-15,4-15-4 16,44 21 16-16,8 10 18 16,-8 2-7-16,-4-1-26 15,-5-1-5-15,-7-2-2 16,4 1-9-16,-12-4-85 15,-4-5-56-15,-4-6-66 16,-8 0-139-16,-8 0-194 16</inkml:trace>
  <inkml:trace contextRef="#ctx0" brushRef="#br0" timeOffset="71247.48">14934 1225 467 0,'307'-31'278'16,"-319"20"-66"-16,12 11-18 15,-12 0-77-15,12 0-59 0,-12 0-23 16,4 0-17-16,-8 7-11 15,4 19 28 1,-11 3 4-16,3 2-21 0,-4 7-15 16,-12-4-2-16,12 5-1 15,24-10-24-15,-8-4-66 16,8-16-54-16,0-9-169 16,8 0-89-16</inkml:trace>
  <inkml:trace contextRef="#ctx0" brushRef="#br0" timeOffset="71647.63">15615 1190 603 0,'0'0'248'0,"0"0"-87"16,0 0-69-16,0 0-25 16,0 0-5-16,0 0-24 15,176-7 5-15,-129 7-7 16,-3 11-24-16,-4-2-9 15,4 0-3-15,0-5-1 16,-17 3 1-16,5-3 0 16,-16 1-33-16,4-5-34 15,-8 0-27-15,0 0-12 16,-12-7-40-16,0-15-1 16,0 0 46-16,0-7 72 0,0 7 29 15,0 3 59-15,0 6 76 16,-12 4-11-16,12 4 22 15,-12 4-29-15,4 1-48 16,4 0-29-16,-4 0-14 16,-4 0-24-16,0 15-1 15,-4 17 2-15,-16 3 1 16,9 3-3-16,-13 4-1 16,4 1-20-16,4 3-85 15,-8-6-151-15,16-3-134 16</inkml:trace>
  <inkml:trace contextRef="#ctx0" brushRef="#br0" timeOffset="71914.22">15321 1584 697 0,'0'0'230'0,"0"0"-106"0,0 0-72 0,0 0-12 15,0 0-17-15,0 0-12 16,179 6-10-16,-123-2-1 16,3-4 0-16,-11 1 0 0,-12-1-6 15,-4 4-31-15,-16-4-36 16,-8 0-90-16,-8 0-41 15,0 0-185-15</inkml:trace>
  <inkml:trace contextRef="#ctx0" brushRef="#br0" timeOffset="72130.21">15321 1584 235 0,'259'-108'325'16,"-259"94"-152"-16,0 6-20 15,0 2-18-15,-12 0-26 16,12 6-15-16,0 0-33 15,0 0-26-15,-8 0-28 16,4 0-7-16,4 19-5 0,0 8 5 16,-12 2 6-16,4 6-6 15,-8 1 0-15,-4-2-3 16,4-2-29-16,-4-4-109 16,16-13-150-16,4-5-356 15</inkml:trace>
  <inkml:trace contextRef="#ctx0" brushRef="#br0" timeOffset="72598.23">15930 1374 649 0,'0'0'239'0,"0"0"-76"16,0 0-79-16,0 0-59 16,0 0-19-16,0 0 24 15,83 0 1-15,-35 13-16 16,-4 3-12-16,4 0-3 0,-4 0 1 15,-16-3-3 1,-9-4-16-16,-7-5-54 16,-8-3 12-16,-4-1-13 15,0 0-10-15,0 0 50 0,0-1 12 16,0-22 20-16,0 4 1 16,0-3 27-16,-16 8 44 15,-3 5 23-15,7 3 8 16,8 6-37-16,-4 0-19 15,-16 0-34-15,-12 0-10 16,-8 6-2-16,-4 26-1 16,1 4-2-16,-1 10-62 15,12-1-181-15,0 3-234 16</inkml:trace>
  <inkml:trace contextRef="#ctx0" brushRef="#br0" timeOffset="84982.07">1982 10787 622 0,'0'0'198'0,"0"0"-17"0,0 0-33 0,0 0-64 0,0 0-17 16,0 0-19-16,0 0 20 15,0 0-4-15,-71 17-14 16,162-30-4-16,37-18 14 15,27-11-36-15,20-2-10 16,0 3-6-16,13-9-8 16,-25 7 11-16,-12 4-7 15,-43 6-4-15,-41 14 4 16,-43 6 0-16,-12 5-3 16,-12 8 0-16,0-2 9 15,0 0-1-15,0-9-8 16,-36 2-1-16,-23 0-5 15,-9-1 5-15,8 3 4 16,16 2-4-16,9 0 1 16,11 3 5-16,12-2 7 0,12 4 10 15,0 0-12-15,0-4 13 16,0 4-19-16,0-1-5 16,0-3-10-16,47 4 7 15,21-2 5-15,12 2-2 16,-17 0 0-16,-7 0 0 15,-8 0 0-15,-12 0 0 16,-4 11-2-16,-20 14-1 16,-12 12-2-16,0 7-7 15,0 16-10-15,-36 7-56 16,-32 9-66-16,8 6-81 16,1 7-261-16</inkml:trace>
  <inkml:trace contextRef="#ctx0" brushRef="#br0" timeOffset="91632.29">30327 3165 930 0,'0'0'217'0,"0"0"-70"0,0 0-81 0,0 0-42 16,0 0-22-16,0 0-2 15,0 0-5-15,-12-2-5 16,12 2-20-16,0 0-59 16,-16 0-62-16,-15 15-21 15,-5 14-183-15</inkml:trace>
  <inkml:trace contextRef="#ctx0" brushRef="#br0" timeOffset="91781.68">29937 3456 124 0,'0'0'564'0,"0"0"-419"0,0 0-25 16,0 0-48-16,0 0-35 16,0 0-30-16,-24 17-7 15,24-11-7-15,4 7-11 16,8 7-136-16,-4 5-225 15</inkml:trace>
  <inkml:trace contextRef="#ctx0" brushRef="#br0" timeOffset="91931.9">30041 3892 686 0,'0'0'125'0,"0"0"30"16,0 0-103-16,0 0-36 0,0 0-6 15,0 0-10-15,143 0-72 16,-95 0-228-16</inkml:trace>
  <inkml:trace contextRef="#ctx0" brushRef="#br0" timeOffset="92101.88">30789 4022 572 0,'0'0'150'0,"0"0"38"16,0 0-90-16,0 0-45 16,0 0-45-16,0 0-7 15,72 4-2-15,-36-4-14 16,23 0-204-16,13 0-346 0</inkml:trace>
  <inkml:trace contextRef="#ctx0" brushRef="#br0" timeOffset="92263.84">31725 3888 830 0,'0'0'197'15,"0"0"-74"-15,0 0-44 16,0 0-41-16,0 0-20 16,0 0-17-16,131-69-1 15,-111 52-59-15,-4-4-97 16,4-9-177-16</inkml:trace>
  <inkml:trace contextRef="#ctx0" brushRef="#br0" timeOffset="92454.37">32003 3368 552 0,'0'0'262'0,"0"0"-47"15,0 0-80-15,0 0-21 16,0 0-61-16,0 0-26 15,-43-63-24-15,43 54-3 16,0-5-2-16,-12 2-51 16,4-8-116-16,-4 1-117 15,0-1-259-15</inkml:trace>
  <inkml:trace contextRef="#ctx0" brushRef="#br0" timeOffset="92630.98">31609 2962 267 0,'0'0'590'16,"0"0"-375"-16,0 0-57 16,0 0-67-16,0 0-66 15,0 0-16-15,-95-32-9 16,87 32-12-16,-8 0-107 16,-8 0-63-16,-20 0-172 15,0 0-258-15</inkml:trace>
  <inkml:trace contextRef="#ctx0" brushRef="#br0" timeOffset="92797.87">30534 3015 816 0,'0'0'205'0,"0"0"-86"15,0 0-46-15,0 0-56 16,0 0-17-16,0 0-31 15,-12 0-97-15,12 0-193 16,0 17-424-16</inkml:trace>
  <inkml:trace contextRef="#ctx0" brushRef="#br0" timeOffset="92998.14">29901 3492 771 0,'0'0'74'0,"0"0"51"16,0 0 17-16,0 0-41 16,0 0-19-16,0 0-54 15,155 0-22-15,-111 0-6 16,-4 0-16-16,4 0-125 16,12 0-109-16,-9 0-354 15</inkml:trace>
  <inkml:trace contextRef="#ctx0" brushRef="#br0" timeOffset="93150.63">30479 3561 426 0,'0'0'273'0,"0"0"-193"0,0 0 102 16,0 0-84-16,0 0-43 16,0 0-27-16,111 0-20 15,-83 0-5-15,4 0-3 16,8 0-102-16,3 0-274 15</inkml:trace>
  <inkml:trace contextRef="#ctx0" brushRef="#br0" timeOffset="93349.38">31203 3322 552 0,'0'0'292'0,"0"0"-124"16,0 0-95-16,0 0-5 15,0 0-40-15,0 0-16 16,92-43-11-16,-80 43-1 16,8 0-2-16,-4 0-37 15,15 0-59-15,-3 0-71 16,4 0-115-16</inkml:trace>
  <inkml:trace contextRef="#ctx0" brushRef="#br0" timeOffset="93513.78">31203 3322 535 0,'382'179'125'0,"-382"-173"-28"15,0 1 7-15,0 0-65 16,4 2-26-16,4-2-13 16,-8 4 0-16,0 6-15 15,0 2-198-15,0 3-406 16</inkml:trace>
  <inkml:trace contextRef="#ctx0" brushRef="#br0" timeOffset="93697.86">31163 3853 686 0,'0'0'200'0,"0"0"-54"15,0 0-12-15,0 0-52 16,0 0-26-16,0 0-31 15,-24-5-25-15,17-11-7 16,3-6-55-16,-8-5-115 16,4-5-205-16</inkml:trace>
  <inkml:trace contextRef="#ctx0" brushRef="#br0" timeOffset="93881.44">30813 3261 828 0,'0'0'184'16,"0"0"-84"-16,0 0 9 15,0 0-76-15,0 0-33 16,0 0-13-16,-12-7-66 16,12 7-89-16,16 0-169 15</inkml:trace>
  <inkml:trace contextRef="#ctx0" brushRef="#br0" timeOffset="94063.64">30813 3261 175 0,'362'82'439'15,"-362"-75"-369"-15,4-1 14 16,8-3-71-16,8 6-3 15,-8 4-10-15,0 0-87 16,12 12-485-16</inkml:trace>
  <inkml:trace contextRef="#ctx0" brushRef="#br0" timeOffset="94249.62">30606 3908 500 0,'0'0'305'16,"0"0"-146"-16,0 0-70 15,0 0-16-15,0 0-45 16,0 0-28-16,-28 0-74 16,28-16-144-16,0-6-408 15</inkml:trace>
  <inkml:trace contextRef="#ctx0" brushRef="#br0" timeOffset="94430.91">30606 3908 277 0,'20'-222'562'0,"-20"219"-388"16,0-9-93-16,0 7-49 15,0-4-32-15,40-8-23 16,15 3-173-16</inkml:trace>
  <inkml:trace contextRef="#ctx0" brushRef="#br0" timeOffset="94633.76">31530 3410 673 0,'0'0'270'16,"0"0"-118"-16,0 0-13 15,0 0-64-15,0 0-66 16,0 0-8-16,20-9-2 16,-4 9-104-16,7 0-156 15,-3 0-281-15</inkml:trace>
  <inkml:trace contextRef="#ctx0" brushRef="#br0" timeOffset="94831.77">31530 3410 492 0,'147'216'150'16,"-147"-216"-34"-16,0 0 75 15,0 0-134-15,-8 2-48 16,-4 5-9-16,-12-2-22 16,0 4-180-16,-12-1-165 15</inkml:trace>
  <inkml:trace contextRef="#ctx0" brushRef="#br0" timeOffset="95002.52">31024 3772 746 0,'0'0'223'0,"0"0"-81"15,0 0-61-15,0 0-18 16,0 0-53-16,0 0-10 16,60-64-8-16,-24 44-123 15,-1-2-320-15</inkml:trace>
  <inkml:trace contextRef="#ctx0" brushRef="#br0" timeOffset="108297.28">32545 2935 368 0,'0'0'254'0,"0"0"-137"0,0 0 16 15,0 0-57-15,0 0-15 16,0 0-18-16,0 0 2 15,0 0-8-15,8-1-13 16,-8-6-1-16,0 1 10 0,0-4-14 16,0 3-2-16,-12-1 2 15,0-4-4-15,-8 0-2 16,8 0 0-16,-8-3-3 16,4 2-3-16,-8-3 1 15,5 1-6-15,-5 1 5 16,0 1-2-16,8 0 5 15,-16 1-7-15,20-1 12 16,-12 1-8-16,0-5 0 16,4 2-1-16,-4 2-4 15,9 1 7-15,-9 3-6 16,4-5 2-16,-4 1-2 16,4-2 1-16,-4-1 2 15,-4 2-4-15,-4-3-1 16,-3-3 4-16,-1 2-5 15,0-2 3-15,0 0 1 16,0 3 1-16,4 6-3 0,8 0-2 16,-7 2 3-16,7-3 1 15,0 3-4-15,-4-7 0 16,-4 7 1-16,8-5 0 16,0 6-1-16,0-6-1 15,1 8 0-15,-1-8 1 16,0 5 0-16,-12 1 0 15,-8 1-1-15,0 5 1 16,-3-5-2-16,-5 3 1 16,-12 0 1-16,12-1 4 15,-3 3-4-15,-5-9 0 16,12 5 0-16,-8 3 0 0,-15-4 0 16,11 5 1-16,-8-3-1 15,9 5 0-15,3 0-1 16,4 0 1-16,-4 0-3 15,1 0 2-15,7 7 0 16,-12 9-2-16,0 0 3 16,-11 3 0-16,-17 4 0 15,12-2 0-15,-15 1 0 16,7-5 2-16,17-1-2 16,7-3 0-16,24 0 6 0,4-3-3 15,-4 7-1 1,12 3-2-16,1 2 1 15,-9 9-2-15,4 3 2 0,-8 6-2 16,-8 3 2-16,8 5-1 16,-7 3 2-16,7 7 2 15,8-5 0-15,-4-1 0 16,20-1-4-16,0-8-1 16,12 5 0-16,0 3 1 15,0 3 1-15,0 3 1 16,0 3 0-16,0 7-2 15,0 0 0-15,0 9 2 16,0 1 3-16,0 0-3 16,0 2 1-16,0-5 2 15,0-6-3-15,12 2 9 0,-12 0 1 16,24-3-5 0,-4 5 3-16,-4-5-9 0,8 11 3 15,-4 4 2-15,-9 0-3 16,5-1 12-16,-4 0-14 15,8-5 2-15,4-1 2 16,8-1 0-16,-4-5-4 16,-4 4 3-16,8-6-3 15,3 4 4-15,-11 1-3 16,24-6 0-16,-4 5 6 16,-4-6-6-16,4-7 8 15,15 5 0-15,-11-4-10 0,8-4 4 16,3 13 16-16,-15-8-19 15,4 4 0-15,0 5 4 16,0-3-4-16,7 8-1 16,5 5 0-16,-4-2-3 15,-4 5 3-15,3-2 2 16,1-7 5-16,-4-3-12 16,-4-4 5-16,-5-6 0 15,1-2 7-15,4 0-7 16,-8-2 0-16,4 0 0 15,-1 3 6-15,-3-3-5 0,4-6 8 16,4 9-8 0,0-12 2-16,-1-3 1 15,9 7 1-15,-8-9-1 16,-4 5-4-16,7 4 10 0,-7-5-7 16,12 0-1-16,-8-4-2 15,-8-2 0-15,3-4 0 16,1-1 2-16,-4-4 7 15,-4-6-6-15,-4 4-1 16,3-7-1-16,1-1 8 16,-4-4-5-16,-4 0-4 15,20 0 0-15,-4 4 3 16,15-3 0-16,1 5 2 16,-16-4 0-16,12 2-5 15,-9-4 6-15,-7-8-4 0,4-3-2 16,0-6 0-1,4 0 0-15,-1 0 1 0,1 0 0 16,0 0-1-16,-4 0 7 16,-4-2-7-16,-9-6 2 15,17-3-1-15,-12-2-1 16,0 1 0-16,0-4 0 16,7-1 1-16,5-7 1 15,-4 7-2-15,4-6 1 16,-12 1 0-16,11-3-1 15,-3 3 1-15,-8-3-1 16,0 0 1-16,-4-4-1 16,4-4 0-16,-9 2 2 15,5 0-1-15,-4-2-1 0,4-1 0 16,12-1 1-16,-8-3-1 16,-1 0-1-16,-7 2-1 15,4-2 0-15,-8 1 2 16,-4 1 0-16,-4-2 7 15,-4-2-3-15,0-5-4 16,8-3-6-16,-8-1 6 16,0-2-1-16,-8 0 1 15,4 0 0-15,-8 6 1 16,0-2 0-16,0-4-1 16,0-4 0-16,0-3 0 15,-12-5 1-15,-20 3 3 16,4-13-1-16,-8-7-6 0,4-5 2 15,0-7 1-15,4 0 0 16,-3 3 5-16,-5 4-10 16,0-3 3-16,-8 4 2 15,4-6 0-15,5 2 2 16,-9-8-1-16,8 1-1 16,0 0-1-16,4 1 1 15,4 7 1-15,-4 5-1 16,-3 2 6-16,11 7-6 15,-8 1-5-15,-4 1 5 16,0-2 1-16,-4 1 0 16,-3 4-2-16,11-3 1 15,-4 6 0-15,0 5 1 16,0 1-1-16,0 11 2 0,5-1-2 16,3-2 5-16,4 4-5 15,4 0-1-15,4-8 1 16,-4 8-1-16,8-1 1 15,-12-6 1-15,12 7-1 16,0 2-1-16,-8-3-3 16,9 7 8-16,-1-3-4 15,8 2 0-15,-8-2-2 16,4 3 2-16,-4 3 0 16,8-1 3-16,-4 7-10 0,4 4 8 15,-8 0-1-15,4 2 2 16,-4-3-2-1,-12 0 0-15,12-5 0 0,0-3 1 16,-8-5 0-16,4-4-1 16,-8 0 0-16,1-5 6 15,-1 7-8-15,-8-1 3 16,0 6-2-16,16 8-2 16,-8 3 3-16,0 2 3 15,0 4-3-15,-7 3-7 16,-5 15-12-16,16 4-88 15,4 0-171-15,8 20-183 16</inkml:trace>
  <inkml:trace contextRef="#ctx0" brushRef="#br0" timeOffset="108948.8">31669 5070 392 0,'0'0'792'0,"0"0"-570"0,0 0-19 0,0 0-95 15,0 0-41-15,0 0-30 16,0 0-18-16,-60-34-17 16,120 34 6-16,32 25 9 15,3 5-5-15,9 4 6 16,-9 4-4-16,-3-4-14 16,-21 1 1-16,-3-6-1 15,-32-1 0-15,0-5-20 16,-12-9-42-16,-16-3-47 15,-8-5-47-15,0-6-39 0,0 0 17 16,0 0-171-16,-24-9-387 16</inkml:trace>
  <inkml:trace contextRef="#ctx0" brushRef="#br0" timeOffset="109135.18">32019 4952 718 0,'0'0'329'0,"0"0"-101"15,0 0-70-15,0 0-16 16,0 0-84-16,0 0-29 16,-79 27-15-16,63 30 7 15,4 3 0-15,-8 13-16 16,-4 2 2-16,-4 4-7 0,-4 1-7 16,8-4-73-16,24-14-145 15,0-13-110-15,0-11-549 16</inkml:trace>
  <inkml:trace contextRef="#ctx0" brushRef="#br0" timeOffset="110054.91">33106 6660 541 0,'0'0'513'0,"0"0"-361"0,0 0-63 0,0 0-44 15,0 0-22-15,0 0-3 16,-16 87 8-16,16-78-16 15,0-7 11-15,0-2 11 16,0 0 13-16,16 0 5 16,16-2-6-16,4-20 12 15,0-10-23-15,0-4-25 16,-16 4 5-16,-8 7 4 16,-12 10 11-16,0 8-15 15,0 7 9-15,0 0-13 0,-24 0-11 16,-32 11-10-16,8 16-44 15,0 12-103-15,-7 2-126 16,11 7-397-16</inkml:trace>
  <inkml:trace contextRef="#ctx0" brushRef="#br0" timeOffset="115730.4">22452 10547 646 0,'0'0'196'15,"0"0"-19"-15,0 0-19 0,-355 42-47 0,296-31-29 16,15 0 12-16,32-5-35 15,12 0-28-15,24 4-16 16,95-1 13-16,56-2 42 16,68-5-17-16,36-2-28 15,28 0-19-15,7 0-4 16,-7 0 6-16,-21 0-7 16,-39 0 2-16,-48 0-3 15,-35 0 1-15,-49 0 0 16,-43 0-2-16,-36 0 0 0,-17 0 0 15,-15 0 2-15,-4 0-2 16,0 0 1-16,0 0 0 16,0 0-23-16,0 0-42 15,12 0-57-15,20 0-102 16,32 0-166-16,47 0-522 16</inkml:trace>
  <inkml:trace contextRef="#ctx0" brushRef="#br0" timeOffset="118763.62">11865 11808 1203 0,'0'0'131'0,"0"0"6"0,0 0-24 0,0 0-37 16,0 0-20-16,0 0-40 15,0 0-2-15,-24 18-9 16,187-11 19-16,60-3 20 16,32-4-32-16,4 0-11 15,-12 0-1-15,-17 0 0 16,-27 0-2-16,-7 0-18 16,-33 0-78-16,-20 0-72 15,-7 0-130-15,-29 0-366 16</inkml:trace>
  <inkml:trace contextRef="#ctx0" brushRef="#br0" timeOffset="122533.41">1863 13912 1122 0,'0'0'169'0,"0"0"-68"0,0 0 20 0,0 0-19 0,0 0-21 16,0 0-32-16,0 0 5 16,-48-2-16-16,132-31-23 15,55-14 1-15,36-12-8 16,24-1-5-16,-11-5-1 16,-1 4-3-16,-12 3 4 15,-24 14 1-15,-47 13-4 16,-45 14-1-16,-35 12-4 15,-12 1 6-15,-12 4-5 16,0 0-3-16,0 0 7 16,0-3-1-16,-44-6 1 0,-19 3-7 15,-29-1 5-15,-3-1 2 16,7 4-2-16,24-2 3 16,9 2-1-16,43 1 0 15,0 3 9-15,12 0-6 16,0-4 5-16,0 4-7 15,0-2-1-15,12 2-4 16,67-3 4-16,17 3 4 16,23 0-4-16,-15 0-1 15,-13 0-3-15,-19 0 4 16,0 12-1-16,-17 20-3 16,-19 16-6-16,-24 18-11 15,-12 10-25-15,0 17-46 16,-12 5-54-16,-47 0-116 0,3 7-221 15</inkml:trace>
  <inkml:trace contextRef="#ctx0" brushRef="#br0" timeOffset="129730.93">22810 13444 853 0,'0'0'241'0,"0"0"-84"0,0 0-29 0,0 0-25 0,0 0-59 16,0 0-10-16,0 0-10 16,-147 0-15-16,226 8 4 15,37-5 17-15,27-3 12 16,28 0-24-16,-3 0-12 16,7 4-4-16,0-2 0 15,-16 3-1-15,-27 5 1 16,-13-5-2-16,-27 0 0 15,-33-1 0-15,-15-4 1 16,-8 0-2-16,-12 4 0 16,-4-3-12-16,-4 7-26 15,4 1-42-15,15 0-92 16,25-5-39-16,36-4-207 16</inkml:trace>
  <inkml:trace contextRef="#ctx0" brushRef="#br0" timeOffset="130400.16">28667 13383 672 0,'0'0'174'0,"0"0"17"0,0 0-19 16,-319 21-41-16,252-17-21 15,19-1-14-15,16 1-26 16,16 4-13-16,8-8-22 16,8 0-3-16,0 0-9 15,0 3-11-15,56 1-3 16,59 1-7-16,41 3 28 0,39-8-19 15,4 0-5 1,0 0-5-16,0 0 0 0,-36 0 2 16,-23 0-2-16,-25 0-1 15,-19 0 0-15,-25 0 0 16,-11 0-11-16,-24 0-14 16,-16 0-16-16,-8 0-23 15,-12 0-19-15,0 0-82 16,0 0-91-16,-32 0-304 15</inkml:trace>
  <inkml:trace contextRef="#ctx0" brushRef="#br0" timeOffset="137814.53">18701 14457 740 0,'0'0'208'0,"0"0"-77"0,0 0 18 0,0 0-22 0,0 0-15 15,0 0-49-15,0 0-26 16,-107 0 8-16,107 5-23 16,12-5 2-16,83 0-13 15,56 2 13-15,60-2 5 16,20 0-15-16,4 0-9 15,12 0 2-15,8 0-2 16,28 0-1-16,-17 0 7 16,-23 0-9-16,-44 0-1 15,-43 0-1-15,-41 0-4 16,-23 0 4-16,-33 0 0 16,-23 0-2-16,0 0 2 0,-24 0 0 15,-4 0 0-15,-8 0 0 16,0 0 0-16,0 0-30 15,0 0-44-15,0 0-67 16,0 0-63-16,0 0-144 16</inkml:trace>
  <inkml:trace contextRef="#ctx0" brushRef="#br0" timeOffset="148563.85">26338 14982 729 0,'0'0'304'0,"0"0"-204"15,0 0-5-15,0 0 14 0,0 0-14 16,0 0-42-16,0 0-24 16,0 0 9-16,119-28-10 15,56 15-2-15,36 0-7 16,-4 2-12-16,-15 2-2 16,-5 8 0-16,-28 1-4 15,-20 0 0-15,-31 0-1 16,-29 0-1-16,-19 0-1 15,-20 15-17-15,-8 8-50 16,12 0-91-16,-21 1-58 16,1-2-224-16</inkml:trace>
  <inkml:trace contextRef="#ctx0" brushRef="#br0" timeOffset="149080.29">29216 14814 532 0,'0'0'405'0,"0"0"-252"0,0 0-22 0,0 0-17 0,0 0-7 0,0 0-40 15,-167-32-32-15,167 32-7 0,0 0-5 16,16 0-17-16,52 0 15 16,35 7-1-16,5-2-4 15,7 3-8-15,5-5-8 16,3-2 1-16,-15 4-1 15,-17 0 0-15,-19 3-2 16,-36-3-30-16,8 1-73 16,-44 8-91-16,0-6-96 15,0 0-346-15</inkml:trace>
  <inkml:trace contextRef="#ctx0" brushRef="#br0" timeOffset="152236.92">20616 15732 374 0,'0'0'189'0,"0"0"-81"0,0 0 2 0,0 0 6 16,0 0 17-16,0 0-25 15,0 0-18-15,-211 0-20 16,199 0-7-16,12 0-2 16,-12 0-4-16,12 0-8 15,0 0-17-15,0 0-16 16,0 0-7-16,0 0 0 16,24 14-8-16,68 3 9 15,15-1-1-15,21-3-2 0,11-8-7 16,-8 3 1-1,-15-8 1-15,-1 0-1 16,-11 0-1-16,-21 0 0 16,-11 0 1-16,0-4-5 0,-28-5 3 15,-21 3-16-15,-11 3-28 16,-12-1-59-16,0 0-52 16,0-5-235-16</inkml:trace>
  <inkml:trace contextRef="#ctx0" brushRef="#br0" timeOffset="154847.47">1783 18072 725 0,'0'0'242'0,"0"0"-148"0,0 0 47 0,0 0-27 15,0 0-48-15,0 0-16 0,-139 9-12 16,139-9-17-16,0 0 11 16,0 0-8-16,0 0-4 15,56 0 2-15,51-19 4 16,53-10 13-16,19-12-16 16,20-3-16-16,0-3 0 15,-12 2-5-15,-4 4 0 16,-32 3-2-16,-31 9-4 15,-29 4 4-15,-43 11 5 16,-24 4-5-16,-12 8 3 16,-12 2-1-16,0 0-1 15,0 0-1-15,0 0 8 0,0-3-1 16,-36-3-7-16,-20-1-4 16,-7 7 2-16,-17 0-2 15,-3 0 0-15,3 0 0 16,32 0 4-16,12 0 3 15,24 0-1-15,12 0-2 16,0 0-2-16,0 0 2 16,0 0 0-16,0 0-1 15,0 0-5-15,40 0 5 16,28 0 1-16,15 0 2 16,-3 0-1-16,4 0-1 15,-17 0-2-15,-19 0 2 16,0 0 2-16,-24 13-2 0,0 2-10 15,-12 4 10-15,-12 10-4 16,0 5-4-16,0 14-15 16,-52 15-34-16,-28 8-25 15,-3 11-44-15,-9 1-65 16,24-6-157-16</inkml:trace>
  <inkml:trace contextRef="#ctx0" brushRef="#br0" timeOffset="158331.18">25287 17614 546 0,'0'0'139'0,"0"0"-35"0,0 0 56 0,0 0-41 15,0 0 7-15,0 0-35 0,-311 7-26 16,299-4-14-16,12-1 18 15,0-2-15-15,0 0-21 16,0 4-3-16,0-4-17 16,0 4-4-16,36-1-3 15,75 3 23-15,45-1 7 16,31-5-18-16,12 0-17 16,-4 0 4-16,-4 0-5 15,8 0 1-15,-4-5-5 16,4-12 8-16,0-2-7 15,-35 2 4-15,-1-3-1 16,-12 2 1-16,-11 1 1 16,-21 5-1-16,-23-1 4 0,-29 6-3 15,-11-1 6-15,-20 3-5 16,-8 3 0-16,-8 2-3 16,4-4 4-16,-17 1-4 15,-3 3-4-15,-4-3 2 16,8 3 2-16,-8-5 0 15,0 5 0-15,0 0-46 16,0 0-66-16,0 0-76 16,0 8 41-16,-43 12-119 15,-5-2-305-15</inkml:trace>
  <inkml:trace contextRef="#ctx0" brushRef="#br0" timeOffset="160063.82">7752 18678 784 0,'0'0'162'0,"0"0"-88"0,0 0 11 0,0 0 38 0,0 0-51 0,0 0-41 16,-187 0-4-16,187 0-7 16,0 0-6-16,0 0-11 15,0 0 6-15,59 12-6 16,57 5 52-16,35-4 0 15,36-3-30-15,24 5-15 16,12-2-4-16,8 1-6 16,-4 3 6-16,-8 3-4 15,-8-2-2-15,-4-5 2 0,-28 1-1 16,-15-4 0-16,-25 4 3 16,-12-1 0-16,-23 0-2 15,-9-2 2-15,-23-1 10 16,-12-3 5-16,-16-3-3 15,-9-3-1-15,-23-1 5 16,12 5 1-16,-24-5-2 16,8 3 4-16,-8-3-5 15,0 0-5-15,0 0 2 16,0 0-13-16,0 0 4 16,0 0-5-16,0 0 1 15,0 0-1-15,0 0 0 16,0 0 0-16,0 0-1 0,0 0-9 15,0 0-38-15,0 0-58 16,0 0-105-16,0 0-46 16,0 0-236-16</inkml:trace>
  <inkml:trace contextRef="#ctx0" brushRef="#br0" timeOffset="161963.93">21373 18656 580 0,'0'0'293'0,"0"0"-187"0,0 0-14 0,0 0 23 15,0 0-14-15,0 0-37 16,-148 13-18-16,144-13-11 16,-4 1-2-16,8 4 12 0,0-5-24 15,0 0-9-15,0 0-10 16,0 3 10-16,8 9-12 16,88-2 5-16,43-1 10 15,84-9 21-15,36 0-19 16,40 0-11-16,-5-2-5 15,9-11 1-15,-44-1 1 16,-16 4-2-16,-44 9-1 16,-36-2 5-16,-32-2-5 15,-35 5 0-15,-40-1 2 16,-13 1 2-16,-31 0-2 16,-8 0 2-16,-4 0 3 15,0 0-1-15,0 0-5 16,0 0 0-16,0 0 1 15,0 0-3-15,0 0 2 0,0 0-2 16,0 0-3-16,0 0-48 16,0 0-105-16,0 0-86 15,20-4-250-15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26:16.915"/>
    </inkml:context>
    <inkml:brush xml:id="br0">
      <inkml:brushProperty name="width" value="0.05292" units="cm"/>
      <inkml:brushProperty name="height" value="0.05292" units="cm"/>
      <inkml:brushProperty name="color" value="#FF0000"/>
    </inkml:brush>
  </inkml:definitions>
  <inkml:trace contextRef="#ctx0" brushRef="#br0">19868 4371 831 0,'0'0'154'0,"0"0"-17"0,0 0-70 0,0 0 13 16,0 0-27-16,0 0-25 16,0 0-4-16,79-101 0 15,-39 101-1-15,4 0-4 0,-8 0-8 16,8 3 0-16,-21 17-5 16,1-2 1-16,4-4 3 15,4 6-4-15,-8-6 8 16,0-4 7-16,-12-8-1 15,12-2 5-15,8 0-5 16,27 0 2-16,33-35 13 16,15-7-7-16,21-14-16 15,-1-4-10-15,-7 2 1 16,-1-5-2-16,-4 10-1 16,1-1 0-16,-20 8 0 15,-17 7-6-15,-11 15 6 16,-28 2 0-16,-9 9 0 15,-19 7 6-15,0 3-7 0,0-1 1 16,-12 4-16-16,0 0-15 16,12 0-46-16,-4 0-66 15,-8 0-86-15,0 0-156 16</inkml:trace>
  <inkml:trace contextRef="#ctx0" brushRef="#br0" timeOffset="2016.97">12765 5432 580 0,'0'0'239'0,"0"0"-61"0,0 0-60 0,0 0-27 15,0 0-31-15,0 0-21 16,0 0-10-16,-12-4 1 16,12 4-11-16,0 0 2 15,23 0-3-15,1 0-8 16,8 0 10-16,-8 12-1 16,4 5-4-16,-8 0 2 0,-8-5-8 15,12 1-5-15,-12-4 5 16,8 3-2-16,-4-2 6 15,-5 1-11-15,1-10 9 16,0 3-4-16,-4-4 10 16,8 0-7-16,16 0 5 15,16-5 18-15,43-25-14 16,17-12 3-16,7-4-17 16,-7 0-5-16,-5 6 1 15,-23 4-1-15,-20 5 0 16,-12 9 0-16,-17 6 1 15,-19 8 0-15,-12 7 2 0,4-3-3 16,-4 4 0 0,0 0-2-16,0 0-5 0,0 0-32 15,0 0-34-15,8 0-40 16,4-4-85-16,12-1-184 16</inkml:trace>
  <inkml:trace contextRef="#ctx0" brushRef="#br0" timeOffset="4370.49">17845 6522 403 0,'0'0'253'0,"0"0"-154"0,0 0 27 0,0 0 18 16,0 0-58-16,0 0-17 16,0-58-14-16,0 58-4 0,0-4 0 15,0 4-4-15,0 0-24 16,0 0-8-16,0 0-2 15,0 0-12-15,4 0-1 16,28 12 0-16,4 8 6 16,0-1 4-16,-1-3-5 15,-3-3 6-15,-8 0 16 16,0-4-13-16,-12-2-7 16,0-5 1-16,0 1-1 15,0 1-4-15,0-4 13 16,12 0-4-16,23 0 5 15,21-13 8-15,48-30-4 16,15-12-17-16,16-8 0 16,-3-4-4-16,-5 3 1 0,-12 4-1 15,-19 6 0-15,-17 9 3 16,-19 8-3-16,-16 8 1 16,-28 12 0-16,-16 7-1 15,-4 8 0-15,-8 2 0 16,0 0 1-16,0 0-2 15,0 0 0-15,0 0-1 16,0 0-2-16,0 0-24 16,0 0-50-16,0 0-46 15,-20 0-61-15,-32 20-125 16,-16 2-509-16</inkml:trace>
  <inkml:trace contextRef="#ctx0" brushRef="#br0" timeOffset="6150.57">13609 7503 856 0,'0'0'145'0,"0"0"-27"0,0 0-15 0,0 0-12 15,0 0-19-15,0 0-34 0,0-11-26 16,0 11 7-16,20 0-12 15,3 3-1-15,13 17 17 16,0-1-9-16,-4 2-6 16,-8 3 0-16,0-2 1 15,-12-5-3-15,0-3 3 16,0-11 3-16,-12-3-1 16,19 0 8-16,5 0 9 15,24-3 0-15,36-28 0 16,23-15-12-16,17-5-10 15,-17 5-5-15,-11 7 0 16,-17 1-1-16,1 7 0 0,-16-1-3 16,-9 5-11-16,-11 10-5 15,-20 2-23-15,-8 10-33 16,-8 3-30-16,-4 2-70 16,4 0-116-16,-8 0-144 15</inkml:trace>
  <inkml:trace contextRef="#ctx0" brushRef="#br0" timeOffset="7917.99">12904 8442 848 0,'0'0'132'0,"0"0"-23"16,0 0-4-16,0 0-16 0,0 0-25 15,0 0-30-15,0-22 5 16,0 22-5-16,0 0-14 16,0 0-19-16,12 0 12 15,24 14-1-15,0 8 1 16,-5 7-1-16,5-3-2 15,-12-1-10-15,0-3 12 16,-12-5-12-16,12-7 11 16,-12-8-11-16,-4 2 14 15,4-1-8-15,0-3 2 16,4 0 1-16,15 0 2 16,17-9 10-16,24-23-9 15,-1-10 4-15,17-5-12 16,-4 0 2-16,-13-1-3 15,13 2 2-15,-16 5-9 16,-1 7 5-16,-19 6-1 0,-12 8 1 16,-24 8-1-16,12 3 1 15,-24 5 0-15,12-2 1 16,-12 3-2-16,12-5-17 16,-12 7-49-16,0 1-59 15,0 0-94-15,0 0-130 16</inkml:trace>
  <inkml:trace contextRef="#ctx0" brushRef="#br0" timeOffset="9300.71">12601 9328 903 0,'0'0'135'15,"0"0"-59"-15,0 0-30 0,0 0 64 0,0 0-61 16,0 0-24-16,0 0-17 0,0-19 1 16,32 44-3-16,-4 10 31 15,4-1-7-15,-4-5-16 16,-8-4 5-16,4-8-6 16,-13-4-3-16,9-12 1 15,4-1 7-15,16 0 17 16,28-19 6-16,35-30-4 15,-7-16-22-15,19-10-10 16,-19 5 5-16,-13 1-10 16,-3 7-3-16,-12 10 3 15,-8 2 0-15,-13 16-10 16,-3 12-13-16,-28 10-5 16,-8 5-55-16,-8 7-21 0,0 0-51 15,0 3-75-15,0 28-104 16</inkml:trace>
  <inkml:trace contextRef="#ctx0" brushRef="#br0" timeOffset="9999.91">12342 10756 889 0,'0'0'202'0,"0"0"-119"0,0 0-1 0,0 0 51 16,0 0-48-16,0 0-30 16,-7-34-47-16,7 34 6 15,0 3-11-15,19 18 0 16,17 6 3-16,0-3 7 0,0-1-6 15,-12-6-4 1,8 1-3-16,-8-6-2 0,-1-5 2 16,1-7 4-1,24 0 5-15,20-3 10 0,27-40 12 16,21-12-23-16,3-9 0 16,9-11-5-16,-13 2-2 15,5 5-1-15,-17 3 0 16,-7 15 1-16,-29 8 1 15,-11 15-4-15,-20 3 1 16,-20 15-10-16,-8 6-12 16,-8 3-15-16,0 0-50 15,0 0-97-15,0 0-170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26:54.215"/>
    </inkml:context>
    <inkml:brush xml:id="br0">
      <inkml:brushProperty name="width" value="0.05292" units="cm"/>
      <inkml:brushProperty name="height" value="0.05292" units="cm"/>
      <inkml:brushProperty name="color" value="#FF0000"/>
    </inkml:brush>
  </inkml:definitions>
  <inkml:trace contextRef="#ctx0" brushRef="#br0">18629 5193 752 0,'0'0'264'0,"0"0"-109"0,0 0-29 16,0 0-44-16,0 0-20 0,0 0-31 16,0 0 5-16,339-30 41 15,-116 17-38-15,0-4-13 16,0 9-14-16,-4 1 0 15,4 7-8-15,-16 0 3 16,-20 0-2-16,-56 0-5 16,-15 0 3-16,-57 0-4 15,-15 0 1-15,-16 0-1 16,-8 0 1-16,-8 3-4 16,4 1-16-16,-8 1-46 15,4 1-64-15,-12 5-59 16,0-8-258-16</inkml:trace>
  <inkml:trace contextRef="#ctx0" brushRef="#br0" timeOffset="3649.61">3687 6094 968 0,'0'0'94'0,"0"0"-23"0,0 0 57 0,0 0-30 16,0 0-17-16,0 0-34 15,0 0-23-15,-164 14-10 16,224-14-5-16,56 0-4 0,59 0 17 16,12 3 2-16,24 0-13 15,0 1-8-15,-4-1 1 16,-20 4-3-16,-8-2 2 16,-20 6-3-16,-19-5 5 15,-21 3-5-15,9-3-15 16,-9 4-61-16,20-1-69 15,13-2-85-15,-1-7-200 16</inkml:trace>
  <inkml:trace contextRef="#ctx0" brushRef="#br0" timeOffset="4468.09">10626 6324 818 0,'0'0'145'0,"0"0"-50"0,0 0 17 15,0 0 24-15,-338-77-64 16,314 77-2-16,12 0-8 16,12 0 2-16,0 0-24 15,0 0-22-15,0 0-5 16,36 0-4-16,68 0 0 15,47 4 8-15,36 1-2 16,16 6-14-16,-8-11 3 16,-8 6-4-16,0-6-5 15,-23 0 5-15,-13 5-19 16,-8 5-63-16,-7 0-90 16,-17-3-83-16,-11-7-303 15</inkml:trace>
  <inkml:trace contextRef="#ctx0" brushRef="#br0" timeOffset="6561.51">3161 7495 864 0,'0'0'153'0,"0"0"-80"15,0 0 61-15,0 0-28 0,0 0-47 16,0 0-23-16,-36-43-22 16,36 43-4-16,0 1 1 15,0 19-3-15,0 6 31 16,24 0 13-16,0-1-25 16,-12 0-2-16,0-6-8 15,0-7-6-15,0 0-5 0,8-4-4 16,-16-6 0-16,8-2 1 15,-1 0 8-15,9 0-1 16,28-5-3-16,44-39 25 16,15-14-17-16,33-11-15 15,-9-8 2-15,8 1-2 16,-11 0 0-16,11-1 7 16,-19 11-7-16,-17 9 0 15,-23 10 0-15,-44 18 1 16,-13 9-2-16,-11 11 1 15,-12 3-3-15,0 6-7 16,0 0-31-16,0 0-72 16,0 0-81-16,0 13-120 0,0 4-304 15</inkml:trace>
  <inkml:trace contextRef="#ctx0" brushRef="#br0" timeOffset="8202.2">2906 8916 727 0,'0'0'263'0,"0"0"-100"0,0 0-9 16,0 0-53-16,0 0-6 15,0 0-17-15,-52-55-32 0,52 55-11 16,0 0-20 0,0 0-9-16,0 6-5 0,0 16 2 15,40 5 0-15,4-3 0 16,4-4 9-16,-4-3-7 16,-17-8 6-16,-3 2-4 15,0-11 0-15,20 0 5 16,36-32-3-16,27-40 14 15,44-30-3-15,13-19-18 16,3-2 5-16,-16 10-7 16,-15 19 0-16,-29 26-12 15,-15 27-44-15,-33 19-55 16,-11 17-120-16,-24 5-158 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27:15.686"/>
    </inkml:context>
    <inkml:brush xml:id="br0">
      <inkml:brushProperty name="width" value="0.05292" units="cm"/>
      <inkml:brushProperty name="height" value="0.05292" units="cm"/>
      <inkml:brushProperty name="color" value="#FF0000"/>
    </inkml:brush>
  </inkml:definitions>
  <inkml:trace contextRef="#ctx0" brushRef="#br0">8445 6242 888 0,'0'0'129'0,"0"0"-19"0,0 0 23 0,0 0-47 16,0 0-28-16,0 0-21 16,0 0-3-16,0 0-11 15,7 9-7-15,121-9 24 16,35 0-9-16,16 0-14 16,4-7-7-16,-7 2-9 15,-13-1 0-15,-20 0 4 0,-15 5-4 16,-33 1 2-16,-27 0-2 15,-32 0-1-15,-24 0 0 16,-12 0 0-16,0 0 0 16,0 0-1-16,0 0 1 15,0 0-2-15,0 0-5 16,0 0-62-16,0 0-79 16,0 0-101-16,0 0-323 15</inkml:trace>
  <inkml:trace contextRef="#ctx0" brushRef="#br0" timeOffset="1017.79">16909 6159 788 0,'0'0'158'0,"0"0"-11"0,0 0 5 16,0 0-53-16,0 0-37 0,0 0-13 15,-79 0 0-15,79 0-2 16,0 0-19-16,91 0-2 16,41-5 12-16,63-9-13 15,16-2-13-15,4 3-6 16,-8 1-6-16,-20 7 2 15,-12 4-3-15,-12 1 1 16,-31 0 0-16,-29 0 1 16,-11 0-1-16,-32 1-1 15,-13 9 0-15,-15-3-9 16,-20 3-12-16,-8 0-60 16,-4 3-46-16,0 2-9 0,0 2-103 15,-40-5-269 1</inkml:trace>
  <inkml:trace contextRef="#ctx0" brushRef="#br0" timeOffset="8981.43">14282 9893 666 0,'0'0'160'0,"0"0"-28"0,0 0-1 16,0 0-17-16,0 0-47 0,0 0-3 15,0 0-3-15,0 0 3 16,-255 9-16-16,255-9-19 16,0 0-4-16,0 0-5 15,0 0-7-15,0 0-6 16,0 4 8-16,71-3 0 15,33-1 20-15,35 0 7 16,17 0-19-16,7 0-8 16,0 0-1-16,20-9 0 15,4 1-12-15,4-6 1 16,-7 8 5-16,-5 6-8 16,-8-3-2-16,-16 3 2 0,4-3 0 15,-19 3 0 1,-9-3-1-16,-11-3 2 15,-5-2 4-15,-11 7 0 16,3-3 1-16,-15 4-4 16,3-3-1-16,-27-1 10 0,-8-1-2 15,-24 0 0-15,-13 3 3 16,-3 2 4-16,-16-4-5 16,4 4-3-16,-8-4-2 15,0 3 1-15,0 1-4 16,0-4-2-16,0 4 3 15,0 0-3-15,0-2-1 16,0 2 0-16,0 0-5 16,0-4-21-16,0 4-53 15,0 0-36-15,-8 0-37 0,-28 0-107 16,9 6-273 0</inkml:trace>
  <inkml:trace contextRef="#ctx0" brushRef="#br0" timeOffset="10387.16">20230 10137 714 0,'0'0'185'0,"0"0"-34"0,0 0-41 0,0 0-13 15,0 0-50-15,0 0-24 16,0 13 10-16,104-6 19 16,23-4 29-16,48-3-34 15,12 0-23-15,24 0-14 16,4-8 2-16,4-3-5 16,0-7-2-16,-20 6-5 0,-31 0 0 15,-41 3 1 1,-24-1-1-16,-55 5 3 15,-24 1 1-15,-12 1 6 16,-12-1 2-16,0 4 1 0,0-4-6 16,0 1-6-16,0 1-1 15,0-2-2-15,12 1 2 16,24 3-43-16,20 0-52 16,27 0-75-16,57 0-41 15,47-9-288-15</inkml:trace>
  <inkml:trace contextRef="#ctx0" brushRef="#br0" timeOffset="11050.11">25279 9906 608 0,'0'0'283'0,"0"0"-119"0,0 0-12 0,0 0-41 0,0 0-3 15,0 0-37-15,-72 12-6 16,72-12-16-16,0 0-4 16,68 3-15-16,15 0 14 15,45 4-8-15,3-7-22 16,20 0-4-16,13 0 0 15,-13 0-6-15,0 0-3 16,-23 0-2-16,-21 0 0 16,-23 0 1-16,-17 0 2 15,-23 0-2-15,-20 0 1 16,-12-4 0-16,-8 1 0 16,4 0 0-16,-8 0-1 0,0 0 0 15,0 0-5-15,0 3-29 16,0 0-45-16,-12 0-58 15,-12 0-108-15,-8 0-149 16</inkml:trace>
  <inkml:trace contextRef="#ctx0" brushRef="#br0" timeOffset="15713.67">11877 11029 659 0,'0'0'158'0,"0"0"-30"0,0 0-3 15,0 0-3-15,0 0-36 16,0 0-6-16,-327 0 1 16,315 0-20-16,0 0-17 0,12 0-12 15,0 0-8 1,0 0 0-16,0 0-6 0,0 3-17 16,60-3-1-16,44 0 8 15,39 0 8-15,28 0-7 16,16 0-6-16,12 0 5 15,12-12-3-15,-4-3-5 16,-16 0 4-16,5 3-1 16,-5 1 0-16,-4 0-3 15,0-6 2-15,-16 12-2 16,-20 1 2-16,-31 4-2 16,-5 0 0-16,-11 0 0 15,-9 0 1-15,-3-3 0 16,-20 1 5-16,-13 2-4 0,-11-7 6 15,-16 5-3-15,-4 2-2 16,-16 0-3-16,-4 0 4 16,16 0-5-16,-24 0 2 15,0 0-1-15,12 0 0 16,-12 0 0-16,0 0-1 16,12 0-1-16,-12 0 2 15,0 0 1-15,0 0-1 16,0 0-6-16,0 0 6 15,0 0 1-15,0 0-1 16,0 0-2-16,0 0-22 16,-48 22-60-16,-36 9-48 15,-7-2-202-15</inkml:trace>
  <inkml:trace contextRef="#ctx0" brushRef="#br0" timeOffset="16845.61">17988 10961 768 0,'0'0'184'0,"0"0"-21"0,0 0-18 0,0 0-40 16,0 0-8-16,0 0-35 16,0 0-30-16,80-31-8 0,35 23-3 15,49-4 3-15,27 1-4 16,20-5-12-16,-4 7 0 15,-8-6-4-15,-12 11-3 16,-24 4 1-16,-11-3 2 16,-33-1-2-16,-27 4-1 15,-25 0-1-15,-39 0 1 16,-8 0-1-16,-20 0-2 16,0-3 2-16,0 3 11 15,0 0-8-15,0 0 8 16,0 0-2-16,0 0-4 15,0-3-5-15,0 3-6 16,0-5 0-16,0 4-35 16,0 1-54-16,0 0-81 0,16-3-140 15,40-3-691 1</inkml:trace>
  <inkml:trace contextRef="#ctx0" brushRef="#br0" timeOffset="17745.99">23865 11045 41 0,'0'0'813'0,"0"0"-657"0,0 0 12 16,0 0-16-16,0 0-18 15,0 0-34-15,-83-23-28 16,83 21-23-16,0-2-31 0,79-1-17 16,41-8 7-16,43 0-2 15,24-3-6-15,-12 3 4 16,0-4-2 0,1 5 1-16,-13 1-2 0,-24 4-1 15,-35 3-4-15,-53 2 2 16,-27 2 2-16,-24-4 0 15,0 4 0-15,0 0-4 16,0 0 3-16,0 0-10 16,0 0-29-16,0 0-34 15,0 0-47-15,0 0-50 16,0 0-36-16,0 0-362 16</inkml:trace>
  <inkml:trace contextRef="#ctx0" brushRef="#br0" timeOffset="21612.26">21305 638 760 0,'0'0'297'0,"0"0"-172"15,0 0-18-15,0 0 3 0,0 0-58 16,0 0-48-16,0 0-3 16,-44-29-1-16,40 29-22 15,-16 4-111-15,-4 23-108 16,1 13-171-16</inkml:trace>
  <inkml:trace contextRef="#ctx0" brushRef="#br0" timeOffset="21745.47">20616 1261 741 0,'0'0'90'16,"0"0"-15"-16,0 0 56 15,0 0-59-15,0 0-72 16,0 0-2-16,84 7-53 16,-5 3-325-16</inkml:trace>
  <inkml:trace contextRef="#ctx0" brushRef="#br0" timeOffset="21895.99">21373 1803 794 0,'0'0'51'16,"0"0"50"-16,0 0 10 0,0 0-85 16,0 0-26-16,0 0-11 15,239 32-224-15</inkml:trace>
  <inkml:trace contextRef="#ctx0" brushRef="#br0" timeOffset="22049.19">23025 1837 646 0,'0'0'139'16,"0"0"-27"-16,0 0-28 15,0 0-35-15,0 0-45 16,0 0-4-16,135 0-22 15,-63-24-249-15</inkml:trace>
  <inkml:trace contextRef="#ctx0" brushRef="#br0" timeOffset="22212.15">24403 1479 419 0,'0'0'570'0,"0"0"-448"16,0 0 8-16,0 0-18 15,0 0-75-15,0 0-33 16,24-31-4-16,-1 8-1 16,9-5-81-16,-8-10-133 15,20-7-326-15</inkml:trace>
  <inkml:trace contextRef="#ctx0" brushRef="#br0" timeOffset="22395.08">24681 723 922 0,'0'0'178'0,"0"0"-4"15,0 0-51-15,0 0-63 16,0 0-53-16,0 0-7 16,-55-41-12-16,39 32-69 0,-16-1-76 15,-4-2-167 1,-12-8-312-16</inkml:trace>
  <inkml:trace contextRef="#ctx0" brushRef="#br0" timeOffset="22580.03">23431 447 942 0,'0'0'155'15,"0"0"11"-15,0 0-21 16,0 0-58-16,0 0-59 15,0 0-21-15,-24-12-7 0,24 7-67 16,0 5-96 0,-8-1-216-16</inkml:trace>
  <inkml:trace contextRef="#ctx0" brushRef="#br0" timeOffset="22751.02">21281 622 979 0,'0'0'181'0,"0"0"-68"15,0 0-56-15,0 0-46 16,0 0-11-16,0 0-98 16,-12 0-176-16,36 0-335 15</inkml:trace>
  <inkml:trace contextRef="#ctx0" brushRef="#br0" timeOffset="22929.02">20919 1301 865 0,'0'0'87'16,"0"0"21"-16,0 0-3 15,0 0-70-15,0 0-29 16,0 0-6-16,374-13-103 15,-231-3-319-15</inkml:trace>
  <inkml:trace contextRef="#ctx0" brushRef="#br0" timeOffset="23065.15">22519 1370 702 0,'0'0'142'0,"0"0"-38"16,0 0 43-16,0 0-28 15,0 0-99-15,0 0-20 16,231-78-91-16,-159 36-319 16</inkml:trace>
  <inkml:trace contextRef="#ctx0" brushRef="#br0" timeOffset="23245.35">23865 905 880 0,'0'0'110'15,"0"0"-29"-15,0 0 36 16,0 0-76-16,0 0-18 16,0 0-14-16,187 36-9 15,-151 1-4-15,-12 4-73 16,-4 7-181-16,-8 6-178 16</inkml:trace>
  <inkml:trace contextRef="#ctx0" brushRef="#br0" timeOffset="23411.6">24024 1803 716 0,'0'0'137'0,"0"0"-21"16,0 0-1-16,0 0-9 0,0 0-58 16,0 0-29-16,-67 25-19 15,23-40-29-15,-8-1-146 16,-27-12-185-16</inkml:trace>
  <inkml:trace contextRef="#ctx0" brushRef="#br0" timeOffset="23562.23">21958 1355 857 0,'0'0'122'15,"0"0"-99"-15,0 0-23 0,0 0-181 16,139-169-510 0</inkml:trace>
  <inkml:trace contextRef="#ctx0" brushRef="#br0" timeOffset="23728.31">22802 654 837 0,'0'0'60'0,"0"0"-50"16,0 0-4-1,0 0 1-15,0 0-7 16,0 0-191-16</inkml:trace>
  <inkml:trace contextRef="#ctx0" brushRef="#br0" timeOffset="23914.1">23969 1317 811 0,'0'0'92'0,"0"0"-28"15,0 0-21-15,0 0-23 16,0 0-20-16,0 0-58 15,12 0-378-15</inkml:trace>
  <inkml:trace contextRef="#ctx0" brushRef="#br0" timeOffset="24778.32">27520 514 941 0,'0'0'182'0,"0"0"-39"0,0 0-19 16,0 0-40-16,0 0-39 0,0 0-22 15,48 35 7-15,44 8 29 16,3-1-35-16,-11 4-13 16,-9-6-2-16,-11 2-9 15,-16-8 0-15,-4-2-6 16,-12-4-30-16,-9-8-62 16,-7-11-74-16,4-5-23 15,-8-4-82-15,-8-4-53 16</inkml:trace>
  <inkml:trace contextRef="#ctx0" brushRef="#br0" timeOffset="24914.95">28149 572 622 0,'0'0'189'15,"0"0"-13"-15,0 0 11 0,0 0-67 16,0 0-75-16,0 0-34 16,-135 41 0-16,99 6 9 15,0 7-20 1,8 6-2-16,-3 0-14 0,19-2-92 15,12-14-249-15</inkml:trace>
  <inkml:trace contextRef="#ctx0" brushRef="#br0" timeOffset="25229.83">29189 856 1114 0,'0'0'133'16,"0"0"-60"-16,0 0 11 16,0 0-42-16,0 0 16 15,0 0 4-15,250 102-44 16,-162-64 0-16,-16-1-15 15,-1 2 2-15,1 0-3 16,-12-7-2-16,-5-7-15 16,-7-3-69-16,-4-6-79 15,-20-10-21-15,-12-6-131 0,0 0-204 16</inkml:trace>
  <inkml:trace contextRef="#ctx0" brushRef="#br0" timeOffset="25378.79">29937 919 97 0,'0'0'734'15,"0"0"-512"-15,0 0-41 16,0 0-56-16,0 0-63 16,0 0-51-16,0 0 2 15,-211 62 11-15,155-11-22 16,-11 6-2-16,-9 9-27 16,-24 4-128-16,1 0-254 15</inkml:trace>
  <inkml:trace contextRef="#ctx0" brushRef="#br0" timeOffset="25712.07">28651 1397 1014 0,'0'0'198'0,"0"0"-58"16,0 0-19-16,0 0-68 16,0 0-49-16,0 0-4 15,119 23 7-15,-35 14 9 16,-4-2-15-16,-9 3-1 15,-3 0-1-15,-20-1 0 16,-12-3-37-16,-16-10-132 16,-20-8-67-16,0-8-196 15</inkml:trace>
  <inkml:trace contextRef="#ctx0" brushRef="#br0" timeOffset="25896.78">28806 1348 776 0,'0'0'160'0,"0"0"81"16,0 0-82 0,0 0-43-16,0 0-76 0,0 0-32 15,-155 35-3-15,87 20 3 16,9 0-8-16,-9 11-2 16,8 3-69-16,0 0-86 15,17-4-121-15,7-12-192 16</inkml:trace>
  <inkml:trace contextRef="#ctx0" brushRef="#br0" timeOffset="26448.63">27520 1595 656 0,'0'0'409'0,"0"0"-242"16,0 0-18-16,0 0-6 0,0 0-76 15,0 0-44-15,-56-58-19 16,56 65-4-16,44 22 0 16,24 8 24-16,4-3-15 15,-13 1-4-15,21-3-4 16,-28-5 2-16,-8-3-3 16,-1-9-14-16,-19-3-36 15,-12-8-34-15,-8-4-14 16,-4 0 6-16,0 0 50 15,0-12 26-15,-4-23-8 16,-32-10 23-16,-7 0 1 16,7 1 23-16,0 0 16 15,4 13 29-15,16 4-5 16,4 16 18-16,0 4-7 0,4 7-29 16,4 0-7-16,-16 0-38 15,-4 1 0-15,-11 36-1 16,-21 5-1-16,8 10 2 15,0 3-40-15,24 3-84 16,5-6-79-16,15-6-107 16,4-11-426-16</inkml:trace>
  <inkml:trace contextRef="#ctx0" brushRef="#br0" timeOffset="26895.92">29284 1820 1058 0,'0'0'170'0,"0"0"-23"0,0 0-4 0,0 0-99 0,0 0-43 15,0 0-1-15,44 20 0 16,28 17 13-16,-1 1-2 16,1-2-11-16,0 3 5 15,-17-7-10-15,5-3 5 16,-16-10-51-16,-20-4-63 16,-12-5-44-16,-12-10-61 15,12 0-166-15</inkml:trace>
  <inkml:trace contextRef="#ctx0" brushRef="#br0" timeOffset="27069.32">29774 1860 193 0,'0'0'569'0,"0"0"-367"15,0 0 7-15,0 0-62 16,0 0-33-16,0 0-25 16,-92-72-48-16,68 72-34 15,-8 31-5-15,-3 7 0 16,-13 13-2-16,0 0 0 15,-12 3-1-15,5 3-52 16,15-3-96-16,8-11-88 16,20-6-216-16</inkml:trace>
  <inkml:trace contextRef="#ctx0" brushRef="#br0" timeOffset="27611.63">31259 1411 595 0,'0'0'556'16,"0"0"-401"-16,0 0-20 16,0 0-19-16,0 0-82 15,0 0-29-15,68 5 18 16,27 27 29-16,1 2-36 16,-5-3-6-16,5 0-9 15,-17-3 0-15,1-6-2 16,-20-6 1-16,-24-11-9 15,-4-1-33-15,-17-4-25 16,-3 0-45-16,-12 0-18 0,8-9 43 16,-8-20-58-1,0-9 58-15,0 0 25 0,0-1 62 16,-24 4 16-16,-19 3 106 16,11 10-6-16,4 5-35 15,8 9 5-15,4 4-5 16,8 4-16-16,-4 0-26 15,-4 0-36-15,-16 22 4 16,1 19-9-16,-5 10 2 16,-4 8-3-16,-8 1-44 15,-20 5-119-15,9 0-87 16,15-11-287-16</inkml:trace>
  <inkml:trace contextRef="#ctx0" brushRef="#br0" timeOffset="28145.56">32625 949 1106 0,'0'0'158'0,"0"0"-57"16,0 0 8-16,0 0-68 0,0 0-41 15,0 0 1-15,95-4 18 16,-3 27 10-16,-13-4-9 15,-7 3-9-15,-12-3-6 16,7-4-5-16,-15 4 0 16,-8-9-4-16,-20-3-9 15,8-7-19-15,-28 0-7 16,4 0-1-16,-4 0-7 16,-4-3 22-16,0-30-20 15,0 6 42-15,0-4 3 0,0-3 0 16,0 10 20-1,-24 4 30-15,12 11-5 0,0 3 8 16,0 3 2-16,12 3-16 16,-8 0-29-16,-4 0-10 15,-4 21 0-15,-8 18-6 16,-12 4 6-16,1 8-12 16,-21 7-85-16,8-4-103 15,0 1-183-15</inkml:trace>
  <inkml:trace contextRef="#ctx0" brushRef="#br0" timeOffset="28937.63">28420 1308 671 0,'0'0'241'0,"0"0"-46"0,0 0-43 0,0 0-55 15,0 0 5 1,0 0-13-16,-48-23-39 0,48 23-20 16,0 0-20-16,0 0-7 15,24 10-2-15,44 14 11 16,4 5 10-16,-1-3-18 16,-11 3-4-16,-4 3 0 15,-9-5-3-15,-3 3-28 16,-16-9-80-16,-4-1-71 15,-4-14-19-15,-16-6-96 16,-4 0-277-16</inkml:trace>
  <inkml:trace contextRef="#ctx0" brushRef="#br0" timeOffset="29112.87">28794 1254 483 0,'0'0'347'0,"0"0"-158"0,0 0 1 16,0 0-61-16,0 0-74 15,0 0-39-15,-47-38-16 16,23 68-5-16,0 9 4 16,-12 10 1-16,-8 0-2 15,8 6-81-15,12-5-110 16,1-1-247-16</inkml:trace>
  <inkml:trace contextRef="#ctx0" brushRef="#br0" timeOffset="32231.39">24797 549 473 0,'0'0'172'16,"0"0"-37"-16,0 0-53 0,0 0-4 0,0 0 4 16,0 0-25-16,-116-92-1 15,92 70-27-15,-11 2 4 16,-1-2-16-16,-8 0-3 15,-4 4 16-15,4-5-20 16,-7 4-6-16,3-1 1 16,-8-2-5-16,-4-2 4 15,1 1 6-15,-17-2-2 0,0 1 9 16,-3 5-13-16,7 4-3 16,-19 2-1-16,7 4 0 15,-20 3 0-15,9-2-1 16,-9 8 1-16,-3-1 0 15,3 1-1 1,1-4 3-16,7 1-3 0,-7 3 2 16,-1 0-2-16,-3 0 1 15,-9 0 0-15,13 0 1 16,-17 0-1-16,17 7 0 16,-5 2-1-16,17-3 2 15,7-1-1-15,16 5 0 16,-3-3 0-16,-1 7-1 0,-8-5 1 15,-11 6-1 1,-5 5 1-16,-7-3 1 0,-5 7 4 16,5-2-2-1,11-3-3-15,16-2 0 0,9 3 0 16,-1-6 1-16,8 2-1 16,1 2 2-16,-9 2 0 15,8 2-1-15,1 2 7 16,-1 5 4-16,4 10 1 15,-4-1 0-15,13 6-1 16,-1 7-8-16,-8 2 5 16,20 6-9-16,-8 6 0 0,9 0 1 15,11-2-1 1,0 3 4-16,12-1 3 0,-12 2-7 16,16 5 0-16,-4 5-2 15,12 5 3-15,0 1-1 16,0 2 0-16,0-8 11 15,20-1-5-15,28-15 5 16,19 1 7-16,-3-7-3 16,16-2 2-16,15 1-10 15,17-6-1-15,7-2 11 16,9 4-15-16,3-7 3 16,4-3-1-16,-15 4-3 15,11-6 0-15,-3-3 0 16,-13-4-1-16,13-2 5 15,3-7 1-15,4-7 1 16,9-5 9-16,-5-3-2 16,4-7-4-16,5 0-5 0,-5 0-5 15,-4 0 2-15,1 0-2 16,-9 0 7-16,4 0-7 16,-15-13 0-16,19-3 0 15,1-6 4-15,11-1-3 16,-8-5 6-16,-3-1-5 15,-1-3 3-15,-8-3-4 16,-7 8-1-16,-17-6 3 16,1 4-2-16,-29 3 2 15,5 2-1-15,-16-4-2 16,-1-2 3-16,9 0-2 0,-8-12 1 16,23 1 0-16,-7-3 5 15,-12-7-3-15,-5 0 7 16,-19 0-1-16,-12-3 3 15,0-6 2-15,-12 0-5 16,0-2-8-16,-13-1 7 16,-11 3-3-16,0-4 5 15,0 0-8-15,0-1 4 16,-11 0 2-16,-29-1-1 16,-16-5 7-16,-12 6 6 15,-7-6-20-15,-17-1 2 16,8-1 10-16,-15 6-13 0,-9 3 0 15,5 10-1 1,-17 13-1-16,5 7 1 0,-4 13-12 16,3 11-23-16,13 8-46 15,31 2-49 1,24 0-63-16,24 0-187 0</inkml:trace>
  <inkml:trace contextRef="#ctx0" brushRef="#br0" timeOffset="34805.89">30769 313 283 0,'0'0'375'0,"0"0"-275"0,0 0-15 0,0 0-3 0,0 0 2 16,0 0-43-1,0 0-13-15,-36-24-3 0,24 17 9 16,0 1 11-16,1-1-18 16,3 2-14-16,-4-3 6 15,-4-3 1-15,-4 4-14 16,-8-3 2-16,-16 1-3 16,-12-5-5-16,-3 2 2 15,7 2-1-15,8 0 6 16,12 5 4-16,8-1 5 15,0-2-11-15,-3 3 7 16,3-2-3-16,-8 4 0 16,-4-6 1-16,-12 1-3 0,-8 3-6 15,9-4-2-15,3 3 2 16,-4 2-1-16,0 1 2 16,-11-1 7-16,-1 1-9 15,4 1 5-15,-12-3 0 16,-3 3-3-16,-13 2-2 15,13 0-1-15,-9 0 1 16,0 0 7-16,-7 0-7 16,-13 0 0-16,-7 9 2 15,11 1-2-15,5 3 2 16,-1 2-3-16,8 1 2 16,13 4-1-16,-21 1 3 15,12 1-3-15,-15 4 1 16,-1-1 0-16,-7-2 1 15,11 2-1-15,-3 1 7 16,15-3-7-16,8 2 0 0,-7-1 8 16,15 4-8-16,-4 9 1 15,9 0 2-15,11-1 1 16,-8 7-2-16,12 3 0 16,4-1-3-1,-7 10 2-15,3 6-2 0,8-4 2 16,-8 3-2-16,16-2 9 15,5-4-5-15,3 3 4 16,8 1-7-16,12-2 9 16,0 4-8-16,0 2 2 15,0 0-4-15,0 5 0 0,0 0 2 16,0 2 1 0,24 0 0-16,19-4-3 0,9-7 4 15,4 1 3-15,16-8-2 16,7 0 1-16,17-4-2 15,-5 0-3-15,13-1 6 16,-9-5-2-16,-3-5-5 16,11 1 1-16,-7-3 2 15,19 1-1-15,-7-2-2 16,19-2 3-16,1-7 4 16,-9 3-5-16,13-4-1 15,3-5-1-15,-4-4 8 16,-3-3-7-16,-1-2 3 15,5-5 1-15,7 0 2 16,0-3-2-16,1-1-3 16,15 5 3-16,8-5-5 0,0 0 0 15,1 0 2-15,-17 0-1 16,-4-6-1-16,9-11 2 16,-9-5-2-16,-4 1 4 15,9-2-2-15,-17-5 1 16,20-2 4-16,13 0-2 15,-1-6 0-15,-8 5-4 16,-4-6 4-16,-3 7-3 16,-29-5-1-16,21-2 4 15,-9 4-4-15,-16 1-1 16,1 0 4-16,-21 4-4 16,-11-4 4-16,8 6-3 15,-9-5 0-15,5-1 0 0,-5 1 3 16,-11-4-3-16,8-1 1 15,-9 2 4-15,1 3 2 16,8-6 0-16,-13 3 1 16,-3-4-9-16,4 3 7 15,-12 4-6-15,-5-5-1 16,5 2 0-16,-8-5 1 16,0 5 0-16,-13-4 1 15,9 5 3-15,-20 2-3 16,8 2-2-16,-16-2 0 0,-4-1 4 15,-4 0-4 1,4-1 0-16,-8-1 2 0,-4 0-2 16,0-1 3-16,0-6 0 15,0-1-1-15,0 3-2 16,0 2 3-16,0-1-1 16,-28-1-2-16,-8-1 0 15,-8 2 4-15,0-6-1 16,-3 8-3-16,-13-2 0 15,12-4 0-15,-8 8 9 16,-3 0-6-16,3 8-1 16,4 0-1-16,-8 1 0 0,-15-1 2 15,3 1-3-15,0 3 1 16,1 2 0-16,-1 4-1 16,-4-3 1-16,17 7-1 15,-13-5 3-15,0 3-2 16,1-4-1-16,-5 8 0 15,16 0 3-15,-11-1-3 16,15 5-2-16,-8-4 2 16,-15 4 2-16,-13-3-2 15,-11 1-2-15,-5 3 2 16,-11-2 0-16,3 7 0 16,1-5 0-16,-17 5-2 15,-27 0 1-15,-20 0-33 16,-8 0-41-16,12 12-60 15,35 12-67-15,33 0-149 16,15-7-575-16</inkml:trace>
  <inkml:trace contextRef="#ctx0" brushRef="#br0" timeOffset="35529.26">29857 171 225 0,'0'0'456'0,"0"0"-391"0,0 0 9 0,0 0-10 16,0 0-32-16,315-29 31 15,-223 26-16-15,3 0-7 16,1-1 12-16,7 2 10 15,1-2-46-15,-9 4 20 16,1-4-22-16,-5 4 3 16,13-2-1-16,3 2 5 0,-3-3 1 15,23-2-4 1,-19 5-8-16,-5-4-1 16,17-1-4-16,-17 5 9 0,-7-1 0 15,-5 1-3-15,-7 0-3 16,-4 0 1-16,3 0 4 15,-3 0 3-15,12 0-13 16,-9 0 1-16,1 0 2 16,-5 0-5-16,13 0 0 15,-20 0 1-15,7 0 1 16,-19 0-3-16,-12 0 0 16,-4 0 0-16,-17 0-3 15,5 6-2-15,-8 12-64 16,0 5-79-16,-12-1-269 0</inkml:trace>
  <inkml:trace contextRef="#ctx0" brushRef="#br0" timeOffset="47563.55">17463 2880 928 0,'0'0'229'0,"0"0"-81"0,0 0-36 0,0 0-26 0,0 0-30 15,0 0-34-15,0 0-11 16,0 0-11-16,-28 22 0 16,28 28 0-16,0 13 31 15,0 10-3-15,4 4-11 16,4-4-3-16,-4-3-10 15,4-17 2-15,-4-9-6 16,8-10 1-16,0-23 0 16,0-5 0-16,-4-6-1 15,4 0 2-15,-1 0 3 16,1-15 10-16,0-21 0 16,24-10-4-16,0-8-10 15,12-6-1-15,8-5 4 16,-1 3-4-16,-7 1 0 0,0 7-3 15,-12 9 3-15,-12 10 0 16,-5 14 0-16,-19 11 2 16,0 10-1-16,0 0-2 15,0 0-1-15,0 0-8 16,-31 21-5-16,-5 6 11 16,0 5 4-16,-8-1 0 15,8 0 0-15,1 1 1 16,23 3-2-16,-12-2 4 15,24-2-4-15,0-7 1 16,0 6-1-16,0-1 1 16,0-1 0-16,24 4 0 15,-1 3 1-15,21 3-2 16,-16 0 1-16,4 4 0 16,-8-8 1-16,12 1-1 0,-24-4 0 15,19-8 1-15,-19-8-2 16,4-5 0-16,-4-7-66 15,0-3-72-15,12 0-44 16,0-9-98-16,8-19-150 16</inkml:trace>
  <inkml:trace contextRef="#ctx0" brushRef="#br0" timeOffset="47745.43">18335 3322 552 0,'0'0'377'0,"0"0"-195"0,0 0-89 16,0 0-54-16,0 0-31 16,0 0-1-16,215-31-7 15,-159 29 0-15,-21 2-5 16,13 0-49-16,-4 0-156 16,-16 0-424-16</inkml:trace>
  <inkml:trace contextRef="#ctx0" brushRef="#br0" timeOffset="47895.31">18606 3432 508 0,'0'0'119'0,"0"0"-119"15,0 0-45-15,0 0-495 16</inkml:trace>
  <inkml:trace contextRef="#ctx0" brushRef="#br0" timeOffset="48328.8">18375 3537 889 0,'0'0'248'0,"0"0"-134"15,0 0-28-15,0 0-29 16,0 0-21-16,0 0-14 16,0 0-1-16,23 0-6 15,9 0-9-15,4 0 4 16,12-3-10-16,-4-7-7 15,-8 0-86-15,11 1-79 16,21-4-107-16,-20 4-349 16</inkml:trace>
  <inkml:trace contextRef="#ctx0" brushRef="#br0" timeOffset="48711.42">18992 3234 257 0,'0'0'640'0,"0"0"-484"16,0 0-91-16,0 0-14 15,0 0-18-15,0 0-11 16,290-64-2-16,-254 64-9 16,-12 15-3-16,-24 7-2 15,0 5-1-15,0 1-5 16,0 6 5-16,0-3 4 15,-12-6-9-15,0 1 0 16,12-7 0-16,0-4 0 16,0 1-2-16,36-3 2 15,8 2-3-15,4 2 3 16,-13-11 2-16,1 10-2 0,0-4 1 16,-16 2-2-16,-8 3 1 15,-8 1-4-15,-4-2 4 16,0 9 10-16,-36-3 21 15,-24-2 0-15,1-10-24 16,-1-2-4-16,-8-5-6 16,1-3-30-16,7 0-116 15,12 0-288-15</inkml:trace>
  <inkml:trace contextRef="#ctx0" brushRef="#br0" timeOffset="51645.15">29953 228 508 0,'0'0'109'0,"0"0"-1"0,0 0 39 16,0 0-73-16,0 0-13 15,0 0-27-15,-16-55 0 16,-4 45-5-16,-8 1-20 0,-16-3-1 16,9 0-6-1,-25 2 7-15,12 1-3 0,-20 0 7 16,9-2 5-16,-1 8-13 16,-8-4 13-16,-3 5-6 15,-9-2 13-15,12 0-23 16,-3 4 6-16,3 0-2 15,4 0 0-15,-3 0-3 16,-1 0 2-16,-8 0 3 16,-11 0-5-16,-1 8 6 15,0 1-1-15,13 5 0 16,-5-4-4-16,9 4-2 16,-9-1 3-16,12 2 1 15,-3 4 1-15,-1 1 2 0,4 0 6 16,8-2-5-1,1 2-4-15,-1-2-2 0,4 4 7 16,-3 3-4-16,-1 5 5 16,-8 2-10-16,-4 8 8 15,1 5 3-15,-9-1-8 16,12 4 5-16,-3-3 2 16,15-2-3-16,8 3-3 15,8-6 0-15,-3 5-2 16,-1 3 3-16,4 6 2 15,-4 4 3-15,8 8-3 16,1 6 1-16,-1 8 2 16,12 5 2-16,-8 1-11 15,8-3 8-15,8-3-4 16,-4-5-1-16,8-1-2 0,12-8 3 16,0-2 0-16,0-1-7 15,0 8 6-15,0-2-3 16,12 1 2-16,20 7 1 15,-4-8 3-15,16-4 1 16,-8 3-7-16,23-7 9 16,-3 3-3-16,-4-8-4 15,4 3 9-15,-1-8-6 16,5 0-4-16,0-5 0 16,11-2-2-16,9 1 2 15,-8-7 3-15,7-3 0 0,1 2 3 16,-4-6-5-16,3 3 4 15,-7-8-4 1,8-2-1-16,-1-6-1 0,5-4 2 16,7-5 2-16,5-3 3 15,-4-2-3-15,3-4-2 16,9 0 1-16,-9 0-4 16,1 0-1-16,-9 0 2 15,-11 0-2-15,4-10 9 16,-13-5-9-16,5-5 1 15,8-5-2-15,3-1 2 16,9-3 0-16,-5-5 0 0,5-1-1 16,-8-6 1-1,3 0 0-15,-3-3 1 16,-1-1 0-16,-11-1-3 0,-16 3 0 16,12-8 0-16,-17 6-2 15,9-6 2-15,-16 4 2 16,4-4-2-16,-13 0 0 15,-3 4 0-15,4-8 1 16,-12 8 1-16,8-4-1 16,-8-9-1-16,0 4 3 15,0-9-3-15,-13 7 0 16,-7 3 0-16,4-3 0 16,-4 4 0-16,4 1 0 15,4-3 0-15,-12 3 2 16,0 2 0-16,0-2-1 0,0-5-1 15,0-3 0-15,0-5 2 16,0 3-1-16,0 2 2 16,0 5 4-16,0-2-5 15,0 7 1-15,0 4-3 16,0 2 1-16,0 0-1 16,-12 4 4-16,-20-3-2 15,-7-3 1-15,-17-7 5 16,-16-1-6-16,-11 5 0 15,-9 2-1-15,-15 3 2 16,-21 0-3-16,-19 4-1 16,-16 7 0-16,-5 3 0 15,17 5-3-15,0 3 1 16,11 8-2-16,21 5-9 16,15 10-36-16,45 0-22 15,11 0-67-15,16 3-129 0,8 17-215 16</inkml:trace>
  <inkml:trace contextRef="#ctx0" brushRef="#br0" timeOffset="53061.97">33254 162 582 0,'0'0'84'0,"0"0"-6"0,0 0 61 0,0 0-60 0,0 0-33 0,0 0 16 16,-124-93-7-16,84 81-18 15,-15-1 1-15,7 4 5 16,-8 0-14-16,-15-2-20 16,11 5 2-16,-20 0-3 15,1 0 7-15,7 6 1 16,0 0 4-16,5 0 1 15,7 0 4-15,-12 0-7 16,-8 0-1-16,-15 3-5 16,3 10-3-16,-11 4-1 15,7 6-4-15,1 3 3 0,-1-2-2 16,-3 9-2-16,3 2 4 16,4-1 5-16,-3 5-9 15,23 2 4-15,5 4 9 16,7-1-14-16,0 7 8 15,4 4-9-15,-3 5 8 16,11 3-3-16,0 7 1 16,4 0-6-16,8-1 11 15,5 4 6-15,19 0-3 16,0 7-1-16,0 5-6 16,8 9 3-16,-8 3 4 15,12-1-2-15,0-1-7 16,0-5-2-16,0 1 6 0,12-2-5 15,16-7 5 1,15-7-6-16,-7-3 3 0,8-6 1 16,4-3-7-16,0-5 4 15,7 0-1-15,5-3-4 16,12-4 3-16,-1-5 0 16,9 0-1-16,4-8 0 15,11-9 7-15,5-3-5 16,7-4 0-16,9-9 6 15,3-8-1-15,21-5-3 16,-13 0 0-16,4 0 2 16,-3-4-7-16,-13-15 3 15,5 2-4-15,-5-9 0 16,-11-6 5-16,11-7 0 16,-7-4-3-16,11-8 3 0,-3 0-4 15,-13-5 4-15,13-5-4 16,-9 0-1-1,-3 1 3-15,-13 0-1 0,-15-1 2 16,-9 3-3-16,-11 3 3 16,-4-6-4-16,-8 0 3 15,0-4-3-15,-17-6 2 16,-3 2 1-16,-12-5-6 16,-12-5 8-16,0-6-9 15,0 2 8-15,0-3-7 16,-28 5 5-16,-15 10-2 0,-5-2 0 15,0 2-1-15,-12 1 1 16,-15 4-1-16,-9-3 3 16,-11 5-1-16,-13 0 3 15,8 3-3-15,1 5 3 16,-5-1-3-16,1-1 0 16,7 10-1-16,-7 4-2 15,23 13 1-15,-3 9 0 16,3 11-4-16,-16 11-27 15,-31 0-91-15,-16 4-126 16,-21 12-294-16</inkml:trace>
  <inkml:trace contextRef="#ctx0" brushRef="#br0" timeOffset="72878.49">13302 12258 897 0,'0'0'125'16,"0"0"-25"-16,0 0 0 0,0 0-10 0,0 0-36 0,0 0-16 15,0 0-1-15,0 0-6 16,-175 17 0-16,175-17-9 16,83 0-7-16,65 0-7 15,51 0-1-15,48 0-4 16,8-6 0-16,-17-1-2 16,-19-6-1-16,-31 2-2 15,-25 2 2-15,-32-2 7 16,-39 10-6-16,-36-5-1 15,-33 2 0-15,-19 4-1 0,-4-3 0 16,0 0 0-16,0 0-10 16,0 3-6-16,0 0-29 15,0 0-44-15,0 0 2 16,0 0-85-16,0 6-147 16,0-6-444-16</inkml:trace>
  <inkml:trace contextRef="#ctx0" brushRef="#br0" timeOffset="76211.82">16734 13357 804 0,'0'0'69'0,"0"0"10"0,0 0 23 0,0 0 0 16,0 0-32-16,-338 0-10 15,314 0-18-15,24 0-5 16,0 0-16-16,0 0 4 16,0 3-3-16,75 4-13 15,97-4 29-15,94-3-7 0,77 0 4 16,63-27-28-1,8-4-4-15,-20 0 4 0,-19 1-1 16,-37 9-3 0,-20 1 0-16,-27 0 7 0,-24 6 6 15,-68 1-6-15,-56 6-5 16,-67 7-5-16,-52 0 1 16,-24 0-1-16,0 0-1 15,0 0 1-15,0 0 0 16,0 0-2-16,-8 0 1 15,-28 11-9-15,-12 7-28 16,16 4-59-16,20 1-51 16,12-8-127-16,0-4-342 0</inkml:trace>
  <inkml:trace contextRef="#ctx0" brushRef="#br0" timeOffset="77145.6">23981 13281 499 0,'0'0'372'0,"0"0"-225"0,0 0-22 0,0 0-6 15,0 0-31-15,0 0-7 16,0 0-16-16,-211 0-10 16,211 0-13-16,0 0-15 15,103 0-25-15,64-3-1 16,80-5 13-16,52-4-13 16,27-1 6-16,13 7-7 15,11-3 3-15,-7-2-4 16,-17 6 1-16,-7-9-3 15,-41-1 2-15,-43-2 1 16,-60 5 0-16,-71 1 0 16,-48 0 0-16,-44 5-1 15,-12 3 1-15,0 0-1 0,0-2-1 16,0 4 1 0,0-3-7-16,-36 0-24 0,-20 4-52 15,-4 0-102-15,1-8-242 16</inkml:trace>
  <inkml:trace contextRef="#ctx0" brushRef="#br0" timeOffset="90103.71">15850 15345 563 0,'0'0'300'0,"0"0"-131"0,0 0-27 0,0 0-13 0,0 0-66 16,0 0-18-16,0 0-2 16,20 0-6-16,76 0 22 15,55 0-4-15,24-13-28 16,36-7-4-16,36-6-6 0,32 2-7 15,11-4-9-15,1 5 5 16,-20 1-5-16,-36 5-1 16,-40 12 0-16,-40-2 1 15,-27 7-1-15,-33 0 1 16,-27 0 2-16,-32 0-3 16,-24 0 1-16,0 0 9 15,-12 0 1-15,0 0 1 16,0 0-2-16,0-4-4 15,0 4-5-15,0-3-1 16,0 1-1-16,0 2-8 16,0 0-35-16,0 0-51 15,0 0-78-15,0 0-39 0,0 0-162 16</inkml:trace>
  <inkml:trace contextRef="#ctx0" brushRef="#br0" timeOffset="93628.45">24765 15294 801 0,'0'0'124'0,"0"0"-43"0,0 0 44 0,0 0 7 15,0 0-66-15,0 0-29 16,0 0 6-16,0 0 5 15,-96 0-12-15,96 0 3 16,92 0-19-16,83 0 10 16,72 0 15-16,56-13-22 15,15-6-11-15,-3-3-12 16,-13 3 0-16,-31-4 0 16,-36 8 0-16,-36-1-1 15,-40 2-3-15,-31 4 8 16,-45 0-5-16,-15 6 3 0,-32-4-4 15,-24 3 4 1,-8-2 2-16,-4 0-2 0,0 5 0 16,0-2-2-16,0-2 0 15,0 3-5-15,0 3-16 16,0 0-83-16,-24 0-62 16,0 0-129-16,0 0-203 15</inkml:trace>
  <inkml:trace contextRef="#ctx0" brushRef="#br0" timeOffset="95044.88">7764 16589 704 0,'0'0'263'16,"0"0"-212"-16,0 0 10 0,0 0 67 0,0 0-29 15,0 0-45-15,-96 16-27 16,96-13 1-16,4 0-6 15,88-3-7-15,95 0 1 16,80 0 46-16,71 0-20 16,36-18-27-16,16-4 2 0,-7 2-6 15,-21 7-1 1,-12 6-7-16,-43 7 2 0,-28 0 1 16,-56 0 0-16,-40 0 0 15,-52 3-4-15,-39 6 0 16,-32 2 6-16,-25-5-4 15,-15-3 1-15,-20 1 2 16,0-4-3-16,0 0 4 16,0 0-2-16,0 0 1 15,0 0-1-15,0 0-5 16,0 0-1-16,0 0-1 16,0 0-9-16,-20 4-27 0,-4-1-56 15,1 12-42-15,-1-2-46 16,16-1-131-16,8-8-374 15</inkml:trace>
  <inkml:trace contextRef="#ctx0" brushRef="#br0" timeOffset="96195.48">18888 16255 701 0,'0'0'80'0,"0"0"22"0,0 0-8 16,0 0 10-16,0 0-4 16,0 0-24-16,-223-8-14 15,223 8-21-15,0-4-16 0,0 1-2 16,0-1 2-16,20 1 5 16,88 3-10-16,91 0 4 15,67-9 11-15,49-11-22 16,15 1-10-16,-3-1 3 15,-1 6 4-15,-19-3-7 16,-52 5 0-16,-48 3 4 16,-76 2-4-16,-51-2 2 15,-52 5 6-15,-20 4 3 16,-8 0-1-16,0 0-4 16,0 0 0-16,0 0-6 15,0 0-2-15,0 0 2 16,0 0-6-16,0 0-1 0,0 0-46 15,0 0-74-15,0 0-38 16,0 0-190-16,0 0-403 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29:40.199"/>
    </inkml:context>
    <inkml:brush xml:id="br0">
      <inkml:brushProperty name="width" value="0.05292" units="cm"/>
      <inkml:brushProperty name="height" value="0.05292" units="cm"/>
      <inkml:brushProperty name="color" value="#FF0000"/>
    </inkml:brush>
  </inkml:definitions>
  <inkml:trace contextRef="#ctx0" brushRef="#br0">16710 5940 837 0,'0'0'147'0,"0"0"-81"0,0 0 66 0,0 0-26 16,0 0-47-16,0 0-30 15,0 0-8-15,-67-3-1 16,150 3 12-16,33 0 13 16,71 0 16-16,12 0-49 15,24 0-10-15,-16 0 1 16,-28 0-1-16,-20 0-1 0,-39 3 0 15,-25-3-1-15,-27 4 0 16,-12-4 0 0,-20 0 0-16,-13 0 1 0,-11 0-1 15,-12 0-1-15,4 0-21 16,-4 2-66-16,8-2-12 16,-8 4-38-16,0-4-86 15,12 0-162-15</inkml:trace>
  <inkml:trace contextRef="#ctx0" brushRef="#br0" timeOffset="7515.92">23654 6073 901 0,'0'0'123'0,"0"0"-3"0,0 0-25 0,0 0 5 15,0 0-21-15,0 0-20 16,0 0-17-16,0 0-7 0,-139 0-3 16,175-3-4-16,67-10 23 15,72-9-13-15,48-7-13 16,32 1-10-16,4 1-9 16,0 9-4-16,7 13 1 15,1 1-1-15,-24 4-2 16,-32 0-2-16,-48 0 2 15,-43 0-1-15,-17 4-4 16,-31 1 4-16,-28-1 1 16,-20-4 2-16,-20 0-1 15,-4 0 2-15,0 0-3 16,0 0 4-16,0 0-1 16,0 0-3-16,0 0-19 15,-16 0-59-15,-28 0-59 16,12-8-102-16,16-1-162 0</inkml:trace>
  <inkml:trace contextRef="#ctx0" brushRef="#br0" timeOffset="13667.06">5462 8144 843 0,'0'0'128'0,"0"0"-8"0,0 0-14 0,0 0-26 16,0 0-23-16,0 0-7 15,0 0-1-15,-103 5-18 16,103-1-1-16,68-4 0 0,75 0 5 16,64 0 12-16,40-4-19 15,20-17-24-15,-9-1-3 16,-11 0 3-16,-16-1-2 15,-8 8-2-15,-12 2 1 16,-36-1 0-16,-23 5 0 16,-37 3 4-16,-43 3-4 15,-17-2 6-15,-31 5-6 16,-20 0 2-16,-4 0-2 16,0 0-1-16,0 0-3 15,0 0 3-15,0 0-1 16,0 0-28-16,0 0-75 15,0 0-87-15,-24 0-36 16,9 0-321-16</inkml:trace>
  <inkml:trace contextRef="#ctx0" brushRef="#br0" timeOffset="15651.86">12856 7953 251 0,'0'0'522'0,"0"0"-371"0,0 0-15 0,0 0-10 0,0 0-46 15,0 0 6-15,0 0-18 16,-291 0-15-16,291 0-22 16,0 0-14-16,0 6-7 15,48 3-9-15,68 2 17 16,59-2 27-16,60-6-13 16,36-3-18-16,19 0-9 15,13 0-2-15,-13 0-1 16,-19 0-1-16,-28 0 8 15,-52 0-7-15,-40 0 0 16,-47 0 0-16,-24 0-4 16,-33 0 2-16,-23 0-3 15,0 0 6-15,-12 0 5 0,-12 0-8 16,0 0 2-16,0 0-2 16,0 0 4-16,0 0-4 15,0 0-1-15,0 0-56 16,0 0-91-16,-12 0-115 15,-24 0-415-15</inkml:trace>
  <inkml:trace contextRef="#ctx0" brushRef="#br0" timeOffset="18600.66">21389 8067 778 0,'0'0'139'0,"0"0"-17"0,0 0-9 0,0 0-25 16,0 0-11-16,0 0-17 16,0 0-13-16,-84 0-22 15,84 0-16-15,0 0-3 16,92 0-5-16,83 0 13 15,84 0 7-15,67-6-2 16,36-16-13-16,1 2-1 16,-25 6-5-16,-31 5 2 15,-52 4 0-15,-36-2 0 0,-76 7-2 16,-28 0-1-16,-55 0 1 16,-12 0 0-16,-28 0 5 15,-8 0-1-15,-12 0-1 16,0 0-3-16,0 0 8 15,0 0-8-15,0 0 1 16,0 0-3-16,0 0 2 16,0 0-42-16,0 0-30 15,0 0-70-15,0 0-36 16,0 4-194-16</inkml:trace>
  <inkml:trace contextRef="#ctx0" brushRef="#br0" timeOffset="22499.54">18442 10030 616 0,'0'0'287'0,"0"0"-89"0,0 0-52 16,0 0-42-16,0 0-17 15,0 0-25-15,0 0-17 0,0 0-14 16,-12 0 0-16,12 0-2 16,0 0 7-16,0 0-3 15,0 0-8-15,0-4 1 16,0 4-14-16,0-3 11 15,0 0-14-15,0 0-6 16,0-1-3-16,12-1-3 16,36-3 3-16,20 3 0 15,-9-2-28-15,1 1-43 16,-4-1-58-16,-8 1-81 16,11-6-111-16,-11-1-529 15</inkml:trace>
  <inkml:trace contextRef="#ctx0" brushRef="#br0" timeOffset="28599.81">13609 10828 563 0,'0'0'379'0,"0"0"-230"0,0 0-15 0,0 0-30 0,0 0-19 16,0 0-40-16,0 0-7 0,-88 5 2 15,88-5-15-15,0 0-3 16,0 0-4-16,0 0 3 16,28-6 8-16,40-24-10 15,23-4-9-15,5-7-9 16,11-1 2-16,-3 2-2 16,-1-2-1-16,-19 4 0 15,-4-1 0-15,-21 11 0 16,-11-1 1-16,-24 7 0 15,-4 6 2-15,-20 3 1 16,0 2-1-16,0-4-3 16,0 3 1-16,0-1 6 15,-24 2-7-15,-20 4 1 0,8-1-1 16,4 7 1 0,5 1-1-16,-5 0 0 0,8 0-2 15,0 0 3 1,12 0-1-16,0 0 2 0,12 0-1 15,0 0 2-15,0 0-3 16,0 0 0-16,0 0-3 16,0 0 0-16,0 0-1 15,60 0 3-15,11 0 1 16,-3 0 2-16,12 0-1 16,-28 0 0-16,-9 0-1 15,-11 0 0-15,-4 5 0 0,-8 6-1 16,-8 4-1-1,-12 6 1-15,0 9 1 0,0 3-3 16,0 10-7-16,-20 2-25 16,-8 6-25-16,-16 4-48 15,20 3-56-15,5 0-118 16,-5-7-295-16</inkml:trace>
  <inkml:trace contextRef="#ctx0" brushRef="#br0" timeOffset="44503.04">10196 14075 956 0,'0'0'141'0,"0"0"-11"0,0 0-21 0,0 0 15 0,0 0-40 15,0 0-24-15,0 0-10 16,-39-93-15-16,31 93-17 16,4 0-8-16,4 0-10 15,0 10 2-15,0 12 0 0,0 1 14 16,12-13 2-16,4 1-13 15,3-11 3-15,17 0 1 16,44-25-1-16,39-42 23 16,45-31-2-16,11-13-21 15,-12 4-8-15,-44 14-5 16,-15 19 0-16,-32 21-28 16,-13 12-37-16,-3-1-64 15,4-3-162-15,0-6-462 16</inkml:trace>
  <inkml:trace contextRef="#ctx0" brushRef="#br0" timeOffset="47016.68">28715 6082 763 0,'0'0'330'0,"0"0"-181"0,0 0-48 15,0 0 4-15,0 0-28 16,0 0-27-16,0 0-13 15,-152 4 0-15,152-4-15 16,0 0-11-16,52 0-7 16,44 0 4-16,47 0 3 0,40-13-1 15,8-7-8 1,-4-2 7-16,-3-3-8 0,3-3 1 16,4-6-1-16,4 2-1 15,-32 3 0-15,-23 7-1 16,-33-1-1-16,-27 12 1 15,-21 7-5-15,-11-2 6 16,-24 6 0-16,-12-7 6 16,-12 7-7-16,0 0 1 15,0 0-7-15,0 0 6 16,0 0 0-16,0 0-6 16,0 0-21-16,0 0-41 15,0 0-56-15,0 3-77 16,-16 10-115-16,4-1-459 0</inkml:trace>
  <inkml:trace contextRef="#ctx0" brushRef="#br0" timeOffset="52188.22">5801 14389 969 0,'0'0'140'0,"0"0"-7"16,0 0 4-16,0 0-18 0,0 0-52 15,0 0-15-15,0 0-14 16,-116-4-22-16,212 4-11 16,55 0 0-16,48-6 4 15,44 0-3-15,-12 3-6 16,-16-3 1-16,-8 2 0 16,-8 4 1-16,-36-4-2 15,-31 4 0-15,-53 0-5 16,-23 0 1-16,-40 0-15 15,-8 0-32-15,-8 0-27 0,0 0-32 16,0 0-31-16,-8 0-62 16,-52 0-237-16</inkml:trace>
  <inkml:trace contextRef="#ctx0" brushRef="#br0" timeOffset="55833.56">10372 16216 706 0,'0'0'133'0,"0"0"-29"0,0 0 7 0,0 0-3 0,0 0-32 15,0 0-19-15,0 0-23 16,0 0 14-16,-192-43-22 16,185 43-2-16,7 0-3 15,0 0-9-15,0 0-1 16,0 0-2-16,31 0 8 16,85 6-6-16,71-3 23 15,52-3-4-15,48 0-9 16,7 0-19-16,-3 0-1 0,-1 0 5 15,-27 0-3-15,-32 0-3 16,-44 0 5-16,-59 0-2 16,-57 0 2-16,-39 0-2 15,-16 0 7-15,-4 3 4 16,-12-3-4-16,0 0 0 16,0 0-2-16,0 0 1 15,0 0-5-15,0 0 2 16,0 0-3-16,0 0-3 15,0 0-1-15,0 4-16 16,12-4-36-16,8 6-70 16,4 3-58-16,12 2 1 15,19-10-146-15,-3-1-488 0</inkml:trace>
  <inkml:trace contextRef="#ctx0" brushRef="#br0" timeOffset="59433.33">15452 17109 702 0,'0'0'157'0,"0"0"-6"0,0 0-59 0,0 0 18 16,0 0-25-16,0 0-41 0,0 0 15 16,-12-64-15-16,12 54 0 15,0 9 8-15,0-2-7 16,0 3-15-16,0 0-7 16,0 0-7-16,0 0-3 15,-12 0-13-15,12 0 0 16,0 0-1-16,0 27 0 15,0 15 1-15,0 12 0 16,0 6 7-16,0 0-2 16,0 11 3-16,0-4 0 15,0-6-6-15,0 5 1 16,0-13-3-16,0-8 3 0,0-7-3 16,0-14 2-16,0-7 0 15,0-7-2-15,0-10 2 16,0 0-2-16,0 0 1 15,0 0 6-15,0 0 25 16,0 0 1-16,0-29-17 16,0-10-14-16,0-5 1 15,-12-7-2-15,12 0-2 16,-12-2 1-16,0-1 0 16,12-1 1-16,0 4-1 15,0 11 1-15,-8 6-1 16,8 6 1-16,-4 14-1 15,4 7 0-15,0 7 0 16,-8 0 2-16,8 0-2 16,-15 0-5-16,-17 21-2 15,4 16 5-15,-16 3 2 0,8 2 0 16,16-8 0-16,-4-2-1 16,8-9 1-16,8-10 0 15,5-10 0-15,3-3 0 16,0 0 0-16,0 0 3 15,0-3-2-15,0-36 12 16,11-9-13-16,29-5-2 16,4 3 2-16,4 5 0 15,-4 7 0-15,-9 12-3 0,-11 7 1 16,-12 13 1-16,0 6-2 16,0 0-2-16,36 0-5 15,8 29 9-15,15 8-5 16,25-1-12-16,-4 2-39 15,15-2-60-15,16-3-96 16,9-11-67-16,7-9-465 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29:02.191"/>
    </inkml:context>
    <inkml:brush xml:id="br0">
      <inkml:brushProperty name="width" value="0.05292" units="cm"/>
      <inkml:brushProperty name="height" value="0.05292" units="cm"/>
      <inkml:brushProperty name="color" value="#FF0000"/>
    </inkml:brush>
  </inkml:definitions>
  <inkml:trace contextRef="#ctx0" brushRef="#br0">17765 12538 592 0,'0'0'371'0,"0"0"-199"0,0 0-56 0,0 0 13 16,0 0-40-16,0 0-46 15,0 0-5-15,0 0 12 16,72-136-18-16,-72 136-9 0,8 0-20 15,8 28-1 1,4 19 8-16,4 7 12 0,-12 2-15 16,-12 3 2-1,0-9 2-15,0-7 2 0,12-2-8 16,-12-16-3-16,0-10-2 16,0-3 1-16,0-8 1 15,12-4-2-15,-12 0 1 16,8 0 14-16,-8 0-2 15,0-24 21-15,0-15-30 16,-20-12 5-16,-4-4-8 16,0-1-1-16,16 1 0 15,-4 12 0-15,8 14 2 16,4 13-1-16,-8 11 2 16,8 5 5-16,-4 0-2 15,4 0-6-15,-12 8-8 0,4 15 8 16,-4 11 3-16,8-6 1 15,-4-2-7-15,8-6 8 16,0-8-3-16,-4-2-2 16,4-6-6-16,0-4 6 15,0 0 0-15,0 0 2 16,0 0 7-16,0-26 4 16,0-16-12-16,0-5 1 15,0 5-4-15,0 11 2 16,12 11-4-16,0 8 4 15,-8 7-5-15,4 5 3 16,8 0-5-16,16 5-1 16,4 17 6-16,7 2 2 0,-3-4-9 15,4 0-23-15,4-1-33 16,0-4-33-16,-5-3-56 16,5 1-133-16,0-6-452 15</inkml:trace>
  <inkml:trace contextRef="#ctx0" brushRef="#br0" timeOffset="1457.35">26700 16491 811 0,'0'0'262'0,"0"0"-116"16,0 0-43-16,0 0-8 15,0 0-36-15,0 0-11 0,0-54-18 16,0 54-11-16,0 9-13 15,0 32-2-15,0 15 19 16,0 15 8-16,0 8-2 16,0 14-11-16,-12-1-4 15,4 2-5-15,4-8 0 16,4-12-4-16,0-18-3 16,0-10 1-16,0-17-3 15,0-14-1-15,0-6 1 16,0-9 0-16,0 0 3 15,0 0 11-15,0-2 23 16,0-35-2-16,0-9-28 0,-8-11-3 16,4-10-4-16,4-7 0 15,0-5 0-15,0-3 1 16,0-2 0-16,-20 7 0 16,8 9-1-16,12 5 1 15,-12 15-1-15,12 13 0 16,-12 13 2-16,12 13-1 15,-8 9 11-15,5 0-7 16,-9 0-5-16,-8 3-3 16,4 28-9-16,-4 7 12 15,8 4 0-15,-4-13 1 16,8-4-2-16,4-10 1 16,4-10 0-16,0-5-1 0,0 0-1 15,0 0 2-15,0 0 0 16,0-5 2-16,28-22 0 15,16-6 1 1,3-1-1-16,9 8-2 0,-8 1 0 16,-12 9 0-16,-12 6 2 15,-12 7-2-15,0 3-7 16,11 0 3-16,9 0-4 16,-4 3 5-16,4 19 1 15,-4 4 2-15,4 3 0 16,-8 2 0-16,8 5-4 15,-5-4-9-15,5 5-40 0,4 1-41 16,0-7-28 0,0 2-59-16,8-9-53 0,-9-3-289 15</inkml:trace>
  <inkml:trace contextRef="#ctx0" brushRef="#br0" timeOffset="5140.51">29901 15894 495 0,'0'0'184'0,"0"0"-68"0,0 0 11 15,0 0 36-15,0 0-56 16,0 0-28-16,0 0-2 15,-195 19 8-15,183-19-18 16,8 3-14-16,-16-3-15 16,8 0 1-16,0 3-6 0,0-2-5 15,12 5-9-15,0-6-2 16,-8 0 0-16,8 0 2 16,0 0-10-16,0 0 15 15,0 0 6-15,0 0-20 16,56 0 4-16,72-10-3 15,59-8-8-15,36-5 6 16,24-6-7-16,7 0-2 16,-7-2 2-16,-16-1-3 15,-20 2 1-15,-24 7 0 16,-31 0-1-16,-21 6 0 16,-39-1-4-16,-29 5 10 15,-19 0-3-15,-12 4-2 16,-24 2-2-16,8-1 2 0,-20 1 1 15,0 3-1-15,0 1 0 16,0 0 1-16,0-2 0 16,0 1-1-16,0-1 1 15,0 0-2-15,-8-2 2 16,-28 2-1-16,-8-5 2 16,-4 0-2-16,-11-4 0 15,-1 2-2-15,-8 3 2 16,-3-3-2-16,-1-1 6 15,-8 4-4-15,9-1 0 16,3 3 0-16,8 4-4 16,24 1 3-16,1 2 1 15,15 0 2-15,8 0 2 0,8 0-8 16,4 0 6-16,0 0-9 16,0 0 9-16,0 0-3 15,0 0 2-15,0 0 0 16,0 0-1-16,0 0 0 15,36 0 0-15,15 0 5 16,17 2-4-16,4 10 3 16,7 0-3-16,13-2 1 15,-9 3-1-15,1-6-1 16,-16 0 0-16,-1-1 0 16,-27 1 2-16,-16-6-3 0,-12 4 2 15,-12-2-2 1,0-1-2-16,0 5 0 15,0 6 3-15,0 7 0 16,-4 5-1-16,-44 11 1 0,-31 10-2 16,-1 1-5-1,-16 8-5-15,13 5-28 0,3-10-13 16,21-2-6-16,3-10-26 16,16-5-38-16,-4-4-83 15,20-4-77-15,4-5-479 16</inkml:trace>
  <inkml:trace contextRef="#ctx0" brushRef="#br0" timeOffset="14041.26">25302 11979 638 0,'0'0'307'0,"0"0"-104"0,0 0-88 0,0 0-26 0,0 0-22 15,0 0-25-15,0 0 8 16,0-22-6-16,8 15-14 0,-8 7-5 15,0-2 1 1,0 2-7-16,0 0-1 16,0 0 0-16,0 0-4 0,0 0-4 15,0 0-5-15,0 0-1 16,0 0 0-16,0 0 0 16,0 0 3-16,0 0-4 15,0 0-3-15,0 0-1 16,0 11-3-16,-19 18 4 15,-17 13 4-15,-24 9-3 16,0 4 6-16,-7 13-5 16,-13 5-1-16,8 2 7 0,-11 5 4 15,-1-7-7-15,4-2 5 16,25-11-2-16,7-9-6 16,8-9 3-16,8-8-3 15,0-2 4-15,8-9-5 16,9-1 2-16,-5-6-1 15,4-9-2-15,8 3 3 16,4-3 0-16,4-7-1 16,-8 0 3-16,8 0-4 15,0 0-1-15,0 0 2 16,0 0-1-16,0 0 1 16,0 0 1-16,0 0 10 15,0 0-9-15,0 0-3 16,0 0 12-16,0 0-10 0,0 0-1 15,0-13 2-15,0-9-1 16,0-5-2-16,0-1-1 16,12 1-1-16,-4-1 1 15,-4 2-2-15,4 4 4 16,-4 6 2-16,-4 2-4 16,0 3 0-16,0-2 2 15,0 4-2-15,0-1 4 16,0 7-4-16,0-4 0 15,0 7 0-15,0 0 8 16,0-2-8-16,0 2 1 16,0 0-1-16,0 0 0 15,0 0 0-15,0 0 0 0,0 0 2 16,0 0-2-16,0 0-3 16,0 12-2-16,0 16 5 15,0 8 0-15,0 4 2 16,0 5-1-16,0 4-1 15,0 2 0-15,-4-2 0 16,4-6 0-16,0-6 0 16,0-13 0-16,0-4-1 15,0-7 1-15,0-6-3 16,0-7 3-16,0 0 1 16,39 0 0-16,29-11 7 15,12-28-2-15,15-7-6 16,9-5-16-16,-9-2-99 0,13 2-124 15,19-4-351-15</inkml:trace>
  <inkml:trace contextRef="#ctx0" brushRef="#br0" timeOffset="24186.62">24924 13128 618 0,'0'0'192'0,"0"0"-70"0,0 0-35 0,0 0-47 16,0 0 2-16,0 0 11 16,0 0-13-16,-91-25 2 15,79 9 3-15,-12 3-6 16,-8-4-2-16,4 3 1 0,-16-3-2 15,8-3-13-15,1 6-3 16,-9-5-10-16,4 1 5 16,-4 6-6-16,-4 0 3 15,-11 3 7-15,-9 9-15 16,0-4 21-16,5 4-11 16,-13 0 3-16,12 0-10 15,-15 13 5-15,11 7-1 16,4 2 3-16,-15 10-7 15,11-1-7-15,-4 10 15 16,5 7-8-16,3 3-1 16,-4 7 2-16,20-2 0 15,5 7 3-15,15-1-4 16,16 9 4-16,-8 6-8 0,20-1 1 16,0 1 0-16,0-5 3 15,12-1-6 1,32-8 1-16,7-3-1 0,17-5 2 15,4-8-3-15,7-5 2 16,13-4-6-16,-8-4 10 16,19-6-6-16,-19 0 0 15,11-8 1-15,-3-7-1 16,-1-9 0-16,5-4 2 16,0 0-4-16,7-8 4 15,-7-16 1-15,7-5-2 16,-11-6-1-16,3-8 1 15,-3-3 4-15,11-8-4 0,-19-1 2 16,-24-6-3-16,-13 0 4 16,-23-11-3-16,-4 0 8 15,-20-4 1-15,0-1 16 16,0 5-8-16,-47 1-5 16,-33 6-7-16,-12 4-4 15,-15 8 0-15,-13 2-3 16,-7 18 1-16,-20 8-15 15,-9 12-37-15,-7 13-41 16,-12 0-92-16,0 0-184 16</inkml:trace>
  <inkml:trace contextRef="#ctx0" brushRef="#br0" timeOffset="109357.74">8512 7692 187 0,'0'0'448'0,"0"0"-339"0,0 0 29 16,0 0-22-16,0 0-18 16,0 0-33-16,0 0-13 15,-36 4-12-15,36-4-4 16,0 2-15-16,24 2 7 0,24 0 4 15,20-4-6-15,15 0-11 16,33 0 18-16,27 0-12 16,20 0-3-16,13 0-8 15,7 0-3-15,8-10-4 16,4 3 3-16,-8 1 0 16,-12-3 2-16,-11-4-5 15,-21 4 0-15,-8 4 5 16,-27 3-5-16,-13 2 8 15,-27 0-3-15,-32 0 1 16,-12 0 0-16,-12 0-8 16,0 0 7-16,-4 0 4 15,-8 0 1-15,4 0 4 16,-4 0 3-16,0 0-9 16,7 0 2-16,-7 0-7 0,0 0-5 15,4 0 4-15,4 0-3 16,-8 0 0-16,4 0 1 15,-4 0-1-15,0 0 11 16,0 0-3-16,0 0-10 16,0 0 7-16,0 0-3 15,0 0 3-15,0 0-5 16,0 0-2-16,0 0 1 16,0 0 5-16,0 0-6 15,0 0 3-15,0 0-2 0,0 0 0 16,0 0 0-16,0 0 1 15,0 0-2-15,0 0 2 16,0 0-1-16,0 0-1 16,0 0-14-16,0 0-43 15,0 0-68-15,8 2-69 16,40 15-28-16,32-7-208 16</inkml:trace>
  <inkml:trace contextRef="#ctx0" brushRef="#br0" timeOffset="110559.34">14644 7530 256 0,'0'0'473'0,"0"0"-334"0,0 0-37 0,0 0 10 0,0 0-33 15,0 0-18-15,-255 20-18 16,255-18-11-16,0 1-16 16,0-3 4-16,0 0-6 15,0 0 4-15,24 0 4 16,67 0 14-16,29 0 27 16,31 0-18-16,-11 0-38 15,11 0-5-15,0 0 2 16,12-9-3-16,-7-2 0 15,-5 10 3-15,-36-5 1 16,-23 3-5-16,-56-4 8 0,-12 4-6 16,-12 0 10-16,-12 3 0 15,0-4-2-15,0 4-4 16,0 0 1-16,0 0-5 16,0-4-2-16,0 4 1 15,0 0-1-15,0-1 0 16,0 1-18-16,0 0-47 15,0 0-35-15,0 0-25 16,-44 0-83-16,-8 0-209 16</inkml:trace>
  <inkml:trace contextRef="#ctx0" brushRef="#br0" timeOffset="112591.47">4829 8833 833 0,'0'0'173'0,"0"0"-83"0,0 0-16 15,0 0 6-15,0 0-33 16,0 0-30-16,40-4-4 15,64-2 21-15,47-6-9 16,36-6-14-16,24 7 3 16,0-2-10-16,8 4-3 15,-8 1 2-15,-36 3-4 16,-23 1 3-16,-37-1-2 0,-55-1 1 16,-24 6 5-1,-24 0-6-15,-12 0-5 0,0 0 5 16,0 0 9-16,0 0-9 15,0 0-2-15,0 0-13 16,0 0-5-16,-12 8-35 16,-12 12-56-16,24 2-171 15,0-6-301-15</inkml:trace>
  <inkml:trace contextRef="#ctx0" brushRef="#br0" timeOffset="117873.74">20592 15805 532 0,'0'0'126'0,"0"0"-73"0,0 0 15 0,0 0 0 0,0 0-21 15,0 0 1-15,0 0 5 16,0 0 4-16,0 0-12 16,0 0 5-16,0 0-7 0,0 0-6 15,0 0-7 1,-12 0-5-16,12 0-1 0,0 0 3 16,0 0 1-16,0-4 12 15,0 4 0-15,0-4 10 16,0 2-10-16,0-1-3 15,0-3-14-15,0-1-5 16,0 1-11-16,0-1 21 16,0 2-7-16,0 0 5 15,0-1-11-15,0 0-6 16,0 6 6-16,0-3 6 16,0 3-14-16,0 0-4 0,0 0 1 15,0 0-1 1,0 0-3-16,0 0-1 0,0 0-2 15,0 3 3 1,0 19-12-16,0 9 12 0,0 10 1 16,0 9 2-16,0-3-2 15,0 9 1-15,12 6 1 16,0-1-1-16,12 7 0 16,-12-4-1-16,0-6 3 15,8-7-2-15,-8-11 1 16,0-4-2-16,0-8-1 15,0-5 0-15,-8-8 2 16,4-6 2-16,-8-6 0 16,0 0-4-16,0-3 2 15,0 0 1-15,0 0 4 0,0 0 0 16,0 0 3 0,0 0-1-16,0-21-6 0,0-11-3 15,0-10 0-15,0-2 0 16,0-7 0-16,-12-5 1 15,0-8 4-15,-8 3-5 16,16 1-3-16,-8 1 3 16,4 14 2-16,8-4-2 15,0 5 2-15,0 6-2 16,0 3-5-16,0 7 5 16,0 6 3-16,0 5-3 15,0 8 0-15,0 6 0 0,-4 3-6 16,-4 0 6-1,8 0-2-15,-12 0 1 0,0 0-7 16,-12 3-4 0,0 18 12-16,0 6 2 0,-11 4-1 15,-1 1-1-15,-8 2 1 16,-4 2-1-16,12-4 0 16,1-9-1-16,11-3 1 15,12-6 0-15,4-14 1 16,8 3-7-16,0-3 9 15,0 0-3-15,0 0 2 16,0 0 3-16,0-9 6 16,0-20-10-16,0-10-1 15,0 5-4-15,24-1 1 16,8 1 4-16,3 3-1 16,-11 9 0-16,0 8-2 0,0 3 0 15,-12 11 2-15,-4 0 0 16,8 0-15-1,16 0 14-15,15 11-6 0,1 11 6 16,12 2 0-16,-4-3-1 16,-9-1 2-16,1 0-1 15,0 0-18-15,-4 1-36 16,4 1-21-16,7 1-55 16,-7 0-74-16,12-9-122 15</inkml:trace>
  <inkml:trace contextRef="#ctx0" brushRef="#br0" timeOffset="119228.5">20417 14268 509 0,'0'0'113'0,"0"0"-90"0,0 0-23 16,0 0-16-16,0 0-275 0</inkml:trace>
  <inkml:trace contextRef="#ctx0" brushRef="#br0" timeOffset="119658.03">20652 13738 534 0,'0'0'62'0,"0"0"-47"0,0 0-15 15,0 0-45-15,0 0-121 16,0 0-136-16</inkml:trace>
  <inkml:trace contextRef="#ctx0" brushRef="#br0" timeOffset="119858.32">20568 13241 476 0,'0'0'201'15,"0"0"-42"-15,0 0-33 0,0 0-37 16,0 0-41-16,0 0-34 16,-23-43-11-16,23 34-3 15,-8-4-20-15,8-7-72 16,-12-2-133-16,8-12-126 16</inkml:trace>
  <inkml:trace contextRef="#ctx0" brushRef="#br0" timeOffset="120028.1">20437 12546 592 0,'0'0'109'0,"0"0"33"0,0 0-52 16,0 0-80-16,0 0-10 15,0 0-37-15,-32-126-128 16,32 92-47-1</inkml:trace>
  <inkml:trace contextRef="#ctx0" brushRef="#br0" timeOffset="120210.81">20549 11855 586 0,'0'0'124'16,"0"0"39"-16,0 0-121 15,0 0 17-15,0 0-32 16,0 0-27-16,0-138 0 0,0 111-32 16,0-2-34-16,0-7-113 15,0-1-3-15</inkml:trace>
  <inkml:trace contextRef="#ctx0" brushRef="#br0" timeOffset="120390.89">20525 11124 491 0,'0'0'164'0,"0"0"-63"15,0 0 32-15,0 0-68 16,0 0-50-16,0 0-10 16,-4-135-5-16,4 107-4 15,0-3-65-15,0-3-129 0,0-10-402 16</inkml:trace>
  <inkml:trace contextRef="#ctx0" brushRef="#br0" timeOffset="120608.2">20604 10273 632 0,'0'0'178'16,"0"0"-53"-16,0 0-27 15,0 0-50-15,0 0-33 0,0 0-13 16,-24-85-2 0,24 76 0-16,0-4-12 0,0-3-54 15,0-6-66-15,0-7-82 16,0-6-101-16</inkml:trace>
  <inkml:trace contextRef="#ctx0" brushRef="#br0" timeOffset="120791.64">20592 9617 535 0,'0'0'152'15,"0"0"-20"-15,0 0-55 16,0 0-26-16,0 0-37 0,0 0-9 16,0-152-5-1,0 124-5-15,0-3-6 0,0 4-47 16,0-9-119-16,0 2-43 15</inkml:trace>
  <inkml:trace contextRef="#ctx0" brushRef="#br0" timeOffset="120975.51">20628 8965 421 0,'0'0'147'15,"0"0"-7"-15,0 0 3 16,0 0-40-16,0 0-40 0,0 0 0 15,-36-172-54 1,36 151-1-16,0 1-7 0,0-1-2 16,0-9 1-16,0 3-46 15,0-9-80-15,0-4-95 16,32 4-395-16</inkml:trace>
  <inkml:trace contextRef="#ctx0" brushRef="#br0" timeOffset="121157.76">20509 8264 410 0,'0'0'214'0,"0"0"-96"0,0 0 11 16,0 0-42 0,0 0-60-16,0 0-25 0,-60-43-2 15,52 39-1-15,-4-4-25 16,0 3-147-16,-12-9-140 15</inkml:trace>
  <inkml:trace contextRef="#ctx0" brushRef="#br0" timeOffset="121329.1">20509 8264 586 0,'-199'-184'176'16,"199"184"-22"-1,0 0-97-15,0 0-32 0,0 0-16 16,0 0-9 0,0 0-18-16,0 0-168 0,0 0-144 15</inkml:trace>
  <inkml:trace contextRef="#ctx0" brushRef="#br0" timeOffset="122441.11">21046 7696 470 0,'0'0'174'0,"0"0"-57"16,0 0 35-16,0 0-80 0,0 0-12 15,0 0-14-15,-163-153 11 16,115 138-21-16,-20-1-11 16,13 7 4-16,-5 5 4 15,-12 0-8-15,1 4-16 16,-1 0-7-16,-8 0 0 15,9 26-2-15,3 8 1 16,0 12-1-16,17 8 0 16,-5 10 1-16,32 8 4 15,4 0-4-15,20 5 5 16,0 2-1-16,0 0 1 16,32 2 6-16,36 0-5 15,7-9-3-15,29-4-3 16,11-13 5-16,29-17-1 0,15-14 1 15,4-17-5-15,-8-7 0 16,5 0 6-16,-29-35-5 16,-4-20-1-16,-19-13 2 15,-17-12-1-15,-7-6 2 16,-28-7 0-16,-44-4 33 16,-12-5-7-16,-8-5-11 15,-68 8 4-15,-15 10-18 16,-13 22-5-16,1 24-2 15,-17 17-4-15,5 16-2 16,-17 10-48-16,-15 10-84 0,4 31-223 16</inkml:trace>
  <inkml:trace contextRef="#ctx0" brushRef="#br0" timeOffset="125506.96">22531 14166 220 0,'0'0'398'0,"0"0"-243"0,0 0 3 16,0 0-60-16,0 0-8 16,0 0-38-16,0 0 5 15,-24 0-15-15,24 0-15 16,0 0-7-16,0 0-11 15,0 0-9-15,0 0 2 16,0 0-1-16,0-2-1 16,0 2-8-16,0-12-26 15,0 0-49-15,0-8-15 16,0 0-48-16,0-5-56 0,0-7 38 16,0-4-113-1</inkml:trace>
  <inkml:trace contextRef="#ctx0" brushRef="#br0" timeOffset="125890.4">22495 13792 458 0,'0'0'162'0,"0"0"-55"0,0 0 27 15,0 0-31-15,0 0-39 16,0 0-26-16,-11-21-2 16,11 21-9-16,0 0 11 15,0 0-5-15,0 0-6 16,0-1-21-16,0-8 0 0,0-2-6 15,0-1-1-15,0-6-15 16,0-3-34 0,0-8-36-16,0-5-15 0,0-1-10 15,0-3-41-15,0 0 90 16,0-4 16-16,0 3 33 16,0 3 13-16,0 0 26 15,-8 7 28-15,8 5-8 16,0 1 56-16,0 8-7 15,0-1-32-15,0 2-15 16,0 2-5-16,0 3-20 16,0-2 7-16,0 2-23 15,0-1-6-15,0-5-1 0,0-2-9 16,0-2-24 0,0-5-29-16,0-5-71 0,0-5-46 15,0-8 62 1,0 0-210-16</inkml:trace>
  <inkml:trace contextRef="#ctx0" brushRef="#br0" timeOffset="126073.98">22499 12789 216 0,'0'0'231'0,"0"0"-44"15,0 0-90-15,0 0 36 16,0 0-41-16,0 0-26 16,0-64-10-16,0 52-21 15,0-2-20-15,0-1-14 16,0-2-2-16,0-4-9 15,0-5-37-15,0 1-47 16,0-7-88-16,0 4 14 0,8-2-256 16</inkml:trace>
  <inkml:trace contextRef="#ctx0" brushRef="#br0" timeOffset="126227.58">22567 12300 441 0,'0'0'175'16,"0"0"-79"-16,0 0 22 15,0 0-39-15,0 0-32 16,0 0-11-16,0-82-19 16,0 71-17-16,0-5-1 15,0-2 0-15,0-8-47 16,0-2-169-16,0-7-5 0</inkml:trace>
  <inkml:trace contextRef="#ctx0" brushRef="#br0" timeOffset="126441.34">22464 11598 483 0,'0'0'148'16,"0"0"-77"-16,0 0-15 15,0 0-3-15,0 0-30 16,0 0-22-16,0 0-1 0,-12-85-19 15,12 68-52-15,0-2-1 16,0-3-103 0</inkml:trace>
  <inkml:trace contextRef="#ctx0" brushRef="#br0" timeOffset="126627.72">22380 11254 274 0,'0'0'207'0,"0"0"-74"15,0 0-44-15,0 0-12 16,0 0 37-16,0 0-55 16,-12-28-15-16,12 28-19 15,0-3-9-15,0 0-16 16,0-2-1-16,0 4-16 16,0 1-52-16,0-4-158 0,0-9-115 15</inkml:trace>
  <inkml:trace contextRef="#ctx0" brushRef="#br0" timeOffset="126807.63">22380 11254 566 0,'24'-150'176'16,"-24"150"-12"-16,0 0-69 15,0 0-49-15,0 0-24 16,0 0-20-16,0 0-2 0,0 0-2 15,0-1-82 1,0-2-178-16,24-5-273 0</inkml:trace>
  <inkml:trace contextRef="#ctx0" brushRef="#br0" timeOffset="127629.63">22707 10509 493 0,'0'0'157'16,"0"0"-73"-16,0 0 21 15,0 0-29-15,0 0-24 16,0 0-16-16,-176-111 9 16,152 98-2-16,-11 1 9 15,-1-3-6-15,0 14-25 16,4-3 0-16,-12 2 1 0,4 2-17 15,-7 0-1 1,-9 0 2-16,12 0-3 16,4 7-3-16,5 17 0 0,-9 1-4 15,8 6 4-15,0 4 1 16,0 7 3-16,0 3 2 16,5 6-4-16,7 1 8 15,4 3-2-15,4 3 0 16,8-6 3-16,4 7-3 15,4-8-3-15,0 0 11 16,0-8-11-16,0 3 5 16,16-6-5-16,16-3-4 15,15 2-1-15,1-7 3 0,8-1-3 16,12-1 4 0,3-9-2-16,1-4 1 0,12-8 4 15,7 0-6-15,-7-5 2 16,-5-4 2-16,-7 0-2 15,-4 0-1-15,-9 0-2 16,-3-8 1-16,4-6 0 16,0-8 5-16,-5-7-5 15,-3-2 1-15,-8-6 2 16,4 3 1-16,-12 0 20 16,-13-8 3-16,1-2-12 15,-4-3 0-15,-8-8-7 0,0 1 1 16,-12-5 1-1,0 7-5-15,0 1 1 16,0 2-7-16,-24 6 9 0,-20 8-5 16,-3 6-4-1,-1 3 0-15,-8 14-2 0,-4 3-8 16,-11 9-11-16,-9 0-63 16,8 0-30-16,5 20-104 15,15 11-199-15</inkml:trace>
  <inkml:trace contextRef="#ctx0" brushRef="#br0" timeOffset="129774.6">24239 14447 596 0,'0'0'152'0,"0"0"-1"0,0 0-52 16,0 0-32-16,0 0-5 0,0 0-22 0,0 0 7 0,0 6-17 15,0-6-9-15,0 0-8 16,0 0-8-16,0 0 1 16,0 0-6-16,0-6-51 15,0-17-105-15,8-16-162 16,-4-4-167-16</inkml:trace>
  <inkml:trace contextRef="#ctx0" brushRef="#br0" timeOffset="129973.99">24331 13779 492 0,'0'0'260'0,"0"0"-87"15,0 0-42-15,0 0-49 16,0 0-33-16,0 0 4 15,-12-29-32-15,12 20-12 16,0-1-9-16,0-2-3 16,-12-1-56-16,12-6-36 15,-12-8-51-15,12 3-151 16,-12-4-194-16</inkml:trace>
  <inkml:trace contextRef="#ctx0" brushRef="#br0" timeOffset="130157.49">24275 13449 542 0,'0'0'160'16,"0"0"1"-16,0 0-51 15,0 0-36-15,0 0-33 16,0 0-29-16,0-6-7 16,0 2-5-16,0 4-5 15,0-4-69-15,0 4-183 16,0 0-185-16</inkml:trace>
  <inkml:trace contextRef="#ctx0" brushRef="#br0" timeOffset="130276.99">24275 13449 607 0,'20'-41'137'15,"-20"41"-37"-15,0-4-100 16,0 1-65-16,0-5-229 15</inkml:trace>
  <inkml:trace contextRef="#ctx0" brushRef="#br0" timeOffset="130995.11">24470 12943 366 0,'0'0'326'0,"0"0"-164"16,0 0-44-16,0 0-35 15,0 0-20-15,0 0-13 16,-115-36 6-16,91 32-26 15,0 4-3-15,-8 0 2 16,4 0 1-16,-3 0-2 0,-9 0-2 16,-4 9-3-1,8 10-2-15,-12 5-8 0,5 6-1 16,-5 1 0-16,12 5-7 16,0-1 9-16,0 6-13 15,4 3 1-15,8 1 7 16,1 6-5-16,11 0-4 15,12 0 7-15,0 5 1 16,0 1-1-16,0 1-3 16,12 0 0-16,31-6-1 15,5-6 1-15,4-2 1 16,4-6-3-16,15 0 1 16,-11-7-2-16,8-4 0 15,-9-7-1-15,-11 0 4 0,-4-9-4 16,12-10 1-16,-4-1 1 15,3 0 3-15,1 0 1 16,-4-17-3-16,4-12 2 16,3-9-5-16,9-2 1 15,-8-6 1-15,-5-1 5 16,-15-3-5-16,4-1 0 16,-16-1-2-16,-8-2 4 15,-8 3 15-15,-12-8-11 16,0 7 9-16,0-7-16 15,-56 0 3-15,-8-8 3 16,-15 5 0-16,19 4-5 0,0 7-4 16,-7 13 3-1,11 13-7-15,-16 12-30 16,-11 13-112-16,-21 0-107 16,-15 20-272-16</inkml:trace>
  <inkml:trace contextRef="#ctx0" brushRef="#br0" timeOffset="134657.04">24554 15312 496 0,'0'0'125'0,"0"0"-31"0,0 0 50 0,0 0-21 0,0 0-50 0,0 0 11 16,-4 0-6-16,4 0-15 0,0 0-13 16,0 0-15-16,0 0-1 15,0 0 3-15,-8 0-8 16,8 0-11-16,-4 0-6 15,4 0-3-15,0 0-8 16,12 0 0-16,48 0 1 16,11-2 0-16,25-8-2 15,15 0 8-15,-3 1-8 16,7 0 0-16,5-1 0 16,-17 0-3-16,1 2 3 15,-28 7 0-15,-9-2 0 16,5-2 0-16,-16 0 0 15,-9 2 0-15,9-3 0 16,-16 6 0-16,4-3-1 16,-8-4-1-16,-13 7-1 0,-11-7 3 15,-4 4 1-15,-4 3 4 16,-4-3-4-16,0 3 0 16,8 0 2-16,-8-4-3 15,0 2 8-15,0 2-6 16,0 0-1-16,0-3 14 15,0-3 6-15,-20-1-2 16,-27-7-18-16,3 3-1 16,-4 1 0-16,0 1 2 15,12 2 3-15,13 1 1 16,3 6 5-16,16 0-1 16,4 0 0-16,0 0-4 15,0 0-5-15,0 0-1 0,0 0 0 16,0 0 0-1,0 0-1-15,0 0-2 0,16 0 3 16,27 0 0-16,5 0 0 16,0 0 3-16,-4 13-10 15,-8 2 7-15,-1-2-2 16,-15 6 2-16,-16 6-1 16,-4 1-1-16,0 6-29 15,-47 6-49-15,-33 3-40 16,-16-4-1-16,1-1-86 0,-9-11-169 15</inkml:trace>
  <inkml:trace contextRef="#ctx0" brushRef="#br0" timeOffset="136279.32">24526 13871 388 0,'0'0'198'0,"0"0"-85"0,0 0-7 0,0 0-6 0,0 0-11 0,0 0-38 0,0 0 26 0,0 0-22 0,0 0 1 16,0 0-20-1,0 0-8-15,0 0-14 0,0 0-8 16,0 0-4-16,28 0-1 16,28 4 11-16,15 5 7 15,37 0-1-15,7 1 2 16,25-8-11-16,-1 5-4 16,16-4 3-16,5 1-7 15,-17-1 1-15,-4 1-2 16,-11-3-4-16,-9-1 4 15,-19 0 0-15,-13 0 0 16,1 0 1-16,-12 0 0 0,-9 0 8 16,-7 0 2-1,-24-1-2-15,-12-6 0 16,-4 7-4-16,-16-4 8 0,-4 1 7 16,8 1 1-16,-8-3 20 15,0 3-24-15,0-2-9 16,-12-2-4-16,-48 3 8 15,-20 3-9-15,-15 0-3 16,-17 0-1-16,-7 0 1 16,-9 0 3-16,1 0-3 15,-4 0 0-15,-1 0 0 16,-3 0 0-16,-9 0 2 16,-7 3-4-16,0 3 2 15,11 0-3-15,13 1 3 0,20-4 3 16,39 1-2-16,8 3-1 15,12-1-1-15,16-3 0 16,5-2 2-16,7 4 0 16,4-5 2-16,8 0-2 15,8 3 3-15,0-3-3 16,0 0-1-16,0 2 0 16,0-2 1-16,0 0-1 15,0 0-1-15,0 0 1 16,24 4 1-16,35 0 2 15,21-2-1-15,24 2 11 16,15-4-13-16,16 3 3 16,9 0 5-16,7 4-5 0,-20-3-3 15,-7 1-3-15,-17-1 3 16,-23-3-4-16,-4 4 2 16,-13-5 2-16,-15 0 0 15,-4 0 7-15,-16 0-13 16,11 0 6-16,-19 0-1 15,-12 0 1-15,-8 0 2 16,4 0-2-16,-8 0 2 16,0 0-2-16,0 0 2 15,0 0-1-15,0 0-1 16,0 0-5-16,0 0-1 16,0 0-36-16,0 0-48 15,0-6-27-15,0-7 27 0,-32-6-10 16,-3 0 8-16,-1-6 26 15,-8-1 53-15,-4-6 12 16,0 1 1-16,5-4 33 16,7 2 32-16,20 15 21 15,-4 2-3-15,16 13-15 16,-4-2 6-16,8 5-4 16,0 0-8-16,0 0-27 15,0 0-12-15,0 0-11 16,0 0-6-16,12 5-5 15,48 20 9-15,27 0 0 16,-3 2-2-16,-1 4-3 0,-3-11-4 16,-20 7 3-1,-16-5-4-15,-17-3 1 0,-15 4-2 16,-4-4 1-16,-8 5-2 16,0 5-6-16,-35 1-26 15,-45 2-42-15,-24 12-82 16,-27-5-59-16,-28 0-175 15</inkml:trace>
  <inkml:trace contextRef="#ctx0" brushRef="#br0" timeOffset="136757.6">24470 13720 689 0,'0'0'189'0,"0"0"-43"0,0 0-14 0,0 0-50 0,0 0-56 0,0 0-10 0,-115 22-11 16,55 15 27-16,16 1 15 15,9-3 9-15,11-3-18 16,12-4-25-16,12 1-12 15,0-7 5-15,0 2-5 16,0-4-1-16,36-1 1 16,7-7-1-16,5 2 8 15,8-4-8-15,4-4-4 16,-1 1-82-16,9-5-72 0,-8-2-92 16,-13 0-417-1</inkml:trace>
  <inkml:trace contextRef="#ctx0" brushRef="#br0" timeOffset="141986.56">2544 11966 836 0,'0'0'127'0,"0"0"-24"0,0 0 26 0,0 0-27 0,0 0-12 0,0 0-15 15,0 0-32-15,-215 42-11 16,215-40-23-16,64 8-3 15,95-5-2-15,64-5 10 16,71 5 6-16,29-5-14 16,-5 3-5-16,-15 6 2 15,-8 1 0-15,-40 2-2 16,-56 0 2-16,-48-3-1 16,-60-1 1-16,-51-5 0 0,-20-3-2 15,-20 3 2-15,0-3 14 16,0 0-15-16,0 0 11 15,0 0-13-15,0 0 5 16,0 0-10-16,0 6 3 16,-8 4-21-16,-16 1-39 15,12 4-40-15,8-3-87 16,4 1-76-16,0-6-296 16</inkml:trace>
  <inkml:trace contextRef="#ctx0" brushRef="#br0" timeOffset="142817.04">9352 11859 511 0,'0'0'161'0,"0"0"-5"0,0 0 13 0,0 0-23 16,0 0-49-16,0 0-26 15,0 0 0-15,-151 25 4 0,151-25-6 16,0 0-16 0,12 6-18-16,115-5-18 0,61 5 34 15,66-6 0-15,41 0-39 16,24 0-7-16,3 0-2 15,-7 0-3-15,-45 0-2 16,-35 2-1-16,-40 7 2 16,-63 2 0-16,-37-5 0 15,-39 0 1-15,-32-2-2 16,-24-4 0-16,0 0 1 16,0 2 2-16,0-2-6 15,0 0 2-15,0 0 2 16,0 0-27-16,0 0-16 15,0 0-31-15,0 0-40 16,0 0-72-16,0 4-52 16,12-4-310-16</inkml:trace>
  <inkml:trace contextRef="#ctx0" brushRef="#br0" timeOffset="143967.03">3989 13210 319 0,'0'0'743'0,"0"0"-632"0,0 0-54 0,0 0 35 15,0 0 11-15,0 0-35 16,-56 0-27-16,104 0-11 16,44 0 15-16,11 4-7 15,13-1-19-15,-9-3-16 16,-3 2-3-16,-9 6 0 15,13-1 0-15,-5-2 0 16,-11 1-2-16,11 5-27 16,-7 1-61-16,23-2-103 15,33-1-71-15,19-9-196 16</inkml:trace>
  <inkml:trace contextRef="#ctx0" brushRef="#br0" timeOffset="144441.12">9074 13198 882 0,'0'0'193'0,"0"0"-51"0,0 0-38 0,0 0 11 0,0 0-47 15,0 0-28-15,-48 0-6 16,48 0-12-16,0 0-6 0,12 0-11 16,59 0 10-16,21 0-1 15,16 0-8-15,7 0 0 16,0 0-1-16,-7 0-3 16,-16 0-1-16,-1 0 0 15,-19 0-1-15,-16 0-10 16,-17-4-15-16,-7 0-14 15,-16 4-38-15,-8 0-46 16,-8 0-54-16,0 0-117 16,-12 0-328-16</inkml:trace>
  <inkml:trace contextRef="#ctx0" brushRef="#br0" timeOffset="148174.85">12283 14814 168 0,'0'0'723'0,"0"0"-580"0,0 0-26 0,0 0-17 0,0 0 2 0,0 0-33 0,-187 31-25 0,187-27-15 16,0 4-7-16,51 6-5 15,77-1 43-15,59-3-7 16,36-10-26-16,20 0-11 16,12 0-7-16,-17 0-4 15,5 0-5-15,-20 0 6 16,-4 0-2-16,-32 0-3 15,-43 0-1-15,-17 0 0 16,-35 0-1-16,-32 0 1 16,-17 2 0-16,-19-2-3 15,-12 0 2-15,-8 0 0 16,-4 0 0-16,0 0 2 0,0 0-2 16,0 0-6-16,0 0-5 15,-40 0-43 1,-15 0-17-16,-1 0-35 0,-4 0-50 15,0 0-40-15,-7 0-162 16</inkml:trace>
  <inkml:trace contextRef="#ctx0" brushRef="#br0" timeOffset="149727.72">3432 16355 910 0,'0'0'86'0,"0"0"-62"0,0 0 29 0,0 0 31 0,0 0-54 0,0 0-22 0,127 9 5 0,24-7 37 16,45-2-7-16,27 0-9 15,35 0 1-15,21 0-1 16,28 0-15-16,7 0-3 16,25 0-9-16,-1 7-7 15,-47 18 1-15,-44 4 0 0,-60-1-1 16,-32 0 8 0,-28 1 8-16,-23-7-3 0,-24-2-6 15,-33-7 0-15,-23-6-7 16,-12 1 6-16,-12-5-4 15,0-3 4-15,0 0 0 16,0 0-1-16,0 0-4 16,0 0-1-16,0 0-1 15,0 0-32-15,0 4-83 16,0-4-53-16,0 0-166 0</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31:43.049"/>
    </inkml:context>
    <inkml:brush xml:id="br0">
      <inkml:brushProperty name="width" value="0.05292" units="cm"/>
      <inkml:brushProperty name="height" value="0.05292" units="cm"/>
      <inkml:brushProperty name="color" value="#FF0000"/>
    </inkml:brush>
  </inkml:definitions>
  <inkml:trace contextRef="#ctx0" brushRef="#br0">9786 6267 687 0,'0'0'129'0,"0"0"-14"16,0 0 20-16,0 0-24 0,0 0-40 15,-326-7-7-15,310 7 1 16,8 0-18-16,8 0-16 16,0 0-13-16,0 0 4 15,0 0-2-15,56 0-5 0,83 0 9 16,76 0 29-16,88 0-16 15,47 0-30-15,32-4 4 16,4-5-11-16,-19 4-1 16,-9-2-3-16,-27 5 4 15,-17-4 4-15,-47 6-3 16,-56 0-1-16,-72 0 0 16,-55 0-1-16,-48 0 2 15,-28 0-2-15,-8 0 2 16,0 0-1-16,0 0 3 15,0 0 3-15,0 0-4 16,0 0-2-16,0 0 0 0,0 0-5 16,0 0-49-1,0 0-57-15,-8 0-82 0,-32 0-126 16,-4 0-366-16</inkml:trace>
  <inkml:trace contextRef="#ctx0" brushRef="#br0" timeOffset="1926.23">17495 6247 615 0,'0'0'297'0,"0"0"-178"0,0 0 14 0,0 0-37 16,0 0-35-16,0 0-30 15,0 0 7-15,302-20-13 16,-127 13 4-16,5-3-17 0,-5 0 14 16,-12 5-12-1,-36 1-5-15,-19 4-6 0,-40 0-2 16,-13 0-2 0,-19 0-1-16,-8 0 1 0,-4 4-15 15,20 1-40-15,27 0-83 16,45-5-50-16,35 0-194 15</inkml:trace>
  <inkml:trace contextRef="#ctx0" brushRef="#br0" timeOffset="2327.83">23563 6108 1016 0,'0'0'126'0,"0"0"-25"16,0 0 43-16,0 0-47 15,0 0-41-15,0 0-6 16,-132-4-7-16,132 2-18 15,68-1-9-15,51-3 7 16,45-1 3-16,47 1-6 16,0-4-16-16,-4 6-3 0,-16 1 2 15,-4 1-2-15,-24 2 0 16,-28 0 1-16,-39 0-2 16,-16 0 0-16,-44 0 0 15,-13 0-3-15,-11 0-17 16,-12 0-23-16,0 0-23 15,0 0-45-15,-20 0-76 16,-43 0-77-16,-25 0-336 16</inkml:trace>
  <inkml:trace contextRef="#ctx0" brushRef="#br0" timeOffset="13365.67">16527 9156 580 0,'0'0'115'0,"0"0"-4"0,0 0 18 15,0 0 2-15,0 0-25 0,0 0-33 16,0 0-9-16,0 0-11 16,-211-9 2-16,199 9-18 15,12 0-7-15,0 0-2 16,0 0-2-16,0 0-9 16,48 0-17-16,55 13 9 15,61-4 9-15,35 0-5 16,36-6-9-16,12 1-2 15,-5-1 3-15,13 3-3 16,-28-6 0-16,-20 4-2 16,-32-1 2-16,-31-3 0 15,-29 1-2-15,-31 4 1 0,-28-5-5 16,-13 0 8 0,-19 0-4-16,-12 0 1 0,-12 0 4 15,0 0-4-15,0 0 1 16,0 0-1-16,0 0-1 15,0 0 0-15,0 0-1 16,0 0 0-16,0 0-46 16,0 0-51-16,0 0-74 15,0 0-89-15,0 0-363 16</inkml:trace>
  <inkml:trace contextRef="#ctx0" brushRef="#br0" timeOffset="18351.09">9786 11979 583 0,'0'0'298'0,"0"0"-141"0,0 0-5 0,0 0-24 15,0 0-38-15,0 0-23 16,0 0 0-16,-175 45-7 15,175-45-17-15,0 0-9 16,0 0 3-16,8 1-18 16,64-1-4-16,43 0-4 0,29 0 11 15,-5 0-15-15,0 0 6 16,-7 0-7-16,-29 0-2 16,-19 0 0-16,-28 0 0 15,-21 0-2-15,-23 0-1 16,-12 0-1-16,0 0-2 15,0 0-7-15,0 0-20 16,0 0-41-16,0 0-55 16,0 0-97-16,0 0-159 15</inkml:trace>
  <inkml:trace contextRef="#ctx0" brushRef="#br0" timeOffset="23051.29">7437 12973 581 0,'0'0'169'0,"0"0"11"0,0 0-62 0,0 0-16 15,0 0-45-15,0 0-14 16,0 0-7-16,-60 19-15 15,60-17 9-15,36 5 3 16,48 3 15-16,19-7 6 16,29-1-20-16,27-2-11 0,20 0 3 15,16 0-8-15,4 4-14 16,-11-4 5-16,-1 0-2 16,-12 0-6-16,0 0-1 15,-12 0 4-15,-19 0-3 16,-21 0 1-16,-27 0 0 15,-29 0-2-15,-19 0 0 16,-12 0 0-16,-24 0 1 16,-12 0 0-16,0 0-2 15,0 0 2-15,0 0-2 16,0 0 0-16,0 0-4 16,0 0-4-16,-8 0-11 15,-28 0-65-15,-12 0-79 16,1 0-84-16,-13 3-239 0</inkml:trace>
  <inkml:trace contextRef="#ctx0" brushRef="#br0" timeOffset="23852.43">7975 14291 738 0,'0'0'186'0,"0"0"-39"0,0 0 9 0,0 0-54 16,0 0-19-16,0 0-22 0,-156 9-11 15,156-9-3-15,0 0-17 16,0 0-17-16,16 5 2 16,76-5 6-16,35 4 27 15,49-4-15-15,15 0-16 16,16 0-13-16,4 0 3 15,-12 0-2-15,-12 0-2 16,-24 5-2-16,-12 6 3 16,-35-2-4-16,-21 1 0 15,-15-3 3-15,-32-7-3 16,-12 2 4-16,-12 1-4 16,-24-3 1-16,12 0 1 15,-12 0 1-15,0 0 2 0,0 0-4 16,0 0 1-1,0 0 0-15,0 0-2 0,0 0-5 16,0 0-21-16,0 0-39 16,0 0-66-16,0 0-127 15,0 0-266-15</inkml:trace>
  <inkml:trace contextRef="#ctx0" brushRef="#br0" timeOffset="25450.02">7939 13040 670 0,'0'0'126'0,"0"0"-6"0,0 0 16 16,0 0-38-16,0 0-49 15,0 0 5-15,-243 3-7 16,231-3-1-16,8 2 6 0,4-2-5 16,0 0 1-1,0 0-5-15,0 0-11 0,0 0-1 16,0 0-9-16,0 0 6 16,16 0-11-16,64 0-2 15,39 0 18-15,52 0-12 16,20 0-4-16,16-9-6 15,16 2-5-15,-4 1-1 16,4-1-1-16,-12 5 3 16,-12-6-5-16,-35 8-1 15,-21-1-1-15,-27 1 1 16,-25 0 4-16,-19 0 0 16,-13 0 4-16,-15 0 0 15,-8 0-1-15,8 0 4 16,-28 0 2-16,-4 0-3 0,-4 0-2 15,-8 0 4-15,0 0-7 16,0 0 3-16,0 0 0 16,0 0-3-16,0 0-4 15,0 0 0-15,0 0-1 16,0 0 2-16,0 0-1 16,0 0-2-16,0 0 0 15,0 0 2-15,0 0-4 16,0 0-11-16,0 0-41 15,-32 0-51-15,-4 0-63 16,12 0-97-16,12-4-144 16</inkml:trace>
  <inkml:trace contextRef="#ctx0" brushRef="#br0" timeOffset="27698.94">17857 13052 669 0,'0'0'124'0,"0"0"-5"0,0 0 38 0,0 0-55 16,0 0-37-16,0 0-3 15,-139 0 2-15,127 0-10 16,12 0-12-16,0 0-6 15,0 0 5-15,0 0-4 16,0 0-15-16,0 0 0 16,0 0-7-16,0 0-6 15,36 0 4-15,55 0 10 16,36 0 14-16,49 0-14 16,23 0-3-16,24 0-11 15,12-7-9-15,19-2 6 0,-7-4-5 16,-24 4 0-1,-24 1 3-15,-23 7-3 0,-37-3-1 16,-20 1 1-16,-27-1-1 16,-12 2 2-16,-41 2-1 15,-19-3 7-15,-8 3 4 16,-12 0 6-16,0 0-12 16,0 0 12-16,0 0-13 15,0 0-2-15,0 0-3 16,0 0 0-16,0 0-31 15,0 0-64-15,44 0-107 16,44-4-115-16,47-8-198 16</inkml:trace>
  <inkml:trace contextRef="#ctx0" brushRef="#br0" timeOffset="28332.16">23395 12801 554 0,'0'0'120'0,"0"0"-11"0,0 0 30 0,0 0 7 15,-314 0-31-15,266 0-27 16,12 4-8-16,4-2-2 16,8 2-22-16,12-3-5 15,1 5-12-15,-1-6-6 0,12 0-16 16,0 0-3-16,0 0-5 16,0 0 1-16,20 0 3 15,51 4 4-15,25 1 24 16,55-5-20-16,24 0-10 15,24 0-6-15,12 0-1 16,-12-5-3-16,-15-6 2 16,-21 1-2-16,-20-2 1 15,-39 3-1-15,-33 5 0 16,-23 1 0-16,-36 3 4 16,-4 0 6-16,-8 0-3 15,0 0-3-15,0 0-3 0,0 0-2 16,0 0 0-16,0-4-10 15,0 4-43-15,-8 0-67 16,-28 0-145-16,0 0-214 16</inkml:trace>
  <inkml:trace contextRef="#ctx0" brushRef="#br0" timeOffset="37766.19">20449 14313 581 0,'0'0'187'0,"0"0"-75"0,0 0 10 0,0 0-4 15,0 0-21-15,0 0-37 16,0 0-9-16,-115 0 2 15,107 0 3-15,4 0-15 16,4 0-4-16,0 0-8 16,0 0-9-16,0 1-4 0,59 7-12 15,81-2 8-15,39 4 11 16,28-10-11-16,-8 4-12 16,-24-2 3-16,-12 2-3 15,-31-4 5-15,-21 0-2 16,-27 0-2-16,-36 0-1 15,-24 0 2-15,-24 0-2 16,0 0 4-16,0 0-4 16,0 0 0-16,0 0-1 15,0 0 0-15,0 0-14 16,0 0-50-16,19 0-84 16,21 0-103-16,52-4-328 15</inkml:trace>
  <inkml:trace contextRef="#ctx0" brushRef="#br0" timeOffset="38917.26">25776 14242 677 0,'0'0'157'0,"0"0"-40"0,0 0 20 16,0 0 7-16,0 0-63 15,0 0 1-15,-127 0-17 16,119 0-2-16,8 0-19 16,0 0-12-16,0 0-14 0,0 0 3 15,32 0-11-15,71 0 4 16,41 0-14-16,55 0 8 16,8-12-7-16,16-3-1 15,0 2 0-15,0-8-1 16,-4 6 2-16,-40 0-1 15,-28 1 2-15,-43 3 1 16,-41 0-3-16,-23 5 1 16,-20 3-3-16,-20 0 2 15,4 0-2-15,-8 3 0 16,0-3 0-16,0 3 0 16,-20 0-21-16,-64 0-47 0,-43 0-90 15,-28 3-124-15,-5 12-276 16</inkml:trace>
  <inkml:trace contextRef="#ctx0" brushRef="#br0" timeOffset="48232.59">6689 16776 768 0,'0'0'177'0,"0"0"-36"0,0 0-28 0,0 0-14 16,-351-12-28-16,284 12-1 16,15 0-7-16,8 0-13 15,32 0-13-15,0 0-9 0,12 0-6 16,0 0-4 0,12 0-1-16,92 0-8 0,51 0 7 15,52 0-5-15,40-10 1 16,20-13-7-16,3 5-3 15,1-2 2-15,-16 3-4 16,-8 6 0-16,-36 5 3 16,-36 0 0-16,-36 2-1 15,-55 4-2-15,-28 0 10 16,-32 0 4-16,-16 0-1 16,-8 0 2-16,0 0-6 15,0 0 6-15,0 0-5 0,0 0-9 16,0 0 5-1,0 0-6-15,0 0-4 0,0 0-14 16,-32 0-30 0,8 4-14-16,4 8-17 0,-4 7-59 15,12 4-83-15,0-5-232 16</inkml:trace>
  <inkml:trace contextRef="#ctx0" brushRef="#br0" timeOffset="49583.86">18490 16656 1051 0,'0'0'115'0,"0"0"-10"0,0 0-13 0,0 0 10 0,0 0-32 15,0 0-30-15,0 0-13 16,24-45-10-16,135 27 5 15,64-8-11-15,36 1 2 16,20-5-11-16,-9 9-1 16,-11 5 4-16,-28 2-1 15,-32 12-4-15,-36 2 4 16,-35 0-8-16,-56 0 2 16,-49 0 2-16,-11 0-2 15,-12 0 0-15,0 0 1 0,0 0 0 16,0 0-9-16,-12 0-13 15,-11 0-48-15,-25 9-67 16,-24 1-77-16,-8-5-348 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32:39.115"/>
    </inkml:context>
    <inkml:brush xml:id="br0">
      <inkml:brushProperty name="width" value="0.05292" units="cm"/>
      <inkml:brushProperty name="height" value="0.05292" units="cm"/>
      <inkml:brushProperty name="color" value="#FF0000"/>
    </inkml:brush>
  </inkml:definitions>
  <inkml:trace contextRef="#ctx0" brushRef="#br0">8138 7156 681 0,'0'0'243'0,"0"0"-114"0,0 0 48 0,-350-2-63 16,290 2-31-16,24 0-3 0,16 0-5 15,20 0-25-15,0 0-29 16,0 0-8-16,68 0-4 15,59 0 19-15,60-8 0 16,24-4-9-16,0-1-17 16,-23 4 1-16,-13 2 0 15,-12 4 0-15,-24 0-2 16,-35-1 2-16,-33 4-1 16,-23-3-2-16,-24 3 0 15,-12 0 0-15,0 0 0 16,-12 0-3-16,0 0-27 15,0 0-77-15,0 0-128 16,0 0-116-16</inkml:trace>
  <inkml:trace contextRef="#ctx0" brushRef="#br0" timeOffset="8299.93">4152 12767 541 0,'0'0'263'0,"0"0"-36"0,0 0-66 0,0 0-35 0,0 0-14 15,0 0-31-15,0 0-18 16,-127-10-31-16,127 6-23 15,48-2 0-15,47-3-3 0,33 1 8 16,19 0-12 0,-4 2 1-16,21 3 2 0,-25-1 0 15,-8 4 1-15,-27 0-2 16,-32 0 0-16,-29 0-4 16,-19 0 0-16,-12 0-6 15,-12 0 7-15,0 0-1 16,0 0 1-16,0 0-1 15,0 0 1-15,0 0 1 16,0 0-4-16,0 0-8 16,0 4-44-16,-12 12-31 15,0 2-80-15,12-2-52 16,0-3-234-16</inkml:trace>
  <inkml:trace contextRef="#ctx0" brushRef="#br0" timeOffset="10366.86">14365 12760 526 0,'0'0'336'0,"0"0"-160"0,0 0-46 15,0 0-26-15,0 0-3 16,0 0-30-16,0 0-24 16,-36 9-19-16,116-9-1 15,15 4 11-15,37-4-7 0,-5 0-18 16,-11 0-4-1,-13 0-7-15,-19 0 1 0,-1 0 0 16,-23 0-3-16,-28 0 0 16,-8 0 0-16,-4 0 2 15,-20 0-1-15,0 0-1 16,0 0 0-16,0 0-2 16,0 0-3-16,0 0-30 15,0 0-61-15,0 3-84 16,16 6-65-16,32-9-398 15</inkml:trace>
  <inkml:trace contextRef="#ctx0" brushRef="#br0" timeOffset="11367.42">20103 12890 828 0,'0'0'121'0,"0"0"2"0,0 0-18 0,0 0-9 15,0 0-29-15,0 0 1 16,-223-7-3-16,223 7-26 16,0 0 5-16,0 0-21 15,79-3-10-15,61 1-1 16,39-5 8-16,32-1-8 15,8 7-8-15,-20 1-3 16,-12-4 4-16,-24 2-2 16,-35 2 0-16,-45-4 2 15,-15 4-4-15,-44-3-1 16,-12-1 0-16,-12 4-1 16,0-4-3-16,0 4 2 0,0 0-30 15,4 0-66-15,16 8-54 16,15 5-136-16,57-13-451 15</inkml:trace>
  <inkml:trace contextRef="#ctx0" brushRef="#br0" timeOffset="11983.46">25852 12620 673 0,'0'0'61'0,"0"0"94"15,0 0-25-15,0 0 12 0,-362 18-59 16,310-14-16-16,20 0 6 16,20-4-10-16,12 0-22 15,0 0-11-15,0 0 13 16,0 2-9-16,56-2-15 16,63 0 5-16,56 0 16 15,36 0-26-15,8 0-13 16,-4 0 0-16,16-15 1 15,0-2 2-15,-8 3-1 16,-44-1 0-16,-39 4 2 16,-57 4-4-16,-39 1 4 15,-12 3 9-15,-28-1-2 16,-4 1-10-16,0 1 0 0,0 2-2 16,0-5-2-16,0 5-7 15,-4 0-37-15,-40 0-55 16,0 0-147-16,21 0-242 15</inkml:trace>
  <inkml:trace contextRef="#ctx0" brushRef="#br0" timeOffset="13250.16">29427 4032 1001 0,'0'0'191'0,"0"0"-53"0,0 0 4 0,0 0-50 15,0 0-29-15,0 0-16 16,0-22 2-16,0 22-11 0,-4 0-22 16,4 0 3-1,0 0-13-15,0 0 4 0,0 0-7 16,0 0-1-16,4 17 3 16,40 11 1-16,16-1-3 15,-12 6-3-15,-1 1-1 16,-3-3 1-16,0 5 4 15,-4-4-2-15,-4-3-2 16,-4-3 0-16,-9-9 0 16,1 3 0-16,-4-11 0 15,-16-4-1-15,-4 0-1 16,0-5-9-16,0 0-4 16,0 0-13-16,0 0-22 15,0 0-5-15,0 0-24 0,0-5-47 16,0-16-68-16,0-1-50 15,0-7-88-15,0 4-41 16</inkml:trace>
  <inkml:trace contextRef="#ctx0" brushRef="#br0" timeOffset="13501.23">29865 4129 233 0,'0'0'268'16,"0"0"-110"-16,0 0 7 16,0 0 6-16,0 0-34 15,0 0-22-15,-43-102-16 16,31 102-8-16,12 0-25 15,-12 0-30-15,4 0-22 16,-8 8-1-16,-16 16-7 16,-4 16 8-16,-12 1 15 0,16-3-25 15,-7 3-2-15,3 0-2 16,0-3 0-16,4 0-1 16,0-5-2-16,8-6-10 15,8-3-39-15,5-13-20 16,11 0-47-16,0-9-17 15,0-2-159-15,0 0-305 16</inkml:trace>
  <inkml:trace contextRef="#ctx0" brushRef="#br0" timeOffset="14318.76">30932 4382 491 0,'0'0'566'0,"0"0"-363"0,0 0-36 0,0 0-28 0,0 0-57 16,0 0-24-16,-35-46-13 16,35 46-24-16,0 0-16 15,12 9-4-15,47 15 11 16,13 0 20-16,-8-1-25 15,-13-2-7-15,5 6 0 16,-20-9-1-16,8 2-14 16,-20-4-36-16,-8-5-53 15,4-7-44-15,-17 0-50 16,-3-4-53-16,0 0-128 16</inkml:trace>
  <inkml:trace contextRef="#ctx0" brushRef="#br0" timeOffset="14483.96">30932 4382 546 0,'207'-93'173'0,"-214"84"98"16,-5 9-83-16,8 0-59 15,-4 0-66-15,-4 0-37 16,0 23-24-16,0 10 16 16,-12 6-3-16,0-1-6 15,-8 7-9-15,-4 2-72 16,8 1-97-16,-15-1-206 15</inkml:trace>
  <inkml:trace contextRef="#ctx0" brushRef="#br0" timeOffset="14884.9">30064 5091 793 0,'0'0'324'15,"0"0"-131"-15,0 0-56 0,0 0-79 16,0 0-34-16,0 0 28 16,204 21-7-16,-125 0-22 15,5 2-4-15,-17-1-7 16,-19 1-11-16,12-1-1 16,-28-7 0-16,-8 1-28 15,-8-7-61-15,-16 2-54 16,0-10-37-16,0-1-71 15,0 0-70-15,0 0-251 16</inkml:trace>
  <inkml:trace contextRef="#ctx0" brushRef="#br0" timeOffset="15062.29">30487 5070 639 0,'0'0'201'0,"0"0"7"0,0 0-62 15,0 0-40-15,0 0-22 16,0 0 3-16,-48-57-45 15,28 57-35-15,8 17-6 16,-12 15-2 0,-12 7 2-16,12 0 4 0,-12 2-5 15,1-3-22-15,3 4-113 16,8-7-64-16,24-10-237 16</inkml:trace>
  <inkml:trace contextRef="#ctx0" brushRef="#br0" timeOffset="16320.88">31446 3817 500 0,'0'0'135'0,"0"0"-37"0,0 0 76 0,0 0-55 0,0 0-61 0,0 0 5 0,-24-78-6 0,12 61-4 16,-8 0-6-16,-16-2-20 15,9-1 0-15,-21 2-2 16,-4-2-3-16,-12-5-15 15,-15 3 1-15,-5-1 2 16,-19 3-7-16,19-2 5 16,-20 3 6-16,1 1 2 15,-5 2-1-15,-19 3-6 16,12 2-8-16,-13 4 10 16,9 3-3-16,3 4-8 15,-3 0 0-15,3 4 6 0,9 25-1 16,3 0-4-1,13 7 20-15,7 3-8 0,4 5-4 16,-3 7 8-16,11 6-16 16,-7 3 9-16,7 7-10 15,4 10 10-15,9 6 15 16,11 6-15-16,4-2 5 16,20 6-7-16,8-1-4 15,-4 1 4-15,20-2-3 16,0 1-2-16,0 7 6 15,0-2 0-15,0 5-2 16,36-3 1-16,12-1 4 0,8 4-10 16,23-6 0-16,-7-4 3 15,11-4-5-15,9-9 1 16,-8 1 8-16,-1-14-2 16,-3-1 8-16,0-12-7 15,3-4-6-15,9-9 7 16,3-2-5-16,33-12-4 15,-1-7 2-15,1-9 7 16,3-10-8-16,20 0 2 0,-7 0-3 16,7-29 0-1,8-10 0-15,-8-4 2 0,-7-7 2 16,7-1-4 0,0-4 4-16,1-5-3 0,-9-8 1 15,-4-1-1-15,-11-1 1 16,-1 4 1-16,-19-6-2 15,-5 4 1-15,-11-7 0 16,-21 3 0-16,-11-4 4 16,-4-4-2-16,-20 1 0 15,-8-6 0-15,-16 0 2 16,-1 1-3-16,-11 5 2 16,0 4 4-16,-11-8-5 15,-29 6-2-15,-16 1 5 0,-4-5-7 16,1 6 10-16,-21-4-4 15,8 7-6-15,-11 5 5 16,-9 7-5-16,-4 11 0 16,-15 9-4-16,-8 7 2 15,-33 7-22-15,-11 12-34 16,-24 14-50-16,-24 0-67 16,0 0-143-16,28 18-384 15</inkml:trace>
  <inkml:trace contextRef="#ctx0" brushRef="#br0" timeOffset="17250.09">29834 4270 697 0,'0'0'309'0,"0"0"-117"0,0 0-69 16,0 0-32-16,0 0-63 0,0 0-15 16,175 15 28-16,-20-7 13 15,28-3-23-15,-8 0-10 16,1 0-3-16,-21 1-7 16,-28-2-3-16,-35 2-8 15,-32 1 1-15,-25-5 0 0,-27 1-1 16,-8-3-3-16,0 0 3 15,0 0 0-15,0 0 6 16,0 0-1-16,-8 0 7 16,-31 0-3-16,-17-12-4 15,0-9 24-15,8 3-3 16,8 3 4-16,-3-2-9 16,23 2 6-16,4 6-5 15,8 2-7-15,4 4 1 16,4 3-1-16,0-3-11 15,0 3-2-15,0 0-2 0,0 0 0 16,0 0-8 0,0 0 0-16,12 6 8 0,12 10 0 15,0-3 2-15,-12-1-2 16,7 2 0-16,-15 2-2 16,-4 2-2-16,0 7-16 15,0 4-31-15,-47 6-33 16,-25 7-58-16,-32-2-114 15,21 2-279-15</inkml:trace>
  <inkml:trace contextRef="#ctx0" brushRef="#br0" timeOffset="18284.14">29690 4604 673 0,'0'0'269'0,"0"0"-80"0,0 0-46 0,0 0-35 16,0 0-20-16,0 0-21 15,-8-14-16-15,8 14-7 16,0 0-18-16,48 0 3 16,12 0 6-16,19 14-9 15,-7 11-5-15,8 4 5 16,-1 2-14-16,-7 3-3 15,8 7-9-15,3-2 2 0,-3 4-2 16,-8-2 3 0,-13-3-3-16,-11-11-6 15,-12-1 6-15,-12-10 0 0,-4-7 0 16,-16-2-1-16,4-7 0 16,-8 0-2-1,0 0 6-15,0 0-3 0,0 0 7 16,0 0-5-16,0-20-2 15,-20-2-2-15,-8 1-1 16,-8-9-1-16,-8 1 2 16,8-3 2-16,1-2 0 15,-1 3 1-15,12-2 0 16,0 9 1-16,4 3 0 16,-4 10-2-16,24 5 1 0,-12 6-1 15,12 0 3-15,0 0-2 16,-8 0-1-16,8 0 0 15,-4 0-3-15,4 0-3 16,0 0 0-16,0 22 5 16,24 3 1-16,12 3 2 15,8 4 0-15,-4 1-1 16,3-3 2-16,-7 0-3 16,-4-5 1-16,-8-7-2 15,-20 2 1-15,-4-7-3 16,0 0-2-16,0-2-11 15,-4 6-13-15,-52-1-28 16,0 0-23-16,-39 0-65 16,-13 3-45-16,-7-3-97 15,11-4-206-15</inkml:trace>
  <inkml:trace contextRef="#ctx0" brushRef="#br0" timeOffset="18835.3">29591 4580 643 0,'0'0'272'0,"0"0"-57"0,0 0-74 0,0 0-52 15,0 0-23-15,0 0-27 16,20-10-14-16,-8 10-4 15,11 14 5-15,1 6-1 0,8 1-10 16,-8-1 0 0,-8-5-11-16,4 5-2 0,-4-4 2 15,-8 1-4-15,4 4 2 16,0-6-4-16,-12-2 3 16,12-4-1-16,0 5 2 15,11-1-2-15,-15-8 0 16,8 5 1-16,-4-3-1 15,-4-7 0-15,4 0 0 16,0 2-1-16,-8-2 0 16,8 3 0-16,-4-3-2 15,-4 0-22-15,-4 0-47 16,0 0-51-16,0 0-17 16,0-3-78-16,0-14-82 0,0-3 39 15,-36-1-143-15</inkml:trace>
  <inkml:trace contextRef="#ctx0" brushRef="#br0" timeOffset="18852.3">29591 4580 61 0</inkml:trace>
  <inkml:trace contextRef="#ctx0" brushRef="#br0" timeOffset="19105.15">29591 4580 61 0,'135'103'201'0,"-179"-119"-16"0,8-6-66 0,5 6-5 16,19-4 39-16,8 5 23 15,-4 1-50-15,8 4-39 16,-4 9-10-16,4-3-7 16,-8 0-3-16,8 3-5 15,-4-6-14-15,4 0-11 16,0 0-7-16,0 1-12 15,0 0-4-15,0 3 6 16,0-2-17-16,0 5 5 16,0 0-8-16,24 0-2 15,11 0 1-15,21 0 0 0,-20 0-2 16,4 0 3 0,-4 0-12-16,-4 0-14 0,3 0-19 15,-3 0-53-15,-4 0-57 16,4 0-103-16,4-4-296 15</inkml:trace>
  <inkml:trace contextRef="#ctx0" brushRef="#br0" timeOffset="25834.53">30686 1267 507 0,'0'0'193'0,"0"0"-32"0,0 0-35 0,0 0-38 15,0 0-1-15,0 0-45 16,0 0 5-16,-32-30-6 16,16 30-12-16,-4 0-11 15,-4 0 5-15,-24 0-16 16,12 4 8-16,-19 16-8 16,-9 4-6-16,-12 8 12 15,5 6-1-15,-1 10-5 16,4 3 5-16,9 8 5 0,11 5-15 15,-8 0 4 1,28 2-5-16,-8 2 2 0,4 1 14 16,21 8-16-1,11-1 9-15,0-3 5 0,0 3 1 16,0-4 2-16,43 3-13 16,9 0 14-16,16 4-9 15,-1-6-6-15,-3 0 0 16,4-7-3-16,4-1 0 15,-13-5 5-15,9-3-4 16,-12-2 4-16,3-2 5 16,-11-7 2-16,8 0-1 15,-4-10-6-15,-9 1-2 16,17-6 1-16,0-2 3 16,-4 0 2-16,11-7-5 0,-3 1 2 15,16-1-3-15,11-13 0 16,13-6 0-16,3-3 4 15,1 0-6-15,7 0 3 16,-11 0-3-16,-1-10 0 16,-7-8-1-16,-5-5 4 15,-3 2-5-15,4-4 4 16,-9-8 3-16,-3 4-5 16,3-2 4-16,9-4-3 15,0-3-1-15,-9 0 4 16,1-3-1-16,-16 3-3 15,3-2 4-15,-15 3-1 0,-8-1 2 16,7-2-3-16,-7 0 1 16,-12-4-4-16,0-3 3 15,0 0 2-15,-12-2-3 16,-12-2 1-16,-4 4 0 16,-8-7 1-16,0 3 1 15,0-7-6-15,-12 5 3 16,-20 2 4-16,-4-2-5 15,0 4-2-15,0 0 7 16,-12-4-2-16,-7 6 5 16,11-3-6-16,-4 5 0 15,-4-2-1-15,-11-1 3 16,3 4-2-16,-12-4-2 16,5-1-1-16,-5 9 1 0,12-1-2 15,0 3 1 1,1 4 0-16,-9 1-1 15,8-6 7-15,-11 3-6 0,3 0 1 16,0 1-2-16,-3 4 2 16,-1 2-2-16,0 0 1 15,-15 4-1-15,11 2 0 16,-12 3 0-16,1 3-1 16,-1-3 2-16,5 5-2 15,-1 2 2-15,16 3-2 16,-3 3 0-16,3 5 1 15,4-2 0-15,-3 4-1 16,-5 0 0-16,-20 0 0 0,-11 13-1 16,-17 10 0-16,-7 5 1 15,12 4-20-15,11 3-48 16,20 6-31-16,13 1-55 16,27-2-82-16,8-2-80 15,12-9-534-15</inkml:trace>
  <inkml:trace contextRef="#ctx0" brushRef="#br0" timeOffset="26434.31">31072 1721 880 0,'0'0'220'0,"0"0"-115"0,0 0-29 0,0 0-54 16,0 0-9-16,0 0 33 15,-12-4-4-15,24 13-6 16,0-2-4-16,0-3-10 16,0-4 0-16,12 0 6 15,7 0-1-15,-3-11-4 0,4-11-4 16,-8-7 8 0,-12 0-5-16,0 5 9 15,-12 1 9-15,0 12-14 0,0 4-4 16,0-1-12-16,0 8 0 15,-12 0-10-15,0 0-5 16,-8 0 2-16,-4 15-32 16,0 16-52-16,20 6-41 15,4 11-77-15,0 0-40 16,0-2-219-16</inkml:trace>
  <inkml:trace contextRef="#ctx0" brushRef="#br0" timeOffset="26850.68">32430 2206 791 0,'0'0'214'0,"0"0"-75"0,0 0-78 0,0 0-39 0,0 0-15 0,0 0 11 15,35 0 14 1,-27 0 14-16,4 0-11 0,0 0 23 16,12-13-6-1,0 1-10-15,8-5-5 0,-16-1-4 16,-4-3 3-16,-4 7-7 15,-8 5 2-15,0 3-6 16,0 5-7-16,0 1-16 16,0 0-2-16,-12 0-1 15,-12 0 0-15,0 0-10 16,4 0-32-16,-4 16-18 16,12 6-25-16,12 3-29 15,0 1-41-15,0 3-26 16,0 0-174-16</inkml:trace>
  <inkml:trace contextRef="#ctx0" brushRef="#br0" timeOffset="27250.51">31713 2955 580 0,'0'0'270'0,"0"0"-164"0,0 0-46 0,0 0-24 0,0 0 34 15,0 0-17-15,0 0 2 16,83-3-24-16,-47-6 3 16,-12-4 32-16,0-4-11 15,-12 2 5-15,-12 0 1 16,0 1-10-16,0 7 1 16,0 5-17-16,0 2-24 15,0 0-11-15,-4 0 0 16,-28 0-11-16,-4 0-27 0,-19 23-57 15,3 7-111 1,20 2-117-16</inkml:trace>
  <inkml:trace contextRef="#ctx0" brushRef="#br0" timeOffset="28619.55">29857 3895 150 0,'0'0'423'0,"0"0"-287"0,0 0-1 0,0 0-23 15,0 0-36 1,0 0-32-16,-23 0 12 0,23 0-13 15,0 0 16-15,0 0 5 16,0 0 6-16,0 0 4 16,0 0-22-16,-12 0-15 15,12 0-12-15,0 0-7 16,0 0-9-16,0 0-1 16,0 0-6-16,0 0 1 15,0 0 8-15,0-3-3 16,55-19-1-16,45-9 4 15,35-15-7-15,17-5 1 16,11-3-4-16,0-2-1 16,4-8 0-16,-15 1 1 0,-1-3-1 15,-8 5 1 1,-7 4 1-16,-17 12-4 16,-15 7 4-16,-25 11-1 0,-19 5-1 15,-12 3 0-15,-13 1 0 16,1 2 0-16,-12 3 1 15,0-2 3-15,0 3-3 16,8-1 7-16,-8 0-4 16,-12 0 6-16,0 2 2 15,-12 6-3-15,0 1 2 16,0-1 4-16,0 2-4 16,0-1 1-16,0 2-2 15,0-2-1-15,0-3-6 16,-12 4-3-16,-20-6-2 15,-16 4-2-15,0 5 4 0,0 0-1 16,-7 0-1 0,3 0 2-16,-16 0-1 0,32 5 0 15,-7 4 1-15,19-6 1 16,8 4-1-16,16-3-1 16,0-2-3-16,0-2 2 15,0 0-3-15,0 0 4 16,0 0-7-16,4 0 3 15,52 0 5-15,3 0 2 16,33-6-2-16,-9-4 2 16,-15 4-1-16,-20 6-1 15,-12 0-3-15,-12 0 0 0,0 0-3 16,-16 6 5-16,-4 19-1 16,-4 15-10-16,0 7-25 15,0 6-26-15,-48 11-27 16,0 6-28-16,-12 0-52 15,-7-7-105-15,-13 1-276 16</inkml:trace>
  <inkml:trace contextRef="#ctx0" brushRef="#br0" timeOffset="29249.77">30100 3739 566 0,'0'0'153'0,"0"0"53"0,0 0-38 0,0 0-51 15,0 0-41-15,0 0-11 16,-12-75-20-16,12 75-7 16,-8 0-10-16,4 0-7 15,-4 0-2-15,4 0-18 16,-15 0-2-16,-5 15 2 15,12 11-1-15,-12 1 7 0,16 3-3 16,4-2-2-16,4-1 2 16,0-5-4-16,0-4 7 15,0-5-7-15,24 0 0 16,0-4 0-16,11 1 0 16,-11-4 0-16,8-6 1 15,-8 3-2-15,4-3-3 16,-8 0-4-16,12 0-37 15,4 0-54-15,-1 0-80 16,13 0-178-16</inkml:trace>
  <inkml:trace contextRef="#ctx0" brushRef="#br0" timeOffset="30283.69">29646 3644 198 0,'0'0'377'0,"0"0"-272"0,0 0 25 0,0 0-14 16,0 0-10-16,0 0-27 15,-23 0-9-15,23 0 11 16,0 0-12-16,0-4-3 16,0 3-5-16,0-15-16 15,23-8 0-15,33-10-15 0,28-17-22 16,11-13-2-16,9-5 1 16,15-4-4-16,-15-4 7 15,-9 2-9-15,-3 4 0 16,-20 1 0-16,-5 4 0 15,-7-3-1-15,0-2 4 16,-5 5-3-16,5-1-1 16,-12 7 1-16,-4 6 0 15,-20 3-1-15,11 7 1 16,-15 0-1-16,-8 12 2 16,0 2 1-16,0 1-2 15,0 5-1-15,-8-2 0 16,8 1 1-16,0-1-1 15,-4 1 0-15,-4 6 0 0,4 3 0 16,-8 3 0 0,0 2 0-16,0 4 0 0,0 0 1 15,0-2 4-15,0 1-1 16,0 7-4-16,0-3-1 16,0-3 1-16,0-1 3 15,0 7-3-15,0-5 1 16,0-1-1-16,0-1 0 15,0 4-1-15,0-1 1 16,0 4 1-16,0-3 0 16,0 4-2-16,0 0 1 15,0 0-3-15,0 0-1 0,0 4-8 16,-36 17 10 0,-12 10 2-16,-19 8-1 0,11-1 1 15,-8-2 0-15,8-8 0 16,21-12 0-16,11-7-1 15,24-5 1-15,0-4-9 16,0 0 9-16,0 0-1 16,0-10-1-16,16-17-1 15,16 4 2-15,23 1-3 16,-15 2 3-16,8 3-2 16,-4 8 1-16,-9-2 1 15,-11 10-1-15,0 1-1 16,0 0-3-16,0 0 2 0,8 9-13 15,-8 17-14 1,0 8-28-16,-4 10-46 0,-20 7-34 16,0 0-118-16,0 8-232 15</inkml:trace>
  <inkml:trace contextRef="#ctx0" brushRef="#br0" timeOffset="31133.95">29778 3739 375 0,'0'0'303'0,"0"0"-120"0,0 0-36 0,0 0 8 15,0 0-46-15,0 0-39 0,32-18-20 16,47-17-30-1,17-12 14-15,23-11-18 0,17-9 6 16,7-12-15-16,-4-6-5 16,13-4 0-16,-9-2 2 15,-4 9-3-15,1 3 0 16,-9 0-1-16,8 0 0 16,1-2-1-16,-1 9 3 15,0 1-1-15,-7 9-1 16,-9 5 1-16,-27 6-2 15,-1 10 2-15,-15 5-2 16,-12 2 2-16,-16 5 0 16,-9 1-1-16,-7 3 0 15,-4 5 5-15,-8 2-2 0,-8 5 5 16,4-3 3-16,-8 6-6 16,-8 4 1-16,4-4-2 15,-4 3 2-15,-4 1 2 16,0-5 1-16,0 6 4 15,0-7-3-15,0 2-2 16,-12-3-7-16,-24 2-1 16,-12 4-1-16,0 3-3 15,-11 1 4-15,3 3-1 16,-4 0 0-16,4 0 1 16,5 0-1-16,7 3 2 15,20 1 0-15,4-1-1 16,16 0-1-16,4-2 1 15,0-1 1-15,0 6-1 0,0-6-5 16,0 5-2-16,12 3 7 16,36-3 0-16,11 5 5 15,9 0-3-15,0-3-1 16,-8 8-1-16,-13-10 1 16,-11 9-1-16,0 2 0 15,-12 2-6-15,-16 9-20 16,-8 11-21-16,0 9-38 15,-12 13-37-15,-44 10-12 16,0 6-176-16</inkml:trace>
  <inkml:trace contextRef="#ctx0" brushRef="#br0" timeOffset="33833.86">16631 6114 866 0,'0'0'253'0,"0"0"-121"0,0 0-53 15,0 0-45-15,0 0-29 16,0 0-3-16,0 0 7 16,0 121 25-16,0-41 13 15,-20 5-16-15,-8 14 11 16,-8 2-22-16,4-8-15 16,-4-14 7-16,4-21-12 15,17-18 0-15,3-14-2 16,12-17 6-16,-8-5-4 15,4-1 13-15,-8-3 34 0,-12 0 27 16,-20-23-28 0,8-8-37-16,4-4 5 0,4 10 2 15,17 5 2-15,-1 14 0 16,12 2-1-16,0 4-8 16,0 0-9-16,0 0-5 15,0 17-4-15,0 17 0 16,0 6 9-16,0-3-2 15,0-2 3-15,12-7-1 16,3-9 1-16,9-6-1 0,-4-6-6 16,16-7-3-1,12 0 7-15,8 0 0 0,3-22 0 16,9-14-27-16,-4-6-43 16,3 2-39-16,-11-2-95 15,-4 1-138-15</inkml:trace>
  <inkml:trace contextRef="#ctx0" brushRef="#br0" timeOffset="42471.13">4284 14900 812 0,'0'0'183'0,"0"0"-35"0,0 0-13 0,0 0-56 0,0 0-31 0,0 0-9 16,0 0-2-16,-48 0-9 16,72 0-6-16,36 0 16 15,31 0 14-15,5 0-18 16,7 0-13-16,1 0-13 15,-21 0-5-15,-15 0-1 16,-8 0-1-16,-24 3-1 16,-12 1 0-16,-5-3 0 15,-15 4 0-15,-4-5-10 0,0 4 9 16,0 4-39-16,0 5-60 16,0 7-91-16,0-5-135 15,0-3-633-15</inkml:trace>
  <inkml:trace contextRef="#ctx0" brushRef="#br0" timeOffset="43925.12">14178 15078 574 0,'0'0'133'0,"0"0"-34"0,0 0 57 0,0 0-43 0,0 0 12 16,0 0-33-16,-119 0-34 16,107 0-2-16,-8 0 11 15,20 0-10-15,0 0-22 0,0 0-11 16,0 0-14-16,0 0-10 15,67 0 0-15,41 0 7 16,43 0 4-16,24 0-4 16,1-8-4-16,-1 3-1 15,0-2 5-15,-12 0 2 16,-12 3-6-16,-23-3-2 16,-44 3 2-16,-37 2 0 15,-23 2-3-15,-12 0 3 16,-4 0-2-16,-8 0 12 15,0 0-11-15,0 0-2 16,0 0 0-16,0 0-4 16,0 0-17-16,0 0-64 15,0 0-84-15,0 7-87 16,0 3-245-16</inkml:trace>
  <inkml:trace contextRef="#ctx0" brushRef="#br0" timeOffset="44937.23">17953 14931 781 0,'0'0'185'0,"0"0"-103"0,0 0 51 0,0 0-32 15,0 0-56-15,0 0-16 0,-84 10 10 16,84-10-2-16,0 0 1 16,0 0-7-16,0 0 5 15,0 0-15-15,0 0 8 16,0 0-10-16,0 0-14 15,0 0 2-15,36 4-3 16,55-2 7-16,5-2 1 16,23 0-7-16,9 0-3 15,-13 0 1-15,-7 0-1 16,-29 0 1-16,-31 0-3 16,-16 0 0-16,-20 0-1 15,-12 0 1-15,0 0 3 16,0 0-3-16,0 0 0 15,0 0 4-15,0 0-4 16,0 0 0-16,0 0-3 0,0 0 2 16,0 0-14-16,0 0-35 15,0 0-64-15,0 4-59 16,0-1-165-16,0-3-564 16</inkml:trace>
  <inkml:trace contextRef="#ctx0" brushRef="#br0" timeOffset="46483.99">23901 15081 708 0,'0'0'98'0,"0"0"50"0,0 0-23 0,0 0-2 15,0 0-34-15,0 0-22 0,-283 0 4 16,283 4-3-16,0-4-27 16,0 0-14-16,0 2-3 15,0-2-5-15,0 0-5 16,0 0-5-16,24 0-4 15,68 0 3-15,47 0 5 16,28-6-3-16,20-10-7 16,21 0 0-16,3 1-1 15,23-1-1-15,-3 3-1 16,-4 0 2-16,-8 3-2 16,-43 4 0-16,-13-2-5 15,-32 8 2-15,-31 0 6 16,-25 0-3-16,-19-1 0 15,-20 1 0-15,-16 0 0 16,-4 0 0-16,-8 0 0 0,-4 0 10 16,-4 0-8-16,8 0-2 15,-8 0 1-15,0 0 0 16,0 0 3-16,0 0-4 16,0 0-8-16,0 0-38 15,4 0-89-15,-4 0-64 16,0 0-123-16,0 0-403 15</inkml:trace>
  <inkml:trace contextRef="#ctx0" brushRef="#br0" timeOffset="47623.99">6151 16081 323 0,'0'0'650'0,"0"0"-578"0,0 0 44 0,0 0 11 0,0 0-41 0,0 0-40 0,-151 0-28 0,230 0-12 16,73 0 32-16,75 0 11 15,51-10-16-15,49-2-22 0,23-5 5 16,-11 7-6-1,-33 8 0-15,-39 2 1 16,-56 0-3-16,-40 0-2 0,-51 0 3 16,-53 0-7-1,-31 0 3-15,-32 0-5 0,-4 0 2 16,0 2-2-16,0-2 0 16,0 0 0-16,0 0 3 15,0 0-3-15,0 0-17 16,0 0-39-16,0 5-103 15,0 0-54-15,-12-5-397 16</inkml:trace>
  <inkml:trace contextRef="#ctx0" brushRef="#br0" timeOffset="56755.46">26784 1011 433 0,'0'0'159'0,"0"0"-49"0,0 0 22 0,0 0-17 0,0 0-21 0,0 0-12 0,0 0-29 15,12-122-4-15,-12 109-9 16,-12 0-5-16,4 6-2 15,-4-2 10-15,-4-1-18 16,-8 4-15-16,-8 0 1 16,-16-2-8-16,4 7 2 15,-7 1-4-15,-9-4 1 16,-4 4 1-16,1 0 4 16,-5 0 6-16,-4 0-3 15,-11 4-1-15,-5 14-8 16,0 7 6-16,-3 5-4 15,7 8 0-15,-3 3-1 16,11 7 0-16,-4 3 10 0,9 3-3 16,11-1-1-16,-4 5 4 15,5-2-2-15,7 4 2 16,-4 2-6-16,12-2 6 16,8-3-1-16,1 6-6 15,-1-3 0-15,24 4-1 16,0 3-3-16,4-4 4 15,8 1 1-15,0 1 4 16,0 3-10-16,0 2 2 0,20-5 1 16,16 3 0-1,11-8-3-15,9-9 8 16,4 0-4-16,31-6-1 16,-19-2 6-16,24-2-6 0,-5-1 10 15,13-2-1-15,-1-7-3 16,5-2 1-16,11-6-6 15,5-5 13-15,-1-5-5 16,12-7-6-16,-3-3-1 16,7-3 2-16,1 0-7 15,11 0 3-15,-12-12 1 16,5-10-3-16,-17-4 6 16,12-6-4-16,-23 4 0 15,-9-12 2-15,1 4 0 16,-5-10-3-16,1-1 2 15,-9 0-2-15,-3-2 2 0,-20 2-3 16,-13 2 0-16,-3-1-1 16,-20-3 0-1,-12 5 4-15,-12-6-4 0,-4 2 5 16,-4-3-1-16,-4 1-3 16,0-1 4-16,0-6 0 15,-12 2-5-15,-28-6 7 16,-16 3-2-16,0-4 3 15,-7 6-8-15,-17 1 0 16,-11 0 4-16,-1 3-4 16,-4-2 1-16,-7 3 0 15,-5 3 2-15,1 3-3 16,-9 5 0-16,1 8 0 16,7 5-2-16,-3 12 0 15,4 9-1-15,-9 6-4 0,-3 0-22 16,27 9-44-16,20 33-53 15,25 1-81-15,11 16-122 16,12-3-539-16</inkml:trace>
  <inkml:trace contextRef="#ctx0" brushRef="#br0" timeOffset="58767.58">26302 1457 817 0,'0'0'256'0,"0"0"-134"0,0 0-74 0,0 0-37 0,0 0 0 0,0 0 15 16,-8 31 13-16,8-20-13 15,20-2-2-15,4-4 4 16,-8-1-10-16,4 0 8 16,3-4-11-16,-19 0-5 15,8 0 1-15,0 0 12 16,-4-4 10-16,4-14-10 16,-12-2-9-16,0 2 1 15,0-1-5-15,0 8 0 16,0 8-1-16,0 0-1 0,0-2 1 15,-12 5-8 1,0 0 0-16,-8 0-2 0,-3 0-1 16,11 5 1-16,0 8-3 15,8-1 4-15,4 0-5 16,0-3 5-16,0 2 0 16,0-5-3-16,0 5-1 15,4-9 4-15,27-2 0 16,-7 0 1-16,0 0 0 15,0 0 4-15,8 0-3 16,-20-13 1-16,-8 1 4 0,-4-2 1 16,0 2 0-16,0 4-5 15,0 4 6-15,0 4-7 16,0 0 2-16,-16 0-4 16,-16 0-5-16,8 0 5 15,4 0-5-15,8 12 3 16,12-1-2-16,0-6 1 15,0-1 0-15,0-4 0 16,0 0-1-16,0 0 2 16,0 0 1-16,0 0 1 15,0 0 6-15,0 0 1 16,0-4 0-16,0-12-1 16,0 4-5-16,0 5 0 15,0 4-2-15,0 3 1 16,-16 0-17-16,-15 0-55 15,-5 3-58-15,0 23-71 0,12 3-195 16</inkml:trace>
  <inkml:trace contextRef="#ctx0" brushRef="#br0" timeOffset="60367.18">26688 1837 561 0,'0'0'291'0,"0"0"-98"0,0 0-82 0,0 0-45 0,0 0-26 0,0 0-10 16,0-11 1-16,0 11-12 15,0 0-5-15,0 0 6 16,0 9 19-16,24 10 22 15,12 6-23-15,0-4-9 16,11 9-14-16,1-1-2 16,12 2 0-16,8 1-5 15,3 2 3-15,-3-1-1 16,16 2-8-16,-5-1 3 16,1 1-2-16,-5 1-1 15,5-1-2-15,-8 1 1 16,-5 4-2-16,5-2 2 15,0 0 2-15,-4-3-2 0,3-4-1 16,-3 1 0 0,0-4 1-16,-9 1-1 0,-11 3 1 15,12-8 0-15,-4 7-1 16,-5-1 1-16,5 0 6 16,0 1-7-16,-16-2 2 15,15-6-2-15,-11 5 0 16,-4-5 5-16,4 5 0 15,-16-10-4-15,3 5 0 16,5-1 3-16,0-1-1 16,-4 0 2-16,-8-3-1 15,-8-2-4-15,4 6 2 0,-8 0-2 16,12-2 3 0,-1-2 4-16,-3-5-4 15,-4 1-2-15,8 1-1 0,-4-2 3 16,-4-1 3-16,4 0-6 15,-8 2 0-15,0-1-1 16,12-1 2-16,-4 3 2 16,-8-1-1-16,-1-8-2 15,1 1 0-15,-12-6-1 16,0 4 0-16,0 0 1 16,0-5 4-16,0 0-4 15,4 0 0-15,-4 0 0 16,0 0 1-16,0 0 3 15,0 0-1-15,0 0 2 16,0 0 3-16,0 0-8 0,0 0 0 16,0 0-1-16,0 0 1 15,0 0 0-15,0 0-1 16,0 0-3-16,0 0 3 16,0-5 0-16,0-5-13 15,-4 3-17-15,4 2-9 16,-8-2-6-16,4 0-37 15,-4 1 16-15,5-3-19 16,-5-4-8-16,-4 4-15 16,8-7-59-16,-4 1 2 15,-4-3 55-15,0-4 89 16,12 0 22-16,-24 4 42 16,24-2 87-16,-20 2 28 0,16 2-41 15,-4 2-3 1,4 5-5-16,-4 6 12 15,8 0-23-15,-4 3-29 0,4 0-25 16,0 0 0-16,0 0-25 16,0 0-8-16,0 0-4 15,0 0-6-15,4 6 0 16,40 17 16-16,12-1-8 16,-17 4 9-16,5 5-13 15,-8-5 7-15,-12-4-10 0,0-4 0 16,-4-5-2-16,-20 3 2 15,4-8-1-15,-4 2 0 16,0 0 0-16,0-1-2 16,0 5 4-16,-12-6-2 15,-24 6 2-15,0-8 0 16,-8-3-2-16,-3 1-9 16,-13-4-18-16,0 2-23 15,-20 3-42-15,-3 4-42 16,-9-2-38-16,1 2-40 15,-9-8-237-15</inkml:trace>
  <inkml:trace contextRef="#ctx0" brushRef="#br0" timeOffset="61380.27">26600 1973 437 0,'0'0'255'0,"0"0"-72"0,0 0-57 0,0 0 1 16,0 0-38-16,0 0-18 0,-3-52-28 16,3 52-13-16,0 0-12 15,0 5-10-15,0 24 37 16,0 4 5-16,11 3-19 16,1 4-6-16,0 0-1 15,0-2-20-15,-12-4 2 16,12 3-2-16,-12-8 0 15,0-7-2-15,0-6 1 16,0-7-3-16,0-5 0 16,0-4 0-16,0 0 6 15,0 0 8-15,0 0 30 16,0-24-2-16,0-14-31 0,0-6-2 16,-24-7-8-1,12-11 3-15,0 2 0 0,1 5-2 16,3-4 1-1,4 16 1-15,4 5 2 0,0 12 3 16,0 2 7-16,0 17-7 16,0 0-1-16,0 4-2 15,0 3-6-15,4 0-5 16,39 0 3-16,25 0 1 16,8 0-1-16,11 3 0 15,-3 10-10-15,0 0-25 16,-5-1-47-16,-7 8-37 15,-1 2-69-15,-15 0-84 16,-8 0-422-16</inkml:trace>
  <inkml:trace contextRef="#ctx0" brushRef="#br0" timeOffset="67250.96">32322 807 498 0,'0'0'214'15,"0"0"-45"-15,0 0-52 0,0 0-20 0,0 0-11 0,0 0-13 0,0 0-22 16,96-30-3-16,-84 27 11 16,-12 3-10-16,0 0-24 15,0 0-11-15,11 3-13 16,-3 20 3-16,4 5 22 16,4 3-13-16,-8 2-5 15,4-6 5-15,12 3-10 16,-12-9 4-16,-4-4 5 15,4-8-7-15,-8-9 5 16,8 0 3-16,20 0 25 16,15-11 24-16,33-34-22 15,28-13-19-15,7-2-16 16,1 0-3-16,-9 3-1 16,-11 9-1-16,-17 9 0 15,-19 8-2-15,-12 9-16 0,-16 9-26 16,-20 10-57-16,-12 3-58 15,0 0-88-15,0 0-297 16</inkml:trace>
  <inkml:trace contextRef="#ctx0" brushRef="#br0" timeOffset="67751.69">32298 825 723 0,'0'0'316'16,"0"0"-149"-16,0 0-86 0,0 0-45 0,0 0-34 0,0 0 5 0,48 29-7 0,-16 13 29 16,-8 2 3-16,0-6 2 15,-1-14-4-15,-7-7-10 16,4-11-4-16,4-6 5 15,12 0 2-15,24-4 25 16,19-30 4-16,41-17-31 16,7-12-6-16,1-3-10 15,3-1 1-15,-4 1-3 16,-15 14-2-16,-29 8-1 16,-23 7 0-16,-4 14 2 15,-28 3-2-15,-8 11-5 16,-8 9-14-16,-12 0-46 0,0 0-71 15,0 0-96-15,0 21-193 16</inkml:trace>
  <inkml:trace contextRef="#ctx0" brushRef="#br0" timeOffset="74519.57">29634 3688 184 0,'0'0'495'0,"0"0"-355"0,0 0-53 0,0 0-50 0,0 0-34 0,0 0-3 0,0 0-39 16,0 29-116-16,-31-24-89 16</inkml:trace>
  <inkml:trace contextRef="#ctx0" brushRef="#br0" timeOffset="76101.59">29726 4336 629 0,'0'0'214'0,"0"0"-78"0,0 0-35 0,0 0-26 0,0 0-45 0,0 0-20 0,16 4 28 16,-16-4-28-16,0 0 17 16,0 0-6-16,0 0 3 15,0 2 3-15,0 1-5 16,0-3 11-16,0 4-7 0,0-4-2 15,0 0-5 1,0 0-2-16,0 0 0 0,0 0-8 16,0 0-5-16,0 0-2 15,0 0-1-15,0 0-1 16,0 0 1-16,0 0-1 16,0 0 0-16,0 0 2 15,0 0-1-15,0 0-1 16,0 0 3-16,0 0 2 15,0 0-4-15,0 0-1 16,0 0 3-16,0 0 1 0,0 0 3 16,0 0-4-16,0 0-2 15,0 0 4-15,0 0-2 16,0 0-2-16,0 0-1 16,0 0 3-16,0 0-2 15,0 0 1-15,0 0 0 16,0 0-2-16,0 0 0 15,0 0-1-15,0 0 3 16,0 0-3-16,0 0 1 16,0 0 0-16,0 0 1 15,0 0 0-15,0 0 2 16,0 0-2-16,0 0 2 16,0 0-2-16,0 0 1 15,0 0 1-15,0 0-1 16,0 0-2-16,0 0 0 0,0 0 0 15,0 0 0-15,0 0 1 16,0 0-1-16,0 0 0 16,0 0 0-16,0 0 0 15,0 0-6-15,0 0-7 16,0 0-42-16,0 0-81 16,0 4-23-16,0-4-124 15,0 0-98-15</inkml:trace>
  <inkml:trace contextRef="#ctx0" brushRef="#br0" timeOffset="76534.44">29376 4044 721 0,'0'0'289'0,"0"0"-116"0,0 0-31 0,0 0-26 0,0 0-20 0,0 0-37 0,-8-22-29 15,8 22 6-15,0 0-19 16,0 0-8-16,43 20-1 15,5 7 42-15,20 4-36 16,-4 6-1-16,3-3-5 0,5 7 0 16,0-2-3-16,-9-5-5 15,-11 1 2-15,-16-10-6 16,-4-1 4-16,-8-7 0 16,-12 1-1-16,8-9 6 15,-16-2-10-15,7-7 2 16,-11 2 1-16,0-2-2 15,0 0-41-15,0 0-16 16,0 0-30-16,-11-13-65 0,-13-10-45 16,-12-1-75-16,12-7-170 15</inkml:trace>
  <inkml:trace contextRef="#ctx0" brushRef="#br0" timeOffset="76851.66">29905 3895 206 0,'0'0'439'16,"0"0"-262"-16,0 0-2 16,0 0 0-16,0 0-75 15,0 0-22-15,12-67-20 16,-12 67-21-16,-28 33-6 16,-27 14 19-16,-13 16-6 15,-4 4 0-15,-7 10-13 16,-5 0 3-16,4 1-15 15,9-6-7-15,-1-10-1 0,28-12-9 16,16-11-1-16,8-17-1 16,8-4 1-16,12-14-1 15,-4-2-1-15,4-2 1 16,0 0-1-16,0 0-2 16,0-6-17-16,0-25-58 15,36-13-76-15,12-1-103 16,12-6-264-16</inkml:trace>
  <inkml:trace contextRef="#ctx0" brushRef="#br0" timeOffset="78256.84">31259 1588 565 0,'0'0'231'0,"0"0"-92"0,0 0-40 0,0 0-46 0,0 0 5 0,0 0-6 16,-96 24-8-16,76-4-13 15,9-6-10-15,7 3-2 16,4-1-4-16,0-3-9 15,0-1 0-15,0-5-3 16,0-1 2-16,0-6-3 16,0 0 1-16,0 0 9 15,0 0 15-15,4 0 15 16,7-6-15-16,-11-13-16 16,0 0-3-16,0 0 3 15,0 0 10-15,0 3-11 16,0 2 4-16,0 8 0 15,-11 2-7-15,-5 4 3 16,-16 0-4-16,8 0-6 0,0 0-2 16,0 4 2-16,4 16-3 15,8 0 6-15,8-3-7 16,4 0 4-16,0-4-2 16,0-2 1-16,0-4-10 15,0 0 9-15,16-4-1 16,8-3 3-16,8 0 1 15,-8 0 2-15,8 0 3 16,-8-10-1-16,-13-7-1 16,-7 0 1-16,-4-7 2 15,0 10-4-15,0-3 0 0,0 5 6 16,0 3 0-16,0 5-2 16,0 4-3-16,-4 0-4 15,-15 0 0-15,3 0-1 16,-16 0-5-16,20 13 2 15,4 3-3-15,4-3 5 16,4-1-5-16,0-2-3 16,0-1 4-16,0-2-1 15,0-4 5-15,0-3-4 16,12 0 5-16,-12 0 1 16,12 0 3-16,0-10 5 15,-12-7-4-15,12 10-1 16,-12 0-3-16,0 3-1 15,0 4-45-15,0 0-109 0,-36 0-144 16</inkml:trace>
  <inkml:trace contextRef="#ctx0" brushRef="#br0" timeOffset="79300.63">26385 1482 105 0,'0'0'311'0,"0"0"-238"0,0 0 8 16,0 0 4-16,0 0-48 16,0 0 5-16,0 10 18 0,0-10-32 15,0 0 2-15,0 0-7 16,0 0 10-16,0 0 54 16,0 0-11-16,0 0-4 15,0 0-13-15,4 0-19 16,-4-10-27-16,0 4-2 15,0 0-6-15,0 2 12 16,0 4-17-16,0 0 1 16,0 0-6-16,0 0-7 15,0 0-67-15,0 5-112 0,0 16-170 16</inkml:trace>
  <inkml:trace contextRef="#ctx0" brushRef="#br0" timeOffset="80271.14">32123 260 375 0,'0'0'412'0,"0"0"-186"0,0 0-47 0,0 0-88 0,0 0-7 0,0 0 9 15,12-55-37-15,-24 55-14 0,-36 0-33 16,-12 8-3-16,-15 21 8 15,15 8-1-15,-4 4 1 0,9 1-1 16,19-2-3 0,16-4-1-16,20-5-8 0,0-5 2 15,0-3-2-15,48-12 4 16,15 1 0-16,9-7-5 16,0-5 1-16,11 0-1 15,-11 0 0-15,-4 0-31 16,-1-6-51-16,-19-7-63 15,12 0-28-15,-16 6-54 16,-16-2-81-16,-5 1-95 16</inkml:trace>
  <inkml:trace contextRef="#ctx0" brushRef="#br0" timeOffset="80437.75">32123 260 535 0,'422'127'277'0,"-422"-135"-56"15,0 8-42-15,0 0-88 16,0 0-31-16,0 0-5 15,0 0-24-15,0 0-24 16,0 19 11-16,0 12-11 16,0-3-7-16,0 5 0 15,0 9-45-15,0-2-155 16,0 10-352-16</inkml:trace>
  <inkml:trace contextRef="#ctx0" brushRef="#br0" timeOffset="81223.2">26971 330 692 0,'0'0'246'0,"0"0"-62"0,0 0-58 0,0 0-42 0,0 0-11 16,0 0-25-16,-12-34-16 15,-32 51-14-15,-20 23-9 16,-3 3 7-16,31 11-5 15,4 0 2-15,28 0-11 16,4-6-1-16,0-7 0 16,24-8-1-16,24-8 0 15,19-4 1-15,5-12-1 16,0-1-1-16,7-8-5 16,-7 0-42-16,12 0-63 15,-13-3-23-15,-3-4-82 16,-8-6-154-16</inkml:trace>
  <inkml:trace contextRef="#ctx0" brushRef="#br0" timeOffset="81525.45">27532 634 466 0,'0'0'244'0,"0"0"-86"15,0 0-111-15,0 0-15 16,0 0-7-16,0 0-2 15,339 20 17-15,-304 8-19 16,-15 6 26-16,-20 7-29 16,0 9 34-16,-8-1-22 15,-39-6 8-15,23-8-10 0,0-11 7 16,16-14-24-16,4-4 3 16,4-2-3-16,0-4-1 15,0 0 12-15,48 0 2 16,31 0 1-16,-3-10-17 15,12-9-4-15,-5 0-8 16,9-1-68-16,-5 8-88 16,5 3-264-16</inkml:trace>
  <inkml:trace contextRef="#ctx0" brushRef="#br0" timeOffset="83251.17">24367 3626 696 0,'0'0'62'0,"0"0"57"0,0 0 20 0,0 0-60 0,0 0-25 0,0 0-25 16,-283-49-9-16,204 49-10 15,-5 17-6-15,-12 17 6 16,-3 15 1-16,-9 4-3 16,5 14 1-16,-5 9 5 15,17 13 1-15,7 6-1 16,4 9 8-16,21 8-6 15,11-3-5-15,24 4 1 16,12-4 4-16,4-2-4 0,8 2 4 16,0-4-12-16,8-1 0 15,28 0-3-15,12 1 5 16,19-6-5-16,5-4 6 16,8-3 4-16,7-3-1 15,17 0-7-15,11-7 10 16,17 2 3-16,7-12-9 15,-4-2-7-15,-3-3 6 16,-1-13-2-16,-3-9 1 16,7-8 1-16,-4-15 2 15,13-10 0-15,15-12 1 0,8 0-1 16,28-12 12-16,-4-27 9 16,-7-12-7-16,3-1-18 15,-24-12 4-15,-20-6-1 16,-7-12-5-16,-17-1 4 15,-3-7-3-15,-1 5 1 16,-7 3 0-16,-13-1 4 16,-15 3-5-16,-9 2 4 15,-23-4-4-15,-24 1-1 16,-12 2 4-16,-12-3-3 16,0-2 1-16,0 1-2 15,-40 1 7-15,-20 6-2 16,-7-1 1-16,-17 9-2 15,-7-3 1-15,-13 5 9 16,-11 3 0-16,-5-1-14 0,-11 4 3 16,-9-1-4-16,-11 1 6 15,-8 9-5-15,-4 4-2 16,7 9 0-16,17 5 0 16,8 10-2-16,7 9-4 15,25 4 0-15,11 10-12 16,24 0-48-16,9 0-63 15,-1 10-93-15,-4 12-164 16</inkml:trace>
  <inkml:trace contextRef="#ctx0" brushRef="#br0" timeOffset="83917.56">23650 2533 785 0,'0'0'317'0,"0"0"-149"0,0 0-75 0,0 0-30 0,0 0-38 0,0 0-21 15,-163 32 3-15,83 16 1 0,9 12 12 16,-9 3 1 0,32 2 3-16,4-4-2 15,28 0-3-15,9-12-13 16,7-6-3-16,0-7-2 0,43-4-1 15,17-10 3 1,12-9-2-16,-1-4-2 0,9-8-1 16,4-1-21-16,-5 0-115 15,13 0-105-15,-9-17-186 16</inkml:trace>
  <inkml:trace contextRef="#ctx0" brushRef="#br0" timeOffset="84267.09">24156 2818 655 0,'0'0'158'0,"0"0"-71"0,0 0-49 16,0 0-17-16,0 0-8 16,0 0 8-16,131 0-2 15,-131 20 13-15,0 2 11 16,0 2-11-16,0 5-16 15,0-7-2-15,0 1-5 16,8-3-3-16,4-3-3 16,12 3-1-16,8-1 4 15,-4 1-1-15,4 0 0 16,-9-2-2-16,-11-5 3 16,-12-4 7-16,0-2 7 15,0-1-5-15,0 6 2 16,-31-3-9-16,-41 6 2 15,-12 0-10-15,-31 6-32 0,-5 5-98 16,9 6-166-16,23 12-435 16</inkml:trace>
  <inkml:trace contextRef="#ctx0" brushRef="#br0" timeOffset="84672.25">24494 3975 806 0,'0'0'203'0,"0"0"-98"0,0 0-42 0,0 0-49 0,0 0-9 16,0 0-4-16,255-25-1 0,-179 25 10 16,-1 0-10-16,-11 0-12 15,-8 0-69-15,0 0-227 16</inkml:trace>
  <inkml:trace contextRef="#ctx0" brushRef="#br0" timeOffset="85417.94">24789 4870 900 0,'0'0'264'0,"0"0"-121"0,0 0-28 0,0 0-87 0,0 0-26 0,0 0 0 15,-24 27-2-15,24-3-1 16,0-9 0-16,0-3 1 16,12-4 0-16,24-5 0 15,-4-3 0-15,3 0 4 0,1 0 0 16,-12 0-1-16,-4-20 0 16,-8-2 3-16,-12 1 3 15,0 1-9-15,0 10 8 16,-8 4 1-16,-20 6 2 15,-16 0-6-15,-3 0-4 16,3 10-2-16,4 16 0 16,20-5 1-16,8-4 0 15,12-4 2-15,0-4-7 16,0-3 7-16,0-3-3 16,0-3 2-16,20 0 5 15,-4 0 16-15,8-3 2 16,-12-12-7-16,0-1-15 15,-4 2 5-15,-4 5-7 16,-4 3-10-16,0 6-66 0,0 0-74 16,0 0-136-16,20 0-454 15</inkml:trace>
  <inkml:trace contextRef="#ctx0" brushRef="#br0" timeOffset="86251.08">25800 4902 686 0,'0'0'205'0,"0"0"-25"15,0 0-56-15,0 0-31 0,0 0-47 0,0 0 1 0,-8 3 4 0,8-3-17 16,0 0-7-16,0 0 0 15,36 0-15-15,44-3 20 16,47-16-15-16,24-13-4 16,17-4-8-16,19-8-4 15,32-4 2-15,4-8-2 16,12 1 2-16,-4 3-3 16,-16-3 0-16,-8 8 2 15,-32 5-1-15,-12 2-1 16,-24 9 1-16,-23 0-1 15,-17 6 0-15,5 3-1 16,-12 3 4-16,-9 4-3 16,-3 1 0-16,-13 5 0 15,-7-1 0-15,-12-2 6 0,0 4-2 16,-12-1 12-16,-1-1 4 16,-11 0-10-16,0 3 2 15,8-4 0-15,-20 5-10 16,12 3 0-16,-16-1 1 15,-8 1 0-15,4 1-2 16,-4-3 6-16,0-1-7 16,0-3 8-16,0 0-5 15,0-4 1-15,0-1-1 16,-24-1-3-16,-24-2-4 16,-8 5 4-16,9 1 0 15,-13 4 0-15,16-3-2 16,8 7 1-16,8 0 2 15,16 3-2-15,4 0 1 16,8 0-2-16,0 0 3 0,0 0-1 16,0 0 0-16,0 0-4 15,12 0 1-15,32 0 1 16,4 0 2-16,0 0 0 16,-4 3 0-16,-9 10-2 15,-7 3 2-15,-4-2-9 16,-24 14-24-16,0 6-76 15,-4 14-42-15,-79 6-72 16,-29-2-256-16</inkml:trace>
  <inkml:trace contextRef="#ctx0" brushRef="#br0" timeOffset="86834.18">26071 4478 682 0,'0'0'302'0,"0"0"-134"0,0 0-56 0,0 0-29 0,0 0-27 0,0 0-17 0,12-27-5 16,-24 27-15-1,-24 25-8-15,-24 14 8 0,-7 11 0 16,19 1 0-16,4 2-6 16,8 1-5-16,12-3-2 15,24-5-5-15,0-10 0 16,0 4-2-16,36-9 4 15,24 1-4-15,-4-6 3 16,11-12-2-16,5 0 4 16,-12-11-4-16,-4 0 0 15,-17-3 4-15,-7 0-4 16,-8 0 0-16,0 0-34 16,0 0-81-16,-12 0-77 0,12 0-181 15</inkml:trace>
  <inkml:trace contextRef="#ctx0" brushRef="#br0" timeOffset="88367.53">30602 2460 236 0,'0'0'149'0,"0"0"-29"0,0 0-28 0,0 0 8 0,0 0 25 0,0 0 13 16,24-59-28-16,-24 58 2 15,0-7-41-15,0 3-20 16,12-4-15-16,-8-1-6 16,8-3 9-16,0 4-16 15,-4-1-1-15,4-2-12 16,0 3-4-16,-1-2-1 16,13 5-5-16,-4 1 4 15,-8 1-3-15,0 1-1 16,-8 3 0-16,4 0-2 15,-8 0 0-15,0 0 2 0,0 0-2 16,0 0-2-16,4 0-2 16,-4 22 5-16,0 10-1 15,0 8 2-15,0 11 4 16,-12 7-2-16,-48 9 3 16,1 4 6-16,-9 9 1 15,-12 3 0-15,5 3-1 16,-5 2 7-16,-11 5-8 15,-5 2 1-15,0 1 9 16,-3-8-4-16,11-9-10 16,1-8-1-16,23-11 2 15,8-12-4-15,8-7 2 0,13-12-3 16,15-7 5-16,4-9-5 16,8-7-2-1,4 0 3-15,4-6 5 0,0 4-7 16,0-4 9-16,0 0-3 15,0 0 4-15,0 0 1 16,0 0-5-16,0 0 1 16,0 0-4-16,0 0 2 15,0-16-6-15,0-6 0 16,4-1-3-16,20-8-3 16,12-8-32-16,7-2-23 0,5-10-22 15,0 0-12 1,8-3-34-16,-1-3-38 15,-15-1-83-15,4-3-63 16</inkml:trace>
  <inkml:trace contextRef="#ctx0" brushRef="#br0" timeOffset="88886.83">30570 2392 447 0,'0'0'271'0,"0"0"-39"0,0 0-97 0,0 0-43 0,0 0-24 0,0 0-20 0,60-92-14 15,-60 92-7-15,0 0-6 16,0 0 0-16,0 0-14 15,0 15-6-15,-36 16 19 16,-24 3 7-16,1 6 5 16,-9-3-14-16,8-5-11 15,4-10-7-15,29-9-1 16,15-6 1-16,12-7 0 16,0 0 4-16,0 0 10 15,0-6 16-15,0-14-10 16,47-16-14-16,13 1-6 15,24-2-2-15,7-2 1 0,5 5 1 16,-17 3 0-16,-7 7 0 16,-36 8 0-16,-4 11 1 15,-28 5-1-15,4 0 0 16,8 0-4-16,-8 0-2 16,4 11 5-16,0 16-1 15,7 4 1-15,-7 7 0 16,-8 7-7-16,-4 6-73 15,0 12-100-15,0 3-109 16,0 5-295-16</inkml:trace>
  <inkml:trace contextRef="#ctx0" brushRef="#br0" timeOffset="89384.97">29539 3317 644 0,'0'0'275'0,"0"0"-75"0,0 0-82 0,0 0-29 0,0 0-28 0,0 0-19 0,60-96-22 15,-33 125-16-15,5 20 8 0,0 4 21 16,-16 7 6 0,-4-6-23-16,0-6-8 0,0-10-2 15,8-13-6-15,8-8 4 16,16-12 2-16,27-5 4 16,9 0 13-16,35-18-9 15,5-25-8-15,7 0-6 16,-7-7 0-1,-17-1-17-15,-11 0-82 0,-45 7-77 16,-11 2-149-16</inkml:trace>
  <inkml:trace contextRef="#ctx0" brushRef="#br0" timeOffset="208652.23">9145 4962 747 0,'0'0'248'0,"0"0"-45"0,0 0-70 0,0 0-33 0,0 0 4 16,0 0-34-16,0 0-28 15,0-79-17-15,0 79-20 16,-4 25-5-16,4 23 0 16,0 21 20-16,-12 11 8 15,0 6-11-15,0-2-3 16,-7-3-4-16,3-11 0 15,-4-10-4-15,8-16-3 16,12-12 3-16,-12-13-3 16,12-12-2-16,0-7 1 0,0 0 3 15,0 0 7 1,0 0 6-16,-12-9 23 0,-12-14-6 16,-8-5-34-16,-4-1 1 15,12-1-2-15,1 11 0 16,11 9 3-16,0 9 0 15,12 1 2-15,0 0-5 16,0 0-5-16,0 0-12 16,0 6 0-16,0 12 10 15,0 5 7-15,0-4-1 16,35 0 1-16,1-2 5 16,8-7-5-16,-8-2 0 15,12-5-2-15,7-3 2 16,5 0 0-16,0-6-4 15,8-22-15-15,-9-4-39 16,-11-1-28-16,-4 9-40 16,-28-3-107-16,-8 14-149 0</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35:19.950"/>
    </inkml:context>
    <inkml:brush xml:id="br0">
      <inkml:brushProperty name="width" value="0.05292" units="cm"/>
      <inkml:brushProperty name="height" value="0.05292" units="cm"/>
      <inkml:brushProperty name="color" value="#FF0000"/>
    </inkml:brush>
  </inkml:definitions>
  <inkml:trace contextRef="#ctx0" brushRef="#br0">4152 6874 856 0,'0'0'259'0,"0"0"-60"0,0 0-90 0,0 0-4 15,0 0-38-15,0 0-15 16,0 0-11-16,-115 2-24 16,115-2 6-16,80 0-18 15,27 0-3-15,44 0 27 16,5 0-15-16,-17 0-9 15,-24 0-5-15,-11 0 2 16,-32 0-3-16,-1 0 1 16,-27 0-1-16,-32 0-3 15,0 0-21-15,0 0-31 16,0 11-53-16,-12 7-88 16,0-2-96-16,0-1-331 15</inkml:trace>
  <inkml:trace contextRef="#ctx0" brushRef="#br0" timeOffset="1899.05">11140 6976 763 0,'0'0'276'0,"0"0"-102"0,0 0-50 0,0 0-69 0,0 0-23 16,0 0 14-16,-36 2-24 16,60-2 5-16,44 0-8 15,15 0 4-15,13 0-6 16,0 0-8-16,7 0-1 15,-23 0-1-15,11 0-5 16,-19 0-1-16,-24 0 6 16,-1 0-5-16,-15 0 5 15,-16 0-7-15,-8 0 0 16,-4 0 1-16,-4 0-1 16,0 0 0-16,0 0-3 15,0 0-46-15,20 0-75 0,16 0-67 16,20 0-102-16,19 0-516 15</inkml:trace>
  <inkml:trace contextRef="#ctx0" brushRef="#br0" timeOffset="2507.63">13573 6972 534 0,'0'0'343'0,"0"0"-115"0,0 0-35 0,0 0-78 0,0 0-29 16,0 0-15-16,-24 0-21 0,24 0-16 15,0 0-14-15,20 0 4 16,28 0-9-16,35 0 4 16,9 0 1-16,11 0-14 15,5 0-3-15,7 0-3 16,-11 0 4-16,-17 0-4 15,-19 0 0-15,0 0-1 0,-32 0 2 16,-13 0 5 0,-11 0-6-16,-12 0-5 0,0 0 5 15,0 0 1-15,0 0-1 16,0 0-16-16,0 0-21 16,-35 0-38-16,-25 0-74 15,-8 0-117-15,0 0-312 16</inkml:trace>
  <inkml:trace contextRef="#ctx0" brushRef="#br0" timeOffset="3859.8">8548 7912 641 0,'0'0'328'0,"0"0"-136"16,0 0-56-16,0 0-52 0,0 0-17 15,0 0-10-15,-72 9-6 16,72-9-5-16,0 0-25 16,0 0 8-16,24 0-11 15,44 0-2-15,16 0 16 16,31 0-7-16,1 0-18 16,-9 0-5-16,-3 0-1 0,-21 0-1 15,-11 0 1 1,-28 0-2-16,-17 0 1 0,-15 0 0 15,-12 0-2 1,0 0 2-16,0 0 1 0,0 0 1 16,0 0-2-16,0 0 0 15,0 0-41-15,0 0-41 16,-12 0-98-16,1 0-146 16,11 0-613-16</inkml:trace>
  <inkml:trace contextRef="#ctx0" brushRef="#br0" timeOffset="6599.13">13852 7826 553 0,'0'0'146'0,"0"0"19"0,0 0-31 0,0 0-33 0,0 0 4 15,0 0-27-15,-168 22-20 16,160-22-12-16,8 0-11 16,0 0 5-16,0 4-1 15,0-4 0-15,0 5-16 16,60-1-10-16,32 3 38 16,59-2 9-16,24-5-35 15,36 0-16-15,24 0 13 0,20 0-6 16,4-16-9-16,-1 5-4 15,-15-4 2-15,-8 1-1 16,-36-2-4-16,-16 3 0 16,-27 0-1-16,-29 4-2 15,1 0 3-15,-25 1 0 16,-19 2 0-16,7 0 0 16,-19 3-1-16,-24-3-2 15,-4-2 3-15,-21 7 3 16,-7-6 6-16,-8 3-1 15,-8 2-1-15,0-2-1 16,0 0-3-16,0 2 2 16,0-2-4-16,0 4-1 15,0 0-11-15,0 0-28 0,-12 0-63 16,-31 0-130-16,-17-3-185 16</inkml:trace>
  <inkml:trace contextRef="#ctx0" brushRef="#br0" timeOffset="12132.25">22392 7201 730 0,'0'0'327'0,"0"0"-184"0,0 0-9 0,0 0-3 0,0 0-55 0,0 0-34 16,0 0 4-16,0-61-13 16,0 61-16-16,12 14-11 15,20 17 9-15,-4 0 20 16,3 1-8-16,5-6-14 0,-12-9-5 16,12-3-6-16,8-9 0 15,4-5 1-15,19 0 2 16,17-31 4-16,19-23-8 15,-3-8 8-15,11-6-7 16,-15 5-1-16,0 7 1 16,-17 7-2-16,-11 14 0 15,-16 13 0-15,-9 6-3 16,-19 11-26-16,0 5-33 16,-4 0-52-16,8 0-59 15,16 0-54-15,-8 0-228 16</inkml:trace>
  <inkml:trace contextRef="#ctx0" brushRef="#br0" timeOffset="13522.26">8325 9023 437 0,'0'0'285'0,"0"0"-34"0,0 0-61 0,0 0-69 16,0 0-27-16,0 0-2 16,0 0-22-16,-48-26-21 15,48 23-24-15,0 3 6 16,0-3-13-16,0 3-10 16,0 0 0-16,0 0-2 15,24 0-6-15,60-5 0 16,19 4 8-16,17 1-1 15,7-3-3-15,-11-2-3 16,-25 0 0-16,-19 1 0 16,-12-1 1-16,-29 5-2 15,-19 0-3-15,-8 0 3 0,-4 0 0 16,0 0-6-16,0 0 2 16,0 0-18-1,0 0-47-15,-12 0-58 0,-27 14-48 16,-5 3-181-16,20-4-591 15</inkml:trace>
  <inkml:trace contextRef="#ctx0" brushRef="#br0" timeOffset="26652.49">8405 10315 669 0,'0'0'213'0,"0"0"-57"0,0 0-21 0,0 0-26 0,0 0-36 16,0 0-29-16,0 0 6 15,0 0 3-15,-116-9-10 16,116 9-8-16,12-7-8 16,92 1-11-16,39-7 17 15,44 1-15-15,8-1-2 16,-16 6-14-16,-15 7-2 15,-17 0-1-15,-28 0 1 16,-15 0 0-16,-44 0 8 16,-24 0-8-16,-13 0-4 15,-23 0 4-15,0 0 0 16,0 0 0-16,0 0 3 16,0 0-6-16,0 0 3 15,0 0-21-15,0 0-49 0,0 0-107 16,-23 0-112-16,23 0-442 15</inkml:trace>
  <inkml:trace contextRef="#ctx0" brushRef="#br0" timeOffset="27666.89">12506 10302 672 0,'0'0'289'0,"0"0"-143"0,0 0-3 16,0 0-50-16,0 0-39 15,0 0-31-15,-56 4 1 16,148-4 3-16,71 0 30 15,48-10-19-15,12-6-14 0,20-2-15 16,-28 4-3-16,-28 0-2 16,-52 5-1-16,-39 8-2 15,-52-3 2-15,-29 4-3 16,-7 0-1-16,-8 0-1 16,0 0 0-16,0 0 2 15,0 0-21-15,0 0-39 16,4 0-61-16,8 0-86 15,0 4-53-15</inkml:trace>
  <inkml:trace contextRef="#ctx0" brushRef="#br0" timeOffset="28150.3">17331 10207 961 0,'0'0'91'0,"0"0"28"0,0 0 9 0,0 0-48 16,0 0-50-16,0 0-12 15,-55-33 1-15,146 28 20 16,72-4 19-16,37-5-19 15,23-1-28-15,-4-5-10 16,-8 8 0-16,-12-5 1 16,-24 10-2-16,-32 0 1 15,-39 3-1-15,-25 4 1 0,-39 0-1 16,-20 0 0 0,-8 0-3-16,-12 0-1 0,0 0-3 15,0 0-63-15,0 0-104 16,-12 0-185-16</inkml:trace>
  <inkml:trace contextRef="#ctx0" brushRef="#br0" timeOffset="40632.49">5765 12528 734 0,'0'0'222'0,"0"0"-91"0,0 0-8 0,0 0-20 0,0 0-49 16,0 0-3-16,0 0-34 16,-127 0 0-16,127 0 1 0,0 0 1 15,0 0-7-15,47 0 4 16,57 0 17-16,59 0 18 15,12 0-32-15,24 0 3 16,12-10-7-16,12 1-5 16,20 5-6-16,-8 1 0 15,8 3-4-15,-28 0 2 16,-8 0 2-16,-20 0-2 16,-20 0 2-16,-7 0 3 15,-29 3 1-15,-15 6-3 16,-1 2-4-16,-11-1 8 15,3 1-8-15,8-1 7 16,-7-1 0-16,11-1-1 0,-3-1 0 16,-13-5-2-1,5 1-1-15,-17-1 2 0,1 2-3 16,-8 0 1-16,7-4-3 16,5 0 4-16,11 0-1 15,-7 0-1-15,7 0-2 16,9 0 0-16,-9 0 3 15,33 0-4-15,-13 0 5 16,0 0-5-16,-7 0-5 16,-1 0 5-16,-3 0 0 15,-1-4 0-15,1 0 0 16,-1 2 0-16,-7-1 0 0,11 1 0 16,-3 2 0-1,-13-4 0-15,5 4 0 0,-5 0 0 16,13 0 0-16,-13 0 1 15,-7 0 0-15,-13 0-1 16,-15 0-4-16,-20 0 4 16,8 0 1-16,-21 0 2 15,-7 0-3-15,-4 0 0 16,-12 0 0-16,-4 0 0 16,-8 0 1-16,12 0-1 15,-12 0 0-15,0 0 0 16,0 0-1-16,0 0 1 15,0 0 4-15,0 0-4 16,0 0 1-16,0 0 0 16,0 0 0-16,0 0-1 0,0 0 1 15,0 0-5-15,0 0 2 16,0 0-31-16,0 0-48 16,0 0-81-16,0 0-101 15,0 0-303-15</inkml:trace>
  <inkml:trace contextRef="#ctx0" brushRef="#br0" timeOffset="42368.21">17180 12352 679 0,'0'0'161'0,"0"0"-23"0,0 0-27 0,0 0-5 16,0 0-30-16,0 0-28 16,0 0 6-16,-187-1-5 15,187 1-12-15,0 0-13 16,0 0-12-16,0 0-2 15,36 0-7-15,71 0 10 16,57 1 50-16,55-1-36 16,15 0-10-16,21 0 0 15,-20 0-3-15,-12-8-4 16,-16-1-8-16,-32-2 3 16,-31 6-1-16,-25-3-2 15,-51 6 6-15,-24 2-1 16,-32 0 9-16,-12 0-10 0,0 0 9 15,0 0-15-15,0 0 14 16,0 0-12-16,0 0-2 16,0 0 3-16,0 0-3 15,0 0 0-15,0 0-6 16,0 0-46-16,12 0-42 16,35 0-166-16,13 0-133 15</inkml:trace>
  <inkml:trace contextRef="#ctx0" brushRef="#br0" timeOffset="43067.01">22237 12064 814 0,'0'0'210'0,"0"0"-27"0,0 0-50 0,0 0-36 0,0 0-24 16,0 0-22 0,-44-5-16-16,44 5-9 0,0 0-7 15,0 0-4-15,0 0-1 16,36 0 0-16,67 0-7 16,49-7 19-16,51-3 1 15,28-8-19-15,3 2-3 16,21-6 0-16,-8-2 3 15,-16 10-5-15,-32-6-3 16,-36 7 1-16,-43 4 5 16,-29 0-6-16,-43 3 2 15,-12 6 6-15,-24 0 0 16,-12 0 11-16,0 0-12 16,0 0 3-16,0 0-2 0,0 0-6 15,0 0-2 1,0 0 3-16,0-1-3 0,0 1-11 15,0-4-39-15,0 4-35 16,0-2-103-16,0-8-154 16,0-9-613-16</inkml:trace>
  <inkml:trace contextRef="#ctx0" brushRef="#br0" timeOffset="53899.65">6418 12340 560 0,'0'0'136'0,"0"0"10"0,0 0 18 15,0 0-5-15,-370-5-80 0,322 5 28 16,12 0-26-16,24 0-16 16,4 0-14-16,4 3-16 15,4-3-14-15,0 6-6 16,16 1-10-16,96-1 4 16,63-1 44-16,72-5-13 15,79 0-16-15,60 0-3 16,24-10-4-16,24-7-11 15,8 1 2-15,4-3-5 16,-16 5-2-16,0 3 1 16,-20-2 5-16,-23 6-5 15,-25 4 3-15,-44 3-5 16,-51 0 0-16,-32 0 1 16,-40 0 7-16,-28 0-3 0,-31 0-2 15,-41 0 4-15,-15 3-3 16,-28 4 2-16,-8-5 4 15,-21-2 1-15,-11 0 0 16,0 0-4-16,-12 0 5 16,0 0-7-16,0 4 0 15,0-4 3-15,0 0-6 16,0 0-1-16,0 0 0 16,0 0-1-16,0 0-3 15,0 0-17-15,0 0-66 16,-55 0-72-16,-53 0-153 15,-23 0-413-15</inkml:trace>
  <inkml:trace contextRef="#ctx0" brushRef="#br0" timeOffset="55266.29">23152 12852 696 0,'0'0'532'0,"0"0"-440"0,0 0 10 0,0 0 47 0,0 0-72 16,0 0-46-16,104-71-17 15,-68 79-7-15,8 21 19 16,3 2 11-16,-11-2-19 16,0-4 8-16,-4-10-2 15,-4-2-4-15,16-6-11 16,15-7 3-16,45-9 4 15,47-47 7-15,36-28-16 16,16-18 6-16,16-12-12 16,16-6 5-16,8 5-6 15,-20 10-2-15,-24 16-6 16,-36 20-27-16,-43 18-20 0,-41 15-16 16,-31 14-20-1,-12 18-26-15,0 4-80 0,-4 0-62 16,-8 0-317-16</inkml:trace>
  <inkml:trace contextRef="#ctx0" brushRef="#br0" timeOffset="55966.98">28675 12211 1184 0,'0'0'129'0,"0"0"18"0,0 0-18 0,0 0-38 16,0 0-45-16,0 0-25 0,223-20 7 15,0-15-4-15,24 1-12 16,0-4-6-16,-17-2-6 16,-22 13 2-16,-65 2-2 15,-48 7-9-15,-51 14-20 16,-40 4-27-16,-4 0-6 16,0 0 13-16,0 0-10 15,-48 0-44-15,-3 0-21 16,-17 0-11-16,8-13 23 15,-11-13-2-15,-9-3 39 0,0-2 75 16,9-3 5 0,3-3 135-16,8 9-3 0,12 0-4 15,5 11 1 1,27 7-13-16,-4 8-29 0,20 2-7 16,-4 0-29-16,4 0-34 15,0 0-10-15,0 6-8 16,0 31-2-16,12 22 8 15,16 8-9-15,-8 6 9 16,-5 0-10-16,-7 6-3 16,16-6-51-16,12-3-44 15,0-3-64-15,8-14-98 16,4-14-131-16</inkml:trace>
  <inkml:trace contextRef="#ctx0" brushRef="#br0" timeOffset="56616.95">30698 11941 1136 0,'0'0'228'0,"0"0"-19"0,0 0-68 0,0 0-80 15,0 0-32-15,0 0-21 16,0 11-7-16,55 45 36 16,-7 0-20-16,0-1-13 0,-12-7-4 15,7-4 0-15,-15-13 3 16,4-15-3-16,-8-6-3 16,-8-9-1-16,4-1-4 15,4-1 8-15,12-34 4 16,11-20 0-16,1-8 1 15,-4 7-3-15,4 5-1 16,-12 16 0-16,-16 19-2 16,-9 9 2-16,-7 7-2 15,16 0-1-15,4 0-3 16,24 7 0-16,12 15 5 0,11-9 0 16,17-2 0-16,-12-1-1 15,11-6-9-15,-15-4-7 16,0 0-3-16,-13-16 2 15,-3-15 8-15,-8-8 8 16,-24-6 2-16,-4-1-1 16,-20 6 3-16,0 6 2 15,0 9-3-15,-12 11-1 16,-20 12-3-16,-4 2-2 16,-12 9-4-16,0 35 7 15,5 7 0-15,19 4 1 16,12-2 0-16,12 2 0 15,0-14 1-15,56-3-3 16,31-13 1-16,17-8-5 16,11-11-1-16,13-6-24 15,-13 0-24-15,-19-6 2 0,-25-17-41 16,-15-3-85-16,-16 6-102 16,-20 13-598-16</inkml:trace>
  <inkml:trace contextRef="#ctx0" brushRef="#br0" timeOffset="56849.85">29726 13207 1198 0,'0'0'95'0,"0"0"56"0,0 0-14 0,354-48-79 0,-107 5-34 0,16-2-17 16,-12-3-3-16,-8-2-4 15,-8 1-2-15,-16 3-37 16,-28 0-140-16,-32 3-250 16</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24T11:36:28.200"/>
    </inkml:context>
    <inkml:brush xml:id="br0">
      <inkml:brushProperty name="width" value="0.05292" units="cm"/>
      <inkml:brushProperty name="height" value="0.05292" units="cm"/>
      <inkml:brushProperty name="color" value="#FF0000"/>
    </inkml:brush>
  </inkml:definitions>
  <inkml:trace contextRef="#ctx0" brushRef="#br0">12342 5136 842 0,'0'0'124'0,"0"0"-21"0,0 0 20 0,0 0-24 16,0 0-59-16,0 0-28 15,0 0 12-15,-55 0-4 16,55 0-6-16,44 0-12 0,63 6 22 16,56 2 29-1,68-8-9-15,28 0-21 0,48 0-1 16,19 0-5-16,13 0-1 16,-1 0-5-16,0 0-8 15,-11-8 10-15,-1 6-13 16,-23-2 3-16,-44 1-2 15,-4 3-2-15,-32 0 1 16,-12 0 0-16,0 0 1 16,-12 0 3-16,-24 0-2 15,-24 0 4-15,0 0 2 16,-23-3 8-16,-9-2-3 16,-27-2 1-16,-32 1-5 15,-1-5 1-15,-23 8-2 16,-4-4 5-16,-20 1 0 15,12 2-3-15,-24-1-4 16,12 3 6-16,-12-5-9 0,0 7-2 16,0-6 0-16,0-1 3 15,0 3-4-15,0 1-5 16,12 3-18-16,-12-2-38 16,0 2-38-16,0-5-109 15,0 1-128-15</inkml:trace>
  <inkml:trace contextRef="#ctx0" brushRef="#br0" timeOffset="4049.77">16981 6849 467 0,'0'0'212'0,"0"0"-79"0,0 0 36 0,0 0-33 0,0 0 10 16,0 0-68-16,0 0-19 15,0 0-5-15,-243 25 1 16,243-25-12-16,0 0-16 16,-4 0 9-16,4 0-18 15,0 0-1-15,0 0 1 16,0 0-13-16,0 0 12 16,28 0-5-16,52 0 3 15,39 0-3-15,28 0-7 16,9-4 1-16,-17-2-5 0,-12 0-1 15,1-2 0 1,-33 3 2-16,-11 1-2 0,-16 4 1 16,-32-3-1-16,-13 3 0 15,-3 0 0-15,-16 0 1 16,-4 0 0-16,0 0-1 16,0 0 0-16,0 0 0 15,0 0-2-15,0 0-1 16,0 0-25-16,0 0-44 15,0 0-71-15,8 0-36 16,16 0-126-16,4 0-362 16</inkml:trace>
  <inkml:trace contextRef="#ctx0" brushRef="#br0" timeOffset="9166.61">10017 7914 657 0,'0'0'186'0,"0"0"-35"0,0 0-46 0,0 0 11 16,0 0-53-16,0 0-16 15,0 0-5-15,0 0-10 16,-55 0 10-16,55 0-22 15,0 0-6-15,0 0-10 16,71 0-2-16,53 0 18 0,43 0 7 16,44-6-10-16,32-8-3 15,27 6 6 1,-3-5-11-16,-8 1 7 0,-16 3-10 16,-8-1 1-16,-16 3-1 15,-20 3-6-15,-24 3 2 16,-20 1 1-16,-3 0-3 15,-13 0 1-15,4 0-1 16,-15 0 17-16,-1 0-2 16,1 0 0-16,-1-4-6 15,12 0 14-15,-19 4-15 16,-5-3 9-16,-19 3-11 16,-13 0 8-16,9 0-8 15,0 0-3-15,-1 0 13 0,5 0-12 16,-5-2-3-1,-3-4 3-15,11 6 1 0,-11 0-4 16,4 0 4-16,-9 0-4 16,-3 0-1-16,-8 0 2 15,-17 0-1-15,5 0-1 16,-12 0 2-16,-12 0 2 16,-16 0-4-16,3 0 0 15,-11 0 1-15,-12 0-1 16,12 0 0-16,-12 0 0 15,0 0 0-15,0 0-1 16,0 0 2-16,0 0-1 0,0 0 0 16,0 0 0-1,0 0 0-15,0 0-1 0,0 0 0 16,0 0-2-16,0 0 0 16,0 0 0-16,0 0-11 15,-12 6-61-15,-12 8-31 16,-11 8-72-16,23-2-166 15,12-16-639-15</inkml:trace>
  <inkml:trace contextRef="#ctx0" brushRef="#br0" timeOffset="10052.77">20648 7822 610 0,'0'0'174'0,"0"0"28"0,0 0-70 15,0 0-14-15,0 0-57 16,0 0 19-16,-123-5-6 0,123 5-13 16,0 0-9-1,0 0-22-15,0 0 2 0,0-6-10 16,0 6-3-16,43 0-11 16,41 0 0-16,20 0 10 15,27-1-8-15,-8-1-5 16,-15 2 0-16,-1-4-3 15,-27 1-2-15,0-4 1 16,-41 4-1-16,-7 0 0 16,-20 3 0-16,0 0 2 15,-12 0-2-15,0 0 3 16,0 0 1-16,0 0-3 16,0 0 1-16,0 0-2 0,0-3 0 15,0 3-3 1,0 0-8-16,0 0-30 0,0 0-34 15,0 0-37-15,-36 0-57 16,1 12-75 0,-21 2-292-16</inkml:trace>
  <inkml:trace contextRef="#ctx0" brushRef="#br0" timeOffset="13284.55">30909 18942 413 0,'0'0'155'0,"0"0"-12"0,0 0 36 16,0 0-18-16,0 0-52 16,0 0-18-16,-319 24-5 15,275-24 9-15,20 0-18 16,0 0-14-16,13 0-10 15,3 0-10-15,8 0-14 16,0 0-7-16,0 0-1 0,0 0-14 16,55 0 5-1,49 0-12-15,27 0 5 0,32 0-4 16,21-10-1 0,15-4 0-16,12-6-1 0,4 2 1 15,-8-4-2-15,-8 4 2 16,-36 7 0-16,-32 1 0 15,-27 7 0-15,-32-3 0 16,-29 3 0-16,-19-1 3 16,-24 4-3-16,0-4-4 15,0 4 4-15,0 0 1 16,0-3 3-16,0 3-4 16,0 0 3-16,0 0-3 0,0 0 1 15,0 0 1 1,0-2-2-16,0-2 2 0,0-1 0 15,-32-6-1-15,5 2-1 16,-5-4 1-16,4 4-2 16,4 2 2-16,-8-1-2 15,20 7 2-15,0 1-1 16,12-2 1-16,0 2-1 16,0-4 2-16,0 4 0 15,0 0-2-15,0 0-1 16,0 0-2-16,24 0-2 15,32 0 5-15,-4 0 3 16,3 6-2-16,5 3-1 16,-12-2 0-16,-4-2-1 0,-20 6 0 15,7 2 1-15,-19 2-1 16,-12 5 0-16,0-2-1 16,0 4-1-16,-8 5 0 15,-39-3-16-15,11 3-31 16,-8-2-60-16,16 6-57 15,4 0-53-15,16-2-187 16</inkml:trace>
  <inkml:trace contextRef="#ctx0" brushRef="#br0" timeOffset="14566.28">33150 18138 724 0,'0'0'281'0,"0"0"-96"0,0 0-63 0,0 0 4 0,0 0-35 15,0 0-21-15,-32-88-15 16,32 88-31-16,0 0-13 16,0 3-8-16,0 28 1 15,24 12 12-15,8 8-1 16,-8 8-2-16,0 1-4 15,-4 0-5-15,-8-3 1 16,-8-2-4-16,-4-11 0 16,8-6-1-16,-8-7 0 15,0-8 0-15,0-4 1 0,0-14 1 16,0-5-2 0,0 0 0-16,0 0 0 15,4 0 3-15,4 0 7 0,-8-11-1 16,4-14-9-16,15-13-5 15,17-7 5-15,0-6-1 16,12-6 0-16,0-3-2 16,-1 0 0-16,9 6-5 15,-8 4 0-15,-12 14 8 16,-12 12 0-16,-12 12-1 16,-12 4 1-16,0 7 0 15,0 1 0-15,0 0-4 16,0 0 4-16,0 0-3 15,-16 0-2-15,-28 0 4 16,4 12 1-16,-4 11 0 16,12 0 1-16,5 0-1 15,3 5 0-15,4-6-2 0,8 1 0 16,8 4 2-16,-4-3-3 16,8 3 1-16,0 4 2 15,0-6 1-15,0 1-1 16,8-4-1-16,20-2 0 15,8 3 1-15,7 5-1 16,-7 1 1-16,8-4 1 16,-16-1-1-16,8-1-1 15,-12-1 1-15,7-3 1 16,-19-4-1-16,12-1 0 16,-12-2 0-16,-4 1 0 0,-4-6-1 15,4-5 0 1,-8-2-4-16,0 0 3 0,0 0 0 15,0 3-47-15,0-3-36 16,0 0-39-16,0 0-66 16,0 0-136-16</inkml:trace>
  <inkml:trace contextRef="#ctx0" brushRef="#br0" timeOffset="23766.64">5908 9001 458 0,'0'0'207'0,"0"0"-41"0,0 0-28 0,0 0-26 16,0 0-12-1,0 0-38-15,0 0-9 0,0 0-1 16,-127-29 1-16,127 29-1 16,0 0-11-16,0 0-7 15,32 0 0-15,51 0 1 16,45 0 21-16,23 10-28 15,36-7-14-15,24-2 9 16,8-1-5-16,16 0-6 16,-12 0-6-16,12 0-2 15,-24 0-4-15,-28 0 3 16,-32 5 0-16,-31 1 1 16,-36-2-1-16,-29-1-2 15,-19-3 3-15,-12 3 4 16,-16-3-3-16,-8 1 6 0,0 5-5 15,0-6-6 1,0 2 2-16,0-2-3 0,0 0 4 16,0 0-1-16,0 0-2 15,0 0 1-15,0 0-6 16,0 0 5-16,0 0-25 16,0 0-37-16,0 11-41 15,0-2-28-15,-32 3-90 16,20-6-165-16</inkml:trace>
  <inkml:trace contextRef="#ctx0" brushRef="#br0" timeOffset="28850.91">14421 9048 580 0,'0'0'113'0,"0"0"32"0,0 0 1 16,0 0-34-16,0 0-25 16,0 0-17-16,0 0-20 15,-104-25 13-15,104 25-18 16,0 0-6-16,0 0-17 16,0 0-8-16,0 0-9 0,0 0-4 15,24 0 4-15,56 0 13 16,27 0 27-16,25 0-23 15,19 0 0-15,12 0 1 16,12 0-14-16,13 0 8 16,19 0-9-16,-4 0-3 15,-8 0 1-15,-8 0-3 16,-24-4-6-16,12 4 5 16,1-3-2-16,11-5 4 15,0 7-1-15,0-5-1 16,-12 2-2-16,0-2 0 15,1 1 3-15,-13 4-2 16,-8 1 0-16,-16-3 3 16,-3 3-1-16,-17 0 3 0,13-5 0 15,-5 4-1-15,12 1-1 16,1 0 4-16,-9 0-4 16,9 0 3-16,-17 0-2 15,-4 0-4-15,13 0 5 16,3 0-5-16,28 0 4 15,5-8 3-15,15 0-6 16,-4 1-2-16,4 0 0 16,-16 1 0-16,-3 0 5 15,-25-2-4-15,0 0-1 0,-23 2 0 16,-33-4 6 0,1 3-4-16,-4 5-1 0,-1-6 0 15,21 3 0 1,15-4 0-16,1-1 1 0,15 0-2 15,-3 1-5-15,7 1 5 16,8 1 9-16,-3-4-8 16,-21 2-1-16,-15 2 0 15,-37 5-1-15,-19-3 2 16,-24 5 0-16,0 0 1 16,-12 0-1-16,0-2 9 15,-12 0-10-15,0 2 9 16,0-6 1-16,0 6-2 15,0 0-8-15,0 0 0 16,0 0-1-16,0 0-5 16,0 0 2-16,-24 0-18 15,-24 0-38-15,-32 0-35 16,-3 8-42-16,11 8-81 0,4-3-193 16</inkml:trace>
  <inkml:trace contextRef="#ctx0" brushRef="#br0" timeOffset="47266.3">22065 7839 842 0,'0'0'271'0,"0"0"-112"0,0 0-72 0,0 0-33 16,0 0-28-16,0 0-19 0,0 0 20 15,80 54 35-15,-44-35-28 16,-12-3-5-16,0-7-7 16,-4-2-5-16,-8-7-3 15,0 0-2-15,-1 0 4 16,17 0 17-16,40-27 6 15,28-10-9-15,31-12-14 16,0-2-6-16,1 0-7 16,-13 5-2-16,-19 8-1 15,-5 6-1-15,-31 15-1 16,-12 11-3-16,-24 6-11 16,-4 0-15-16,-4 0-24 0,4 6-47 15,3 16-66-15,1 7-37 16,-12 1-254-16</inkml:trace>
  <inkml:trace contextRef="#ctx0" brushRef="#br0" timeOffset="57234.71">25326 18469 721 0,'0'0'296'0,"0"0"-120"0,0 0-62 16,0 0-26-16,0 0-13 15,0 0 2-15,0 0-15 0,0 0-5 16,-24-143-21-16,24 143 3 16,0 0-20-16,0 0-3 15,-3 0-6-15,3 0-1 16,0 0-8-16,0 0-1 16,0 16 4-16,0 12-1 15,3 10 9-15,17 3 5 16,4 6-3-16,-12 8-3 15,12 3-2-15,0 3-1 16,-4 7 0-16,-4-3 1 16,-4 3-5-16,8 6 5 15,-16-8-2-15,8-1 0 16,-4-11 10-16,-4-3-15 0,-4-11 3 16,0-9 1-16,0-14 4 15,0-14-8-15,0-1 0 16,0-2 1-16,0 0 3 15,0 0 7-15,0 0 13 16,0-11 2-16,0-21-19 16,0-3-9-16,-12-3 0 15,-4-10 0-15,-4-3 0 16,8-3 0-16,-4 0 0 16,-16 1 0-16,20-2-5 15,-12 4-5-15,4 8 8 16,4-2-2-16,-4 7 2 15,5 5-1-15,-5-5 2 0,8 7-1 16,0 0 1-16,8-6-2 16,-4 3 0-16,8-3 2 15,0 11 1-15,0 4 0 16,0 2-3-16,-12 6 3 16,12 10 1-16,0-2 0 15,0 6-2-15,0 0-2 16,0 0-1-16,0 0-4 15,-12 0-6-15,0 10 10 16,0 14 4-16,-8 8 1 16,4 2-1-16,-8-2-1 15,4 3 1-15,4 0 1 16,5-6-1-16,3-11 0 16,4-7-1-16,4-9 2 0,0-2-2 15,0 0 1-15,0 0 0 16,0 0 6-16,0-2 5 15,0-27-11-15,16-8 0 16,19-6 1-16,13-5-1 16,8 1 0-16,-8 6-1 15,7 3 0-15,-19 10 0 16,-12 12 1-16,0 5-1 16,-16 11 0-16,-8-4 1 15,4 4-6-15,16 0-5 16,8 0 7-16,8 10 2 0,7 7 0 15,13 5 2 1,-8-3 1-16,0 1-1 0,-1-2 0 16,-3-5 0-16,4 2-1 15,-8-1-40-15,4 5-42 16,-1-1-61-16,-3 0-75 16,-4 3-168-16</inkml:trace>
  <inkml:trace contextRef="#ctx0" brushRef="#br0" timeOffset="62522.18">14927 16417 824 0,'0'0'235'0,"0"0"-77"0,0 0-52 15,0 0-11-15,0 0-45 0,0 0-34 16,0 0-16-16,0 0 29 16,35 54 32-16,-3 18-12 15,-8 16 3-15,-8 6-17 16,-8 11-12-16,4-3 11 16,-12 0-14-16,0-17-13 15,0-19-5-15,0-23 5 16,0-15-7-16,0-19 0 15,0-5 1-15,0-4 3 16,0 0 0-16,0-10 14 0,0-31-8 16,24-14-5-1,0-8-5-15,8-10 0 0,3-3 0 16,13 0 0 0,0-7 0-16,8 13-3 0,-9 10-2 15,-11 6 4-15,-12 19 1 16,0 10 0-16,-16 11 0 15,-8 11 2-15,0 3-2 16,0 0-5-16,-8 11-4 16,-52 21 6-16,-11 18 2 15,-21 1-2-15,32-4 5 16,13-2-3-16,3-3 1 16,20-2-1-16,4-2 0 15,16-4-1-15,4 5 2 16,0-5 1-16,0 3-1 0,36-4 6 15,20 6-5 1,-5 4 0-16,5 3 0 0,4 1-1 16,-4-1 1-16,-9-10-1 15,-11-3 0-15,0-8 0 16,-12-8 0-16,-12-12-2 16,12-5-1-16,-12 0-80 15,0 0-56-15,0-22-53 16,8-19-119-16,3-17-425 15</inkml:trace>
  <inkml:trace contextRef="#ctx0" brushRef="#br0" timeOffset="62682.94">15802 16980 709 0,'0'0'328'0,"0"0"-181"0,0 0-69 0,0 0-34 0,0 0-39 0,0 0-5 0,223-60 0 15,-155 49-1-15,-20 3-50 16,12 8-213-16,-17 0-279 16</inkml:trace>
  <inkml:trace contextRef="#ctx0" brushRef="#br0" timeOffset="62833.28">15966 17252 793 0,'0'0'237'0,"0"0"-96"15,0 0-73-15,0 0-15 16,0 0-35-16,0 0-18 16,326-72-3-16,-230 33-51 0,7-7-256 15,17-6-415-15</inkml:trace>
  <inkml:trace contextRef="#ctx0" brushRef="#br0" timeOffset="63066.68">16913 16742 899 0,'0'0'292'0,"0"0"-172"16,0 0-6-16,0 0-33 16,0 0-25-16,0 0 11 15,32 139-20-15,28-108-11 16,31 4-2-16,-7 1-11 0,-4 2-10 16,-21-7-6-16,-11 2-4 15,-24-12-2-15,-24-8-2 16,0 0-5-16,0-4-19 15,-56-4-20-15,-31-5-29 16,-25 0-53-16,-7 0-69 16,-1-5-69-16,9-33-238 15</inkml:trace>
  <inkml:trace contextRef="#ctx0" brushRef="#br0" timeOffset="63217.83">16623 16745 318 0,'0'0'449'16,"0"0"-189"-16,0 0-148 15,0 0-21-15,350-137-51 16,-223 102-18-16,1 4-15 0,-13-2-7 16,-19 6 0-16,-16-6-22 15,-33 4-143-15,13 2-229 16</inkml:trace>
  <inkml:trace contextRef="#ctx0" brushRef="#br0" timeOffset="63734.38">17355 15779 387 0,'0'0'465'0,"0"0"-239"0,-430-136-67 16,279 98-59-16,-12 4 10 16,7 17-33-16,-27 17-26 15,-20 0-22-15,-32 17-7 16,-31 42 8-16,-5 23-29 15,-4 27 2-15,40 30-6 16,36 23 0-16,36 14 3 16,35 13 0-16,33-1 1 15,47-2 5-15,40-12-4 16,8-7-2-16,32-15 16 16,72-5-8-16,15-7-2 15,32-14 3-15,36-14 5 0,48-21-2 16,44-25-11-1,36-27 3-15,15-27 2 16,28-12-2-16,9-44-4 0,15-35 0 16,-20-26-1-16,-11-15 1 15,-37-14 0-15,-55-3 0 16,-28-2 10-16,-52 2-8 16,-44 0-2-16,-47 2-1 15,-56-3 1-15,-32-4 8 16,-36-15-5-16,-103-8 12 15,-36 2 16-15,-25 16-9 16,-31 27-7-16,5 33-13 16,-29 36-2-16,-24 25-1 15,-4 26-19-15,5 0-56 0,55 49-76 16,47 6-190-16,49 1-849 16</inkml:trace>
  <inkml:trace contextRef="#ctx0" brushRef="#br0" timeOffset="68555.89">7075 10734 1091 0,'0'0'140'0,"0"0"-46"0,0 0 27 0,0 0-4 16,0 0-51-16,0 0-34 16,0 0-13-16,91 12-7 15,156-44 15-15,116-11-4 16,59 1-4-16,20 2-7 0,-8 3-11 15,-24 13 8 1,-28 5 2-16,-20 11-8 16,-35 8 2-16,-68 0-1 15,-48 0-3-15,-84 8-1 0,-67 4 2 16,-28-5-6-16,-20-1 8 16,-12 0 2-16,0-6-5 15,0 4 7-15,0-4-2 16,0 0-2-16,0 0-1 15,0 0-3-15,0 8-53 16,-20 9-59-16,-8 3-83 16,-4-6-209-16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D7309F-D4B8-452D-BC77-DEB69A8603D9}" type="datetimeFigureOut">
              <a:rPr lang="en-IN" smtClean="0"/>
              <a:t>24-09-2025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A75701-B17A-4AA0-909E-FBEBBC4DE68B}" type="slidenum">
              <a:rPr lang="en-IN" smtClean="0"/>
              <a:t>‹#›</a:t>
            </a:fld>
            <a:endParaRPr lang="en-IN"/>
          </a:p>
        </p:txBody>
      </p:sp>
    </p:spTree>
    <p:extLst>
      <p:ext uri="{BB962C8B-B14F-4D97-AF65-F5344CB8AC3E}">
        <p14:creationId xmlns:p14="http://schemas.microsoft.com/office/powerpoint/2010/main" val="536027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06BDB1-8E0A-45C9-A0E9-4C66032D1CFA}" type="slidenum">
              <a:rPr lang="en-US" smtClean="0"/>
              <a:pPr/>
              <a:t>1</a:t>
            </a:fld>
            <a:endParaRPr lang="en-US"/>
          </a:p>
        </p:txBody>
      </p:sp>
    </p:spTree>
    <p:extLst>
      <p:ext uri="{BB962C8B-B14F-4D97-AF65-F5344CB8AC3E}">
        <p14:creationId xmlns:p14="http://schemas.microsoft.com/office/powerpoint/2010/main" val="2978825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24-09-2025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787256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24-09-2025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52341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53D751-62FC-4A0B-831A-83C45D595346}" type="datetimeFigureOut">
              <a:rPr lang="en-IN" smtClean="0"/>
              <a:t>24-09-2025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0431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53D751-62FC-4A0B-831A-83C45D595346}" type="datetimeFigureOut">
              <a:rPr lang="en-IN" smtClean="0"/>
              <a:t>24-09-2025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925794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53D751-62FC-4A0B-831A-83C45D595346}" type="datetimeFigureOut">
              <a:rPr lang="en-IN" smtClean="0"/>
              <a:t>24-09-2025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9543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53D751-62FC-4A0B-831A-83C45D595346}" type="datetimeFigureOut">
              <a:rPr lang="en-IN" smtClean="0"/>
              <a:t>24-09-2025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79145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53D751-62FC-4A0B-831A-83C45D595346}" type="datetimeFigureOut">
              <a:rPr lang="en-IN" smtClean="0"/>
              <a:t>24-09-2025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3824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24-09-2025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536320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24-09-2025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80982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24-09-2025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1499765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24-09-2025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406657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53D751-62FC-4A0B-831A-83C45D595346}" type="datetimeFigureOut">
              <a:rPr lang="en-IN" smtClean="0"/>
              <a:t>24-09-2025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2B9C32-2956-40E0-818B-39100DB621C2}" type="slidenum">
              <a:rPr lang="en-IN" smtClean="0"/>
              <a:t>‹#›</a:t>
            </a:fld>
            <a:endParaRPr lang="en-IN"/>
          </a:p>
        </p:txBody>
      </p:sp>
    </p:spTree>
    <p:extLst>
      <p:ext uri="{BB962C8B-B14F-4D97-AF65-F5344CB8AC3E}">
        <p14:creationId xmlns:p14="http://schemas.microsoft.com/office/powerpoint/2010/main" val="29355786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p:cNvCxnSpPr/>
          <p:nvPr/>
        </p:nvCxnSpPr>
        <p:spPr>
          <a:xfrm>
            <a:off x="1524000" y="1371600"/>
            <a:ext cx="91440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946179" y="408087"/>
            <a:ext cx="10000743" cy="3231654"/>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CSET301 – AI-ML</a:t>
            </a:r>
          </a:p>
          <a:p>
            <a:pPr algn="ctr"/>
            <a:endParaRPr lang="en-US" sz="4800" b="1" dirty="0">
              <a:latin typeface="Times New Roman" panose="02020603050405020304" pitchFamily="18" charset="0"/>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Lecture 23</a:t>
            </a:r>
            <a:r>
              <a:rPr lang="en-US" sz="4000" b="1" dirty="0">
                <a:solidFill>
                  <a:prstClr val="black"/>
                </a:solidFill>
                <a:latin typeface="Times New Roman" panose="02020603050405020304" pitchFamily="18" charset="0"/>
                <a:cs typeface="Times New Roman" panose="02020603050405020304" pitchFamily="18" charset="0"/>
              </a:rPr>
              <a:t> : K-means Clustering</a:t>
            </a:r>
            <a:endPar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algn="ctr"/>
            <a:endParaRPr lang="en-US" sz="4000" b="1" dirty="0">
              <a:latin typeface="Times New Roman" panose="02020603050405020304" pitchFamily="18" charset="0"/>
              <a:cs typeface="Times New Roman" panose="02020603050405020304" pitchFamily="18" charset="0"/>
            </a:endParaRPr>
          </a:p>
          <a:p>
            <a:pPr algn="ct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Tm="2415"/>
    </mc:Choice>
    <mc:Fallback xmlns="">
      <p:transition advTm="241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Unsupervised Learning Flow</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F98F73F8-C2F2-9586-D160-14BB95EFB7D9}"/>
              </a:ext>
            </a:extLst>
          </p:cNvPr>
          <p:cNvPicPr>
            <a:picLocks noChangeAspect="1"/>
          </p:cNvPicPr>
          <p:nvPr/>
        </p:nvPicPr>
        <p:blipFill>
          <a:blip r:embed="rId2"/>
          <a:stretch>
            <a:fillRect/>
          </a:stretch>
        </p:blipFill>
        <p:spPr>
          <a:xfrm>
            <a:off x="1828802" y="1038692"/>
            <a:ext cx="8184628" cy="5648018"/>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523678A-28E9-7F5B-8EA3-DFE9E3E1126F}"/>
                  </a:ext>
                </a:extLst>
              </p14:cNvPr>
              <p14:cNvContentPartPr/>
              <p14:nvPr/>
            </p14:nvContentPartPr>
            <p14:xfrm>
              <a:off x="759600" y="1010520"/>
              <a:ext cx="9530640" cy="5248440"/>
            </p14:xfrm>
          </p:contentPart>
        </mc:Choice>
        <mc:Fallback>
          <p:pic>
            <p:nvPicPr>
              <p:cNvPr id="4" name="Ink 3">
                <a:extLst>
                  <a:ext uri="{FF2B5EF4-FFF2-40B4-BE49-F238E27FC236}">
                    <a16:creationId xmlns:a16="http://schemas.microsoft.com/office/drawing/2014/main" id="{C523678A-28E9-7F5B-8EA3-DFE9E3E1126F}"/>
                  </a:ext>
                </a:extLst>
              </p:cNvPr>
              <p:cNvPicPr/>
              <p:nvPr/>
            </p:nvPicPr>
            <p:blipFill>
              <a:blip r:embed="rId4"/>
              <a:stretch>
                <a:fillRect/>
              </a:stretch>
            </p:blipFill>
            <p:spPr>
              <a:xfrm>
                <a:off x="750240" y="1001160"/>
                <a:ext cx="9549360" cy="5267160"/>
              </a:xfrm>
              <a:prstGeom prst="rect">
                <a:avLst/>
              </a:prstGeom>
            </p:spPr>
          </p:pic>
        </mc:Fallback>
      </mc:AlternateContent>
    </p:spTree>
    <p:extLst>
      <p:ext uri="{BB962C8B-B14F-4D97-AF65-F5344CB8AC3E}">
        <p14:creationId xmlns:p14="http://schemas.microsoft.com/office/powerpoint/2010/main" val="3439049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Clustering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2D96D569-F1C4-581F-A747-3ECF879181E9}"/>
              </a:ext>
            </a:extLst>
          </p:cNvPr>
          <p:cNvSpPr txBox="1"/>
          <p:nvPr/>
        </p:nvSpPr>
        <p:spPr>
          <a:xfrm>
            <a:off x="1007197" y="1325563"/>
            <a:ext cx="10177606" cy="2677656"/>
          </a:xfrm>
          <a:prstGeom prst="rect">
            <a:avLst/>
          </a:prstGeom>
          <a:noFill/>
        </p:spPr>
        <p:txBody>
          <a:bodyPr wrap="square">
            <a:spAutoFit/>
          </a:bodyPr>
          <a:lstStyle/>
          <a:p>
            <a:pPr algn="l"/>
            <a:r>
              <a:rPr lang="en-US" sz="2400" b="0" i="0" u="none" strike="noStrike" baseline="0" dirty="0">
                <a:solidFill>
                  <a:srgbClr val="000000"/>
                </a:solidFill>
                <a:latin typeface="Times New Roman" panose="02020603050405020304" pitchFamily="18" charset="0"/>
                <a:cs typeface="Times New Roman" panose="02020603050405020304" pitchFamily="18" charset="0"/>
              </a:rPr>
              <a:t>Clustering is an unsupervised learning problem.</a:t>
            </a:r>
          </a:p>
          <a:p>
            <a:pPr algn="l"/>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6699CD"/>
                </a:solidFill>
                <a:latin typeface="Times New Roman" panose="02020603050405020304" pitchFamily="18" charset="0"/>
                <a:cs typeface="Times New Roman" panose="02020603050405020304" pitchFamily="18" charset="0"/>
              </a:rPr>
              <a:t>•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Key objective is to identify distinct groups (called clusters) based on some notion of similarity within a given dataset.</a:t>
            </a:r>
          </a:p>
          <a:p>
            <a:pPr algn="l"/>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6699CD"/>
                </a:solidFill>
                <a:latin typeface="Times New Roman" panose="02020603050405020304" pitchFamily="18" charset="0"/>
                <a:cs typeface="Times New Roman" panose="02020603050405020304" pitchFamily="18" charset="0"/>
              </a:rPr>
              <a:t>•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The most popularly used clustering techniques are k-means (divisive) and hierarchical (agglomerative).</a:t>
            </a:r>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FB530EA-1842-E88D-A7C6-B1F846ADEC27}"/>
                  </a:ext>
                </a:extLst>
              </p14:cNvPr>
              <p14:cNvContentPartPr/>
              <p14:nvPr/>
            </p14:nvContentPartPr>
            <p14:xfrm>
              <a:off x="1394640" y="1825200"/>
              <a:ext cx="7718760" cy="2250720"/>
            </p14:xfrm>
          </p:contentPart>
        </mc:Choice>
        <mc:Fallback>
          <p:pic>
            <p:nvPicPr>
              <p:cNvPr id="4" name="Ink 3">
                <a:extLst>
                  <a:ext uri="{FF2B5EF4-FFF2-40B4-BE49-F238E27FC236}">
                    <a16:creationId xmlns:a16="http://schemas.microsoft.com/office/drawing/2014/main" id="{CFB530EA-1842-E88D-A7C6-B1F846ADEC27}"/>
                  </a:ext>
                </a:extLst>
              </p:cNvPr>
              <p:cNvPicPr/>
              <p:nvPr/>
            </p:nvPicPr>
            <p:blipFill>
              <a:blip r:embed="rId3"/>
              <a:stretch>
                <a:fillRect/>
              </a:stretch>
            </p:blipFill>
            <p:spPr>
              <a:xfrm>
                <a:off x="1385280" y="1815840"/>
                <a:ext cx="7737480" cy="2269440"/>
              </a:xfrm>
              <a:prstGeom prst="rect">
                <a:avLst/>
              </a:prstGeom>
            </p:spPr>
          </p:pic>
        </mc:Fallback>
      </mc:AlternateContent>
    </p:spTree>
    <p:extLst>
      <p:ext uri="{BB962C8B-B14F-4D97-AF65-F5344CB8AC3E}">
        <p14:creationId xmlns:p14="http://schemas.microsoft.com/office/powerpoint/2010/main" val="1039897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K-means Clustering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2D96D569-F1C4-581F-A747-3ECF879181E9}"/>
              </a:ext>
            </a:extLst>
          </p:cNvPr>
          <p:cNvSpPr txBox="1"/>
          <p:nvPr/>
        </p:nvSpPr>
        <p:spPr>
          <a:xfrm>
            <a:off x="1007196" y="1325563"/>
            <a:ext cx="10880003" cy="4893647"/>
          </a:xfrm>
          <a:prstGeom prst="rect">
            <a:avLst/>
          </a:prstGeom>
          <a:noFill/>
        </p:spPr>
        <p:txBody>
          <a:bodyPr wrap="square">
            <a:spAutoFit/>
          </a:bodyPr>
          <a:lstStyle/>
          <a:p>
            <a:pPr algn="l"/>
            <a:r>
              <a:rPr lang="en-US" sz="2400" b="0" i="0" u="none" strike="noStrike" baseline="0" dirty="0">
                <a:solidFill>
                  <a:srgbClr val="000000"/>
                </a:solidFill>
                <a:latin typeface="Times New Roman" panose="02020603050405020304" pitchFamily="18" charset="0"/>
                <a:cs typeface="Times New Roman" panose="02020603050405020304" pitchFamily="18" charset="0"/>
              </a:rPr>
              <a:t>• The key objective of a k-means algorithm is to organize data into clusters such that there is high intra-cluster similarity and low inter-cluster similarity. An item will only belong to one cluster, not several, that is, it generates a specific number of disjoint, non-hierarchical clusters.</a:t>
            </a:r>
          </a:p>
          <a:p>
            <a:pPr algn="l"/>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000000"/>
                </a:solidFill>
                <a:latin typeface="Times New Roman" panose="02020603050405020304" pitchFamily="18" charset="0"/>
                <a:cs typeface="Times New Roman" panose="02020603050405020304" pitchFamily="18" charset="0"/>
              </a:rPr>
              <a:t>• K-means uses the strategy of divide and concur, and it is a classic example for an expectation maximization (EM) algorithm. EM algorithms are made up of two steps:</a:t>
            </a:r>
          </a:p>
          <a:p>
            <a:pPr lvl="1"/>
            <a:r>
              <a:rPr lang="en-US" sz="2400" b="0" i="0" u="none" strike="noStrike" baseline="0" dirty="0">
                <a:solidFill>
                  <a:srgbClr val="000000"/>
                </a:solidFill>
                <a:latin typeface="Times New Roman" panose="02020603050405020304" pitchFamily="18" charset="0"/>
                <a:cs typeface="Times New Roman" panose="02020603050405020304" pitchFamily="18" charset="0"/>
              </a:rPr>
              <a:t>– The first step is known as expectation(E) and is used to find the expected</a:t>
            </a:r>
          </a:p>
          <a:p>
            <a:pPr lvl="1"/>
            <a:r>
              <a:rPr lang="en-US" sz="2400" b="0" i="0" u="none" strike="noStrike" baseline="0" dirty="0">
                <a:solidFill>
                  <a:srgbClr val="000000"/>
                </a:solidFill>
                <a:latin typeface="Times New Roman" panose="02020603050405020304" pitchFamily="18" charset="0"/>
                <a:cs typeface="Times New Roman" panose="02020603050405020304" pitchFamily="18" charset="0"/>
              </a:rPr>
              <a:t>point associated with a cluster; and</a:t>
            </a:r>
          </a:p>
          <a:p>
            <a:pPr lvl="1"/>
            <a:r>
              <a:rPr lang="en-US" sz="2400" b="0" i="0" u="none" strike="noStrike" baseline="0" dirty="0">
                <a:solidFill>
                  <a:srgbClr val="000000"/>
                </a:solidFill>
                <a:latin typeface="Times New Roman" panose="02020603050405020304" pitchFamily="18" charset="0"/>
                <a:cs typeface="Times New Roman" panose="02020603050405020304" pitchFamily="18" charset="0"/>
              </a:rPr>
              <a:t>– The second step is known as maximization(M) and is used to improve the</a:t>
            </a:r>
          </a:p>
          <a:p>
            <a:pPr lvl="1"/>
            <a:r>
              <a:rPr lang="en-US" sz="2400" b="0" i="0" u="none" strike="noStrike" baseline="0" dirty="0">
                <a:solidFill>
                  <a:srgbClr val="000000"/>
                </a:solidFill>
                <a:latin typeface="Times New Roman" panose="02020603050405020304" pitchFamily="18" charset="0"/>
                <a:cs typeface="Times New Roman" panose="02020603050405020304" pitchFamily="18" charset="0"/>
              </a:rPr>
              <a:t>estimation of the cluster using knowledge from the first step.</a:t>
            </a:r>
          </a:p>
          <a:p>
            <a:pPr lvl="1"/>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000000"/>
                </a:solidFill>
                <a:latin typeface="Times New Roman" panose="02020603050405020304" pitchFamily="18" charset="0"/>
                <a:cs typeface="Times New Roman" panose="02020603050405020304" pitchFamily="18" charset="0"/>
              </a:rPr>
              <a:t>• The two steps are processed repeatedly until convergence is reached.</a:t>
            </a:r>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DBEC47D-F5D3-EFAA-FB6E-5423FBFEEA5E}"/>
                  </a:ext>
                </a:extLst>
              </p14:cNvPr>
              <p14:cNvContentPartPr/>
              <p14:nvPr/>
            </p14:nvContentPartPr>
            <p14:xfrm>
              <a:off x="1650960" y="166680"/>
              <a:ext cx="9357480" cy="6158880"/>
            </p14:xfrm>
          </p:contentPart>
        </mc:Choice>
        <mc:Fallback>
          <p:pic>
            <p:nvPicPr>
              <p:cNvPr id="4" name="Ink 3">
                <a:extLst>
                  <a:ext uri="{FF2B5EF4-FFF2-40B4-BE49-F238E27FC236}">
                    <a16:creationId xmlns:a16="http://schemas.microsoft.com/office/drawing/2014/main" id="{1DBEC47D-F5D3-EFAA-FB6E-5423FBFEEA5E}"/>
                  </a:ext>
                </a:extLst>
              </p:cNvPr>
              <p:cNvPicPr/>
              <p:nvPr/>
            </p:nvPicPr>
            <p:blipFill>
              <a:blip r:embed="rId3"/>
              <a:stretch>
                <a:fillRect/>
              </a:stretch>
            </p:blipFill>
            <p:spPr>
              <a:xfrm>
                <a:off x="1641600" y="157320"/>
                <a:ext cx="9376200" cy="6177600"/>
              </a:xfrm>
              <a:prstGeom prst="rect">
                <a:avLst/>
              </a:prstGeom>
            </p:spPr>
          </p:pic>
        </mc:Fallback>
      </mc:AlternateContent>
    </p:spTree>
    <p:extLst>
      <p:ext uri="{BB962C8B-B14F-4D97-AF65-F5344CB8AC3E}">
        <p14:creationId xmlns:p14="http://schemas.microsoft.com/office/powerpoint/2010/main" val="562163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K-means Clustering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63ACB760-E1BD-2804-5E4F-1E5C596738E5}"/>
              </a:ext>
            </a:extLst>
          </p:cNvPr>
          <p:cNvPicPr>
            <a:picLocks noChangeAspect="1"/>
          </p:cNvPicPr>
          <p:nvPr/>
        </p:nvPicPr>
        <p:blipFill>
          <a:blip r:embed="rId2"/>
          <a:stretch>
            <a:fillRect/>
          </a:stretch>
        </p:blipFill>
        <p:spPr>
          <a:xfrm>
            <a:off x="1727644" y="1399524"/>
            <a:ext cx="8452819" cy="4801390"/>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1A6CE765-C64A-ED5A-7DD8-7EC29646D713}"/>
                  </a:ext>
                </a:extLst>
              </p14:cNvPr>
              <p14:cNvContentPartPr/>
              <p14:nvPr/>
            </p14:nvContentPartPr>
            <p14:xfrm>
              <a:off x="1129320" y="3292920"/>
              <a:ext cx="9695520" cy="645120"/>
            </p14:xfrm>
          </p:contentPart>
        </mc:Choice>
        <mc:Fallback>
          <p:pic>
            <p:nvPicPr>
              <p:cNvPr id="4" name="Ink 3">
                <a:extLst>
                  <a:ext uri="{FF2B5EF4-FFF2-40B4-BE49-F238E27FC236}">
                    <a16:creationId xmlns:a16="http://schemas.microsoft.com/office/drawing/2014/main" id="{1A6CE765-C64A-ED5A-7DD8-7EC29646D713}"/>
                  </a:ext>
                </a:extLst>
              </p:cNvPr>
              <p:cNvPicPr/>
              <p:nvPr/>
            </p:nvPicPr>
            <p:blipFill>
              <a:blip r:embed="rId4"/>
              <a:stretch>
                <a:fillRect/>
              </a:stretch>
            </p:blipFill>
            <p:spPr>
              <a:xfrm>
                <a:off x="1119960" y="3283560"/>
                <a:ext cx="9714240" cy="663840"/>
              </a:xfrm>
              <a:prstGeom prst="rect">
                <a:avLst/>
              </a:prstGeom>
            </p:spPr>
          </p:pic>
        </mc:Fallback>
      </mc:AlternateContent>
    </p:spTree>
    <p:extLst>
      <p:ext uri="{BB962C8B-B14F-4D97-AF65-F5344CB8AC3E}">
        <p14:creationId xmlns:p14="http://schemas.microsoft.com/office/powerpoint/2010/main" val="2093314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K-means Clustering Algorithm</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57DF021-6CBA-BB58-54F5-51C886D111EF}"/>
              </a:ext>
            </a:extLst>
          </p:cNvPr>
          <p:cNvSpPr txBox="1"/>
          <p:nvPr/>
        </p:nvSpPr>
        <p:spPr>
          <a:xfrm>
            <a:off x="1007197" y="1325563"/>
            <a:ext cx="10177606" cy="4154984"/>
          </a:xfrm>
          <a:prstGeom prst="rect">
            <a:avLst/>
          </a:prstGeom>
          <a:noFill/>
        </p:spPr>
        <p:txBody>
          <a:bodyPr wrap="square">
            <a:spAutoFit/>
          </a:bodyPr>
          <a:lstStyle/>
          <a:p>
            <a:pPr algn="l"/>
            <a:r>
              <a:rPr lang="en-US" sz="2400" b="0" i="0" u="none" strike="noStrike" baseline="0" dirty="0">
                <a:solidFill>
                  <a:srgbClr val="000000"/>
                </a:solidFill>
                <a:latin typeface="Times New Roman" panose="02020603050405020304" pitchFamily="18" charset="0"/>
                <a:cs typeface="Times New Roman" panose="02020603050405020304" pitchFamily="18" charset="0"/>
              </a:rPr>
              <a:t>Our algorithm works as follows, assuming we have inputs x</a:t>
            </a:r>
            <a:r>
              <a:rPr lang="en-US" sz="2400" b="0" i="0" u="none" strike="noStrike" baseline="-25000" dirty="0">
                <a:solidFill>
                  <a:srgbClr val="000000"/>
                </a:solidFill>
                <a:latin typeface="Times New Roman" panose="02020603050405020304" pitchFamily="18" charset="0"/>
                <a:cs typeface="Times New Roman" panose="02020603050405020304" pitchFamily="18" charset="0"/>
              </a:rPr>
              <a:t>1</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x</a:t>
            </a:r>
            <a:r>
              <a:rPr lang="en-US" sz="2400" b="0" i="0" u="none" strike="noStrike" baseline="-25000" dirty="0">
                <a:solidFill>
                  <a:srgbClr val="000000"/>
                </a:solidFill>
                <a:latin typeface="Times New Roman" panose="02020603050405020304" pitchFamily="18" charset="0"/>
                <a:cs typeface="Times New Roman" panose="02020603050405020304" pitchFamily="18" charset="0"/>
              </a:rPr>
              <a:t>2</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x</a:t>
            </a:r>
            <a:r>
              <a:rPr lang="en-US" sz="2400" b="0" i="0" u="none" strike="noStrike" baseline="-25000" dirty="0">
                <a:solidFill>
                  <a:srgbClr val="000000"/>
                </a:solidFill>
                <a:latin typeface="Times New Roman" panose="02020603050405020304" pitchFamily="18" charset="0"/>
                <a:cs typeface="Times New Roman" panose="02020603050405020304" pitchFamily="18" charset="0"/>
              </a:rPr>
              <a:t>3</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a:t>
            </a:r>
            <a:r>
              <a:rPr lang="en-US" sz="2400" b="0" i="0" u="none" strike="noStrike" baseline="0" dirty="0" err="1">
                <a:solidFill>
                  <a:srgbClr val="000000"/>
                </a:solidFill>
                <a:latin typeface="Times New Roman" panose="02020603050405020304" pitchFamily="18" charset="0"/>
                <a:cs typeface="Times New Roman" panose="02020603050405020304" pitchFamily="18" charset="0"/>
              </a:rPr>
              <a:t>x</a:t>
            </a:r>
            <a:r>
              <a:rPr lang="en-US" sz="2400" b="0" i="0" u="none" strike="noStrike" baseline="-25000" dirty="0" err="1">
                <a:solidFill>
                  <a:srgbClr val="000000"/>
                </a:solidFill>
                <a:latin typeface="Times New Roman" panose="02020603050405020304" pitchFamily="18" charset="0"/>
                <a:cs typeface="Times New Roman" panose="02020603050405020304" pitchFamily="18" charset="0"/>
              </a:rPr>
              <a:t>n</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and value of </a:t>
            </a:r>
            <a:r>
              <a:rPr lang="en-US" sz="2400" b="1" i="1" u="none" strike="noStrike" baseline="0" dirty="0">
                <a:solidFill>
                  <a:srgbClr val="000000"/>
                </a:solidFill>
                <a:latin typeface="Times New Roman" panose="02020603050405020304" pitchFamily="18" charset="0"/>
                <a:cs typeface="Times New Roman" panose="02020603050405020304" pitchFamily="18" charset="0"/>
              </a:rPr>
              <a:t>K</a:t>
            </a:r>
          </a:p>
          <a:p>
            <a:pPr algn="l"/>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6699CD"/>
                </a:solidFill>
                <a:latin typeface="Times New Roman" panose="02020603050405020304" pitchFamily="18" charset="0"/>
                <a:cs typeface="Times New Roman" panose="02020603050405020304" pitchFamily="18" charset="0"/>
              </a:rPr>
              <a:t>–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Step 1 - Pick K random points as cluster centers called centroids.</a:t>
            </a:r>
          </a:p>
          <a:p>
            <a:pPr algn="l"/>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6699CD"/>
                </a:solidFill>
                <a:latin typeface="Times New Roman" panose="02020603050405020304" pitchFamily="18" charset="0"/>
                <a:cs typeface="Times New Roman" panose="02020603050405020304" pitchFamily="18" charset="0"/>
              </a:rPr>
              <a:t>–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Step 2 - Assign each x</a:t>
            </a:r>
            <a:r>
              <a:rPr lang="en-US" sz="2400" b="0" i="0" u="none" strike="noStrike" baseline="-25000" dirty="0">
                <a:solidFill>
                  <a:srgbClr val="000000"/>
                </a:solidFill>
                <a:latin typeface="Times New Roman" panose="02020603050405020304" pitchFamily="18" charset="0"/>
                <a:cs typeface="Times New Roman" panose="02020603050405020304" pitchFamily="18" charset="0"/>
              </a:rPr>
              <a:t>i</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to nearest cluster by calculating its distance to each centroid.</a:t>
            </a:r>
          </a:p>
          <a:p>
            <a:pPr algn="l"/>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6699CD"/>
                </a:solidFill>
                <a:latin typeface="Times New Roman" panose="02020603050405020304" pitchFamily="18" charset="0"/>
                <a:cs typeface="Times New Roman" panose="02020603050405020304" pitchFamily="18" charset="0"/>
              </a:rPr>
              <a:t>–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Step 3 - Find new cluster center by taking the average of the assigned points.</a:t>
            </a:r>
          </a:p>
          <a:p>
            <a:pPr algn="l"/>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6699CD"/>
                </a:solidFill>
                <a:latin typeface="Times New Roman" panose="02020603050405020304" pitchFamily="18" charset="0"/>
                <a:cs typeface="Times New Roman" panose="02020603050405020304" pitchFamily="18" charset="0"/>
              </a:rPr>
              <a:t>–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Step 4 - Repeat Step 2 and 3 until none of the cluster assignments change.</a:t>
            </a:r>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F25FA2D-9FB6-4A91-F6B8-CB3CD6563545}"/>
                  </a:ext>
                </a:extLst>
              </p14:cNvPr>
              <p14:cNvContentPartPr/>
              <p14:nvPr/>
            </p14:nvContentPartPr>
            <p14:xfrm>
              <a:off x="1844640" y="288000"/>
              <a:ext cx="10127160" cy="5356440"/>
            </p14:xfrm>
          </p:contentPart>
        </mc:Choice>
        <mc:Fallback>
          <p:pic>
            <p:nvPicPr>
              <p:cNvPr id="4" name="Ink 3">
                <a:extLst>
                  <a:ext uri="{FF2B5EF4-FFF2-40B4-BE49-F238E27FC236}">
                    <a16:creationId xmlns:a16="http://schemas.microsoft.com/office/drawing/2014/main" id="{BF25FA2D-9FB6-4A91-F6B8-CB3CD6563545}"/>
                  </a:ext>
                </a:extLst>
              </p:cNvPr>
              <p:cNvPicPr/>
              <p:nvPr/>
            </p:nvPicPr>
            <p:blipFill>
              <a:blip r:embed="rId3"/>
              <a:stretch>
                <a:fillRect/>
              </a:stretch>
            </p:blipFill>
            <p:spPr>
              <a:xfrm>
                <a:off x="1835280" y="278640"/>
                <a:ext cx="10145880" cy="5375160"/>
              </a:xfrm>
              <a:prstGeom prst="rect">
                <a:avLst/>
              </a:prstGeom>
            </p:spPr>
          </p:pic>
        </mc:Fallback>
      </mc:AlternateContent>
    </p:spTree>
    <p:extLst>
      <p:ext uri="{BB962C8B-B14F-4D97-AF65-F5344CB8AC3E}">
        <p14:creationId xmlns:p14="http://schemas.microsoft.com/office/powerpoint/2010/main" val="1095908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Algorithm Work-Flow</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57DF021-6CBA-BB58-54F5-51C886D111EF}"/>
              </a:ext>
            </a:extLst>
          </p:cNvPr>
          <p:cNvSpPr txBox="1"/>
          <p:nvPr/>
        </p:nvSpPr>
        <p:spPr>
          <a:xfrm>
            <a:off x="1007197" y="1325563"/>
            <a:ext cx="10177606" cy="3046988"/>
          </a:xfrm>
          <a:prstGeom prst="rect">
            <a:avLst/>
          </a:prstGeom>
          <a:noFill/>
        </p:spPr>
        <p:txBody>
          <a:bodyPr wrap="square">
            <a:spAutoFit/>
          </a:bodyPr>
          <a:lstStyle/>
          <a:p>
            <a:pPr algn="l"/>
            <a:r>
              <a:rPr lang="en-US" sz="2400" b="1" i="0" u="none" strike="noStrike" baseline="0" dirty="0">
                <a:solidFill>
                  <a:srgbClr val="000000"/>
                </a:solidFill>
                <a:latin typeface="Times New Roman" panose="02020603050405020304" pitchFamily="18" charset="0"/>
                <a:cs typeface="Times New Roman" panose="02020603050405020304" pitchFamily="18" charset="0"/>
              </a:rPr>
              <a:t>Step 1</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In the first step </a:t>
            </a:r>
            <a:r>
              <a:rPr lang="en-US" sz="2400" b="1" i="1" u="none" strike="noStrike" baseline="0" dirty="0">
                <a:solidFill>
                  <a:srgbClr val="000000"/>
                </a:solidFill>
                <a:latin typeface="Times New Roman" panose="02020603050405020304" pitchFamily="18" charset="0"/>
                <a:cs typeface="Times New Roman" panose="02020603050405020304" pitchFamily="18" charset="0"/>
              </a:rPr>
              <a:t>k</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centroids is randomly picked (only in the first iteration) and all the points that are nearest to each centroid point are assigned to that specific cluster. Centroid is the arithmetic mean or average position of all the points.</a:t>
            </a:r>
          </a:p>
          <a:p>
            <a:pPr algn="l"/>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l"/>
            <a:r>
              <a:rPr lang="en-US" sz="2400" b="1" i="0" u="none" strike="noStrike" baseline="0" dirty="0">
                <a:solidFill>
                  <a:srgbClr val="000000"/>
                </a:solidFill>
                <a:latin typeface="Times New Roman" panose="02020603050405020304" pitchFamily="18" charset="0"/>
                <a:cs typeface="Times New Roman" panose="02020603050405020304" pitchFamily="18" charset="0"/>
              </a:rPr>
              <a:t>Step 2</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Here the centroid point is recalculated using the average of the  coordinates of all the points in that cluster. Then step one is repeated (assign nearest point) until the clusters converge.</a:t>
            </a:r>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C8DC4E5-014C-B6A2-7A76-CE4C3D5BFE4F}"/>
                  </a:ext>
                </a:extLst>
              </p14:cNvPr>
              <p14:cNvContentPartPr/>
              <p14:nvPr/>
            </p14:nvContentPartPr>
            <p14:xfrm>
              <a:off x="1869120" y="1781280"/>
              <a:ext cx="7134120" cy="2696040"/>
            </p14:xfrm>
          </p:contentPart>
        </mc:Choice>
        <mc:Fallback>
          <p:pic>
            <p:nvPicPr>
              <p:cNvPr id="4" name="Ink 3">
                <a:extLst>
                  <a:ext uri="{FF2B5EF4-FFF2-40B4-BE49-F238E27FC236}">
                    <a16:creationId xmlns:a16="http://schemas.microsoft.com/office/drawing/2014/main" id="{7C8DC4E5-014C-B6A2-7A76-CE4C3D5BFE4F}"/>
                  </a:ext>
                </a:extLst>
              </p:cNvPr>
              <p:cNvPicPr/>
              <p:nvPr/>
            </p:nvPicPr>
            <p:blipFill>
              <a:blip r:embed="rId3"/>
              <a:stretch>
                <a:fillRect/>
              </a:stretch>
            </p:blipFill>
            <p:spPr>
              <a:xfrm>
                <a:off x="1859760" y="1771920"/>
                <a:ext cx="7152840" cy="2714760"/>
              </a:xfrm>
              <a:prstGeom prst="rect">
                <a:avLst/>
              </a:prstGeom>
            </p:spPr>
          </p:pic>
        </mc:Fallback>
      </mc:AlternateContent>
    </p:spTree>
    <p:extLst>
      <p:ext uri="{BB962C8B-B14F-4D97-AF65-F5344CB8AC3E}">
        <p14:creationId xmlns:p14="http://schemas.microsoft.com/office/powerpoint/2010/main" val="3673669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Algorithm Work Flow</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68452FC3-C3AC-A385-E0A8-32ECC118BB7E}"/>
              </a:ext>
            </a:extLst>
          </p:cNvPr>
          <p:cNvPicPr>
            <a:picLocks noChangeAspect="1"/>
          </p:cNvPicPr>
          <p:nvPr/>
        </p:nvPicPr>
        <p:blipFill>
          <a:blip r:embed="rId2"/>
          <a:stretch>
            <a:fillRect/>
          </a:stretch>
        </p:blipFill>
        <p:spPr>
          <a:xfrm>
            <a:off x="1014153" y="1325563"/>
            <a:ext cx="10239893" cy="5171403"/>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DA3101D-71FA-5F08-A4F5-7FADE9CADC9E}"/>
                  </a:ext>
                </a:extLst>
              </p14:cNvPr>
              <p14:cNvContentPartPr/>
              <p14:nvPr/>
            </p14:nvContentPartPr>
            <p14:xfrm>
              <a:off x="2962800" y="2449440"/>
              <a:ext cx="6140880" cy="3062520"/>
            </p14:xfrm>
          </p:contentPart>
        </mc:Choice>
        <mc:Fallback>
          <p:pic>
            <p:nvPicPr>
              <p:cNvPr id="4" name="Ink 3">
                <a:extLst>
                  <a:ext uri="{FF2B5EF4-FFF2-40B4-BE49-F238E27FC236}">
                    <a16:creationId xmlns:a16="http://schemas.microsoft.com/office/drawing/2014/main" id="{6DA3101D-71FA-5F08-A4F5-7FADE9CADC9E}"/>
                  </a:ext>
                </a:extLst>
              </p:cNvPr>
              <p:cNvPicPr/>
              <p:nvPr/>
            </p:nvPicPr>
            <p:blipFill>
              <a:blip r:embed="rId4"/>
              <a:stretch>
                <a:fillRect/>
              </a:stretch>
            </p:blipFill>
            <p:spPr>
              <a:xfrm>
                <a:off x="2953440" y="2440080"/>
                <a:ext cx="6159600" cy="3081240"/>
              </a:xfrm>
              <a:prstGeom prst="rect">
                <a:avLst/>
              </a:prstGeom>
            </p:spPr>
          </p:pic>
        </mc:Fallback>
      </mc:AlternateContent>
    </p:spTree>
    <p:extLst>
      <p:ext uri="{BB962C8B-B14F-4D97-AF65-F5344CB8AC3E}">
        <p14:creationId xmlns:p14="http://schemas.microsoft.com/office/powerpoint/2010/main" val="3645432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Limitations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DD2156E-BF86-4EB0-F764-8DDE1DA3BB30}"/>
              </a:ext>
            </a:extLst>
          </p:cNvPr>
          <p:cNvSpPr txBox="1"/>
          <p:nvPr/>
        </p:nvSpPr>
        <p:spPr>
          <a:xfrm>
            <a:off x="1007196" y="1115702"/>
            <a:ext cx="10515600" cy="5632311"/>
          </a:xfrm>
          <a:prstGeom prst="rect">
            <a:avLst/>
          </a:prstGeom>
          <a:noFill/>
        </p:spPr>
        <p:txBody>
          <a:bodyPr wrap="square">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Need to specify the number of clusters (</a:t>
            </a:r>
            <a:r>
              <a:rPr lang="en-US" sz="2400" b="1" i="1" dirty="0">
                <a:latin typeface="Times New Roman" panose="02020603050405020304" pitchFamily="18" charset="0"/>
                <a:cs typeface="Times New Roman" panose="02020603050405020304" pitchFamily="18" charset="0"/>
              </a:rPr>
              <a:t>k</a:t>
            </a:r>
            <a:r>
              <a:rPr lang="en-US" sz="2400" b="1" dirty="0">
                <a:latin typeface="Times New Roman" panose="02020603050405020304" pitchFamily="18" charset="0"/>
                <a:cs typeface="Times New Roman" panose="02020603050405020304" pitchFamily="18" charset="0"/>
              </a:rPr>
              <a:t>) in advance</a:t>
            </a:r>
            <a:r>
              <a:rPr lang="en-US"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Assumes clusters are spherical and equally sized</a:t>
            </a:r>
            <a:r>
              <a:rPr lang="en-US" sz="2400" dirty="0">
                <a:latin typeface="Times New Roman" panose="02020603050405020304" pitchFamily="18" charset="0"/>
                <a:cs typeface="Times New Roman" panose="02020603050405020304" pitchFamily="18" charset="0"/>
              </a:rPr>
              <a:t>: Work best when clusters are compact, convex and roughly equal in size. Struggles with clusters of different shapes (e.g., concentric circles) or densities.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Sensitive to outliers and noise</a:t>
            </a:r>
            <a:r>
              <a:rPr lang="en-US" sz="2400" dirty="0">
                <a:latin typeface="Times New Roman" panose="02020603050405020304" pitchFamily="18" charset="0"/>
                <a:cs typeface="Times New Roman" panose="02020603050405020304" pitchFamily="18" charset="0"/>
              </a:rPr>
              <a:t>: Outliers can drastically shift the centroid, leading to poor clustering results.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Only works with numeric data: </a:t>
            </a:r>
            <a:r>
              <a:rPr lang="en-US" sz="2400" dirty="0">
                <a:latin typeface="Times New Roman" panose="02020603050405020304" pitchFamily="18" charset="0"/>
                <a:cs typeface="Times New Roman" panose="02020603050405020304" pitchFamily="18" charset="0"/>
              </a:rPr>
              <a:t>Relies on computing </a:t>
            </a:r>
            <a:r>
              <a:rPr lang="en-US" sz="2400" b="1" dirty="0">
                <a:latin typeface="Times New Roman" panose="02020603050405020304" pitchFamily="18" charset="0"/>
                <a:cs typeface="Times New Roman" panose="02020603050405020304" pitchFamily="18" charset="0"/>
              </a:rPr>
              <a:t>means and Euclidean distances</a:t>
            </a:r>
            <a:r>
              <a:rPr lang="en-US" sz="2400" dirty="0">
                <a:latin typeface="Times New Roman" panose="02020603050405020304" pitchFamily="18" charset="0"/>
                <a:cs typeface="Times New Roman" panose="02020603050405020304" pitchFamily="18" charset="0"/>
              </a:rPr>
              <a:t>, so it cannot directly handle categorical features (like gender, city, etc.) without preprocessing or using variants (e.g., k-modes).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Distance-based, so scaling matters: </a:t>
            </a:r>
            <a:r>
              <a:rPr lang="en-US" sz="2400" dirty="0">
                <a:latin typeface="Times New Roman" panose="02020603050405020304" pitchFamily="18" charset="0"/>
                <a:cs typeface="Times New Roman" panose="02020603050405020304" pitchFamily="18" charset="0"/>
              </a:rPr>
              <a:t>Features with larger numeric ranges dominate the distance metric, so data must be standardized/normalized first.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DCD4186-BF64-E1C8-76B7-39320EB33812}"/>
                  </a:ext>
                </a:extLst>
              </p14:cNvPr>
              <p14:cNvContentPartPr/>
              <p14:nvPr/>
            </p14:nvContentPartPr>
            <p14:xfrm>
              <a:off x="591840" y="72720"/>
              <a:ext cx="11544840" cy="6747840"/>
            </p14:xfrm>
          </p:contentPart>
        </mc:Choice>
        <mc:Fallback>
          <p:pic>
            <p:nvPicPr>
              <p:cNvPr id="4" name="Ink 3">
                <a:extLst>
                  <a:ext uri="{FF2B5EF4-FFF2-40B4-BE49-F238E27FC236}">
                    <a16:creationId xmlns:a16="http://schemas.microsoft.com/office/drawing/2014/main" id="{5DCD4186-BF64-E1C8-76B7-39320EB33812}"/>
                  </a:ext>
                </a:extLst>
              </p:cNvPr>
              <p:cNvPicPr/>
              <p:nvPr/>
            </p:nvPicPr>
            <p:blipFill>
              <a:blip r:embed="rId3"/>
              <a:stretch>
                <a:fillRect/>
              </a:stretch>
            </p:blipFill>
            <p:spPr>
              <a:xfrm>
                <a:off x="582480" y="63360"/>
                <a:ext cx="11563560" cy="6766560"/>
              </a:xfrm>
              <a:prstGeom prst="rect">
                <a:avLst/>
              </a:prstGeom>
            </p:spPr>
          </p:pic>
        </mc:Fallback>
      </mc:AlternateContent>
    </p:spTree>
    <p:extLst>
      <p:ext uri="{BB962C8B-B14F-4D97-AF65-F5344CB8AC3E}">
        <p14:creationId xmlns:p14="http://schemas.microsoft.com/office/powerpoint/2010/main" val="1267582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Use Cases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DD2156E-BF86-4EB0-F764-8DDE1DA3BB30}"/>
              </a:ext>
            </a:extLst>
          </p:cNvPr>
          <p:cNvSpPr txBox="1"/>
          <p:nvPr/>
        </p:nvSpPr>
        <p:spPr>
          <a:xfrm>
            <a:off x="1007196" y="1325562"/>
            <a:ext cx="9455937" cy="2677656"/>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K-Means is widely used for many applications.</a:t>
            </a:r>
          </a:p>
          <a:p>
            <a:pPr lvl="1"/>
            <a:r>
              <a:rPr lang="en-US" sz="2400" dirty="0">
                <a:latin typeface="Times New Roman" panose="02020603050405020304" pitchFamily="18" charset="0"/>
                <a:cs typeface="Times New Roman" panose="02020603050405020304" pitchFamily="18" charset="0"/>
              </a:rPr>
              <a:t>– Image Segmentation</a:t>
            </a:r>
          </a:p>
          <a:p>
            <a:pPr lvl="1"/>
            <a:r>
              <a:rPr lang="en-US" sz="2400" dirty="0">
                <a:latin typeface="Times New Roman" panose="02020603050405020304" pitchFamily="18" charset="0"/>
                <a:cs typeface="Times New Roman" panose="02020603050405020304" pitchFamily="18" charset="0"/>
              </a:rPr>
              <a:t>– Clustering Gene Segmentation Data</a:t>
            </a:r>
          </a:p>
          <a:p>
            <a:pPr lvl="1"/>
            <a:r>
              <a:rPr lang="en-US" sz="2400" dirty="0">
                <a:latin typeface="Times New Roman" panose="02020603050405020304" pitchFamily="18" charset="0"/>
                <a:cs typeface="Times New Roman" panose="02020603050405020304" pitchFamily="18" charset="0"/>
              </a:rPr>
              <a:t>– News Article Clustering</a:t>
            </a:r>
          </a:p>
          <a:p>
            <a:pPr lvl="1"/>
            <a:r>
              <a:rPr lang="en-US" sz="2400" dirty="0">
                <a:latin typeface="Times New Roman" panose="02020603050405020304" pitchFamily="18" charset="0"/>
                <a:cs typeface="Times New Roman" panose="02020603050405020304" pitchFamily="18" charset="0"/>
              </a:rPr>
              <a:t>– Clustering Languages</a:t>
            </a:r>
          </a:p>
          <a:p>
            <a:pPr lvl="1"/>
            <a:r>
              <a:rPr lang="en-US" sz="2400" dirty="0">
                <a:latin typeface="Times New Roman" panose="02020603050405020304" pitchFamily="18" charset="0"/>
                <a:cs typeface="Times New Roman" panose="02020603050405020304" pitchFamily="18" charset="0"/>
              </a:rPr>
              <a:t>– Species Clustering</a:t>
            </a:r>
          </a:p>
          <a:p>
            <a:pPr lvl="1"/>
            <a:r>
              <a:rPr lang="en-US" sz="2400" dirty="0">
                <a:latin typeface="Times New Roman" panose="02020603050405020304" pitchFamily="18" charset="0"/>
                <a:cs typeface="Times New Roman" panose="02020603050405020304" pitchFamily="18" charset="0"/>
              </a:rPr>
              <a:t>– Anomaly Detection</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0AFC773-4AC8-9CBE-B979-86EA04A225CC}"/>
                  </a:ext>
                </a:extLst>
              </p14:cNvPr>
              <p14:cNvContentPartPr/>
              <p14:nvPr/>
            </p14:nvContentPartPr>
            <p14:xfrm>
              <a:off x="4440600" y="1365480"/>
              <a:ext cx="3367080" cy="2549520"/>
            </p14:xfrm>
          </p:contentPart>
        </mc:Choice>
        <mc:Fallback>
          <p:pic>
            <p:nvPicPr>
              <p:cNvPr id="4" name="Ink 3">
                <a:extLst>
                  <a:ext uri="{FF2B5EF4-FFF2-40B4-BE49-F238E27FC236}">
                    <a16:creationId xmlns:a16="http://schemas.microsoft.com/office/drawing/2014/main" id="{F0AFC773-4AC8-9CBE-B979-86EA04A225CC}"/>
                  </a:ext>
                </a:extLst>
              </p:cNvPr>
              <p:cNvPicPr/>
              <p:nvPr/>
            </p:nvPicPr>
            <p:blipFill>
              <a:blip r:embed="rId3"/>
              <a:stretch>
                <a:fillRect/>
              </a:stretch>
            </p:blipFill>
            <p:spPr>
              <a:xfrm>
                <a:off x="4431240" y="1356120"/>
                <a:ext cx="3385800" cy="2568240"/>
              </a:xfrm>
              <a:prstGeom prst="rect">
                <a:avLst/>
              </a:prstGeom>
            </p:spPr>
          </p:pic>
        </mc:Fallback>
      </mc:AlternateContent>
    </p:spTree>
    <p:extLst>
      <p:ext uri="{BB962C8B-B14F-4D97-AF65-F5344CB8AC3E}">
        <p14:creationId xmlns:p14="http://schemas.microsoft.com/office/powerpoint/2010/main" val="662555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How many clusters?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DD2156E-BF86-4EB0-F764-8DDE1DA3BB30}"/>
              </a:ext>
            </a:extLst>
          </p:cNvPr>
          <p:cNvSpPr txBox="1"/>
          <p:nvPr/>
        </p:nvSpPr>
        <p:spPr>
          <a:xfrm>
            <a:off x="1007196" y="1325562"/>
            <a:ext cx="9455937" cy="1938992"/>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There are two commonly used methods to determine the ideal number of clusters possible in </a:t>
            </a:r>
            <a:r>
              <a:rPr lang="en-US" sz="2400">
                <a:latin typeface="Times New Roman" panose="02020603050405020304" pitchFamily="18" charset="0"/>
                <a:cs typeface="Times New Roman" panose="02020603050405020304" pitchFamily="18" charset="0"/>
              </a:rPr>
              <a:t>K-means:</a:t>
            </a:r>
          </a:p>
          <a:p>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 Elbow Method</a:t>
            </a:r>
          </a:p>
          <a:p>
            <a:pPr lvl="1"/>
            <a:r>
              <a:rPr lang="en-US" sz="2400" dirty="0">
                <a:latin typeface="Times New Roman" panose="02020603050405020304" pitchFamily="18" charset="0"/>
                <a:cs typeface="Times New Roman" panose="02020603050405020304" pitchFamily="18" charset="0"/>
              </a:rPr>
              <a:t>– Silhouette Method</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8645E977-DA97-F3C6-E96F-38162F2A0428}"/>
                  </a:ext>
                </a:extLst>
              </p14:cNvPr>
              <p14:cNvContentPartPr/>
              <p14:nvPr/>
            </p14:nvContentPartPr>
            <p14:xfrm>
              <a:off x="1027440" y="1842480"/>
              <a:ext cx="6503760" cy="1396800"/>
            </p14:xfrm>
          </p:contentPart>
        </mc:Choice>
        <mc:Fallback>
          <p:pic>
            <p:nvPicPr>
              <p:cNvPr id="4" name="Ink 3">
                <a:extLst>
                  <a:ext uri="{FF2B5EF4-FFF2-40B4-BE49-F238E27FC236}">
                    <a16:creationId xmlns:a16="http://schemas.microsoft.com/office/drawing/2014/main" id="{8645E977-DA97-F3C6-E96F-38162F2A0428}"/>
                  </a:ext>
                </a:extLst>
              </p:cNvPr>
              <p:cNvPicPr/>
              <p:nvPr/>
            </p:nvPicPr>
            <p:blipFill>
              <a:blip r:embed="rId3"/>
              <a:stretch>
                <a:fillRect/>
              </a:stretch>
            </p:blipFill>
            <p:spPr>
              <a:xfrm>
                <a:off x="1018080" y="1833120"/>
                <a:ext cx="6522480" cy="1415520"/>
              </a:xfrm>
              <a:prstGeom prst="rect">
                <a:avLst/>
              </a:prstGeom>
            </p:spPr>
          </p:pic>
        </mc:Fallback>
      </mc:AlternateContent>
    </p:spTree>
    <p:extLst>
      <p:ext uri="{BB962C8B-B14F-4D97-AF65-F5344CB8AC3E}">
        <p14:creationId xmlns:p14="http://schemas.microsoft.com/office/powerpoint/2010/main" val="977754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Elbow Method</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DD2156E-BF86-4EB0-F764-8DDE1DA3BB30}"/>
              </a:ext>
            </a:extLst>
          </p:cNvPr>
          <p:cNvSpPr txBox="1"/>
          <p:nvPr/>
        </p:nvSpPr>
        <p:spPr>
          <a:xfrm>
            <a:off x="1007196" y="1325562"/>
            <a:ext cx="10384704" cy="4893647"/>
          </a:xfrm>
          <a:prstGeom prst="rect">
            <a:avLst/>
          </a:prstGeom>
          <a:noFill/>
        </p:spPr>
        <p:txBody>
          <a:bodyPr wrap="square">
            <a:spAutoFit/>
          </a:bodyPr>
          <a:lstStyle/>
          <a:p>
            <a:r>
              <a:rPr lang="en-US" sz="2400" dirty="0"/>
              <a:t>The </a:t>
            </a:r>
            <a:r>
              <a:rPr lang="en-US" sz="2400" b="1" dirty="0"/>
              <a:t>Elbow Method</a:t>
            </a:r>
            <a:r>
              <a:rPr lang="en-US" sz="2400" dirty="0"/>
              <a:t> is a commonly used technique to determine the </a:t>
            </a:r>
            <a:r>
              <a:rPr lang="en-US" sz="2400" b="1" dirty="0"/>
              <a:t>optimal number of clusters (k)</a:t>
            </a:r>
            <a:r>
              <a:rPr lang="en-US" sz="2400" dirty="0"/>
              <a:t> in clustering algorithms like </a:t>
            </a:r>
            <a:r>
              <a:rPr lang="en-US" sz="2400" b="1" dirty="0"/>
              <a:t>k-means</a:t>
            </a:r>
            <a:r>
              <a:rPr lang="en-US" sz="2400" dirty="0"/>
              <a:t>.</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t>Intuition</a:t>
            </a:r>
          </a:p>
          <a:p>
            <a:pPr marL="342900" indent="-342900">
              <a:buFont typeface="Arial" panose="020B0604020202020204" pitchFamily="34" charset="0"/>
              <a:buChar char="•"/>
            </a:pPr>
            <a:r>
              <a:rPr lang="en-US" sz="2400" dirty="0"/>
              <a:t>As we increase the number of clusters </a:t>
            </a:r>
            <a:r>
              <a:rPr lang="en-US" sz="2400" i="1" dirty="0"/>
              <a:t>k</a:t>
            </a:r>
            <a:r>
              <a:rPr lang="en-US" sz="2400" dirty="0"/>
              <a:t>, the </a:t>
            </a:r>
            <a:r>
              <a:rPr lang="en-US" sz="2400" b="1" dirty="0"/>
              <a:t>within-cluster variation (WCSS)</a:t>
            </a:r>
            <a:r>
              <a:rPr lang="en-US" sz="2400" dirty="0"/>
              <a:t> — i.e., how spread out points are within each cluster — </a:t>
            </a:r>
            <a:r>
              <a:rPr lang="en-US" sz="2400" b="1" dirty="0"/>
              <a:t>decreases</a:t>
            </a:r>
            <a:r>
              <a:rPr lang="en-US" sz="2400" dirty="0"/>
              <a:t> because clusters get smaller and more specific.</a:t>
            </a:r>
          </a:p>
          <a:p>
            <a:pPr marL="342900" indent="-342900">
              <a:buFont typeface="Arial" panose="020B0604020202020204" pitchFamily="34" charset="0"/>
              <a:buChar char="•"/>
            </a:pPr>
            <a:r>
              <a:rPr lang="en-US" sz="2400" dirty="0"/>
              <a:t>But after a certain point, adding more clusters gives </a:t>
            </a:r>
            <a:r>
              <a:rPr lang="en-US" sz="2400" b="1" dirty="0"/>
              <a:t>diminishing returns</a:t>
            </a:r>
            <a:r>
              <a:rPr lang="en-US" sz="2400" dirty="0"/>
              <a:t> (only small improvements).</a:t>
            </a:r>
          </a:p>
          <a:p>
            <a:pPr marL="342900" indent="-342900">
              <a:buFont typeface="Arial" panose="020B0604020202020204" pitchFamily="34" charset="0"/>
              <a:buChar char="•"/>
            </a:pPr>
            <a:r>
              <a:rPr lang="en-US" sz="2400" dirty="0"/>
              <a:t>The “</a:t>
            </a:r>
            <a:r>
              <a:rPr lang="en-US" sz="2400" b="1" dirty="0"/>
              <a:t>elbow point</a:t>
            </a:r>
            <a:r>
              <a:rPr lang="en-US" sz="2400" dirty="0"/>
              <a:t>” on the curve of </a:t>
            </a:r>
            <a:r>
              <a:rPr lang="en-US" sz="2400" i="1" dirty="0"/>
              <a:t>WCSS vs. k </a:t>
            </a:r>
            <a:r>
              <a:rPr lang="en-US" sz="2400" dirty="0"/>
              <a:t>indicates a good balance between </a:t>
            </a:r>
            <a:r>
              <a:rPr lang="en-US" sz="2400" b="1" dirty="0"/>
              <a:t>cluster compactness</a:t>
            </a:r>
            <a:r>
              <a:rPr lang="en-US" sz="2400" dirty="0"/>
              <a:t> and </a:t>
            </a:r>
            <a:r>
              <a:rPr lang="en-US" sz="2400" b="1" dirty="0"/>
              <a:t>number of clusters</a:t>
            </a:r>
            <a:r>
              <a:rPr lang="en-US" sz="2400" dirty="0"/>
              <a:t>.</a:t>
            </a:r>
          </a:p>
          <a:p>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A89287E-9334-5064-8E8F-305CDAC3CEED}"/>
                  </a:ext>
                </a:extLst>
              </p14:cNvPr>
              <p14:cNvContentPartPr/>
              <p14:nvPr/>
            </p14:nvContentPartPr>
            <p14:xfrm>
              <a:off x="2760480" y="-1080"/>
              <a:ext cx="9675720" cy="5983920"/>
            </p14:xfrm>
          </p:contentPart>
        </mc:Choice>
        <mc:Fallback>
          <p:pic>
            <p:nvPicPr>
              <p:cNvPr id="4" name="Ink 3">
                <a:extLst>
                  <a:ext uri="{FF2B5EF4-FFF2-40B4-BE49-F238E27FC236}">
                    <a16:creationId xmlns:a16="http://schemas.microsoft.com/office/drawing/2014/main" id="{0A89287E-9334-5064-8E8F-305CDAC3CEED}"/>
                  </a:ext>
                </a:extLst>
              </p:cNvPr>
              <p:cNvPicPr/>
              <p:nvPr/>
            </p:nvPicPr>
            <p:blipFill>
              <a:blip r:embed="rId3"/>
              <a:stretch>
                <a:fillRect/>
              </a:stretch>
            </p:blipFill>
            <p:spPr>
              <a:xfrm>
                <a:off x="2751120" y="-10440"/>
                <a:ext cx="9694440" cy="6002640"/>
              </a:xfrm>
              <a:prstGeom prst="rect">
                <a:avLst/>
              </a:prstGeom>
            </p:spPr>
          </p:pic>
        </mc:Fallback>
      </mc:AlternateContent>
    </p:spTree>
    <p:extLst>
      <p:ext uri="{BB962C8B-B14F-4D97-AF65-F5344CB8AC3E}">
        <p14:creationId xmlns:p14="http://schemas.microsoft.com/office/powerpoint/2010/main" val="4167924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Elbow Method</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DD2156E-BF86-4EB0-F764-8DDE1DA3BB30}"/>
              </a:ext>
            </a:extLst>
          </p:cNvPr>
          <p:cNvSpPr txBox="1"/>
          <p:nvPr/>
        </p:nvSpPr>
        <p:spPr>
          <a:xfrm>
            <a:off x="1007196" y="1325562"/>
            <a:ext cx="10384704" cy="4893647"/>
          </a:xfrm>
          <a:prstGeom prst="rect">
            <a:avLst/>
          </a:prstGeom>
          <a:noFill/>
        </p:spPr>
        <p:txBody>
          <a:bodyPr wrap="square">
            <a:spAutoFit/>
          </a:bodyPr>
          <a:lstStyle/>
          <a:p>
            <a:pPr marL="342900" indent="-342900">
              <a:buFont typeface="Wingdings" panose="05000000000000000000" pitchFamily="2" charset="2"/>
              <a:buChar char="Ø"/>
            </a:pPr>
            <a:r>
              <a:rPr lang="en-US" sz="2400" b="1" dirty="0"/>
              <a:t>Steps</a:t>
            </a:r>
          </a:p>
          <a:p>
            <a:pPr marL="457200" indent="-457200">
              <a:buFont typeface="+mj-lt"/>
              <a:buAutoNum type="arabicPeriod"/>
            </a:pPr>
            <a:r>
              <a:rPr lang="en-US" sz="2400" dirty="0"/>
              <a:t>Run the clustering algorithm (e.g., k-means) for a range of </a:t>
            </a:r>
            <a:r>
              <a:rPr lang="en-US" sz="2400" i="1" dirty="0"/>
              <a:t>k</a:t>
            </a:r>
            <a:r>
              <a:rPr lang="en-US" sz="2400" dirty="0"/>
              <a:t> values (say 1–10).</a:t>
            </a:r>
          </a:p>
          <a:p>
            <a:pPr marL="457200" indent="-457200">
              <a:buFont typeface="+mj-lt"/>
              <a:buAutoNum type="arabicPeriod"/>
            </a:pPr>
            <a:endParaRPr lang="en-US" sz="2400" dirty="0"/>
          </a:p>
          <a:p>
            <a:pPr marL="457200" indent="-457200">
              <a:buFont typeface="+mj-lt"/>
              <a:buAutoNum type="arabicPeriod"/>
            </a:pPr>
            <a:r>
              <a:rPr lang="en-US" sz="2400" dirty="0"/>
              <a:t>For each </a:t>
            </a:r>
            <a:r>
              <a:rPr lang="en-US" sz="2400" i="1" dirty="0"/>
              <a:t>k</a:t>
            </a:r>
            <a:r>
              <a:rPr lang="en-US" sz="2400" dirty="0"/>
              <a:t>, compute the </a:t>
            </a:r>
            <a:r>
              <a:rPr lang="en-US" sz="2400" b="1" dirty="0"/>
              <a:t>WCSS</a:t>
            </a:r>
            <a:r>
              <a:rPr lang="en-US" sz="2400" dirty="0"/>
              <a:t> (Within-Cluster Sum of Squares):</a:t>
            </a:r>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r>
              <a:rPr lang="en-US" sz="2400" dirty="0"/>
              <a:t>	where </a:t>
            </a:r>
            <a:r>
              <a:rPr lang="en-US" sz="2400" i="1" dirty="0"/>
              <a:t>C</a:t>
            </a:r>
            <a:r>
              <a:rPr lang="en-US" sz="2400" i="1" baseline="-25000" dirty="0"/>
              <a:t>i</a:t>
            </a:r>
            <a:r>
              <a:rPr lang="en-US" sz="2400" dirty="0"/>
              <a:t>​ is cluster </a:t>
            </a:r>
            <a:r>
              <a:rPr lang="en-US" sz="2400" i="1" dirty="0"/>
              <a:t>i</a:t>
            </a:r>
            <a:r>
              <a:rPr lang="en-US" sz="2400" dirty="0"/>
              <a:t> and </a:t>
            </a:r>
            <a:r>
              <a:rPr lang="en-US" sz="2400" i="1" dirty="0" err="1"/>
              <a:t>μi</a:t>
            </a:r>
            <a:r>
              <a:rPr lang="en-US" sz="2400" dirty="0"/>
              <a:t>​ is its centroid.</a:t>
            </a:r>
          </a:p>
          <a:p>
            <a:endParaRPr lang="en-US" sz="2400" dirty="0"/>
          </a:p>
          <a:p>
            <a:pPr marL="457200" indent="-457200">
              <a:buAutoNum type="arabicPeriod" startAt="3"/>
            </a:pPr>
            <a:r>
              <a:rPr lang="en-US" sz="2400" dirty="0"/>
              <a:t>Plot </a:t>
            </a:r>
            <a:r>
              <a:rPr lang="en-US" sz="2400" b="1" dirty="0"/>
              <a:t>WCSS vs. k</a:t>
            </a:r>
            <a:r>
              <a:rPr lang="en-US" sz="2400" dirty="0"/>
              <a:t>.</a:t>
            </a:r>
          </a:p>
          <a:p>
            <a:pPr marL="457200" indent="-457200">
              <a:buAutoNum type="arabicPeriod" startAt="3"/>
            </a:pPr>
            <a:endParaRPr lang="en-US" sz="2400" dirty="0"/>
          </a:p>
          <a:p>
            <a:r>
              <a:rPr lang="en-US" sz="2400" dirty="0"/>
              <a:t>4.	Look for the </a:t>
            </a:r>
            <a:r>
              <a:rPr lang="en-US" sz="2400" b="1" dirty="0"/>
              <a:t>“elbow” point</a:t>
            </a:r>
            <a:r>
              <a:rPr lang="en-US" sz="2400" dirty="0"/>
              <a:t> where the rate of decrease sharply slows down — that </a:t>
            </a:r>
            <a:r>
              <a:rPr lang="en-US" sz="2400" i="1" dirty="0"/>
              <a:t>k</a:t>
            </a:r>
            <a:r>
              <a:rPr lang="en-US" sz="2400" dirty="0"/>
              <a:t> is the optimal number of clusters.</a:t>
            </a:r>
          </a:p>
        </p:txBody>
      </p:sp>
      <p:pic>
        <p:nvPicPr>
          <p:cNvPr id="5" name="Picture 4">
            <a:extLst>
              <a:ext uri="{FF2B5EF4-FFF2-40B4-BE49-F238E27FC236}">
                <a16:creationId xmlns:a16="http://schemas.microsoft.com/office/drawing/2014/main" id="{3732AA7D-FE53-F982-4435-668FDD00F9CC}"/>
              </a:ext>
            </a:extLst>
          </p:cNvPr>
          <p:cNvPicPr>
            <a:picLocks noChangeAspect="1"/>
          </p:cNvPicPr>
          <p:nvPr/>
        </p:nvPicPr>
        <p:blipFill>
          <a:blip r:embed="rId2"/>
          <a:stretch>
            <a:fillRect/>
          </a:stretch>
        </p:blipFill>
        <p:spPr>
          <a:xfrm>
            <a:off x="4013363" y="2827102"/>
            <a:ext cx="3831595" cy="1203796"/>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25CA90CB-61FC-525D-233C-A589EA19AC5C}"/>
                  </a:ext>
                </a:extLst>
              </p14:cNvPr>
              <p14:cNvContentPartPr/>
              <p14:nvPr/>
            </p14:nvContentPartPr>
            <p14:xfrm>
              <a:off x="1929240" y="2091600"/>
              <a:ext cx="9160920" cy="4290120"/>
            </p14:xfrm>
          </p:contentPart>
        </mc:Choice>
        <mc:Fallback>
          <p:pic>
            <p:nvPicPr>
              <p:cNvPr id="4" name="Ink 3">
                <a:extLst>
                  <a:ext uri="{FF2B5EF4-FFF2-40B4-BE49-F238E27FC236}">
                    <a16:creationId xmlns:a16="http://schemas.microsoft.com/office/drawing/2014/main" id="{25CA90CB-61FC-525D-233C-A589EA19AC5C}"/>
                  </a:ext>
                </a:extLst>
              </p:cNvPr>
              <p:cNvPicPr/>
              <p:nvPr/>
            </p:nvPicPr>
            <p:blipFill>
              <a:blip r:embed="rId4"/>
              <a:stretch>
                <a:fillRect/>
              </a:stretch>
            </p:blipFill>
            <p:spPr>
              <a:xfrm>
                <a:off x="1919880" y="2082240"/>
                <a:ext cx="9179640" cy="4308840"/>
              </a:xfrm>
              <a:prstGeom prst="rect">
                <a:avLst/>
              </a:prstGeom>
            </p:spPr>
          </p:pic>
        </mc:Fallback>
      </mc:AlternateContent>
    </p:spTree>
    <p:extLst>
      <p:ext uri="{BB962C8B-B14F-4D97-AF65-F5344CB8AC3E}">
        <p14:creationId xmlns:p14="http://schemas.microsoft.com/office/powerpoint/2010/main" val="3159525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Elbow Method</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DD2156E-BF86-4EB0-F764-8DDE1DA3BB30}"/>
              </a:ext>
            </a:extLst>
          </p:cNvPr>
          <p:cNvSpPr txBox="1"/>
          <p:nvPr/>
        </p:nvSpPr>
        <p:spPr>
          <a:xfrm>
            <a:off x="455683" y="1597723"/>
            <a:ext cx="5678417" cy="4154984"/>
          </a:xfrm>
          <a:prstGeom prst="rect">
            <a:avLst/>
          </a:prstGeom>
          <a:noFill/>
        </p:spPr>
        <p:txBody>
          <a:bodyPr wrap="square">
            <a:spAutoFit/>
          </a:bodyPr>
          <a:lstStyle/>
          <a:p>
            <a:pPr marL="342900" indent="-342900">
              <a:buFont typeface="Wingdings" panose="05000000000000000000" pitchFamily="2" charset="2"/>
              <a:buChar char="Ø"/>
            </a:pPr>
            <a:r>
              <a:rPr lang="en-US" sz="2400" b="1" dirty="0"/>
              <a:t>Interpretation</a:t>
            </a:r>
          </a:p>
          <a:p>
            <a:pPr marL="342900" indent="-342900">
              <a:buFont typeface="Wingdings" panose="05000000000000000000" pitchFamily="2" charset="2"/>
              <a:buChar char="Ø"/>
            </a:pPr>
            <a:endParaRPr lang="en-US" sz="2400" b="1" dirty="0"/>
          </a:p>
          <a:p>
            <a:pPr marL="342900" indent="-342900">
              <a:buFont typeface="Arial" panose="020B0604020202020204" pitchFamily="34" charset="0"/>
              <a:buChar char="•"/>
            </a:pPr>
            <a:r>
              <a:rPr lang="en-US" sz="2400" b="1" dirty="0"/>
              <a:t>Before elbow</a:t>
            </a:r>
            <a:r>
              <a:rPr lang="en-US" sz="2400" dirty="0"/>
              <a:t> → WCSS decreases steeply (adding clusters significantly improves fit).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At elbow</a:t>
            </a:r>
            <a:r>
              <a:rPr lang="en-US" sz="2400" dirty="0"/>
              <a:t> → Best trade-off between accuracy and simplicity.</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After elbow</a:t>
            </a:r>
            <a:r>
              <a:rPr lang="en-US" sz="2400" dirty="0"/>
              <a:t> → WCSS decreases slowly (extra clusters don’t add much value).</a:t>
            </a:r>
          </a:p>
        </p:txBody>
      </p:sp>
      <p:pic>
        <p:nvPicPr>
          <p:cNvPr id="6" name="Picture 5">
            <a:extLst>
              <a:ext uri="{FF2B5EF4-FFF2-40B4-BE49-F238E27FC236}">
                <a16:creationId xmlns:a16="http://schemas.microsoft.com/office/drawing/2014/main" id="{0B6E03FC-F062-81B8-8786-3C1C8DC56C74}"/>
              </a:ext>
            </a:extLst>
          </p:cNvPr>
          <p:cNvPicPr>
            <a:picLocks noChangeAspect="1"/>
          </p:cNvPicPr>
          <p:nvPr/>
        </p:nvPicPr>
        <p:blipFill rotWithShape="1">
          <a:blip r:embed="rId2"/>
          <a:srcRect t="4332"/>
          <a:stretch/>
        </p:blipFill>
        <p:spPr>
          <a:xfrm>
            <a:off x="6092113" y="1644190"/>
            <a:ext cx="6099887" cy="4108517"/>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3B9C988B-65A9-7181-F367-DBAE1636B181}"/>
                  </a:ext>
                </a:extLst>
              </p14:cNvPr>
              <p14:cNvContentPartPr/>
              <p14:nvPr/>
            </p14:nvContentPartPr>
            <p14:xfrm>
              <a:off x="838440" y="2688120"/>
              <a:ext cx="10742040" cy="3535560"/>
            </p14:xfrm>
          </p:contentPart>
        </mc:Choice>
        <mc:Fallback>
          <p:pic>
            <p:nvPicPr>
              <p:cNvPr id="4" name="Ink 3">
                <a:extLst>
                  <a:ext uri="{FF2B5EF4-FFF2-40B4-BE49-F238E27FC236}">
                    <a16:creationId xmlns:a16="http://schemas.microsoft.com/office/drawing/2014/main" id="{3B9C988B-65A9-7181-F367-DBAE1636B181}"/>
                  </a:ext>
                </a:extLst>
              </p:cNvPr>
              <p:cNvPicPr/>
              <p:nvPr/>
            </p:nvPicPr>
            <p:blipFill>
              <a:blip r:embed="rId4"/>
              <a:stretch>
                <a:fillRect/>
              </a:stretch>
            </p:blipFill>
            <p:spPr>
              <a:xfrm>
                <a:off x="829080" y="2678760"/>
                <a:ext cx="10760760" cy="3554280"/>
              </a:xfrm>
              <a:prstGeom prst="rect">
                <a:avLst/>
              </a:prstGeom>
            </p:spPr>
          </p:pic>
        </mc:Fallback>
      </mc:AlternateContent>
    </p:spTree>
    <p:extLst>
      <p:ext uri="{BB962C8B-B14F-4D97-AF65-F5344CB8AC3E}">
        <p14:creationId xmlns:p14="http://schemas.microsoft.com/office/powerpoint/2010/main" val="3564807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Silhouette Method </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DD2156E-BF86-4EB0-F764-8DDE1DA3BB30}"/>
              </a:ext>
            </a:extLst>
          </p:cNvPr>
          <p:cNvSpPr txBox="1"/>
          <p:nvPr/>
        </p:nvSpPr>
        <p:spPr>
          <a:xfrm>
            <a:off x="1007196" y="1325562"/>
            <a:ext cx="9455937" cy="4893647"/>
          </a:xfrm>
          <a:prstGeom prst="rect">
            <a:avLst/>
          </a:prstGeom>
          <a:noFill/>
        </p:spPr>
        <p:txBody>
          <a:bodyPr wrap="square">
            <a:spAutoFit/>
          </a:bodyPr>
          <a:lstStyle/>
          <a:p>
            <a:r>
              <a:rPr lang="en-US" sz="2400" dirty="0"/>
              <a:t>The </a:t>
            </a:r>
            <a:r>
              <a:rPr lang="en-US" sz="2400" b="1" dirty="0"/>
              <a:t>Silhouette Method</a:t>
            </a:r>
            <a:r>
              <a:rPr lang="en-US" sz="2400" dirty="0"/>
              <a:t> is a technique used to evaluate the quality of clustering in </a:t>
            </a:r>
            <a:r>
              <a:rPr lang="en-US" sz="2400" b="1" dirty="0"/>
              <a:t>unsupervised learning</a:t>
            </a:r>
            <a:r>
              <a:rPr lang="en-US" sz="2400" dirty="0"/>
              <a:t> (e.g., k-means, hierarchical clustering).</a:t>
            </a:r>
          </a:p>
          <a:p>
            <a:endParaRPr lang="en-US" sz="2400" dirty="0"/>
          </a:p>
          <a:p>
            <a:r>
              <a:rPr lang="en-US" sz="2400" dirty="0"/>
              <a:t>It helps determine how well data points are assigned to their clusters and can also guide the choice of the optimal number of clusters.</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t>Intuition</a:t>
            </a:r>
          </a:p>
          <a:p>
            <a:r>
              <a:rPr lang="en-US" sz="2400" dirty="0"/>
              <a:t>For each data point </a:t>
            </a:r>
            <a:r>
              <a:rPr lang="en-US" sz="2400" i="1" dirty="0"/>
              <a:t>i</a:t>
            </a:r>
            <a:r>
              <a:rPr lang="en-US" sz="2400" dirty="0"/>
              <a:t>:</a:t>
            </a:r>
          </a:p>
          <a:p>
            <a:pPr marL="342900" indent="-342900">
              <a:buFont typeface="Arial" panose="020B0604020202020204" pitchFamily="34" charset="0"/>
              <a:buChar char="•"/>
            </a:pPr>
            <a:r>
              <a:rPr lang="en-US" sz="2400" dirty="0"/>
              <a:t>Compute </a:t>
            </a:r>
            <a:r>
              <a:rPr lang="en-US" sz="2400" b="1" dirty="0"/>
              <a:t>cohesion</a:t>
            </a:r>
            <a:r>
              <a:rPr lang="en-US" sz="2400" dirty="0"/>
              <a:t>: how similar it is to points in its own cluster.</a:t>
            </a:r>
          </a:p>
          <a:p>
            <a:pPr marL="342900" indent="-342900">
              <a:buFont typeface="Arial" panose="020B0604020202020204" pitchFamily="34" charset="0"/>
              <a:buChar char="•"/>
            </a:pPr>
            <a:r>
              <a:rPr lang="en-US" sz="2400" dirty="0"/>
              <a:t>Compute </a:t>
            </a:r>
            <a:r>
              <a:rPr lang="en-US" sz="2400" b="1" dirty="0"/>
              <a:t>separation</a:t>
            </a:r>
            <a:r>
              <a:rPr lang="en-US" sz="2400" dirty="0"/>
              <a:t>: how different it is from points in the nearest other cluster.</a:t>
            </a:r>
          </a:p>
          <a:p>
            <a:pPr marL="342900" indent="-342900">
              <a:buFont typeface="Arial" panose="020B0604020202020204" pitchFamily="34" charset="0"/>
              <a:buChar char="•"/>
            </a:pPr>
            <a:r>
              <a:rPr lang="en-US" sz="2400" dirty="0"/>
              <a:t>The </a:t>
            </a:r>
            <a:r>
              <a:rPr lang="en-US" sz="2400" b="1" dirty="0"/>
              <a:t>Silhouette score</a:t>
            </a:r>
            <a:r>
              <a:rPr lang="en-US" sz="2400" dirty="0"/>
              <a:t> compares these two measures.</a:t>
            </a:r>
          </a:p>
          <a:p>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57DB3BD-E76B-3584-C7F2-A3BA57F5B55F}"/>
                  </a:ext>
                </a:extLst>
              </p14:cNvPr>
              <p14:cNvContentPartPr/>
              <p14:nvPr/>
            </p14:nvContentPartPr>
            <p14:xfrm>
              <a:off x="2214360" y="2181960"/>
              <a:ext cx="7793640" cy="3857760"/>
            </p14:xfrm>
          </p:contentPart>
        </mc:Choice>
        <mc:Fallback>
          <p:pic>
            <p:nvPicPr>
              <p:cNvPr id="4" name="Ink 3">
                <a:extLst>
                  <a:ext uri="{FF2B5EF4-FFF2-40B4-BE49-F238E27FC236}">
                    <a16:creationId xmlns:a16="http://schemas.microsoft.com/office/drawing/2014/main" id="{157DB3BD-E76B-3584-C7F2-A3BA57F5B55F}"/>
                  </a:ext>
                </a:extLst>
              </p:cNvPr>
              <p:cNvPicPr/>
              <p:nvPr/>
            </p:nvPicPr>
            <p:blipFill>
              <a:blip r:embed="rId3"/>
              <a:stretch>
                <a:fillRect/>
              </a:stretch>
            </p:blipFill>
            <p:spPr>
              <a:xfrm>
                <a:off x="2205000" y="2172600"/>
                <a:ext cx="7812360" cy="3876480"/>
              </a:xfrm>
              <a:prstGeom prst="rect">
                <a:avLst/>
              </a:prstGeom>
            </p:spPr>
          </p:pic>
        </mc:Fallback>
      </mc:AlternateContent>
    </p:spTree>
    <p:extLst>
      <p:ext uri="{BB962C8B-B14F-4D97-AF65-F5344CB8AC3E}">
        <p14:creationId xmlns:p14="http://schemas.microsoft.com/office/powerpoint/2010/main" val="1041999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Silhouette Method </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DD2156E-BF86-4EB0-F764-8DDE1DA3BB30}"/>
              </a:ext>
            </a:extLst>
          </p:cNvPr>
          <p:cNvSpPr txBox="1"/>
          <p:nvPr/>
        </p:nvSpPr>
        <p:spPr>
          <a:xfrm>
            <a:off x="1007196" y="1325562"/>
            <a:ext cx="9455937" cy="1938992"/>
          </a:xfrm>
          <a:prstGeom prst="rect">
            <a:avLst/>
          </a:prstGeom>
          <a:noFill/>
        </p:spPr>
        <p:txBody>
          <a:bodyPr wrap="square">
            <a:spAutoFit/>
          </a:bodyPr>
          <a:lstStyle/>
          <a:p>
            <a:pPr marL="342900" indent="-342900">
              <a:buFont typeface="Wingdings" panose="05000000000000000000" pitchFamily="2" charset="2"/>
              <a:buChar char="Ø"/>
            </a:pPr>
            <a:r>
              <a:rPr lang="en-US" sz="2400" b="1" dirty="0"/>
              <a:t>Formula</a:t>
            </a:r>
          </a:p>
          <a:p>
            <a:endParaRPr lang="en-US" sz="2400" b="1" dirty="0"/>
          </a:p>
          <a:p>
            <a:r>
              <a:rPr lang="en-US" sz="2400" dirty="0"/>
              <a:t>For a data point </a:t>
            </a:r>
            <a:r>
              <a:rPr lang="en-US" sz="2400" i="1" dirty="0"/>
              <a:t>i</a:t>
            </a:r>
            <a:r>
              <a:rPr lang="en-US" sz="2400" dirty="0"/>
              <a:t>:</a:t>
            </a:r>
          </a:p>
          <a:p>
            <a:endParaRPr lang="en-US" sz="2400" dirty="0"/>
          </a:p>
          <a:p>
            <a:endParaRPr lang="en-US" sz="2400" dirty="0"/>
          </a:p>
        </p:txBody>
      </p:sp>
      <p:pic>
        <p:nvPicPr>
          <p:cNvPr id="5" name="Picture 4">
            <a:extLst>
              <a:ext uri="{FF2B5EF4-FFF2-40B4-BE49-F238E27FC236}">
                <a16:creationId xmlns:a16="http://schemas.microsoft.com/office/drawing/2014/main" id="{ABF1ED44-8B8E-356D-0E04-7974A0F67AD2}"/>
              </a:ext>
            </a:extLst>
          </p:cNvPr>
          <p:cNvPicPr>
            <a:picLocks noChangeAspect="1"/>
          </p:cNvPicPr>
          <p:nvPr/>
        </p:nvPicPr>
        <p:blipFill>
          <a:blip r:embed="rId2"/>
          <a:stretch>
            <a:fillRect/>
          </a:stretch>
        </p:blipFill>
        <p:spPr>
          <a:xfrm>
            <a:off x="4130342" y="2375991"/>
            <a:ext cx="3370274" cy="1217455"/>
          </a:xfrm>
          <a:prstGeom prst="rect">
            <a:avLst/>
          </a:prstGeom>
        </p:spPr>
      </p:pic>
      <p:sp>
        <p:nvSpPr>
          <p:cNvPr id="7" name="TextBox 6">
            <a:extLst>
              <a:ext uri="{FF2B5EF4-FFF2-40B4-BE49-F238E27FC236}">
                <a16:creationId xmlns:a16="http://schemas.microsoft.com/office/drawing/2014/main" id="{832FBBC9-A94E-3F4A-2A86-BE3EBF693A31}"/>
              </a:ext>
            </a:extLst>
          </p:cNvPr>
          <p:cNvSpPr txBox="1"/>
          <p:nvPr/>
        </p:nvSpPr>
        <p:spPr>
          <a:xfrm>
            <a:off x="1083592" y="3780870"/>
            <a:ext cx="10308308" cy="1938992"/>
          </a:xfrm>
          <a:prstGeom prst="rect">
            <a:avLst/>
          </a:prstGeom>
          <a:noFill/>
        </p:spPr>
        <p:txBody>
          <a:bodyPr wrap="square">
            <a:spAutoFit/>
          </a:bodyPr>
          <a:lstStyle/>
          <a:p>
            <a:r>
              <a:rPr lang="en-US" sz="2400" dirty="0"/>
              <a:t>where:</a:t>
            </a:r>
          </a:p>
          <a:p>
            <a:pPr marL="342900" indent="-342900">
              <a:buFont typeface="Arial" panose="020B0604020202020204" pitchFamily="34" charset="0"/>
              <a:buChar char="•"/>
            </a:pPr>
            <a:r>
              <a:rPr lang="en-US" sz="2400" dirty="0"/>
              <a:t>a(i) = average distance of point </a:t>
            </a:r>
            <a:r>
              <a:rPr lang="en-US" sz="2400" i="1" dirty="0"/>
              <a:t>i</a:t>
            </a:r>
            <a:r>
              <a:rPr lang="en-US" sz="2400" dirty="0"/>
              <a:t> to all other points in the </a:t>
            </a:r>
            <a:r>
              <a:rPr lang="en-US" sz="2400" b="1" dirty="0"/>
              <a:t>same cluster</a:t>
            </a:r>
            <a:r>
              <a:rPr lang="en-US" sz="2400" dirty="0"/>
              <a:t> (intra-cluster distance).</a:t>
            </a:r>
          </a:p>
          <a:p>
            <a:pPr marL="342900" indent="-342900">
              <a:buFont typeface="Arial" panose="020B0604020202020204" pitchFamily="34" charset="0"/>
              <a:buChar char="•"/>
            </a:pPr>
            <a:r>
              <a:rPr lang="en-US" sz="2400" dirty="0"/>
              <a:t>b(i) = minimum average distance of point </a:t>
            </a:r>
            <a:r>
              <a:rPr lang="en-US" sz="2400" i="1" dirty="0"/>
              <a:t>i</a:t>
            </a:r>
            <a:r>
              <a:rPr lang="en-US" sz="2400" dirty="0"/>
              <a:t> to points in any </a:t>
            </a:r>
            <a:r>
              <a:rPr lang="en-US" sz="2400" b="1" dirty="0"/>
              <a:t>other cluster</a:t>
            </a:r>
            <a:r>
              <a:rPr lang="en-US" sz="2400" dirty="0"/>
              <a:t> (nearest-cluster distance).</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1FCDC588-E88D-99DB-C77D-6C8FFF2D902C}"/>
                  </a:ext>
                </a:extLst>
              </p14:cNvPr>
              <p14:cNvContentPartPr/>
              <p14:nvPr/>
            </p14:nvContentPartPr>
            <p14:xfrm>
              <a:off x="1449000" y="73800"/>
              <a:ext cx="10679040" cy="5715720"/>
            </p14:xfrm>
          </p:contentPart>
        </mc:Choice>
        <mc:Fallback>
          <p:pic>
            <p:nvPicPr>
              <p:cNvPr id="4" name="Ink 3">
                <a:extLst>
                  <a:ext uri="{FF2B5EF4-FFF2-40B4-BE49-F238E27FC236}">
                    <a16:creationId xmlns:a16="http://schemas.microsoft.com/office/drawing/2014/main" id="{1FCDC588-E88D-99DB-C77D-6C8FFF2D902C}"/>
                  </a:ext>
                </a:extLst>
              </p:cNvPr>
              <p:cNvPicPr/>
              <p:nvPr/>
            </p:nvPicPr>
            <p:blipFill>
              <a:blip r:embed="rId4"/>
              <a:stretch>
                <a:fillRect/>
              </a:stretch>
            </p:blipFill>
            <p:spPr>
              <a:xfrm>
                <a:off x="1439640" y="64440"/>
                <a:ext cx="10697760" cy="5734440"/>
              </a:xfrm>
              <a:prstGeom prst="rect">
                <a:avLst/>
              </a:prstGeom>
            </p:spPr>
          </p:pic>
        </mc:Fallback>
      </mc:AlternateContent>
    </p:spTree>
    <p:extLst>
      <p:ext uri="{BB962C8B-B14F-4D97-AF65-F5344CB8AC3E}">
        <p14:creationId xmlns:p14="http://schemas.microsoft.com/office/powerpoint/2010/main" val="3644617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Silhouette Method </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42189904-3A30-D33D-DCDB-DF8AD64E4848}"/>
              </a:ext>
            </a:extLst>
          </p:cNvPr>
          <p:cNvSpPr txBox="1"/>
          <p:nvPr/>
        </p:nvSpPr>
        <p:spPr>
          <a:xfrm>
            <a:off x="1128009" y="1325563"/>
            <a:ext cx="10056793" cy="3046988"/>
          </a:xfrm>
          <a:prstGeom prst="rect">
            <a:avLst/>
          </a:prstGeom>
          <a:noFill/>
        </p:spPr>
        <p:txBody>
          <a:bodyPr wrap="square">
            <a:spAutoFit/>
          </a:bodyPr>
          <a:lstStyle/>
          <a:p>
            <a:pPr marL="342900" indent="-342900">
              <a:buFont typeface="Wingdings" panose="05000000000000000000" pitchFamily="2" charset="2"/>
              <a:buChar char="Ø"/>
            </a:pPr>
            <a:r>
              <a:rPr lang="en-US" sz="2400" b="1" dirty="0"/>
              <a:t>Interpretation</a:t>
            </a:r>
          </a:p>
          <a:p>
            <a:pPr marL="342900" indent="-342900">
              <a:buFont typeface="Wingdings" panose="05000000000000000000" pitchFamily="2" charset="2"/>
              <a:buChar char="Ø"/>
            </a:pPr>
            <a:endParaRPr lang="en-US" sz="2400" b="1" dirty="0"/>
          </a:p>
          <a:p>
            <a:pPr marL="342900" indent="-342900">
              <a:buFont typeface="Arial" panose="020B0604020202020204" pitchFamily="34" charset="0"/>
              <a:buChar char="•"/>
            </a:pPr>
            <a:r>
              <a:rPr lang="en-US" sz="2400" dirty="0"/>
              <a:t>s(i) ranges between </a:t>
            </a:r>
            <a:r>
              <a:rPr lang="en-US" sz="2400" b="1" dirty="0"/>
              <a:t>–1 and +1</a:t>
            </a:r>
            <a:r>
              <a:rPr lang="en-US" sz="2400" dirty="0"/>
              <a:t>:</a:t>
            </a:r>
          </a:p>
          <a:p>
            <a:pPr marL="742950" lvl="1" indent="-285750">
              <a:buFont typeface="Arial" panose="020B0604020202020204" pitchFamily="34" charset="0"/>
              <a:buChar char="•"/>
            </a:pPr>
            <a:r>
              <a:rPr lang="en-US" sz="2400" b="1" dirty="0"/>
              <a:t>Close to +1</a:t>
            </a:r>
            <a:r>
              <a:rPr lang="en-US" sz="2400" dirty="0"/>
              <a:t> → point is well clustered (good fit).</a:t>
            </a:r>
          </a:p>
          <a:p>
            <a:pPr marL="742950" lvl="1" indent="-285750">
              <a:buFont typeface="Arial" panose="020B0604020202020204" pitchFamily="34" charset="0"/>
              <a:buChar char="•"/>
            </a:pPr>
            <a:r>
              <a:rPr lang="en-US" sz="2400" b="1" dirty="0"/>
              <a:t>Around 0</a:t>
            </a:r>
            <a:r>
              <a:rPr lang="en-US" sz="2400" dirty="0"/>
              <a:t> → point lies on the boundary between clusters.</a:t>
            </a:r>
          </a:p>
          <a:p>
            <a:pPr marL="742950" lvl="1" indent="-285750">
              <a:buFont typeface="Arial" panose="020B0604020202020204" pitchFamily="34" charset="0"/>
              <a:buChar char="•"/>
            </a:pPr>
            <a:r>
              <a:rPr lang="en-US" sz="2400" b="1" dirty="0"/>
              <a:t>Negative (&lt; 0)</a:t>
            </a:r>
            <a:r>
              <a:rPr lang="en-US" sz="2400" dirty="0"/>
              <a:t> → point is probably in the wrong cluster.</a:t>
            </a:r>
          </a:p>
          <a:p>
            <a:endParaRPr lang="en-US" sz="2400" dirty="0"/>
          </a:p>
          <a:p>
            <a:r>
              <a:rPr lang="en-US" sz="2400" dirty="0"/>
              <a:t>The </a:t>
            </a:r>
            <a:r>
              <a:rPr lang="en-US" sz="2400" b="1" dirty="0"/>
              <a:t>overall silhouette score</a:t>
            </a:r>
            <a:r>
              <a:rPr lang="en-US" sz="2400" dirty="0"/>
              <a:t> is the average s(i) across all points.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1426D86-C313-12A2-FA7B-E47CCFCF4106}"/>
                  </a:ext>
                </a:extLst>
              </p14:cNvPr>
              <p14:cNvContentPartPr/>
              <p14:nvPr/>
            </p14:nvContentPartPr>
            <p14:xfrm>
              <a:off x="1453320" y="2465640"/>
              <a:ext cx="10363680" cy="2289240"/>
            </p14:xfrm>
          </p:contentPart>
        </mc:Choice>
        <mc:Fallback>
          <p:pic>
            <p:nvPicPr>
              <p:cNvPr id="4" name="Ink 3">
                <a:extLst>
                  <a:ext uri="{FF2B5EF4-FFF2-40B4-BE49-F238E27FC236}">
                    <a16:creationId xmlns:a16="http://schemas.microsoft.com/office/drawing/2014/main" id="{C1426D86-C313-12A2-FA7B-E47CCFCF4106}"/>
                  </a:ext>
                </a:extLst>
              </p:cNvPr>
              <p:cNvPicPr/>
              <p:nvPr/>
            </p:nvPicPr>
            <p:blipFill>
              <a:blip r:embed="rId3"/>
              <a:stretch>
                <a:fillRect/>
              </a:stretch>
            </p:blipFill>
            <p:spPr>
              <a:xfrm>
                <a:off x="1443960" y="2456280"/>
                <a:ext cx="10382400" cy="2307960"/>
              </a:xfrm>
              <a:prstGeom prst="rect">
                <a:avLst/>
              </a:prstGeom>
            </p:spPr>
          </p:pic>
        </mc:Fallback>
      </mc:AlternateContent>
    </p:spTree>
    <p:extLst>
      <p:ext uri="{BB962C8B-B14F-4D97-AF65-F5344CB8AC3E}">
        <p14:creationId xmlns:p14="http://schemas.microsoft.com/office/powerpoint/2010/main" val="1957157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Silhouette Method </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42189904-3A30-D33D-DCDB-DF8AD64E4848}"/>
              </a:ext>
            </a:extLst>
          </p:cNvPr>
          <p:cNvSpPr txBox="1"/>
          <p:nvPr/>
        </p:nvSpPr>
        <p:spPr>
          <a:xfrm>
            <a:off x="1128009" y="1325563"/>
            <a:ext cx="10056793" cy="2308324"/>
          </a:xfrm>
          <a:prstGeom prst="rect">
            <a:avLst/>
          </a:prstGeom>
          <a:noFill/>
        </p:spPr>
        <p:txBody>
          <a:bodyPr wrap="square">
            <a:spAutoFit/>
          </a:bodyPr>
          <a:lstStyle/>
          <a:p>
            <a:pPr marL="342900" indent="-342900">
              <a:buFont typeface="Wingdings" panose="05000000000000000000" pitchFamily="2" charset="2"/>
              <a:buChar char="Ø"/>
            </a:pPr>
            <a:r>
              <a:rPr lang="en-US" sz="2400" b="1" dirty="0"/>
              <a:t>Using it for Choosing Number of Clusters (k)</a:t>
            </a:r>
          </a:p>
          <a:p>
            <a:pPr marL="342900" indent="-342900">
              <a:buFont typeface="Wingdings" panose="05000000000000000000" pitchFamily="2" charset="2"/>
              <a:buChar char="Ø"/>
            </a:pPr>
            <a:endParaRPr lang="en-US" sz="2400" b="1" dirty="0"/>
          </a:p>
          <a:p>
            <a:pPr marL="342900" indent="-342900">
              <a:buFont typeface="Arial" panose="020B0604020202020204" pitchFamily="34" charset="0"/>
              <a:buChar char="•"/>
            </a:pPr>
            <a:r>
              <a:rPr lang="en-US" sz="2400" dirty="0"/>
              <a:t>Run clustering for different values of k.</a:t>
            </a:r>
          </a:p>
          <a:p>
            <a:pPr marL="342900" indent="-342900">
              <a:buFont typeface="Arial" panose="020B0604020202020204" pitchFamily="34" charset="0"/>
              <a:buChar char="•"/>
            </a:pPr>
            <a:r>
              <a:rPr lang="en-US" sz="2400" dirty="0"/>
              <a:t>Compute the </a:t>
            </a:r>
            <a:r>
              <a:rPr lang="en-US" sz="2400" b="1" dirty="0"/>
              <a:t>average silhouette score</a:t>
            </a:r>
            <a:r>
              <a:rPr lang="en-US" sz="2400" dirty="0"/>
              <a:t> for each k.</a:t>
            </a:r>
          </a:p>
          <a:p>
            <a:pPr marL="342900" indent="-342900">
              <a:buFont typeface="Arial" panose="020B0604020202020204" pitchFamily="34" charset="0"/>
              <a:buChar char="•"/>
            </a:pPr>
            <a:r>
              <a:rPr lang="en-US" sz="2400" dirty="0"/>
              <a:t>The </a:t>
            </a:r>
            <a:r>
              <a:rPr lang="en-US" sz="2400" b="1" dirty="0"/>
              <a:t>best k</a:t>
            </a:r>
            <a:r>
              <a:rPr lang="en-US" sz="2400" dirty="0"/>
              <a:t> is the one that maximizes the silhouette score (or gives a good balance of high score and interpretability).</a:t>
            </a:r>
          </a:p>
        </p:txBody>
      </p:sp>
      <p:pic>
        <p:nvPicPr>
          <p:cNvPr id="5" name="Picture 4">
            <a:extLst>
              <a:ext uri="{FF2B5EF4-FFF2-40B4-BE49-F238E27FC236}">
                <a16:creationId xmlns:a16="http://schemas.microsoft.com/office/drawing/2014/main" id="{9BB5B329-15CC-504F-E3C7-77CBED5C9628}"/>
              </a:ext>
            </a:extLst>
          </p:cNvPr>
          <p:cNvPicPr>
            <a:picLocks noChangeAspect="1"/>
          </p:cNvPicPr>
          <p:nvPr/>
        </p:nvPicPr>
        <p:blipFill>
          <a:blip r:embed="rId2"/>
          <a:stretch>
            <a:fillRect/>
          </a:stretch>
        </p:blipFill>
        <p:spPr>
          <a:xfrm>
            <a:off x="6921053" y="3228468"/>
            <a:ext cx="4915586" cy="3629532"/>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32FF24A9-FC5B-BB70-821B-AC142CFC7D0F}"/>
                  </a:ext>
                </a:extLst>
              </p14:cNvPr>
              <p14:cNvContentPartPr/>
              <p14:nvPr/>
            </p14:nvContentPartPr>
            <p14:xfrm>
              <a:off x="2081160" y="1812960"/>
              <a:ext cx="10088280" cy="5126040"/>
            </p14:xfrm>
          </p:contentPart>
        </mc:Choice>
        <mc:Fallback>
          <p:pic>
            <p:nvPicPr>
              <p:cNvPr id="4" name="Ink 3">
                <a:extLst>
                  <a:ext uri="{FF2B5EF4-FFF2-40B4-BE49-F238E27FC236}">
                    <a16:creationId xmlns:a16="http://schemas.microsoft.com/office/drawing/2014/main" id="{32FF24A9-FC5B-BB70-821B-AC142CFC7D0F}"/>
                  </a:ext>
                </a:extLst>
              </p:cNvPr>
              <p:cNvPicPr/>
              <p:nvPr/>
            </p:nvPicPr>
            <p:blipFill>
              <a:blip r:embed="rId4"/>
              <a:stretch>
                <a:fillRect/>
              </a:stretch>
            </p:blipFill>
            <p:spPr>
              <a:xfrm>
                <a:off x="2071800" y="1803600"/>
                <a:ext cx="10107000" cy="5144760"/>
              </a:xfrm>
              <a:prstGeom prst="rect">
                <a:avLst/>
              </a:prstGeom>
            </p:spPr>
          </p:pic>
        </mc:Fallback>
      </mc:AlternateContent>
    </p:spTree>
    <p:extLst>
      <p:ext uri="{BB962C8B-B14F-4D97-AF65-F5344CB8AC3E}">
        <p14:creationId xmlns:p14="http://schemas.microsoft.com/office/powerpoint/2010/main" val="1016007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rot="20995170">
            <a:off x="2045159" y="2362983"/>
            <a:ext cx="7793037" cy="1462088"/>
          </a:xfrm>
          <a:prstGeom prst="rect">
            <a:avLst/>
          </a:prstGeom>
          <a:noFill/>
          <a:ln w="9525">
            <a:noFill/>
            <a:miter lim="800000"/>
            <a:headEnd/>
            <a:tailEnd/>
          </a:ln>
        </p:spPr>
        <p:txBody>
          <a:bodyPr anchor="ctr"/>
          <a:lstStyle/>
          <a:p>
            <a:pPr algn="ctr">
              <a:defRPr/>
            </a:pPr>
            <a:r>
              <a:rPr lang="en-US" sz="11100" b="1" i="1" dirty="0">
                <a:solidFill>
                  <a:srgbClr val="008000"/>
                </a:solidFill>
                <a:effectLst>
                  <a:outerShdw blurRad="38100" dist="38100" dir="2700000" algn="tl">
                    <a:srgbClr val="C0C0C0"/>
                  </a:outerShdw>
                </a:effectLst>
                <a:latin typeface="Monotype Corsiva" pitchFamily="66" charset="0"/>
              </a:rPr>
              <a:t>Thank You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4365</TotalTime>
  <Words>1099</Words>
  <Application>Microsoft Office PowerPoint</Application>
  <PresentationFormat>Widescreen</PresentationFormat>
  <Paragraphs>123</Paragraphs>
  <Slides>19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Arial</vt:lpstr>
      <vt:lpstr>Calibri</vt:lpstr>
      <vt:lpstr>Calibri Light</vt:lpstr>
      <vt:lpstr>Monotype Corsiva</vt:lpstr>
      <vt:lpstr>Times New Roman</vt:lpstr>
      <vt:lpstr>Wingdings</vt:lpstr>
      <vt:lpstr>Office 2013 - 2022 Theme</vt:lpstr>
      <vt:lpstr>PowerPoint Presentation</vt:lpstr>
      <vt:lpstr>Unsupervised Learning Flow</vt:lpstr>
      <vt:lpstr>Clustering</vt:lpstr>
      <vt:lpstr>K-means Clustering</vt:lpstr>
      <vt:lpstr>K-means Clustering</vt:lpstr>
      <vt:lpstr>K-means Clustering Algorithm</vt:lpstr>
      <vt:lpstr>Algorithm Work-Flow</vt:lpstr>
      <vt:lpstr>Algorithm Work Flow</vt:lpstr>
      <vt:lpstr>Limitations</vt:lpstr>
      <vt:lpstr>Use Cases</vt:lpstr>
      <vt:lpstr>How many clusters?</vt:lpstr>
      <vt:lpstr>Elbow Method</vt:lpstr>
      <vt:lpstr>Elbow Method</vt:lpstr>
      <vt:lpstr>Elbow Method</vt:lpstr>
      <vt:lpstr>Silhouette Method </vt:lpstr>
      <vt:lpstr>Silhouette Method </vt:lpstr>
      <vt:lpstr>Silhouette Method </vt:lpstr>
      <vt:lpstr>Silhouette Method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Hoor Fatima</dc:creator>
  <cp:lastModifiedBy>Deepika Vatsa</cp:lastModifiedBy>
  <cp:revision>1</cp:revision>
  <dcterms:created xsi:type="dcterms:W3CDTF">2025-07-21T17:24:10Z</dcterms:created>
  <dcterms:modified xsi:type="dcterms:W3CDTF">2025-09-24T11:38:16Z</dcterms:modified>
</cp:coreProperties>
</file>