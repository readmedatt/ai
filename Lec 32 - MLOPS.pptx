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4.png"/><Relationship Id="rId7" Type="http://schemas.openxmlformats.org/officeDocument/2006/relationships/image" Target="../media/image65.png"/><Relationship Id="rId12" Type="http://schemas.openxmlformats.org/officeDocument/2006/relationships/image" Target="../media/image70.sv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4.sv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svg"/><Relationship Id="rId4" Type="http://schemas.openxmlformats.org/officeDocument/2006/relationships/image" Target="../media/image5.svg"/><Relationship Id="rId9" Type="http://schemas.openxmlformats.org/officeDocument/2006/relationships/image" Target="../media/image67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10" Type="http://schemas.openxmlformats.org/officeDocument/2006/relationships/image" Target="../media/image78.svg"/><Relationship Id="rId4" Type="http://schemas.openxmlformats.org/officeDocument/2006/relationships/image" Target="../media/image72.svg"/><Relationship Id="rId9" Type="http://schemas.openxmlformats.org/officeDocument/2006/relationships/image" Target="../media/image77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81.png"/><Relationship Id="rId7" Type="http://schemas.openxmlformats.org/officeDocument/2006/relationships/image" Target="../media/image39.png"/><Relationship Id="rId12" Type="http://schemas.openxmlformats.org/officeDocument/2006/relationships/image" Target="../media/image86.sv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38.svg"/><Relationship Id="rId11" Type="http://schemas.openxmlformats.org/officeDocument/2006/relationships/image" Target="../media/image85.png"/><Relationship Id="rId5" Type="http://schemas.openxmlformats.org/officeDocument/2006/relationships/image" Target="../media/image37.png"/><Relationship Id="rId10" Type="http://schemas.openxmlformats.org/officeDocument/2006/relationships/image" Target="../media/image84.svg"/><Relationship Id="rId4" Type="http://schemas.openxmlformats.org/officeDocument/2006/relationships/image" Target="../media/image82.svg"/><Relationship Id="rId9" Type="http://schemas.openxmlformats.org/officeDocument/2006/relationships/image" Target="../media/image83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sv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svg"/><Relationship Id="rId1" Type="http://schemas.openxmlformats.org/officeDocument/2006/relationships/image" Target="../media/image87.png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10" Type="http://schemas.openxmlformats.org/officeDocument/2006/relationships/image" Target="../media/image96.svg"/><Relationship Id="rId4" Type="http://schemas.openxmlformats.org/officeDocument/2006/relationships/image" Target="../media/image90.svg"/><Relationship Id="rId9" Type="http://schemas.openxmlformats.org/officeDocument/2006/relationships/image" Target="../media/image95.pn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sv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svg"/><Relationship Id="rId1" Type="http://schemas.openxmlformats.org/officeDocument/2006/relationships/image" Target="../media/image97.png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00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svg"/><Relationship Id="rId1" Type="http://schemas.openxmlformats.org/officeDocument/2006/relationships/image" Target="../media/image105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4.png"/><Relationship Id="rId7" Type="http://schemas.openxmlformats.org/officeDocument/2006/relationships/image" Target="../media/image65.png"/><Relationship Id="rId12" Type="http://schemas.openxmlformats.org/officeDocument/2006/relationships/image" Target="../media/image70.sv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4.sv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svg"/><Relationship Id="rId4" Type="http://schemas.openxmlformats.org/officeDocument/2006/relationships/image" Target="../media/image5.svg"/><Relationship Id="rId9" Type="http://schemas.openxmlformats.org/officeDocument/2006/relationships/image" Target="../media/image67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10" Type="http://schemas.openxmlformats.org/officeDocument/2006/relationships/image" Target="../media/image78.svg"/><Relationship Id="rId4" Type="http://schemas.openxmlformats.org/officeDocument/2006/relationships/image" Target="../media/image72.svg"/><Relationship Id="rId9" Type="http://schemas.openxmlformats.org/officeDocument/2006/relationships/image" Target="../media/image77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81.png"/><Relationship Id="rId7" Type="http://schemas.openxmlformats.org/officeDocument/2006/relationships/image" Target="../media/image39.png"/><Relationship Id="rId12" Type="http://schemas.openxmlformats.org/officeDocument/2006/relationships/image" Target="../media/image86.sv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38.svg"/><Relationship Id="rId11" Type="http://schemas.openxmlformats.org/officeDocument/2006/relationships/image" Target="../media/image85.png"/><Relationship Id="rId5" Type="http://schemas.openxmlformats.org/officeDocument/2006/relationships/image" Target="../media/image37.png"/><Relationship Id="rId10" Type="http://schemas.openxmlformats.org/officeDocument/2006/relationships/image" Target="../media/image84.svg"/><Relationship Id="rId4" Type="http://schemas.openxmlformats.org/officeDocument/2006/relationships/image" Target="../media/image82.svg"/><Relationship Id="rId9" Type="http://schemas.openxmlformats.org/officeDocument/2006/relationships/image" Target="../media/image83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sv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svg"/><Relationship Id="rId1" Type="http://schemas.openxmlformats.org/officeDocument/2006/relationships/image" Target="../media/image87.png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10" Type="http://schemas.openxmlformats.org/officeDocument/2006/relationships/image" Target="../media/image96.svg"/><Relationship Id="rId4" Type="http://schemas.openxmlformats.org/officeDocument/2006/relationships/image" Target="../media/image90.svg"/><Relationship Id="rId9" Type="http://schemas.openxmlformats.org/officeDocument/2006/relationships/image" Target="../media/image95.pn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sv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svg"/><Relationship Id="rId1" Type="http://schemas.openxmlformats.org/officeDocument/2006/relationships/image" Target="../media/image97.png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00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svg"/><Relationship Id="rId1" Type="http://schemas.openxmlformats.org/officeDocument/2006/relationships/image" Target="../media/image105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FC7AA6-1B21-460B-A05C-8206725999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332810-DCD8-4D41-ABE9-618A2452CD05}">
      <dgm:prSet/>
      <dgm:spPr/>
      <dgm:t>
        <a:bodyPr/>
        <a:lstStyle/>
        <a:p>
          <a:r>
            <a:rPr lang="en-US" b="0" i="0" baseline="0"/>
            <a:t>Data Collection and Cleaning</a:t>
          </a:r>
          <a:endParaRPr lang="en-US"/>
        </a:p>
      </dgm:t>
    </dgm:pt>
    <dgm:pt modelId="{53DD8B1C-AF39-40AA-A2B6-080242A184B7}" type="parTrans" cxnId="{31B08507-339A-4D6C-B4C8-48221FD19808}">
      <dgm:prSet/>
      <dgm:spPr/>
      <dgm:t>
        <a:bodyPr/>
        <a:lstStyle/>
        <a:p>
          <a:endParaRPr lang="en-US"/>
        </a:p>
      </dgm:t>
    </dgm:pt>
    <dgm:pt modelId="{FE938C1E-679F-4837-AAA7-3AACD139E089}" type="sibTrans" cxnId="{31B08507-339A-4D6C-B4C8-48221FD19808}">
      <dgm:prSet/>
      <dgm:spPr/>
      <dgm:t>
        <a:bodyPr/>
        <a:lstStyle/>
        <a:p>
          <a:endParaRPr lang="en-US"/>
        </a:p>
      </dgm:t>
    </dgm:pt>
    <dgm:pt modelId="{68050A3D-5E96-4003-A1E3-16CA8218C61E}">
      <dgm:prSet/>
      <dgm:spPr/>
      <dgm:t>
        <a:bodyPr/>
        <a:lstStyle/>
        <a:p>
          <a:r>
            <a:rPr lang="en-US" b="0" i="0" baseline="0"/>
            <a:t>Feature Engineering</a:t>
          </a:r>
          <a:endParaRPr lang="en-US"/>
        </a:p>
      </dgm:t>
    </dgm:pt>
    <dgm:pt modelId="{67A43C7B-6E52-4ACE-A930-0770FDDB5E2C}" type="parTrans" cxnId="{5508F3C9-51E4-4E3B-9933-D1A1E3950AFB}">
      <dgm:prSet/>
      <dgm:spPr/>
      <dgm:t>
        <a:bodyPr/>
        <a:lstStyle/>
        <a:p>
          <a:endParaRPr lang="en-US"/>
        </a:p>
      </dgm:t>
    </dgm:pt>
    <dgm:pt modelId="{FBC45D93-8CF7-4E89-B723-42745C6CE820}" type="sibTrans" cxnId="{5508F3C9-51E4-4E3B-9933-D1A1E3950AFB}">
      <dgm:prSet/>
      <dgm:spPr/>
      <dgm:t>
        <a:bodyPr/>
        <a:lstStyle/>
        <a:p>
          <a:endParaRPr lang="en-US"/>
        </a:p>
      </dgm:t>
    </dgm:pt>
    <dgm:pt modelId="{67577F91-3C27-4EBF-A25B-E8E11207F068}">
      <dgm:prSet/>
      <dgm:spPr/>
      <dgm:t>
        <a:bodyPr/>
        <a:lstStyle/>
        <a:p>
          <a:r>
            <a:rPr lang="en-US" b="0" i="0" baseline="0"/>
            <a:t>Model Training and Evaluation</a:t>
          </a:r>
          <a:endParaRPr lang="en-US"/>
        </a:p>
      </dgm:t>
    </dgm:pt>
    <dgm:pt modelId="{F459294A-59D3-4E97-B12E-3B8C51DF00B8}" type="parTrans" cxnId="{3203644B-F03C-4AC4-A583-94DA94B53653}">
      <dgm:prSet/>
      <dgm:spPr/>
      <dgm:t>
        <a:bodyPr/>
        <a:lstStyle/>
        <a:p>
          <a:endParaRPr lang="en-US"/>
        </a:p>
      </dgm:t>
    </dgm:pt>
    <dgm:pt modelId="{FB46E09F-568E-472F-9FEF-837E7C718A2F}" type="sibTrans" cxnId="{3203644B-F03C-4AC4-A583-94DA94B53653}">
      <dgm:prSet/>
      <dgm:spPr/>
      <dgm:t>
        <a:bodyPr/>
        <a:lstStyle/>
        <a:p>
          <a:endParaRPr lang="en-US"/>
        </a:p>
      </dgm:t>
    </dgm:pt>
    <dgm:pt modelId="{1786CC6B-316A-40AD-8215-5C5F40FFF05F}">
      <dgm:prSet/>
      <dgm:spPr/>
      <dgm:t>
        <a:bodyPr/>
        <a:lstStyle/>
        <a:p>
          <a:r>
            <a:rPr lang="en-US" b="0" i="0" baseline="0"/>
            <a:t>Model Selection</a:t>
          </a:r>
          <a:endParaRPr lang="en-US"/>
        </a:p>
      </dgm:t>
    </dgm:pt>
    <dgm:pt modelId="{862BC380-0210-4E41-8AC1-080B5BB4B49D}" type="parTrans" cxnId="{744BA2C9-6BC9-4012-8487-3F575A8B1AEF}">
      <dgm:prSet/>
      <dgm:spPr/>
      <dgm:t>
        <a:bodyPr/>
        <a:lstStyle/>
        <a:p>
          <a:endParaRPr lang="en-US"/>
        </a:p>
      </dgm:t>
    </dgm:pt>
    <dgm:pt modelId="{E5C8754A-AD00-4441-BB67-CA252C0F3CEE}" type="sibTrans" cxnId="{744BA2C9-6BC9-4012-8487-3F575A8B1AEF}">
      <dgm:prSet/>
      <dgm:spPr/>
      <dgm:t>
        <a:bodyPr/>
        <a:lstStyle/>
        <a:p>
          <a:endParaRPr lang="en-US"/>
        </a:p>
      </dgm:t>
    </dgm:pt>
    <dgm:pt modelId="{827DA6EB-55DA-40E4-8859-57F027AC918C}">
      <dgm:prSet/>
      <dgm:spPr/>
      <dgm:t>
        <a:bodyPr/>
        <a:lstStyle/>
        <a:p>
          <a:r>
            <a:rPr lang="en-US" b="0" i="0" baseline="0"/>
            <a:t>Model Saving and Versioning</a:t>
          </a:r>
          <a:endParaRPr lang="en-US"/>
        </a:p>
      </dgm:t>
    </dgm:pt>
    <dgm:pt modelId="{84438E6D-B888-49FF-9F66-FAE0AE5D9464}" type="parTrans" cxnId="{A4F42790-20BD-4BCB-9875-33DE715FAA92}">
      <dgm:prSet/>
      <dgm:spPr/>
      <dgm:t>
        <a:bodyPr/>
        <a:lstStyle/>
        <a:p>
          <a:endParaRPr lang="en-US"/>
        </a:p>
      </dgm:t>
    </dgm:pt>
    <dgm:pt modelId="{FC61D192-2D2D-43FB-9BE6-275D45D85FA6}" type="sibTrans" cxnId="{A4F42790-20BD-4BCB-9875-33DE715FAA92}">
      <dgm:prSet/>
      <dgm:spPr/>
      <dgm:t>
        <a:bodyPr/>
        <a:lstStyle/>
        <a:p>
          <a:endParaRPr lang="en-US"/>
        </a:p>
      </dgm:t>
    </dgm:pt>
    <dgm:pt modelId="{5A3E5F56-55C4-49AA-ACF5-3B50344FE9B6}">
      <dgm:prSet/>
      <dgm:spPr/>
      <dgm:t>
        <a:bodyPr/>
        <a:lstStyle/>
        <a:p>
          <a:r>
            <a:rPr lang="en-US" b="0" i="0" baseline="0"/>
            <a:t>Deployment for Real-World Use</a:t>
          </a:r>
          <a:endParaRPr lang="en-US"/>
        </a:p>
      </dgm:t>
    </dgm:pt>
    <dgm:pt modelId="{7575374F-D0D3-4570-BBB2-7BC3825EA139}" type="parTrans" cxnId="{FA9646C7-9572-4E66-96D1-D9E51F8C5812}">
      <dgm:prSet/>
      <dgm:spPr/>
      <dgm:t>
        <a:bodyPr/>
        <a:lstStyle/>
        <a:p>
          <a:endParaRPr lang="en-US"/>
        </a:p>
      </dgm:t>
    </dgm:pt>
    <dgm:pt modelId="{BF08E879-B786-4AC9-B60D-AB57B8041A99}" type="sibTrans" cxnId="{FA9646C7-9572-4E66-96D1-D9E51F8C5812}">
      <dgm:prSet/>
      <dgm:spPr/>
      <dgm:t>
        <a:bodyPr/>
        <a:lstStyle/>
        <a:p>
          <a:endParaRPr lang="en-US"/>
        </a:p>
      </dgm:t>
    </dgm:pt>
    <dgm:pt modelId="{E8BACB9E-4E69-45D3-B5ED-A4572BB2E97F}" type="pres">
      <dgm:prSet presAssocID="{C1FC7AA6-1B21-460B-A05C-82067259998F}" presName="root" presStyleCnt="0">
        <dgm:presLayoutVars>
          <dgm:dir/>
          <dgm:resizeHandles val="exact"/>
        </dgm:presLayoutVars>
      </dgm:prSet>
      <dgm:spPr/>
    </dgm:pt>
    <dgm:pt modelId="{8EFEA8DA-D8C7-4074-90C4-F118D78E62DE}" type="pres">
      <dgm:prSet presAssocID="{A4332810-DCD8-4D41-ABE9-618A2452CD05}" presName="compNode" presStyleCnt="0"/>
      <dgm:spPr/>
    </dgm:pt>
    <dgm:pt modelId="{0D2B3563-DE0A-47A0-938B-8946C2868EFC}" type="pres">
      <dgm:prSet presAssocID="{A4332810-DCD8-4D41-ABE9-618A2452CD05}" presName="bgRect" presStyleLbl="bgShp" presStyleIdx="0" presStyleCnt="6"/>
      <dgm:spPr/>
    </dgm:pt>
    <dgm:pt modelId="{6B0FA3B4-4EA1-417D-ABB2-0023AFCCC2BF}" type="pres">
      <dgm:prSet presAssocID="{A4332810-DCD8-4D41-ABE9-618A2452CD0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418199B8-2292-491F-902A-A819078F63E4}" type="pres">
      <dgm:prSet presAssocID="{A4332810-DCD8-4D41-ABE9-618A2452CD05}" presName="spaceRect" presStyleCnt="0"/>
      <dgm:spPr/>
    </dgm:pt>
    <dgm:pt modelId="{4385131B-509C-4FFA-9451-587D314D8F9A}" type="pres">
      <dgm:prSet presAssocID="{A4332810-DCD8-4D41-ABE9-618A2452CD05}" presName="parTx" presStyleLbl="revTx" presStyleIdx="0" presStyleCnt="6">
        <dgm:presLayoutVars>
          <dgm:chMax val="0"/>
          <dgm:chPref val="0"/>
        </dgm:presLayoutVars>
      </dgm:prSet>
      <dgm:spPr/>
    </dgm:pt>
    <dgm:pt modelId="{6F58087B-195B-446B-96DA-0E2D237543B4}" type="pres">
      <dgm:prSet presAssocID="{FE938C1E-679F-4837-AAA7-3AACD139E089}" presName="sibTrans" presStyleCnt="0"/>
      <dgm:spPr/>
    </dgm:pt>
    <dgm:pt modelId="{85A8D945-2612-4382-AEE4-40C0C3710203}" type="pres">
      <dgm:prSet presAssocID="{68050A3D-5E96-4003-A1E3-16CA8218C61E}" presName="compNode" presStyleCnt="0"/>
      <dgm:spPr/>
    </dgm:pt>
    <dgm:pt modelId="{C90715CC-4C8C-41C9-A626-4C1F4B95AF88}" type="pres">
      <dgm:prSet presAssocID="{68050A3D-5E96-4003-A1E3-16CA8218C61E}" presName="bgRect" presStyleLbl="bgShp" presStyleIdx="1" presStyleCnt="6"/>
      <dgm:spPr/>
    </dgm:pt>
    <dgm:pt modelId="{05B3CB1B-6E18-447B-97AD-703D720CD7D5}" type="pres">
      <dgm:prSet presAssocID="{68050A3D-5E96-4003-A1E3-16CA8218C61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8992CA0-5259-4976-9115-CBF6A5748437}" type="pres">
      <dgm:prSet presAssocID="{68050A3D-5E96-4003-A1E3-16CA8218C61E}" presName="spaceRect" presStyleCnt="0"/>
      <dgm:spPr/>
    </dgm:pt>
    <dgm:pt modelId="{EBFDF185-58DE-45C3-B355-20997CF2C5B0}" type="pres">
      <dgm:prSet presAssocID="{68050A3D-5E96-4003-A1E3-16CA8218C61E}" presName="parTx" presStyleLbl="revTx" presStyleIdx="1" presStyleCnt="6">
        <dgm:presLayoutVars>
          <dgm:chMax val="0"/>
          <dgm:chPref val="0"/>
        </dgm:presLayoutVars>
      </dgm:prSet>
      <dgm:spPr/>
    </dgm:pt>
    <dgm:pt modelId="{5EEFAD4C-8E5A-40C9-B29F-B172BE13F8A4}" type="pres">
      <dgm:prSet presAssocID="{FBC45D93-8CF7-4E89-B723-42745C6CE820}" presName="sibTrans" presStyleCnt="0"/>
      <dgm:spPr/>
    </dgm:pt>
    <dgm:pt modelId="{B3534E6F-A665-4AED-9C06-2078B0D858F9}" type="pres">
      <dgm:prSet presAssocID="{67577F91-3C27-4EBF-A25B-E8E11207F068}" presName="compNode" presStyleCnt="0"/>
      <dgm:spPr/>
    </dgm:pt>
    <dgm:pt modelId="{5E1938F7-B388-4FED-9283-39C4CF505480}" type="pres">
      <dgm:prSet presAssocID="{67577F91-3C27-4EBF-A25B-E8E11207F068}" presName="bgRect" presStyleLbl="bgShp" presStyleIdx="2" presStyleCnt="6"/>
      <dgm:spPr/>
    </dgm:pt>
    <dgm:pt modelId="{FC91C99E-D74B-4108-89EC-DFED1DD6722E}" type="pres">
      <dgm:prSet presAssocID="{67577F91-3C27-4EBF-A25B-E8E11207F06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A4804239-FB7C-4B0A-A355-EBED10E1AE7E}" type="pres">
      <dgm:prSet presAssocID="{67577F91-3C27-4EBF-A25B-E8E11207F068}" presName="spaceRect" presStyleCnt="0"/>
      <dgm:spPr/>
    </dgm:pt>
    <dgm:pt modelId="{E720E93C-4441-454D-ACB1-9811CBF62A03}" type="pres">
      <dgm:prSet presAssocID="{67577F91-3C27-4EBF-A25B-E8E11207F068}" presName="parTx" presStyleLbl="revTx" presStyleIdx="2" presStyleCnt="6">
        <dgm:presLayoutVars>
          <dgm:chMax val="0"/>
          <dgm:chPref val="0"/>
        </dgm:presLayoutVars>
      </dgm:prSet>
      <dgm:spPr/>
    </dgm:pt>
    <dgm:pt modelId="{1B8CE2A6-43FE-4872-8A19-DEAD400E4AB4}" type="pres">
      <dgm:prSet presAssocID="{FB46E09F-568E-472F-9FEF-837E7C718A2F}" presName="sibTrans" presStyleCnt="0"/>
      <dgm:spPr/>
    </dgm:pt>
    <dgm:pt modelId="{C3972597-14F4-4808-A39A-360ACBAA6231}" type="pres">
      <dgm:prSet presAssocID="{1786CC6B-316A-40AD-8215-5C5F40FFF05F}" presName="compNode" presStyleCnt="0"/>
      <dgm:spPr/>
    </dgm:pt>
    <dgm:pt modelId="{C74F54B7-2577-42E7-BB72-22522B67DA65}" type="pres">
      <dgm:prSet presAssocID="{1786CC6B-316A-40AD-8215-5C5F40FFF05F}" presName="bgRect" presStyleLbl="bgShp" presStyleIdx="3" presStyleCnt="6"/>
      <dgm:spPr/>
    </dgm:pt>
    <dgm:pt modelId="{B0330374-771D-4011-AEF4-F0E63B7F19C4}" type="pres">
      <dgm:prSet presAssocID="{1786CC6B-316A-40AD-8215-5C5F40FFF05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C40D3E3-85B1-4A31-9339-275197C5E9D5}" type="pres">
      <dgm:prSet presAssocID="{1786CC6B-316A-40AD-8215-5C5F40FFF05F}" presName="spaceRect" presStyleCnt="0"/>
      <dgm:spPr/>
    </dgm:pt>
    <dgm:pt modelId="{0B960066-CFF7-4565-975A-783BCB4A293E}" type="pres">
      <dgm:prSet presAssocID="{1786CC6B-316A-40AD-8215-5C5F40FFF05F}" presName="parTx" presStyleLbl="revTx" presStyleIdx="3" presStyleCnt="6">
        <dgm:presLayoutVars>
          <dgm:chMax val="0"/>
          <dgm:chPref val="0"/>
        </dgm:presLayoutVars>
      </dgm:prSet>
      <dgm:spPr/>
    </dgm:pt>
    <dgm:pt modelId="{6F4A1CC3-95B4-4F77-9AED-4CAB5F9DDF67}" type="pres">
      <dgm:prSet presAssocID="{E5C8754A-AD00-4441-BB67-CA252C0F3CEE}" presName="sibTrans" presStyleCnt="0"/>
      <dgm:spPr/>
    </dgm:pt>
    <dgm:pt modelId="{CF99E20E-B77F-4E11-9B0C-14603FE07AC4}" type="pres">
      <dgm:prSet presAssocID="{827DA6EB-55DA-40E4-8859-57F027AC918C}" presName="compNode" presStyleCnt="0"/>
      <dgm:spPr/>
    </dgm:pt>
    <dgm:pt modelId="{55F6F6E4-1F3B-4EC4-A1FD-2D1E53554672}" type="pres">
      <dgm:prSet presAssocID="{827DA6EB-55DA-40E4-8859-57F027AC918C}" presName="bgRect" presStyleLbl="bgShp" presStyleIdx="4" presStyleCnt="6"/>
      <dgm:spPr/>
    </dgm:pt>
    <dgm:pt modelId="{0ED1AF46-AE06-4E52-99CA-521225BF54E8}" type="pres">
      <dgm:prSet presAssocID="{827DA6EB-55DA-40E4-8859-57F027AC918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D2A4C21-2AE3-4F97-BC2C-C06D04851984}" type="pres">
      <dgm:prSet presAssocID="{827DA6EB-55DA-40E4-8859-57F027AC918C}" presName="spaceRect" presStyleCnt="0"/>
      <dgm:spPr/>
    </dgm:pt>
    <dgm:pt modelId="{1E05F70A-02A6-45F9-865D-FF845F7B2C1D}" type="pres">
      <dgm:prSet presAssocID="{827DA6EB-55DA-40E4-8859-57F027AC918C}" presName="parTx" presStyleLbl="revTx" presStyleIdx="4" presStyleCnt="6">
        <dgm:presLayoutVars>
          <dgm:chMax val="0"/>
          <dgm:chPref val="0"/>
        </dgm:presLayoutVars>
      </dgm:prSet>
      <dgm:spPr/>
    </dgm:pt>
    <dgm:pt modelId="{06489166-0184-4BF7-9911-538BAFBA7D03}" type="pres">
      <dgm:prSet presAssocID="{FC61D192-2D2D-43FB-9BE6-275D45D85FA6}" presName="sibTrans" presStyleCnt="0"/>
      <dgm:spPr/>
    </dgm:pt>
    <dgm:pt modelId="{B925B328-5DC7-4758-A185-03525C1E3ED4}" type="pres">
      <dgm:prSet presAssocID="{5A3E5F56-55C4-49AA-ACF5-3B50344FE9B6}" presName="compNode" presStyleCnt="0"/>
      <dgm:spPr/>
    </dgm:pt>
    <dgm:pt modelId="{F1677A6D-2C10-497E-8C8E-259FA123E4A1}" type="pres">
      <dgm:prSet presAssocID="{5A3E5F56-55C4-49AA-ACF5-3B50344FE9B6}" presName="bgRect" presStyleLbl="bgShp" presStyleIdx="5" presStyleCnt="6"/>
      <dgm:spPr/>
    </dgm:pt>
    <dgm:pt modelId="{1F0513FE-EAF1-4B1B-98E4-C7B110B8EFD7}" type="pres">
      <dgm:prSet presAssocID="{5A3E5F56-55C4-49AA-ACF5-3B50344FE9B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A4885C0-A8F3-49B9-9406-6804A998864F}" type="pres">
      <dgm:prSet presAssocID="{5A3E5F56-55C4-49AA-ACF5-3B50344FE9B6}" presName="spaceRect" presStyleCnt="0"/>
      <dgm:spPr/>
    </dgm:pt>
    <dgm:pt modelId="{53CD6AF2-D289-41C4-8D2D-8AC92F067190}" type="pres">
      <dgm:prSet presAssocID="{5A3E5F56-55C4-49AA-ACF5-3B50344FE9B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1B08507-339A-4D6C-B4C8-48221FD19808}" srcId="{C1FC7AA6-1B21-460B-A05C-82067259998F}" destId="{A4332810-DCD8-4D41-ABE9-618A2452CD05}" srcOrd="0" destOrd="0" parTransId="{53DD8B1C-AF39-40AA-A2B6-080242A184B7}" sibTransId="{FE938C1E-679F-4837-AAA7-3AACD139E089}"/>
    <dgm:cxn modelId="{8F744426-9882-46AE-BB55-16E52DCF30DF}" type="presOf" srcId="{68050A3D-5E96-4003-A1E3-16CA8218C61E}" destId="{EBFDF185-58DE-45C3-B355-20997CF2C5B0}" srcOrd="0" destOrd="0" presId="urn:microsoft.com/office/officeart/2018/2/layout/IconVerticalSolidList"/>
    <dgm:cxn modelId="{FBBD9D40-6096-485C-80CD-BD3FCD3035D9}" type="presOf" srcId="{1786CC6B-316A-40AD-8215-5C5F40FFF05F}" destId="{0B960066-CFF7-4565-975A-783BCB4A293E}" srcOrd="0" destOrd="0" presId="urn:microsoft.com/office/officeart/2018/2/layout/IconVerticalSolidList"/>
    <dgm:cxn modelId="{3203644B-F03C-4AC4-A583-94DA94B53653}" srcId="{C1FC7AA6-1B21-460B-A05C-82067259998F}" destId="{67577F91-3C27-4EBF-A25B-E8E11207F068}" srcOrd="2" destOrd="0" parTransId="{F459294A-59D3-4E97-B12E-3B8C51DF00B8}" sibTransId="{FB46E09F-568E-472F-9FEF-837E7C718A2F}"/>
    <dgm:cxn modelId="{B586B055-28CC-49E5-AB28-50787ECDEE6E}" type="presOf" srcId="{5A3E5F56-55C4-49AA-ACF5-3B50344FE9B6}" destId="{53CD6AF2-D289-41C4-8D2D-8AC92F067190}" srcOrd="0" destOrd="0" presId="urn:microsoft.com/office/officeart/2018/2/layout/IconVerticalSolidList"/>
    <dgm:cxn modelId="{A4F42790-20BD-4BCB-9875-33DE715FAA92}" srcId="{C1FC7AA6-1B21-460B-A05C-82067259998F}" destId="{827DA6EB-55DA-40E4-8859-57F027AC918C}" srcOrd="4" destOrd="0" parTransId="{84438E6D-B888-49FF-9F66-FAE0AE5D9464}" sibTransId="{FC61D192-2D2D-43FB-9BE6-275D45D85FA6}"/>
    <dgm:cxn modelId="{8765FCB6-3768-48C0-AA93-27A08EA9A7B9}" type="presOf" srcId="{827DA6EB-55DA-40E4-8859-57F027AC918C}" destId="{1E05F70A-02A6-45F9-865D-FF845F7B2C1D}" srcOrd="0" destOrd="0" presId="urn:microsoft.com/office/officeart/2018/2/layout/IconVerticalSolidList"/>
    <dgm:cxn modelId="{FA9646C7-9572-4E66-96D1-D9E51F8C5812}" srcId="{C1FC7AA6-1B21-460B-A05C-82067259998F}" destId="{5A3E5F56-55C4-49AA-ACF5-3B50344FE9B6}" srcOrd="5" destOrd="0" parTransId="{7575374F-D0D3-4570-BBB2-7BC3825EA139}" sibTransId="{BF08E879-B786-4AC9-B60D-AB57B8041A99}"/>
    <dgm:cxn modelId="{0A3167C7-72D4-4641-88FC-5CBF99A822E9}" type="presOf" srcId="{C1FC7AA6-1B21-460B-A05C-82067259998F}" destId="{E8BACB9E-4E69-45D3-B5ED-A4572BB2E97F}" srcOrd="0" destOrd="0" presId="urn:microsoft.com/office/officeart/2018/2/layout/IconVerticalSolidList"/>
    <dgm:cxn modelId="{744BA2C9-6BC9-4012-8487-3F575A8B1AEF}" srcId="{C1FC7AA6-1B21-460B-A05C-82067259998F}" destId="{1786CC6B-316A-40AD-8215-5C5F40FFF05F}" srcOrd="3" destOrd="0" parTransId="{862BC380-0210-4E41-8AC1-080B5BB4B49D}" sibTransId="{E5C8754A-AD00-4441-BB67-CA252C0F3CEE}"/>
    <dgm:cxn modelId="{5508F3C9-51E4-4E3B-9933-D1A1E3950AFB}" srcId="{C1FC7AA6-1B21-460B-A05C-82067259998F}" destId="{68050A3D-5E96-4003-A1E3-16CA8218C61E}" srcOrd="1" destOrd="0" parTransId="{67A43C7B-6E52-4ACE-A930-0770FDDB5E2C}" sibTransId="{FBC45D93-8CF7-4E89-B723-42745C6CE820}"/>
    <dgm:cxn modelId="{45F2D3D0-960C-410A-980E-C2B27C2B0CD1}" type="presOf" srcId="{67577F91-3C27-4EBF-A25B-E8E11207F068}" destId="{E720E93C-4441-454D-ACB1-9811CBF62A03}" srcOrd="0" destOrd="0" presId="urn:microsoft.com/office/officeart/2018/2/layout/IconVerticalSolidList"/>
    <dgm:cxn modelId="{7F64B7DE-C470-41ED-81E1-C347A7FEE801}" type="presOf" srcId="{A4332810-DCD8-4D41-ABE9-618A2452CD05}" destId="{4385131B-509C-4FFA-9451-587D314D8F9A}" srcOrd="0" destOrd="0" presId="urn:microsoft.com/office/officeart/2018/2/layout/IconVerticalSolidList"/>
    <dgm:cxn modelId="{CD7D24A3-3431-4A03-84D7-9DEF7FBD7675}" type="presParOf" srcId="{E8BACB9E-4E69-45D3-B5ED-A4572BB2E97F}" destId="{8EFEA8DA-D8C7-4074-90C4-F118D78E62DE}" srcOrd="0" destOrd="0" presId="urn:microsoft.com/office/officeart/2018/2/layout/IconVerticalSolidList"/>
    <dgm:cxn modelId="{2C0A452A-D46C-4DC2-9382-BE239E980422}" type="presParOf" srcId="{8EFEA8DA-D8C7-4074-90C4-F118D78E62DE}" destId="{0D2B3563-DE0A-47A0-938B-8946C2868EFC}" srcOrd="0" destOrd="0" presId="urn:microsoft.com/office/officeart/2018/2/layout/IconVerticalSolidList"/>
    <dgm:cxn modelId="{923C8455-B331-441D-96E7-7FAB5EC9220F}" type="presParOf" srcId="{8EFEA8DA-D8C7-4074-90C4-F118D78E62DE}" destId="{6B0FA3B4-4EA1-417D-ABB2-0023AFCCC2BF}" srcOrd="1" destOrd="0" presId="urn:microsoft.com/office/officeart/2018/2/layout/IconVerticalSolidList"/>
    <dgm:cxn modelId="{7CAD8FDB-08DB-4668-B48F-267353A9499D}" type="presParOf" srcId="{8EFEA8DA-D8C7-4074-90C4-F118D78E62DE}" destId="{418199B8-2292-491F-902A-A819078F63E4}" srcOrd="2" destOrd="0" presId="urn:microsoft.com/office/officeart/2018/2/layout/IconVerticalSolidList"/>
    <dgm:cxn modelId="{231C3685-56A0-47CC-9238-A4E890BEBBAD}" type="presParOf" srcId="{8EFEA8DA-D8C7-4074-90C4-F118D78E62DE}" destId="{4385131B-509C-4FFA-9451-587D314D8F9A}" srcOrd="3" destOrd="0" presId="urn:microsoft.com/office/officeart/2018/2/layout/IconVerticalSolidList"/>
    <dgm:cxn modelId="{2F7E4E8D-FD9C-4A33-B1E2-706BE02AF01C}" type="presParOf" srcId="{E8BACB9E-4E69-45D3-B5ED-A4572BB2E97F}" destId="{6F58087B-195B-446B-96DA-0E2D237543B4}" srcOrd="1" destOrd="0" presId="urn:microsoft.com/office/officeart/2018/2/layout/IconVerticalSolidList"/>
    <dgm:cxn modelId="{FFA0A7C0-4B75-4DB2-A3E0-D2886F04E745}" type="presParOf" srcId="{E8BACB9E-4E69-45D3-B5ED-A4572BB2E97F}" destId="{85A8D945-2612-4382-AEE4-40C0C3710203}" srcOrd="2" destOrd="0" presId="urn:microsoft.com/office/officeart/2018/2/layout/IconVerticalSolidList"/>
    <dgm:cxn modelId="{2CE82767-C41D-4DD2-A207-6BF05366EB61}" type="presParOf" srcId="{85A8D945-2612-4382-AEE4-40C0C3710203}" destId="{C90715CC-4C8C-41C9-A626-4C1F4B95AF88}" srcOrd="0" destOrd="0" presId="urn:microsoft.com/office/officeart/2018/2/layout/IconVerticalSolidList"/>
    <dgm:cxn modelId="{C65DD0C6-65DD-44EA-952A-EDB4E5908C34}" type="presParOf" srcId="{85A8D945-2612-4382-AEE4-40C0C3710203}" destId="{05B3CB1B-6E18-447B-97AD-703D720CD7D5}" srcOrd="1" destOrd="0" presId="urn:microsoft.com/office/officeart/2018/2/layout/IconVerticalSolidList"/>
    <dgm:cxn modelId="{C42E0400-2D77-42B3-9ECB-82146A0E0BB3}" type="presParOf" srcId="{85A8D945-2612-4382-AEE4-40C0C3710203}" destId="{78992CA0-5259-4976-9115-CBF6A5748437}" srcOrd="2" destOrd="0" presId="urn:microsoft.com/office/officeart/2018/2/layout/IconVerticalSolidList"/>
    <dgm:cxn modelId="{227D3891-F3BA-45D6-9150-348F8A178C30}" type="presParOf" srcId="{85A8D945-2612-4382-AEE4-40C0C3710203}" destId="{EBFDF185-58DE-45C3-B355-20997CF2C5B0}" srcOrd="3" destOrd="0" presId="urn:microsoft.com/office/officeart/2018/2/layout/IconVerticalSolidList"/>
    <dgm:cxn modelId="{F458A035-9650-4907-91EC-916E74EA8137}" type="presParOf" srcId="{E8BACB9E-4E69-45D3-B5ED-A4572BB2E97F}" destId="{5EEFAD4C-8E5A-40C9-B29F-B172BE13F8A4}" srcOrd="3" destOrd="0" presId="urn:microsoft.com/office/officeart/2018/2/layout/IconVerticalSolidList"/>
    <dgm:cxn modelId="{DA131FDC-C192-43D9-B081-927DC855A123}" type="presParOf" srcId="{E8BACB9E-4E69-45D3-B5ED-A4572BB2E97F}" destId="{B3534E6F-A665-4AED-9C06-2078B0D858F9}" srcOrd="4" destOrd="0" presId="urn:microsoft.com/office/officeart/2018/2/layout/IconVerticalSolidList"/>
    <dgm:cxn modelId="{30D4CE40-88AE-4D8A-A9A6-AA1F3428511E}" type="presParOf" srcId="{B3534E6F-A665-4AED-9C06-2078B0D858F9}" destId="{5E1938F7-B388-4FED-9283-39C4CF505480}" srcOrd="0" destOrd="0" presId="urn:microsoft.com/office/officeart/2018/2/layout/IconVerticalSolidList"/>
    <dgm:cxn modelId="{990D28EF-2D68-4298-9061-560F5DA17944}" type="presParOf" srcId="{B3534E6F-A665-4AED-9C06-2078B0D858F9}" destId="{FC91C99E-D74B-4108-89EC-DFED1DD6722E}" srcOrd="1" destOrd="0" presId="urn:microsoft.com/office/officeart/2018/2/layout/IconVerticalSolidList"/>
    <dgm:cxn modelId="{FA2FEE6C-BB9C-460D-BBF1-A57B08664219}" type="presParOf" srcId="{B3534E6F-A665-4AED-9C06-2078B0D858F9}" destId="{A4804239-FB7C-4B0A-A355-EBED10E1AE7E}" srcOrd="2" destOrd="0" presId="urn:microsoft.com/office/officeart/2018/2/layout/IconVerticalSolidList"/>
    <dgm:cxn modelId="{06339628-040B-48F8-B312-FDB43C75EEB6}" type="presParOf" srcId="{B3534E6F-A665-4AED-9C06-2078B0D858F9}" destId="{E720E93C-4441-454D-ACB1-9811CBF62A03}" srcOrd="3" destOrd="0" presId="urn:microsoft.com/office/officeart/2018/2/layout/IconVerticalSolidList"/>
    <dgm:cxn modelId="{EBA2C90E-14F4-4C8A-9E8D-41492F83057F}" type="presParOf" srcId="{E8BACB9E-4E69-45D3-B5ED-A4572BB2E97F}" destId="{1B8CE2A6-43FE-4872-8A19-DEAD400E4AB4}" srcOrd="5" destOrd="0" presId="urn:microsoft.com/office/officeart/2018/2/layout/IconVerticalSolidList"/>
    <dgm:cxn modelId="{D726E5EB-56B1-42C4-918E-6CAE21E9F5AA}" type="presParOf" srcId="{E8BACB9E-4E69-45D3-B5ED-A4572BB2E97F}" destId="{C3972597-14F4-4808-A39A-360ACBAA6231}" srcOrd="6" destOrd="0" presId="urn:microsoft.com/office/officeart/2018/2/layout/IconVerticalSolidList"/>
    <dgm:cxn modelId="{6B51F297-44DE-45EF-A7FB-C8484A5E39B0}" type="presParOf" srcId="{C3972597-14F4-4808-A39A-360ACBAA6231}" destId="{C74F54B7-2577-42E7-BB72-22522B67DA65}" srcOrd="0" destOrd="0" presId="urn:microsoft.com/office/officeart/2018/2/layout/IconVerticalSolidList"/>
    <dgm:cxn modelId="{9AC66094-3925-43D1-8F95-CEDE37BCD5FA}" type="presParOf" srcId="{C3972597-14F4-4808-A39A-360ACBAA6231}" destId="{B0330374-771D-4011-AEF4-F0E63B7F19C4}" srcOrd="1" destOrd="0" presId="urn:microsoft.com/office/officeart/2018/2/layout/IconVerticalSolidList"/>
    <dgm:cxn modelId="{E048ED15-BCCB-486F-A8C7-201CEED1905A}" type="presParOf" srcId="{C3972597-14F4-4808-A39A-360ACBAA6231}" destId="{EC40D3E3-85B1-4A31-9339-275197C5E9D5}" srcOrd="2" destOrd="0" presId="urn:microsoft.com/office/officeart/2018/2/layout/IconVerticalSolidList"/>
    <dgm:cxn modelId="{F74454A1-7846-4F27-B987-414C3FF55848}" type="presParOf" srcId="{C3972597-14F4-4808-A39A-360ACBAA6231}" destId="{0B960066-CFF7-4565-975A-783BCB4A293E}" srcOrd="3" destOrd="0" presId="urn:microsoft.com/office/officeart/2018/2/layout/IconVerticalSolidList"/>
    <dgm:cxn modelId="{E1FD7A26-3373-4E6F-9CDF-4D0886EA7C39}" type="presParOf" srcId="{E8BACB9E-4E69-45D3-B5ED-A4572BB2E97F}" destId="{6F4A1CC3-95B4-4F77-9AED-4CAB5F9DDF67}" srcOrd="7" destOrd="0" presId="urn:microsoft.com/office/officeart/2018/2/layout/IconVerticalSolidList"/>
    <dgm:cxn modelId="{119C0B9F-8CBC-4D48-BE83-B107E1035701}" type="presParOf" srcId="{E8BACB9E-4E69-45D3-B5ED-A4572BB2E97F}" destId="{CF99E20E-B77F-4E11-9B0C-14603FE07AC4}" srcOrd="8" destOrd="0" presId="urn:microsoft.com/office/officeart/2018/2/layout/IconVerticalSolidList"/>
    <dgm:cxn modelId="{E3CD7CDE-6C82-4B0F-8DFF-1739ECAD86D7}" type="presParOf" srcId="{CF99E20E-B77F-4E11-9B0C-14603FE07AC4}" destId="{55F6F6E4-1F3B-4EC4-A1FD-2D1E53554672}" srcOrd="0" destOrd="0" presId="urn:microsoft.com/office/officeart/2018/2/layout/IconVerticalSolidList"/>
    <dgm:cxn modelId="{3BDEC783-ED09-4F33-9DE9-23CFCFF8ED4E}" type="presParOf" srcId="{CF99E20E-B77F-4E11-9B0C-14603FE07AC4}" destId="{0ED1AF46-AE06-4E52-99CA-521225BF54E8}" srcOrd="1" destOrd="0" presId="urn:microsoft.com/office/officeart/2018/2/layout/IconVerticalSolidList"/>
    <dgm:cxn modelId="{07EF4DD2-5CA4-4AD9-8EEB-86E1A0DCF1D2}" type="presParOf" srcId="{CF99E20E-B77F-4E11-9B0C-14603FE07AC4}" destId="{3D2A4C21-2AE3-4F97-BC2C-C06D04851984}" srcOrd="2" destOrd="0" presId="urn:microsoft.com/office/officeart/2018/2/layout/IconVerticalSolidList"/>
    <dgm:cxn modelId="{FC471908-A9D8-4817-AFA6-8D2FEFC8A325}" type="presParOf" srcId="{CF99E20E-B77F-4E11-9B0C-14603FE07AC4}" destId="{1E05F70A-02A6-45F9-865D-FF845F7B2C1D}" srcOrd="3" destOrd="0" presId="urn:microsoft.com/office/officeart/2018/2/layout/IconVerticalSolidList"/>
    <dgm:cxn modelId="{87E729CF-5580-4B7C-BA81-B6C22594ED89}" type="presParOf" srcId="{E8BACB9E-4E69-45D3-B5ED-A4572BB2E97F}" destId="{06489166-0184-4BF7-9911-538BAFBA7D03}" srcOrd="9" destOrd="0" presId="urn:microsoft.com/office/officeart/2018/2/layout/IconVerticalSolidList"/>
    <dgm:cxn modelId="{242030A8-6158-4F6C-A142-36F03331CD50}" type="presParOf" srcId="{E8BACB9E-4E69-45D3-B5ED-A4572BB2E97F}" destId="{B925B328-5DC7-4758-A185-03525C1E3ED4}" srcOrd="10" destOrd="0" presId="urn:microsoft.com/office/officeart/2018/2/layout/IconVerticalSolidList"/>
    <dgm:cxn modelId="{FF484820-3FFF-4CAB-891F-548A107156B4}" type="presParOf" srcId="{B925B328-5DC7-4758-A185-03525C1E3ED4}" destId="{F1677A6D-2C10-497E-8C8E-259FA123E4A1}" srcOrd="0" destOrd="0" presId="urn:microsoft.com/office/officeart/2018/2/layout/IconVerticalSolidList"/>
    <dgm:cxn modelId="{7EDF315C-037D-43D4-9E68-DF1F05C8305E}" type="presParOf" srcId="{B925B328-5DC7-4758-A185-03525C1E3ED4}" destId="{1F0513FE-EAF1-4B1B-98E4-C7B110B8EFD7}" srcOrd="1" destOrd="0" presId="urn:microsoft.com/office/officeart/2018/2/layout/IconVerticalSolidList"/>
    <dgm:cxn modelId="{F1F756FF-73A3-4579-9BA1-32E4AC699DC2}" type="presParOf" srcId="{B925B328-5DC7-4758-A185-03525C1E3ED4}" destId="{9A4885C0-A8F3-49B9-9406-6804A998864F}" srcOrd="2" destOrd="0" presId="urn:microsoft.com/office/officeart/2018/2/layout/IconVerticalSolidList"/>
    <dgm:cxn modelId="{E46F3B59-7635-413E-AF40-D7B6E5A74B9F}" type="presParOf" srcId="{B925B328-5DC7-4758-A185-03525C1E3ED4}" destId="{53CD6AF2-D289-41C4-8D2D-8AC92F0671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13B8C5-3022-4903-86BC-EDA34F812CE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DAC0BF0-3ECF-42B8-8C47-FE4B0491970F}">
      <dgm:prSet/>
      <dgm:spPr/>
      <dgm:t>
        <a:bodyPr/>
        <a:lstStyle/>
        <a:p>
          <a:r>
            <a:rPr lang="en-US" b="1" i="0" baseline="0"/>
            <a:t>MLFlow Tracking:</a:t>
          </a:r>
          <a:r>
            <a:rPr lang="en-US" b="0" i="0" baseline="0"/>
            <a:t> Logs parameters, metrics, and artifacts.</a:t>
          </a:r>
          <a:endParaRPr lang="en-US"/>
        </a:p>
      </dgm:t>
    </dgm:pt>
    <dgm:pt modelId="{BC48D15B-7F4C-4A73-8119-875190B66DE2}" type="parTrans" cxnId="{9D3453E7-6BDE-478A-B67F-EEED51AED281}">
      <dgm:prSet/>
      <dgm:spPr/>
      <dgm:t>
        <a:bodyPr/>
        <a:lstStyle/>
        <a:p>
          <a:endParaRPr lang="en-US"/>
        </a:p>
      </dgm:t>
    </dgm:pt>
    <dgm:pt modelId="{5A39228C-0BE7-481F-AC07-FC38ADB62266}" type="sibTrans" cxnId="{9D3453E7-6BDE-478A-B67F-EEED51AED281}">
      <dgm:prSet/>
      <dgm:spPr/>
      <dgm:t>
        <a:bodyPr/>
        <a:lstStyle/>
        <a:p>
          <a:endParaRPr lang="en-US"/>
        </a:p>
      </dgm:t>
    </dgm:pt>
    <dgm:pt modelId="{DB80D6C9-D0DB-4AE0-B402-CA84DFBD4435}">
      <dgm:prSet/>
      <dgm:spPr/>
      <dgm:t>
        <a:bodyPr/>
        <a:lstStyle/>
        <a:p>
          <a:r>
            <a:rPr lang="en-US" b="1" i="0" baseline="0"/>
            <a:t>MLFlow Projects:</a:t>
          </a:r>
          <a:r>
            <a:rPr lang="en-US" b="0" i="0" baseline="0"/>
            <a:t> Packages code for reproducible runs.</a:t>
          </a:r>
          <a:endParaRPr lang="en-US"/>
        </a:p>
      </dgm:t>
    </dgm:pt>
    <dgm:pt modelId="{8D2EC6CF-5DA1-48A0-A38B-9C70257FE6D7}" type="parTrans" cxnId="{D53C64E1-0947-4A10-8E0E-5E9D0662FCAD}">
      <dgm:prSet/>
      <dgm:spPr/>
      <dgm:t>
        <a:bodyPr/>
        <a:lstStyle/>
        <a:p>
          <a:endParaRPr lang="en-US"/>
        </a:p>
      </dgm:t>
    </dgm:pt>
    <dgm:pt modelId="{8F2D2CEF-7DA4-44CF-949E-1050E95A6BFA}" type="sibTrans" cxnId="{D53C64E1-0947-4A10-8E0E-5E9D0662FCAD}">
      <dgm:prSet/>
      <dgm:spPr/>
      <dgm:t>
        <a:bodyPr/>
        <a:lstStyle/>
        <a:p>
          <a:endParaRPr lang="en-US"/>
        </a:p>
      </dgm:t>
    </dgm:pt>
    <dgm:pt modelId="{6D1CA5AD-4544-449A-BEFB-59C7BEEAD12C}">
      <dgm:prSet/>
      <dgm:spPr/>
      <dgm:t>
        <a:bodyPr/>
        <a:lstStyle/>
        <a:p>
          <a:r>
            <a:rPr lang="en-US" b="1" i="0" baseline="0"/>
            <a:t>MLFlow Models:</a:t>
          </a:r>
          <a:r>
            <a:rPr lang="en-US" b="0" i="0" baseline="0"/>
            <a:t> Defines a standard format for packaging ML models.</a:t>
          </a:r>
          <a:endParaRPr lang="en-US"/>
        </a:p>
      </dgm:t>
    </dgm:pt>
    <dgm:pt modelId="{C51BCC0A-2824-4838-96B8-EDF836FA638C}" type="parTrans" cxnId="{7BD7C970-10D8-486A-A4FA-AFA82C68896E}">
      <dgm:prSet/>
      <dgm:spPr/>
      <dgm:t>
        <a:bodyPr/>
        <a:lstStyle/>
        <a:p>
          <a:endParaRPr lang="en-US"/>
        </a:p>
      </dgm:t>
    </dgm:pt>
    <dgm:pt modelId="{1A099386-14B5-4DB8-986A-A16D9E5FD206}" type="sibTrans" cxnId="{7BD7C970-10D8-486A-A4FA-AFA82C68896E}">
      <dgm:prSet/>
      <dgm:spPr/>
      <dgm:t>
        <a:bodyPr/>
        <a:lstStyle/>
        <a:p>
          <a:endParaRPr lang="en-US"/>
        </a:p>
      </dgm:t>
    </dgm:pt>
    <dgm:pt modelId="{8131DF18-4005-456C-B1D9-77B38928DD75}">
      <dgm:prSet/>
      <dgm:spPr/>
      <dgm:t>
        <a:bodyPr/>
        <a:lstStyle/>
        <a:p>
          <a:r>
            <a:rPr lang="en-US" b="1" i="0" baseline="0"/>
            <a:t>MLFlow Model Registry:</a:t>
          </a:r>
          <a:r>
            <a:rPr lang="en-US" b="0" i="0" baseline="0"/>
            <a:t> Manages versioning, approval, and lifecycle of models.</a:t>
          </a:r>
          <a:endParaRPr lang="en-US"/>
        </a:p>
      </dgm:t>
    </dgm:pt>
    <dgm:pt modelId="{A0B3A22C-4F64-412D-B508-D5C4BFAA0393}" type="parTrans" cxnId="{280F04F0-E77F-4A3E-931D-DE738F0E449A}">
      <dgm:prSet/>
      <dgm:spPr/>
      <dgm:t>
        <a:bodyPr/>
        <a:lstStyle/>
        <a:p>
          <a:endParaRPr lang="en-US"/>
        </a:p>
      </dgm:t>
    </dgm:pt>
    <dgm:pt modelId="{EDAA9192-A446-4FE9-9969-3F5DA6EEE760}" type="sibTrans" cxnId="{280F04F0-E77F-4A3E-931D-DE738F0E449A}">
      <dgm:prSet/>
      <dgm:spPr/>
      <dgm:t>
        <a:bodyPr/>
        <a:lstStyle/>
        <a:p>
          <a:endParaRPr lang="en-US"/>
        </a:p>
      </dgm:t>
    </dgm:pt>
    <dgm:pt modelId="{DD7450B0-049A-4766-9EA2-BDC37186AE0A}" type="pres">
      <dgm:prSet presAssocID="{3313B8C5-3022-4903-86BC-EDA34F812CE8}" presName="root" presStyleCnt="0">
        <dgm:presLayoutVars>
          <dgm:dir/>
          <dgm:resizeHandles val="exact"/>
        </dgm:presLayoutVars>
      </dgm:prSet>
      <dgm:spPr/>
    </dgm:pt>
    <dgm:pt modelId="{FE34F811-CA19-4F7F-B6FE-2AC767C73D84}" type="pres">
      <dgm:prSet presAssocID="{6DAC0BF0-3ECF-42B8-8C47-FE4B0491970F}" presName="compNode" presStyleCnt="0"/>
      <dgm:spPr/>
    </dgm:pt>
    <dgm:pt modelId="{D7A1B232-40CE-4B67-AE98-C31C8660D89C}" type="pres">
      <dgm:prSet presAssocID="{6DAC0BF0-3ECF-42B8-8C47-FE4B0491970F}" presName="bgRect" presStyleLbl="bgShp" presStyleIdx="0" presStyleCnt="4"/>
      <dgm:spPr/>
    </dgm:pt>
    <dgm:pt modelId="{CCC3D8B3-E2AC-48A6-84D8-5FA75D82B866}" type="pres">
      <dgm:prSet presAssocID="{6DAC0BF0-3ECF-42B8-8C47-FE4B0491970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57A72C5-A2FF-428C-89FE-EE621294E414}" type="pres">
      <dgm:prSet presAssocID="{6DAC0BF0-3ECF-42B8-8C47-FE4B0491970F}" presName="spaceRect" presStyleCnt="0"/>
      <dgm:spPr/>
    </dgm:pt>
    <dgm:pt modelId="{72635310-6A09-4B83-BBB6-A753D84260C4}" type="pres">
      <dgm:prSet presAssocID="{6DAC0BF0-3ECF-42B8-8C47-FE4B0491970F}" presName="parTx" presStyleLbl="revTx" presStyleIdx="0" presStyleCnt="4">
        <dgm:presLayoutVars>
          <dgm:chMax val="0"/>
          <dgm:chPref val="0"/>
        </dgm:presLayoutVars>
      </dgm:prSet>
      <dgm:spPr/>
    </dgm:pt>
    <dgm:pt modelId="{82D8A2D3-4AD6-4E20-ABBF-6233DA4F1401}" type="pres">
      <dgm:prSet presAssocID="{5A39228C-0BE7-481F-AC07-FC38ADB62266}" presName="sibTrans" presStyleCnt="0"/>
      <dgm:spPr/>
    </dgm:pt>
    <dgm:pt modelId="{B68AC0BB-E5BD-4DD5-B796-132D77B30042}" type="pres">
      <dgm:prSet presAssocID="{DB80D6C9-D0DB-4AE0-B402-CA84DFBD4435}" presName="compNode" presStyleCnt="0"/>
      <dgm:spPr/>
    </dgm:pt>
    <dgm:pt modelId="{825C4528-8A64-47F7-835E-E15369B848C9}" type="pres">
      <dgm:prSet presAssocID="{DB80D6C9-D0DB-4AE0-B402-CA84DFBD4435}" presName="bgRect" presStyleLbl="bgShp" presStyleIdx="1" presStyleCnt="4"/>
      <dgm:spPr/>
    </dgm:pt>
    <dgm:pt modelId="{2FF4542C-CA50-4618-8E3F-48FC3BFA8E8B}" type="pres">
      <dgm:prSet presAssocID="{DB80D6C9-D0DB-4AE0-B402-CA84DFBD44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D4B6FFC-ED7E-49E3-91E4-C41CB6563ECD}" type="pres">
      <dgm:prSet presAssocID="{DB80D6C9-D0DB-4AE0-B402-CA84DFBD4435}" presName="spaceRect" presStyleCnt="0"/>
      <dgm:spPr/>
    </dgm:pt>
    <dgm:pt modelId="{06B53B2C-B845-4EA6-A11D-1E4CFC532DCA}" type="pres">
      <dgm:prSet presAssocID="{DB80D6C9-D0DB-4AE0-B402-CA84DFBD4435}" presName="parTx" presStyleLbl="revTx" presStyleIdx="1" presStyleCnt="4">
        <dgm:presLayoutVars>
          <dgm:chMax val="0"/>
          <dgm:chPref val="0"/>
        </dgm:presLayoutVars>
      </dgm:prSet>
      <dgm:spPr/>
    </dgm:pt>
    <dgm:pt modelId="{66F3D526-1EF4-4F7E-96E9-51156FC9914A}" type="pres">
      <dgm:prSet presAssocID="{8F2D2CEF-7DA4-44CF-949E-1050E95A6BFA}" presName="sibTrans" presStyleCnt="0"/>
      <dgm:spPr/>
    </dgm:pt>
    <dgm:pt modelId="{9EF73315-E46F-40C0-A197-9FAC1FBB53CE}" type="pres">
      <dgm:prSet presAssocID="{6D1CA5AD-4544-449A-BEFB-59C7BEEAD12C}" presName="compNode" presStyleCnt="0"/>
      <dgm:spPr/>
    </dgm:pt>
    <dgm:pt modelId="{BE5D3AD7-DEFD-41C0-AFBD-0D5C75AAA30D}" type="pres">
      <dgm:prSet presAssocID="{6D1CA5AD-4544-449A-BEFB-59C7BEEAD12C}" presName="bgRect" presStyleLbl="bgShp" presStyleIdx="2" presStyleCnt="4"/>
      <dgm:spPr/>
    </dgm:pt>
    <dgm:pt modelId="{EE8118D7-1B89-40A2-8BF6-C4B11BC51A2B}" type="pres">
      <dgm:prSet presAssocID="{6D1CA5AD-4544-449A-BEFB-59C7BEEAD12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3451C67-4F3F-4E79-A295-D4E31BCACB7F}" type="pres">
      <dgm:prSet presAssocID="{6D1CA5AD-4544-449A-BEFB-59C7BEEAD12C}" presName="spaceRect" presStyleCnt="0"/>
      <dgm:spPr/>
    </dgm:pt>
    <dgm:pt modelId="{AD6BCF87-3920-421C-B9B9-56819F2DF6BF}" type="pres">
      <dgm:prSet presAssocID="{6D1CA5AD-4544-449A-BEFB-59C7BEEAD12C}" presName="parTx" presStyleLbl="revTx" presStyleIdx="2" presStyleCnt="4">
        <dgm:presLayoutVars>
          <dgm:chMax val="0"/>
          <dgm:chPref val="0"/>
        </dgm:presLayoutVars>
      </dgm:prSet>
      <dgm:spPr/>
    </dgm:pt>
    <dgm:pt modelId="{215B193D-6739-4BBA-B6A1-2BF02FEBE85E}" type="pres">
      <dgm:prSet presAssocID="{1A099386-14B5-4DB8-986A-A16D9E5FD206}" presName="sibTrans" presStyleCnt="0"/>
      <dgm:spPr/>
    </dgm:pt>
    <dgm:pt modelId="{D986B0CB-1287-4D80-B913-4292CC8099F1}" type="pres">
      <dgm:prSet presAssocID="{8131DF18-4005-456C-B1D9-77B38928DD75}" presName="compNode" presStyleCnt="0"/>
      <dgm:spPr/>
    </dgm:pt>
    <dgm:pt modelId="{BF8CCD93-5DEA-47A5-8A5C-3DC01ADAD32A}" type="pres">
      <dgm:prSet presAssocID="{8131DF18-4005-456C-B1D9-77B38928DD75}" presName="bgRect" presStyleLbl="bgShp" presStyleIdx="3" presStyleCnt="4"/>
      <dgm:spPr/>
    </dgm:pt>
    <dgm:pt modelId="{27C5D933-3635-440F-A17E-9DC40A8EEA14}" type="pres">
      <dgm:prSet presAssocID="{8131DF18-4005-456C-B1D9-77B38928DD7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5DD7A7A7-C4C1-4B28-9169-8763F904141F}" type="pres">
      <dgm:prSet presAssocID="{8131DF18-4005-456C-B1D9-77B38928DD75}" presName="spaceRect" presStyleCnt="0"/>
      <dgm:spPr/>
    </dgm:pt>
    <dgm:pt modelId="{8160BBE3-A077-4DB7-B07B-C35A90746525}" type="pres">
      <dgm:prSet presAssocID="{8131DF18-4005-456C-B1D9-77B38928DD7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5FD6622-EED0-4E1D-A13F-2B5356C8B0C4}" type="presOf" srcId="{3313B8C5-3022-4903-86BC-EDA34F812CE8}" destId="{DD7450B0-049A-4766-9EA2-BDC37186AE0A}" srcOrd="0" destOrd="0" presId="urn:microsoft.com/office/officeart/2018/2/layout/IconVerticalSolidList"/>
    <dgm:cxn modelId="{7DFF656F-E0C7-44D7-8DD6-6FB81654DD87}" type="presOf" srcId="{8131DF18-4005-456C-B1D9-77B38928DD75}" destId="{8160BBE3-A077-4DB7-B07B-C35A90746525}" srcOrd="0" destOrd="0" presId="urn:microsoft.com/office/officeart/2018/2/layout/IconVerticalSolidList"/>
    <dgm:cxn modelId="{7BD7C970-10D8-486A-A4FA-AFA82C68896E}" srcId="{3313B8C5-3022-4903-86BC-EDA34F812CE8}" destId="{6D1CA5AD-4544-449A-BEFB-59C7BEEAD12C}" srcOrd="2" destOrd="0" parTransId="{C51BCC0A-2824-4838-96B8-EDF836FA638C}" sibTransId="{1A099386-14B5-4DB8-986A-A16D9E5FD206}"/>
    <dgm:cxn modelId="{BE745CD2-C8DB-4ECD-912E-ED71E32679FC}" type="presOf" srcId="{6D1CA5AD-4544-449A-BEFB-59C7BEEAD12C}" destId="{AD6BCF87-3920-421C-B9B9-56819F2DF6BF}" srcOrd="0" destOrd="0" presId="urn:microsoft.com/office/officeart/2018/2/layout/IconVerticalSolidList"/>
    <dgm:cxn modelId="{D53C64E1-0947-4A10-8E0E-5E9D0662FCAD}" srcId="{3313B8C5-3022-4903-86BC-EDA34F812CE8}" destId="{DB80D6C9-D0DB-4AE0-B402-CA84DFBD4435}" srcOrd="1" destOrd="0" parTransId="{8D2EC6CF-5DA1-48A0-A38B-9C70257FE6D7}" sibTransId="{8F2D2CEF-7DA4-44CF-949E-1050E95A6BFA}"/>
    <dgm:cxn modelId="{9D3453E7-6BDE-478A-B67F-EEED51AED281}" srcId="{3313B8C5-3022-4903-86BC-EDA34F812CE8}" destId="{6DAC0BF0-3ECF-42B8-8C47-FE4B0491970F}" srcOrd="0" destOrd="0" parTransId="{BC48D15B-7F4C-4A73-8119-875190B66DE2}" sibTransId="{5A39228C-0BE7-481F-AC07-FC38ADB62266}"/>
    <dgm:cxn modelId="{280F04F0-E77F-4A3E-931D-DE738F0E449A}" srcId="{3313B8C5-3022-4903-86BC-EDA34F812CE8}" destId="{8131DF18-4005-456C-B1D9-77B38928DD75}" srcOrd="3" destOrd="0" parTransId="{A0B3A22C-4F64-412D-B508-D5C4BFAA0393}" sibTransId="{EDAA9192-A446-4FE9-9969-3F5DA6EEE760}"/>
    <dgm:cxn modelId="{FB2FEAF2-E0A6-4768-8597-D6FA94673FD0}" type="presOf" srcId="{DB80D6C9-D0DB-4AE0-B402-CA84DFBD4435}" destId="{06B53B2C-B845-4EA6-A11D-1E4CFC532DCA}" srcOrd="0" destOrd="0" presId="urn:microsoft.com/office/officeart/2018/2/layout/IconVerticalSolidList"/>
    <dgm:cxn modelId="{6E1643F6-9E42-4B41-A861-556FD5279D04}" type="presOf" srcId="{6DAC0BF0-3ECF-42B8-8C47-FE4B0491970F}" destId="{72635310-6A09-4B83-BBB6-A753D84260C4}" srcOrd="0" destOrd="0" presId="urn:microsoft.com/office/officeart/2018/2/layout/IconVerticalSolidList"/>
    <dgm:cxn modelId="{5085E723-A7A7-4DEE-ACD7-6AAAC0D69876}" type="presParOf" srcId="{DD7450B0-049A-4766-9EA2-BDC37186AE0A}" destId="{FE34F811-CA19-4F7F-B6FE-2AC767C73D84}" srcOrd="0" destOrd="0" presId="urn:microsoft.com/office/officeart/2018/2/layout/IconVerticalSolidList"/>
    <dgm:cxn modelId="{C5E48040-60F3-4436-A3D5-E4EB2E9D19AB}" type="presParOf" srcId="{FE34F811-CA19-4F7F-B6FE-2AC767C73D84}" destId="{D7A1B232-40CE-4B67-AE98-C31C8660D89C}" srcOrd="0" destOrd="0" presId="urn:microsoft.com/office/officeart/2018/2/layout/IconVerticalSolidList"/>
    <dgm:cxn modelId="{E877C1BA-2D09-4ED2-9423-5B5F7398233F}" type="presParOf" srcId="{FE34F811-CA19-4F7F-B6FE-2AC767C73D84}" destId="{CCC3D8B3-E2AC-48A6-84D8-5FA75D82B866}" srcOrd="1" destOrd="0" presId="urn:microsoft.com/office/officeart/2018/2/layout/IconVerticalSolidList"/>
    <dgm:cxn modelId="{5E8D44BE-18D3-4A3C-8E10-67AA81ADCBDB}" type="presParOf" srcId="{FE34F811-CA19-4F7F-B6FE-2AC767C73D84}" destId="{C57A72C5-A2FF-428C-89FE-EE621294E414}" srcOrd="2" destOrd="0" presId="urn:microsoft.com/office/officeart/2018/2/layout/IconVerticalSolidList"/>
    <dgm:cxn modelId="{326AA974-BF8B-4325-9FD9-102C0A3A45B5}" type="presParOf" srcId="{FE34F811-CA19-4F7F-B6FE-2AC767C73D84}" destId="{72635310-6A09-4B83-BBB6-A753D84260C4}" srcOrd="3" destOrd="0" presId="urn:microsoft.com/office/officeart/2018/2/layout/IconVerticalSolidList"/>
    <dgm:cxn modelId="{931C1B76-3D07-4183-93C3-DC2B7ED365FC}" type="presParOf" srcId="{DD7450B0-049A-4766-9EA2-BDC37186AE0A}" destId="{82D8A2D3-4AD6-4E20-ABBF-6233DA4F1401}" srcOrd="1" destOrd="0" presId="urn:microsoft.com/office/officeart/2018/2/layout/IconVerticalSolidList"/>
    <dgm:cxn modelId="{3184EA72-82F8-4BBF-8DC6-2CCE244CE2A9}" type="presParOf" srcId="{DD7450B0-049A-4766-9EA2-BDC37186AE0A}" destId="{B68AC0BB-E5BD-4DD5-B796-132D77B30042}" srcOrd="2" destOrd="0" presId="urn:microsoft.com/office/officeart/2018/2/layout/IconVerticalSolidList"/>
    <dgm:cxn modelId="{50A3F4CF-88D9-432B-B2EF-5B2003950B4D}" type="presParOf" srcId="{B68AC0BB-E5BD-4DD5-B796-132D77B30042}" destId="{825C4528-8A64-47F7-835E-E15369B848C9}" srcOrd="0" destOrd="0" presId="urn:microsoft.com/office/officeart/2018/2/layout/IconVerticalSolidList"/>
    <dgm:cxn modelId="{3E2364BB-B4DA-4F88-9052-DED4E45F8D1F}" type="presParOf" srcId="{B68AC0BB-E5BD-4DD5-B796-132D77B30042}" destId="{2FF4542C-CA50-4618-8E3F-48FC3BFA8E8B}" srcOrd="1" destOrd="0" presId="urn:microsoft.com/office/officeart/2018/2/layout/IconVerticalSolidList"/>
    <dgm:cxn modelId="{E171368F-2653-4F0A-86FB-809BE7482AB3}" type="presParOf" srcId="{B68AC0BB-E5BD-4DD5-B796-132D77B30042}" destId="{AD4B6FFC-ED7E-49E3-91E4-C41CB6563ECD}" srcOrd="2" destOrd="0" presId="urn:microsoft.com/office/officeart/2018/2/layout/IconVerticalSolidList"/>
    <dgm:cxn modelId="{C2CCB4B3-429F-46C3-9261-81FB435075D6}" type="presParOf" srcId="{B68AC0BB-E5BD-4DD5-B796-132D77B30042}" destId="{06B53B2C-B845-4EA6-A11D-1E4CFC532DCA}" srcOrd="3" destOrd="0" presId="urn:microsoft.com/office/officeart/2018/2/layout/IconVerticalSolidList"/>
    <dgm:cxn modelId="{E2009535-08B6-447B-8842-0A4EF1A9AB33}" type="presParOf" srcId="{DD7450B0-049A-4766-9EA2-BDC37186AE0A}" destId="{66F3D526-1EF4-4F7E-96E9-51156FC9914A}" srcOrd="3" destOrd="0" presId="urn:microsoft.com/office/officeart/2018/2/layout/IconVerticalSolidList"/>
    <dgm:cxn modelId="{09F24903-4B6E-41BA-826F-9891495AFD77}" type="presParOf" srcId="{DD7450B0-049A-4766-9EA2-BDC37186AE0A}" destId="{9EF73315-E46F-40C0-A197-9FAC1FBB53CE}" srcOrd="4" destOrd="0" presId="urn:microsoft.com/office/officeart/2018/2/layout/IconVerticalSolidList"/>
    <dgm:cxn modelId="{1FD83F41-F143-487A-9992-B6C22F7ED64B}" type="presParOf" srcId="{9EF73315-E46F-40C0-A197-9FAC1FBB53CE}" destId="{BE5D3AD7-DEFD-41C0-AFBD-0D5C75AAA30D}" srcOrd="0" destOrd="0" presId="urn:microsoft.com/office/officeart/2018/2/layout/IconVerticalSolidList"/>
    <dgm:cxn modelId="{0B97F095-582B-4736-8043-DF82B7CCBFCD}" type="presParOf" srcId="{9EF73315-E46F-40C0-A197-9FAC1FBB53CE}" destId="{EE8118D7-1B89-40A2-8BF6-C4B11BC51A2B}" srcOrd="1" destOrd="0" presId="urn:microsoft.com/office/officeart/2018/2/layout/IconVerticalSolidList"/>
    <dgm:cxn modelId="{02466C18-E804-4481-892C-62EC8F1105A6}" type="presParOf" srcId="{9EF73315-E46F-40C0-A197-9FAC1FBB53CE}" destId="{A3451C67-4F3F-4E79-A295-D4E31BCACB7F}" srcOrd="2" destOrd="0" presId="urn:microsoft.com/office/officeart/2018/2/layout/IconVerticalSolidList"/>
    <dgm:cxn modelId="{B5581E50-9DC9-44E6-A876-613D00CE6539}" type="presParOf" srcId="{9EF73315-E46F-40C0-A197-9FAC1FBB53CE}" destId="{AD6BCF87-3920-421C-B9B9-56819F2DF6BF}" srcOrd="3" destOrd="0" presId="urn:microsoft.com/office/officeart/2018/2/layout/IconVerticalSolidList"/>
    <dgm:cxn modelId="{F1FF9965-9982-440B-BF5F-EC989686A810}" type="presParOf" srcId="{DD7450B0-049A-4766-9EA2-BDC37186AE0A}" destId="{215B193D-6739-4BBA-B6A1-2BF02FEBE85E}" srcOrd="5" destOrd="0" presId="urn:microsoft.com/office/officeart/2018/2/layout/IconVerticalSolidList"/>
    <dgm:cxn modelId="{99A448D7-CCBA-408F-94AD-8E6801C726CF}" type="presParOf" srcId="{DD7450B0-049A-4766-9EA2-BDC37186AE0A}" destId="{D986B0CB-1287-4D80-B913-4292CC8099F1}" srcOrd="6" destOrd="0" presId="urn:microsoft.com/office/officeart/2018/2/layout/IconVerticalSolidList"/>
    <dgm:cxn modelId="{6719A5B4-68EB-4D57-8644-2D426D1F6F12}" type="presParOf" srcId="{D986B0CB-1287-4D80-B913-4292CC8099F1}" destId="{BF8CCD93-5DEA-47A5-8A5C-3DC01ADAD32A}" srcOrd="0" destOrd="0" presId="urn:microsoft.com/office/officeart/2018/2/layout/IconVerticalSolidList"/>
    <dgm:cxn modelId="{40ED5F2D-ED51-476E-A0D3-C728077D4510}" type="presParOf" srcId="{D986B0CB-1287-4D80-B913-4292CC8099F1}" destId="{27C5D933-3635-440F-A17E-9DC40A8EEA14}" srcOrd="1" destOrd="0" presId="urn:microsoft.com/office/officeart/2018/2/layout/IconVerticalSolidList"/>
    <dgm:cxn modelId="{66B8613A-DEAD-4229-8547-66108E1E53FD}" type="presParOf" srcId="{D986B0CB-1287-4D80-B913-4292CC8099F1}" destId="{5DD7A7A7-C4C1-4B28-9169-8763F904141F}" srcOrd="2" destOrd="0" presId="urn:microsoft.com/office/officeart/2018/2/layout/IconVerticalSolidList"/>
    <dgm:cxn modelId="{C0C9B0A8-FBEB-4FF6-B6CA-12A140A81ED2}" type="presParOf" srcId="{D986B0CB-1287-4D80-B913-4292CC8099F1}" destId="{8160BBE3-A077-4DB7-B07B-C35A907465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F2986C-FA1F-47F6-880C-3746D222214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C61C7C2-4A6D-44DE-8EB3-3C765EA988A0}">
      <dgm:prSet/>
      <dgm:spPr/>
      <dgm:t>
        <a:bodyPr/>
        <a:lstStyle/>
        <a:p>
          <a:r>
            <a:rPr lang="en-US" b="1" i="0" baseline="0"/>
            <a:t>User Interface (UI):</a:t>
          </a:r>
          <a:r>
            <a:rPr lang="en-US" b="0" i="0" baseline="0"/>
            <a:t> For tracking experiments and comparing runs.</a:t>
          </a:r>
          <a:endParaRPr lang="en-US"/>
        </a:p>
      </dgm:t>
    </dgm:pt>
    <dgm:pt modelId="{44BF626C-4D14-40C6-A955-F1DB1FBB3270}" type="parTrans" cxnId="{33819A0E-6B1A-493D-BCF6-5586FEA56BCF}">
      <dgm:prSet/>
      <dgm:spPr/>
      <dgm:t>
        <a:bodyPr/>
        <a:lstStyle/>
        <a:p>
          <a:endParaRPr lang="en-US"/>
        </a:p>
      </dgm:t>
    </dgm:pt>
    <dgm:pt modelId="{CDFDC716-9075-4D9D-893F-5F9237D98A8D}" type="sibTrans" cxnId="{33819A0E-6B1A-493D-BCF6-5586FEA56BCF}">
      <dgm:prSet/>
      <dgm:spPr/>
      <dgm:t>
        <a:bodyPr/>
        <a:lstStyle/>
        <a:p>
          <a:endParaRPr lang="en-US"/>
        </a:p>
      </dgm:t>
    </dgm:pt>
    <dgm:pt modelId="{0B226D47-8770-4102-AA61-B7DC0274B0FE}">
      <dgm:prSet/>
      <dgm:spPr/>
      <dgm:t>
        <a:bodyPr/>
        <a:lstStyle/>
        <a:p>
          <a:r>
            <a:rPr lang="en-US" b="1" i="0" baseline="0"/>
            <a:t>Tracking Server:</a:t>
          </a:r>
          <a:r>
            <a:rPr lang="en-US" b="0" i="0" baseline="0"/>
            <a:t> Stores metrics, parameters, and artifacts.</a:t>
          </a:r>
          <a:endParaRPr lang="en-US"/>
        </a:p>
      </dgm:t>
    </dgm:pt>
    <dgm:pt modelId="{265D25CA-46F3-4A35-BB05-F52E55EBA07F}" type="parTrans" cxnId="{63194371-08CC-46D5-9B8C-D24D5B0A3520}">
      <dgm:prSet/>
      <dgm:spPr/>
      <dgm:t>
        <a:bodyPr/>
        <a:lstStyle/>
        <a:p>
          <a:endParaRPr lang="en-US"/>
        </a:p>
      </dgm:t>
    </dgm:pt>
    <dgm:pt modelId="{A847114D-9874-4363-B03E-09CE65D48ACF}" type="sibTrans" cxnId="{63194371-08CC-46D5-9B8C-D24D5B0A3520}">
      <dgm:prSet/>
      <dgm:spPr/>
      <dgm:t>
        <a:bodyPr/>
        <a:lstStyle/>
        <a:p>
          <a:endParaRPr lang="en-US"/>
        </a:p>
      </dgm:t>
    </dgm:pt>
    <dgm:pt modelId="{2D456F53-A43F-4068-BF5C-F8B4CB9CB5D9}">
      <dgm:prSet/>
      <dgm:spPr/>
      <dgm:t>
        <a:bodyPr/>
        <a:lstStyle/>
        <a:p>
          <a:r>
            <a:rPr lang="en-US" b="1" i="0" baseline="0"/>
            <a:t>Artifact Store:</a:t>
          </a:r>
          <a:r>
            <a:rPr lang="en-US" b="0" i="0" baseline="0"/>
            <a:t> Saves model files and datasets.</a:t>
          </a:r>
          <a:endParaRPr lang="en-US"/>
        </a:p>
      </dgm:t>
    </dgm:pt>
    <dgm:pt modelId="{7C5B52C9-ED48-4AD4-B433-748F890B7CFB}" type="parTrans" cxnId="{D03197DC-B9CA-446C-8076-DE93FB371658}">
      <dgm:prSet/>
      <dgm:spPr/>
      <dgm:t>
        <a:bodyPr/>
        <a:lstStyle/>
        <a:p>
          <a:endParaRPr lang="en-US"/>
        </a:p>
      </dgm:t>
    </dgm:pt>
    <dgm:pt modelId="{42EFCB11-7B82-4D4B-8C6B-5A1BC064326E}" type="sibTrans" cxnId="{D03197DC-B9CA-446C-8076-DE93FB371658}">
      <dgm:prSet/>
      <dgm:spPr/>
      <dgm:t>
        <a:bodyPr/>
        <a:lstStyle/>
        <a:p>
          <a:endParaRPr lang="en-US"/>
        </a:p>
      </dgm:t>
    </dgm:pt>
    <dgm:pt modelId="{C1B0A471-29EB-44A2-BE93-150DC75F2F04}">
      <dgm:prSet/>
      <dgm:spPr/>
      <dgm:t>
        <a:bodyPr/>
        <a:lstStyle/>
        <a:p>
          <a:r>
            <a:rPr lang="en-US" b="1" i="0" baseline="0"/>
            <a:t>Model Registry:</a:t>
          </a:r>
          <a:r>
            <a:rPr lang="en-US" b="0" i="0" baseline="0"/>
            <a:t> Manages model versions and states (staging/production).</a:t>
          </a:r>
          <a:endParaRPr lang="en-US"/>
        </a:p>
      </dgm:t>
    </dgm:pt>
    <dgm:pt modelId="{35FF915A-0D28-4CA9-B511-DD96AEBD0069}" type="parTrans" cxnId="{A5DD969C-E264-4EB3-BBD8-CDB89007D2D8}">
      <dgm:prSet/>
      <dgm:spPr/>
      <dgm:t>
        <a:bodyPr/>
        <a:lstStyle/>
        <a:p>
          <a:endParaRPr lang="en-US"/>
        </a:p>
      </dgm:t>
    </dgm:pt>
    <dgm:pt modelId="{C7C0BD9C-9B3F-4080-B5D3-AD1A468BBAFB}" type="sibTrans" cxnId="{A5DD969C-E264-4EB3-BBD8-CDB89007D2D8}">
      <dgm:prSet/>
      <dgm:spPr/>
      <dgm:t>
        <a:bodyPr/>
        <a:lstStyle/>
        <a:p>
          <a:endParaRPr lang="en-US"/>
        </a:p>
      </dgm:t>
    </dgm:pt>
    <dgm:pt modelId="{3FC2D4ED-54E7-4D14-A9A3-6CB4E8C4C900}" type="pres">
      <dgm:prSet presAssocID="{71F2986C-FA1F-47F6-880C-3746D2222143}" presName="root" presStyleCnt="0">
        <dgm:presLayoutVars>
          <dgm:dir/>
          <dgm:resizeHandles val="exact"/>
        </dgm:presLayoutVars>
      </dgm:prSet>
      <dgm:spPr/>
    </dgm:pt>
    <dgm:pt modelId="{729AA07E-654E-4B02-8F2E-EDC2509AF387}" type="pres">
      <dgm:prSet presAssocID="{5C61C7C2-4A6D-44DE-8EB3-3C765EA988A0}" presName="compNode" presStyleCnt="0"/>
      <dgm:spPr/>
    </dgm:pt>
    <dgm:pt modelId="{D184C283-C834-4A19-82A1-DFD5A579CC57}" type="pres">
      <dgm:prSet presAssocID="{5C61C7C2-4A6D-44DE-8EB3-3C765EA988A0}" presName="bgRect" presStyleLbl="bgShp" presStyleIdx="0" presStyleCnt="4"/>
      <dgm:spPr/>
    </dgm:pt>
    <dgm:pt modelId="{2F8983D7-576A-4F4E-820D-B0938415DF61}" type="pres">
      <dgm:prSet presAssocID="{5C61C7C2-4A6D-44DE-8EB3-3C765EA988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FA3172D-910C-4668-93F9-EADBDE5A53B6}" type="pres">
      <dgm:prSet presAssocID="{5C61C7C2-4A6D-44DE-8EB3-3C765EA988A0}" presName="spaceRect" presStyleCnt="0"/>
      <dgm:spPr/>
    </dgm:pt>
    <dgm:pt modelId="{64AA552B-3D84-4CFD-BE16-3D94165A1AE1}" type="pres">
      <dgm:prSet presAssocID="{5C61C7C2-4A6D-44DE-8EB3-3C765EA988A0}" presName="parTx" presStyleLbl="revTx" presStyleIdx="0" presStyleCnt="4">
        <dgm:presLayoutVars>
          <dgm:chMax val="0"/>
          <dgm:chPref val="0"/>
        </dgm:presLayoutVars>
      </dgm:prSet>
      <dgm:spPr/>
    </dgm:pt>
    <dgm:pt modelId="{203F3AEA-84BA-4B93-A4BA-4B0CE6AA5C73}" type="pres">
      <dgm:prSet presAssocID="{CDFDC716-9075-4D9D-893F-5F9237D98A8D}" presName="sibTrans" presStyleCnt="0"/>
      <dgm:spPr/>
    </dgm:pt>
    <dgm:pt modelId="{341DC97A-5350-400A-858D-FFD71A78C6D1}" type="pres">
      <dgm:prSet presAssocID="{0B226D47-8770-4102-AA61-B7DC0274B0FE}" presName="compNode" presStyleCnt="0"/>
      <dgm:spPr/>
    </dgm:pt>
    <dgm:pt modelId="{8B694905-3EC9-4250-98D7-7F90EB617E07}" type="pres">
      <dgm:prSet presAssocID="{0B226D47-8770-4102-AA61-B7DC0274B0FE}" presName="bgRect" presStyleLbl="bgShp" presStyleIdx="1" presStyleCnt="4"/>
      <dgm:spPr/>
    </dgm:pt>
    <dgm:pt modelId="{5510A215-6E75-4183-A040-CA89EC70237F}" type="pres">
      <dgm:prSet presAssocID="{0B226D47-8770-4102-AA61-B7DC0274B0F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70F64CD-FA1E-4DD9-99B3-52C1A524CD9A}" type="pres">
      <dgm:prSet presAssocID="{0B226D47-8770-4102-AA61-B7DC0274B0FE}" presName="spaceRect" presStyleCnt="0"/>
      <dgm:spPr/>
    </dgm:pt>
    <dgm:pt modelId="{5494F6D8-DF84-4F2B-BE80-89A99462A999}" type="pres">
      <dgm:prSet presAssocID="{0B226D47-8770-4102-AA61-B7DC0274B0FE}" presName="parTx" presStyleLbl="revTx" presStyleIdx="1" presStyleCnt="4">
        <dgm:presLayoutVars>
          <dgm:chMax val="0"/>
          <dgm:chPref val="0"/>
        </dgm:presLayoutVars>
      </dgm:prSet>
      <dgm:spPr/>
    </dgm:pt>
    <dgm:pt modelId="{D35EE490-E2E4-4FBC-B2CF-5CD11DF0E744}" type="pres">
      <dgm:prSet presAssocID="{A847114D-9874-4363-B03E-09CE65D48ACF}" presName="sibTrans" presStyleCnt="0"/>
      <dgm:spPr/>
    </dgm:pt>
    <dgm:pt modelId="{EEDC0611-0D40-4065-8CD8-5512A1B54800}" type="pres">
      <dgm:prSet presAssocID="{2D456F53-A43F-4068-BF5C-F8B4CB9CB5D9}" presName="compNode" presStyleCnt="0"/>
      <dgm:spPr/>
    </dgm:pt>
    <dgm:pt modelId="{6519DE49-ED67-4A0B-A015-09295BF6CB8E}" type="pres">
      <dgm:prSet presAssocID="{2D456F53-A43F-4068-BF5C-F8B4CB9CB5D9}" presName="bgRect" presStyleLbl="bgShp" presStyleIdx="2" presStyleCnt="4"/>
      <dgm:spPr/>
    </dgm:pt>
    <dgm:pt modelId="{64AF2F61-B67A-4A3A-9E1D-DAA0E8352192}" type="pres">
      <dgm:prSet presAssocID="{2D456F53-A43F-4068-BF5C-F8B4CB9CB5D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6BB2E4E-557D-4069-A6C7-3DE3E55923C7}" type="pres">
      <dgm:prSet presAssocID="{2D456F53-A43F-4068-BF5C-F8B4CB9CB5D9}" presName="spaceRect" presStyleCnt="0"/>
      <dgm:spPr/>
    </dgm:pt>
    <dgm:pt modelId="{B4B3168D-3307-4340-99C2-2C37CB6F8F6C}" type="pres">
      <dgm:prSet presAssocID="{2D456F53-A43F-4068-BF5C-F8B4CB9CB5D9}" presName="parTx" presStyleLbl="revTx" presStyleIdx="2" presStyleCnt="4">
        <dgm:presLayoutVars>
          <dgm:chMax val="0"/>
          <dgm:chPref val="0"/>
        </dgm:presLayoutVars>
      </dgm:prSet>
      <dgm:spPr/>
    </dgm:pt>
    <dgm:pt modelId="{E67AF8C4-CD3E-4F82-9D5E-B64EF79134DA}" type="pres">
      <dgm:prSet presAssocID="{42EFCB11-7B82-4D4B-8C6B-5A1BC064326E}" presName="sibTrans" presStyleCnt="0"/>
      <dgm:spPr/>
    </dgm:pt>
    <dgm:pt modelId="{DB3AC520-0546-4255-90E0-624B9E6E95F1}" type="pres">
      <dgm:prSet presAssocID="{C1B0A471-29EB-44A2-BE93-150DC75F2F04}" presName="compNode" presStyleCnt="0"/>
      <dgm:spPr/>
    </dgm:pt>
    <dgm:pt modelId="{CFC92C28-FA04-4E08-98C4-53E49CD8B8E9}" type="pres">
      <dgm:prSet presAssocID="{C1B0A471-29EB-44A2-BE93-150DC75F2F04}" presName="bgRect" presStyleLbl="bgShp" presStyleIdx="3" presStyleCnt="4"/>
      <dgm:spPr/>
    </dgm:pt>
    <dgm:pt modelId="{77011C94-EB1A-4531-A6E2-4E264D9A2513}" type="pres">
      <dgm:prSet presAssocID="{C1B0A471-29EB-44A2-BE93-150DC75F2F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611D23D6-468E-456C-91A0-278393770F89}" type="pres">
      <dgm:prSet presAssocID="{C1B0A471-29EB-44A2-BE93-150DC75F2F04}" presName="spaceRect" presStyleCnt="0"/>
      <dgm:spPr/>
    </dgm:pt>
    <dgm:pt modelId="{7F60A17D-897C-4727-B901-5A0A7EF11F5F}" type="pres">
      <dgm:prSet presAssocID="{C1B0A471-29EB-44A2-BE93-150DC75F2F0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3819A0E-6B1A-493D-BCF6-5586FEA56BCF}" srcId="{71F2986C-FA1F-47F6-880C-3746D2222143}" destId="{5C61C7C2-4A6D-44DE-8EB3-3C765EA988A0}" srcOrd="0" destOrd="0" parTransId="{44BF626C-4D14-40C6-A955-F1DB1FBB3270}" sibTransId="{CDFDC716-9075-4D9D-893F-5F9237D98A8D}"/>
    <dgm:cxn modelId="{A3445C37-2B56-41E3-A783-10DAFC692630}" type="presOf" srcId="{71F2986C-FA1F-47F6-880C-3746D2222143}" destId="{3FC2D4ED-54E7-4D14-A9A3-6CB4E8C4C900}" srcOrd="0" destOrd="0" presId="urn:microsoft.com/office/officeart/2018/2/layout/IconVerticalSolidList"/>
    <dgm:cxn modelId="{63194371-08CC-46D5-9B8C-D24D5B0A3520}" srcId="{71F2986C-FA1F-47F6-880C-3746D2222143}" destId="{0B226D47-8770-4102-AA61-B7DC0274B0FE}" srcOrd="1" destOrd="0" parTransId="{265D25CA-46F3-4A35-BB05-F52E55EBA07F}" sibTransId="{A847114D-9874-4363-B03E-09CE65D48ACF}"/>
    <dgm:cxn modelId="{936B3A75-A9E9-401D-B133-4C7F2359F765}" type="presOf" srcId="{5C61C7C2-4A6D-44DE-8EB3-3C765EA988A0}" destId="{64AA552B-3D84-4CFD-BE16-3D94165A1AE1}" srcOrd="0" destOrd="0" presId="urn:microsoft.com/office/officeart/2018/2/layout/IconVerticalSolidList"/>
    <dgm:cxn modelId="{BC61977E-413A-4C18-88FC-E60B727DEE88}" type="presOf" srcId="{C1B0A471-29EB-44A2-BE93-150DC75F2F04}" destId="{7F60A17D-897C-4727-B901-5A0A7EF11F5F}" srcOrd="0" destOrd="0" presId="urn:microsoft.com/office/officeart/2018/2/layout/IconVerticalSolidList"/>
    <dgm:cxn modelId="{A5DD969C-E264-4EB3-BBD8-CDB89007D2D8}" srcId="{71F2986C-FA1F-47F6-880C-3746D2222143}" destId="{C1B0A471-29EB-44A2-BE93-150DC75F2F04}" srcOrd="3" destOrd="0" parTransId="{35FF915A-0D28-4CA9-B511-DD96AEBD0069}" sibTransId="{C7C0BD9C-9B3F-4080-B5D3-AD1A468BBAFB}"/>
    <dgm:cxn modelId="{ECAD02B2-71DE-4409-9EDA-43305F8F2C7A}" type="presOf" srcId="{0B226D47-8770-4102-AA61-B7DC0274B0FE}" destId="{5494F6D8-DF84-4F2B-BE80-89A99462A999}" srcOrd="0" destOrd="0" presId="urn:microsoft.com/office/officeart/2018/2/layout/IconVerticalSolidList"/>
    <dgm:cxn modelId="{5AB10ACE-7891-4B21-8A7C-17628D17602C}" type="presOf" srcId="{2D456F53-A43F-4068-BF5C-F8B4CB9CB5D9}" destId="{B4B3168D-3307-4340-99C2-2C37CB6F8F6C}" srcOrd="0" destOrd="0" presId="urn:microsoft.com/office/officeart/2018/2/layout/IconVerticalSolidList"/>
    <dgm:cxn modelId="{D03197DC-B9CA-446C-8076-DE93FB371658}" srcId="{71F2986C-FA1F-47F6-880C-3746D2222143}" destId="{2D456F53-A43F-4068-BF5C-F8B4CB9CB5D9}" srcOrd="2" destOrd="0" parTransId="{7C5B52C9-ED48-4AD4-B433-748F890B7CFB}" sibTransId="{42EFCB11-7B82-4D4B-8C6B-5A1BC064326E}"/>
    <dgm:cxn modelId="{EE227D34-BDC5-4A3F-9032-49C938FB42A5}" type="presParOf" srcId="{3FC2D4ED-54E7-4D14-A9A3-6CB4E8C4C900}" destId="{729AA07E-654E-4B02-8F2E-EDC2509AF387}" srcOrd="0" destOrd="0" presId="urn:microsoft.com/office/officeart/2018/2/layout/IconVerticalSolidList"/>
    <dgm:cxn modelId="{B4B27BB8-E457-458A-B064-E3234274D2D2}" type="presParOf" srcId="{729AA07E-654E-4B02-8F2E-EDC2509AF387}" destId="{D184C283-C834-4A19-82A1-DFD5A579CC57}" srcOrd="0" destOrd="0" presId="urn:microsoft.com/office/officeart/2018/2/layout/IconVerticalSolidList"/>
    <dgm:cxn modelId="{11317A9B-2545-4412-ACE0-A7DCF587AF94}" type="presParOf" srcId="{729AA07E-654E-4B02-8F2E-EDC2509AF387}" destId="{2F8983D7-576A-4F4E-820D-B0938415DF61}" srcOrd="1" destOrd="0" presId="urn:microsoft.com/office/officeart/2018/2/layout/IconVerticalSolidList"/>
    <dgm:cxn modelId="{760517BE-EB8B-469C-9BF4-DF6C158E3BD6}" type="presParOf" srcId="{729AA07E-654E-4B02-8F2E-EDC2509AF387}" destId="{4FA3172D-910C-4668-93F9-EADBDE5A53B6}" srcOrd="2" destOrd="0" presId="urn:microsoft.com/office/officeart/2018/2/layout/IconVerticalSolidList"/>
    <dgm:cxn modelId="{168E3EEF-5C97-48B6-86BE-2709EF8AB9FE}" type="presParOf" srcId="{729AA07E-654E-4B02-8F2E-EDC2509AF387}" destId="{64AA552B-3D84-4CFD-BE16-3D94165A1AE1}" srcOrd="3" destOrd="0" presId="urn:microsoft.com/office/officeart/2018/2/layout/IconVerticalSolidList"/>
    <dgm:cxn modelId="{51EAECB5-3C88-4032-970B-57D443B26420}" type="presParOf" srcId="{3FC2D4ED-54E7-4D14-A9A3-6CB4E8C4C900}" destId="{203F3AEA-84BA-4B93-A4BA-4B0CE6AA5C73}" srcOrd="1" destOrd="0" presId="urn:microsoft.com/office/officeart/2018/2/layout/IconVerticalSolidList"/>
    <dgm:cxn modelId="{5DFA95FF-FE1F-4EA5-A973-5FB6438B7022}" type="presParOf" srcId="{3FC2D4ED-54E7-4D14-A9A3-6CB4E8C4C900}" destId="{341DC97A-5350-400A-858D-FFD71A78C6D1}" srcOrd="2" destOrd="0" presId="urn:microsoft.com/office/officeart/2018/2/layout/IconVerticalSolidList"/>
    <dgm:cxn modelId="{3E59F494-7C78-499A-AA67-0BBA948C7215}" type="presParOf" srcId="{341DC97A-5350-400A-858D-FFD71A78C6D1}" destId="{8B694905-3EC9-4250-98D7-7F90EB617E07}" srcOrd="0" destOrd="0" presId="urn:microsoft.com/office/officeart/2018/2/layout/IconVerticalSolidList"/>
    <dgm:cxn modelId="{2F9F4FBF-4008-4D03-A1CB-2BC225D597C1}" type="presParOf" srcId="{341DC97A-5350-400A-858D-FFD71A78C6D1}" destId="{5510A215-6E75-4183-A040-CA89EC70237F}" srcOrd="1" destOrd="0" presId="urn:microsoft.com/office/officeart/2018/2/layout/IconVerticalSolidList"/>
    <dgm:cxn modelId="{250FA301-C066-4F3C-AD99-790DE97B4E44}" type="presParOf" srcId="{341DC97A-5350-400A-858D-FFD71A78C6D1}" destId="{470F64CD-FA1E-4DD9-99B3-52C1A524CD9A}" srcOrd="2" destOrd="0" presId="urn:microsoft.com/office/officeart/2018/2/layout/IconVerticalSolidList"/>
    <dgm:cxn modelId="{B15F3E60-952E-4607-95C6-29E65D211BA3}" type="presParOf" srcId="{341DC97A-5350-400A-858D-FFD71A78C6D1}" destId="{5494F6D8-DF84-4F2B-BE80-89A99462A999}" srcOrd="3" destOrd="0" presId="urn:microsoft.com/office/officeart/2018/2/layout/IconVerticalSolidList"/>
    <dgm:cxn modelId="{A1894996-2311-462F-B8A4-C0C35B3A335C}" type="presParOf" srcId="{3FC2D4ED-54E7-4D14-A9A3-6CB4E8C4C900}" destId="{D35EE490-E2E4-4FBC-B2CF-5CD11DF0E744}" srcOrd="3" destOrd="0" presId="urn:microsoft.com/office/officeart/2018/2/layout/IconVerticalSolidList"/>
    <dgm:cxn modelId="{D25C92CA-A8E5-4BE9-8855-AC4BE1E00284}" type="presParOf" srcId="{3FC2D4ED-54E7-4D14-A9A3-6CB4E8C4C900}" destId="{EEDC0611-0D40-4065-8CD8-5512A1B54800}" srcOrd="4" destOrd="0" presId="urn:microsoft.com/office/officeart/2018/2/layout/IconVerticalSolidList"/>
    <dgm:cxn modelId="{F6049E6C-DCFE-4BCF-8D16-6078F5E3D000}" type="presParOf" srcId="{EEDC0611-0D40-4065-8CD8-5512A1B54800}" destId="{6519DE49-ED67-4A0B-A015-09295BF6CB8E}" srcOrd="0" destOrd="0" presId="urn:microsoft.com/office/officeart/2018/2/layout/IconVerticalSolidList"/>
    <dgm:cxn modelId="{D80F0108-EEF8-444A-BA90-8FB6FE092BF2}" type="presParOf" srcId="{EEDC0611-0D40-4065-8CD8-5512A1B54800}" destId="{64AF2F61-B67A-4A3A-9E1D-DAA0E8352192}" srcOrd="1" destOrd="0" presId="urn:microsoft.com/office/officeart/2018/2/layout/IconVerticalSolidList"/>
    <dgm:cxn modelId="{9C430902-9455-4BF9-BCAE-87C6676CC0F0}" type="presParOf" srcId="{EEDC0611-0D40-4065-8CD8-5512A1B54800}" destId="{66BB2E4E-557D-4069-A6C7-3DE3E55923C7}" srcOrd="2" destOrd="0" presId="urn:microsoft.com/office/officeart/2018/2/layout/IconVerticalSolidList"/>
    <dgm:cxn modelId="{9F3884BF-3178-4B80-AFB9-595ACAC2D93A}" type="presParOf" srcId="{EEDC0611-0D40-4065-8CD8-5512A1B54800}" destId="{B4B3168D-3307-4340-99C2-2C37CB6F8F6C}" srcOrd="3" destOrd="0" presId="urn:microsoft.com/office/officeart/2018/2/layout/IconVerticalSolidList"/>
    <dgm:cxn modelId="{72319834-2291-420C-A69A-CE69BB1FA073}" type="presParOf" srcId="{3FC2D4ED-54E7-4D14-A9A3-6CB4E8C4C900}" destId="{E67AF8C4-CD3E-4F82-9D5E-B64EF79134DA}" srcOrd="5" destOrd="0" presId="urn:microsoft.com/office/officeart/2018/2/layout/IconVerticalSolidList"/>
    <dgm:cxn modelId="{80E12550-8D38-4470-8A0A-407B29386790}" type="presParOf" srcId="{3FC2D4ED-54E7-4D14-A9A3-6CB4E8C4C900}" destId="{DB3AC520-0546-4255-90E0-624B9E6E95F1}" srcOrd="6" destOrd="0" presId="urn:microsoft.com/office/officeart/2018/2/layout/IconVerticalSolidList"/>
    <dgm:cxn modelId="{E2A0741B-2371-4CE9-8164-6B58B802AFD6}" type="presParOf" srcId="{DB3AC520-0546-4255-90E0-624B9E6E95F1}" destId="{CFC92C28-FA04-4E08-98C4-53E49CD8B8E9}" srcOrd="0" destOrd="0" presId="urn:microsoft.com/office/officeart/2018/2/layout/IconVerticalSolidList"/>
    <dgm:cxn modelId="{34B9D64D-9947-42E6-9254-2B658ECD7A44}" type="presParOf" srcId="{DB3AC520-0546-4255-90E0-624B9E6E95F1}" destId="{77011C94-EB1A-4531-A6E2-4E264D9A2513}" srcOrd="1" destOrd="0" presId="urn:microsoft.com/office/officeart/2018/2/layout/IconVerticalSolidList"/>
    <dgm:cxn modelId="{FA60A3A1-9DDF-429B-9100-5EE81D8CDA12}" type="presParOf" srcId="{DB3AC520-0546-4255-90E0-624B9E6E95F1}" destId="{611D23D6-468E-456C-91A0-278393770F89}" srcOrd="2" destOrd="0" presId="urn:microsoft.com/office/officeart/2018/2/layout/IconVerticalSolidList"/>
    <dgm:cxn modelId="{96A9DECA-B901-4DA7-A96E-55AE3172EDBF}" type="presParOf" srcId="{DB3AC520-0546-4255-90E0-624B9E6E95F1}" destId="{7F60A17D-897C-4727-B901-5A0A7EF11F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2C8A25-A698-4C83-B4D5-DDCEB75072B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0C11DF5-6FFD-47A3-BD53-EDB2F57FF376}">
      <dgm:prSet/>
      <dgm:spPr/>
      <dgm:t>
        <a:bodyPr/>
        <a:lstStyle/>
        <a:p>
          <a:r>
            <a:rPr lang="en-US" b="1" i="0" baseline="0"/>
            <a:t>Data Management</a:t>
          </a:r>
          <a:r>
            <a:rPr lang="en-US" b="0" i="0" baseline="0"/>
            <a:t> – Data versioning, cleaning, and validation.</a:t>
          </a:r>
          <a:endParaRPr lang="en-US"/>
        </a:p>
      </dgm:t>
    </dgm:pt>
    <dgm:pt modelId="{56AFFDD4-2FEB-4440-9ED4-60502F598178}" type="parTrans" cxnId="{0BF8751D-0C5E-4659-9508-0AE7EFCFC513}">
      <dgm:prSet/>
      <dgm:spPr/>
      <dgm:t>
        <a:bodyPr/>
        <a:lstStyle/>
        <a:p>
          <a:endParaRPr lang="en-US"/>
        </a:p>
      </dgm:t>
    </dgm:pt>
    <dgm:pt modelId="{72D3971A-A44F-4C86-9BA7-0BF8E5CBB29C}" type="sibTrans" cxnId="{0BF8751D-0C5E-4659-9508-0AE7EFCFC513}">
      <dgm:prSet/>
      <dgm:spPr/>
      <dgm:t>
        <a:bodyPr/>
        <a:lstStyle/>
        <a:p>
          <a:endParaRPr lang="en-US"/>
        </a:p>
      </dgm:t>
    </dgm:pt>
    <dgm:pt modelId="{1373A199-3F89-4474-BAAF-5A4D4B2A7CF3}">
      <dgm:prSet/>
      <dgm:spPr/>
      <dgm:t>
        <a:bodyPr/>
        <a:lstStyle/>
        <a:p>
          <a:r>
            <a:rPr lang="en-US" b="1" i="0" baseline="0"/>
            <a:t>Model Development</a:t>
          </a:r>
          <a:r>
            <a:rPr lang="en-US" b="0" i="0" baseline="0"/>
            <a:t> – Experiment tracking and hyperparameter tuning.</a:t>
          </a:r>
          <a:endParaRPr lang="en-US"/>
        </a:p>
      </dgm:t>
    </dgm:pt>
    <dgm:pt modelId="{D2B0C293-19DD-49D6-BBF1-36E326FA9AEE}" type="parTrans" cxnId="{F18FA704-8D3E-4D0A-AA29-656DEA7CE181}">
      <dgm:prSet/>
      <dgm:spPr/>
      <dgm:t>
        <a:bodyPr/>
        <a:lstStyle/>
        <a:p>
          <a:endParaRPr lang="en-US"/>
        </a:p>
      </dgm:t>
    </dgm:pt>
    <dgm:pt modelId="{6B04CB37-5F5E-4CF2-AEF0-F5836A4A5927}" type="sibTrans" cxnId="{F18FA704-8D3E-4D0A-AA29-656DEA7CE181}">
      <dgm:prSet/>
      <dgm:spPr/>
      <dgm:t>
        <a:bodyPr/>
        <a:lstStyle/>
        <a:p>
          <a:endParaRPr lang="en-US"/>
        </a:p>
      </dgm:t>
    </dgm:pt>
    <dgm:pt modelId="{44EB43BF-7D72-4D46-A124-B0D182F99233}">
      <dgm:prSet/>
      <dgm:spPr/>
      <dgm:t>
        <a:bodyPr/>
        <a:lstStyle/>
        <a:p>
          <a:r>
            <a:rPr lang="en-US" b="1" i="0" baseline="0"/>
            <a:t>Model Validation</a:t>
          </a:r>
          <a:r>
            <a:rPr lang="en-US" b="0" i="0" baseline="0"/>
            <a:t> – Check for performance, bias, and fairness.</a:t>
          </a:r>
          <a:endParaRPr lang="en-US"/>
        </a:p>
      </dgm:t>
    </dgm:pt>
    <dgm:pt modelId="{58DCDF39-0EA6-4A8C-B514-AFE316C46467}" type="parTrans" cxnId="{91C9DADB-4201-4FD4-A7CC-F4002B4341DA}">
      <dgm:prSet/>
      <dgm:spPr/>
      <dgm:t>
        <a:bodyPr/>
        <a:lstStyle/>
        <a:p>
          <a:endParaRPr lang="en-US"/>
        </a:p>
      </dgm:t>
    </dgm:pt>
    <dgm:pt modelId="{8615216B-5CD9-44E3-829E-5DA94E1F38F4}" type="sibTrans" cxnId="{91C9DADB-4201-4FD4-A7CC-F4002B4341DA}">
      <dgm:prSet/>
      <dgm:spPr/>
      <dgm:t>
        <a:bodyPr/>
        <a:lstStyle/>
        <a:p>
          <a:endParaRPr lang="en-US"/>
        </a:p>
      </dgm:t>
    </dgm:pt>
    <dgm:pt modelId="{37791686-7739-4CE4-810B-F08230E7D724}">
      <dgm:prSet/>
      <dgm:spPr/>
      <dgm:t>
        <a:bodyPr/>
        <a:lstStyle/>
        <a:p>
          <a:r>
            <a:rPr lang="en-US" b="1" i="0" baseline="0"/>
            <a:t>Deployment</a:t>
          </a:r>
          <a:r>
            <a:rPr lang="en-US" b="0" i="0" baseline="0"/>
            <a:t> – Package and deploy using Docker/Kubernetes.</a:t>
          </a:r>
          <a:endParaRPr lang="en-US"/>
        </a:p>
      </dgm:t>
    </dgm:pt>
    <dgm:pt modelId="{7BAECA14-2FD6-4A10-813E-08DDD8B3142E}" type="parTrans" cxnId="{D4529D44-4960-4ED4-B6A0-5095FEB6CD9A}">
      <dgm:prSet/>
      <dgm:spPr/>
      <dgm:t>
        <a:bodyPr/>
        <a:lstStyle/>
        <a:p>
          <a:endParaRPr lang="en-US"/>
        </a:p>
      </dgm:t>
    </dgm:pt>
    <dgm:pt modelId="{758F7F21-32C1-4387-BFEF-B6BEB5BE5811}" type="sibTrans" cxnId="{D4529D44-4960-4ED4-B6A0-5095FEB6CD9A}">
      <dgm:prSet/>
      <dgm:spPr/>
      <dgm:t>
        <a:bodyPr/>
        <a:lstStyle/>
        <a:p>
          <a:endParaRPr lang="en-US"/>
        </a:p>
      </dgm:t>
    </dgm:pt>
    <dgm:pt modelId="{57982CBA-9641-4385-B7DA-EA3B803D835F}">
      <dgm:prSet/>
      <dgm:spPr/>
      <dgm:t>
        <a:bodyPr/>
        <a:lstStyle/>
        <a:p>
          <a:r>
            <a:rPr lang="en-US" b="1" i="0" baseline="0"/>
            <a:t>Monitoring &amp; Retraining</a:t>
          </a:r>
          <a:r>
            <a:rPr lang="en-US" b="0" i="0" baseline="0"/>
            <a:t> – Detect drift and automatically retrain model.</a:t>
          </a:r>
          <a:endParaRPr lang="en-US"/>
        </a:p>
      </dgm:t>
    </dgm:pt>
    <dgm:pt modelId="{3C8A021B-960D-411D-88B1-437477D07896}" type="parTrans" cxnId="{42D7E106-F44F-4E5D-A65B-D8F518F1D76C}">
      <dgm:prSet/>
      <dgm:spPr/>
      <dgm:t>
        <a:bodyPr/>
        <a:lstStyle/>
        <a:p>
          <a:endParaRPr lang="en-US"/>
        </a:p>
      </dgm:t>
    </dgm:pt>
    <dgm:pt modelId="{AF377F0D-FDB3-4F92-A2AC-43C6B272C285}" type="sibTrans" cxnId="{42D7E106-F44F-4E5D-A65B-D8F518F1D76C}">
      <dgm:prSet/>
      <dgm:spPr/>
      <dgm:t>
        <a:bodyPr/>
        <a:lstStyle/>
        <a:p>
          <a:endParaRPr lang="en-US"/>
        </a:p>
      </dgm:t>
    </dgm:pt>
    <dgm:pt modelId="{B3C1263B-7E39-416F-B449-B55B161A7424}" type="pres">
      <dgm:prSet presAssocID="{732C8A25-A698-4C83-B4D5-DDCEB75072B6}" presName="linear" presStyleCnt="0">
        <dgm:presLayoutVars>
          <dgm:animLvl val="lvl"/>
          <dgm:resizeHandles val="exact"/>
        </dgm:presLayoutVars>
      </dgm:prSet>
      <dgm:spPr/>
    </dgm:pt>
    <dgm:pt modelId="{56C48215-E0C1-4164-8B0D-77F82C798221}" type="pres">
      <dgm:prSet presAssocID="{F0C11DF5-6FFD-47A3-BD53-EDB2F57FF37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B12538B-FE94-425C-83AA-A6F74F5830F7}" type="pres">
      <dgm:prSet presAssocID="{72D3971A-A44F-4C86-9BA7-0BF8E5CBB29C}" presName="spacer" presStyleCnt="0"/>
      <dgm:spPr/>
    </dgm:pt>
    <dgm:pt modelId="{0210E8C0-6DB9-4822-B624-8D247F3E55E4}" type="pres">
      <dgm:prSet presAssocID="{1373A199-3F89-4474-BAAF-5A4D4B2A7CF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46A7D53-D8BE-4FD0-8546-136426D892E0}" type="pres">
      <dgm:prSet presAssocID="{6B04CB37-5F5E-4CF2-AEF0-F5836A4A5927}" presName="spacer" presStyleCnt="0"/>
      <dgm:spPr/>
    </dgm:pt>
    <dgm:pt modelId="{55D8A9D3-EA91-45D1-87CB-DB1FC041A1C4}" type="pres">
      <dgm:prSet presAssocID="{44EB43BF-7D72-4D46-A124-B0D182F9923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F8576B2-2915-4F3C-8C4A-FED2BEA03B43}" type="pres">
      <dgm:prSet presAssocID="{8615216B-5CD9-44E3-829E-5DA94E1F38F4}" presName="spacer" presStyleCnt="0"/>
      <dgm:spPr/>
    </dgm:pt>
    <dgm:pt modelId="{423C066A-7C31-4108-8C62-1DE3F659887A}" type="pres">
      <dgm:prSet presAssocID="{37791686-7739-4CE4-810B-F08230E7D72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0C8F6B8-111A-4F7F-B9F1-0A150DD5FF3B}" type="pres">
      <dgm:prSet presAssocID="{758F7F21-32C1-4387-BFEF-B6BEB5BE5811}" presName="spacer" presStyleCnt="0"/>
      <dgm:spPr/>
    </dgm:pt>
    <dgm:pt modelId="{C8B8E636-9EAE-4B49-BC4B-D6F1D5A62BEA}" type="pres">
      <dgm:prSet presAssocID="{57982CBA-9641-4385-B7DA-EA3B803D835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18FA704-8D3E-4D0A-AA29-656DEA7CE181}" srcId="{732C8A25-A698-4C83-B4D5-DDCEB75072B6}" destId="{1373A199-3F89-4474-BAAF-5A4D4B2A7CF3}" srcOrd="1" destOrd="0" parTransId="{D2B0C293-19DD-49D6-BBF1-36E326FA9AEE}" sibTransId="{6B04CB37-5F5E-4CF2-AEF0-F5836A4A5927}"/>
    <dgm:cxn modelId="{E5879406-8039-4049-A210-6AAE6A09159F}" type="presOf" srcId="{732C8A25-A698-4C83-B4D5-DDCEB75072B6}" destId="{B3C1263B-7E39-416F-B449-B55B161A7424}" srcOrd="0" destOrd="0" presId="urn:microsoft.com/office/officeart/2005/8/layout/vList2"/>
    <dgm:cxn modelId="{42D7E106-F44F-4E5D-A65B-D8F518F1D76C}" srcId="{732C8A25-A698-4C83-B4D5-DDCEB75072B6}" destId="{57982CBA-9641-4385-B7DA-EA3B803D835F}" srcOrd="4" destOrd="0" parTransId="{3C8A021B-960D-411D-88B1-437477D07896}" sibTransId="{AF377F0D-FDB3-4F92-A2AC-43C6B272C285}"/>
    <dgm:cxn modelId="{0BF8751D-0C5E-4659-9508-0AE7EFCFC513}" srcId="{732C8A25-A698-4C83-B4D5-DDCEB75072B6}" destId="{F0C11DF5-6FFD-47A3-BD53-EDB2F57FF376}" srcOrd="0" destOrd="0" parTransId="{56AFFDD4-2FEB-4440-9ED4-60502F598178}" sibTransId="{72D3971A-A44F-4C86-9BA7-0BF8E5CBB29C}"/>
    <dgm:cxn modelId="{D4529D44-4960-4ED4-B6A0-5095FEB6CD9A}" srcId="{732C8A25-A698-4C83-B4D5-DDCEB75072B6}" destId="{37791686-7739-4CE4-810B-F08230E7D724}" srcOrd="3" destOrd="0" parTransId="{7BAECA14-2FD6-4A10-813E-08DDD8B3142E}" sibTransId="{758F7F21-32C1-4387-BFEF-B6BEB5BE5811}"/>
    <dgm:cxn modelId="{834AF86D-05BB-464C-BBE5-44DB8567BA3C}" type="presOf" srcId="{1373A199-3F89-4474-BAAF-5A4D4B2A7CF3}" destId="{0210E8C0-6DB9-4822-B624-8D247F3E55E4}" srcOrd="0" destOrd="0" presId="urn:microsoft.com/office/officeart/2005/8/layout/vList2"/>
    <dgm:cxn modelId="{C2EF306E-3106-4FDA-AB55-8DB7039AC672}" type="presOf" srcId="{57982CBA-9641-4385-B7DA-EA3B803D835F}" destId="{C8B8E636-9EAE-4B49-BC4B-D6F1D5A62BEA}" srcOrd="0" destOrd="0" presId="urn:microsoft.com/office/officeart/2005/8/layout/vList2"/>
    <dgm:cxn modelId="{38F3A24E-48BD-4E09-AB8A-26083774C269}" type="presOf" srcId="{44EB43BF-7D72-4D46-A124-B0D182F99233}" destId="{55D8A9D3-EA91-45D1-87CB-DB1FC041A1C4}" srcOrd="0" destOrd="0" presId="urn:microsoft.com/office/officeart/2005/8/layout/vList2"/>
    <dgm:cxn modelId="{95AFB1DB-5AE9-4F2C-A216-A67CB1F0CF9E}" type="presOf" srcId="{F0C11DF5-6FFD-47A3-BD53-EDB2F57FF376}" destId="{56C48215-E0C1-4164-8B0D-77F82C798221}" srcOrd="0" destOrd="0" presId="urn:microsoft.com/office/officeart/2005/8/layout/vList2"/>
    <dgm:cxn modelId="{91C9DADB-4201-4FD4-A7CC-F4002B4341DA}" srcId="{732C8A25-A698-4C83-B4D5-DDCEB75072B6}" destId="{44EB43BF-7D72-4D46-A124-B0D182F99233}" srcOrd="2" destOrd="0" parTransId="{58DCDF39-0EA6-4A8C-B514-AFE316C46467}" sibTransId="{8615216B-5CD9-44E3-829E-5DA94E1F38F4}"/>
    <dgm:cxn modelId="{CF0D2AE1-CE64-43E2-9078-9E55C0D10157}" type="presOf" srcId="{37791686-7739-4CE4-810B-F08230E7D724}" destId="{423C066A-7C31-4108-8C62-1DE3F659887A}" srcOrd="0" destOrd="0" presId="urn:microsoft.com/office/officeart/2005/8/layout/vList2"/>
    <dgm:cxn modelId="{CE702414-1BB0-4AF5-A837-DDA2EB788452}" type="presParOf" srcId="{B3C1263B-7E39-416F-B449-B55B161A7424}" destId="{56C48215-E0C1-4164-8B0D-77F82C798221}" srcOrd="0" destOrd="0" presId="urn:microsoft.com/office/officeart/2005/8/layout/vList2"/>
    <dgm:cxn modelId="{907808D4-5AC1-4146-96BB-3E7ED17567C4}" type="presParOf" srcId="{B3C1263B-7E39-416F-B449-B55B161A7424}" destId="{4B12538B-FE94-425C-83AA-A6F74F5830F7}" srcOrd="1" destOrd="0" presId="urn:microsoft.com/office/officeart/2005/8/layout/vList2"/>
    <dgm:cxn modelId="{A8599493-B6B1-4A6F-BC4E-6265CEEFD0B0}" type="presParOf" srcId="{B3C1263B-7E39-416F-B449-B55B161A7424}" destId="{0210E8C0-6DB9-4822-B624-8D247F3E55E4}" srcOrd="2" destOrd="0" presId="urn:microsoft.com/office/officeart/2005/8/layout/vList2"/>
    <dgm:cxn modelId="{EA457709-4CEA-4595-9BFB-64B3FE1CCCE5}" type="presParOf" srcId="{B3C1263B-7E39-416F-B449-B55B161A7424}" destId="{346A7D53-D8BE-4FD0-8546-136426D892E0}" srcOrd="3" destOrd="0" presId="urn:microsoft.com/office/officeart/2005/8/layout/vList2"/>
    <dgm:cxn modelId="{A25F4C34-41F3-4665-8BEE-55C75B77B7D3}" type="presParOf" srcId="{B3C1263B-7E39-416F-B449-B55B161A7424}" destId="{55D8A9D3-EA91-45D1-87CB-DB1FC041A1C4}" srcOrd="4" destOrd="0" presId="urn:microsoft.com/office/officeart/2005/8/layout/vList2"/>
    <dgm:cxn modelId="{15EAFFE3-713B-40BA-9F62-E4284776B9BE}" type="presParOf" srcId="{B3C1263B-7E39-416F-B449-B55B161A7424}" destId="{DF8576B2-2915-4F3C-8C4A-FED2BEA03B43}" srcOrd="5" destOrd="0" presId="urn:microsoft.com/office/officeart/2005/8/layout/vList2"/>
    <dgm:cxn modelId="{B0E94AAC-1F5C-4ED5-999A-ACD3EEB77685}" type="presParOf" srcId="{B3C1263B-7E39-416F-B449-B55B161A7424}" destId="{423C066A-7C31-4108-8C62-1DE3F659887A}" srcOrd="6" destOrd="0" presId="urn:microsoft.com/office/officeart/2005/8/layout/vList2"/>
    <dgm:cxn modelId="{A2AEE90E-0DC0-45FE-8777-52B9B84E9A06}" type="presParOf" srcId="{B3C1263B-7E39-416F-B449-B55B161A7424}" destId="{50C8F6B8-111A-4F7F-B9F1-0A150DD5FF3B}" srcOrd="7" destOrd="0" presId="urn:microsoft.com/office/officeart/2005/8/layout/vList2"/>
    <dgm:cxn modelId="{6001322F-7D6A-489B-8419-4AC89E957BED}" type="presParOf" srcId="{B3C1263B-7E39-416F-B449-B55B161A7424}" destId="{C8B8E636-9EAE-4B49-BC4B-D6F1D5A62BE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050D9E-3AC9-41DA-ABE7-BBAB317EED2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6A56572-43D4-4FEE-878B-5B141AEF0E12}">
      <dgm:prSet/>
      <dgm:spPr/>
      <dgm:t>
        <a:bodyPr/>
        <a:lstStyle/>
        <a:p>
          <a:r>
            <a:rPr lang="en-US"/>
            <a:t>MLOps is essential because:</a:t>
          </a:r>
        </a:p>
      </dgm:t>
    </dgm:pt>
    <dgm:pt modelId="{1B9C3485-D14A-4956-82AF-FE41536DF596}" type="parTrans" cxnId="{F09DEE93-2EFD-4129-8DE6-B982E55DB0C1}">
      <dgm:prSet/>
      <dgm:spPr/>
      <dgm:t>
        <a:bodyPr/>
        <a:lstStyle/>
        <a:p>
          <a:endParaRPr lang="en-US"/>
        </a:p>
      </dgm:t>
    </dgm:pt>
    <dgm:pt modelId="{2DAB3F82-B8BB-40D0-8A1D-91B76ECC4990}" type="sibTrans" cxnId="{F09DEE93-2EFD-4129-8DE6-B982E55DB0C1}">
      <dgm:prSet/>
      <dgm:spPr/>
      <dgm:t>
        <a:bodyPr/>
        <a:lstStyle/>
        <a:p>
          <a:endParaRPr lang="en-US"/>
        </a:p>
      </dgm:t>
    </dgm:pt>
    <dgm:pt modelId="{BA148791-B8E3-45FE-9FF8-55D468091DBD}">
      <dgm:prSet/>
      <dgm:spPr/>
      <dgm:t>
        <a:bodyPr/>
        <a:lstStyle/>
        <a:p>
          <a:r>
            <a:rPr lang="en-US" b="1"/>
            <a:t>Reproducibility:</a:t>
          </a:r>
          <a:r>
            <a:rPr lang="en-US"/>
            <a:t> Ensures consistent results across environments.</a:t>
          </a:r>
        </a:p>
      </dgm:t>
    </dgm:pt>
    <dgm:pt modelId="{42E8AD72-9A66-43B2-8225-1B18AC1C9EAC}" type="parTrans" cxnId="{E293F3AE-369A-405E-B435-0540587B6805}">
      <dgm:prSet/>
      <dgm:spPr/>
      <dgm:t>
        <a:bodyPr/>
        <a:lstStyle/>
        <a:p>
          <a:endParaRPr lang="en-US"/>
        </a:p>
      </dgm:t>
    </dgm:pt>
    <dgm:pt modelId="{21BCEB8F-E94F-4798-987F-80CC68681AFA}" type="sibTrans" cxnId="{E293F3AE-369A-405E-B435-0540587B6805}">
      <dgm:prSet/>
      <dgm:spPr/>
      <dgm:t>
        <a:bodyPr/>
        <a:lstStyle/>
        <a:p>
          <a:endParaRPr lang="en-US"/>
        </a:p>
      </dgm:t>
    </dgm:pt>
    <dgm:pt modelId="{CB7EF124-B21C-4143-854A-0D64E021FCC8}">
      <dgm:prSet/>
      <dgm:spPr/>
      <dgm:t>
        <a:bodyPr/>
        <a:lstStyle/>
        <a:p>
          <a:r>
            <a:rPr lang="en-US" b="1"/>
            <a:t>Scalability:</a:t>
          </a:r>
          <a:r>
            <a:rPr lang="en-US"/>
            <a:t> Supports large-scale data and models.</a:t>
          </a:r>
        </a:p>
      </dgm:t>
    </dgm:pt>
    <dgm:pt modelId="{58C0C967-078F-48D9-AB3C-05494C50481B}" type="parTrans" cxnId="{AF4FDD0F-F6ED-47EC-8A54-C7929ABCAE04}">
      <dgm:prSet/>
      <dgm:spPr/>
      <dgm:t>
        <a:bodyPr/>
        <a:lstStyle/>
        <a:p>
          <a:endParaRPr lang="en-US"/>
        </a:p>
      </dgm:t>
    </dgm:pt>
    <dgm:pt modelId="{EC8A76A5-FF91-4D6A-A221-8073DEAFC843}" type="sibTrans" cxnId="{AF4FDD0F-F6ED-47EC-8A54-C7929ABCAE04}">
      <dgm:prSet/>
      <dgm:spPr/>
      <dgm:t>
        <a:bodyPr/>
        <a:lstStyle/>
        <a:p>
          <a:endParaRPr lang="en-US"/>
        </a:p>
      </dgm:t>
    </dgm:pt>
    <dgm:pt modelId="{A19844E0-5679-4FF0-A3EF-5B732AEBC224}">
      <dgm:prSet/>
      <dgm:spPr/>
      <dgm:t>
        <a:bodyPr/>
        <a:lstStyle/>
        <a:p>
          <a:r>
            <a:rPr lang="en-US" b="1"/>
            <a:t>Collaboration:</a:t>
          </a:r>
          <a:r>
            <a:rPr lang="en-US"/>
            <a:t> Enables data scientists and engineers to work seamlessly.</a:t>
          </a:r>
        </a:p>
      </dgm:t>
    </dgm:pt>
    <dgm:pt modelId="{B1B87F18-F4BF-46FA-8A25-23F19AFC78E9}" type="parTrans" cxnId="{B6A057CA-DFB3-43B7-BE7A-B2D73F112463}">
      <dgm:prSet/>
      <dgm:spPr/>
      <dgm:t>
        <a:bodyPr/>
        <a:lstStyle/>
        <a:p>
          <a:endParaRPr lang="en-US"/>
        </a:p>
      </dgm:t>
    </dgm:pt>
    <dgm:pt modelId="{E264E366-C6FE-4C52-BF49-69921126DAC4}" type="sibTrans" cxnId="{B6A057CA-DFB3-43B7-BE7A-B2D73F112463}">
      <dgm:prSet/>
      <dgm:spPr/>
      <dgm:t>
        <a:bodyPr/>
        <a:lstStyle/>
        <a:p>
          <a:endParaRPr lang="en-US"/>
        </a:p>
      </dgm:t>
    </dgm:pt>
    <dgm:pt modelId="{7A0F2F85-98FE-4E4F-BB73-17B229E9D293}">
      <dgm:prSet/>
      <dgm:spPr/>
      <dgm:t>
        <a:bodyPr/>
        <a:lstStyle/>
        <a:p>
          <a:r>
            <a:rPr lang="en-US" b="1"/>
            <a:t>Automation:</a:t>
          </a:r>
          <a:r>
            <a:rPr lang="en-US"/>
            <a:t> Reduces manual work in deployment and retraining.</a:t>
          </a:r>
        </a:p>
      </dgm:t>
    </dgm:pt>
    <dgm:pt modelId="{BB146643-319B-4D5C-A5AB-DF360598F142}" type="parTrans" cxnId="{D95F13C4-BC87-470B-86F3-A1D2B88B8EB3}">
      <dgm:prSet/>
      <dgm:spPr/>
      <dgm:t>
        <a:bodyPr/>
        <a:lstStyle/>
        <a:p>
          <a:endParaRPr lang="en-US"/>
        </a:p>
      </dgm:t>
    </dgm:pt>
    <dgm:pt modelId="{5B6BEEBC-6D79-42F2-8BA1-3D939CB95018}" type="sibTrans" cxnId="{D95F13C4-BC87-470B-86F3-A1D2B88B8EB3}">
      <dgm:prSet/>
      <dgm:spPr/>
      <dgm:t>
        <a:bodyPr/>
        <a:lstStyle/>
        <a:p>
          <a:endParaRPr lang="en-US"/>
        </a:p>
      </dgm:t>
    </dgm:pt>
    <dgm:pt modelId="{600F644C-B7A6-49D7-807C-84A67E32475E}">
      <dgm:prSet/>
      <dgm:spPr/>
      <dgm:t>
        <a:bodyPr/>
        <a:lstStyle/>
        <a:p>
          <a:r>
            <a:rPr lang="en-US" b="1"/>
            <a:t>Monitoring:</a:t>
          </a:r>
          <a:r>
            <a:rPr lang="en-US"/>
            <a:t> Continuously tracks model health and accuracy.</a:t>
          </a:r>
        </a:p>
      </dgm:t>
    </dgm:pt>
    <dgm:pt modelId="{20D0CD02-77D4-4BF1-85D4-868DB3FB8553}" type="parTrans" cxnId="{DF3B19AB-FE2D-4A83-BF1F-114D65E95A94}">
      <dgm:prSet/>
      <dgm:spPr/>
      <dgm:t>
        <a:bodyPr/>
        <a:lstStyle/>
        <a:p>
          <a:endParaRPr lang="en-US"/>
        </a:p>
      </dgm:t>
    </dgm:pt>
    <dgm:pt modelId="{DB035CE2-9136-41D5-9AFE-292C371FD844}" type="sibTrans" cxnId="{DF3B19AB-FE2D-4A83-BF1F-114D65E95A94}">
      <dgm:prSet/>
      <dgm:spPr/>
      <dgm:t>
        <a:bodyPr/>
        <a:lstStyle/>
        <a:p>
          <a:endParaRPr lang="en-US"/>
        </a:p>
      </dgm:t>
    </dgm:pt>
    <dgm:pt modelId="{5F98EEBB-2B2B-4AE4-A802-1686FB0C2802}" type="pres">
      <dgm:prSet presAssocID="{A4050D9E-3AC9-41DA-ABE7-BBAB317EED21}" presName="root" presStyleCnt="0">
        <dgm:presLayoutVars>
          <dgm:dir/>
          <dgm:resizeHandles val="exact"/>
        </dgm:presLayoutVars>
      </dgm:prSet>
      <dgm:spPr/>
    </dgm:pt>
    <dgm:pt modelId="{949F6C75-8CE3-4037-AEA0-EB78F307CAFC}" type="pres">
      <dgm:prSet presAssocID="{B6A56572-43D4-4FEE-878B-5B141AEF0E12}" presName="compNode" presStyleCnt="0"/>
      <dgm:spPr/>
    </dgm:pt>
    <dgm:pt modelId="{0CD13FB1-8100-4220-A28D-220D94C08447}" type="pres">
      <dgm:prSet presAssocID="{B6A56572-43D4-4FEE-878B-5B141AEF0E1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AB4D3B49-9797-4FB5-9F3F-3817837AAD4D}" type="pres">
      <dgm:prSet presAssocID="{B6A56572-43D4-4FEE-878B-5B141AEF0E12}" presName="spaceRect" presStyleCnt="0"/>
      <dgm:spPr/>
    </dgm:pt>
    <dgm:pt modelId="{CF7C6DF5-7E31-48A0-8717-702473DB03D2}" type="pres">
      <dgm:prSet presAssocID="{B6A56572-43D4-4FEE-878B-5B141AEF0E12}" presName="textRect" presStyleLbl="revTx" presStyleIdx="0" presStyleCnt="6">
        <dgm:presLayoutVars>
          <dgm:chMax val="1"/>
          <dgm:chPref val="1"/>
        </dgm:presLayoutVars>
      </dgm:prSet>
      <dgm:spPr/>
    </dgm:pt>
    <dgm:pt modelId="{CAE6C82B-FD89-4059-A4F2-5BE85DB8DA51}" type="pres">
      <dgm:prSet presAssocID="{2DAB3F82-B8BB-40D0-8A1D-91B76ECC4990}" presName="sibTrans" presStyleCnt="0"/>
      <dgm:spPr/>
    </dgm:pt>
    <dgm:pt modelId="{9E98F664-7428-4C7E-8C88-C2F2536158B9}" type="pres">
      <dgm:prSet presAssocID="{BA148791-B8E3-45FE-9FF8-55D468091DBD}" presName="compNode" presStyleCnt="0"/>
      <dgm:spPr/>
    </dgm:pt>
    <dgm:pt modelId="{6F84539A-3A2D-47A0-9087-82D0096A4B2B}" type="pres">
      <dgm:prSet presAssocID="{BA148791-B8E3-45FE-9FF8-55D468091DB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682B3684-52AD-490A-A4F9-BA822CCB4A62}" type="pres">
      <dgm:prSet presAssocID="{BA148791-B8E3-45FE-9FF8-55D468091DBD}" presName="spaceRect" presStyleCnt="0"/>
      <dgm:spPr/>
    </dgm:pt>
    <dgm:pt modelId="{58AA5E37-0955-4E64-98E1-0CE577819640}" type="pres">
      <dgm:prSet presAssocID="{BA148791-B8E3-45FE-9FF8-55D468091DBD}" presName="textRect" presStyleLbl="revTx" presStyleIdx="1" presStyleCnt="6">
        <dgm:presLayoutVars>
          <dgm:chMax val="1"/>
          <dgm:chPref val="1"/>
        </dgm:presLayoutVars>
      </dgm:prSet>
      <dgm:spPr/>
    </dgm:pt>
    <dgm:pt modelId="{9DE056F5-12B4-4912-B608-A8FAF656FDAB}" type="pres">
      <dgm:prSet presAssocID="{21BCEB8F-E94F-4798-987F-80CC68681AFA}" presName="sibTrans" presStyleCnt="0"/>
      <dgm:spPr/>
    </dgm:pt>
    <dgm:pt modelId="{6EB8608E-4ADE-4BA5-8CAD-226F20B773D4}" type="pres">
      <dgm:prSet presAssocID="{CB7EF124-B21C-4143-854A-0D64E021FCC8}" presName="compNode" presStyleCnt="0"/>
      <dgm:spPr/>
    </dgm:pt>
    <dgm:pt modelId="{24E9898E-1A6D-4758-A792-D9657E017C79}" type="pres">
      <dgm:prSet presAssocID="{CB7EF124-B21C-4143-854A-0D64E021FCC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61B966B1-FF02-4E2B-8456-DCB7168EE4E6}" type="pres">
      <dgm:prSet presAssocID="{CB7EF124-B21C-4143-854A-0D64E021FCC8}" presName="spaceRect" presStyleCnt="0"/>
      <dgm:spPr/>
    </dgm:pt>
    <dgm:pt modelId="{8D2849A5-0CE0-432A-9A2F-56BBB2C83F6B}" type="pres">
      <dgm:prSet presAssocID="{CB7EF124-B21C-4143-854A-0D64E021FCC8}" presName="textRect" presStyleLbl="revTx" presStyleIdx="2" presStyleCnt="6">
        <dgm:presLayoutVars>
          <dgm:chMax val="1"/>
          <dgm:chPref val="1"/>
        </dgm:presLayoutVars>
      </dgm:prSet>
      <dgm:spPr/>
    </dgm:pt>
    <dgm:pt modelId="{56E8B5B3-D678-450F-BE21-95E20A4FB81D}" type="pres">
      <dgm:prSet presAssocID="{EC8A76A5-FF91-4D6A-A221-8073DEAFC843}" presName="sibTrans" presStyleCnt="0"/>
      <dgm:spPr/>
    </dgm:pt>
    <dgm:pt modelId="{3E8F96BE-ED6C-4259-8D25-375DD7F9B83F}" type="pres">
      <dgm:prSet presAssocID="{A19844E0-5679-4FF0-A3EF-5B732AEBC224}" presName="compNode" presStyleCnt="0"/>
      <dgm:spPr/>
    </dgm:pt>
    <dgm:pt modelId="{8DC7FAA8-92E5-4E6C-A728-2086C9FE71B7}" type="pres">
      <dgm:prSet presAssocID="{A19844E0-5679-4FF0-A3EF-5B732AEBC22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C54DED8-2749-444B-9194-E8AC1753152F}" type="pres">
      <dgm:prSet presAssocID="{A19844E0-5679-4FF0-A3EF-5B732AEBC224}" presName="spaceRect" presStyleCnt="0"/>
      <dgm:spPr/>
    </dgm:pt>
    <dgm:pt modelId="{72464C21-6985-41D8-8914-568B699C38E8}" type="pres">
      <dgm:prSet presAssocID="{A19844E0-5679-4FF0-A3EF-5B732AEBC224}" presName="textRect" presStyleLbl="revTx" presStyleIdx="3" presStyleCnt="6">
        <dgm:presLayoutVars>
          <dgm:chMax val="1"/>
          <dgm:chPref val="1"/>
        </dgm:presLayoutVars>
      </dgm:prSet>
      <dgm:spPr/>
    </dgm:pt>
    <dgm:pt modelId="{D1808684-6F25-47B5-B2E1-311C0F514F1F}" type="pres">
      <dgm:prSet presAssocID="{E264E366-C6FE-4C52-BF49-69921126DAC4}" presName="sibTrans" presStyleCnt="0"/>
      <dgm:spPr/>
    </dgm:pt>
    <dgm:pt modelId="{E89B0FA6-C64D-4750-96D3-766B11C84742}" type="pres">
      <dgm:prSet presAssocID="{7A0F2F85-98FE-4E4F-BB73-17B229E9D293}" presName="compNode" presStyleCnt="0"/>
      <dgm:spPr/>
    </dgm:pt>
    <dgm:pt modelId="{732444D8-7F35-4E8F-80FD-91AA8F57C73C}" type="pres">
      <dgm:prSet presAssocID="{7A0F2F85-98FE-4E4F-BB73-17B229E9D29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B5AB7B0-1646-4697-A351-34D7F5EEF578}" type="pres">
      <dgm:prSet presAssocID="{7A0F2F85-98FE-4E4F-BB73-17B229E9D293}" presName="spaceRect" presStyleCnt="0"/>
      <dgm:spPr/>
    </dgm:pt>
    <dgm:pt modelId="{21333D91-6EE5-4057-9EC7-E552C92C4E2C}" type="pres">
      <dgm:prSet presAssocID="{7A0F2F85-98FE-4E4F-BB73-17B229E9D293}" presName="textRect" presStyleLbl="revTx" presStyleIdx="4" presStyleCnt="6">
        <dgm:presLayoutVars>
          <dgm:chMax val="1"/>
          <dgm:chPref val="1"/>
        </dgm:presLayoutVars>
      </dgm:prSet>
      <dgm:spPr/>
    </dgm:pt>
    <dgm:pt modelId="{0E6F2C9D-8C5A-4F16-A55D-FD7BDF8E24B2}" type="pres">
      <dgm:prSet presAssocID="{5B6BEEBC-6D79-42F2-8BA1-3D939CB95018}" presName="sibTrans" presStyleCnt="0"/>
      <dgm:spPr/>
    </dgm:pt>
    <dgm:pt modelId="{112C0AAD-F715-45C8-A829-D94C3AB2FF0F}" type="pres">
      <dgm:prSet presAssocID="{600F644C-B7A6-49D7-807C-84A67E32475E}" presName="compNode" presStyleCnt="0"/>
      <dgm:spPr/>
    </dgm:pt>
    <dgm:pt modelId="{40DBC6E0-F155-4786-B744-C4A395B3B1C4}" type="pres">
      <dgm:prSet presAssocID="{600F644C-B7A6-49D7-807C-84A67E32475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581CF1F-C786-44E4-B10E-624535D58181}" type="pres">
      <dgm:prSet presAssocID="{600F644C-B7A6-49D7-807C-84A67E32475E}" presName="spaceRect" presStyleCnt="0"/>
      <dgm:spPr/>
    </dgm:pt>
    <dgm:pt modelId="{C85548A1-4A8D-4FFA-B196-014BD6800A9F}" type="pres">
      <dgm:prSet presAssocID="{600F644C-B7A6-49D7-807C-84A67E32475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D2B0000-521E-4CCB-867C-E958A627D2F4}" type="presOf" srcId="{CB7EF124-B21C-4143-854A-0D64E021FCC8}" destId="{8D2849A5-0CE0-432A-9A2F-56BBB2C83F6B}" srcOrd="0" destOrd="0" presId="urn:microsoft.com/office/officeart/2018/2/layout/IconLabelList"/>
    <dgm:cxn modelId="{63753906-47A2-46FE-A539-1ABB2BB7C2CE}" type="presOf" srcId="{A4050D9E-3AC9-41DA-ABE7-BBAB317EED21}" destId="{5F98EEBB-2B2B-4AE4-A802-1686FB0C2802}" srcOrd="0" destOrd="0" presId="urn:microsoft.com/office/officeart/2018/2/layout/IconLabelList"/>
    <dgm:cxn modelId="{AF4FDD0F-F6ED-47EC-8A54-C7929ABCAE04}" srcId="{A4050D9E-3AC9-41DA-ABE7-BBAB317EED21}" destId="{CB7EF124-B21C-4143-854A-0D64E021FCC8}" srcOrd="2" destOrd="0" parTransId="{58C0C967-078F-48D9-AB3C-05494C50481B}" sibTransId="{EC8A76A5-FF91-4D6A-A221-8073DEAFC843}"/>
    <dgm:cxn modelId="{99B6B538-918B-4D5A-BD42-3C4E1348A5BE}" type="presOf" srcId="{BA148791-B8E3-45FE-9FF8-55D468091DBD}" destId="{58AA5E37-0955-4E64-98E1-0CE577819640}" srcOrd="0" destOrd="0" presId="urn:microsoft.com/office/officeart/2018/2/layout/IconLabelList"/>
    <dgm:cxn modelId="{3DE32E4A-78B5-4F3E-87DD-ECD4473E13D4}" type="presOf" srcId="{B6A56572-43D4-4FEE-878B-5B141AEF0E12}" destId="{CF7C6DF5-7E31-48A0-8717-702473DB03D2}" srcOrd="0" destOrd="0" presId="urn:microsoft.com/office/officeart/2018/2/layout/IconLabelList"/>
    <dgm:cxn modelId="{44A74C4B-9142-42EF-B4D5-A92BC5E54E2D}" type="presOf" srcId="{600F644C-B7A6-49D7-807C-84A67E32475E}" destId="{C85548A1-4A8D-4FFA-B196-014BD6800A9F}" srcOrd="0" destOrd="0" presId="urn:microsoft.com/office/officeart/2018/2/layout/IconLabelList"/>
    <dgm:cxn modelId="{F09DEE93-2EFD-4129-8DE6-B982E55DB0C1}" srcId="{A4050D9E-3AC9-41DA-ABE7-BBAB317EED21}" destId="{B6A56572-43D4-4FEE-878B-5B141AEF0E12}" srcOrd="0" destOrd="0" parTransId="{1B9C3485-D14A-4956-82AF-FE41536DF596}" sibTransId="{2DAB3F82-B8BB-40D0-8A1D-91B76ECC4990}"/>
    <dgm:cxn modelId="{DF3B19AB-FE2D-4A83-BF1F-114D65E95A94}" srcId="{A4050D9E-3AC9-41DA-ABE7-BBAB317EED21}" destId="{600F644C-B7A6-49D7-807C-84A67E32475E}" srcOrd="5" destOrd="0" parTransId="{20D0CD02-77D4-4BF1-85D4-868DB3FB8553}" sibTransId="{DB035CE2-9136-41D5-9AFE-292C371FD844}"/>
    <dgm:cxn modelId="{E293F3AE-369A-405E-B435-0540587B6805}" srcId="{A4050D9E-3AC9-41DA-ABE7-BBAB317EED21}" destId="{BA148791-B8E3-45FE-9FF8-55D468091DBD}" srcOrd="1" destOrd="0" parTransId="{42E8AD72-9A66-43B2-8225-1B18AC1C9EAC}" sibTransId="{21BCEB8F-E94F-4798-987F-80CC68681AFA}"/>
    <dgm:cxn modelId="{D8F5A0B2-EA18-42B5-9400-62B9E35A4A19}" type="presOf" srcId="{7A0F2F85-98FE-4E4F-BB73-17B229E9D293}" destId="{21333D91-6EE5-4057-9EC7-E552C92C4E2C}" srcOrd="0" destOrd="0" presId="urn:microsoft.com/office/officeart/2018/2/layout/IconLabelList"/>
    <dgm:cxn modelId="{D95F13C4-BC87-470B-86F3-A1D2B88B8EB3}" srcId="{A4050D9E-3AC9-41DA-ABE7-BBAB317EED21}" destId="{7A0F2F85-98FE-4E4F-BB73-17B229E9D293}" srcOrd="4" destOrd="0" parTransId="{BB146643-319B-4D5C-A5AB-DF360598F142}" sibTransId="{5B6BEEBC-6D79-42F2-8BA1-3D939CB95018}"/>
    <dgm:cxn modelId="{B6A057CA-DFB3-43B7-BE7A-B2D73F112463}" srcId="{A4050D9E-3AC9-41DA-ABE7-BBAB317EED21}" destId="{A19844E0-5679-4FF0-A3EF-5B732AEBC224}" srcOrd="3" destOrd="0" parTransId="{B1B87F18-F4BF-46FA-8A25-23F19AFC78E9}" sibTransId="{E264E366-C6FE-4C52-BF49-69921126DAC4}"/>
    <dgm:cxn modelId="{B18DAAFA-DE86-4ECE-B52B-6A634E81940A}" type="presOf" srcId="{A19844E0-5679-4FF0-A3EF-5B732AEBC224}" destId="{72464C21-6985-41D8-8914-568B699C38E8}" srcOrd="0" destOrd="0" presId="urn:microsoft.com/office/officeart/2018/2/layout/IconLabelList"/>
    <dgm:cxn modelId="{D281417A-3660-4C52-AEDB-050E6F0CC612}" type="presParOf" srcId="{5F98EEBB-2B2B-4AE4-A802-1686FB0C2802}" destId="{949F6C75-8CE3-4037-AEA0-EB78F307CAFC}" srcOrd="0" destOrd="0" presId="urn:microsoft.com/office/officeart/2018/2/layout/IconLabelList"/>
    <dgm:cxn modelId="{EBA6D52D-91D8-419A-8C61-75D443DE4A21}" type="presParOf" srcId="{949F6C75-8CE3-4037-AEA0-EB78F307CAFC}" destId="{0CD13FB1-8100-4220-A28D-220D94C08447}" srcOrd="0" destOrd="0" presId="urn:microsoft.com/office/officeart/2018/2/layout/IconLabelList"/>
    <dgm:cxn modelId="{9523F09A-0C62-4D21-88E5-5BEC49416715}" type="presParOf" srcId="{949F6C75-8CE3-4037-AEA0-EB78F307CAFC}" destId="{AB4D3B49-9797-4FB5-9F3F-3817837AAD4D}" srcOrd="1" destOrd="0" presId="urn:microsoft.com/office/officeart/2018/2/layout/IconLabelList"/>
    <dgm:cxn modelId="{CFE4598F-2016-40E7-8831-84F6AB25A0E7}" type="presParOf" srcId="{949F6C75-8CE3-4037-AEA0-EB78F307CAFC}" destId="{CF7C6DF5-7E31-48A0-8717-702473DB03D2}" srcOrd="2" destOrd="0" presId="urn:microsoft.com/office/officeart/2018/2/layout/IconLabelList"/>
    <dgm:cxn modelId="{2524327F-C303-483D-A9FF-28424A1AF1BA}" type="presParOf" srcId="{5F98EEBB-2B2B-4AE4-A802-1686FB0C2802}" destId="{CAE6C82B-FD89-4059-A4F2-5BE85DB8DA51}" srcOrd="1" destOrd="0" presId="urn:microsoft.com/office/officeart/2018/2/layout/IconLabelList"/>
    <dgm:cxn modelId="{97BFD48A-8E3E-4F27-B1CB-EB4D366AF0A6}" type="presParOf" srcId="{5F98EEBB-2B2B-4AE4-A802-1686FB0C2802}" destId="{9E98F664-7428-4C7E-8C88-C2F2536158B9}" srcOrd="2" destOrd="0" presId="urn:microsoft.com/office/officeart/2018/2/layout/IconLabelList"/>
    <dgm:cxn modelId="{20A3DE2E-53E2-42A5-8E04-3B5928E80452}" type="presParOf" srcId="{9E98F664-7428-4C7E-8C88-C2F2536158B9}" destId="{6F84539A-3A2D-47A0-9087-82D0096A4B2B}" srcOrd="0" destOrd="0" presId="urn:microsoft.com/office/officeart/2018/2/layout/IconLabelList"/>
    <dgm:cxn modelId="{990BD246-4819-4973-AD83-E847C03B81EB}" type="presParOf" srcId="{9E98F664-7428-4C7E-8C88-C2F2536158B9}" destId="{682B3684-52AD-490A-A4F9-BA822CCB4A62}" srcOrd="1" destOrd="0" presId="urn:microsoft.com/office/officeart/2018/2/layout/IconLabelList"/>
    <dgm:cxn modelId="{33466F17-477A-4458-BF59-27F92F6B0BA1}" type="presParOf" srcId="{9E98F664-7428-4C7E-8C88-C2F2536158B9}" destId="{58AA5E37-0955-4E64-98E1-0CE577819640}" srcOrd="2" destOrd="0" presId="urn:microsoft.com/office/officeart/2018/2/layout/IconLabelList"/>
    <dgm:cxn modelId="{E15483EF-A0AB-464A-B99D-25C866257DCF}" type="presParOf" srcId="{5F98EEBB-2B2B-4AE4-A802-1686FB0C2802}" destId="{9DE056F5-12B4-4912-B608-A8FAF656FDAB}" srcOrd="3" destOrd="0" presId="urn:microsoft.com/office/officeart/2018/2/layout/IconLabelList"/>
    <dgm:cxn modelId="{6AE5804D-62FD-436C-92D6-6E9CBC9651BE}" type="presParOf" srcId="{5F98EEBB-2B2B-4AE4-A802-1686FB0C2802}" destId="{6EB8608E-4ADE-4BA5-8CAD-226F20B773D4}" srcOrd="4" destOrd="0" presId="urn:microsoft.com/office/officeart/2018/2/layout/IconLabelList"/>
    <dgm:cxn modelId="{FFC00D10-C33E-4E46-9283-2CADDF51A068}" type="presParOf" srcId="{6EB8608E-4ADE-4BA5-8CAD-226F20B773D4}" destId="{24E9898E-1A6D-4758-A792-D9657E017C79}" srcOrd="0" destOrd="0" presId="urn:microsoft.com/office/officeart/2018/2/layout/IconLabelList"/>
    <dgm:cxn modelId="{BB232573-88FD-4837-85D6-F04C21A3E4EC}" type="presParOf" srcId="{6EB8608E-4ADE-4BA5-8CAD-226F20B773D4}" destId="{61B966B1-FF02-4E2B-8456-DCB7168EE4E6}" srcOrd="1" destOrd="0" presId="urn:microsoft.com/office/officeart/2018/2/layout/IconLabelList"/>
    <dgm:cxn modelId="{74702D3F-F6BA-4D57-BBEC-0E2D28244572}" type="presParOf" srcId="{6EB8608E-4ADE-4BA5-8CAD-226F20B773D4}" destId="{8D2849A5-0CE0-432A-9A2F-56BBB2C83F6B}" srcOrd="2" destOrd="0" presId="urn:microsoft.com/office/officeart/2018/2/layout/IconLabelList"/>
    <dgm:cxn modelId="{D3539153-8914-4536-ABB3-71CB8C69F7B7}" type="presParOf" srcId="{5F98EEBB-2B2B-4AE4-A802-1686FB0C2802}" destId="{56E8B5B3-D678-450F-BE21-95E20A4FB81D}" srcOrd="5" destOrd="0" presId="urn:microsoft.com/office/officeart/2018/2/layout/IconLabelList"/>
    <dgm:cxn modelId="{6B9E1FC0-C4D1-48D3-8EFC-521B554DE45E}" type="presParOf" srcId="{5F98EEBB-2B2B-4AE4-A802-1686FB0C2802}" destId="{3E8F96BE-ED6C-4259-8D25-375DD7F9B83F}" srcOrd="6" destOrd="0" presId="urn:microsoft.com/office/officeart/2018/2/layout/IconLabelList"/>
    <dgm:cxn modelId="{70139BDD-971F-4A46-8BE9-8B528FAAF4D8}" type="presParOf" srcId="{3E8F96BE-ED6C-4259-8D25-375DD7F9B83F}" destId="{8DC7FAA8-92E5-4E6C-A728-2086C9FE71B7}" srcOrd="0" destOrd="0" presId="urn:microsoft.com/office/officeart/2018/2/layout/IconLabelList"/>
    <dgm:cxn modelId="{B9B63E6E-7C6C-4B05-8505-7907176A1F26}" type="presParOf" srcId="{3E8F96BE-ED6C-4259-8D25-375DD7F9B83F}" destId="{EC54DED8-2749-444B-9194-E8AC1753152F}" srcOrd="1" destOrd="0" presId="urn:microsoft.com/office/officeart/2018/2/layout/IconLabelList"/>
    <dgm:cxn modelId="{A27C7E26-28B3-40C6-B843-BA9C3F522FDE}" type="presParOf" srcId="{3E8F96BE-ED6C-4259-8D25-375DD7F9B83F}" destId="{72464C21-6985-41D8-8914-568B699C38E8}" srcOrd="2" destOrd="0" presId="urn:microsoft.com/office/officeart/2018/2/layout/IconLabelList"/>
    <dgm:cxn modelId="{129F79C8-E83D-43C7-B63A-009DFEC03D27}" type="presParOf" srcId="{5F98EEBB-2B2B-4AE4-A802-1686FB0C2802}" destId="{D1808684-6F25-47B5-B2E1-311C0F514F1F}" srcOrd="7" destOrd="0" presId="urn:microsoft.com/office/officeart/2018/2/layout/IconLabelList"/>
    <dgm:cxn modelId="{986AD792-1090-48C4-90BE-BAD20127F446}" type="presParOf" srcId="{5F98EEBB-2B2B-4AE4-A802-1686FB0C2802}" destId="{E89B0FA6-C64D-4750-96D3-766B11C84742}" srcOrd="8" destOrd="0" presId="urn:microsoft.com/office/officeart/2018/2/layout/IconLabelList"/>
    <dgm:cxn modelId="{0329DD21-BD1D-432C-968A-E7E8446EF287}" type="presParOf" srcId="{E89B0FA6-C64D-4750-96D3-766B11C84742}" destId="{732444D8-7F35-4E8F-80FD-91AA8F57C73C}" srcOrd="0" destOrd="0" presId="urn:microsoft.com/office/officeart/2018/2/layout/IconLabelList"/>
    <dgm:cxn modelId="{AB2FC149-9E0C-4D58-8F2D-D066B0FC979C}" type="presParOf" srcId="{E89B0FA6-C64D-4750-96D3-766B11C84742}" destId="{CB5AB7B0-1646-4697-A351-34D7F5EEF578}" srcOrd="1" destOrd="0" presId="urn:microsoft.com/office/officeart/2018/2/layout/IconLabelList"/>
    <dgm:cxn modelId="{CFA84F91-9CB3-444A-823B-536D18C89BFA}" type="presParOf" srcId="{E89B0FA6-C64D-4750-96D3-766B11C84742}" destId="{21333D91-6EE5-4057-9EC7-E552C92C4E2C}" srcOrd="2" destOrd="0" presId="urn:microsoft.com/office/officeart/2018/2/layout/IconLabelList"/>
    <dgm:cxn modelId="{F61D40ED-A311-47B6-85C5-E405AE56045A}" type="presParOf" srcId="{5F98EEBB-2B2B-4AE4-A802-1686FB0C2802}" destId="{0E6F2C9D-8C5A-4F16-A55D-FD7BDF8E24B2}" srcOrd="9" destOrd="0" presId="urn:microsoft.com/office/officeart/2018/2/layout/IconLabelList"/>
    <dgm:cxn modelId="{0F91126D-22B1-4411-BBA1-463E4EFEBAC0}" type="presParOf" srcId="{5F98EEBB-2B2B-4AE4-A802-1686FB0C2802}" destId="{112C0AAD-F715-45C8-A829-D94C3AB2FF0F}" srcOrd="10" destOrd="0" presId="urn:microsoft.com/office/officeart/2018/2/layout/IconLabelList"/>
    <dgm:cxn modelId="{2B5AE6F4-66F9-4009-A028-7EA1416DAF64}" type="presParOf" srcId="{112C0AAD-F715-45C8-A829-D94C3AB2FF0F}" destId="{40DBC6E0-F155-4786-B744-C4A395B3B1C4}" srcOrd="0" destOrd="0" presId="urn:microsoft.com/office/officeart/2018/2/layout/IconLabelList"/>
    <dgm:cxn modelId="{A8157A8E-1CCD-4555-95AD-5A508FB059B0}" type="presParOf" srcId="{112C0AAD-F715-45C8-A829-D94C3AB2FF0F}" destId="{0581CF1F-C786-44E4-B10E-624535D58181}" srcOrd="1" destOrd="0" presId="urn:microsoft.com/office/officeart/2018/2/layout/IconLabelList"/>
    <dgm:cxn modelId="{1CA673F8-9D46-46C2-BA27-D99870140239}" type="presParOf" srcId="{112C0AAD-F715-45C8-A829-D94C3AB2FF0F}" destId="{C85548A1-4A8D-4FFA-B196-014BD6800A9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3488FC-5D5E-4AD5-B97A-B6EE638B49E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28E03C4-791A-459F-A746-720D97718B2E}">
      <dgm:prSet/>
      <dgm:spPr/>
      <dgm:t>
        <a:bodyPr/>
        <a:lstStyle/>
        <a:p>
          <a:r>
            <a:rPr lang="en-US" b="0" i="0" baseline="0"/>
            <a:t>The system architecture that supports </a:t>
          </a:r>
          <a:r>
            <a:rPr lang="en-US" b="1" i="0" baseline="0"/>
            <a:t>deployment</a:t>
          </a:r>
          <a:r>
            <a:rPr lang="en-US" b="0" i="0" baseline="0"/>
            <a:t>, </a:t>
          </a:r>
          <a:r>
            <a:rPr lang="en-US" b="1" i="0" baseline="0"/>
            <a:t>scaling</a:t>
          </a:r>
          <a:r>
            <a:rPr lang="en-US" b="0" i="0" baseline="0"/>
            <a:t>, and </a:t>
          </a:r>
          <a:r>
            <a:rPr lang="en-US" b="1" i="0" baseline="0"/>
            <a:t>monitoring</a:t>
          </a:r>
          <a:r>
            <a:rPr lang="en-US" b="0" i="0" baseline="0"/>
            <a:t> of ML models.</a:t>
          </a:r>
          <a:endParaRPr lang="en-US"/>
        </a:p>
      </dgm:t>
    </dgm:pt>
    <dgm:pt modelId="{6CAB9880-F1D1-493A-92B6-394E6FA91607}" type="parTrans" cxnId="{62D40B21-7332-435D-8FD2-63CD1B81C61C}">
      <dgm:prSet/>
      <dgm:spPr/>
      <dgm:t>
        <a:bodyPr/>
        <a:lstStyle/>
        <a:p>
          <a:endParaRPr lang="en-US"/>
        </a:p>
      </dgm:t>
    </dgm:pt>
    <dgm:pt modelId="{AFB8E28D-BB4D-4326-A454-E3B28DE3763E}" type="sibTrans" cxnId="{62D40B21-7332-435D-8FD2-63CD1B81C61C}">
      <dgm:prSet/>
      <dgm:spPr/>
      <dgm:t>
        <a:bodyPr/>
        <a:lstStyle/>
        <a:p>
          <a:endParaRPr lang="en-US"/>
        </a:p>
      </dgm:t>
    </dgm:pt>
    <dgm:pt modelId="{DC677FB7-A573-4CD3-B0FB-369AC80E708D}">
      <dgm:prSet/>
      <dgm:spPr/>
      <dgm:t>
        <a:bodyPr/>
        <a:lstStyle/>
        <a:p>
          <a:r>
            <a:rPr lang="en-US" b="0" i="0" baseline="0"/>
            <a:t>Enables </a:t>
          </a:r>
          <a:r>
            <a:rPr lang="en-US" b="1" i="0" baseline="0"/>
            <a:t>continuous integration</a:t>
          </a:r>
          <a:r>
            <a:rPr lang="en-US" b="0" i="0" baseline="0"/>
            <a:t>, </a:t>
          </a:r>
          <a:r>
            <a:rPr lang="en-US" b="1" i="0" baseline="0"/>
            <a:t>continuous deployment (CI/CD)</a:t>
          </a:r>
          <a:r>
            <a:rPr lang="en-US" b="0" i="0" baseline="0"/>
            <a:t>, and </a:t>
          </a:r>
          <a:r>
            <a:rPr lang="en-US" b="1" i="0" baseline="0"/>
            <a:t>version control</a:t>
          </a:r>
          <a:r>
            <a:rPr lang="en-US" b="0" i="0" baseline="0"/>
            <a:t> for models.</a:t>
          </a:r>
          <a:endParaRPr lang="en-US"/>
        </a:p>
      </dgm:t>
    </dgm:pt>
    <dgm:pt modelId="{2B316020-3A92-4AE1-A031-60F58D801A75}" type="parTrans" cxnId="{39A687C7-2595-47E0-ABC6-65D22A4036D0}">
      <dgm:prSet/>
      <dgm:spPr/>
      <dgm:t>
        <a:bodyPr/>
        <a:lstStyle/>
        <a:p>
          <a:endParaRPr lang="en-US"/>
        </a:p>
      </dgm:t>
    </dgm:pt>
    <dgm:pt modelId="{6E81F939-84F3-4E1B-A8B9-EB8D983997E5}" type="sibTrans" cxnId="{39A687C7-2595-47E0-ABC6-65D22A4036D0}">
      <dgm:prSet/>
      <dgm:spPr/>
      <dgm:t>
        <a:bodyPr/>
        <a:lstStyle/>
        <a:p>
          <a:endParaRPr lang="en-US"/>
        </a:p>
      </dgm:t>
    </dgm:pt>
    <dgm:pt modelId="{B3CF4B5B-96E4-4324-8879-89B4D5464F48}">
      <dgm:prSet/>
      <dgm:spPr/>
      <dgm:t>
        <a:bodyPr/>
        <a:lstStyle/>
        <a:p>
          <a:r>
            <a:rPr lang="en-US" b="0" i="0" baseline="0"/>
            <a:t>Bridges the gap between </a:t>
          </a:r>
          <a:r>
            <a:rPr lang="en-US" b="1" i="0" baseline="0"/>
            <a:t>data science</a:t>
          </a:r>
          <a:r>
            <a:rPr lang="en-US" b="0" i="0" baseline="0"/>
            <a:t> and </a:t>
          </a:r>
          <a:r>
            <a:rPr lang="en-US" b="1" i="0" baseline="0"/>
            <a:t>operations</a:t>
          </a:r>
          <a:r>
            <a:rPr lang="en-US" b="0" i="0" baseline="0"/>
            <a:t> teams.</a:t>
          </a:r>
          <a:endParaRPr lang="en-US"/>
        </a:p>
      </dgm:t>
    </dgm:pt>
    <dgm:pt modelId="{B2EE9932-C690-41F6-AF35-A15235498F3D}" type="parTrans" cxnId="{A883034B-0FBA-4951-A23A-36E611645C1C}">
      <dgm:prSet/>
      <dgm:spPr/>
      <dgm:t>
        <a:bodyPr/>
        <a:lstStyle/>
        <a:p>
          <a:endParaRPr lang="en-US"/>
        </a:p>
      </dgm:t>
    </dgm:pt>
    <dgm:pt modelId="{BB5826ED-C4F6-495B-8451-37A0129B9255}" type="sibTrans" cxnId="{A883034B-0FBA-4951-A23A-36E611645C1C}">
      <dgm:prSet/>
      <dgm:spPr/>
      <dgm:t>
        <a:bodyPr/>
        <a:lstStyle/>
        <a:p>
          <a:endParaRPr lang="en-US"/>
        </a:p>
      </dgm:t>
    </dgm:pt>
    <dgm:pt modelId="{06AEB0C4-0DD2-42BE-884F-099ABA869B04}" type="pres">
      <dgm:prSet presAssocID="{903488FC-5D5E-4AD5-B97A-B6EE638B49ED}" presName="root" presStyleCnt="0">
        <dgm:presLayoutVars>
          <dgm:dir/>
          <dgm:resizeHandles val="exact"/>
        </dgm:presLayoutVars>
      </dgm:prSet>
      <dgm:spPr/>
    </dgm:pt>
    <dgm:pt modelId="{024CF7B0-C5C7-4188-A282-72D6E1D0630A}" type="pres">
      <dgm:prSet presAssocID="{A28E03C4-791A-459F-A746-720D97718B2E}" presName="compNode" presStyleCnt="0"/>
      <dgm:spPr/>
    </dgm:pt>
    <dgm:pt modelId="{C5224CB7-5B21-4358-8554-965C6D4206EB}" type="pres">
      <dgm:prSet presAssocID="{A28E03C4-791A-459F-A746-720D97718B2E}" presName="bgRect" presStyleLbl="bgShp" presStyleIdx="0" presStyleCnt="3"/>
      <dgm:spPr/>
    </dgm:pt>
    <dgm:pt modelId="{876F1C17-329C-4479-92DE-6008FA7BF98C}" type="pres">
      <dgm:prSet presAssocID="{A28E03C4-791A-459F-A746-720D97718B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D6DBF715-EEFB-4B4D-AFC3-934F5F5934F9}" type="pres">
      <dgm:prSet presAssocID="{A28E03C4-791A-459F-A746-720D97718B2E}" presName="spaceRect" presStyleCnt="0"/>
      <dgm:spPr/>
    </dgm:pt>
    <dgm:pt modelId="{C679667F-7B88-4CB2-B801-18BAB574504A}" type="pres">
      <dgm:prSet presAssocID="{A28E03C4-791A-459F-A746-720D97718B2E}" presName="parTx" presStyleLbl="revTx" presStyleIdx="0" presStyleCnt="3">
        <dgm:presLayoutVars>
          <dgm:chMax val="0"/>
          <dgm:chPref val="0"/>
        </dgm:presLayoutVars>
      </dgm:prSet>
      <dgm:spPr/>
    </dgm:pt>
    <dgm:pt modelId="{9D5DFA44-4020-4AF0-9F83-4635D2040780}" type="pres">
      <dgm:prSet presAssocID="{AFB8E28D-BB4D-4326-A454-E3B28DE3763E}" presName="sibTrans" presStyleCnt="0"/>
      <dgm:spPr/>
    </dgm:pt>
    <dgm:pt modelId="{85912D2C-903A-4323-A21E-B68D7FC237A6}" type="pres">
      <dgm:prSet presAssocID="{DC677FB7-A573-4CD3-B0FB-369AC80E708D}" presName="compNode" presStyleCnt="0"/>
      <dgm:spPr/>
    </dgm:pt>
    <dgm:pt modelId="{44D99121-39FB-4A17-B846-1F0FF9D82F50}" type="pres">
      <dgm:prSet presAssocID="{DC677FB7-A573-4CD3-B0FB-369AC80E708D}" presName="bgRect" presStyleLbl="bgShp" presStyleIdx="1" presStyleCnt="3"/>
      <dgm:spPr/>
    </dgm:pt>
    <dgm:pt modelId="{41BDF85F-2E10-4261-965D-E44516C024A2}" type="pres">
      <dgm:prSet presAssocID="{DC677FB7-A573-4CD3-B0FB-369AC80E70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C1154E2-4AFD-4615-89CC-CBAA213E313C}" type="pres">
      <dgm:prSet presAssocID="{DC677FB7-A573-4CD3-B0FB-369AC80E708D}" presName="spaceRect" presStyleCnt="0"/>
      <dgm:spPr/>
    </dgm:pt>
    <dgm:pt modelId="{1E4B47AA-EA3C-45E1-A2D2-DAAB4F8B8AFC}" type="pres">
      <dgm:prSet presAssocID="{DC677FB7-A573-4CD3-B0FB-369AC80E708D}" presName="parTx" presStyleLbl="revTx" presStyleIdx="1" presStyleCnt="3">
        <dgm:presLayoutVars>
          <dgm:chMax val="0"/>
          <dgm:chPref val="0"/>
        </dgm:presLayoutVars>
      </dgm:prSet>
      <dgm:spPr/>
    </dgm:pt>
    <dgm:pt modelId="{E7FCBCA9-D99C-4D67-A7FC-ED7757F9DDDB}" type="pres">
      <dgm:prSet presAssocID="{6E81F939-84F3-4E1B-A8B9-EB8D983997E5}" presName="sibTrans" presStyleCnt="0"/>
      <dgm:spPr/>
    </dgm:pt>
    <dgm:pt modelId="{45D58F86-8985-439D-BF27-8BF33DA9A9BA}" type="pres">
      <dgm:prSet presAssocID="{B3CF4B5B-96E4-4324-8879-89B4D5464F48}" presName="compNode" presStyleCnt="0"/>
      <dgm:spPr/>
    </dgm:pt>
    <dgm:pt modelId="{340DFE17-FB98-447A-8D8A-F7FD393D6E60}" type="pres">
      <dgm:prSet presAssocID="{B3CF4B5B-96E4-4324-8879-89B4D5464F48}" presName="bgRect" presStyleLbl="bgShp" presStyleIdx="2" presStyleCnt="3"/>
      <dgm:spPr/>
    </dgm:pt>
    <dgm:pt modelId="{74F7394E-0151-4785-8EA6-1F744A40A72E}" type="pres">
      <dgm:prSet presAssocID="{B3CF4B5B-96E4-4324-8879-89B4D5464F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F976E44D-A46B-404C-83DE-2FE04FCEE286}" type="pres">
      <dgm:prSet presAssocID="{B3CF4B5B-96E4-4324-8879-89B4D5464F48}" presName="spaceRect" presStyleCnt="0"/>
      <dgm:spPr/>
    </dgm:pt>
    <dgm:pt modelId="{8E242055-A3D8-4E97-A5F7-080E3530BA16}" type="pres">
      <dgm:prSet presAssocID="{B3CF4B5B-96E4-4324-8879-89B4D5464F4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2D40B21-7332-435D-8FD2-63CD1B81C61C}" srcId="{903488FC-5D5E-4AD5-B97A-B6EE638B49ED}" destId="{A28E03C4-791A-459F-A746-720D97718B2E}" srcOrd="0" destOrd="0" parTransId="{6CAB9880-F1D1-493A-92B6-394E6FA91607}" sibTransId="{AFB8E28D-BB4D-4326-A454-E3B28DE3763E}"/>
    <dgm:cxn modelId="{A883034B-0FBA-4951-A23A-36E611645C1C}" srcId="{903488FC-5D5E-4AD5-B97A-B6EE638B49ED}" destId="{B3CF4B5B-96E4-4324-8879-89B4D5464F48}" srcOrd="2" destOrd="0" parTransId="{B2EE9932-C690-41F6-AF35-A15235498F3D}" sibTransId="{BB5826ED-C4F6-495B-8451-37A0129B9255}"/>
    <dgm:cxn modelId="{E5C31B54-57CA-4847-9884-DB57F7855227}" type="presOf" srcId="{A28E03C4-791A-459F-A746-720D97718B2E}" destId="{C679667F-7B88-4CB2-B801-18BAB574504A}" srcOrd="0" destOrd="0" presId="urn:microsoft.com/office/officeart/2018/2/layout/IconVerticalSolidList"/>
    <dgm:cxn modelId="{1F6FD6A2-D4A0-4D7C-BFC3-CBDD3A138AAE}" type="presOf" srcId="{DC677FB7-A573-4CD3-B0FB-369AC80E708D}" destId="{1E4B47AA-EA3C-45E1-A2D2-DAAB4F8B8AFC}" srcOrd="0" destOrd="0" presId="urn:microsoft.com/office/officeart/2018/2/layout/IconVerticalSolidList"/>
    <dgm:cxn modelId="{DBE162AE-D0B5-4457-AD07-E45CA2C82B13}" type="presOf" srcId="{B3CF4B5B-96E4-4324-8879-89B4D5464F48}" destId="{8E242055-A3D8-4E97-A5F7-080E3530BA16}" srcOrd="0" destOrd="0" presId="urn:microsoft.com/office/officeart/2018/2/layout/IconVerticalSolidList"/>
    <dgm:cxn modelId="{39A687C7-2595-47E0-ABC6-65D22A4036D0}" srcId="{903488FC-5D5E-4AD5-B97A-B6EE638B49ED}" destId="{DC677FB7-A573-4CD3-B0FB-369AC80E708D}" srcOrd="1" destOrd="0" parTransId="{2B316020-3A92-4AE1-A031-60F58D801A75}" sibTransId="{6E81F939-84F3-4E1B-A8B9-EB8D983997E5}"/>
    <dgm:cxn modelId="{76BA88EA-9958-413D-9FBA-C00C1A97E92D}" type="presOf" srcId="{903488FC-5D5E-4AD5-B97A-B6EE638B49ED}" destId="{06AEB0C4-0DD2-42BE-884F-099ABA869B04}" srcOrd="0" destOrd="0" presId="urn:microsoft.com/office/officeart/2018/2/layout/IconVerticalSolidList"/>
    <dgm:cxn modelId="{FACCFC71-10B5-4E65-9F41-BE92B18636EE}" type="presParOf" srcId="{06AEB0C4-0DD2-42BE-884F-099ABA869B04}" destId="{024CF7B0-C5C7-4188-A282-72D6E1D0630A}" srcOrd="0" destOrd="0" presId="urn:microsoft.com/office/officeart/2018/2/layout/IconVerticalSolidList"/>
    <dgm:cxn modelId="{FF75BF7D-10BD-4E86-89F7-2E823AC22633}" type="presParOf" srcId="{024CF7B0-C5C7-4188-A282-72D6E1D0630A}" destId="{C5224CB7-5B21-4358-8554-965C6D4206EB}" srcOrd="0" destOrd="0" presId="urn:microsoft.com/office/officeart/2018/2/layout/IconVerticalSolidList"/>
    <dgm:cxn modelId="{EC629ACB-B5FB-422B-BF01-2BC90E4D8047}" type="presParOf" srcId="{024CF7B0-C5C7-4188-A282-72D6E1D0630A}" destId="{876F1C17-329C-4479-92DE-6008FA7BF98C}" srcOrd="1" destOrd="0" presId="urn:microsoft.com/office/officeart/2018/2/layout/IconVerticalSolidList"/>
    <dgm:cxn modelId="{FDBE36D9-F80C-4587-ACFF-0AABAAD2F7F8}" type="presParOf" srcId="{024CF7B0-C5C7-4188-A282-72D6E1D0630A}" destId="{D6DBF715-EEFB-4B4D-AFC3-934F5F5934F9}" srcOrd="2" destOrd="0" presId="urn:microsoft.com/office/officeart/2018/2/layout/IconVerticalSolidList"/>
    <dgm:cxn modelId="{6CBDAE2A-4094-48BE-A5F1-5A1AC9605B8D}" type="presParOf" srcId="{024CF7B0-C5C7-4188-A282-72D6E1D0630A}" destId="{C679667F-7B88-4CB2-B801-18BAB574504A}" srcOrd="3" destOrd="0" presId="urn:microsoft.com/office/officeart/2018/2/layout/IconVerticalSolidList"/>
    <dgm:cxn modelId="{D6CF7D02-A1F7-4F90-8858-7794C22EDAA4}" type="presParOf" srcId="{06AEB0C4-0DD2-42BE-884F-099ABA869B04}" destId="{9D5DFA44-4020-4AF0-9F83-4635D2040780}" srcOrd="1" destOrd="0" presId="urn:microsoft.com/office/officeart/2018/2/layout/IconVerticalSolidList"/>
    <dgm:cxn modelId="{B79A0F8B-C528-4C8F-A51A-5F87C9A81936}" type="presParOf" srcId="{06AEB0C4-0DD2-42BE-884F-099ABA869B04}" destId="{85912D2C-903A-4323-A21E-B68D7FC237A6}" srcOrd="2" destOrd="0" presId="urn:microsoft.com/office/officeart/2018/2/layout/IconVerticalSolidList"/>
    <dgm:cxn modelId="{5D574D3C-892F-45BB-8DCE-C486BEE0F060}" type="presParOf" srcId="{85912D2C-903A-4323-A21E-B68D7FC237A6}" destId="{44D99121-39FB-4A17-B846-1F0FF9D82F50}" srcOrd="0" destOrd="0" presId="urn:microsoft.com/office/officeart/2018/2/layout/IconVerticalSolidList"/>
    <dgm:cxn modelId="{C812380B-D420-432E-9CA7-9CBC5A3D0B1E}" type="presParOf" srcId="{85912D2C-903A-4323-A21E-B68D7FC237A6}" destId="{41BDF85F-2E10-4261-965D-E44516C024A2}" srcOrd="1" destOrd="0" presId="urn:microsoft.com/office/officeart/2018/2/layout/IconVerticalSolidList"/>
    <dgm:cxn modelId="{C9600AB8-CC12-428F-BC86-ECD8BAC97B14}" type="presParOf" srcId="{85912D2C-903A-4323-A21E-B68D7FC237A6}" destId="{2C1154E2-4AFD-4615-89CC-CBAA213E313C}" srcOrd="2" destOrd="0" presId="urn:microsoft.com/office/officeart/2018/2/layout/IconVerticalSolidList"/>
    <dgm:cxn modelId="{0947A4E6-5D5C-40D6-B34F-E42E491BF8DA}" type="presParOf" srcId="{85912D2C-903A-4323-A21E-B68D7FC237A6}" destId="{1E4B47AA-EA3C-45E1-A2D2-DAAB4F8B8AFC}" srcOrd="3" destOrd="0" presId="urn:microsoft.com/office/officeart/2018/2/layout/IconVerticalSolidList"/>
    <dgm:cxn modelId="{597DB2EB-CE4C-475C-8098-81BA6889DDA0}" type="presParOf" srcId="{06AEB0C4-0DD2-42BE-884F-099ABA869B04}" destId="{E7FCBCA9-D99C-4D67-A7FC-ED7757F9DDDB}" srcOrd="3" destOrd="0" presId="urn:microsoft.com/office/officeart/2018/2/layout/IconVerticalSolidList"/>
    <dgm:cxn modelId="{8CEA5C66-70CC-45B8-ACE6-0DDD556BE5A4}" type="presParOf" srcId="{06AEB0C4-0DD2-42BE-884F-099ABA869B04}" destId="{45D58F86-8985-439D-BF27-8BF33DA9A9BA}" srcOrd="4" destOrd="0" presId="urn:microsoft.com/office/officeart/2018/2/layout/IconVerticalSolidList"/>
    <dgm:cxn modelId="{BEC506F2-45DC-4C03-AA09-CACF9A30DB94}" type="presParOf" srcId="{45D58F86-8985-439D-BF27-8BF33DA9A9BA}" destId="{340DFE17-FB98-447A-8D8A-F7FD393D6E60}" srcOrd="0" destOrd="0" presId="urn:microsoft.com/office/officeart/2018/2/layout/IconVerticalSolidList"/>
    <dgm:cxn modelId="{93AE51CA-6442-47F1-9B55-6EE1AA47081E}" type="presParOf" srcId="{45D58F86-8985-439D-BF27-8BF33DA9A9BA}" destId="{74F7394E-0151-4785-8EA6-1F744A40A72E}" srcOrd="1" destOrd="0" presId="urn:microsoft.com/office/officeart/2018/2/layout/IconVerticalSolidList"/>
    <dgm:cxn modelId="{D8F79A2C-C1CB-4381-8580-180D723BD519}" type="presParOf" srcId="{45D58F86-8985-439D-BF27-8BF33DA9A9BA}" destId="{F976E44D-A46B-404C-83DE-2FE04FCEE286}" srcOrd="2" destOrd="0" presId="urn:microsoft.com/office/officeart/2018/2/layout/IconVerticalSolidList"/>
    <dgm:cxn modelId="{684B5F03-6DD1-45E1-9182-5E5930D7E855}" type="presParOf" srcId="{45D58F86-8985-439D-BF27-8BF33DA9A9BA}" destId="{8E242055-A3D8-4E97-A5F7-080E3530BA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C4607DE-563D-4547-B605-4EEAE7368F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7D332F2-9FAB-45A0-92B0-D2544C33BF54}">
      <dgm:prSet/>
      <dgm:spPr/>
      <dgm:t>
        <a:bodyPr/>
        <a:lstStyle/>
        <a:p>
          <a:r>
            <a:rPr lang="en-US" b="1" i="0" baseline="0"/>
            <a:t>Data Pipeline</a:t>
          </a:r>
          <a:r>
            <a:rPr lang="en-US" b="0" i="0" baseline="0"/>
            <a:t> – Ingestion, preprocessing, and transformation.</a:t>
          </a:r>
          <a:endParaRPr lang="en-US"/>
        </a:p>
      </dgm:t>
    </dgm:pt>
    <dgm:pt modelId="{064B4B31-410A-475E-BADA-6CEC4EB7426D}" type="parTrans" cxnId="{FBAC0E8F-8F3F-438E-99E8-5BB93B1F7BB2}">
      <dgm:prSet/>
      <dgm:spPr/>
      <dgm:t>
        <a:bodyPr/>
        <a:lstStyle/>
        <a:p>
          <a:endParaRPr lang="en-US"/>
        </a:p>
      </dgm:t>
    </dgm:pt>
    <dgm:pt modelId="{FA7D8B50-7E1E-4375-8CA9-E42ECDCC018A}" type="sibTrans" cxnId="{FBAC0E8F-8F3F-438E-99E8-5BB93B1F7BB2}">
      <dgm:prSet/>
      <dgm:spPr/>
      <dgm:t>
        <a:bodyPr/>
        <a:lstStyle/>
        <a:p>
          <a:endParaRPr lang="en-US"/>
        </a:p>
      </dgm:t>
    </dgm:pt>
    <dgm:pt modelId="{57506369-E1B8-4A11-9D23-0E87F91554A2}">
      <dgm:prSet/>
      <dgm:spPr/>
      <dgm:t>
        <a:bodyPr/>
        <a:lstStyle/>
        <a:p>
          <a:r>
            <a:rPr lang="en-US" b="1" i="0" baseline="0"/>
            <a:t>Model Training Environment</a:t>
          </a:r>
          <a:r>
            <a:rPr lang="en-US" b="0" i="0" baseline="0"/>
            <a:t> – Compute resources (GPU/TPU), frameworks (TensorFlow, PyTorch).</a:t>
          </a:r>
          <a:endParaRPr lang="en-US"/>
        </a:p>
      </dgm:t>
    </dgm:pt>
    <dgm:pt modelId="{DD25F94C-036A-4E4D-B141-14592D3E9536}" type="parTrans" cxnId="{5585C0AE-9EB3-4837-B57F-038123F6C086}">
      <dgm:prSet/>
      <dgm:spPr/>
      <dgm:t>
        <a:bodyPr/>
        <a:lstStyle/>
        <a:p>
          <a:endParaRPr lang="en-US"/>
        </a:p>
      </dgm:t>
    </dgm:pt>
    <dgm:pt modelId="{4BC17ABA-3FFB-426C-AF1D-E2DBE899E52F}" type="sibTrans" cxnId="{5585C0AE-9EB3-4837-B57F-038123F6C086}">
      <dgm:prSet/>
      <dgm:spPr/>
      <dgm:t>
        <a:bodyPr/>
        <a:lstStyle/>
        <a:p>
          <a:endParaRPr lang="en-US"/>
        </a:p>
      </dgm:t>
    </dgm:pt>
    <dgm:pt modelId="{EE217C48-1A25-4A4F-A67F-C89682160586}">
      <dgm:prSet/>
      <dgm:spPr/>
      <dgm:t>
        <a:bodyPr/>
        <a:lstStyle/>
        <a:p>
          <a:r>
            <a:rPr lang="en-US" b="1" i="0" baseline="0"/>
            <a:t>Model Registry</a:t>
          </a:r>
          <a:r>
            <a:rPr lang="en-US" b="0" i="0" baseline="0"/>
            <a:t> – Stores model versions and metadata.</a:t>
          </a:r>
          <a:endParaRPr lang="en-US"/>
        </a:p>
      </dgm:t>
    </dgm:pt>
    <dgm:pt modelId="{417922DB-AA3E-4801-AE73-21C0A54F5AA1}" type="parTrans" cxnId="{B4D45A28-7501-43EE-9AE8-547AAFA3E0B5}">
      <dgm:prSet/>
      <dgm:spPr/>
      <dgm:t>
        <a:bodyPr/>
        <a:lstStyle/>
        <a:p>
          <a:endParaRPr lang="en-US"/>
        </a:p>
      </dgm:t>
    </dgm:pt>
    <dgm:pt modelId="{4BD0B730-8159-4E62-B3E1-748EDBDBB0E9}" type="sibTrans" cxnId="{B4D45A28-7501-43EE-9AE8-547AAFA3E0B5}">
      <dgm:prSet/>
      <dgm:spPr/>
      <dgm:t>
        <a:bodyPr/>
        <a:lstStyle/>
        <a:p>
          <a:endParaRPr lang="en-US"/>
        </a:p>
      </dgm:t>
    </dgm:pt>
    <dgm:pt modelId="{21000F69-936F-460F-8E44-5E7EACEE8E6B}">
      <dgm:prSet/>
      <dgm:spPr/>
      <dgm:t>
        <a:bodyPr/>
        <a:lstStyle/>
        <a:p>
          <a:r>
            <a:rPr lang="en-US" b="1" i="0" baseline="0"/>
            <a:t>Model Serving Layer</a:t>
          </a:r>
          <a:r>
            <a:rPr lang="en-US" b="0" i="0" baseline="0"/>
            <a:t> – API or microservices for real-time predictions.</a:t>
          </a:r>
          <a:endParaRPr lang="en-US"/>
        </a:p>
      </dgm:t>
    </dgm:pt>
    <dgm:pt modelId="{FA38B4EB-F065-470C-8AD2-713F1F6FC09C}" type="parTrans" cxnId="{20867482-E3BA-4DD5-89C6-B488638DCF4A}">
      <dgm:prSet/>
      <dgm:spPr/>
      <dgm:t>
        <a:bodyPr/>
        <a:lstStyle/>
        <a:p>
          <a:endParaRPr lang="en-US"/>
        </a:p>
      </dgm:t>
    </dgm:pt>
    <dgm:pt modelId="{AFC9CF57-A3F2-4723-B0FF-1882800C1EE2}" type="sibTrans" cxnId="{20867482-E3BA-4DD5-89C6-B488638DCF4A}">
      <dgm:prSet/>
      <dgm:spPr/>
      <dgm:t>
        <a:bodyPr/>
        <a:lstStyle/>
        <a:p>
          <a:endParaRPr lang="en-US"/>
        </a:p>
      </dgm:t>
    </dgm:pt>
    <dgm:pt modelId="{5929DDBD-F229-4039-A8C0-CB1A619FB90A}">
      <dgm:prSet/>
      <dgm:spPr/>
      <dgm:t>
        <a:bodyPr/>
        <a:lstStyle/>
        <a:p>
          <a:r>
            <a:rPr lang="en-US" b="1" i="0" baseline="0"/>
            <a:t>Monitoring &amp; Logging</a:t>
          </a:r>
          <a:r>
            <a:rPr lang="en-US" b="0" i="0" baseline="0"/>
            <a:t> – Tracks performance, latency, and drift.</a:t>
          </a:r>
          <a:endParaRPr lang="en-US"/>
        </a:p>
      </dgm:t>
    </dgm:pt>
    <dgm:pt modelId="{C056AE23-0FE1-4F3D-B3EE-25B6C938BD0B}" type="parTrans" cxnId="{0F254D05-A8C6-4440-8CD9-C2CFB6A855F3}">
      <dgm:prSet/>
      <dgm:spPr/>
      <dgm:t>
        <a:bodyPr/>
        <a:lstStyle/>
        <a:p>
          <a:endParaRPr lang="en-US"/>
        </a:p>
      </dgm:t>
    </dgm:pt>
    <dgm:pt modelId="{C427DC86-EDA1-4DDD-A425-03D45964ACB8}" type="sibTrans" cxnId="{0F254D05-A8C6-4440-8CD9-C2CFB6A855F3}">
      <dgm:prSet/>
      <dgm:spPr/>
      <dgm:t>
        <a:bodyPr/>
        <a:lstStyle/>
        <a:p>
          <a:endParaRPr lang="en-US"/>
        </a:p>
      </dgm:t>
    </dgm:pt>
    <dgm:pt modelId="{803F6E6F-A37D-4F6A-B4D8-91ADABCCE9EE}" type="pres">
      <dgm:prSet presAssocID="{FC4607DE-563D-4547-B605-4EEAE7368F9C}" presName="root" presStyleCnt="0">
        <dgm:presLayoutVars>
          <dgm:dir/>
          <dgm:resizeHandles val="exact"/>
        </dgm:presLayoutVars>
      </dgm:prSet>
      <dgm:spPr/>
    </dgm:pt>
    <dgm:pt modelId="{9A9263D3-FDE5-4C05-BA5C-AD6BEC8F36A0}" type="pres">
      <dgm:prSet presAssocID="{47D332F2-9FAB-45A0-92B0-D2544C33BF54}" presName="compNode" presStyleCnt="0"/>
      <dgm:spPr/>
    </dgm:pt>
    <dgm:pt modelId="{4B50795D-E596-4884-8A8E-F29593E2B427}" type="pres">
      <dgm:prSet presAssocID="{47D332F2-9FAB-45A0-92B0-D2544C33BF54}" presName="bgRect" presStyleLbl="bgShp" presStyleIdx="0" presStyleCnt="5"/>
      <dgm:spPr/>
    </dgm:pt>
    <dgm:pt modelId="{1610B0A6-D189-4673-9C2D-91ABDDE9C64C}" type="pres">
      <dgm:prSet presAssocID="{47D332F2-9FAB-45A0-92B0-D2544C33BF5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C676919-C1BE-42D6-8A02-DABA9A88FF00}" type="pres">
      <dgm:prSet presAssocID="{47D332F2-9FAB-45A0-92B0-D2544C33BF54}" presName="spaceRect" presStyleCnt="0"/>
      <dgm:spPr/>
    </dgm:pt>
    <dgm:pt modelId="{927D565E-EA39-49FD-8823-DA42A75C8847}" type="pres">
      <dgm:prSet presAssocID="{47D332F2-9FAB-45A0-92B0-D2544C33BF54}" presName="parTx" presStyleLbl="revTx" presStyleIdx="0" presStyleCnt="5">
        <dgm:presLayoutVars>
          <dgm:chMax val="0"/>
          <dgm:chPref val="0"/>
        </dgm:presLayoutVars>
      </dgm:prSet>
      <dgm:spPr/>
    </dgm:pt>
    <dgm:pt modelId="{48E25CA8-AF0A-4A9A-9935-A6A1568D7084}" type="pres">
      <dgm:prSet presAssocID="{FA7D8B50-7E1E-4375-8CA9-E42ECDCC018A}" presName="sibTrans" presStyleCnt="0"/>
      <dgm:spPr/>
    </dgm:pt>
    <dgm:pt modelId="{2443E97E-2BC4-4367-9008-7E618E560A2D}" type="pres">
      <dgm:prSet presAssocID="{57506369-E1B8-4A11-9D23-0E87F91554A2}" presName="compNode" presStyleCnt="0"/>
      <dgm:spPr/>
    </dgm:pt>
    <dgm:pt modelId="{6756FFF7-D62C-49C1-9EC4-56AAE6A552A2}" type="pres">
      <dgm:prSet presAssocID="{57506369-E1B8-4A11-9D23-0E87F91554A2}" presName="bgRect" presStyleLbl="bgShp" presStyleIdx="1" presStyleCnt="5"/>
      <dgm:spPr/>
    </dgm:pt>
    <dgm:pt modelId="{D6FB4659-915A-4BFE-B13F-80DDD1AA0EA8}" type="pres">
      <dgm:prSet presAssocID="{57506369-E1B8-4A11-9D23-0E87F91554A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CB2E395-AFB2-411E-90D1-873364C08D48}" type="pres">
      <dgm:prSet presAssocID="{57506369-E1B8-4A11-9D23-0E87F91554A2}" presName="spaceRect" presStyleCnt="0"/>
      <dgm:spPr/>
    </dgm:pt>
    <dgm:pt modelId="{EC7CB678-8567-405D-9E98-05572CAEA56C}" type="pres">
      <dgm:prSet presAssocID="{57506369-E1B8-4A11-9D23-0E87F91554A2}" presName="parTx" presStyleLbl="revTx" presStyleIdx="1" presStyleCnt="5">
        <dgm:presLayoutVars>
          <dgm:chMax val="0"/>
          <dgm:chPref val="0"/>
        </dgm:presLayoutVars>
      </dgm:prSet>
      <dgm:spPr/>
    </dgm:pt>
    <dgm:pt modelId="{A45A2769-7751-4C27-A3D6-8EDDC2DB791F}" type="pres">
      <dgm:prSet presAssocID="{4BC17ABA-3FFB-426C-AF1D-E2DBE899E52F}" presName="sibTrans" presStyleCnt="0"/>
      <dgm:spPr/>
    </dgm:pt>
    <dgm:pt modelId="{836446BC-C364-4956-A71A-082493DC8DDD}" type="pres">
      <dgm:prSet presAssocID="{EE217C48-1A25-4A4F-A67F-C89682160586}" presName="compNode" presStyleCnt="0"/>
      <dgm:spPr/>
    </dgm:pt>
    <dgm:pt modelId="{FE786BAF-1127-48FD-A2D3-A59A4E75C227}" type="pres">
      <dgm:prSet presAssocID="{EE217C48-1A25-4A4F-A67F-C89682160586}" presName="bgRect" presStyleLbl="bgShp" presStyleIdx="2" presStyleCnt="5"/>
      <dgm:spPr/>
    </dgm:pt>
    <dgm:pt modelId="{A76CA567-435A-47C2-8774-1805131A7A06}" type="pres">
      <dgm:prSet presAssocID="{EE217C48-1A25-4A4F-A67F-C896821605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FB08886-D807-47D7-B91A-D92F3AF36A4F}" type="pres">
      <dgm:prSet presAssocID="{EE217C48-1A25-4A4F-A67F-C89682160586}" presName="spaceRect" presStyleCnt="0"/>
      <dgm:spPr/>
    </dgm:pt>
    <dgm:pt modelId="{A4982D72-CCE7-4DA6-AE33-17EE12159E1C}" type="pres">
      <dgm:prSet presAssocID="{EE217C48-1A25-4A4F-A67F-C89682160586}" presName="parTx" presStyleLbl="revTx" presStyleIdx="2" presStyleCnt="5">
        <dgm:presLayoutVars>
          <dgm:chMax val="0"/>
          <dgm:chPref val="0"/>
        </dgm:presLayoutVars>
      </dgm:prSet>
      <dgm:spPr/>
    </dgm:pt>
    <dgm:pt modelId="{C9CA4762-7951-42D6-9833-192DABBAAF45}" type="pres">
      <dgm:prSet presAssocID="{4BD0B730-8159-4E62-B3E1-748EDBDBB0E9}" presName="sibTrans" presStyleCnt="0"/>
      <dgm:spPr/>
    </dgm:pt>
    <dgm:pt modelId="{E3405F8E-0597-469C-BC89-F5032A7D55EC}" type="pres">
      <dgm:prSet presAssocID="{21000F69-936F-460F-8E44-5E7EACEE8E6B}" presName="compNode" presStyleCnt="0"/>
      <dgm:spPr/>
    </dgm:pt>
    <dgm:pt modelId="{58860B89-0DD3-4482-B73F-B0D162873B2C}" type="pres">
      <dgm:prSet presAssocID="{21000F69-936F-460F-8E44-5E7EACEE8E6B}" presName="bgRect" presStyleLbl="bgShp" presStyleIdx="3" presStyleCnt="5"/>
      <dgm:spPr/>
    </dgm:pt>
    <dgm:pt modelId="{7404CFD8-6F54-4FFA-B2FB-1794953F131B}" type="pres">
      <dgm:prSet presAssocID="{21000F69-936F-460F-8E44-5E7EACEE8E6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6B9DF0B-0AE1-4BC7-A0EC-C80A78DCFE7B}" type="pres">
      <dgm:prSet presAssocID="{21000F69-936F-460F-8E44-5E7EACEE8E6B}" presName="spaceRect" presStyleCnt="0"/>
      <dgm:spPr/>
    </dgm:pt>
    <dgm:pt modelId="{DDF06ADB-CCE9-41DC-BD6B-D527BAB8B675}" type="pres">
      <dgm:prSet presAssocID="{21000F69-936F-460F-8E44-5E7EACEE8E6B}" presName="parTx" presStyleLbl="revTx" presStyleIdx="3" presStyleCnt="5">
        <dgm:presLayoutVars>
          <dgm:chMax val="0"/>
          <dgm:chPref val="0"/>
        </dgm:presLayoutVars>
      </dgm:prSet>
      <dgm:spPr/>
    </dgm:pt>
    <dgm:pt modelId="{AB2A234F-2CDA-4AED-B322-2DC46CB4193A}" type="pres">
      <dgm:prSet presAssocID="{AFC9CF57-A3F2-4723-B0FF-1882800C1EE2}" presName="sibTrans" presStyleCnt="0"/>
      <dgm:spPr/>
    </dgm:pt>
    <dgm:pt modelId="{46F4BB4F-6BF2-4D2F-B5A3-390B2A3F89B5}" type="pres">
      <dgm:prSet presAssocID="{5929DDBD-F229-4039-A8C0-CB1A619FB90A}" presName="compNode" presStyleCnt="0"/>
      <dgm:spPr/>
    </dgm:pt>
    <dgm:pt modelId="{A10B3EBC-9C73-42ED-ACE7-CCC1E80B03C7}" type="pres">
      <dgm:prSet presAssocID="{5929DDBD-F229-4039-A8C0-CB1A619FB90A}" presName="bgRect" presStyleLbl="bgShp" presStyleIdx="4" presStyleCnt="5"/>
      <dgm:spPr/>
    </dgm:pt>
    <dgm:pt modelId="{1853F0EC-7396-46CC-85D3-E0A7B16FC989}" type="pres">
      <dgm:prSet presAssocID="{5929DDBD-F229-4039-A8C0-CB1A619FB90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er"/>
        </a:ext>
      </dgm:extLst>
    </dgm:pt>
    <dgm:pt modelId="{C9E8F31D-F091-4394-A7DD-CD7EE087BDD5}" type="pres">
      <dgm:prSet presAssocID="{5929DDBD-F229-4039-A8C0-CB1A619FB90A}" presName="spaceRect" presStyleCnt="0"/>
      <dgm:spPr/>
    </dgm:pt>
    <dgm:pt modelId="{0459CF6D-B49C-4193-822A-0BD8E74D33A2}" type="pres">
      <dgm:prSet presAssocID="{5929DDBD-F229-4039-A8C0-CB1A619FB90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F254D05-A8C6-4440-8CD9-C2CFB6A855F3}" srcId="{FC4607DE-563D-4547-B605-4EEAE7368F9C}" destId="{5929DDBD-F229-4039-A8C0-CB1A619FB90A}" srcOrd="4" destOrd="0" parTransId="{C056AE23-0FE1-4F3D-B3EE-25B6C938BD0B}" sibTransId="{C427DC86-EDA1-4DDD-A425-03D45964ACB8}"/>
    <dgm:cxn modelId="{DBE98914-B9FE-4E58-A470-46B0838FC339}" type="presOf" srcId="{5929DDBD-F229-4039-A8C0-CB1A619FB90A}" destId="{0459CF6D-B49C-4193-822A-0BD8E74D33A2}" srcOrd="0" destOrd="0" presId="urn:microsoft.com/office/officeart/2018/2/layout/IconVerticalSolidList"/>
    <dgm:cxn modelId="{64EB3422-F980-43BA-9605-E9216C8DC023}" type="presOf" srcId="{21000F69-936F-460F-8E44-5E7EACEE8E6B}" destId="{DDF06ADB-CCE9-41DC-BD6B-D527BAB8B675}" srcOrd="0" destOrd="0" presId="urn:microsoft.com/office/officeart/2018/2/layout/IconVerticalSolidList"/>
    <dgm:cxn modelId="{B4D45A28-7501-43EE-9AE8-547AAFA3E0B5}" srcId="{FC4607DE-563D-4547-B605-4EEAE7368F9C}" destId="{EE217C48-1A25-4A4F-A67F-C89682160586}" srcOrd="2" destOrd="0" parTransId="{417922DB-AA3E-4801-AE73-21C0A54F5AA1}" sibTransId="{4BD0B730-8159-4E62-B3E1-748EDBDBB0E9}"/>
    <dgm:cxn modelId="{20867482-E3BA-4DD5-89C6-B488638DCF4A}" srcId="{FC4607DE-563D-4547-B605-4EEAE7368F9C}" destId="{21000F69-936F-460F-8E44-5E7EACEE8E6B}" srcOrd="3" destOrd="0" parTransId="{FA38B4EB-F065-470C-8AD2-713F1F6FC09C}" sibTransId="{AFC9CF57-A3F2-4723-B0FF-1882800C1EE2}"/>
    <dgm:cxn modelId="{FBAC0E8F-8F3F-438E-99E8-5BB93B1F7BB2}" srcId="{FC4607DE-563D-4547-B605-4EEAE7368F9C}" destId="{47D332F2-9FAB-45A0-92B0-D2544C33BF54}" srcOrd="0" destOrd="0" parTransId="{064B4B31-410A-475E-BADA-6CEC4EB7426D}" sibTransId="{FA7D8B50-7E1E-4375-8CA9-E42ECDCC018A}"/>
    <dgm:cxn modelId="{5585C0AE-9EB3-4837-B57F-038123F6C086}" srcId="{FC4607DE-563D-4547-B605-4EEAE7368F9C}" destId="{57506369-E1B8-4A11-9D23-0E87F91554A2}" srcOrd="1" destOrd="0" parTransId="{DD25F94C-036A-4E4D-B141-14592D3E9536}" sibTransId="{4BC17ABA-3FFB-426C-AF1D-E2DBE899E52F}"/>
    <dgm:cxn modelId="{5853D3C3-EC53-475A-AEBB-E8B4DC6D6FB1}" type="presOf" srcId="{57506369-E1B8-4A11-9D23-0E87F91554A2}" destId="{EC7CB678-8567-405D-9E98-05572CAEA56C}" srcOrd="0" destOrd="0" presId="urn:microsoft.com/office/officeart/2018/2/layout/IconVerticalSolidList"/>
    <dgm:cxn modelId="{513E43D7-64CC-4F5D-85FB-E3DA364C6F22}" type="presOf" srcId="{47D332F2-9FAB-45A0-92B0-D2544C33BF54}" destId="{927D565E-EA39-49FD-8823-DA42A75C8847}" srcOrd="0" destOrd="0" presId="urn:microsoft.com/office/officeart/2018/2/layout/IconVerticalSolidList"/>
    <dgm:cxn modelId="{716C0EEB-1526-43A8-BC6D-1FDCD5FEC718}" type="presOf" srcId="{FC4607DE-563D-4547-B605-4EEAE7368F9C}" destId="{803F6E6F-A37D-4F6A-B4D8-91ADABCCE9EE}" srcOrd="0" destOrd="0" presId="urn:microsoft.com/office/officeart/2018/2/layout/IconVerticalSolidList"/>
    <dgm:cxn modelId="{F5F0C6EC-9663-40DC-94C3-5743ABD78CD4}" type="presOf" srcId="{EE217C48-1A25-4A4F-A67F-C89682160586}" destId="{A4982D72-CCE7-4DA6-AE33-17EE12159E1C}" srcOrd="0" destOrd="0" presId="urn:microsoft.com/office/officeart/2018/2/layout/IconVerticalSolidList"/>
    <dgm:cxn modelId="{AEC1D6FC-815E-49F0-9901-BEAC382E9388}" type="presParOf" srcId="{803F6E6F-A37D-4F6A-B4D8-91ADABCCE9EE}" destId="{9A9263D3-FDE5-4C05-BA5C-AD6BEC8F36A0}" srcOrd="0" destOrd="0" presId="urn:microsoft.com/office/officeart/2018/2/layout/IconVerticalSolidList"/>
    <dgm:cxn modelId="{F8CD1583-9B1D-4A0C-808D-B657CC934F6D}" type="presParOf" srcId="{9A9263D3-FDE5-4C05-BA5C-AD6BEC8F36A0}" destId="{4B50795D-E596-4884-8A8E-F29593E2B427}" srcOrd="0" destOrd="0" presId="urn:microsoft.com/office/officeart/2018/2/layout/IconVerticalSolidList"/>
    <dgm:cxn modelId="{5BCDC8C9-BB4F-4390-8137-1CF8713A096E}" type="presParOf" srcId="{9A9263D3-FDE5-4C05-BA5C-AD6BEC8F36A0}" destId="{1610B0A6-D189-4673-9C2D-91ABDDE9C64C}" srcOrd="1" destOrd="0" presId="urn:microsoft.com/office/officeart/2018/2/layout/IconVerticalSolidList"/>
    <dgm:cxn modelId="{26EF433B-8382-4527-8565-58553C64AEE2}" type="presParOf" srcId="{9A9263D3-FDE5-4C05-BA5C-AD6BEC8F36A0}" destId="{5C676919-C1BE-42D6-8A02-DABA9A88FF00}" srcOrd="2" destOrd="0" presId="urn:microsoft.com/office/officeart/2018/2/layout/IconVerticalSolidList"/>
    <dgm:cxn modelId="{17963C69-3059-46DE-BA99-6D624B206397}" type="presParOf" srcId="{9A9263D3-FDE5-4C05-BA5C-AD6BEC8F36A0}" destId="{927D565E-EA39-49FD-8823-DA42A75C8847}" srcOrd="3" destOrd="0" presId="urn:microsoft.com/office/officeart/2018/2/layout/IconVerticalSolidList"/>
    <dgm:cxn modelId="{C11EFBB9-D84C-4ADA-94ED-6E04A06062B5}" type="presParOf" srcId="{803F6E6F-A37D-4F6A-B4D8-91ADABCCE9EE}" destId="{48E25CA8-AF0A-4A9A-9935-A6A1568D7084}" srcOrd="1" destOrd="0" presId="urn:microsoft.com/office/officeart/2018/2/layout/IconVerticalSolidList"/>
    <dgm:cxn modelId="{5DE2EE8D-BC29-4962-87C9-24C1A97DB7E4}" type="presParOf" srcId="{803F6E6F-A37D-4F6A-B4D8-91ADABCCE9EE}" destId="{2443E97E-2BC4-4367-9008-7E618E560A2D}" srcOrd="2" destOrd="0" presId="urn:microsoft.com/office/officeart/2018/2/layout/IconVerticalSolidList"/>
    <dgm:cxn modelId="{44C78AA6-E943-4D8E-9FE5-3C16246A5146}" type="presParOf" srcId="{2443E97E-2BC4-4367-9008-7E618E560A2D}" destId="{6756FFF7-D62C-49C1-9EC4-56AAE6A552A2}" srcOrd="0" destOrd="0" presId="urn:microsoft.com/office/officeart/2018/2/layout/IconVerticalSolidList"/>
    <dgm:cxn modelId="{5D92A977-95E5-4A88-895C-3BA40B76E139}" type="presParOf" srcId="{2443E97E-2BC4-4367-9008-7E618E560A2D}" destId="{D6FB4659-915A-4BFE-B13F-80DDD1AA0EA8}" srcOrd="1" destOrd="0" presId="urn:microsoft.com/office/officeart/2018/2/layout/IconVerticalSolidList"/>
    <dgm:cxn modelId="{B95A2CDC-D4DB-45A6-B21B-A1FEBA288FD6}" type="presParOf" srcId="{2443E97E-2BC4-4367-9008-7E618E560A2D}" destId="{8CB2E395-AFB2-411E-90D1-873364C08D48}" srcOrd="2" destOrd="0" presId="urn:microsoft.com/office/officeart/2018/2/layout/IconVerticalSolidList"/>
    <dgm:cxn modelId="{F83D520E-E6CA-4E93-8E7D-14E72E172DF1}" type="presParOf" srcId="{2443E97E-2BC4-4367-9008-7E618E560A2D}" destId="{EC7CB678-8567-405D-9E98-05572CAEA56C}" srcOrd="3" destOrd="0" presId="urn:microsoft.com/office/officeart/2018/2/layout/IconVerticalSolidList"/>
    <dgm:cxn modelId="{47505530-AF87-4505-B871-63825AAE46BF}" type="presParOf" srcId="{803F6E6F-A37D-4F6A-B4D8-91ADABCCE9EE}" destId="{A45A2769-7751-4C27-A3D6-8EDDC2DB791F}" srcOrd="3" destOrd="0" presId="urn:microsoft.com/office/officeart/2018/2/layout/IconVerticalSolidList"/>
    <dgm:cxn modelId="{6E7F1E1D-1045-4C77-96F3-B1D28E2BD729}" type="presParOf" srcId="{803F6E6F-A37D-4F6A-B4D8-91ADABCCE9EE}" destId="{836446BC-C364-4956-A71A-082493DC8DDD}" srcOrd="4" destOrd="0" presId="urn:microsoft.com/office/officeart/2018/2/layout/IconVerticalSolidList"/>
    <dgm:cxn modelId="{2EA9EC07-0850-46F4-B80A-9B828C82D81E}" type="presParOf" srcId="{836446BC-C364-4956-A71A-082493DC8DDD}" destId="{FE786BAF-1127-48FD-A2D3-A59A4E75C227}" srcOrd="0" destOrd="0" presId="urn:microsoft.com/office/officeart/2018/2/layout/IconVerticalSolidList"/>
    <dgm:cxn modelId="{08D46D00-97FE-4126-A66D-C64A133201CC}" type="presParOf" srcId="{836446BC-C364-4956-A71A-082493DC8DDD}" destId="{A76CA567-435A-47C2-8774-1805131A7A06}" srcOrd="1" destOrd="0" presId="urn:microsoft.com/office/officeart/2018/2/layout/IconVerticalSolidList"/>
    <dgm:cxn modelId="{3958AD2A-80DE-4196-AC2D-00C6A51C78C7}" type="presParOf" srcId="{836446BC-C364-4956-A71A-082493DC8DDD}" destId="{6FB08886-D807-47D7-B91A-D92F3AF36A4F}" srcOrd="2" destOrd="0" presId="urn:microsoft.com/office/officeart/2018/2/layout/IconVerticalSolidList"/>
    <dgm:cxn modelId="{8357E405-9A4E-4F5F-BB5E-1ACBDC84E00C}" type="presParOf" srcId="{836446BC-C364-4956-A71A-082493DC8DDD}" destId="{A4982D72-CCE7-4DA6-AE33-17EE12159E1C}" srcOrd="3" destOrd="0" presId="urn:microsoft.com/office/officeart/2018/2/layout/IconVerticalSolidList"/>
    <dgm:cxn modelId="{3F39E8A4-C333-4E88-BB79-C45DE7B995D1}" type="presParOf" srcId="{803F6E6F-A37D-4F6A-B4D8-91ADABCCE9EE}" destId="{C9CA4762-7951-42D6-9833-192DABBAAF45}" srcOrd="5" destOrd="0" presId="urn:microsoft.com/office/officeart/2018/2/layout/IconVerticalSolidList"/>
    <dgm:cxn modelId="{AFC96433-C7CE-4D11-BA30-D3CDE9516B5A}" type="presParOf" srcId="{803F6E6F-A37D-4F6A-B4D8-91ADABCCE9EE}" destId="{E3405F8E-0597-469C-BC89-F5032A7D55EC}" srcOrd="6" destOrd="0" presId="urn:microsoft.com/office/officeart/2018/2/layout/IconVerticalSolidList"/>
    <dgm:cxn modelId="{7AF56353-30DF-41A6-A832-1FF61C913CE8}" type="presParOf" srcId="{E3405F8E-0597-469C-BC89-F5032A7D55EC}" destId="{58860B89-0DD3-4482-B73F-B0D162873B2C}" srcOrd="0" destOrd="0" presId="urn:microsoft.com/office/officeart/2018/2/layout/IconVerticalSolidList"/>
    <dgm:cxn modelId="{67E75406-1FFB-4277-A732-5C3FC63CBD90}" type="presParOf" srcId="{E3405F8E-0597-469C-BC89-F5032A7D55EC}" destId="{7404CFD8-6F54-4FFA-B2FB-1794953F131B}" srcOrd="1" destOrd="0" presId="urn:microsoft.com/office/officeart/2018/2/layout/IconVerticalSolidList"/>
    <dgm:cxn modelId="{9A111F10-3AAC-4DB0-BE16-322D2B8382FD}" type="presParOf" srcId="{E3405F8E-0597-469C-BC89-F5032A7D55EC}" destId="{D6B9DF0B-0AE1-4BC7-A0EC-C80A78DCFE7B}" srcOrd="2" destOrd="0" presId="urn:microsoft.com/office/officeart/2018/2/layout/IconVerticalSolidList"/>
    <dgm:cxn modelId="{B34D5EAE-D0CA-475D-92AD-F57ADF86BCA0}" type="presParOf" srcId="{E3405F8E-0597-469C-BC89-F5032A7D55EC}" destId="{DDF06ADB-CCE9-41DC-BD6B-D527BAB8B675}" srcOrd="3" destOrd="0" presId="urn:microsoft.com/office/officeart/2018/2/layout/IconVerticalSolidList"/>
    <dgm:cxn modelId="{46125AFC-1C89-4388-B541-F6B25C33E542}" type="presParOf" srcId="{803F6E6F-A37D-4F6A-B4D8-91ADABCCE9EE}" destId="{AB2A234F-2CDA-4AED-B322-2DC46CB4193A}" srcOrd="7" destOrd="0" presId="urn:microsoft.com/office/officeart/2018/2/layout/IconVerticalSolidList"/>
    <dgm:cxn modelId="{414DD618-C6D7-4E93-92A0-2C881D40A19E}" type="presParOf" srcId="{803F6E6F-A37D-4F6A-B4D8-91ADABCCE9EE}" destId="{46F4BB4F-6BF2-4D2F-B5A3-390B2A3F89B5}" srcOrd="8" destOrd="0" presId="urn:microsoft.com/office/officeart/2018/2/layout/IconVerticalSolidList"/>
    <dgm:cxn modelId="{4A603834-515A-4503-BBFF-C5B7454AC672}" type="presParOf" srcId="{46F4BB4F-6BF2-4D2F-B5A3-390B2A3F89B5}" destId="{A10B3EBC-9C73-42ED-ACE7-CCC1E80B03C7}" srcOrd="0" destOrd="0" presId="urn:microsoft.com/office/officeart/2018/2/layout/IconVerticalSolidList"/>
    <dgm:cxn modelId="{DC3BDCFB-D132-4E34-A100-58F54AC5618D}" type="presParOf" srcId="{46F4BB4F-6BF2-4D2F-B5A3-390B2A3F89B5}" destId="{1853F0EC-7396-46CC-85D3-E0A7B16FC989}" srcOrd="1" destOrd="0" presId="urn:microsoft.com/office/officeart/2018/2/layout/IconVerticalSolidList"/>
    <dgm:cxn modelId="{EF18E42E-D932-4F13-8FE8-CECD8389655B}" type="presParOf" srcId="{46F4BB4F-6BF2-4D2F-B5A3-390B2A3F89B5}" destId="{C9E8F31D-F091-4394-A7DD-CD7EE087BDD5}" srcOrd="2" destOrd="0" presId="urn:microsoft.com/office/officeart/2018/2/layout/IconVerticalSolidList"/>
    <dgm:cxn modelId="{C649C1B6-ED36-4596-81FE-1EAD13DE76E4}" type="presParOf" srcId="{46F4BB4F-6BF2-4D2F-B5A3-390B2A3F89B5}" destId="{0459CF6D-B49C-4193-822A-0BD8E74D33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49548B3-3B9F-45EC-B0AA-F709F936BF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823B817-F991-4DBD-A6C2-740E78C4A4DC}">
      <dgm:prSet/>
      <dgm:spPr/>
      <dgm:t>
        <a:bodyPr/>
        <a:lstStyle/>
        <a:p>
          <a:r>
            <a:rPr lang="en-US" b="0" i="0" baseline="0"/>
            <a:t>Data is the foundation of production ML.</a:t>
          </a:r>
          <a:endParaRPr lang="en-US"/>
        </a:p>
      </dgm:t>
    </dgm:pt>
    <dgm:pt modelId="{ECE98703-BE8F-4D59-B4B1-E5BBF649DE51}" type="parTrans" cxnId="{72695E32-3E60-4886-8BDC-C169432605C9}">
      <dgm:prSet/>
      <dgm:spPr/>
      <dgm:t>
        <a:bodyPr/>
        <a:lstStyle/>
        <a:p>
          <a:endParaRPr lang="en-US"/>
        </a:p>
      </dgm:t>
    </dgm:pt>
    <dgm:pt modelId="{37C13BE7-55FE-42C9-A5B9-3D30CD7A0338}" type="sibTrans" cxnId="{72695E32-3E60-4886-8BDC-C169432605C9}">
      <dgm:prSet/>
      <dgm:spPr/>
      <dgm:t>
        <a:bodyPr/>
        <a:lstStyle/>
        <a:p>
          <a:endParaRPr lang="en-US"/>
        </a:p>
      </dgm:t>
    </dgm:pt>
    <dgm:pt modelId="{10422DA3-F668-4DE3-9D3E-74E4C5EEC169}">
      <dgm:prSet/>
      <dgm:spPr/>
      <dgm:t>
        <a:bodyPr/>
        <a:lstStyle/>
        <a:p>
          <a:r>
            <a:rPr lang="en-US" b="1" i="0" baseline="0"/>
            <a:t>Components:</a:t>
          </a:r>
          <a:endParaRPr lang="en-US"/>
        </a:p>
      </dgm:t>
    </dgm:pt>
    <dgm:pt modelId="{7C93DCC8-BFD0-4A5F-A446-8BD3F985763D}" type="parTrans" cxnId="{137C8AA4-42D3-4454-8744-9FFF53E7AAAD}">
      <dgm:prSet/>
      <dgm:spPr/>
      <dgm:t>
        <a:bodyPr/>
        <a:lstStyle/>
        <a:p>
          <a:endParaRPr lang="en-US"/>
        </a:p>
      </dgm:t>
    </dgm:pt>
    <dgm:pt modelId="{05F6B14A-DEEB-45FC-94D7-47DC503C9F80}" type="sibTrans" cxnId="{137C8AA4-42D3-4454-8744-9FFF53E7AAAD}">
      <dgm:prSet/>
      <dgm:spPr/>
      <dgm:t>
        <a:bodyPr/>
        <a:lstStyle/>
        <a:p>
          <a:endParaRPr lang="en-US"/>
        </a:p>
      </dgm:t>
    </dgm:pt>
    <dgm:pt modelId="{03907520-A1E9-4BBA-9A29-E269D63931B4}">
      <dgm:prSet/>
      <dgm:spPr/>
      <dgm:t>
        <a:bodyPr/>
        <a:lstStyle/>
        <a:p>
          <a:r>
            <a:rPr lang="en-US" b="0" i="0" baseline="0"/>
            <a:t>Data storage (Databases, Data Lakes).</a:t>
          </a:r>
          <a:endParaRPr lang="en-US"/>
        </a:p>
      </dgm:t>
    </dgm:pt>
    <dgm:pt modelId="{FA440B58-6D30-4C6C-A66A-7E525EEE58C5}" type="parTrans" cxnId="{BA5333DC-20AD-457E-B9F7-37E838E41131}">
      <dgm:prSet/>
      <dgm:spPr/>
      <dgm:t>
        <a:bodyPr/>
        <a:lstStyle/>
        <a:p>
          <a:endParaRPr lang="en-US"/>
        </a:p>
      </dgm:t>
    </dgm:pt>
    <dgm:pt modelId="{41883BB5-1DCC-45C1-A96A-E1A384559031}" type="sibTrans" cxnId="{BA5333DC-20AD-457E-B9F7-37E838E41131}">
      <dgm:prSet/>
      <dgm:spPr/>
      <dgm:t>
        <a:bodyPr/>
        <a:lstStyle/>
        <a:p>
          <a:endParaRPr lang="en-US"/>
        </a:p>
      </dgm:t>
    </dgm:pt>
    <dgm:pt modelId="{878EC0B7-2AE6-469D-BDA8-E7DC634E937D}">
      <dgm:prSet/>
      <dgm:spPr/>
      <dgm:t>
        <a:bodyPr/>
        <a:lstStyle/>
        <a:p>
          <a:r>
            <a:rPr lang="en-US" b="0" i="0" baseline="0"/>
            <a:t>ETL (Extract, Transform, Load) systems.</a:t>
          </a:r>
          <a:endParaRPr lang="en-US"/>
        </a:p>
      </dgm:t>
    </dgm:pt>
    <dgm:pt modelId="{C56D655D-167A-4CAB-BEE6-6ECFE50810BB}" type="parTrans" cxnId="{C273D630-4FD6-47AC-9C01-167B17FDF793}">
      <dgm:prSet/>
      <dgm:spPr/>
      <dgm:t>
        <a:bodyPr/>
        <a:lstStyle/>
        <a:p>
          <a:endParaRPr lang="en-US"/>
        </a:p>
      </dgm:t>
    </dgm:pt>
    <dgm:pt modelId="{560A7D13-C894-48C1-BFC4-A814864373EE}" type="sibTrans" cxnId="{C273D630-4FD6-47AC-9C01-167B17FDF793}">
      <dgm:prSet/>
      <dgm:spPr/>
      <dgm:t>
        <a:bodyPr/>
        <a:lstStyle/>
        <a:p>
          <a:endParaRPr lang="en-US"/>
        </a:p>
      </dgm:t>
    </dgm:pt>
    <dgm:pt modelId="{83D83EEE-9126-4719-99F0-4DE585A466C6}">
      <dgm:prSet/>
      <dgm:spPr/>
      <dgm:t>
        <a:bodyPr/>
        <a:lstStyle/>
        <a:p>
          <a:r>
            <a:rPr lang="en-US" b="0" i="0" baseline="0"/>
            <a:t>Stream processing (Kafka, Spark).</a:t>
          </a:r>
          <a:endParaRPr lang="en-US"/>
        </a:p>
      </dgm:t>
    </dgm:pt>
    <dgm:pt modelId="{2F77E734-99B9-4479-9F4E-E24AD8EA0B60}" type="parTrans" cxnId="{BBED0D1F-98B3-4515-990D-136FD39392FA}">
      <dgm:prSet/>
      <dgm:spPr/>
      <dgm:t>
        <a:bodyPr/>
        <a:lstStyle/>
        <a:p>
          <a:endParaRPr lang="en-US"/>
        </a:p>
      </dgm:t>
    </dgm:pt>
    <dgm:pt modelId="{5BE4759E-3BCC-4F0E-B2CD-567223086ADA}" type="sibTrans" cxnId="{BBED0D1F-98B3-4515-990D-136FD39392FA}">
      <dgm:prSet/>
      <dgm:spPr/>
      <dgm:t>
        <a:bodyPr/>
        <a:lstStyle/>
        <a:p>
          <a:endParaRPr lang="en-US"/>
        </a:p>
      </dgm:t>
    </dgm:pt>
    <dgm:pt modelId="{EA7F7A53-F06C-4D45-9C61-43C38EE78C6F}">
      <dgm:prSet/>
      <dgm:spPr/>
      <dgm:t>
        <a:bodyPr/>
        <a:lstStyle/>
        <a:p>
          <a:r>
            <a:rPr lang="en-US" b="0" i="0" baseline="0"/>
            <a:t>Ensures </a:t>
          </a:r>
          <a:r>
            <a:rPr lang="en-US" b="1" i="0" baseline="0"/>
            <a:t>data consistency</a:t>
          </a:r>
          <a:r>
            <a:rPr lang="en-US" b="0" i="0" baseline="0"/>
            <a:t> and </a:t>
          </a:r>
          <a:r>
            <a:rPr lang="en-US" b="1" i="0" baseline="0"/>
            <a:t>availability</a:t>
          </a:r>
          <a:r>
            <a:rPr lang="en-US" b="0" i="0" baseline="0"/>
            <a:t> for retraining and inference.</a:t>
          </a:r>
          <a:endParaRPr lang="en-US"/>
        </a:p>
      </dgm:t>
    </dgm:pt>
    <dgm:pt modelId="{6820CC5B-96DF-426E-9AED-EBB11FD58621}" type="parTrans" cxnId="{E95B6F11-11CD-4C71-9796-FEA885DDBCF9}">
      <dgm:prSet/>
      <dgm:spPr/>
      <dgm:t>
        <a:bodyPr/>
        <a:lstStyle/>
        <a:p>
          <a:endParaRPr lang="en-US"/>
        </a:p>
      </dgm:t>
    </dgm:pt>
    <dgm:pt modelId="{61AEE44C-6130-4B54-B488-A9367A375DF8}" type="sibTrans" cxnId="{E95B6F11-11CD-4C71-9796-FEA885DDBCF9}">
      <dgm:prSet/>
      <dgm:spPr/>
      <dgm:t>
        <a:bodyPr/>
        <a:lstStyle/>
        <a:p>
          <a:endParaRPr lang="en-US"/>
        </a:p>
      </dgm:t>
    </dgm:pt>
    <dgm:pt modelId="{49EAF387-5902-4580-A964-670912C537BA}" type="pres">
      <dgm:prSet presAssocID="{649548B3-3B9F-45EC-B0AA-F709F936BF53}" presName="root" presStyleCnt="0">
        <dgm:presLayoutVars>
          <dgm:dir/>
          <dgm:resizeHandles val="exact"/>
        </dgm:presLayoutVars>
      </dgm:prSet>
      <dgm:spPr/>
    </dgm:pt>
    <dgm:pt modelId="{7333D611-B5AF-4028-A6F4-B7439C34E00B}" type="pres">
      <dgm:prSet presAssocID="{5823B817-F991-4DBD-A6C2-740E78C4A4DC}" presName="compNode" presStyleCnt="0"/>
      <dgm:spPr/>
    </dgm:pt>
    <dgm:pt modelId="{B1148E8F-819D-49DD-852A-9138CA461550}" type="pres">
      <dgm:prSet presAssocID="{5823B817-F991-4DBD-A6C2-740E78C4A4DC}" presName="bgRect" presStyleLbl="bgShp" presStyleIdx="0" presStyleCnt="6"/>
      <dgm:spPr/>
    </dgm:pt>
    <dgm:pt modelId="{CFCCA9E2-133C-413A-A6F7-30D48A71A5FE}" type="pres">
      <dgm:prSet presAssocID="{5823B817-F991-4DBD-A6C2-740E78C4A4D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C02B112-752F-4953-9721-48EDD79B54B9}" type="pres">
      <dgm:prSet presAssocID="{5823B817-F991-4DBD-A6C2-740E78C4A4DC}" presName="spaceRect" presStyleCnt="0"/>
      <dgm:spPr/>
    </dgm:pt>
    <dgm:pt modelId="{7201598E-875E-467D-B54D-ECDA07F53937}" type="pres">
      <dgm:prSet presAssocID="{5823B817-F991-4DBD-A6C2-740E78C4A4DC}" presName="parTx" presStyleLbl="revTx" presStyleIdx="0" presStyleCnt="6">
        <dgm:presLayoutVars>
          <dgm:chMax val="0"/>
          <dgm:chPref val="0"/>
        </dgm:presLayoutVars>
      </dgm:prSet>
      <dgm:spPr/>
    </dgm:pt>
    <dgm:pt modelId="{D423D5A8-6E93-4669-B1F2-5F70A705D8F2}" type="pres">
      <dgm:prSet presAssocID="{37C13BE7-55FE-42C9-A5B9-3D30CD7A0338}" presName="sibTrans" presStyleCnt="0"/>
      <dgm:spPr/>
    </dgm:pt>
    <dgm:pt modelId="{B80504C5-3ADE-4A71-8510-F6A84FA7E2C3}" type="pres">
      <dgm:prSet presAssocID="{10422DA3-F668-4DE3-9D3E-74E4C5EEC169}" presName="compNode" presStyleCnt="0"/>
      <dgm:spPr/>
    </dgm:pt>
    <dgm:pt modelId="{9F2046B5-7A5C-4E56-A8D7-665AC03C66F6}" type="pres">
      <dgm:prSet presAssocID="{10422DA3-F668-4DE3-9D3E-74E4C5EEC169}" presName="bgRect" presStyleLbl="bgShp" presStyleIdx="1" presStyleCnt="6"/>
      <dgm:spPr/>
    </dgm:pt>
    <dgm:pt modelId="{CD80B209-7EFE-4AE2-9B80-533DF6EB5A8F}" type="pres">
      <dgm:prSet presAssocID="{10422DA3-F668-4DE3-9D3E-74E4C5EEC16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89E1293-1597-4029-BA19-EF2E8487E6C0}" type="pres">
      <dgm:prSet presAssocID="{10422DA3-F668-4DE3-9D3E-74E4C5EEC169}" presName="spaceRect" presStyleCnt="0"/>
      <dgm:spPr/>
    </dgm:pt>
    <dgm:pt modelId="{212632C4-DC5A-4526-911C-DAA98ED0E5F4}" type="pres">
      <dgm:prSet presAssocID="{10422DA3-F668-4DE3-9D3E-74E4C5EEC169}" presName="parTx" presStyleLbl="revTx" presStyleIdx="1" presStyleCnt="6">
        <dgm:presLayoutVars>
          <dgm:chMax val="0"/>
          <dgm:chPref val="0"/>
        </dgm:presLayoutVars>
      </dgm:prSet>
      <dgm:spPr/>
    </dgm:pt>
    <dgm:pt modelId="{74F3077F-8495-4CC7-AD30-2AC92CCB2E8A}" type="pres">
      <dgm:prSet presAssocID="{05F6B14A-DEEB-45FC-94D7-47DC503C9F80}" presName="sibTrans" presStyleCnt="0"/>
      <dgm:spPr/>
    </dgm:pt>
    <dgm:pt modelId="{3C4943DB-8886-4DAC-BB89-F00857D7A64A}" type="pres">
      <dgm:prSet presAssocID="{03907520-A1E9-4BBA-9A29-E269D63931B4}" presName="compNode" presStyleCnt="0"/>
      <dgm:spPr/>
    </dgm:pt>
    <dgm:pt modelId="{FAA9C992-581B-43FD-BC37-CD06FBAC2E38}" type="pres">
      <dgm:prSet presAssocID="{03907520-A1E9-4BBA-9A29-E269D63931B4}" presName="bgRect" presStyleLbl="bgShp" presStyleIdx="2" presStyleCnt="6"/>
      <dgm:spPr/>
    </dgm:pt>
    <dgm:pt modelId="{B117F9E0-E4A9-40FF-9B66-542A04DB8B6C}" type="pres">
      <dgm:prSet presAssocID="{03907520-A1E9-4BBA-9A29-E269D63931B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6E82451-862A-485D-8EA2-B2878E6B35AA}" type="pres">
      <dgm:prSet presAssocID="{03907520-A1E9-4BBA-9A29-E269D63931B4}" presName="spaceRect" presStyleCnt="0"/>
      <dgm:spPr/>
    </dgm:pt>
    <dgm:pt modelId="{53F2B7C3-16BD-4B2B-A0E7-1EDD4B2BA960}" type="pres">
      <dgm:prSet presAssocID="{03907520-A1E9-4BBA-9A29-E269D63931B4}" presName="parTx" presStyleLbl="revTx" presStyleIdx="2" presStyleCnt="6">
        <dgm:presLayoutVars>
          <dgm:chMax val="0"/>
          <dgm:chPref val="0"/>
        </dgm:presLayoutVars>
      </dgm:prSet>
      <dgm:spPr/>
    </dgm:pt>
    <dgm:pt modelId="{3B655D06-4DF7-4FC0-9CDB-DDFE965F9E48}" type="pres">
      <dgm:prSet presAssocID="{41883BB5-1DCC-45C1-A96A-E1A384559031}" presName="sibTrans" presStyleCnt="0"/>
      <dgm:spPr/>
    </dgm:pt>
    <dgm:pt modelId="{0712BDF6-259D-4C7E-B9DC-A20C05F65410}" type="pres">
      <dgm:prSet presAssocID="{878EC0B7-2AE6-469D-BDA8-E7DC634E937D}" presName="compNode" presStyleCnt="0"/>
      <dgm:spPr/>
    </dgm:pt>
    <dgm:pt modelId="{83167D83-6C3E-4AF2-B3BA-BC5B30B66FD3}" type="pres">
      <dgm:prSet presAssocID="{878EC0B7-2AE6-469D-BDA8-E7DC634E937D}" presName="bgRect" presStyleLbl="bgShp" presStyleIdx="3" presStyleCnt="6"/>
      <dgm:spPr/>
    </dgm:pt>
    <dgm:pt modelId="{D7A78A94-9A40-48C6-8709-4A88F97E113A}" type="pres">
      <dgm:prSet presAssocID="{878EC0B7-2AE6-469D-BDA8-E7DC634E937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22C389A-BE8A-475A-9AFC-CC278FFF76BF}" type="pres">
      <dgm:prSet presAssocID="{878EC0B7-2AE6-469D-BDA8-E7DC634E937D}" presName="spaceRect" presStyleCnt="0"/>
      <dgm:spPr/>
    </dgm:pt>
    <dgm:pt modelId="{25C10B01-5B7A-4348-BCB3-EB53E53A1A53}" type="pres">
      <dgm:prSet presAssocID="{878EC0B7-2AE6-469D-BDA8-E7DC634E937D}" presName="parTx" presStyleLbl="revTx" presStyleIdx="3" presStyleCnt="6">
        <dgm:presLayoutVars>
          <dgm:chMax val="0"/>
          <dgm:chPref val="0"/>
        </dgm:presLayoutVars>
      </dgm:prSet>
      <dgm:spPr/>
    </dgm:pt>
    <dgm:pt modelId="{71F48C89-66A0-44B9-8AE4-396DD17B980E}" type="pres">
      <dgm:prSet presAssocID="{560A7D13-C894-48C1-BFC4-A814864373EE}" presName="sibTrans" presStyleCnt="0"/>
      <dgm:spPr/>
    </dgm:pt>
    <dgm:pt modelId="{C2676C5B-5F42-485C-8812-C9503AD0246F}" type="pres">
      <dgm:prSet presAssocID="{83D83EEE-9126-4719-99F0-4DE585A466C6}" presName="compNode" presStyleCnt="0"/>
      <dgm:spPr/>
    </dgm:pt>
    <dgm:pt modelId="{1894D2B1-4627-449F-920D-2E647E8350D8}" type="pres">
      <dgm:prSet presAssocID="{83D83EEE-9126-4719-99F0-4DE585A466C6}" presName="bgRect" presStyleLbl="bgShp" presStyleIdx="4" presStyleCnt="6"/>
      <dgm:spPr/>
    </dgm:pt>
    <dgm:pt modelId="{19BE41A0-CB53-476A-8BA6-7BA4E3613106}" type="pres">
      <dgm:prSet presAssocID="{83D83EEE-9126-4719-99F0-4DE585A466C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kler"/>
        </a:ext>
      </dgm:extLst>
    </dgm:pt>
    <dgm:pt modelId="{80D08DB0-6937-408E-9EDF-F94D7C260782}" type="pres">
      <dgm:prSet presAssocID="{83D83EEE-9126-4719-99F0-4DE585A466C6}" presName="spaceRect" presStyleCnt="0"/>
      <dgm:spPr/>
    </dgm:pt>
    <dgm:pt modelId="{F57A722D-015E-4AC6-BA2B-B486B9FE2A62}" type="pres">
      <dgm:prSet presAssocID="{83D83EEE-9126-4719-99F0-4DE585A466C6}" presName="parTx" presStyleLbl="revTx" presStyleIdx="4" presStyleCnt="6">
        <dgm:presLayoutVars>
          <dgm:chMax val="0"/>
          <dgm:chPref val="0"/>
        </dgm:presLayoutVars>
      </dgm:prSet>
      <dgm:spPr/>
    </dgm:pt>
    <dgm:pt modelId="{45E2196A-AEBA-4615-AA3F-8B84B5E73F4B}" type="pres">
      <dgm:prSet presAssocID="{5BE4759E-3BCC-4F0E-B2CD-567223086ADA}" presName="sibTrans" presStyleCnt="0"/>
      <dgm:spPr/>
    </dgm:pt>
    <dgm:pt modelId="{0C2F9435-1BA0-42D1-93CA-F674FB1A516C}" type="pres">
      <dgm:prSet presAssocID="{EA7F7A53-F06C-4D45-9C61-43C38EE78C6F}" presName="compNode" presStyleCnt="0"/>
      <dgm:spPr/>
    </dgm:pt>
    <dgm:pt modelId="{FF864D61-0C61-45C1-BA40-5DD7218AAB8F}" type="pres">
      <dgm:prSet presAssocID="{EA7F7A53-F06C-4D45-9C61-43C38EE78C6F}" presName="bgRect" presStyleLbl="bgShp" presStyleIdx="5" presStyleCnt="6"/>
      <dgm:spPr/>
    </dgm:pt>
    <dgm:pt modelId="{38FD8609-E41C-4909-A896-668556F2CA35}" type="pres">
      <dgm:prSet presAssocID="{EA7F7A53-F06C-4D45-9C61-43C38EE78C6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F3F34A0-372B-43A3-878E-C8DCE2CC91A0}" type="pres">
      <dgm:prSet presAssocID="{EA7F7A53-F06C-4D45-9C61-43C38EE78C6F}" presName="spaceRect" presStyleCnt="0"/>
      <dgm:spPr/>
    </dgm:pt>
    <dgm:pt modelId="{04D31DCB-ED3B-47F1-B692-990FCC5EA1B1}" type="pres">
      <dgm:prSet presAssocID="{EA7F7A53-F06C-4D45-9C61-43C38EE78C6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78B6106-40F0-40AB-A966-98B84E242631}" type="presOf" srcId="{03907520-A1E9-4BBA-9A29-E269D63931B4}" destId="{53F2B7C3-16BD-4B2B-A0E7-1EDD4B2BA960}" srcOrd="0" destOrd="0" presId="urn:microsoft.com/office/officeart/2018/2/layout/IconVerticalSolidList"/>
    <dgm:cxn modelId="{E95B6F11-11CD-4C71-9796-FEA885DDBCF9}" srcId="{649548B3-3B9F-45EC-B0AA-F709F936BF53}" destId="{EA7F7A53-F06C-4D45-9C61-43C38EE78C6F}" srcOrd="5" destOrd="0" parTransId="{6820CC5B-96DF-426E-9AED-EBB11FD58621}" sibTransId="{61AEE44C-6130-4B54-B488-A9367A375DF8}"/>
    <dgm:cxn modelId="{4A50BD14-965B-4083-B470-17818E2D1ED8}" type="presOf" srcId="{5823B817-F991-4DBD-A6C2-740E78C4A4DC}" destId="{7201598E-875E-467D-B54D-ECDA07F53937}" srcOrd="0" destOrd="0" presId="urn:microsoft.com/office/officeart/2018/2/layout/IconVerticalSolidList"/>
    <dgm:cxn modelId="{BBED0D1F-98B3-4515-990D-136FD39392FA}" srcId="{649548B3-3B9F-45EC-B0AA-F709F936BF53}" destId="{83D83EEE-9126-4719-99F0-4DE585A466C6}" srcOrd="4" destOrd="0" parTransId="{2F77E734-99B9-4479-9F4E-E24AD8EA0B60}" sibTransId="{5BE4759E-3BCC-4F0E-B2CD-567223086ADA}"/>
    <dgm:cxn modelId="{C273D630-4FD6-47AC-9C01-167B17FDF793}" srcId="{649548B3-3B9F-45EC-B0AA-F709F936BF53}" destId="{878EC0B7-2AE6-469D-BDA8-E7DC634E937D}" srcOrd="3" destOrd="0" parTransId="{C56D655D-167A-4CAB-BEE6-6ECFE50810BB}" sibTransId="{560A7D13-C894-48C1-BFC4-A814864373EE}"/>
    <dgm:cxn modelId="{4625D831-509C-497D-B3D2-F7D988F74CCD}" type="presOf" srcId="{83D83EEE-9126-4719-99F0-4DE585A466C6}" destId="{F57A722D-015E-4AC6-BA2B-B486B9FE2A62}" srcOrd="0" destOrd="0" presId="urn:microsoft.com/office/officeart/2018/2/layout/IconVerticalSolidList"/>
    <dgm:cxn modelId="{72695E32-3E60-4886-8BDC-C169432605C9}" srcId="{649548B3-3B9F-45EC-B0AA-F709F936BF53}" destId="{5823B817-F991-4DBD-A6C2-740E78C4A4DC}" srcOrd="0" destOrd="0" parTransId="{ECE98703-BE8F-4D59-B4B1-E5BBF649DE51}" sibTransId="{37C13BE7-55FE-42C9-A5B9-3D30CD7A0338}"/>
    <dgm:cxn modelId="{AA11FD6E-3E92-434E-8FDD-DB0216587B1C}" type="presOf" srcId="{EA7F7A53-F06C-4D45-9C61-43C38EE78C6F}" destId="{04D31DCB-ED3B-47F1-B692-990FCC5EA1B1}" srcOrd="0" destOrd="0" presId="urn:microsoft.com/office/officeart/2018/2/layout/IconVerticalSolidList"/>
    <dgm:cxn modelId="{D879FA9F-7C0F-4852-B6ED-FC2A05A13735}" type="presOf" srcId="{649548B3-3B9F-45EC-B0AA-F709F936BF53}" destId="{49EAF387-5902-4580-A964-670912C537BA}" srcOrd="0" destOrd="0" presId="urn:microsoft.com/office/officeart/2018/2/layout/IconVerticalSolidList"/>
    <dgm:cxn modelId="{137C8AA4-42D3-4454-8744-9FFF53E7AAAD}" srcId="{649548B3-3B9F-45EC-B0AA-F709F936BF53}" destId="{10422DA3-F668-4DE3-9D3E-74E4C5EEC169}" srcOrd="1" destOrd="0" parTransId="{7C93DCC8-BFD0-4A5F-A446-8BD3F985763D}" sibTransId="{05F6B14A-DEEB-45FC-94D7-47DC503C9F80}"/>
    <dgm:cxn modelId="{A857E3CF-24FC-46CE-A7BD-9654FC9977C2}" type="presOf" srcId="{10422DA3-F668-4DE3-9D3E-74E4C5EEC169}" destId="{212632C4-DC5A-4526-911C-DAA98ED0E5F4}" srcOrd="0" destOrd="0" presId="urn:microsoft.com/office/officeart/2018/2/layout/IconVerticalSolidList"/>
    <dgm:cxn modelId="{6834EED3-AC1A-40A9-B0E7-9B99559489A1}" type="presOf" srcId="{878EC0B7-2AE6-469D-BDA8-E7DC634E937D}" destId="{25C10B01-5B7A-4348-BCB3-EB53E53A1A53}" srcOrd="0" destOrd="0" presId="urn:microsoft.com/office/officeart/2018/2/layout/IconVerticalSolidList"/>
    <dgm:cxn modelId="{BA5333DC-20AD-457E-B9F7-37E838E41131}" srcId="{649548B3-3B9F-45EC-B0AA-F709F936BF53}" destId="{03907520-A1E9-4BBA-9A29-E269D63931B4}" srcOrd="2" destOrd="0" parTransId="{FA440B58-6D30-4C6C-A66A-7E525EEE58C5}" sibTransId="{41883BB5-1DCC-45C1-A96A-E1A384559031}"/>
    <dgm:cxn modelId="{4F81E083-9999-48CF-93B9-DA3AE002A70B}" type="presParOf" srcId="{49EAF387-5902-4580-A964-670912C537BA}" destId="{7333D611-B5AF-4028-A6F4-B7439C34E00B}" srcOrd="0" destOrd="0" presId="urn:microsoft.com/office/officeart/2018/2/layout/IconVerticalSolidList"/>
    <dgm:cxn modelId="{3D8667F8-8801-403F-82D7-9A76DDCAD4F7}" type="presParOf" srcId="{7333D611-B5AF-4028-A6F4-B7439C34E00B}" destId="{B1148E8F-819D-49DD-852A-9138CA461550}" srcOrd="0" destOrd="0" presId="urn:microsoft.com/office/officeart/2018/2/layout/IconVerticalSolidList"/>
    <dgm:cxn modelId="{3C17DA63-144B-4368-8FAC-6E9D083A6858}" type="presParOf" srcId="{7333D611-B5AF-4028-A6F4-B7439C34E00B}" destId="{CFCCA9E2-133C-413A-A6F7-30D48A71A5FE}" srcOrd="1" destOrd="0" presId="urn:microsoft.com/office/officeart/2018/2/layout/IconVerticalSolidList"/>
    <dgm:cxn modelId="{9B2D46F4-FCCB-4D04-98B7-901B6E8492C5}" type="presParOf" srcId="{7333D611-B5AF-4028-A6F4-B7439C34E00B}" destId="{DC02B112-752F-4953-9721-48EDD79B54B9}" srcOrd="2" destOrd="0" presId="urn:microsoft.com/office/officeart/2018/2/layout/IconVerticalSolidList"/>
    <dgm:cxn modelId="{ACD569BF-3BD4-460F-8473-FAD90BF28A76}" type="presParOf" srcId="{7333D611-B5AF-4028-A6F4-B7439C34E00B}" destId="{7201598E-875E-467D-B54D-ECDA07F53937}" srcOrd="3" destOrd="0" presId="urn:microsoft.com/office/officeart/2018/2/layout/IconVerticalSolidList"/>
    <dgm:cxn modelId="{0AD9E20A-F38C-47FD-8392-FD8FC65171F2}" type="presParOf" srcId="{49EAF387-5902-4580-A964-670912C537BA}" destId="{D423D5A8-6E93-4669-B1F2-5F70A705D8F2}" srcOrd="1" destOrd="0" presId="urn:microsoft.com/office/officeart/2018/2/layout/IconVerticalSolidList"/>
    <dgm:cxn modelId="{A7D0BA02-BB78-4C53-9648-40D0D1578092}" type="presParOf" srcId="{49EAF387-5902-4580-A964-670912C537BA}" destId="{B80504C5-3ADE-4A71-8510-F6A84FA7E2C3}" srcOrd="2" destOrd="0" presId="urn:microsoft.com/office/officeart/2018/2/layout/IconVerticalSolidList"/>
    <dgm:cxn modelId="{D370E98F-40C9-4E55-BA9E-7B212DE6E37B}" type="presParOf" srcId="{B80504C5-3ADE-4A71-8510-F6A84FA7E2C3}" destId="{9F2046B5-7A5C-4E56-A8D7-665AC03C66F6}" srcOrd="0" destOrd="0" presId="urn:microsoft.com/office/officeart/2018/2/layout/IconVerticalSolidList"/>
    <dgm:cxn modelId="{08EA8446-D622-422D-8A23-75624FDF05E7}" type="presParOf" srcId="{B80504C5-3ADE-4A71-8510-F6A84FA7E2C3}" destId="{CD80B209-7EFE-4AE2-9B80-533DF6EB5A8F}" srcOrd="1" destOrd="0" presId="urn:microsoft.com/office/officeart/2018/2/layout/IconVerticalSolidList"/>
    <dgm:cxn modelId="{FEDD2D49-D408-45CF-B252-3794F0CEA213}" type="presParOf" srcId="{B80504C5-3ADE-4A71-8510-F6A84FA7E2C3}" destId="{A89E1293-1597-4029-BA19-EF2E8487E6C0}" srcOrd="2" destOrd="0" presId="urn:microsoft.com/office/officeart/2018/2/layout/IconVerticalSolidList"/>
    <dgm:cxn modelId="{B56D6675-F8C6-4FD8-90EC-8D7B74CA1278}" type="presParOf" srcId="{B80504C5-3ADE-4A71-8510-F6A84FA7E2C3}" destId="{212632C4-DC5A-4526-911C-DAA98ED0E5F4}" srcOrd="3" destOrd="0" presId="urn:microsoft.com/office/officeart/2018/2/layout/IconVerticalSolidList"/>
    <dgm:cxn modelId="{92DFC179-6216-4FF6-9716-E1AE24969987}" type="presParOf" srcId="{49EAF387-5902-4580-A964-670912C537BA}" destId="{74F3077F-8495-4CC7-AD30-2AC92CCB2E8A}" srcOrd="3" destOrd="0" presId="urn:microsoft.com/office/officeart/2018/2/layout/IconVerticalSolidList"/>
    <dgm:cxn modelId="{DE29F3E7-1985-4EAB-91C2-976713DEA401}" type="presParOf" srcId="{49EAF387-5902-4580-A964-670912C537BA}" destId="{3C4943DB-8886-4DAC-BB89-F00857D7A64A}" srcOrd="4" destOrd="0" presId="urn:microsoft.com/office/officeart/2018/2/layout/IconVerticalSolidList"/>
    <dgm:cxn modelId="{80A984BE-3DDA-43A5-9321-2756E9DF584E}" type="presParOf" srcId="{3C4943DB-8886-4DAC-BB89-F00857D7A64A}" destId="{FAA9C992-581B-43FD-BC37-CD06FBAC2E38}" srcOrd="0" destOrd="0" presId="urn:microsoft.com/office/officeart/2018/2/layout/IconVerticalSolidList"/>
    <dgm:cxn modelId="{0D0D6E09-D43E-459D-9E93-81B5516568A7}" type="presParOf" srcId="{3C4943DB-8886-4DAC-BB89-F00857D7A64A}" destId="{B117F9E0-E4A9-40FF-9B66-542A04DB8B6C}" srcOrd="1" destOrd="0" presId="urn:microsoft.com/office/officeart/2018/2/layout/IconVerticalSolidList"/>
    <dgm:cxn modelId="{1BBAD2F0-F3CB-462B-9D3B-4D438896716B}" type="presParOf" srcId="{3C4943DB-8886-4DAC-BB89-F00857D7A64A}" destId="{D6E82451-862A-485D-8EA2-B2878E6B35AA}" srcOrd="2" destOrd="0" presId="urn:microsoft.com/office/officeart/2018/2/layout/IconVerticalSolidList"/>
    <dgm:cxn modelId="{E4B10740-783B-4996-99CA-AF58F8868C8F}" type="presParOf" srcId="{3C4943DB-8886-4DAC-BB89-F00857D7A64A}" destId="{53F2B7C3-16BD-4B2B-A0E7-1EDD4B2BA960}" srcOrd="3" destOrd="0" presId="urn:microsoft.com/office/officeart/2018/2/layout/IconVerticalSolidList"/>
    <dgm:cxn modelId="{C0FD1895-7230-4EB7-964B-9A6647432595}" type="presParOf" srcId="{49EAF387-5902-4580-A964-670912C537BA}" destId="{3B655D06-4DF7-4FC0-9CDB-DDFE965F9E48}" srcOrd="5" destOrd="0" presId="urn:microsoft.com/office/officeart/2018/2/layout/IconVerticalSolidList"/>
    <dgm:cxn modelId="{6DCBB39F-0F64-45AB-AE27-4C22B342AA37}" type="presParOf" srcId="{49EAF387-5902-4580-A964-670912C537BA}" destId="{0712BDF6-259D-4C7E-B9DC-A20C05F65410}" srcOrd="6" destOrd="0" presId="urn:microsoft.com/office/officeart/2018/2/layout/IconVerticalSolidList"/>
    <dgm:cxn modelId="{322B3DA4-6612-47F2-9AB6-C73B69F737BF}" type="presParOf" srcId="{0712BDF6-259D-4C7E-B9DC-A20C05F65410}" destId="{83167D83-6C3E-4AF2-B3BA-BC5B30B66FD3}" srcOrd="0" destOrd="0" presId="urn:microsoft.com/office/officeart/2018/2/layout/IconVerticalSolidList"/>
    <dgm:cxn modelId="{D9BCC109-DBDA-4972-9789-45DC91E8B971}" type="presParOf" srcId="{0712BDF6-259D-4C7E-B9DC-A20C05F65410}" destId="{D7A78A94-9A40-48C6-8709-4A88F97E113A}" srcOrd="1" destOrd="0" presId="urn:microsoft.com/office/officeart/2018/2/layout/IconVerticalSolidList"/>
    <dgm:cxn modelId="{73F0056D-B1E6-4461-9D8D-1612EB8D8AEC}" type="presParOf" srcId="{0712BDF6-259D-4C7E-B9DC-A20C05F65410}" destId="{422C389A-BE8A-475A-9AFC-CC278FFF76BF}" srcOrd="2" destOrd="0" presId="urn:microsoft.com/office/officeart/2018/2/layout/IconVerticalSolidList"/>
    <dgm:cxn modelId="{E33EDA69-73DB-47D2-9A7D-C2E4C47F5827}" type="presParOf" srcId="{0712BDF6-259D-4C7E-B9DC-A20C05F65410}" destId="{25C10B01-5B7A-4348-BCB3-EB53E53A1A53}" srcOrd="3" destOrd="0" presId="urn:microsoft.com/office/officeart/2018/2/layout/IconVerticalSolidList"/>
    <dgm:cxn modelId="{1093BD23-B978-475F-AA3B-57E23E5CB995}" type="presParOf" srcId="{49EAF387-5902-4580-A964-670912C537BA}" destId="{71F48C89-66A0-44B9-8AE4-396DD17B980E}" srcOrd="7" destOrd="0" presId="urn:microsoft.com/office/officeart/2018/2/layout/IconVerticalSolidList"/>
    <dgm:cxn modelId="{1CB1C76B-2AB1-4616-A79B-8B7AD4DDB798}" type="presParOf" srcId="{49EAF387-5902-4580-A964-670912C537BA}" destId="{C2676C5B-5F42-485C-8812-C9503AD0246F}" srcOrd="8" destOrd="0" presId="urn:microsoft.com/office/officeart/2018/2/layout/IconVerticalSolidList"/>
    <dgm:cxn modelId="{1AEDB75B-A41A-4A68-AE84-AA6FB782402B}" type="presParOf" srcId="{C2676C5B-5F42-485C-8812-C9503AD0246F}" destId="{1894D2B1-4627-449F-920D-2E647E8350D8}" srcOrd="0" destOrd="0" presId="urn:microsoft.com/office/officeart/2018/2/layout/IconVerticalSolidList"/>
    <dgm:cxn modelId="{6A502E4E-FB71-4305-92D4-FC78B818109A}" type="presParOf" srcId="{C2676C5B-5F42-485C-8812-C9503AD0246F}" destId="{19BE41A0-CB53-476A-8BA6-7BA4E3613106}" srcOrd="1" destOrd="0" presId="urn:microsoft.com/office/officeart/2018/2/layout/IconVerticalSolidList"/>
    <dgm:cxn modelId="{CFD72961-8886-468B-81A5-ECA2BF7B82CA}" type="presParOf" srcId="{C2676C5B-5F42-485C-8812-C9503AD0246F}" destId="{80D08DB0-6937-408E-9EDF-F94D7C260782}" srcOrd="2" destOrd="0" presId="urn:microsoft.com/office/officeart/2018/2/layout/IconVerticalSolidList"/>
    <dgm:cxn modelId="{F30994AF-A6A5-47E6-AA0C-90DCE6ED2095}" type="presParOf" srcId="{C2676C5B-5F42-485C-8812-C9503AD0246F}" destId="{F57A722D-015E-4AC6-BA2B-B486B9FE2A62}" srcOrd="3" destOrd="0" presId="urn:microsoft.com/office/officeart/2018/2/layout/IconVerticalSolidList"/>
    <dgm:cxn modelId="{0847088D-DE31-4E28-B864-F6C41DD78605}" type="presParOf" srcId="{49EAF387-5902-4580-A964-670912C537BA}" destId="{45E2196A-AEBA-4615-AA3F-8B84B5E73F4B}" srcOrd="9" destOrd="0" presId="urn:microsoft.com/office/officeart/2018/2/layout/IconVerticalSolidList"/>
    <dgm:cxn modelId="{67A0BF49-EA89-4734-B781-B39310E40732}" type="presParOf" srcId="{49EAF387-5902-4580-A964-670912C537BA}" destId="{0C2F9435-1BA0-42D1-93CA-F674FB1A516C}" srcOrd="10" destOrd="0" presId="urn:microsoft.com/office/officeart/2018/2/layout/IconVerticalSolidList"/>
    <dgm:cxn modelId="{1BC1A1B6-9EBE-4FEA-A4B7-897B7E5E678C}" type="presParOf" srcId="{0C2F9435-1BA0-42D1-93CA-F674FB1A516C}" destId="{FF864D61-0C61-45C1-BA40-5DD7218AAB8F}" srcOrd="0" destOrd="0" presId="urn:microsoft.com/office/officeart/2018/2/layout/IconVerticalSolidList"/>
    <dgm:cxn modelId="{C24F098F-C14C-40A3-8EE2-F73E6B281AD5}" type="presParOf" srcId="{0C2F9435-1BA0-42D1-93CA-F674FB1A516C}" destId="{38FD8609-E41C-4909-A896-668556F2CA35}" srcOrd="1" destOrd="0" presId="urn:microsoft.com/office/officeart/2018/2/layout/IconVerticalSolidList"/>
    <dgm:cxn modelId="{80B9ACF2-620C-44F5-BF3D-B213B817E43F}" type="presParOf" srcId="{0C2F9435-1BA0-42D1-93CA-F674FB1A516C}" destId="{DF3F34A0-372B-43A3-878E-C8DCE2CC91A0}" srcOrd="2" destOrd="0" presId="urn:microsoft.com/office/officeart/2018/2/layout/IconVerticalSolidList"/>
    <dgm:cxn modelId="{3A0ABDC9-6217-4ED8-BFB9-FDB8407CA428}" type="presParOf" srcId="{0C2F9435-1BA0-42D1-93CA-F674FB1A516C}" destId="{04D31DCB-ED3B-47F1-B692-990FCC5EA1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44A1E11-095E-421D-BBB8-DFC02879E46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CE9E8B-5F2F-415F-8887-EA8B4C87B06D}">
      <dgm:prSet/>
      <dgm:spPr/>
      <dgm:t>
        <a:bodyPr/>
        <a:lstStyle/>
        <a:p>
          <a:r>
            <a:rPr lang="en-US" b="0" i="0" baseline="0"/>
            <a:t>Methods for serving models:</a:t>
          </a:r>
          <a:endParaRPr lang="en-US"/>
        </a:p>
      </dgm:t>
    </dgm:pt>
    <dgm:pt modelId="{3113F36A-D001-40F9-BCC4-B033688469D6}" type="parTrans" cxnId="{5F95DA2D-8ABB-44B3-8303-736BC0E6813D}">
      <dgm:prSet/>
      <dgm:spPr/>
      <dgm:t>
        <a:bodyPr/>
        <a:lstStyle/>
        <a:p>
          <a:endParaRPr lang="en-US"/>
        </a:p>
      </dgm:t>
    </dgm:pt>
    <dgm:pt modelId="{5FAF6E9A-324C-40BC-8834-48609AA000B6}" type="sibTrans" cxnId="{5F95DA2D-8ABB-44B3-8303-736BC0E6813D}">
      <dgm:prSet/>
      <dgm:spPr/>
      <dgm:t>
        <a:bodyPr/>
        <a:lstStyle/>
        <a:p>
          <a:endParaRPr lang="en-US"/>
        </a:p>
      </dgm:t>
    </dgm:pt>
    <dgm:pt modelId="{3DD51ED2-67EC-47E1-907D-1479CF38B954}">
      <dgm:prSet/>
      <dgm:spPr/>
      <dgm:t>
        <a:bodyPr/>
        <a:lstStyle/>
        <a:p>
          <a:r>
            <a:rPr lang="en-US" b="1" i="0" baseline="0"/>
            <a:t>Batch Inference:</a:t>
          </a:r>
          <a:r>
            <a:rPr lang="en-US" b="0" i="0" baseline="0"/>
            <a:t> Large-scale predictions on scheduled intervals.</a:t>
          </a:r>
          <a:endParaRPr lang="en-US"/>
        </a:p>
      </dgm:t>
    </dgm:pt>
    <dgm:pt modelId="{DDB5ECBA-7611-471B-BDD0-399C61B70F0C}" type="parTrans" cxnId="{2010F303-F0FB-447E-8FF1-76902D82FA0C}">
      <dgm:prSet/>
      <dgm:spPr/>
      <dgm:t>
        <a:bodyPr/>
        <a:lstStyle/>
        <a:p>
          <a:endParaRPr lang="en-US"/>
        </a:p>
      </dgm:t>
    </dgm:pt>
    <dgm:pt modelId="{910E8B3C-B7A7-469A-A21F-A05A03EACAD9}" type="sibTrans" cxnId="{2010F303-F0FB-447E-8FF1-76902D82FA0C}">
      <dgm:prSet/>
      <dgm:spPr/>
      <dgm:t>
        <a:bodyPr/>
        <a:lstStyle/>
        <a:p>
          <a:endParaRPr lang="en-US"/>
        </a:p>
      </dgm:t>
    </dgm:pt>
    <dgm:pt modelId="{77BA1385-D04D-40DB-92A3-4E4646646E40}">
      <dgm:prSet/>
      <dgm:spPr/>
      <dgm:t>
        <a:bodyPr/>
        <a:lstStyle/>
        <a:p>
          <a:r>
            <a:rPr lang="en-US" b="1" i="0" baseline="0"/>
            <a:t>Online Inference:</a:t>
          </a:r>
          <a:r>
            <a:rPr lang="en-US" b="0" i="0" baseline="0"/>
            <a:t> Real-time API calls.</a:t>
          </a:r>
          <a:endParaRPr lang="en-US"/>
        </a:p>
      </dgm:t>
    </dgm:pt>
    <dgm:pt modelId="{92EED0FD-8908-41CF-A2E8-BA2D9B9E8566}" type="parTrans" cxnId="{6E17F5D4-DA77-4C05-87F4-566A873E7D9A}">
      <dgm:prSet/>
      <dgm:spPr/>
      <dgm:t>
        <a:bodyPr/>
        <a:lstStyle/>
        <a:p>
          <a:endParaRPr lang="en-US"/>
        </a:p>
      </dgm:t>
    </dgm:pt>
    <dgm:pt modelId="{2BC7C316-45B6-4B6C-95CE-7C5436FA1D65}" type="sibTrans" cxnId="{6E17F5D4-DA77-4C05-87F4-566A873E7D9A}">
      <dgm:prSet/>
      <dgm:spPr/>
      <dgm:t>
        <a:bodyPr/>
        <a:lstStyle/>
        <a:p>
          <a:endParaRPr lang="en-US"/>
        </a:p>
      </dgm:t>
    </dgm:pt>
    <dgm:pt modelId="{2A86B1BE-83F8-43CA-94C8-D5E26ED3B76F}">
      <dgm:prSet/>
      <dgm:spPr/>
      <dgm:t>
        <a:bodyPr/>
        <a:lstStyle/>
        <a:p>
          <a:r>
            <a:rPr lang="en-US" b="0" i="0" baseline="0"/>
            <a:t>Deployment Tools:</a:t>
          </a:r>
          <a:endParaRPr lang="en-US"/>
        </a:p>
      </dgm:t>
    </dgm:pt>
    <dgm:pt modelId="{737A3B3A-1D30-4B34-B37B-1B6ADB8917A8}" type="parTrans" cxnId="{A3B362C6-0182-4A28-AAD1-16DC1760C9D4}">
      <dgm:prSet/>
      <dgm:spPr/>
      <dgm:t>
        <a:bodyPr/>
        <a:lstStyle/>
        <a:p>
          <a:endParaRPr lang="en-US"/>
        </a:p>
      </dgm:t>
    </dgm:pt>
    <dgm:pt modelId="{B59E2CDD-A46D-40C9-87EE-D59D161DEB61}" type="sibTrans" cxnId="{A3B362C6-0182-4A28-AAD1-16DC1760C9D4}">
      <dgm:prSet/>
      <dgm:spPr/>
      <dgm:t>
        <a:bodyPr/>
        <a:lstStyle/>
        <a:p>
          <a:endParaRPr lang="en-US"/>
        </a:p>
      </dgm:t>
    </dgm:pt>
    <dgm:pt modelId="{C0864DB4-F92C-4E23-9CEB-316939EC31DD}">
      <dgm:prSet/>
      <dgm:spPr/>
      <dgm:t>
        <a:bodyPr/>
        <a:lstStyle/>
        <a:p>
          <a:r>
            <a:rPr lang="en-US" b="0" i="0" baseline="0"/>
            <a:t>Docker, Kubernetes, TensorFlow Serving, TorchServe, MLFlow Models.</a:t>
          </a:r>
          <a:endParaRPr lang="en-US"/>
        </a:p>
      </dgm:t>
    </dgm:pt>
    <dgm:pt modelId="{5518E672-FB0D-4FCE-B428-91414097D0CC}" type="parTrans" cxnId="{BBF5D775-2D9E-45BC-8CF5-31935CB757EE}">
      <dgm:prSet/>
      <dgm:spPr/>
      <dgm:t>
        <a:bodyPr/>
        <a:lstStyle/>
        <a:p>
          <a:endParaRPr lang="en-US"/>
        </a:p>
      </dgm:t>
    </dgm:pt>
    <dgm:pt modelId="{DF683CC3-20EE-4AC8-BD7D-8EC3059A575D}" type="sibTrans" cxnId="{BBF5D775-2D9E-45BC-8CF5-31935CB757EE}">
      <dgm:prSet/>
      <dgm:spPr/>
      <dgm:t>
        <a:bodyPr/>
        <a:lstStyle/>
        <a:p>
          <a:endParaRPr lang="en-US"/>
        </a:p>
      </dgm:t>
    </dgm:pt>
    <dgm:pt modelId="{70B92D52-8109-46F4-A5C9-C5528561521E}" type="pres">
      <dgm:prSet presAssocID="{144A1E11-095E-421D-BBB8-DFC02879E463}" presName="root" presStyleCnt="0">
        <dgm:presLayoutVars>
          <dgm:dir/>
          <dgm:resizeHandles val="exact"/>
        </dgm:presLayoutVars>
      </dgm:prSet>
      <dgm:spPr/>
    </dgm:pt>
    <dgm:pt modelId="{3C91BF6F-540F-467E-B49D-41EFDD82C7CB}" type="pres">
      <dgm:prSet presAssocID="{C6CE9E8B-5F2F-415F-8887-EA8B4C87B06D}" presName="compNode" presStyleCnt="0"/>
      <dgm:spPr/>
    </dgm:pt>
    <dgm:pt modelId="{3F726985-30A5-4C8D-9B0E-E99A433B6639}" type="pres">
      <dgm:prSet presAssocID="{C6CE9E8B-5F2F-415F-8887-EA8B4C87B06D}" presName="bgRect" presStyleLbl="bgShp" presStyleIdx="0" presStyleCnt="5"/>
      <dgm:spPr/>
    </dgm:pt>
    <dgm:pt modelId="{D54B2EF7-02FE-4FBE-B233-0DEFA2BBB96A}" type="pres">
      <dgm:prSet presAssocID="{C6CE9E8B-5F2F-415F-8887-EA8B4C87B06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327E96-CBAB-48E8-824A-F402295E37E6}" type="pres">
      <dgm:prSet presAssocID="{C6CE9E8B-5F2F-415F-8887-EA8B4C87B06D}" presName="spaceRect" presStyleCnt="0"/>
      <dgm:spPr/>
    </dgm:pt>
    <dgm:pt modelId="{42EA7B07-A972-4597-B6DF-FFA2D123F38F}" type="pres">
      <dgm:prSet presAssocID="{C6CE9E8B-5F2F-415F-8887-EA8B4C87B06D}" presName="parTx" presStyleLbl="revTx" presStyleIdx="0" presStyleCnt="5">
        <dgm:presLayoutVars>
          <dgm:chMax val="0"/>
          <dgm:chPref val="0"/>
        </dgm:presLayoutVars>
      </dgm:prSet>
      <dgm:spPr/>
    </dgm:pt>
    <dgm:pt modelId="{6489B394-DF07-43F8-8094-71F917B3B343}" type="pres">
      <dgm:prSet presAssocID="{5FAF6E9A-324C-40BC-8834-48609AA000B6}" presName="sibTrans" presStyleCnt="0"/>
      <dgm:spPr/>
    </dgm:pt>
    <dgm:pt modelId="{B445CD63-4C3E-4E1D-918E-3D3DAEA7C4A7}" type="pres">
      <dgm:prSet presAssocID="{3DD51ED2-67EC-47E1-907D-1479CF38B954}" presName="compNode" presStyleCnt="0"/>
      <dgm:spPr/>
    </dgm:pt>
    <dgm:pt modelId="{EE73AF3E-B3A4-4DEB-B55A-20D7E09F0217}" type="pres">
      <dgm:prSet presAssocID="{3DD51ED2-67EC-47E1-907D-1479CF38B954}" presName="bgRect" presStyleLbl="bgShp" presStyleIdx="1" presStyleCnt="5"/>
      <dgm:spPr/>
    </dgm:pt>
    <dgm:pt modelId="{034D4857-5A42-4065-A24D-5250882A190A}" type="pres">
      <dgm:prSet presAssocID="{3DD51ED2-67EC-47E1-907D-1479CF38B95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0F33F2D-3BC3-4B5B-9541-73A30543C689}" type="pres">
      <dgm:prSet presAssocID="{3DD51ED2-67EC-47E1-907D-1479CF38B954}" presName="spaceRect" presStyleCnt="0"/>
      <dgm:spPr/>
    </dgm:pt>
    <dgm:pt modelId="{E9F5137B-DBE7-4489-85E5-5C3CD478DAE7}" type="pres">
      <dgm:prSet presAssocID="{3DD51ED2-67EC-47E1-907D-1479CF38B954}" presName="parTx" presStyleLbl="revTx" presStyleIdx="1" presStyleCnt="5">
        <dgm:presLayoutVars>
          <dgm:chMax val="0"/>
          <dgm:chPref val="0"/>
        </dgm:presLayoutVars>
      </dgm:prSet>
      <dgm:spPr/>
    </dgm:pt>
    <dgm:pt modelId="{AEE5AF6F-3B9E-4A65-A1F7-05B2024D060E}" type="pres">
      <dgm:prSet presAssocID="{910E8B3C-B7A7-469A-A21F-A05A03EACAD9}" presName="sibTrans" presStyleCnt="0"/>
      <dgm:spPr/>
    </dgm:pt>
    <dgm:pt modelId="{DAC50AB6-0F92-498B-B365-CF01169DB434}" type="pres">
      <dgm:prSet presAssocID="{77BA1385-D04D-40DB-92A3-4E4646646E40}" presName="compNode" presStyleCnt="0"/>
      <dgm:spPr/>
    </dgm:pt>
    <dgm:pt modelId="{ABBE1252-FCB7-438B-988A-B03747F91B66}" type="pres">
      <dgm:prSet presAssocID="{77BA1385-D04D-40DB-92A3-4E4646646E40}" presName="bgRect" presStyleLbl="bgShp" presStyleIdx="2" presStyleCnt="5"/>
      <dgm:spPr/>
    </dgm:pt>
    <dgm:pt modelId="{9C1A4552-2502-420B-90EF-59E5992C6BAC}" type="pres">
      <dgm:prSet presAssocID="{77BA1385-D04D-40DB-92A3-4E4646646E4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6AC6BE1-FB86-41B7-A637-9BCD9AC1A2CD}" type="pres">
      <dgm:prSet presAssocID="{77BA1385-D04D-40DB-92A3-4E4646646E40}" presName="spaceRect" presStyleCnt="0"/>
      <dgm:spPr/>
    </dgm:pt>
    <dgm:pt modelId="{228910FE-EF9F-4199-91A4-2591635B1616}" type="pres">
      <dgm:prSet presAssocID="{77BA1385-D04D-40DB-92A3-4E4646646E40}" presName="parTx" presStyleLbl="revTx" presStyleIdx="2" presStyleCnt="5">
        <dgm:presLayoutVars>
          <dgm:chMax val="0"/>
          <dgm:chPref val="0"/>
        </dgm:presLayoutVars>
      </dgm:prSet>
      <dgm:spPr/>
    </dgm:pt>
    <dgm:pt modelId="{5E570624-A795-4B18-B5DD-95B47E5240CC}" type="pres">
      <dgm:prSet presAssocID="{2BC7C316-45B6-4B6C-95CE-7C5436FA1D65}" presName="sibTrans" presStyleCnt="0"/>
      <dgm:spPr/>
    </dgm:pt>
    <dgm:pt modelId="{722EF588-96C5-4E6F-B53C-ACEF8D8E56E8}" type="pres">
      <dgm:prSet presAssocID="{2A86B1BE-83F8-43CA-94C8-D5E26ED3B76F}" presName="compNode" presStyleCnt="0"/>
      <dgm:spPr/>
    </dgm:pt>
    <dgm:pt modelId="{2808BB5F-A821-4985-B640-2E9FE1B1F39E}" type="pres">
      <dgm:prSet presAssocID="{2A86B1BE-83F8-43CA-94C8-D5E26ED3B76F}" presName="bgRect" presStyleLbl="bgShp" presStyleIdx="3" presStyleCnt="5"/>
      <dgm:spPr/>
    </dgm:pt>
    <dgm:pt modelId="{C782A1FB-FD6A-41F2-84F7-B8E6001F9493}" type="pres">
      <dgm:prSet presAssocID="{2A86B1BE-83F8-43CA-94C8-D5E26ED3B76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5A85F1E8-BD75-4BF5-98D4-6E0BEA64E6B4}" type="pres">
      <dgm:prSet presAssocID="{2A86B1BE-83F8-43CA-94C8-D5E26ED3B76F}" presName="spaceRect" presStyleCnt="0"/>
      <dgm:spPr/>
    </dgm:pt>
    <dgm:pt modelId="{433DCDCA-1C60-411E-8BF5-4BE54B15214D}" type="pres">
      <dgm:prSet presAssocID="{2A86B1BE-83F8-43CA-94C8-D5E26ED3B76F}" presName="parTx" presStyleLbl="revTx" presStyleIdx="3" presStyleCnt="5">
        <dgm:presLayoutVars>
          <dgm:chMax val="0"/>
          <dgm:chPref val="0"/>
        </dgm:presLayoutVars>
      </dgm:prSet>
      <dgm:spPr/>
    </dgm:pt>
    <dgm:pt modelId="{743839E3-EB32-4D8D-B692-B86FFD836E29}" type="pres">
      <dgm:prSet presAssocID="{B59E2CDD-A46D-40C9-87EE-D59D161DEB61}" presName="sibTrans" presStyleCnt="0"/>
      <dgm:spPr/>
    </dgm:pt>
    <dgm:pt modelId="{4D5C85F4-F1DA-4868-9B6E-048797A60051}" type="pres">
      <dgm:prSet presAssocID="{C0864DB4-F92C-4E23-9CEB-316939EC31DD}" presName="compNode" presStyleCnt="0"/>
      <dgm:spPr/>
    </dgm:pt>
    <dgm:pt modelId="{BB14B58C-2349-4BC5-8427-A7EF3E683274}" type="pres">
      <dgm:prSet presAssocID="{C0864DB4-F92C-4E23-9CEB-316939EC31DD}" presName="bgRect" presStyleLbl="bgShp" presStyleIdx="4" presStyleCnt="5"/>
      <dgm:spPr/>
    </dgm:pt>
    <dgm:pt modelId="{BFB77731-8D7D-4D06-B8E7-F9782CAF0CE4}" type="pres">
      <dgm:prSet presAssocID="{C0864DB4-F92C-4E23-9CEB-316939EC31D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1D2FF7F8-11B0-4E01-B358-02BD5135CFE3}" type="pres">
      <dgm:prSet presAssocID="{C0864DB4-F92C-4E23-9CEB-316939EC31DD}" presName="spaceRect" presStyleCnt="0"/>
      <dgm:spPr/>
    </dgm:pt>
    <dgm:pt modelId="{19DDF7F7-A13B-4403-95C0-65B3354296F6}" type="pres">
      <dgm:prSet presAssocID="{C0864DB4-F92C-4E23-9CEB-316939EC31D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010F303-F0FB-447E-8FF1-76902D82FA0C}" srcId="{144A1E11-095E-421D-BBB8-DFC02879E463}" destId="{3DD51ED2-67EC-47E1-907D-1479CF38B954}" srcOrd="1" destOrd="0" parTransId="{DDB5ECBA-7611-471B-BDD0-399C61B70F0C}" sibTransId="{910E8B3C-B7A7-469A-A21F-A05A03EACAD9}"/>
    <dgm:cxn modelId="{17028204-CA83-4B00-A8AD-ABE2650EAA62}" type="presOf" srcId="{2A86B1BE-83F8-43CA-94C8-D5E26ED3B76F}" destId="{433DCDCA-1C60-411E-8BF5-4BE54B15214D}" srcOrd="0" destOrd="0" presId="urn:microsoft.com/office/officeart/2018/2/layout/IconVerticalSolidList"/>
    <dgm:cxn modelId="{83A3A424-EC55-4254-87A4-EE378703D47C}" type="presOf" srcId="{77BA1385-D04D-40DB-92A3-4E4646646E40}" destId="{228910FE-EF9F-4199-91A4-2591635B1616}" srcOrd="0" destOrd="0" presId="urn:microsoft.com/office/officeart/2018/2/layout/IconVerticalSolidList"/>
    <dgm:cxn modelId="{5F95DA2D-8ABB-44B3-8303-736BC0E6813D}" srcId="{144A1E11-095E-421D-BBB8-DFC02879E463}" destId="{C6CE9E8B-5F2F-415F-8887-EA8B4C87B06D}" srcOrd="0" destOrd="0" parTransId="{3113F36A-D001-40F9-BCC4-B033688469D6}" sibTransId="{5FAF6E9A-324C-40BC-8834-48609AA000B6}"/>
    <dgm:cxn modelId="{524C0650-1583-42CE-80D4-5778EEAEA822}" type="presOf" srcId="{C6CE9E8B-5F2F-415F-8887-EA8B4C87B06D}" destId="{42EA7B07-A972-4597-B6DF-FFA2D123F38F}" srcOrd="0" destOrd="0" presId="urn:microsoft.com/office/officeart/2018/2/layout/IconVerticalSolidList"/>
    <dgm:cxn modelId="{BBF5D775-2D9E-45BC-8CF5-31935CB757EE}" srcId="{144A1E11-095E-421D-BBB8-DFC02879E463}" destId="{C0864DB4-F92C-4E23-9CEB-316939EC31DD}" srcOrd="4" destOrd="0" parTransId="{5518E672-FB0D-4FCE-B428-91414097D0CC}" sibTransId="{DF683CC3-20EE-4AC8-BD7D-8EC3059A575D}"/>
    <dgm:cxn modelId="{3D663A78-2563-4EE0-9FC4-4A1C4C633B72}" type="presOf" srcId="{3DD51ED2-67EC-47E1-907D-1479CF38B954}" destId="{E9F5137B-DBE7-4489-85E5-5C3CD478DAE7}" srcOrd="0" destOrd="0" presId="urn:microsoft.com/office/officeart/2018/2/layout/IconVerticalSolidList"/>
    <dgm:cxn modelId="{009942B7-6C9B-4C35-9B93-C0D1A4A6A867}" type="presOf" srcId="{144A1E11-095E-421D-BBB8-DFC02879E463}" destId="{70B92D52-8109-46F4-A5C9-C5528561521E}" srcOrd="0" destOrd="0" presId="urn:microsoft.com/office/officeart/2018/2/layout/IconVerticalSolidList"/>
    <dgm:cxn modelId="{A3B362C6-0182-4A28-AAD1-16DC1760C9D4}" srcId="{144A1E11-095E-421D-BBB8-DFC02879E463}" destId="{2A86B1BE-83F8-43CA-94C8-D5E26ED3B76F}" srcOrd="3" destOrd="0" parTransId="{737A3B3A-1D30-4B34-B37B-1B6ADB8917A8}" sibTransId="{B59E2CDD-A46D-40C9-87EE-D59D161DEB61}"/>
    <dgm:cxn modelId="{6E17F5D4-DA77-4C05-87F4-566A873E7D9A}" srcId="{144A1E11-095E-421D-BBB8-DFC02879E463}" destId="{77BA1385-D04D-40DB-92A3-4E4646646E40}" srcOrd="2" destOrd="0" parTransId="{92EED0FD-8908-41CF-A2E8-BA2D9B9E8566}" sibTransId="{2BC7C316-45B6-4B6C-95CE-7C5436FA1D65}"/>
    <dgm:cxn modelId="{DB49F9F3-E496-4231-BE68-7BB386CBEBDC}" type="presOf" srcId="{C0864DB4-F92C-4E23-9CEB-316939EC31DD}" destId="{19DDF7F7-A13B-4403-95C0-65B3354296F6}" srcOrd="0" destOrd="0" presId="urn:microsoft.com/office/officeart/2018/2/layout/IconVerticalSolidList"/>
    <dgm:cxn modelId="{049CD1CC-646C-4609-911D-EABDD6B99E95}" type="presParOf" srcId="{70B92D52-8109-46F4-A5C9-C5528561521E}" destId="{3C91BF6F-540F-467E-B49D-41EFDD82C7CB}" srcOrd="0" destOrd="0" presId="urn:microsoft.com/office/officeart/2018/2/layout/IconVerticalSolidList"/>
    <dgm:cxn modelId="{C666ED15-0C61-4297-A0F6-5836F09BCED9}" type="presParOf" srcId="{3C91BF6F-540F-467E-B49D-41EFDD82C7CB}" destId="{3F726985-30A5-4C8D-9B0E-E99A433B6639}" srcOrd="0" destOrd="0" presId="urn:microsoft.com/office/officeart/2018/2/layout/IconVerticalSolidList"/>
    <dgm:cxn modelId="{2D42C4E0-510B-47AC-A100-05A82861BC44}" type="presParOf" srcId="{3C91BF6F-540F-467E-B49D-41EFDD82C7CB}" destId="{D54B2EF7-02FE-4FBE-B233-0DEFA2BBB96A}" srcOrd="1" destOrd="0" presId="urn:microsoft.com/office/officeart/2018/2/layout/IconVerticalSolidList"/>
    <dgm:cxn modelId="{33974750-C0C6-44D1-AEC3-D4E61D4E8F2B}" type="presParOf" srcId="{3C91BF6F-540F-467E-B49D-41EFDD82C7CB}" destId="{D6327E96-CBAB-48E8-824A-F402295E37E6}" srcOrd="2" destOrd="0" presId="urn:microsoft.com/office/officeart/2018/2/layout/IconVerticalSolidList"/>
    <dgm:cxn modelId="{E34299F7-A549-4217-8804-A9394E2BB7EB}" type="presParOf" srcId="{3C91BF6F-540F-467E-B49D-41EFDD82C7CB}" destId="{42EA7B07-A972-4597-B6DF-FFA2D123F38F}" srcOrd="3" destOrd="0" presId="urn:microsoft.com/office/officeart/2018/2/layout/IconVerticalSolidList"/>
    <dgm:cxn modelId="{AEDA5620-AEF4-4988-9B05-8D5D78EB4070}" type="presParOf" srcId="{70B92D52-8109-46F4-A5C9-C5528561521E}" destId="{6489B394-DF07-43F8-8094-71F917B3B343}" srcOrd="1" destOrd="0" presId="urn:microsoft.com/office/officeart/2018/2/layout/IconVerticalSolidList"/>
    <dgm:cxn modelId="{135D0F9B-1591-46B0-8AEE-002C2D82C333}" type="presParOf" srcId="{70B92D52-8109-46F4-A5C9-C5528561521E}" destId="{B445CD63-4C3E-4E1D-918E-3D3DAEA7C4A7}" srcOrd="2" destOrd="0" presId="urn:microsoft.com/office/officeart/2018/2/layout/IconVerticalSolidList"/>
    <dgm:cxn modelId="{731ED019-4244-4DB4-B3D5-0C0D1AE1CB36}" type="presParOf" srcId="{B445CD63-4C3E-4E1D-918E-3D3DAEA7C4A7}" destId="{EE73AF3E-B3A4-4DEB-B55A-20D7E09F0217}" srcOrd="0" destOrd="0" presId="urn:microsoft.com/office/officeart/2018/2/layout/IconVerticalSolidList"/>
    <dgm:cxn modelId="{B99D169A-B611-42A2-A451-8A51C0A59F95}" type="presParOf" srcId="{B445CD63-4C3E-4E1D-918E-3D3DAEA7C4A7}" destId="{034D4857-5A42-4065-A24D-5250882A190A}" srcOrd="1" destOrd="0" presId="urn:microsoft.com/office/officeart/2018/2/layout/IconVerticalSolidList"/>
    <dgm:cxn modelId="{E3072CBF-52AC-49F4-80D9-DDB334B9C7C2}" type="presParOf" srcId="{B445CD63-4C3E-4E1D-918E-3D3DAEA7C4A7}" destId="{90F33F2D-3BC3-4B5B-9541-73A30543C689}" srcOrd="2" destOrd="0" presId="urn:microsoft.com/office/officeart/2018/2/layout/IconVerticalSolidList"/>
    <dgm:cxn modelId="{4BD9CE2C-19A6-43CF-A5EE-6D19DFBC131D}" type="presParOf" srcId="{B445CD63-4C3E-4E1D-918E-3D3DAEA7C4A7}" destId="{E9F5137B-DBE7-4489-85E5-5C3CD478DAE7}" srcOrd="3" destOrd="0" presId="urn:microsoft.com/office/officeart/2018/2/layout/IconVerticalSolidList"/>
    <dgm:cxn modelId="{FC37D78D-C3CC-4258-93F8-BF0467722AA7}" type="presParOf" srcId="{70B92D52-8109-46F4-A5C9-C5528561521E}" destId="{AEE5AF6F-3B9E-4A65-A1F7-05B2024D060E}" srcOrd="3" destOrd="0" presId="urn:microsoft.com/office/officeart/2018/2/layout/IconVerticalSolidList"/>
    <dgm:cxn modelId="{688B74BC-6C42-4792-934F-9E703C5CAA5D}" type="presParOf" srcId="{70B92D52-8109-46F4-A5C9-C5528561521E}" destId="{DAC50AB6-0F92-498B-B365-CF01169DB434}" srcOrd="4" destOrd="0" presId="urn:microsoft.com/office/officeart/2018/2/layout/IconVerticalSolidList"/>
    <dgm:cxn modelId="{C3E551AA-6F1B-43E6-B07F-7117C45DA74A}" type="presParOf" srcId="{DAC50AB6-0F92-498B-B365-CF01169DB434}" destId="{ABBE1252-FCB7-438B-988A-B03747F91B66}" srcOrd="0" destOrd="0" presId="urn:microsoft.com/office/officeart/2018/2/layout/IconVerticalSolidList"/>
    <dgm:cxn modelId="{8433420A-7FBD-4F9D-BDFD-3C077B09E9C1}" type="presParOf" srcId="{DAC50AB6-0F92-498B-B365-CF01169DB434}" destId="{9C1A4552-2502-420B-90EF-59E5992C6BAC}" srcOrd="1" destOrd="0" presId="urn:microsoft.com/office/officeart/2018/2/layout/IconVerticalSolidList"/>
    <dgm:cxn modelId="{02413141-35EE-4BD8-AC0E-1560BBD430C9}" type="presParOf" srcId="{DAC50AB6-0F92-498B-B365-CF01169DB434}" destId="{26AC6BE1-FB86-41B7-A637-9BCD9AC1A2CD}" srcOrd="2" destOrd="0" presId="urn:microsoft.com/office/officeart/2018/2/layout/IconVerticalSolidList"/>
    <dgm:cxn modelId="{AAA97684-9AA4-41B6-9711-9DDA87D14A60}" type="presParOf" srcId="{DAC50AB6-0F92-498B-B365-CF01169DB434}" destId="{228910FE-EF9F-4199-91A4-2591635B1616}" srcOrd="3" destOrd="0" presId="urn:microsoft.com/office/officeart/2018/2/layout/IconVerticalSolidList"/>
    <dgm:cxn modelId="{02AADB50-A5EB-4943-B6B8-AA04C6A27554}" type="presParOf" srcId="{70B92D52-8109-46F4-A5C9-C5528561521E}" destId="{5E570624-A795-4B18-B5DD-95B47E5240CC}" srcOrd="5" destOrd="0" presId="urn:microsoft.com/office/officeart/2018/2/layout/IconVerticalSolidList"/>
    <dgm:cxn modelId="{522366E4-AA10-4ABE-890B-46C2F606E0E3}" type="presParOf" srcId="{70B92D52-8109-46F4-A5C9-C5528561521E}" destId="{722EF588-96C5-4E6F-B53C-ACEF8D8E56E8}" srcOrd="6" destOrd="0" presId="urn:microsoft.com/office/officeart/2018/2/layout/IconVerticalSolidList"/>
    <dgm:cxn modelId="{A264009B-46AD-4866-B431-4CC247501EA3}" type="presParOf" srcId="{722EF588-96C5-4E6F-B53C-ACEF8D8E56E8}" destId="{2808BB5F-A821-4985-B640-2E9FE1B1F39E}" srcOrd="0" destOrd="0" presId="urn:microsoft.com/office/officeart/2018/2/layout/IconVerticalSolidList"/>
    <dgm:cxn modelId="{4A17ACC5-01F5-487C-BC32-330BB81DAEC8}" type="presParOf" srcId="{722EF588-96C5-4E6F-B53C-ACEF8D8E56E8}" destId="{C782A1FB-FD6A-41F2-84F7-B8E6001F9493}" srcOrd="1" destOrd="0" presId="urn:microsoft.com/office/officeart/2018/2/layout/IconVerticalSolidList"/>
    <dgm:cxn modelId="{D306B89B-72ED-4EC0-81B6-6DDA3076DE8E}" type="presParOf" srcId="{722EF588-96C5-4E6F-B53C-ACEF8D8E56E8}" destId="{5A85F1E8-BD75-4BF5-98D4-6E0BEA64E6B4}" srcOrd="2" destOrd="0" presId="urn:microsoft.com/office/officeart/2018/2/layout/IconVerticalSolidList"/>
    <dgm:cxn modelId="{3B770A99-A64F-494C-AF1E-738F855AF96F}" type="presParOf" srcId="{722EF588-96C5-4E6F-B53C-ACEF8D8E56E8}" destId="{433DCDCA-1C60-411E-8BF5-4BE54B15214D}" srcOrd="3" destOrd="0" presId="urn:microsoft.com/office/officeart/2018/2/layout/IconVerticalSolidList"/>
    <dgm:cxn modelId="{FBA7D977-9C9F-40A0-AE9D-4E10AA4C6481}" type="presParOf" srcId="{70B92D52-8109-46F4-A5C9-C5528561521E}" destId="{743839E3-EB32-4D8D-B692-B86FFD836E29}" srcOrd="7" destOrd="0" presId="urn:microsoft.com/office/officeart/2018/2/layout/IconVerticalSolidList"/>
    <dgm:cxn modelId="{F8E88F43-0D3C-4600-BC5B-73E367CA43DE}" type="presParOf" srcId="{70B92D52-8109-46F4-A5C9-C5528561521E}" destId="{4D5C85F4-F1DA-4868-9B6E-048797A60051}" srcOrd="8" destOrd="0" presId="urn:microsoft.com/office/officeart/2018/2/layout/IconVerticalSolidList"/>
    <dgm:cxn modelId="{4EF615AA-DB41-443D-A078-81766128C77F}" type="presParOf" srcId="{4D5C85F4-F1DA-4868-9B6E-048797A60051}" destId="{BB14B58C-2349-4BC5-8427-A7EF3E683274}" srcOrd="0" destOrd="0" presId="urn:microsoft.com/office/officeart/2018/2/layout/IconVerticalSolidList"/>
    <dgm:cxn modelId="{B0750114-2A73-4FF2-B543-4C029A3BDCB6}" type="presParOf" srcId="{4D5C85F4-F1DA-4868-9B6E-048797A60051}" destId="{BFB77731-8D7D-4D06-B8E7-F9782CAF0CE4}" srcOrd="1" destOrd="0" presId="urn:microsoft.com/office/officeart/2018/2/layout/IconVerticalSolidList"/>
    <dgm:cxn modelId="{4477B9BE-3361-4C03-817B-71A258594C76}" type="presParOf" srcId="{4D5C85F4-F1DA-4868-9B6E-048797A60051}" destId="{1D2FF7F8-11B0-4E01-B358-02BD5135CFE3}" srcOrd="2" destOrd="0" presId="urn:microsoft.com/office/officeart/2018/2/layout/IconVerticalSolidList"/>
    <dgm:cxn modelId="{AFC7A500-A80C-4A91-8FDE-5A3C4190F323}" type="presParOf" srcId="{4D5C85F4-F1DA-4868-9B6E-048797A60051}" destId="{19DDF7F7-A13B-4403-95C0-65B3354296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9DD306F-F173-4289-B048-DBDE2AA99A7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5240AC0-F0EB-4CDD-9A65-D78A7F927E8C}">
      <dgm:prSet/>
      <dgm:spPr/>
      <dgm:t>
        <a:bodyPr/>
        <a:lstStyle/>
        <a:p>
          <a:r>
            <a:rPr lang="en-US" b="0" i="0" baseline="0"/>
            <a:t>Centralized repository for managing:</a:t>
          </a:r>
          <a:endParaRPr lang="en-US"/>
        </a:p>
      </dgm:t>
    </dgm:pt>
    <dgm:pt modelId="{E2D473F8-1751-43B9-914A-5B26000DD206}" type="parTrans" cxnId="{734EE15B-31FD-4C60-92CD-D81711F87001}">
      <dgm:prSet/>
      <dgm:spPr/>
      <dgm:t>
        <a:bodyPr/>
        <a:lstStyle/>
        <a:p>
          <a:endParaRPr lang="en-US"/>
        </a:p>
      </dgm:t>
    </dgm:pt>
    <dgm:pt modelId="{0C5EBA9C-DBA6-41F2-9217-E48AD60792E2}" type="sibTrans" cxnId="{734EE15B-31FD-4C60-92CD-D81711F87001}">
      <dgm:prSet/>
      <dgm:spPr/>
      <dgm:t>
        <a:bodyPr/>
        <a:lstStyle/>
        <a:p>
          <a:endParaRPr lang="en-US"/>
        </a:p>
      </dgm:t>
    </dgm:pt>
    <dgm:pt modelId="{007B0DD0-DE11-4E5C-BAA1-52027EB51DF3}">
      <dgm:prSet/>
      <dgm:spPr/>
      <dgm:t>
        <a:bodyPr/>
        <a:lstStyle/>
        <a:p>
          <a:r>
            <a:rPr lang="en-US" b="0" i="0" baseline="0"/>
            <a:t>Model versions.</a:t>
          </a:r>
          <a:endParaRPr lang="en-US"/>
        </a:p>
      </dgm:t>
    </dgm:pt>
    <dgm:pt modelId="{2D79C575-1B60-4F82-8029-4B53F104670B}" type="parTrans" cxnId="{26DA5D27-7EF3-4BEF-987F-3D820028B843}">
      <dgm:prSet/>
      <dgm:spPr/>
      <dgm:t>
        <a:bodyPr/>
        <a:lstStyle/>
        <a:p>
          <a:endParaRPr lang="en-US"/>
        </a:p>
      </dgm:t>
    </dgm:pt>
    <dgm:pt modelId="{743006F7-69FC-4FE7-85F0-88EB4CBC213A}" type="sibTrans" cxnId="{26DA5D27-7EF3-4BEF-987F-3D820028B843}">
      <dgm:prSet/>
      <dgm:spPr/>
      <dgm:t>
        <a:bodyPr/>
        <a:lstStyle/>
        <a:p>
          <a:endParaRPr lang="en-US"/>
        </a:p>
      </dgm:t>
    </dgm:pt>
    <dgm:pt modelId="{0DBFCCCD-2FCC-4CBF-B842-24B52DC563AB}">
      <dgm:prSet/>
      <dgm:spPr/>
      <dgm:t>
        <a:bodyPr/>
        <a:lstStyle/>
        <a:p>
          <a:r>
            <a:rPr lang="en-US" b="0" i="0" baseline="0"/>
            <a:t>Metadata (training data, parameters).</a:t>
          </a:r>
          <a:endParaRPr lang="en-US"/>
        </a:p>
      </dgm:t>
    </dgm:pt>
    <dgm:pt modelId="{CCC3A97F-7CAF-4540-B668-FC99D4A8B4A2}" type="parTrans" cxnId="{026C3865-3C0B-43EE-A10A-D646B2EE10FD}">
      <dgm:prSet/>
      <dgm:spPr/>
      <dgm:t>
        <a:bodyPr/>
        <a:lstStyle/>
        <a:p>
          <a:endParaRPr lang="en-US"/>
        </a:p>
      </dgm:t>
    </dgm:pt>
    <dgm:pt modelId="{908946DB-8DAB-405F-A6E3-7BBA13B31F6F}" type="sibTrans" cxnId="{026C3865-3C0B-43EE-A10A-D646B2EE10FD}">
      <dgm:prSet/>
      <dgm:spPr/>
      <dgm:t>
        <a:bodyPr/>
        <a:lstStyle/>
        <a:p>
          <a:endParaRPr lang="en-US"/>
        </a:p>
      </dgm:t>
    </dgm:pt>
    <dgm:pt modelId="{C4F99AAB-C918-4EA3-82CD-78EF5EA951CA}">
      <dgm:prSet/>
      <dgm:spPr/>
      <dgm:t>
        <a:bodyPr/>
        <a:lstStyle/>
        <a:p>
          <a:r>
            <a:rPr lang="en-US" b="0" i="0" baseline="0"/>
            <a:t>Approval and release workflow.</a:t>
          </a:r>
          <a:endParaRPr lang="en-US"/>
        </a:p>
      </dgm:t>
    </dgm:pt>
    <dgm:pt modelId="{1CB34D95-29EA-40A0-8188-EB6DEAFAA99A}" type="parTrans" cxnId="{F8786EB9-6F07-4592-951D-AAB39F1ADC55}">
      <dgm:prSet/>
      <dgm:spPr/>
      <dgm:t>
        <a:bodyPr/>
        <a:lstStyle/>
        <a:p>
          <a:endParaRPr lang="en-US"/>
        </a:p>
      </dgm:t>
    </dgm:pt>
    <dgm:pt modelId="{7E8FAA11-98A2-4D9B-BE53-22F8D80AD5EF}" type="sibTrans" cxnId="{F8786EB9-6F07-4592-951D-AAB39F1ADC55}">
      <dgm:prSet/>
      <dgm:spPr/>
      <dgm:t>
        <a:bodyPr/>
        <a:lstStyle/>
        <a:p>
          <a:endParaRPr lang="en-US"/>
        </a:p>
      </dgm:t>
    </dgm:pt>
    <dgm:pt modelId="{135DC8A9-65D0-420C-9B0A-5D78830603E1}">
      <dgm:prSet/>
      <dgm:spPr/>
      <dgm:t>
        <a:bodyPr/>
        <a:lstStyle/>
        <a:p>
          <a:r>
            <a:rPr lang="en-US" b="0" i="0" baseline="0"/>
            <a:t>Tools: </a:t>
          </a:r>
          <a:r>
            <a:rPr lang="en-US" b="1" i="0" baseline="0"/>
            <a:t>MLFlow Model Registry</a:t>
          </a:r>
          <a:r>
            <a:rPr lang="en-US" b="0" i="0" baseline="0"/>
            <a:t>, </a:t>
          </a:r>
          <a:r>
            <a:rPr lang="en-US" b="1" i="0" baseline="0"/>
            <a:t>SageMaker Model Registry</a:t>
          </a:r>
          <a:r>
            <a:rPr lang="en-US" b="0" i="0" baseline="0"/>
            <a:t>.</a:t>
          </a:r>
          <a:endParaRPr lang="en-US"/>
        </a:p>
      </dgm:t>
    </dgm:pt>
    <dgm:pt modelId="{3F88764E-AB78-45E8-85BD-6E55D4771A6E}" type="parTrans" cxnId="{392AF826-DC7D-45EB-A29A-0281F08F3EF0}">
      <dgm:prSet/>
      <dgm:spPr/>
      <dgm:t>
        <a:bodyPr/>
        <a:lstStyle/>
        <a:p>
          <a:endParaRPr lang="en-US"/>
        </a:p>
      </dgm:t>
    </dgm:pt>
    <dgm:pt modelId="{833EF3D6-3E1D-403D-9AEE-DE53E969F624}" type="sibTrans" cxnId="{392AF826-DC7D-45EB-A29A-0281F08F3EF0}">
      <dgm:prSet/>
      <dgm:spPr/>
      <dgm:t>
        <a:bodyPr/>
        <a:lstStyle/>
        <a:p>
          <a:endParaRPr lang="en-US"/>
        </a:p>
      </dgm:t>
    </dgm:pt>
    <dgm:pt modelId="{F4EFC345-AE74-44C2-9A60-7464EE1FBB03}" type="pres">
      <dgm:prSet presAssocID="{D9DD306F-F173-4289-B048-DBDE2AA99A70}" presName="linear" presStyleCnt="0">
        <dgm:presLayoutVars>
          <dgm:animLvl val="lvl"/>
          <dgm:resizeHandles val="exact"/>
        </dgm:presLayoutVars>
      </dgm:prSet>
      <dgm:spPr/>
    </dgm:pt>
    <dgm:pt modelId="{7567AEAA-A642-4914-B01F-45771C2E2224}" type="pres">
      <dgm:prSet presAssocID="{95240AC0-F0EB-4CDD-9A65-D78A7F927E8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1C7FDED-7AB8-45B9-B9DE-A14BD3FF8DCA}" type="pres">
      <dgm:prSet presAssocID="{0C5EBA9C-DBA6-41F2-9217-E48AD60792E2}" presName="spacer" presStyleCnt="0"/>
      <dgm:spPr/>
    </dgm:pt>
    <dgm:pt modelId="{DB21F98B-A29A-4D8E-B9FC-051156D2294F}" type="pres">
      <dgm:prSet presAssocID="{007B0DD0-DE11-4E5C-BAA1-52027EB51DF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EBB7D17-EE6B-416D-B1C4-033BF8DEAE82}" type="pres">
      <dgm:prSet presAssocID="{743006F7-69FC-4FE7-85F0-88EB4CBC213A}" presName="spacer" presStyleCnt="0"/>
      <dgm:spPr/>
    </dgm:pt>
    <dgm:pt modelId="{CD616B89-2048-4641-90FE-2682F4425DF6}" type="pres">
      <dgm:prSet presAssocID="{0DBFCCCD-2FCC-4CBF-B842-24B52DC563A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497FB33-480E-4285-9E64-A0C95FD84E11}" type="pres">
      <dgm:prSet presAssocID="{908946DB-8DAB-405F-A6E3-7BBA13B31F6F}" presName="spacer" presStyleCnt="0"/>
      <dgm:spPr/>
    </dgm:pt>
    <dgm:pt modelId="{E5879935-DE3E-44E0-81C2-EE309D7CCDE2}" type="pres">
      <dgm:prSet presAssocID="{C4F99AAB-C918-4EA3-82CD-78EF5EA951C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37C3CF2-0BF8-4357-8324-C064C4538DB1}" type="pres">
      <dgm:prSet presAssocID="{7E8FAA11-98A2-4D9B-BE53-22F8D80AD5EF}" presName="spacer" presStyleCnt="0"/>
      <dgm:spPr/>
    </dgm:pt>
    <dgm:pt modelId="{B7ED2DE7-661A-4C14-9D31-C2D23F486D29}" type="pres">
      <dgm:prSet presAssocID="{135DC8A9-65D0-420C-9B0A-5D78830603E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BC4590B-35D7-4596-B935-6263FC36DC4D}" type="presOf" srcId="{D9DD306F-F173-4289-B048-DBDE2AA99A70}" destId="{F4EFC345-AE74-44C2-9A60-7464EE1FBB03}" srcOrd="0" destOrd="0" presId="urn:microsoft.com/office/officeart/2005/8/layout/vList2"/>
    <dgm:cxn modelId="{B492381A-11CE-4F94-A270-28B70CA96E62}" type="presOf" srcId="{95240AC0-F0EB-4CDD-9A65-D78A7F927E8C}" destId="{7567AEAA-A642-4914-B01F-45771C2E2224}" srcOrd="0" destOrd="0" presId="urn:microsoft.com/office/officeart/2005/8/layout/vList2"/>
    <dgm:cxn modelId="{392AF826-DC7D-45EB-A29A-0281F08F3EF0}" srcId="{D9DD306F-F173-4289-B048-DBDE2AA99A70}" destId="{135DC8A9-65D0-420C-9B0A-5D78830603E1}" srcOrd="4" destOrd="0" parTransId="{3F88764E-AB78-45E8-85BD-6E55D4771A6E}" sibTransId="{833EF3D6-3E1D-403D-9AEE-DE53E969F624}"/>
    <dgm:cxn modelId="{26DA5D27-7EF3-4BEF-987F-3D820028B843}" srcId="{D9DD306F-F173-4289-B048-DBDE2AA99A70}" destId="{007B0DD0-DE11-4E5C-BAA1-52027EB51DF3}" srcOrd="1" destOrd="0" parTransId="{2D79C575-1B60-4F82-8029-4B53F104670B}" sibTransId="{743006F7-69FC-4FE7-85F0-88EB4CBC213A}"/>
    <dgm:cxn modelId="{734EE15B-31FD-4C60-92CD-D81711F87001}" srcId="{D9DD306F-F173-4289-B048-DBDE2AA99A70}" destId="{95240AC0-F0EB-4CDD-9A65-D78A7F927E8C}" srcOrd="0" destOrd="0" parTransId="{E2D473F8-1751-43B9-914A-5B26000DD206}" sibTransId="{0C5EBA9C-DBA6-41F2-9217-E48AD60792E2}"/>
    <dgm:cxn modelId="{1F9C1A42-BAEB-4A0D-BF4A-6EB0D833F780}" type="presOf" srcId="{C4F99AAB-C918-4EA3-82CD-78EF5EA951CA}" destId="{E5879935-DE3E-44E0-81C2-EE309D7CCDE2}" srcOrd="0" destOrd="0" presId="urn:microsoft.com/office/officeart/2005/8/layout/vList2"/>
    <dgm:cxn modelId="{026C3865-3C0B-43EE-A10A-D646B2EE10FD}" srcId="{D9DD306F-F173-4289-B048-DBDE2AA99A70}" destId="{0DBFCCCD-2FCC-4CBF-B842-24B52DC563AB}" srcOrd="2" destOrd="0" parTransId="{CCC3A97F-7CAF-4540-B668-FC99D4A8B4A2}" sibTransId="{908946DB-8DAB-405F-A6E3-7BBA13B31F6F}"/>
    <dgm:cxn modelId="{F8786EB9-6F07-4592-951D-AAB39F1ADC55}" srcId="{D9DD306F-F173-4289-B048-DBDE2AA99A70}" destId="{C4F99AAB-C918-4EA3-82CD-78EF5EA951CA}" srcOrd="3" destOrd="0" parTransId="{1CB34D95-29EA-40A0-8188-EB6DEAFAA99A}" sibTransId="{7E8FAA11-98A2-4D9B-BE53-22F8D80AD5EF}"/>
    <dgm:cxn modelId="{FC1398B9-A34C-4465-A2C0-2640EC9DFE91}" type="presOf" srcId="{0DBFCCCD-2FCC-4CBF-B842-24B52DC563AB}" destId="{CD616B89-2048-4641-90FE-2682F4425DF6}" srcOrd="0" destOrd="0" presId="urn:microsoft.com/office/officeart/2005/8/layout/vList2"/>
    <dgm:cxn modelId="{CA7B59BF-684F-4D7D-8002-D86688730556}" type="presOf" srcId="{135DC8A9-65D0-420C-9B0A-5D78830603E1}" destId="{B7ED2DE7-661A-4C14-9D31-C2D23F486D29}" srcOrd="0" destOrd="0" presId="urn:microsoft.com/office/officeart/2005/8/layout/vList2"/>
    <dgm:cxn modelId="{0C948FD2-8557-4C5F-A512-AED2A5E0CE5E}" type="presOf" srcId="{007B0DD0-DE11-4E5C-BAA1-52027EB51DF3}" destId="{DB21F98B-A29A-4D8E-B9FC-051156D2294F}" srcOrd="0" destOrd="0" presId="urn:microsoft.com/office/officeart/2005/8/layout/vList2"/>
    <dgm:cxn modelId="{10EB2537-C0CA-4EF0-A753-D04C868ABEF3}" type="presParOf" srcId="{F4EFC345-AE74-44C2-9A60-7464EE1FBB03}" destId="{7567AEAA-A642-4914-B01F-45771C2E2224}" srcOrd="0" destOrd="0" presId="urn:microsoft.com/office/officeart/2005/8/layout/vList2"/>
    <dgm:cxn modelId="{9548CD89-14B9-497D-A6B3-1F0B2D15D60D}" type="presParOf" srcId="{F4EFC345-AE74-44C2-9A60-7464EE1FBB03}" destId="{C1C7FDED-7AB8-45B9-B9DE-A14BD3FF8DCA}" srcOrd="1" destOrd="0" presId="urn:microsoft.com/office/officeart/2005/8/layout/vList2"/>
    <dgm:cxn modelId="{687003A8-6377-476F-BCFD-3A90F80A3874}" type="presParOf" srcId="{F4EFC345-AE74-44C2-9A60-7464EE1FBB03}" destId="{DB21F98B-A29A-4D8E-B9FC-051156D2294F}" srcOrd="2" destOrd="0" presId="urn:microsoft.com/office/officeart/2005/8/layout/vList2"/>
    <dgm:cxn modelId="{B3AE629B-4639-44BA-B2D3-D8AFD9EB0E7A}" type="presParOf" srcId="{F4EFC345-AE74-44C2-9A60-7464EE1FBB03}" destId="{BEBB7D17-EE6B-416D-B1C4-033BF8DEAE82}" srcOrd="3" destOrd="0" presId="urn:microsoft.com/office/officeart/2005/8/layout/vList2"/>
    <dgm:cxn modelId="{17AE9835-113A-4EC0-9A9E-F1F65D32EE3B}" type="presParOf" srcId="{F4EFC345-AE74-44C2-9A60-7464EE1FBB03}" destId="{CD616B89-2048-4641-90FE-2682F4425DF6}" srcOrd="4" destOrd="0" presId="urn:microsoft.com/office/officeart/2005/8/layout/vList2"/>
    <dgm:cxn modelId="{0CAAEE20-D25C-4040-A901-1DEA0136F97E}" type="presParOf" srcId="{F4EFC345-AE74-44C2-9A60-7464EE1FBB03}" destId="{8497FB33-480E-4285-9E64-A0C95FD84E11}" srcOrd="5" destOrd="0" presId="urn:microsoft.com/office/officeart/2005/8/layout/vList2"/>
    <dgm:cxn modelId="{8C151E88-FAB0-4B05-BC29-44948FA74DDC}" type="presParOf" srcId="{F4EFC345-AE74-44C2-9A60-7464EE1FBB03}" destId="{E5879935-DE3E-44E0-81C2-EE309D7CCDE2}" srcOrd="6" destOrd="0" presId="urn:microsoft.com/office/officeart/2005/8/layout/vList2"/>
    <dgm:cxn modelId="{E7482B89-6CA7-439C-8FB2-A0664058DAB7}" type="presParOf" srcId="{F4EFC345-AE74-44C2-9A60-7464EE1FBB03}" destId="{437C3CF2-0BF8-4357-8324-C064C4538DB1}" srcOrd="7" destOrd="0" presId="urn:microsoft.com/office/officeart/2005/8/layout/vList2"/>
    <dgm:cxn modelId="{51A2F694-102E-44E7-930A-CF57AD305EE7}" type="presParOf" srcId="{F4EFC345-AE74-44C2-9A60-7464EE1FBB03}" destId="{B7ED2DE7-661A-4C14-9D31-C2D23F486D2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F5CF7E-6503-4044-B3C5-5F889FE7C4A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48F2214-4C77-47AD-B06E-5A05B6D26FA1}">
      <dgm:prSet/>
      <dgm:spPr/>
      <dgm:t>
        <a:bodyPr/>
        <a:lstStyle/>
        <a:p>
          <a:r>
            <a:rPr lang="en-US" b="0" i="0" baseline="0"/>
            <a:t>Monitor:</a:t>
          </a:r>
          <a:endParaRPr lang="en-US"/>
        </a:p>
      </dgm:t>
    </dgm:pt>
    <dgm:pt modelId="{243023EC-A4BF-4993-BC1B-46A038F62A84}" type="parTrans" cxnId="{62F3F03E-29FA-4803-A18D-29C669CB04AE}">
      <dgm:prSet/>
      <dgm:spPr/>
      <dgm:t>
        <a:bodyPr/>
        <a:lstStyle/>
        <a:p>
          <a:endParaRPr lang="en-US"/>
        </a:p>
      </dgm:t>
    </dgm:pt>
    <dgm:pt modelId="{59BB873D-9B91-4B13-9218-AF023B0EC682}" type="sibTrans" cxnId="{62F3F03E-29FA-4803-A18D-29C669CB04AE}">
      <dgm:prSet/>
      <dgm:spPr/>
      <dgm:t>
        <a:bodyPr/>
        <a:lstStyle/>
        <a:p>
          <a:endParaRPr lang="en-US"/>
        </a:p>
      </dgm:t>
    </dgm:pt>
    <dgm:pt modelId="{69F6B28B-8A5D-455F-B011-8E4F2C8920F4}">
      <dgm:prSet/>
      <dgm:spPr/>
      <dgm:t>
        <a:bodyPr/>
        <a:lstStyle/>
        <a:p>
          <a:r>
            <a:rPr lang="en-US" b="1" i="0" baseline="0"/>
            <a:t>Model performance drift</a:t>
          </a:r>
          <a:r>
            <a:rPr lang="en-US" b="0" i="0" baseline="0"/>
            <a:t>.</a:t>
          </a:r>
          <a:endParaRPr lang="en-US"/>
        </a:p>
      </dgm:t>
    </dgm:pt>
    <dgm:pt modelId="{18D11999-1A1F-476E-9AC8-08628F6413FB}" type="parTrans" cxnId="{A21BCB68-5596-4CD8-98DA-2BE8D4B96AB0}">
      <dgm:prSet/>
      <dgm:spPr/>
      <dgm:t>
        <a:bodyPr/>
        <a:lstStyle/>
        <a:p>
          <a:endParaRPr lang="en-US"/>
        </a:p>
      </dgm:t>
    </dgm:pt>
    <dgm:pt modelId="{A12FFEAC-7AE3-43AD-BA67-A1A3EE8B5B7C}" type="sibTrans" cxnId="{A21BCB68-5596-4CD8-98DA-2BE8D4B96AB0}">
      <dgm:prSet/>
      <dgm:spPr/>
      <dgm:t>
        <a:bodyPr/>
        <a:lstStyle/>
        <a:p>
          <a:endParaRPr lang="en-US"/>
        </a:p>
      </dgm:t>
    </dgm:pt>
    <dgm:pt modelId="{0BC24833-7B77-49D4-8979-99EDDA0DCAF6}">
      <dgm:prSet/>
      <dgm:spPr/>
      <dgm:t>
        <a:bodyPr/>
        <a:lstStyle/>
        <a:p>
          <a:r>
            <a:rPr lang="en-US" b="1" i="0" baseline="0"/>
            <a:t>Data distribution changes</a:t>
          </a:r>
          <a:r>
            <a:rPr lang="en-US" b="0" i="0" baseline="0"/>
            <a:t>.</a:t>
          </a:r>
          <a:endParaRPr lang="en-US"/>
        </a:p>
      </dgm:t>
    </dgm:pt>
    <dgm:pt modelId="{BD351748-179A-4DFF-8C49-96E156825416}" type="parTrans" cxnId="{1CC19E7D-7159-4862-BAE9-DCEEC2FE8C6E}">
      <dgm:prSet/>
      <dgm:spPr/>
      <dgm:t>
        <a:bodyPr/>
        <a:lstStyle/>
        <a:p>
          <a:endParaRPr lang="en-US"/>
        </a:p>
      </dgm:t>
    </dgm:pt>
    <dgm:pt modelId="{8155D14B-57CF-437B-96BF-68533CA77375}" type="sibTrans" cxnId="{1CC19E7D-7159-4862-BAE9-DCEEC2FE8C6E}">
      <dgm:prSet/>
      <dgm:spPr/>
      <dgm:t>
        <a:bodyPr/>
        <a:lstStyle/>
        <a:p>
          <a:endParaRPr lang="en-US"/>
        </a:p>
      </dgm:t>
    </dgm:pt>
    <dgm:pt modelId="{33226B33-3AE4-4D4E-9F43-B77E32EBC54B}">
      <dgm:prSet/>
      <dgm:spPr/>
      <dgm:t>
        <a:bodyPr/>
        <a:lstStyle/>
        <a:p>
          <a:r>
            <a:rPr lang="en-US" b="1" i="0" baseline="0"/>
            <a:t>Resource utilization</a:t>
          </a:r>
          <a:r>
            <a:rPr lang="en-US" b="0" i="0" baseline="0"/>
            <a:t> (CPU/GPU).</a:t>
          </a:r>
          <a:endParaRPr lang="en-US"/>
        </a:p>
      </dgm:t>
    </dgm:pt>
    <dgm:pt modelId="{E99B53DD-5D86-4A9A-95AF-E52702074A46}" type="parTrans" cxnId="{AE73D6F9-85DD-41F2-9D2F-2AE6E2ADA79A}">
      <dgm:prSet/>
      <dgm:spPr/>
      <dgm:t>
        <a:bodyPr/>
        <a:lstStyle/>
        <a:p>
          <a:endParaRPr lang="en-US"/>
        </a:p>
      </dgm:t>
    </dgm:pt>
    <dgm:pt modelId="{89287680-C1ED-4E57-8557-6A2A82254D6B}" type="sibTrans" cxnId="{AE73D6F9-85DD-41F2-9D2F-2AE6E2ADA79A}">
      <dgm:prSet/>
      <dgm:spPr/>
      <dgm:t>
        <a:bodyPr/>
        <a:lstStyle/>
        <a:p>
          <a:endParaRPr lang="en-US"/>
        </a:p>
      </dgm:t>
    </dgm:pt>
    <dgm:pt modelId="{D8A92101-87C6-45D8-8668-590CBB3B6427}">
      <dgm:prSet/>
      <dgm:spPr/>
      <dgm:t>
        <a:bodyPr/>
        <a:lstStyle/>
        <a:p>
          <a:r>
            <a:rPr lang="en-US" b="0" i="0" baseline="0"/>
            <a:t>Logging tools: </a:t>
          </a:r>
          <a:r>
            <a:rPr lang="en-US" b="1" i="0" baseline="0"/>
            <a:t>Prometheus</a:t>
          </a:r>
          <a:r>
            <a:rPr lang="en-US" b="0" i="0" baseline="0"/>
            <a:t>, </a:t>
          </a:r>
          <a:r>
            <a:rPr lang="en-US" b="1" i="0" baseline="0"/>
            <a:t>Grafana</a:t>
          </a:r>
          <a:r>
            <a:rPr lang="en-US" b="0" i="0" baseline="0"/>
            <a:t>, </a:t>
          </a:r>
          <a:r>
            <a:rPr lang="en-US" b="1" i="0" baseline="0"/>
            <a:t>ELK Stack</a:t>
          </a:r>
          <a:r>
            <a:rPr lang="en-US" b="0" i="0" baseline="0"/>
            <a:t>.</a:t>
          </a:r>
          <a:endParaRPr lang="en-US"/>
        </a:p>
      </dgm:t>
    </dgm:pt>
    <dgm:pt modelId="{EBC8D8FA-A393-491D-B126-08B1260AA1C5}" type="parTrans" cxnId="{F41C5BBF-67F7-4791-8539-3A97D69564D0}">
      <dgm:prSet/>
      <dgm:spPr/>
      <dgm:t>
        <a:bodyPr/>
        <a:lstStyle/>
        <a:p>
          <a:endParaRPr lang="en-US"/>
        </a:p>
      </dgm:t>
    </dgm:pt>
    <dgm:pt modelId="{E8212DA0-573C-437D-B407-C118B480D2E5}" type="sibTrans" cxnId="{F41C5BBF-67F7-4791-8539-3A97D69564D0}">
      <dgm:prSet/>
      <dgm:spPr/>
      <dgm:t>
        <a:bodyPr/>
        <a:lstStyle/>
        <a:p>
          <a:endParaRPr lang="en-US"/>
        </a:p>
      </dgm:t>
    </dgm:pt>
    <dgm:pt modelId="{126AB829-8650-4C44-828A-079D3C89424A}">
      <dgm:prSet/>
      <dgm:spPr/>
      <dgm:t>
        <a:bodyPr/>
        <a:lstStyle/>
        <a:p>
          <a:r>
            <a:rPr lang="en-US" b="0" i="0" baseline="0"/>
            <a:t>Enables proactive maintenance and retraining.</a:t>
          </a:r>
          <a:endParaRPr lang="en-US"/>
        </a:p>
      </dgm:t>
    </dgm:pt>
    <dgm:pt modelId="{D1FEB498-D73A-47CD-BEBB-CAF49B233339}" type="parTrans" cxnId="{FE45679C-D4E4-4498-B505-01EA4CB730BA}">
      <dgm:prSet/>
      <dgm:spPr/>
      <dgm:t>
        <a:bodyPr/>
        <a:lstStyle/>
        <a:p>
          <a:endParaRPr lang="en-US"/>
        </a:p>
      </dgm:t>
    </dgm:pt>
    <dgm:pt modelId="{28297266-5007-45B3-B0BE-382565FD567D}" type="sibTrans" cxnId="{FE45679C-D4E4-4498-B505-01EA4CB730BA}">
      <dgm:prSet/>
      <dgm:spPr/>
      <dgm:t>
        <a:bodyPr/>
        <a:lstStyle/>
        <a:p>
          <a:endParaRPr lang="en-US"/>
        </a:p>
      </dgm:t>
    </dgm:pt>
    <dgm:pt modelId="{F1E82C75-CCAA-41C6-902C-26D5F2351026}" type="pres">
      <dgm:prSet presAssocID="{09F5CF7E-6503-4044-B3C5-5F889FE7C4A3}" presName="root" presStyleCnt="0">
        <dgm:presLayoutVars>
          <dgm:dir/>
          <dgm:resizeHandles val="exact"/>
        </dgm:presLayoutVars>
      </dgm:prSet>
      <dgm:spPr/>
    </dgm:pt>
    <dgm:pt modelId="{07E6D67C-4188-4605-875F-1CD5C90D3FA3}" type="pres">
      <dgm:prSet presAssocID="{948F2214-4C77-47AD-B06E-5A05B6D26FA1}" presName="compNode" presStyleCnt="0"/>
      <dgm:spPr/>
    </dgm:pt>
    <dgm:pt modelId="{48EA7FE5-AED0-4208-842A-BE77A758964B}" type="pres">
      <dgm:prSet presAssocID="{948F2214-4C77-47AD-B06E-5A05B6D26FA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9DB072B6-19E6-4C72-B442-06F7B0E3A037}" type="pres">
      <dgm:prSet presAssocID="{948F2214-4C77-47AD-B06E-5A05B6D26FA1}" presName="spaceRect" presStyleCnt="0"/>
      <dgm:spPr/>
    </dgm:pt>
    <dgm:pt modelId="{338372C9-6243-41A4-A847-9B37664240D1}" type="pres">
      <dgm:prSet presAssocID="{948F2214-4C77-47AD-B06E-5A05B6D26FA1}" presName="textRect" presStyleLbl="revTx" presStyleIdx="0" presStyleCnt="6">
        <dgm:presLayoutVars>
          <dgm:chMax val="1"/>
          <dgm:chPref val="1"/>
        </dgm:presLayoutVars>
      </dgm:prSet>
      <dgm:spPr/>
    </dgm:pt>
    <dgm:pt modelId="{8AFD0541-3C6F-4CB3-BD2F-E20357E8ECC4}" type="pres">
      <dgm:prSet presAssocID="{59BB873D-9B91-4B13-9218-AF023B0EC682}" presName="sibTrans" presStyleCnt="0"/>
      <dgm:spPr/>
    </dgm:pt>
    <dgm:pt modelId="{F0697654-06EC-4EDB-8902-9FEF59571D64}" type="pres">
      <dgm:prSet presAssocID="{69F6B28B-8A5D-455F-B011-8E4F2C8920F4}" presName="compNode" presStyleCnt="0"/>
      <dgm:spPr/>
    </dgm:pt>
    <dgm:pt modelId="{5F8D0DDE-3AD0-46E3-9AA6-493637A37C37}" type="pres">
      <dgm:prSet presAssocID="{69F6B28B-8A5D-455F-B011-8E4F2C8920F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D229703-B8DE-42F5-8C1D-2F429B95E664}" type="pres">
      <dgm:prSet presAssocID="{69F6B28B-8A5D-455F-B011-8E4F2C8920F4}" presName="spaceRect" presStyleCnt="0"/>
      <dgm:spPr/>
    </dgm:pt>
    <dgm:pt modelId="{F1960CD3-A039-483F-B2FD-6BCB1B7BA24E}" type="pres">
      <dgm:prSet presAssocID="{69F6B28B-8A5D-455F-B011-8E4F2C8920F4}" presName="textRect" presStyleLbl="revTx" presStyleIdx="1" presStyleCnt="6">
        <dgm:presLayoutVars>
          <dgm:chMax val="1"/>
          <dgm:chPref val="1"/>
        </dgm:presLayoutVars>
      </dgm:prSet>
      <dgm:spPr/>
    </dgm:pt>
    <dgm:pt modelId="{1DA01501-4ABA-4270-87DC-C63E4C6A3A9D}" type="pres">
      <dgm:prSet presAssocID="{A12FFEAC-7AE3-43AD-BA67-A1A3EE8B5B7C}" presName="sibTrans" presStyleCnt="0"/>
      <dgm:spPr/>
    </dgm:pt>
    <dgm:pt modelId="{4711C407-8F0E-4DD3-A0E4-816B984913CE}" type="pres">
      <dgm:prSet presAssocID="{0BC24833-7B77-49D4-8979-99EDDA0DCAF6}" presName="compNode" presStyleCnt="0"/>
      <dgm:spPr/>
    </dgm:pt>
    <dgm:pt modelId="{249BC168-E4D4-4812-ABC0-988BDC07C791}" type="pres">
      <dgm:prSet presAssocID="{0BC24833-7B77-49D4-8979-99EDDA0DCAF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52CDDB9-B3AB-4DE2-812A-96FE47133E8D}" type="pres">
      <dgm:prSet presAssocID="{0BC24833-7B77-49D4-8979-99EDDA0DCAF6}" presName="spaceRect" presStyleCnt="0"/>
      <dgm:spPr/>
    </dgm:pt>
    <dgm:pt modelId="{D145A969-BF42-460A-BF3E-536996B23182}" type="pres">
      <dgm:prSet presAssocID="{0BC24833-7B77-49D4-8979-99EDDA0DCAF6}" presName="textRect" presStyleLbl="revTx" presStyleIdx="2" presStyleCnt="6">
        <dgm:presLayoutVars>
          <dgm:chMax val="1"/>
          <dgm:chPref val="1"/>
        </dgm:presLayoutVars>
      </dgm:prSet>
      <dgm:spPr/>
    </dgm:pt>
    <dgm:pt modelId="{7AFB4FB9-397F-46AE-9A20-D93C59A0DD80}" type="pres">
      <dgm:prSet presAssocID="{8155D14B-57CF-437B-96BF-68533CA77375}" presName="sibTrans" presStyleCnt="0"/>
      <dgm:spPr/>
    </dgm:pt>
    <dgm:pt modelId="{7EC00CD6-C0E9-489B-A488-E01E351117A2}" type="pres">
      <dgm:prSet presAssocID="{33226B33-3AE4-4D4E-9F43-B77E32EBC54B}" presName="compNode" presStyleCnt="0"/>
      <dgm:spPr/>
    </dgm:pt>
    <dgm:pt modelId="{AE6BA95A-4982-4AA0-95B7-2BE866626783}" type="pres">
      <dgm:prSet presAssocID="{33226B33-3AE4-4D4E-9F43-B77E32EBC54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C9ACE05-2BB4-4634-BA82-218D8AB985A0}" type="pres">
      <dgm:prSet presAssocID="{33226B33-3AE4-4D4E-9F43-B77E32EBC54B}" presName="spaceRect" presStyleCnt="0"/>
      <dgm:spPr/>
    </dgm:pt>
    <dgm:pt modelId="{65F3B887-0DC0-459B-9B7D-011A88CCB423}" type="pres">
      <dgm:prSet presAssocID="{33226B33-3AE4-4D4E-9F43-B77E32EBC54B}" presName="textRect" presStyleLbl="revTx" presStyleIdx="3" presStyleCnt="6">
        <dgm:presLayoutVars>
          <dgm:chMax val="1"/>
          <dgm:chPref val="1"/>
        </dgm:presLayoutVars>
      </dgm:prSet>
      <dgm:spPr/>
    </dgm:pt>
    <dgm:pt modelId="{90F4BD18-E8CD-435A-8805-AE3DD177BCF4}" type="pres">
      <dgm:prSet presAssocID="{89287680-C1ED-4E57-8557-6A2A82254D6B}" presName="sibTrans" presStyleCnt="0"/>
      <dgm:spPr/>
    </dgm:pt>
    <dgm:pt modelId="{6671F7D7-46A6-46F5-A1E9-BDACD47E21F6}" type="pres">
      <dgm:prSet presAssocID="{D8A92101-87C6-45D8-8668-590CBB3B6427}" presName="compNode" presStyleCnt="0"/>
      <dgm:spPr/>
    </dgm:pt>
    <dgm:pt modelId="{F24A7EAE-1D3E-4741-9078-CA89CA914BE1}" type="pres">
      <dgm:prSet presAssocID="{D8A92101-87C6-45D8-8668-590CBB3B642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er"/>
        </a:ext>
      </dgm:extLst>
    </dgm:pt>
    <dgm:pt modelId="{C3589E77-60DA-453F-B211-73864AC790A8}" type="pres">
      <dgm:prSet presAssocID="{D8A92101-87C6-45D8-8668-590CBB3B6427}" presName="spaceRect" presStyleCnt="0"/>
      <dgm:spPr/>
    </dgm:pt>
    <dgm:pt modelId="{79F2872F-D892-4134-BBAE-7FD7A148718D}" type="pres">
      <dgm:prSet presAssocID="{D8A92101-87C6-45D8-8668-590CBB3B6427}" presName="textRect" presStyleLbl="revTx" presStyleIdx="4" presStyleCnt="6">
        <dgm:presLayoutVars>
          <dgm:chMax val="1"/>
          <dgm:chPref val="1"/>
        </dgm:presLayoutVars>
      </dgm:prSet>
      <dgm:spPr/>
    </dgm:pt>
    <dgm:pt modelId="{D553916C-B4EB-4A1A-819F-D59C9E859422}" type="pres">
      <dgm:prSet presAssocID="{E8212DA0-573C-437D-B407-C118B480D2E5}" presName="sibTrans" presStyleCnt="0"/>
      <dgm:spPr/>
    </dgm:pt>
    <dgm:pt modelId="{ADCF64D2-9B52-4565-87B9-8ADC0B12F5B9}" type="pres">
      <dgm:prSet presAssocID="{126AB829-8650-4C44-828A-079D3C89424A}" presName="compNode" presStyleCnt="0"/>
      <dgm:spPr/>
    </dgm:pt>
    <dgm:pt modelId="{28A1110E-1017-4189-B6A1-CAA9575D1648}" type="pres">
      <dgm:prSet presAssocID="{126AB829-8650-4C44-828A-079D3C89424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5498F031-A90D-41B5-87CA-743C2F569966}" type="pres">
      <dgm:prSet presAssocID="{126AB829-8650-4C44-828A-079D3C89424A}" presName="spaceRect" presStyleCnt="0"/>
      <dgm:spPr/>
    </dgm:pt>
    <dgm:pt modelId="{D45ADCA0-78C8-463F-8D22-B62D39539791}" type="pres">
      <dgm:prSet presAssocID="{126AB829-8650-4C44-828A-079D3C89424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436DB17-F3BD-444B-B2ED-CB4B105D3E86}" type="presOf" srcId="{D8A92101-87C6-45D8-8668-590CBB3B6427}" destId="{79F2872F-D892-4134-BBAE-7FD7A148718D}" srcOrd="0" destOrd="0" presId="urn:microsoft.com/office/officeart/2018/2/layout/IconLabelList"/>
    <dgm:cxn modelId="{62F3F03E-29FA-4803-A18D-29C669CB04AE}" srcId="{09F5CF7E-6503-4044-B3C5-5F889FE7C4A3}" destId="{948F2214-4C77-47AD-B06E-5A05B6D26FA1}" srcOrd="0" destOrd="0" parTransId="{243023EC-A4BF-4993-BC1B-46A038F62A84}" sibTransId="{59BB873D-9B91-4B13-9218-AF023B0EC682}"/>
    <dgm:cxn modelId="{0040C95B-D2A5-41CF-9583-8CCBACE59713}" type="presOf" srcId="{126AB829-8650-4C44-828A-079D3C89424A}" destId="{D45ADCA0-78C8-463F-8D22-B62D39539791}" srcOrd="0" destOrd="0" presId="urn:microsoft.com/office/officeart/2018/2/layout/IconLabelList"/>
    <dgm:cxn modelId="{0C500045-DC1E-4123-8104-DFD2C93A3266}" type="presOf" srcId="{09F5CF7E-6503-4044-B3C5-5F889FE7C4A3}" destId="{F1E82C75-CCAA-41C6-902C-26D5F2351026}" srcOrd="0" destOrd="0" presId="urn:microsoft.com/office/officeart/2018/2/layout/IconLabelList"/>
    <dgm:cxn modelId="{A21BCB68-5596-4CD8-98DA-2BE8D4B96AB0}" srcId="{09F5CF7E-6503-4044-B3C5-5F889FE7C4A3}" destId="{69F6B28B-8A5D-455F-B011-8E4F2C8920F4}" srcOrd="1" destOrd="0" parTransId="{18D11999-1A1F-476E-9AC8-08628F6413FB}" sibTransId="{A12FFEAC-7AE3-43AD-BA67-A1A3EE8B5B7C}"/>
    <dgm:cxn modelId="{C0D74470-A3B5-4574-B567-8A961B0C2778}" type="presOf" srcId="{948F2214-4C77-47AD-B06E-5A05B6D26FA1}" destId="{338372C9-6243-41A4-A847-9B37664240D1}" srcOrd="0" destOrd="0" presId="urn:microsoft.com/office/officeart/2018/2/layout/IconLabelList"/>
    <dgm:cxn modelId="{1CC19E7D-7159-4862-BAE9-DCEEC2FE8C6E}" srcId="{09F5CF7E-6503-4044-B3C5-5F889FE7C4A3}" destId="{0BC24833-7B77-49D4-8979-99EDDA0DCAF6}" srcOrd="2" destOrd="0" parTransId="{BD351748-179A-4DFF-8C49-96E156825416}" sibTransId="{8155D14B-57CF-437B-96BF-68533CA77375}"/>
    <dgm:cxn modelId="{980F3189-FD1A-4590-8832-F2A35DDC1D19}" type="presOf" srcId="{33226B33-3AE4-4D4E-9F43-B77E32EBC54B}" destId="{65F3B887-0DC0-459B-9B7D-011A88CCB423}" srcOrd="0" destOrd="0" presId="urn:microsoft.com/office/officeart/2018/2/layout/IconLabelList"/>
    <dgm:cxn modelId="{FE45679C-D4E4-4498-B505-01EA4CB730BA}" srcId="{09F5CF7E-6503-4044-B3C5-5F889FE7C4A3}" destId="{126AB829-8650-4C44-828A-079D3C89424A}" srcOrd="5" destOrd="0" parTransId="{D1FEB498-D73A-47CD-BEBB-CAF49B233339}" sibTransId="{28297266-5007-45B3-B0BE-382565FD567D}"/>
    <dgm:cxn modelId="{898791B4-E91E-4860-B157-21BFD78B6E1F}" type="presOf" srcId="{0BC24833-7B77-49D4-8979-99EDDA0DCAF6}" destId="{D145A969-BF42-460A-BF3E-536996B23182}" srcOrd="0" destOrd="0" presId="urn:microsoft.com/office/officeart/2018/2/layout/IconLabelList"/>
    <dgm:cxn modelId="{F41C5BBF-67F7-4791-8539-3A97D69564D0}" srcId="{09F5CF7E-6503-4044-B3C5-5F889FE7C4A3}" destId="{D8A92101-87C6-45D8-8668-590CBB3B6427}" srcOrd="4" destOrd="0" parTransId="{EBC8D8FA-A393-491D-B126-08B1260AA1C5}" sibTransId="{E8212DA0-573C-437D-B407-C118B480D2E5}"/>
    <dgm:cxn modelId="{0BF974E8-C0A4-47BF-BD96-20F868182D4E}" type="presOf" srcId="{69F6B28B-8A5D-455F-B011-8E4F2C8920F4}" destId="{F1960CD3-A039-483F-B2FD-6BCB1B7BA24E}" srcOrd="0" destOrd="0" presId="urn:microsoft.com/office/officeart/2018/2/layout/IconLabelList"/>
    <dgm:cxn modelId="{AE73D6F9-85DD-41F2-9D2F-2AE6E2ADA79A}" srcId="{09F5CF7E-6503-4044-B3C5-5F889FE7C4A3}" destId="{33226B33-3AE4-4D4E-9F43-B77E32EBC54B}" srcOrd="3" destOrd="0" parTransId="{E99B53DD-5D86-4A9A-95AF-E52702074A46}" sibTransId="{89287680-C1ED-4E57-8557-6A2A82254D6B}"/>
    <dgm:cxn modelId="{5FD4C3AF-379B-4DC2-9EDB-1542B00256DD}" type="presParOf" srcId="{F1E82C75-CCAA-41C6-902C-26D5F2351026}" destId="{07E6D67C-4188-4605-875F-1CD5C90D3FA3}" srcOrd="0" destOrd="0" presId="urn:microsoft.com/office/officeart/2018/2/layout/IconLabelList"/>
    <dgm:cxn modelId="{19FB3B94-3A2D-482D-B64B-678C8F501207}" type="presParOf" srcId="{07E6D67C-4188-4605-875F-1CD5C90D3FA3}" destId="{48EA7FE5-AED0-4208-842A-BE77A758964B}" srcOrd="0" destOrd="0" presId="urn:microsoft.com/office/officeart/2018/2/layout/IconLabelList"/>
    <dgm:cxn modelId="{31C8EAE0-DCA4-434D-AFDF-C01AD6723810}" type="presParOf" srcId="{07E6D67C-4188-4605-875F-1CD5C90D3FA3}" destId="{9DB072B6-19E6-4C72-B442-06F7B0E3A037}" srcOrd="1" destOrd="0" presId="urn:microsoft.com/office/officeart/2018/2/layout/IconLabelList"/>
    <dgm:cxn modelId="{3FEDBCE2-E7E3-4E8D-A564-27EB45DAF046}" type="presParOf" srcId="{07E6D67C-4188-4605-875F-1CD5C90D3FA3}" destId="{338372C9-6243-41A4-A847-9B37664240D1}" srcOrd="2" destOrd="0" presId="urn:microsoft.com/office/officeart/2018/2/layout/IconLabelList"/>
    <dgm:cxn modelId="{F3B49C66-A299-47DB-B10B-4CDE19C36902}" type="presParOf" srcId="{F1E82C75-CCAA-41C6-902C-26D5F2351026}" destId="{8AFD0541-3C6F-4CB3-BD2F-E20357E8ECC4}" srcOrd="1" destOrd="0" presId="urn:microsoft.com/office/officeart/2018/2/layout/IconLabelList"/>
    <dgm:cxn modelId="{4A511960-F4B5-4B4A-8216-26F217F9468D}" type="presParOf" srcId="{F1E82C75-CCAA-41C6-902C-26D5F2351026}" destId="{F0697654-06EC-4EDB-8902-9FEF59571D64}" srcOrd="2" destOrd="0" presId="urn:microsoft.com/office/officeart/2018/2/layout/IconLabelList"/>
    <dgm:cxn modelId="{EA8F9CB1-6C8E-4B66-A46B-D93EC3553C3C}" type="presParOf" srcId="{F0697654-06EC-4EDB-8902-9FEF59571D64}" destId="{5F8D0DDE-3AD0-46E3-9AA6-493637A37C37}" srcOrd="0" destOrd="0" presId="urn:microsoft.com/office/officeart/2018/2/layout/IconLabelList"/>
    <dgm:cxn modelId="{61373531-590A-4B07-AD3C-99762B5285D4}" type="presParOf" srcId="{F0697654-06EC-4EDB-8902-9FEF59571D64}" destId="{FD229703-B8DE-42F5-8C1D-2F429B95E664}" srcOrd="1" destOrd="0" presId="urn:microsoft.com/office/officeart/2018/2/layout/IconLabelList"/>
    <dgm:cxn modelId="{F77A8EC4-D21D-46BB-82BC-1A2C1A114D85}" type="presParOf" srcId="{F0697654-06EC-4EDB-8902-9FEF59571D64}" destId="{F1960CD3-A039-483F-B2FD-6BCB1B7BA24E}" srcOrd="2" destOrd="0" presId="urn:microsoft.com/office/officeart/2018/2/layout/IconLabelList"/>
    <dgm:cxn modelId="{2C2C2BD0-02F3-414E-BCFE-A8AE79359E17}" type="presParOf" srcId="{F1E82C75-CCAA-41C6-902C-26D5F2351026}" destId="{1DA01501-4ABA-4270-87DC-C63E4C6A3A9D}" srcOrd="3" destOrd="0" presId="urn:microsoft.com/office/officeart/2018/2/layout/IconLabelList"/>
    <dgm:cxn modelId="{E622B5C1-36B5-49CD-82B8-729892A784A9}" type="presParOf" srcId="{F1E82C75-CCAA-41C6-902C-26D5F2351026}" destId="{4711C407-8F0E-4DD3-A0E4-816B984913CE}" srcOrd="4" destOrd="0" presId="urn:microsoft.com/office/officeart/2018/2/layout/IconLabelList"/>
    <dgm:cxn modelId="{683D037B-E2D8-4B6E-86F8-E64CBFF65B47}" type="presParOf" srcId="{4711C407-8F0E-4DD3-A0E4-816B984913CE}" destId="{249BC168-E4D4-4812-ABC0-988BDC07C791}" srcOrd="0" destOrd="0" presId="urn:microsoft.com/office/officeart/2018/2/layout/IconLabelList"/>
    <dgm:cxn modelId="{D855BF6A-CD5A-4BBD-A5EE-1654C006DE64}" type="presParOf" srcId="{4711C407-8F0E-4DD3-A0E4-816B984913CE}" destId="{452CDDB9-B3AB-4DE2-812A-96FE47133E8D}" srcOrd="1" destOrd="0" presId="urn:microsoft.com/office/officeart/2018/2/layout/IconLabelList"/>
    <dgm:cxn modelId="{1C3032EB-CC0A-4008-9661-DE7F17586024}" type="presParOf" srcId="{4711C407-8F0E-4DD3-A0E4-816B984913CE}" destId="{D145A969-BF42-460A-BF3E-536996B23182}" srcOrd="2" destOrd="0" presId="urn:microsoft.com/office/officeart/2018/2/layout/IconLabelList"/>
    <dgm:cxn modelId="{013C7F11-49C8-4282-9344-FC7996CBD8D8}" type="presParOf" srcId="{F1E82C75-CCAA-41C6-902C-26D5F2351026}" destId="{7AFB4FB9-397F-46AE-9A20-D93C59A0DD80}" srcOrd="5" destOrd="0" presId="urn:microsoft.com/office/officeart/2018/2/layout/IconLabelList"/>
    <dgm:cxn modelId="{682A4FD9-225C-4D05-9FBA-E54E9F711457}" type="presParOf" srcId="{F1E82C75-CCAA-41C6-902C-26D5F2351026}" destId="{7EC00CD6-C0E9-489B-A488-E01E351117A2}" srcOrd="6" destOrd="0" presId="urn:microsoft.com/office/officeart/2018/2/layout/IconLabelList"/>
    <dgm:cxn modelId="{52264A6E-ED86-46B1-A5C4-9938BB843820}" type="presParOf" srcId="{7EC00CD6-C0E9-489B-A488-E01E351117A2}" destId="{AE6BA95A-4982-4AA0-95B7-2BE866626783}" srcOrd="0" destOrd="0" presId="urn:microsoft.com/office/officeart/2018/2/layout/IconLabelList"/>
    <dgm:cxn modelId="{499EFF4A-5BB5-4598-BB5E-0C2C2C034CF4}" type="presParOf" srcId="{7EC00CD6-C0E9-489B-A488-E01E351117A2}" destId="{4C9ACE05-2BB4-4634-BA82-218D8AB985A0}" srcOrd="1" destOrd="0" presId="urn:microsoft.com/office/officeart/2018/2/layout/IconLabelList"/>
    <dgm:cxn modelId="{B11421FC-1F62-4C6D-8F21-619AC70E6147}" type="presParOf" srcId="{7EC00CD6-C0E9-489B-A488-E01E351117A2}" destId="{65F3B887-0DC0-459B-9B7D-011A88CCB423}" srcOrd="2" destOrd="0" presId="urn:microsoft.com/office/officeart/2018/2/layout/IconLabelList"/>
    <dgm:cxn modelId="{37693D65-C8DF-43A8-89A2-F7CB1F3C3E7F}" type="presParOf" srcId="{F1E82C75-CCAA-41C6-902C-26D5F2351026}" destId="{90F4BD18-E8CD-435A-8805-AE3DD177BCF4}" srcOrd="7" destOrd="0" presId="urn:microsoft.com/office/officeart/2018/2/layout/IconLabelList"/>
    <dgm:cxn modelId="{CC65D43D-6B07-4A63-8864-1612C315E3D9}" type="presParOf" srcId="{F1E82C75-CCAA-41C6-902C-26D5F2351026}" destId="{6671F7D7-46A6-46F5-A1E9-BDACD47E21F6}" srcOrd="8" destOrd="0" presId="urn:microsoft.com/office/officeart/2018/2/layout/IconLabelList"/>
    <dgm:cxn modelId="{2D5E7348-56A6-4745-B60A-8AFD93FBAEAF}" type="presParOf" srcId="{6671F7D7-46A6-46F5-A1E9-BDACD47E21F6}" destId="{F24A7EAE-1D3E-4741-9078-CA89CA914BE1}" srcOrd="0" destOrd="0" presId="urn:microsoft.com/office/officeart/2018/2/layout/IconLabelList"/>
    <dgm:cxn modelId="{CA8ECB4E-0920-4E6A-BF5B-2DA1F286A9E1}" type="presParOf" srcId="{6671F7D7-46A6-46F5-A1E9-BDACD47E21F6}" destId="{C3589E77-60DA-453F-B211-73864AC790A8}" srcOrd="1" destOrd="0" presId="urn:microsoft.com/office/officeart/2018/2/layout/IconLabelList"/>
    <dgm:cxn modelId="{8E09379F-17C4-4B65-8D94-04496CF30F2C}" type="presParOf" srcId="{6671F7D7-46A6-46F5-A1E9-BDACD47E21F6}" destId="{79F2872F-D892-4134-BBAE-7FD7A148718D}" srcOrd="2" destOrd="0" presId="urn:microsoft.com/office/officeart/2018/2/layout/IconLabelList"/>
    <dgm:cxn modelId="{4CB4FC67-B972-4EBC-97A0-4370EB054B02}" type="presParOf" srcId="{F1E82C75-CCAA-41C6-902C-26D5F2351026}" destId="{D553916C-B4EB-4A1A-819F-D59C9E859422}" srcOrd="9" destOrd="0" presId="urn:microsoft.com/office/officeart/2018/2/layout/IconLabelList"/>
    <dgm:cxn modelId="{795D0F8A-C096-412F-B3CA-11405F39D81D}" type="presParOf" srcId="{F1E82C75-CCAA-41C6-902C-26D5F2351026}" destId="{ADCF64D2-9B52-4565-87B9-8ADC0B12F5B9}" srcOrd="10" destOrd="0" presId="urn:microsoft.com/office/officeart/2018/2/layout/IconLabelList"/>
    <dgm:cxn modelId="{ECA9A1E0-A118-4EE0-BFC3-B02497145D84}" type="presParOf" srcId="{ADCF64D2-9B52-4565-87B9-8ADC0B12F5B9}" destId="{28A1110E-1017-4189-B6A1-CAA9575D1648}" srcOrd="0" destOrd="0" presId="urn:microsoft.com/office/officeart/2018/2/layout/IconLabelList"/>
    <dgm:cxn modelId="{9DADBC9B-A4B8-4E31-9B4C-2E1FE2FD1681}" type="presParOf" srcId="{ADCF64D2-9B52-4565-87B9-8ADC0B12F5B9}" destId="{5498F031-A90D-41B5-87CA-743C2F569966}" srcOrd="1" destOrd="0" presId="urn:microsoft.com/office/officeart/2018/2/layout/IconLabelList"/>
    <dgm:cxn modelId="{B77A048C-D214-46D7-A092-356B5AC83C13}" type="presParOf" srcId="{ADCF64D2-9B52-4565-87B9-8ADC0B12F5B9}" destId="{D45ADCA0-78C8-463F-8D22-B62D3953979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C49BB81-B9B3-43F7-8AB2-BBE9BE013C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4408F5B-CEA0-4179-A4A1-2F368750C82A}">
      <dgm:prSet/>
      <dgm:spPr/>
      <dgm:t>
        <a:bodyPr/>
        <a:lstStyle/>
        <a:p>
          <a:r>
            <a:rPr lang="en-US" b="0" i="0" baseline="0"/>
            <a:t>Scale across multiple environments:</a:t>
          </a:r>
          <a:endParaRPr lang="en-US"/>
        </a:p>
      </dgm:t>
    </dgm:pt>
    <dgm:pt modelId="{A3A3030F-5008-4E4B-9A78-96A95A1C1706}" type="parTrans" cxnId="{BDFE25A3-934D-42F3-9F7F-14947567B4EB}">
      <dgm:prSet/>
      <dgm:spPr/>
      <dgm:t>
        <a:bodyPr/>
        <a:lstStyle/>
        <a:p>
          <a:endParaRPr lang="en-US"/>
        </a:p>
      </dgm:t>
    </dgm:pt>
    <dgm:pt modelId="{7D20DD70-1ACB-4D5C-9B71-23C83D6B1C4F}" type="sibTrans" cxnId="{BDFE25A3-934D-42F3-9F7F-14947567B4EB}">
      <dgm:prSet/>
      <dgm:spPr/>
      <dgm:t>
        <a:bodyPr/>
        <a:lstStyle/>
        <a:p>
          <a:endParaRPr lang="en-US"/>
        </a:p>
      </dgm:t>
    </dgm:pt>
    <dgm:pt modelId="{7C6D84F5-2D8B-4EEE-B396-BC933BC02955}">
      <dgm:prSet/>
      <dgm:spPr/>
      <dgm:t>
        <a:bodyPr/>
        <a:lstStyle/>
        <a:p>
          <a:r>
            <a:rPr lang="en-US" b="1" i="0" baseline="0"/>
            <a:t>Cloud Platforms:</a:t>
          </a:r>
          <a:r>
            <a:rPr lang="en-US" b="0" i="0" baseline="0"/>
            <a:t> AWS, GCP, Azure.</a:t>
          </a:r>
          <a:endParaRPr lang="en-US"/>
        </a:p>
      </dgm:t>
    </dgm:pt>
    <dgm:pt modelId="{7EA03532-2D38-4029-A463-29DD6261B5D1}" type="parTrans" cxnId="{38BCE335-E23A-4C76-9CE4-D789766DF8A2}">
      <dgm:prSet/>
      <dgm:spPr/>
      <dgm:t>
        <a:bodyPr/>
        <a:lstStyle/>
        <a:p>
          <a:endParaRPr lang="en-US"/>
        </a:p>
      </dgm:t>
    </dgm:pt>
    <dgm:pt modelId="{F621EF0A-16F0-48EC-B100-64EE96E5CA6B}" type="sibTrans" cxnId="{38BCE335-E23A-4C76-9CE4-D789766DF8A2}">
      <dgm:prSet/>
      <dgm:spPr/>
      <dgm:t>
        <a:bodyPr/>
        <a:lstStyle/>
        <a:p>
          <a:endParaRPr lang="en-US"/>
        </a:p>
      </dgm:t>
    </dgm:pt>
    <dgm:pt modelId="{2145DE7E-93C9-4F3D-A9A3-1CBD88D15CD9}">
      <dgm:prSet/>
      <dgm:spPr/>
      <dgm:t>
        <a:bodyPr/>
        <a:lstStyle/>
        <a:p>
          <a:r>
            <a:rPr lang="en-US" b="1" i="0" baseline="0" dirty="0"/>
            <a:t>Containerization:</a:t>
          </a:r>
          <a:r>
            <a:rPr lang="en-US" b="0" i="0" baseline="0" dirty="0"/>
            <a:t> Docker for portability.</a:t>
          </a:r>
          <a:endParaRPr lang="en-US" dirty="0"/>
        </a:p>
      </dgm:t>
    </dgm:pt>
    <dgm:pt modelId="{44A2511F-9C3D-48F0-AB88-AF9DE428AEA3}" type="parTrans" cxnId="{067AF13C-E497-43AF-A6EB-DD8A4F0E6DEE}">
      <dgm:prSet/>
      <dgm:spPr/>
      <dgm:t>
        <a:bodyPr/>
        <a:lstStyle/>
        <a:p>
          <a:endParaRPr lang="en-US"/>
        </a:p>
      </dgm:t>
    </dgm:pt>
    <dgm:pt modelId="{67E70A8A-C555-4281-9BB8-F815C6ACC21B}" type="sibTrans" cxnId="{067AF13C-E497-43AF-A6EB-DD8A4F0E6DEE}">
      <dgm:prSet/>
      <dgm:spPr/>
      <dgm:t>
        <a:bodyPr/>
        <a:lstStyle/>
        <a:p>
          <a:endParaRPr lang="en-US"/>
        </a:p>
      </dgm:t>
    </dgm:pt>
    <dgm:pt modelId="{B98D6254-2648-43B8-AE0C-38081998F7EE}">
      <dgm:prSet/>
      <dgm:spPr/>
      <dgm:t>
        <a:bodyPr/>
        <a:lstStyle/>
        <a:p>
          <a:r>
            <a:rPr lang="en-US" b="1" i="0" baseline="0"/>
            <a:t>Orchestration:</a:t>
          </a:r>
          <a:r>
            <a:rPr lang="en-US" b="0" i="0" baseline="0"/>
            <a:t> Kubernetes for auto-scaling and load balancing.</a:t>
          </a:r>
          <a:endParaRPr lang="en-US"/>
        </a:p>
      </dgm:t>
    </dgm:pt>
    <dgm:pt modelId="{331ACAD5-D71B-4267-BCD0-FC35B43D7CA6}" type="parTrans" cxnId="{363432FD-2207-49A5-A241-6D304CD98C40}">
      <dgm:prSet/>
      <dgm:spPr/>
      <dgm:t>
        <a:bodyPr/>
        <a:lstStyle/>
        <a:p>
          <a:endParaRPr lang="en-US"/>
        </a:p>
      </dgm:t>
    </dgm:pt>
    <dgm:pt modelId="{9170B92B-42AD-4A77-815E-DAE080277415}" type="sibTrans" cxnId="{363432FD-2207-49A5-A241-6D304CD98C40}">
      <dgm:prSet/>
      <dgm:spPr/>
      <dgm:t>
        <a:bodyPr/>
        <a:lstStyle/>
        <a:p>
          <a:endParaRPr lang="en-US"/>
        </a:p>
      </dgm:t>
    </dgm:pt>
    <dgm:pt modelId="{341F6BD0-F467-4AEE-A65F-565FC5DE6B89}">
      <dgm:prSet/>
      <dgm:spPr/>
      <dgm:t>
        <a:bodyPr/>
        <a:lstStyle/>
        <a:p>
          <a:r>
            <a:rPr lang="en-US" b="0" i="0" baseline="0"/>
            <a:t>Supports both </a:t>
          </a:r>
          <a:r>
            <a:rPr lang="en-US" b="1" i="0" baseline="0"/>
            <a:t>horizontal</a:t>
          </a:r>
          <a:r>
            <a:rPr lang="en-US" b="0" i="0" baseline="0"/>
            <a:t> and </a:t>
          </a:r>
          <a:r>
            <a:rPr lang="en-US" b="1" i="0" baseline="0"/>
            <a:t>vertical scaling</a:t>
          </a:r>
          <a:r>
            <a:rPr lang="en-US" b="0" i="0" baseline="0"/>
            <a:t>.</a:t>
          </a:r>
          <a:endParaRPr lang="en-US"/>
        </a:p>
      </dgm:t>
    </dgm:pt>
    <dgm:pt modelId="{7D2DF692-A556-4773-9ECC-5338E9478B68}" type="parTrans" cxnId="{F7984539-E8A0-465A-8759-EAEDCBEF4040}">
      <dgm:prSet/>
      <dgm:spPr/>
      <dgm:t>
        <a:bodyPr/>
        <a:lstStyle/>
        <a:p>
          <a:endParaRPr lang="en-US"/>
        </a:p>
      </dgm:t>
    </dgm:pt>
    <dgm:pt modelId="{F5BAE07A-367B-4A71-AF3D-3558BA6B31EC}" type="sibTrans" cxnId="{F7984539-E8A0-465A-8759-EAEDCBEF4040}">
      <dgm:prSet/>
      <dgm:spPr/>
      <dgm:t>
        <a:bodyPr/>
        <a:lstStyle/>
        <a:p>
          <a:endParaRPr lang="en-US"/>
        </a:p>
      </dgm:t>
    </dgm:pt>
    <dgm:pt modelId="{B5AC13BF-E280-4987-B96F-3580E160D160}" type="pres">
      <dgm:prSet presAssocID="{BC49BB81-B9B3-43F7-8AB2-BBE9BE013CD7}" presName="root" presStyleCnt="0">
        <dgm:presLayoutVars>
          <dgm:dir/>
          <dgm:resizeHandles val="exact"/>
        </dgm:presLayoutVars>
      </dgm:prSet>
      <dgm:spPr/>
    </dgm:pt>
    <dgm:pt modelId="{9D763C24-A57F-422D-9EC1-FE89CFB17960}" type="pres">
      <dgm:prSet presAssocID="{C4408F5B-CEA0-4179-A4A1-2F368750C82A}" presName="compNode" presStyleCnt="0"/>
      <dgm:spPr/>
    </dgm:pt>
    <dgm:pt modelId="{603B53FB-902B-4477-B4DC-09F2891D48D1}" type="pres">
      <dgm:prSet presAssocID="{C4408F5B-CEA0-4179-A4A1-2F368750C82A}" presName="bgRect" presStyleLbl="bgShp" presStyleIdx="0" presStyleCnt="5"/>
      <dgm:spPr/>
    </dgm:pt>
    <dgm:pt modelId="{60137DED-1E45-4DBC-8AC5-9939AED83A7B}" type="pres">
      <dgm:prSet presAssocID="{C4408F5B-CEA0-4179-A4A1-2F368750C82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C92F5DB-04D7-4B12-BE93-E8ED277259E3}" type="pres">
      <dgm:prSet presAssocID="{C4408F5B-CEA0-4179-A4A1-2F368750C82A}" presName="spaceRect" presStyleCnt="0"/>
      <dgm:spPr/>
    </dgm:pt>
    <dgm:pt modelId="{4C7AE5CA-0693-4774-8932-4BE098DF3BFE}" type="pres">
      <dgm:prSet presAssocID="{C4408F5B-CEA0-4179-A4A1-2F368750C82A}" presName="parTx" presStyleLbl="revTx" presStyleIdx="0" presStyleCnt="5">
        <dgm:presLayoutVars>
          <dgm:chMax val="0"/>
          <dgm:chPref val="0"/>
        </dgm:presLayoutVars>
      </dgm:prSet>
      <dgm:spPr/>
    </dgm:pt>
    <dgm:pt modelId="{C1B76BFF-B58E-438F-869E-8F2AC90FCE8E}" type="pres">
      <dgm:prSet presAssocID="{7D20DD70-1ACB-4D5C-9B71-23C83D6B1C4F}" presName="sibTrans" presStyleCnt="0"/>
      <dgm:spPr/>
    </dgm:pt>
    <dgm:pt modelId="{D81021F8-5A6C-47EB-A152-2C2CD1CBEBAD}" type="pres">
      <dgm:prSet presAssocID="{7C6D84F5-2D8B-4EEE-B396-BC933BC02955}" presName="compNode" presStyleCnt="0"/>
      <dgm:spPr/>
    </dgm:pt>
    <dgm:pt modelId="{533B27A5-6B1C-4F83-8E91-C04313733E76}" type="pres">
      <dgm:prSet presAssocID="{7C6D84F5-2D8B-4EEE-B396-BC933BC02955}" presName="bgRect" presStyleLbl="bgShp" presStyleIdx="1" presStyleCnt="5"/>
      <dgm:spPr/>
    </dgm:pt>
    <dgm:pt modelId="{5C1FBBC6-9564-41D4-9AFB-1FE185DCF0DD}" type="pres">
      <dgm:prSet presAssocID="{7C6D84F5-2D8B-4EEE-B396-BC933BC0295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88C33E31-CC38-42FC-921B-5580FB073CDD}" type="pres">
      <dgm:prSet presAssocID="{7C6D84F5-2D8B-4EEE-B396-BC933BC02955}" presName="spaceRect" presStyleCnt="0"/>
      <dgm:spPr/>
    </dgm:pt>
    <dgm:pt modelId="{67E5CDC0-96AF-4C1C-BCF6-D51F25E259C9}" type="pres">
      <dgm:prSet presAssocID="{7C6D84F5-2D8B-4EEE-B396-BC933BC02955}" presName="parTx" presStyleLbl="revTx" presStyleIdx="1" presStyleCnt="5">
        <dgm:presLayoutVars>
          <dgm:chMax val="0"/>
          <dgm:chPref val="0"/>
        </dgm:presLayoutVars>
      </dgm:prSet>
      <dgm:spPr/>
    </dgm:pt>
    <dgm:pt modelId="{8709C2EA-2F62-4A1B-B26B-8218253F1781}" type="pres">
      <dgm:prSet presAssocID="{F621EF0A-16F0-48EC-B100-64EE96E5CA6B}" presName="sibTrans" presStyleCnt="0"/>
      <dgm:spPr/>
    </dgm:pt>
    <dgm:pt modelId="{3C1A873E-00DE-4221-A9CE-BB1E5C3EB93A}" type="pres">
      <dgm:prSet presAssocID="{2145DE7E-93C9-4F3D-A9A3-1CBD88D15CD9}" presName="compNode" presStyleCnt="0"/>
      <dgm:spPr/>
    </dgm:pt>
    <dgm:pt modelId="{EC6E4A39-B8D6-481D-AD26-D7C10CF609AD}" type="pres">
      <dgm:prSet presAssocID="{2145DE7E-93C9-4F3D-A9A3-1CBD88D15CD9}" presName="bgRect" presStyleLbl="bgShp" presStyleIdx="2" presStyleCnt="5"/>
      <dgm:spPr/>
    </dgm:pt>
    <dgm:pt modelId="{5FF10EDE-CE75-494B-A930-58A4E402BCB5}" type="pres">
      <dgm:prSet presAssocID="{2145DE7E-93C9-4F3D-A9A3-1CBD88D15CD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1200EB9B-8F72-4380-9FCE-94620065C338}" type="pres">
      <dgm:prSet presAssocID="{2145DE7E-93C9-4F3D-A9A3-1CBD88D15CD9}" presName="spaceRect" presStyleCnt="0"/>
      <dgm:spPr/>
    </dgm:pt>
    <dgm:pt modelId="{3CE287F2-8B8E-43D1-8D09-44C7C9DED672}" type="pres">
      <dgm:prSet presAssocID="{2145DE7E-93C9-4F3D-A9A3-1CBD88D15CD9}" presName="parTx" presStyleLbl="revTx" presStyleIdx="2" presStyleCnt="5">
        <dgm:presLayoutVars>
          <dgm:chMax val="0"/>
          <dgm:chPref val="0"/>
        </dgm:presLayoutVars>
      </dgm:prSet>
      <dgm:spPr/>
    </dgm:pt>
    <dgm:pt modelId="{C2797D35-93FB-4590-9560-FBDB1E72F629}" type="pres">
      <dgm:prSet presAssocID="{67E70A8A-C555-4281-9BB8-F815C6ACC21B}" presName="sibTrans" presStyleCnt="0"/>
      <dgm:spPr/>
    </dgm:pt>
    <dgm:pt modelId="{E0844162-667C-4B77-B9CD-7550196D3350}" type="pres">
      <dgm:prSet presAssocID="{B98D6254-2648-43B8-AE0C-38081998F7EE}" presName="compNode" presStyleCnt="0"/>
      <dgm:spPr/>
    </dgm:pt>
    <dgm:pt modelId="{01721F6E-EC63-4174-97CD-07D2716EAF5D}" type="pres">
      <dgm:prSet presAssocID="{B98D6254-2648-43B8-AE0C-38081998F7EE}" presName="bgRect" presStyleLbl="bgShp" presStyleIdx="3" presStyleCnt="5"/>
      <dgm:spPr/>
    </dgm:pt>
    <dgm:pt modelId="{4886366B-5945-41EC-A041-A359D2D5D3C6}" type="pres">
      <dgm:prSet presAssocID="{B98D6254-2648-43B8-AE0C-38081998F7E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5E8C3A7-60B9-413E-9FFD-BF961917ED2C}" type="pres">
      <dgm:prSet presAssocID="{B98D6254-2648-43B8-AE0C-38081998F7EE}" presName="spaceRect" presStyleCnt="0"/>
      <dgm:spPr/>
    </dgm:pt>
    <dgm:pt modelId="{0E85B7B7-2DD0-4698-8A93-A17E4CE3E009}" type="pres">
      <dgm:prSet presAssocID="{B98D6254-2648-43B8-AE0C-38081998F7EE}" presName="parTx" presStyleLbl="revTx" presStyleIdx="3" presStyleCnt="5">
        <dgm:presLayoutVars>
          <dgm:chMax val="0"/>
          <dgm:chPref val="0"/>
        </dgm:presLayoutVars>
      </dgm:prSet>
      <dgm:spPr/>
    </dgm:pt>
    <dgm:pt modelId="{D5667B36-A706-434F-9B5F-078CB2467B2C}" type="pres">
      <dgm:prSet presAssocID="{9170B92B-42AD-4A77-815E-DAE080277415}" presName="sibTrans" presStyleCnt="0"/>
      <dgm:spPr/>
    </dgm:pt>
    <dgm:pt modelId="{83366A98-023F-41EF-9B16-B9F792BA1846}" type="pres">
      <dgm:prSet presAssocID="{341F6BD0-F467-4AEE-A65F-565FC5DE6B89}" presName="compNode" presStyleCnt="0"/>
      <dgm:spPr/>
    </dgm:pt>
    <dgm:pt modelId="{2295659E-9B21-4661-82FD-2F4E088951E2}" type="pres">
      <dgm:prSet presAssocID="{341F6BD0-F467-4AEE-A65F-565FC5DE6B89}" presName="bgRect" presStyleLbl="bgShp" presStyleIdx="4" presStyleCnt="5"/>
      <dgm:spPr/>
    </dgm:pt>
    <dgm:pt modelId="{0C45C2C3-8A4F-4088-973D-6B6F109EBC7F}" type="pres">
      <dgm:prSet presAssocID="{341F6BD0-F467-4AEE-A65F-565FC5DE6B8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BEF3B64E-F769-43CB-A84B-C270CD097176}" type="pres">
      <dgm:prSet presAssocID="{341F6BD0-F467-4AEE-A65F-565FC5DE6B89}" presName="spaceRect" presStyleCnt="0"/>
      <dgm:spPr/>
    </dgm:pt>
    <dgm:pt modelId="{CF45ED35-9654-4941-96E6-143BB490612B}" type="pres">
      <dgm:prSet presAssocID="{341F6BD0-F467-4AEE-A65F-565FC5DE6B8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8BCE335-E23A-4C76-9CE4-D789766DF8A2}" srcId="{BC49BB81-B9B3-43F7-8AB2-BBE9BE013CD7}" destId="{7C6D84F5-2D8B-4EEE-B396-BC933BC02955}" srcOrd="1" destOrd="0" parTransId="{7EA03532-2D38-4029-A463-29DD6261B5D1}" sibTransId="{F621EF0A-16F0-48EC-B100-64EE96E5CA6B}"/>
    <dgm:cxn modelId="{F7984539-E8A0-465A-8759-EAEDCBEF4040}" srcId="{BC49BB81-B9B3-43F7-8AB2-BBE9BE013CD7}" destId="{341F6BD0-F467-4AEE-A65F-565FC5DE6B89}" srcOrd="4" destOrd="0" parTransId="{7D2DF692-A556-4773-9ECC-5338E9478B68}" sibTransId="{F5BAE07A-367B-4A71-AF3D-3558BA6B31EC}"/>
    <dgm:cxn modelId="{067AF13C-E497-43AF-A6EB-DD8A4F0E6DEE}" srcId="{BC49BB81-B9B3-43F7-8AB2-BBE9BE013CD7}" destId="{2145DE7E-93C9-4F3D-A9A3-1CBD88D15CD9}" srcOrd="2" destOrd="0" parTransId="{44A2511F-9C3D-48F0-AB88-AF9DE428AEA3}" sibTransId="{67E70A8A-C555-4281-9BB8-F815C6ACC21B}"/>
    <dgm:cxn modelId="{EBEBD15B-3D49-41D2-BD45-AA3ECD82B7B7}" type="presOf" srcId="{BC49BB81-B9B3-43F7-8AB2-BBE9BE013CD7}" destId="{B5AC13BF-E280-4987-B96F-3580E160D160}" srcOrd="0" destOrd="0" presId="urn:microsoft.com/office/officeart/2018/2/layout/IconVerticalSolidList"/>
    <dgm:cxn modelId="{94DD4276-E628-4F38-85F0-FD26D9293760}" type="presOf" srcId="{C4408F5B-CEA0-4179-A4A1-2F368750C82A}" destId="{4C7AE5CA-0693-4774-8932-4BE098DF3BFE}" srcOrd="0" destOrd="0" presId="urn:microsoft.com/office/officeart/2018/2/layout/IconVerticalSolidList"/>
    <dgm:cxn modelId="{A0571885-8098-4C54-A782-35D2980A7D4C}" type="presOf" srcId="{2145DE7E-93C9-4F3D-A9A3-1CBD88D15CD9}" destId="{3CE287F2-8B8E-43D1-8D09-44C7C9DED672}" srcOrd="0" destOrd="0" presId="urn:microsoft.com/office/officeart/2018/2/layout/IconVerticalSolidList"/>
    <dgm:cxn modelId="{F825F192-5DD0-4C28-A96C-D52A8A582470}" type="presOf" srcId="{B98D6254-2648-43B8-AE0C-38081998F7EE}" destId="{0E85B7B7-2DD0-4698-8A93-A17E4CE3E009}" srcOrd="0" destOrd="0" presId="urn:microsoft.com/office/officeart/2018/2/layout/IconVerticalSolidList"/>
    <dgm:cxn modelId="{BDFE25A3-934D-42F3-9F7F-14947567B4EB}" srcId="{BC49BB81-B9B3-43F7-8AB2-BBE9BE013CD7}" destId="{C4408F5B-CEA0-4179-A4A1-2F368750C82A}" srcOrd="0" destOrd="0" parTransId="{A3A3030F-5008-4E4B-9A78-96A95A1C1706}" sibTransId="{7D20DD70-1ACB-4D5C-9B71-23C83D6B1C4F}"/>
    <dgm:cxn modelId="{5DDC7EBC-014D-4DA8-93B2-E9A39D233032}" type="presOf" srcId="{7C6D84F5-2D8B-4EEE-B396-BC933BC02955}" destId="{67E5CDC0-96AF-4C1C-BCF6-D51F25E259C9}" srcOrd="0" destOrd="0" presId="urn:microsoft.com/office/officeart/2018/2/layout/IconVerticalSolidList"/>
    <dgm:cxn modelId="{300315D6-384A-4B64-8108-D55C15807B78}" type="presOf" srcId="{341F6BD0-F467-4AEE-A65F-565FC5DE6B89}" destId="{CF45ED35-9654-4941-96E6-143BB490612B}" srcOrd="0" destOrd="0" presId="urn:microsoft.com/office/officeart/2018/2/layout/IconVerticalSolidList"/>
    <dgm:cxn modelId="{363432FD-2207-49A5-A241-6D304CD98C40}" srcId="{BC49BB81-B9B3-43F7-8AB2-BBE9BE013CD7}" destId="{B98D6254-2648-43B8-AE0C-38081998F7EE}" srcOrd="3" destOrd="0" parTransId="{331ACAD5-D71B-4267-BCD0-FC35B43D7CA6}" sibTransId="{9170B92B-42AD-4A77-815E-DAE080277415}"/>
    <dgm:cxn modelId="{2908DD9C-2A61-49EA-AF3C-7F3D5CC67360}" type="presParOf" srcId="{B5AC13BF-E280-4987-B96F-3580E160D160}" destId="{9D763C24-A57F-422D-9EC1-FE89CFB17960}" srcOrd="0" destOrd="0" presId="urn:microsoft.com/office/officeart/2018/2/layout/IconVerticalSolidList"/>
    <dgm:cxn modelId="{2B7A227A-7932-4B94-A2B0-051FF48008F0}" type="presParOf" srcId="{9D763C24-A57F-422D-9EC1-FE89CFB17960}" destId="{603B53FB-902B-4477-B4DC-09F2891D48D1}" srcOrd="0" destOrd="0" presId="urn:microsoft.com/office/officeart/2018/2/layout/IconVerticalSolidList"/>
    <dgm:cxn modelId="{1A2C68E9-0475-4BE1-877D-36584421BA55}" type="presParOf" srcId="{9D763C24-A57F-422D-9EC1-FE89CFB17960}" destId="{60137DED-1E45-4DBC-8AC5-9939AED83A7B}" srcOrd="1" destOrd="0" presId="urn:microsoft.com/office/officeart/2018/2/layout/IconVerticalSolidList"/>
    <dgm:cxn modelId="{1C71069A-FEB0-4FAB-AF83-D957733D3642}" type="presParOf" srcId="{9D763C24-A57F-422D-9EC1-FE89CFB17960}" destId="{BC92F5DB-04D7-4B12-BE93-E8ED277259E3}" srcOrd="2" destOrd="0" presId="urn:microsoft.com/office/officeart/2018/2/layout/IconVerticalSolidList"/>
    <dgm:cxn modelId="{282C0D1C-AC2C-4912-85AE-199F919C2B4A}" type="presParOf" srcId="{9D763C24-A57F-422D-9EC1-FE89CFB17960}" destId="{4C7AE5CA-0693-4774-8932-4BE098DF3BFE}" srcOrd="3" destOrd="0" presId="urn:microsoft.com/office/officeart/2018/2/layout/IconVerticalSolidList"/>
    <dgm:cxn modelId="{403AA207-1362-4E6C-AAEE-CECCC23536E2}" type="presParOf" srcId="{B5AC13BF-E280-4987-B96F-3580E160D160}" destId="{C1B76BFF-B58E-438F-869E-8F2AC90FCE8E}" srcOrd="1" destOrd="0" presId="urn:microsoft.com/office/officeart/2018/2/layout/IconVerticalSolidList"/>
    <dgm:cxn modelId="{A41123DC-144B-4D6D-9C75-C77F2FF6D314}" type="presParOf" srcId="{B5AC13BF-E280-4987-B96F-3580E160D160}" destId="{D81021F8-5A6C-47EB-A152-2C2CD1CBEBAD}" srcOrd="2" destOrd="0" presId="urn:microsoft.com/office/officeart/2018/2/layout/IconVerticalSolidList"/>
    <dgm:cxn modelId="{0027B0A4-D929-42A7-9764-70AC8EFFB5D1}" type="presParOf" srcId="{D81021F8-5A6C-47EB-A152-2C2CD1CBEBAD}" destId="{533B27A5-6B1C-4F83-8E91-C04313733E76}" srcOrd="0" destOrd="0" presId="urn:microsoft.com/office/officeart/2018/2/layout/IconVerticalSolidList"/>
    <dgm:cxn modelId="{09E965F6-2B6F-4E02-9501-356D996A2268}" type="presParOf" srcId="{D81021F8-5A6C-47EB-A152-2C2CD1CBEBAD}" destId="{5C1FBBC6-9564-41D4-9AFB-1FE185DCF0DD}" srcOrd="1" destOrd="0" presId="urn:microsoft.com/office/officeart/2018/2/layout/IconVerticalSolidList"/>
    <dgm:cxn modelId="{6222C3B3-E029-4258-A346-476B0D8821CD}" type="presParOf" srcId="{D81021F8-5A6C-47EB-A152-2C2CD1CBEBAD}" destId="{88C33E31-CC38-42FC-921B-5580FB073CDD}" srcOrd="2" destOrd="0" presId="urn:microsoft.com/office/officeart/2018/2/layout/IconVerticalSolidList"/>
    <dgm:cxn modelId="{8EE99219-0081-4CC8-8072-0DF63E806411}" type="presParOf" srcId="{D81021F8-5A6C-47EB-A152-2C2CD1CBEBAD}" destId="{67E5CDC0-96AF-4C1C-BCF6-D51F25E259C9}" srcOrd="3" destOrd="0" presId="urn:microsoft.com/office/officeart/2018/2/layout/IconVerticalSolidList"/>
    <dgm:cxn modelId="{66D1FE6D-4F2E-4720-9A85-90F10111696A}" type="presParOf" srcId="{B5AC13BF-E280-4987-B96F-3580E160D160}" destId="{8709C2EA-2F62-4A1B-B26B-8218253F1781}" srcOrd="3" destOrd="0" presId="urn:microsoft.com/office/officeart/2018/2/layout/IconVerticalSolidList"/>
    <dgm:cxn modelId="{685B0F47-7160-4CBA-B2A4-A4EE5684B5EE}" type="presParOf" srcId="{B5AC13BF-E280-4987-B96F-3580E160D160}" destId="{3C1A873E-00DE-4221-A9CE-BB1E5C3EB93A}" srcOrd="4" destOrd="0" presId="urn:microsoft.com/office/officeart/2018/2/layout/IconVerticalSolidList"/>
    <dgm:cxn modelId="{22F276F0-1221-4EAD-BE18-20DA5C16ECB9}" type="presParOf" srcId="{3C1A873E-00DE-4221-A9CE-BB1E5C3EB93A}" destId="{EC6E4A39-B8D6-481D-AD26-D7C10CF609AD}" srcOrd="0" destOrd="0" presId="urn:microsoft.com/office/officeart/2018/2/layout/IconVerticalSolidList"/>
    <dgm:cxn modelId="{D5B0EB7F-B9A4-45D1-A7A8-FA12EC71BDFD}" type="presParOf" srcId="{3C1A873E-00DE-4221-A9CE-BB1E5C3EB93A}" destId="{5FF10EDE-CE75-494B-A930-58A4E402BCB5}" srcOrd="1" destOrd="0" presId="urn:microsoft.com/office/officeart/2018/2/layout/IconVerticalSolidList"/>
    <dgm:cxn modelId="{C9BEA0C0-EF9E-4EDD-BCC4-9437632760C0}" type="presParOf" srcId="{3C1A873E-00DE-4221-A9CE-BB1E5C3EB93A}" destId="{1200EB9B-8F72-4380-9FCE-94620065C338}" srcOrd="2" destOrd="0" presId="urn:microsoft.com/office/officeart/2018/2/layout/IconVerticalSolidList"/>
    <dgm:cxn modelId="{F15568A3-25C6-4CE0-8E2D-431423DF35C5}" type="presParOf" srcId="{3C1A873E-00DE-4221-A9CE-BB1E5C3EB93A}" destId="{3CE287F2-8B8E-43D1-8D09-44C7C9DED672}" srcOrd="3" destOrd="0" presId="urn:microsoft.com/office/officeart/2018/2/layout/IconVerticalSolidList"/>
    <dgm:cxn modelId="{6E810516-10D1-4F64-A758-1D7E55682F13}" type="presParOf" srcId="{B5AC13BF-E280-4987-B96F-3580E160D160}" destId="{C2797D35-93FB-4590-9560-FBDB1E72F629}" srcOrd="5" destOrd="0" presId="urn:microsoft.com/office/officeart/2018/2/layout/IconVerticalSolidList"/>
    <dgm:cxn modelId="{B885ACB1-B39E-4CFD-9BFD-E0A8C9E2228A}" type="presParOf" srcId="{B5AC13BF-E280-4987-B96F-3580E160D160}" destId="{E0844162-667C-4B77-B9CD-7550196D3350}" srcOrd="6" destOrd="0" presId="urn:microsoft.com/office/officeart/2018/2/layout/IconVerticalSolidList"/>
    <dgm:cxn modelId="{C9BD5605-DE8B-4D62-BBFE-7319C2F47B53}" type="presParOf" srcId="{E0844162-667C-4B77-B9CD-7550196D3350}" destId="{01721F6E-EC63-4174-97CD-07D2716EAF5D}" srcOrd="0" destOrd="0" presId="urn:microsoft.com/office/officeart/2018/2/layout/IconVerticalSolidList"/>
    <dgm:cxn modelId="{F88020E3-1DE5-402D-AD1A-FAF769B72800}" type="presParOf" srcId="{E0844162-667C-4B77-B9CD-7550196D3350}" destId="{4886366B-5945-41EC-A041-A359D2D5D3C6}" srcOrd="1" destOrd="0" presId="urn:microsoft.com/office/officeart/2018/2/layout/IconVerticalSolidList"/>
    <dgm:cxn modelId="{34600FD9-A31A-4B28-8C76-3AE87D63E012}" type="presParOf" srcId="{E0844162-667C-4B77-B9CD-7550196D3350}" destId="{65E8C3A7-60B9-413E-9FFD-BF961917ED2C}" srcOrd="2" destOrd="0" presId="urn:microsoft.com/office/officeart/2018/2/layout/IconVerticalSolidList"/>
    <dgm:cxn modelId="{6F8AE284-61F3-4466-BE01-B70840B974FF}" type="presParOf" srcId="{E0844162-667C-4B77-B9CD-7550196D3350}" destId="{0E85B7B7-2DD0-4698-8A93-A17E4CE3E009}" srcOrd="3" destOrd="0" presId="urn:microsoft.com/office/officeart/2018/2/layout/IconVerticalSolidList"/>
    <dgm:cxn modelId="{56081112-611C-4330-BCDB-DF7D5E1D30CB}" type="presParOf" srcId="{B5AC13BF-E280-4987-B96F-3580E160D160}" destId="{D5667B36-A706-434F-9B5F-078CB2467B2C}" srcOrd="7" destOrd="0" presId="urn:microsoft.com/office/officeart/2018/2/layout/IconVerticalSolidList"/>
    <dgm:cxn modelId="{B22E8C3D-9A69-4CAC-97B3-183603167C2F}" type="presParOf" srcId="{B5AC13BF-E280-4987-B96F-3580E160D160}" destId="{83366A98-023F-41EF-9B16-B9F792BA1846}" srcOrd="8" destOrd="0" presId="urn:microsoft.com/office/officeart/2018/2/layout/IconVerticalSolidList"/>
    <dgm:cxn modelId="{138E03D6-34FC-4B7D-A900-AF8604EC21D1}" type="presParOf" srcId="{83366A98-023F-41EF-9B16-B9F792BA1846}" destId="{2295659E-9B21-4661-82FD-2F4E088951E2}" srcOrd="0" destOrd="0" presId="urn:microsoft.com/office/officeart/2018/2/layout/IconVerticalSolidList"/>
    <dgm:cxn modelId="{21EE1550-469F-4763-BB25-70D6243B6E8E}" type="presParOf" srcId="{83366A98-023F-41EF-9B16-B9F792BA1846}" destId="{0C45C2C3-8A4F-4088-973D-6B6F109EBC7F}" srcOrd="1" destOrd="0" presId="urn:microsoft.com/office/officeart/2018/2/layout/IconVerticalSolidList"/>
    <dgm:cxn modelId="{3240EBC1-B89B-4604-9D84-452960BF4F18}" type="presParOf" srcId="{83366A98-023F-41EF-9B16-B9F792BA1846}" destId="{BEF3B64E-F769-43CB-A84B-C270CD097176}" srcOrd="2" destOrd="0" presId="urn:microsoft.com/office/officeart/2018/2/layout/IconVerticalSolidList"/>
    <dgm:cxn modelId="{9DF95120-BB78-40AF-8A0A-6CF186B1E8FD}" type="presParOf" srcId="{83366A98-023F-41EF-9B16-B9F792BA1846}" destId="{CF45ED35-9654-4941-96E6-143BB49061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90A701C-A77E-4B3F-845C-C2B1E43A304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1A10C6B-7132-4541-8413-4ED4F690F56D}">
      <dgm:prSet/>
      <dgm:spPr/>
      <dgm:t>
        <a:bodyPr/>
        <a:lstStyle/>
        <a:p>
          <a:r>
            <a:rPr lang="en-US" b="0" i="0" baseline="0"/>
            <a:t>Automates the ML lifecycle:</a:t>
          </a:r>
          <a:endParaRPr lang="en-US"/>
        </a:p>
      </dgm:t>
    </dgm:pt>
    <dgm:pt modelId="{C6A68E37-7EF5-4FC9-BD37-7E364B060AA8}" type="parTrans" cxnId="{CFC94B8D-FEE5-4C49-8BD1-DF8E4152522F}">
      <dgm:prSet/>
      <dgm:spPr/>
      <dgm:t>
        <a:bodyPr/>
        <a:lstStyle/>
        <a:p>
          <a:endParaRPr lang="en-US"/>
        </a:p>
      </dgm:t>
    </dgm:pt>
    <dgm:pt modelId="{3070572B-9E54-4E3D-9D96-A5361536F130}" type="sibTrans" cxnId="{CFC94B8D-FEE5-4C49-8BD1-DF8E4152522F}">
      <dgm:prSet/>
      <dgm:spPr/>
      <dgm:t>
        <a:bodyPr/>
        <a:lstStyle/>
        <a:p>
          <a:endParaRPr lang="en-US"/>
        </a:p>
      </dgm:t>
    </dgm:pt>
    <dgm:pt modelId="{DCE13B6D-9AC2-4E6C-A188-957A85AF1D75}">
      <dgm:prSet/>
      <dgm:spPr/>
      <dgm:t>
        <a:bodyPr/>
        <a:lstStyle/>
        <a:p>
          <a:r>
            <a:rPr lang="en-US" b="0" i="0" baseline="0"/>
            <a:t>Code testing.</a:t>
          </a:r>
          <a:endParaRPr lang="en-US"/>
        </a:p>
      </dgm:t>
    </dgm:pt>
    <dgm:pt modelId="{4AEBABC5-C534-48B6-8AA7-3EF24450CDAD}" type="parTrans" cxnId="{823E9FAA-4B4E-4E48-A268-CBAE4C481A71}">
      <dgm:prSet/>
      <dgm:spPr/>
      <dgm:t>
        <a:bodyPr/>
        <a:lstStyle/>
        <a:p>
          <a:endParaRPr lang="en-US"/>
        </a:p>
      </dgm:t>
    </dgm:pt>
    <dgm:pt modelId="{30A8ADAB-5388-4197-BCDA-C94CC4260609}" type="sibTrans" cxnId="{823E9FAA-4B4E-4E48-A268-CBAE4C481A71}">
      <dgm:prSet/>
      <dgm:spPr/>
      <dgm:t>
        <a:bodyPr/>
        <a:lstStyle/>
        <a:p>
          <a:endParaRPr lang="en-US"/>
        </a:p>
      </dgm:t>
    </dgm:pt>
    <dgm:pt modelId="{DE3091C2-CFBE-412D-91F4-800981181ACA}">
      <dgm:prSet/>
      <dgm:spPr/>
      <dgm:t>
        <a:bodyPr/>
        <a:lstStyle/>
        <a:p>
          <a:r>
            <a:rPr lang="en-US" b="0" i="0" baseline="0"/>
            <a:t>Model validation.</a:t>
          </a:r>
          <a:endParaRPr lang="en-US"/>
        </a:p>
      </dgm:t>
    </dgm:pt>
    <dgm:pt modelId="{6676500D-0F1A-4574-B23B-8A52631A8D64}" type="parTrans" cxnId="{2522422A-4E81-4BF5-AE2B-359842DE67C9}">
      <dgm:prSet/>
      <dgm:spPr/>
      <dgm:t>
        <a:bodyPr/>
        <a:lstStyle/>
        <a:p>
          <a:endParaRPr lang="en-US"/>
        </a:p>
      </dgm:t>
    </dgm:pt>
    <dgm:pt modelId="{51682801-6CE7-49F6-BF5D-72F805D719FC}" type="sibTrans" cxnId="{2522422A-4E81-4BF5-AE2B-359842DE67C9}">
      <dgm:prSet/>
      <dgm:spPr/>
      <dgm:t>
        <a:bodyPr/>
        <a:lstStyle/>
        <a:p>
          <a:endParaRPr lang="en-US"/>
        </a:p>
      </dgm:t>
    </dgm:pt>
    <dgm:pt modelId="{A2E2AA54-430A-4074-A82B-D79B7EA4C1C3}">
      <dgm:prSet/>
      <dgm:spPr/>
      <dgm:t>
        <a:bodyPr/>
        <a:lstStyle/>
        <a:p>
          <a:r>
            <a:rPr lang="en-US" b="0" i="0" baseline="0"/>
            <a:t>Automated deployment pipelines.</a:t>
          </a:r>
          <a:endParaRPr lang="en-US"/>
        </a:p>
      </dgm:t>
    </dgm:pt>
    <dgm:pt modelId="{AB95287A-403A-416C-B3CF-DC6B99AF854E}" type="parTrans" cxnId="{29C2B2E9-9F07-4E39-B0AC-00CA744A4B62}">
      <dgm:prSet/>
      <dgm:spPr/>
      <dgm:t>
        <a:bodyPr/>
        <a:lstStyle/>
        <a:p>
          <a:endParaRPr lang="en-US"/>
        </a:p>
      </dgm:t>
    </dgm:pt>
    <dgm:pt modelId="{B24C6786-3956-40D8-90F5-6ED6706B731A}" type="sibTrans" cxnId="{29C2B2E9-9F07-4E39-B0AC-00CA744A4B62}">
      <dgm:prSet/>
      <dgm:spPr/>
      <dgm:t>
        <a:bodyPr/>
        <a:lstStyle/>
        <a:p>
          <a:endParaRPr lang="en-US"/>
        </a:p>
      </dgm:t>
    </dgm:pt>
    <dgm:pt modelId="{CB1A0204-D6A7-4D05-9A02-ED1B18938FF0}">
      <dgm:prSet/>
      <dgm:spPr/>
      <dgm:t>
        <a:bodyPr/>
        <a:lstStyle/>
        <a:p>
          <a:r>
            <a:rPr lang="en-US" b="0" i="0" baseline="0"/>
            <a:t>Tools: Jenkins, GitHub Actions, MLFlow, Kubeflow Pipelines.</a:t>
          </a:r>
          <a:endParaRPr lang="en-US"/>
        </a:p>
      </dgm:t>
    </dgm:pt>
    <dgm:pt modelId="{48A24575-C7F6-41F4-A5ED-2F1AD1262917}" type="parTrans" cxnId="{7C1B5417-4F2B-4787-9076-28CD2A0EDD93}">
      <dgm:prSet/>
      <dgm:spPr/>
      <dgm:t>
        <a:bodyPr/>
        <a:lstStyle/>
        <a:p>
          <a:endParaRPr lang="en-US"/>
        </a:p>
      </dgm:t>
    </dgm:pt>
    <dgm:pt modelId="{C913DC6A-BF7C-4C66-987D-B29042CD0B18}" type="sibTrans" cxnId="{7C1B5417-4F2B-4787-9076-28CD2A0EDD93}">
      <dgm:prSet/>
      <dgm:spPr/>
      <dgm:t>
        <a:bodyPr/>
        <a:lstStyle/>
        <a:p>
          <a:endParaRPr lang="en-US"/>
        </a:p>
      </dgm:t>
    </dgm:pt>
    <dgm:pt modelId="{36D2E9CF-9F41-4976-9EA3-44A694876187}" type="pres">
      <dgm:prSet presAssocID="{890A701C-A77E-4B3F-845C-C2B1E43A3041}" presName="linear" presStyleCnt="0">
        <dgm:presLayoutVars>
          <dgm:animLvl val="lvl"/>
          <dgm:resizeHandles val="exact"/>
        </dgm:presLayoutVars>
      </dgm:prSet>
      <dgm:spPr/>
    </dgm:pt>
    <dgm:pt modelId="{D5B5370F-978E-4C09-8A5B-920AB4F8B0EB}" type="pres">
      <dgm:prSet presAssocID="{F1A10C6B-7132-4541-8413-4ED4F690F56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B0BEC97-1F81-49E5-B485-8B98A7F6F8A4}" type="pres">
      <dgm:prSet presAssocID="{3070572B-9E54-4E3D-9D96-A5361536F130}" presName="spacer" presStyleCnt="0"/>
      <dgm:spPr/>
    </dgm:pt>
    <dgm:pt modelId="{102BBEC6-9499-4462-BECC-F53B9E74A40B}" type="pres">
      <dgm:prSet presAssocID="{DCE13B6D-9AC2-4E6C-A188-957A85AF1D7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2689EA2-2E1E-444D-B2D8-80C01A96D2D3}" type="pres">
      <dgm:prSet presAssocID="{30A8ADAB-5388-4197-BCDA-C94CC4260609}" presName="spacer" presStyleCnt="0"/>
      <dgm:spPr/>
    </dgm:pt>
    <dgm:pt modelId="{AFBBF97A-97EC-443A-8E64-6CC5EDFBBF5D}" type="pres">
      <dgm:prSet presAssocID="{DE3091C2-CFBE-412D-91F4-800981181AC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8B87CE3-F497-4F3B-8AF7-97F07B43CFAB}" type="pres">
      <dgm:prSet presAssocID="{51682801-6CE7-49F6-BF5D-72F805D719FC}" presName="spacer" presStyleCnt="0"/>
      <dgm:spPr/>
    </dgm:pt>
    <dgm:pt modelId="{9A40F931-CA9A-44E9-A640-FC6A28167DC5}" type="pres">
      <dgm:prSet presAssocID="{A2E2AA54-430A-4074-A82B-D79B7EA4C1C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84A4679-35F5-4BDE-9AA4-0F86FEAEBBCB}" type="pres">
      <dgm:prSet presAssocID="{B24C6786-3956-40D8-90F5-6ED6706B731A}" presName="spacer" presStyleCnt="0"/>
      <dgm:spPr/>
    </dgm:pt>
    <dgm:pt modelId="{8E93214D-A5E4-4589-B572-75759CDF84F8}" type="pres">
      <dgm:prSet presAssocID="{CB1A0204-D6A7-4D05-9A02-ED1B18938FF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C1B5417-4F2B-4787-9076-28CD2A0EDD93}" srcId="{890A701C-A77E-4B3F-845C-C2B1E43A3041}" destId="{CB1A0204-D6A7-4D05-9A02-ED1B18938FF0}" srcOrd="4" destOrd="0" parTransId="{48A24575-C7F6-41F4-A5ED-2F1AD1262917}" sibTransId="{C913DC6A-BF7C-4C66-987D-B29042CD0B18}"/>
    <dgm:cxn modelId="{2522422A-4E81-4BF5-AE2B-359842DE67C9}" srcId="{890A701C-A77E-4B3F-845C-C2B1E43A3041}" destId="{DE3091C2-CFBE-412D-91F4-800981181ACA}" srcOrd="2" destOrd="0" parTransId="{6676500D-0F1A-4574-B23B-8A52631A8D64}" sibTransId="{51682801-6CE7-49F6-BF5D-72F805D719FC}"/>
    <dgm:cxn modelId="{2A657C8C-465A-46FC-90E2-9B2D8C0844CA}" type="presOf" srcId="{890A701C-A77E-4B3F-845C-C2B1E43A3041}" destId="{36D2E9CF-9F41-4976-9EA3-44A694876187}" srcOrd="0" destOrd="0" presId="urn:microsoft.com/office/officeart/2005/8/layout/vList2"/>
    <dgm:cxn modelId="{CFC94B8D-FEE5-4C49-8BD1-DF8E4152522F}" srcId="{890A701C-A77E-4B3F-845C-C2B1E43A3041}" destId="{F1A10C6B-7132-4541-8413-4ED4F690F56D}" srcOrd="0" destOrd="0" parTransId="{C6A68E37-7EF5-4FC9-BD37-7E364B060AA8}" sibTransId="{3070572B-9E54-4E3D-9D96-A5361536F130}"/>
    <dgm:cxn modelId="{D09B79A9-F9AE-4BE0-BEDB-F85F56C7A87A}" type="presOf" srcId="{DE3091C2-CFBE-412D-91F4-800981181ACA}" destId="{AFBBF97A-97EC-443A-8E64-6CC5EDFBBF5D}" srcOrd="0" destOrd="0" presId="urn:microsoft.com/office/officeart/2005/8/layout/vList2"/>
    <dgm:cxn modelId="{823E9FAA-4B4E-4E48-A268-CBAE4C481A71}" srcId="{890A701C-A77E-4B3F-845C-C2B1E43A3041}" destId="{DCE13B6D-9AC2-4E6C-A188-957A85AF1D75}" srcOrd="1" destOrd="0" parTransId="{4AEBABC5-C534-48B6-8AA7-3EF24450CDAD}" sibTransId="{30A8ADAB-5388-4197-BCDA-C94CC4260609}"/>
    <dgm:cxn modelId="{6E6156AE-60E8-4EAA-90D7-53D324F8FD8D}" type="presOf" srcId="{F1A10C6B-7132-4541-8413-4ED4F690F56D}" destId="{D5B5370F-978E-4C09-8A5B-920AB4F8B0EB}" srcOrd="0" destOrd="0" presId="urn:microsoft.com/office/officeart/2005/8/layout/vList2"/>
    <dgm:cxn modelId="{532B15B9-D5A9-4CBC-8481-24825646FBA7}" type="presOf" srcId="{CB1A0204-D6A7-4D05-9A02-ED1B18938FF0}" destId="{8E93214D-A5E4-4589-B572-75759CDF84F8}" srcOrd="0" destOrd="0" presId="urn:microsoft.com/office/officeart/2005/8/layout/vList2"/>
    <dgm:cxn modelId="{DE25DFC7-2C68-4889-945E-D53B8ABB6635}" type="presOf" srcId="{DCE13B6D-9AC2-4E6C-A188-957A85AF1D75}" destId="{102BBEC6-9499-4462-BECC-F53B9E74A40B}" srcOrd="0" destOrd="0" presId="urn:microsoft.com/office/officeart/2005/8/layout/vList2"/>
    <dgm:cxn modelId="{211C22D6-E1D3-49FD-9B4B-FB1D3FD5B337}" type="presOf" srcId="{A2E2AA54-430A-4074-A82B-D79B7EA4C1C3}" destId="{9A40F931-CA9A-44E9-A640-FC6A28167DC5}" srcOrd="0" destOrd="0" presId="urn:microsoft.com/office/officeart/2005/8/layout/vList2"/>
    <dgm:cxn modelId="{29C2B2E9-9F07-4E39-B0AC-00CA744A4B62}" srcId="{890A701C-A77E-4B3F-845C-C2B1E43A3041}" destId="{A2E2AA54-430A-4074-A82B-D79B7EA4C1C3}" srcOrd="3" destOrd="0" parTransId="{AB95287A-403A-416C-B3CF-DC6B99AF854E}" sibTransId="{B24C6786-3956-40D8-90F5-6ED6706B731A}"/>
    <dgm:cxn modelId="{6DCC848D-2FDA-40B3-9577-35BF47D84C30}" type="presParOf" srcId="{36D2E9CF-9F41-4976-9EA3-44A694876187}" destId="{D5B5370F-978E-4C09-8A5B-920AB4F8B0EB}" srcOrd="0" destOrd="0" presId="urn:microsoft.com/office/officeart/2005/8/layout/vList2"/>
    <dgm:cxn modelId="{62FB43D7-61DF-4580-AFE7-79139D0EDABC}" type="presParOf" srcId="{36D2E9CF-9F41-4976-9EA3-44A694876187}" destId="{5B0BEC97-1F81-49E5-B485-8B98A7F6F8A4}" srcOrd="1" destOrd="0" presId="urn:microsoft.com/office/officeart/2005/8/layout/vList2"/>
    <dgm:cxn modelId="{35774B3F-28CD-45AB-9C64-03BC2F91E303}" type="presParOf" srcId="{36D2E9CF-9F41-4976-9EA3-44A694876187}" destId="{102BBEC6-9499-4462-BECC-F53B9E74A40B}" srcOrd="2" destOrd="0" presId="urn:microsoft.com/office/officeart/2005/8/layout/vList2"/>
    <dgm:cxn modelId="{8A7B1691-F4C6-4BB6-B8C6-6C3F4686F68C}" type="presParOf" srcId="{36D2E9CF-9F41-4976-9EA3-44A694876187}" destId="{62689EA2-2E1E-444D-B2D8-80C01A96D2D3}" srcOrd="3" destOrd="0" presId="urn:microsoft.com/office/officeart/2005/8/layout/vList2"/>
    <dgm:cxn modelId="{583AF9BA-8026-4A30-999E-DC5D31471993}" type="presParOf" srcId="{36D2E9CF-9F41-4976-9EA3-44A694876187}" destId="{AFBBF97A-97EC-443A-8E64-6CC5EDFBBF5D}" srcOrd="4" destOrd="0" presId="urn:microsoft.com/office/officeart/2005/8/layout/vList2"/>
    <dgm:cxn modelId="{6D094252-03AC-4818-8F64-A436521A027B}" type="presParOf" srcId="{36D2E9CF-9F41-4976-9EA3-44A694876187}" destId="{88B87CE3-F497-4F3B-8AF7-97F07B43CFAB}" srcOrd="5" destOrd="0" presId="urn:microsoft.com/office/officeart/2005/8/layout/vList2"/>
    <dgm:cxn modelId="{30A82716-A20C-422C-A6CC-088D6C06ACC9}" type="presParOf" srcId="{36D2E9CF-9F41-4976-9EA3-44A694876187}" destId="{9A40F931-CA9A-44E9-A640-FC6A28167DC5}" srcOrd="6" destOrd="0" presId="urn:microsoft.com/office/officeart/2005/8/layout/vList2"/>
    <dgm:cxn modelId="{4D0EFC4A-D053-4D92-8CE8-9CC604260440}" type="presParOf" srcId="{36D2E9CF-9F41-4976-9EA3-44A694876187}" destId="{F84A4679-35F5-4BDE-9AA4-0F86FEAEBBCB}" srcOrd="7" destOrd="0" presId="urn:microsoft.com/office/officeart/2005/8/layout/vList2"/>
    <dgm:cxn modelId="{3B784D61-553B-4302-AD84-E48F4C3245EA}" type="presParOf" srcId="{36D2E9CF-9F41-4976-9EA3-44A694876187}" destId="{8E93214D-A5E4-4589-B572-75759CDF84F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4BF25F6-200A-4DBC-8DCD-FA7AB2AC69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723D3E-DA1E-4BCE-AD7B-06CBFAA1AA24}">
      <dgm:prSet/>
      <dgm:spPr/>
      <dgm:t>
        <a:bodyPr/>
        <a:lstStyle/>
        <a:p>
          <a:r>
            <a:rPr lang="en-US" b="0" i="0" baseline="0"/>
            <a:t>Handling large-scale data efficiently.</a:t>
          </a:r>
          <a:endParaRPr lang="en-US"/>
        </a:p>
      </dgm:t>
    </dgm:pt>
    <dgm:pt modelId="{68590214-7177-424E-AE24-87FE81D088B8}" type="parTrans" cxnId="{35700546-90EB-4CDD-ADDB-5B1CE3EEEAEF}">
      <dgm:prSet/>
      <dgm:spPr/>
      <dgm:t>
        <a:bodyPr/>
        <a:lstStyle/>
        <a:p>
          <a:endParaRPr lang="en-US"/>
        </a:p>
      </dgm:t>
    </dgm:pt>
    <dgm:pt modelId="{6BB0F362-75FC-4FB3-A122-1541E3CA2CB4}" type="sibTrans" cxnId="{35700546-90EB-4CDD-ADDB-5B1CE3EEEAEF}">
      <dgm:prSet/>
      <dgm:spPr/>
      <dgm:t>
        <a:bodyPr/>
        <a:lstStyle/>
        <a:p>
          <a:endParaRPr lang="en-US"/>
        </a:p>
      </dgm:t>
    </dgm:pt>
    <dgm:pt modelId="{EB9007ED-B474-4499-8D2D-56558E81D0A6}">
      <dgm:prSet/>
      <dgm:spPr/>
      <dgm:t>
        <a:bodyPr/>
        <a:lstStyle/>
        <a:p>
          <a:r>
            <a:rPr lang="en-US" b="0" i="0" baseline="0"/>
            <a:t>Maintaining model performance over time.</a:t>
          </a:r>
          <a:endParaRPr lang="en-US"/>
        </a:p>
      </dgm:t>
    </dgm:pt>
    <dgm:pt modelId="{42CC04CA-85A9-42FB-9038-A0944A5F56A1}" type="parTrans" cxnId="{8855FEC9-6F63-4909-BD88-C76078AA8D0B}">
      <dgm:prSet/>
      <dgm:spPr/>
      <dgm:t>
        <a:bodyPr/>
        <a:lstStyle/>
        <a:p>
          <a:endParaRPr lang="en-US"/>
        </a:p>
      </dgm:t>
    </dgm:pt>
    <dgm:pt modelId="{83ACC698-EEEE-4DF3-B681-A84079AF4D1C}" type="sibTrans" cxnId="{8855FEC9-6F63-4909-BD88-C76078AA8D0B}">
      <dgm:prSet/>
      <dgm:spPr/>
      <dgm:t>
        <a:bodyPr/>
        <a:lstStyle/>
        <a:p>
          <a:endParaRPr lang="en-US"/>
        </a:p>
      </dgm:t>
    </dgm:pt>
    <dgm:pt modelId="{A49F842D-E90B-42C8-BEFC-3FF0A4D5711A}">
      <dgm:prSet/>
      <dgm:spPr/>
      <dgm:t>
        <a:bodyPr/>
        <a:lstStyle/>
        <a:p>
          <a:r>
            <a:rPr lang="en-US" b="0" i="0" baseline="0"/>
            <a:t>Ensuring reproducibility and compliance.</a:t>
          </a:r>
          <a:endParaRPr lang="en-US"/>
        </a:p>
      </dgm:t>
    </dgm:pt>
    <dgm:pt modelId="{CBA02467-ABC1-449B-AD93-92552FD05E27}" type="parTrans" cxnId="{C2043D5E-65E8-4075-BC66-8C1CDCB848D8}">
      <dgm:prSet/>
      <dgm:spPr/>
      <dgm:t>
        <a:bodyPr/>
        <a:lstStyle/>
        <a:p>
          <a:endParaRPr lang="en-US"/>
        </a:p>
      </dgm:t>
    </dgm:pt>
    <dgm:pt modelId="{0911D050-2D03-47ED-BC85-D388A7C909F8}" type="sibTrans" cxnId="{C2043D5E-65E8-4075-BC66-8C1CDCB848D8}">
      <dgm:prSet/>
      <dgm:spPr/>
      <dgm:t>
        <a:bodyPr/>
        <a:lstStyle/>
        <a:p>
          <a:endParaRPr lang="en-US"/>
        </a:p>
      </dgm:t>
    </dgm:pt>
    <dgm:pt modelId="{D1D86B05-B9E5-4594-A1DC-AD9C0BA769A7}">
      <dgm:prSet/>
      <dgm:spPr/>
      <dgm:t>
        <a:bodyPr/>
        <a:lstStyle/>
        <a:p>
          <a:r>
            <a:rPr lang="en-US" b="0" i="0" baseline="0"/>
            <a:t>Managing costs and computational resources.</a:t>
          </a:r>
          <a:endParaRPr lang="en-US"/>
        </a:p>
      </dgm:t>
    </dgm:pt>
    <dgm:pt modelId="{6605001D-5CCD-4F4F-877E-D0B137F81BBC}" type="parTrans" cxnId="{CC5734E0-0965-458A-AF1E-289B3E2C1605}">
      <dgm:prSet/>
      <dgm:spPr/>
      <dgm:t>
        <a:bodyPr/>
        <a:lstStyle/>
        <a:p>
          <a:endParaRPr lang="en-US"/>
        </a:p>
      </dgm:t>
    </dgm:pt>
    <dgm:pt modelId="{BA71FB3E-AB89-4389-B4F5-CEF0AAD4AD95}" type="sibTrans" cxnId="{CC5734E0-0965-458A-AF1E-289B3E2C1605}">
      <dgm:prSet/>
      <dgm:spPr/>
      <dgm:t>
        <a:bodyPr/>
        <a:lstStyle/>
        <a:p>
          <a:endParaRPr lang="en-US"/>
        </a:p>
      </dgm:t>
    </dgm:pt>
    <dgm:pt modelId="{0DD24A4E-010B-49E9-87B1-D7EDD236F700}" type="pres">
      <dgm:prSet presAssocID="{A4BF25F6-200A-4DBC-8DCD-FA7AB2AC69F5}" presName="root" presStyleCnt="0">
        <dgm:presLayoutVars>
          <dgm:dir/>
          <dgm:resizeHandles val="exact"/>
        </dgm:presLayoutVars>
      </dgm:prSet>
      <dgm:spPr/>
    </dgm:pt>
    <dgm:pt modelId="{D0B7112E-0F1A-4B79-B1F2-4D92EEA49B25}" type="pres">
      <dgm:prSet presAssocID="{93723D3E-DA1E-4BCE-AD7B-06CBFAA1AA24}" presName="compNode" presStyleCnt="0"/>
      <dgm:spPr/>
    </dgm:pt>
    <dgm:pt modelId="{179B03D9-2686-4D8F-BA76-4DB2DD2D03A6}" type="pres">
      <dgm:prSet presAssocID="{93723D3E-DA1E-4BCE-AD7B-06CBFAA1AA24}" presName="bgRect" presStyleLbl="bgShp" presStyleIdx="0" presStyleCnt="4"/>
      <dgm:spPr/>
    </dgm:pt>
    <dgm:pt modelId="{0D9B42E0-2C9A-43B2-8628-181D41177560}" type="pres">
      <dgm:prSet presAssocID="{93723D3E-DA1E-4BCE-AD7B-06CBFAA1AA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6612D7B1-0694-480D-87F1-173260345F5D}" type="pres">
      <dgm:prSet presAssocID="{93723D3E-DA1E-4BCE-AD7B-06CBFAA1AA24}" presName="spaceRect" presStyleCnt="0"/>
      <dgm:spPr/>
    </dgm:pt>
    <dgm:pt modelId="{99A6D166-18E3-43E4-9A72-78253A14BC60}" type="pres">
      <dgm:prSet presAssocID="{93723D3E-DA1E-4BCE-AD7B-06CBFAA1AA24}" presName="parTx" presStyleLbl="revTx" presStyleIdx="0" presStyleCnt="4">
        <dgm:presLayoutVars>
          <dgm:chMax val="0"/>
          <dgm:chPref val="0"/>
        </dgm:presLayoutVars>
      </dgm:prSet>
      <dgm:spPr/>
    </dgm:pt>
    <dgm:pt modelId="{6E7923C5-2729-473F-BB51-26DAA54EB9E6}" type="pres">
      <dgm:prSet presAssocID="{6BB0F362-75FC-4FB3-A122-1541E3CA2CB4}" presName="sibTrans" presStyleCnt="0"/>
      <dgm:spPr/>
    </dgm:pt>
    <dgm:pt modelId="{FAE20126-F885-465B-AF72-83AB1314EB22}" type="pres">
      <dgm:prSet presAssocID="{EB9007ED-B474-4499-8D2D-56558E81D0A6}" presName="compNode" presStyleCnt="0"/>
      <dgm:spPr/>
    </dgm:pt>
    <dgm:pt modelId="{5E2ED740-26BC-48E5-BB7F-27D9163BAE5A}" type="pres">
      <dgm:prSet presAssocID="{EB9007ED-B474-4499-8D2D-56558E81D0A6}" presName="bgRect" presStyleLbl="bgShp" presStyleIdx="1" presStyleCnt="4"/>
      <dgm:spPr/>
    </dgm:pt>
    <dgm:pt modelId="{3A6B08C2-54FF-4CEF-BD46-9935099EF541}" type="pres">
      <dgm:prSet presAssocID="{EB9007ED-B474-4499-8D2D-56558E81D0A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32B6D11-A81B-4685-9B74-3533F152AA57}" type="pres">
      <dgm:prSet presAssocID="{EB9007ED-B474-4499-8D2D-56558E81D0A6}" presName="spaceRect" presStyleCnt="0"/>
      <dgm:spPr/>
    </dgm:pt>
    <dgm:pt modelId="{69AA4457-7406-43F2-A3E9-55B40EE87673}" type="pres">
      <dgm:prSet presAssocID="{EB9007ED-B474-4499-8D2D-56558E81D0A6}" presName="parTx" presStyleLbl="revTx" presStyleIdx="1" presStyleCnt="4">
        <dgm:presLayoutVars>
          <dgm:chMax val="0"/>
          <dgm:chPref val="0"/>
        </dgm:presLayoutVars>
      </dgm:prSet>
      <dgm:spPr/>
    </dgm:pt>
    <dgm:pt modelId="{512D213E-ECB4-4337-AB9A-6CB6FFAE6D92}" type="pres">
      <dgm:prSet presAssocID="{83ACC698-EEEE-4DF3-B681-A84079AF4D1C}" presName="sibTrans" presStyleCnt="0"/>
      <dgm:spPr/>
    </dgm:pt>
    <dgm:pt modelId="{F28C8C44-5CC7-49AA-A6EE-B68175802856}" type="pres">
      <dgm:prSet presAssocID="{A49F842D-E90B-42C8-BEFC-3FF0A4D5711A}" presName="compNode" presStyleCnt="0"/>
      <dgm:spPr/>
    </dgm:pt>
    <dgm:pt modelId="{B1CFF9FD-EBED-4386-933B-F4F7474B2CD2}" type="pres">
      <dgm:prSet presAssocID="{A49F842D-E90B-42C8-BEFC-3FF0A4D5711A}" presName="bgRect" presStyleLbl="bgShp" presStyleIdx="2" presStyleCnt="4"/>
      <dgm:spPr/>
    </dgm:pt>
    <dgm:pt modelId="{60AD92D1-A8FA-4A06-96E4-D509E3E65D2C}" type="pres">
      <dgm:prSet presAssocID="{A49F842D-E90B-42C8-BEFC-3FF0A4D571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6E8CA38-7DB9-4A28-8D5C-A189F4D2998F}" type="pres">
      <dgm:prSet presAssocID="{A49F842D-E90B-42C8-BEFC-3FF0A4D5711A}" presName="spaceRect" presStyleCnt="0"/>
      <dgm:spPr/>
    </dgm:pt>
    <dgm:pt modelId="{A748306D-AE6A-4B09-B474-CBCE353C4B44}" type="pres">
      <dgm:prSet presAssocID="{A49F842D-E90B-42C8-BEFC-3FF0A4D5711A}" presName="parTx" presStyleLbl="revTx" presStyleIdx="2" presStyleCnt="4">
        <dgm:presLayoutVars>
          <dgm:chMax val="0"/>
          <dgm:chPref val="0"/>
        </dgm:presLayoutVars>
      </dgm:prSet>
      <dgm:spPr/>
    </dgm:pt>
    <dgm:pt modelId="{7C187DA0-22D7-46FE-A89B-B9479EEEBAF2}" type="pres">
      <dgm:prSet presAssocID="{0911D050-2D03-47ED-BC85-D388A7C909F8}" presName="sibTrans" presStyleCnt="0"/>
      <dgm:spPr/>
    </dgm:pt>
    <dgm:pt modelId="{50E12029-2E39-40A8-A6D9-B499EC39EAEE}" type="pres">
      <dgm:prSet presAssocID="{D1D86B05-B9E5-4594-A1DC-AD9C0BA769A7}" presName="compNode" presStyleCnt="0"/>
      <dgm:spPr/>
    </dgm:pt>
    <dgm:pt modelId="{0F99DF14-BA83-452C-8908-AB8D7C9451B8}" type="pres">
      <dgm:prSet presAssocID="{D1D86B05-B9E5-4594-A1DC-AD9C0BA769A7}" presName="bgRect" presStyleLbl="bgShp" presStyleIdx="3" presStyleCnt="4"/>
      <dgm:spPr/>
    </dgm:pt>
    <dgm:pt modelId="{4C5387B4-25D2-4EBD-86EA-01835352B359}" type="pres">
      <dgm:prSet presAssocID="{D1D86B05-B9E5-4594-A1DC-AD9C0BA769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3E7F585-FC6C-46F5-853B-EDA8E2936982}" type="pres">
      <dgm:prSet presAssocID="{D1D86B05-B9E5-4594-A1DC-AD9C0BA769A7}" presName="spaceRect" presStyleCnt="0"/>
      <dgm:spPr/>
    </dgm:pt>
    <dgm:pt modelId="{D627C4EB-8BCD-483A-9300-209A0DDD07A2}" type="pres">
      <dgm:prSet presAssocID="{D1D86B05-B9E5-4594-A1DC-AD9C0BA769A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5973E12-1CF9-4DC9-B959-37847C4F7B49}" type="presOf" srcId="{93723D3E-DA1E-4BCE-AD7B-06CBFAA1AA24}" destId="{99A6D166-18E3-43E4-9A72-78253A14BC60}" srcOrd="0" destOrd="0" presId="urn:microsoft.com/office/officeart/2018/2/layout/IconVerticalSolidList"/>
    <dgm:cxn modelId="{EF3FF420-31C0-45A5-89EA-5696B094227C}" type="presOf" srcId="{EB9007ED-B474-4499-8D2D-56558E81D0A6}" destId="{69AA4457-7406-43F2-A3E9-55B40EE87673}" srcOrd="0" destOrd="0" presId="urn:microsoft.com/office/officeart/2018/2/layout/IconVerticalSolidList"/>
    <dgm:cxn modelId="{C2043D5E-65E8-4075-BC66-8C1CDCB848D8}" srcId="{A4BF25F6-200A-4DBC-8DCD-FA7AB2AC69F5}" destId="{A49F842D-E90B-42C8-BEFC-3FF0A4D5711A}" srcOrd="2" destOrd="0" parTransId="{CBA02467-ABC1-449B-AD93-92552FD05E27}" sibTransId="{0911D050-2D03-47ED-BC85-D388A7C909F8}"/>
    <dgm:cxn modelId="{35700546-90EB-4CDD-ADDB-5B1CE3EEEAEF}" srcId="{A4BF25F6-200A-4DBC-8DCD-FA7AB2AC69F5}" destId="{93723D3E-DA1E-4BCE-AD7B-06CBFAA1AA24}" srcOrd="0" destOrd="0" parTransId="{68590214-7177-424E-AE24-87FE81D088B8}" sibTransId="{6BB0F362-75FC-4FB3-A122-1541E3CA2CB4}"/>
    <dgm:cxn modelId="{9D4CC94A-2AA0-4A75-B6C3-D3AAE7117781}" type="presOf" srcId="{D1D86B05-B9E5-4594-A1DC-AD9C0BA769A7}" destId="{D627C4EB-8BCD-483A-9300-209A0DDD07A2}" srcOrd="0" destOrd="0" presId="urn:microsoft.com/office/officeart/2018/2/layout/IconVerticalSolidList"/>
    <dgm:cxn modelId="{5ED638A0-259E-4D51-A823-64BCEC7A143C}" type="presOf" srcId="{A4BF25F6-200A-4DBC-8DCD-FA7AB2AC69F5}" destId="{0DD24A4E-010B-49E9-87B1-D7EDD236F700}" srcOrd="0" destOrd="0" presId="urn:microsoft.com/office/officeart/2018/2/layout/IconVerticalSolidList"/>
    <dgm:cxn modelId="{8855FEC9-6F63-4909-BD88-C76078AA8D0B}" srcId="{A4BF25F6-200A-4DBC-8DCD-FA7AB2AC69F5}" destId="{EB9007ED-B474-4499-8D2D-56558E81D0A6}" srcOrd="1" destOrd="0" parTransId="{42CC04CA-85A9-42FB-9038-A0944A5F56A1}" sibTransId="{83ACC698-EEEE-4DF3-B681-A84079AF4D1C}"/>
    <dgm:cxn modelId="{CC5734E0-0965-458A-AF1E-289B3E2C1605}" srcId="{A4BF25F6-200A-4DBC-8DCD-FA7AB2AC69F5}" destId="{D1D86B05-B9E5-4594-A1DC-AD9C0BA769A7}" srcOrd="3" destOrd="0" parTransId="{6605001D-5CCD-4F4F-877E-D0B137F81BBC}" sibTransId="{BA71FB3E-AB89-4389-B4F5-CEF0AAD4AD95}"/>
    <dgm:cxn modelId="{FD9203FF-0AC6-4E61-AD35-D8BE049E1A58}" type="presOf" srcId="{A49F842D-E90B-42C8-BEFC-3FF0A4D5711A}" destId="{A748306D-AE6A-4B09-B474-CBCE353C4B44}" srcOrd="0" destOrd="0" presId="urn:microsoft.com/office/officeart/2018/2/layout/IconVerticalSolidList"/>
    <dgm:cxn modelId="{1FB0A03B-0143-40BB-AE99-87820C923FA9}" type="presParOf" srcId="{0DD24A4E-010B-49E9-87B1-D7EDD236F700}" destId="{D0B7112E-0F1A-4B79-B1F2-4D92EEA49B25}" srcOrd="0" destOrd="0" presId="urn:microsoft.com/office/officeart/2018/2/layout/IconVerticalSolidList"/>
    <dgm:cxn modelId="{0666A6F4-4FAB-4C1E-A6CD-57EF37869748}" type="presParOf" srcId="{D0B7112E-0F1A-4B79-B1F2-4D92EEA49B25}" destId="{179B03D9-2686-4D8F-BA76-4DB2DD2D03A6}" srcOrd="0" destOrd="0" presId="urn:microsoft.com/office/officeart/2018/2/layout/IconVerticalSolidList"/>
    <dgm:cxn modelId="{391CDBD0-C4E0-4800-88B9-1034D509AB39}" type="presParOf" srcId="{D0B7112E-0F1A-4B79-B1F2-4D92EEA49B25}" destId="{0D9B42E0-2C9A-43B2-8628-181D41177560}" srcOrd="1" destOrd="0" presId="urn:microsoft.com/office/officeart/2018/2/layout/IconVerticalSolidList"/>
    <dgm:cxn modelId="{D37AEA48-3457-473F-9C08-1AA4D462FE09}" type="presParOf" srcId="{D0B7112E-0F1A-4B79-B1F2-4D92EEA49B25}" destId="{6612D7B1-0694-480D-87F1-173260345F5D}" srcOrd="2" destOrd="0" presId="urn:microsoft.com/office/officeart/2018/2/layout/IconVerticalSolidList"/>
    <dgm:cxn modelId="{98E4BE08-8BE6-4FF7-830E-F21277F0FEF8}" type="presParOf" srcId="{D0B7112E-0F1A-4B79-B1F2-4D92EEA49B25}" destId="{99A6D166-18E3-43E4-9A72-78253A14BC60}" srcOrd="3" destOrd="0" presId="urn:microsoft.com/office/officeart/2018/2/layout/IconVerticalSolidList"/>
    <dgm:cxn modelId="{B9D4BCA6-BE93-49B8-B6D1-5B0F91F1400B}" type="presParOf" srcId="{0DD24A4E-010B-49E9-87B1-D7EDD236F700}" destId="{6E7923C5-2729-473F-BB51-26DAA54EB9E6}" srcOrd="1" destOrd="0" presId="urn:microsoft.com/office/officeart/2018/2/layout/IconVerticalSolidList"/>
    <dgm:cxn modelId="{834C0120-91D0-4469-9C54-4842B3D98E10}" type="presParOf" srcId="{0DD24A4E-010B-49E9-87B1-D7EDD236F700}" destId="{FAE20126-F885-465B-AF72-83AB1314EB22}" srcOrd="2" destOrd="0" presId="urn:microsoft.com/office/officeart/2018/2/layout/IconVerticalSolidList"/>
    <dgm:cxn modelId="{7DFB7324-F1E4-4E3B-80C8-18CDEF392DA0}" type="presParOf" srcId="{FAE20126-F885-465B-AF72-83AB1314EB22}" destId="{5E2ED740-26BC-48E5-BB7F-27D9163BAE5A}" srcOrd="0" destOrd="0" presId="urn:microsoft.com/office/officeart/2018/2/layout/IconVerticalSolidList"/>
    <dgm:cxn modelId="{CA8DEC9B-3F90-468E-B0EA-6D5D03402895}" type="presParOf" srcId="{FAE20126-F885-465B-AF72-83AB1314EB22}" destId="{3A6B08C2-54FF-4CEF-BD46-9935099EF541}" srcOrd="1" destOrd="0" presId="urn:microsoft.com/office/officeart/2018/2/layout/IconVerticalSolidList"/>
    <dgm:cxn modelId="{0E7D3057-6720-4BAB-8A22-1540CCF66031}" type="presParOf" srcId="{FAE20126-F885-465B-AF72-83AB1314EB22}" destId="{B32B6D11-A81B-4685-9B74-3533F152AA57}" srcOrd="2" destOrd="0" presId="urn:microsoft.com/office/officeart/2018/2/layout/IconVerticalSolidList"/>
    <dgm:cxn modelId="{FAA2689A-B555-430E-8052-DCB069AD17C6}" type="presParOf" srcId="{FAE20126-F885-465B-AF72-83AB1314EB22}" destId="{69AA4457-7406-43F2-A3E9-55B40EE87673}" srcOrd="3" destOrd="0" presId="urn:microsoft.com/office/officeart/2018/2/layout/IconVerticalSolidList"/>
    <dgm:cxn modelId="{DEE88428-897F-4AF0-95D2-78937B610A51}" type="presParOf" srcId="{0DD24A4E-010B-49E9-87B1-D7EDD236F700}" destId="{512D213E-ECB4-4337-AB9A-6CB6FFAE6D92}" srcOrd="3" destOrd="0" presId="urn:microsoft.com/office/officeart/2018/2/layout/IconVerticalSolidList"/>
    <dgm:cxn modelId="{84124332-CF8B-47E9-A1A0-1D5C626B2637}" type="presParOf" srcId="{0DD24A4E-010B-49E9-87B1-D7EDD236F700}" destId="{F28C8C44-5CC7-49AA-A6EE-B68175802856}" srcOrd="4" destOrd="0" presId="urn:microsoft.com/office/officeart/2018/2/layout/IconVerticalSolidList"/>
    <dgm:cxn modelId="{83E7B70D-AFB0-4C47-84D3-13668BCD9BA1}" type="presParOf" srcId="{F28C8C44-5CC7-49AA-A6EE-B68175802856}" destId="{B1CFF9FD-EBED-4386-933B-F4F7474B2CD2}" srcOrd="0" destOrd="0" presId="urn:microsoft.com/office/officeart/2018/2/layout/IconVerticalSolidList"/>
    <dgm:cxn modelId="{A5038581-43CD-4524-8213-C640C7E6C558}" type="presParOf" srcId="{F28C8C44-5CC7-49AA-A6EE-B68175802856}" destId="{60AD92D1-A8FA-4A06-96E4-D509E3E65D2C}" srcOrd="1" destOrd="0" presId="urn:microsoft.com/office/officeart/2018/2/layout/IconVerticalSolidList"/>
    <dgm:cxn modelId="{80DA1948-775D-45EA-A533-CBF1D5DE07BE}" type="presParOf" srcId="{F28C8C44-5CC7-49AA-A6EE-B68175802856}" destId="{86E8CA38-7DB9-4A28-8D5C-A189F4D2998F}" srcOrd="2" destOrd="0" presId="urn:microsoft.com/office/officeart/2018/2/layout/IconVerticalSolidList"/>
    <dgm:cxn modelId="{EAEB2B87-6C72-4601-8E3E-F6E45D124465}" type="presParOf" srcId="{F28C8C44-5CC7-49AA-A6EE-B68175802856}" destId="{A748306D-AE6A-4B09-B474-CBCE353C4B44}" srcOrd="3" destOrd="0" presId="urn:microsoft.com/office/officeart/2018/2/layout/IconVerticalSolidList"/>
    <dgm:cxn modelId="{C2F1D342-A7C4-4426-8045-A08E98E5863C}" type="presParOf" srcId="{0DD24A4E-010B-49E9-87B1-D7EDD236F700}" destId="{7C187DA0-22D7-46FE-A89B-B9479EEEBAF2}" srcOrd="5" destOrd="0" presId="urn:microsoft.com/office/officeart/2018/2/layout/IconVerticalSolidList"/>
    <dgm:cxn modelId="{83078234-D394-4CA2-80DA-7F9593446D24}" type="presParOf" srcId="{0DD24A4E-010B-49E9-87B1-D7EDD236F700}" destId="{50E12029-2E39-40A8-A6D9-B499EC39EAEE}" srcOrd="6" destOrd="0" presId="urn:microsoft.com/office/officeart/2018/2/layout/IconVerticalSolidList"/>
    <dgm:cxn modelId="{94F00874-5123-488E-890D-52D549957765}" type="presParOf" srcId="{50E12029-2E39-40A8-A6D9-B499EC39EAEE}" destId="{0F99DF14-BA83-452C-8908-AB8D7C9451B8}" srcOrd="0" destOrd="0" presId="urn:microsoft.com/office/officeart/2018/2/layout/IconVerticalSolidList"/>
    <dgm:cxn modelId="{9DDB3C9F-46B5-4F28-943B-58561648DA52}" type="presParOf" srcId="{50E12029-2E39-40A8-A6D9-B499EC39EAEE}" destId="{4C5387B4-25D2-4EBD-86EA-01835352B359}" srcOrd="1" destOrd="0" presId="urn:microsoft.com/office/officeart/2018/2/layout/IconVerticalSolidList"/>
    <dgm:cxn modelId="{965A9E6A-4A1F-495E-8C19-21D9E5006DD7}" type="presParOf" srcId="{50E12029-2E39-40A8-A6D9-B499EC39EAEE}" destId="{33E7F585-FC6C-46F5-853B-EDA8E2936982}" srcOrd="2" destOrd="0" presId="urn:microsoft.com/office/officeart/2018/2/layout/IconVerticalSolidList"/>
    <dgm:cxn modelId="{3FBB8F84-9175-44B3-8E28-3FCFF21140B4}" type="presParOf" srcId="{50E12029-2E39-40A8-A6D9-B499EC39EAEE}" destId="{D627C4EB-8BCD-483A-9300-209A0DDD07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11AC395-4185-4F60-AE20-91559695DDD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A977F9-DD28-40A2-9DBA-C69FC1C0E565}">
      <dgm:prSet/>
      <dgm:spPr/>
      <dgm:t>
        <a:bodyPr/>
        <a:lstStyle/>
        <a:p>
          <a:r>
            <a:rPr lang="en-US" b="0" i="0" baseline="0"/>
            <a:t>ML Production Infrastructure ensures </a:t>
          </a:r>
          <a:r>
            <a:rPr lang="en-US" b="1" i="0" baseline="0"/>
            <a:t>end-to-end reliability</a:t>
          </a:r>
          <a:r>
            <a:rPr lang="en-US" b="0" i="0" baseline="0"/>
            <a:t>.</a:t>
          </a:r>
          <a:endParaRPr lang="en-US"/>
        </a:p>
      </dgm:t>
    </dgm:pt>
    <dgm:pt modelId="{5A67F927-6B64-480C-B29F-656643FEA349}" type="parTrans" cxnId="{8BCFE3BA-A86F-4B1E-BD29-98B4E59885BC}">
      <dgm:prSet/>
      <dgm:spPr/>
      <dgm:t>
        <a:bodyPr/>
        <a:lstStyle/>
        <a:p>
          <a:endParaRPr lang="en-US"/>
        </a:p>
      </dgm:t>
    </dgm:pt>
    <dgm:pt modelId="{A7ED24AE-B310-425E-B738-C57BBAD7514F}" type="sibTrans" cxnId="{8BCFE3BA-A86F-4B1E-BD29-98B4E59885BC}">
      <dgm:prSet/>
      <dgm:spPr/>
      <dgm:t>
        <a:bodyPr/>
        <a:lstStyle/>
        <a:p>
          <a:endParaRPr lang="en-US"/>
        </a:p>
      </dgm:t>
    </dgm:pt>
    <dgm:pt modelId="{3FA4B01F-300E-4932-BFD1-8EB045FBBF3C}">
      <dgm:prSet/>
      <dgm:spPr/>
      <dgm:t>
        <a:bodyPr/>
        <a:lstStyle/>
        <a:p>
          <a:r>
            <a:rPr lang="en-US" b="0" i="0" baseline="0"/>
            <a:t>Enables </a:t>
          </a:r>
          <a:r>
            <a:rPr lang="en-US" b="1" i="0" baseline="0"/>
            <a:t>automation</a:t>
          </a:r>
          <a:r>
            <a:rPr lang="en-US" b="0" i="0" baseline="0"/>
            <a:t>, </a:t>
          </a:r>
          <a:r>
            <a:rPr lang="en-US" b="1" i="0" baseline="0"/>
            <a:t>scalability</a:t>
          </a:r>
          <a:r>
            <a:rPr lang="en-US" b="0" i="0" baseline="0"/>
            <a:t>, and </a:t>
          </a:r>
          <a:r>
            <a:rPr lang="en-US" b="1" i="0" baseline="0"/>
            <a:t>continuous improvement</a:t>
          </a:r>
          <a:r>
            <a:rPr lang="en-US" b="0" i="0" baseline="0"/>
            <a:t>.</a:t>
          </a:r>
          <a:endParaRPr lang="en-US"/>
        </a:p>
      </dgm:t>
    </dgm:pt>
    <dgm:pt modelId="{A7DC81A3-A8DB-4C2C-AC33-EA001F196775}" type="parTrans" cxnId="{AB0B32AB-214A-44B7-872A-1B8DB309C4D7}">
      <dgm:prSet/>
      <dgm:spPr/>
      <dgm:t>
        <a:bodyPr/>
        <a:lstStyle/>
        <a:p>
          <a:endParaRPr lang="en-US"/>
        </a:p>
      </dgm:t>
    </dgm:pt>
    <dgm:pt modelId="{CC6BFC99-5866-44B3-8D03-6ADF569D852D}" type="sibTrans" cxnId="{AB0B32AB-214A-44B7-872A-1B8DB309C4D7}">
      <dgm:prSet/>
      <dgm:spPr/>
      <dgm:t>
        <a:bodyPr/>
        <a:lstStyle/>
        <a:p>
          <a:endParaRPr lang="en-US"/>
        </a:p>
      </dgm:t>
    </dgm:pt>
    <dgm:pt modelId="{0C23F180-0AEC-45CA-83FB-36D139BBC099}">
      <dgm:prSet/>
      <dgm:spPr/>
      <dgm:t>
        <a:bodyPr/>
        <a:lstStyle/>
        <a:p>
          <a:r>
            <a:rPr lang="en-US" b="0" i="0" baseline="0"/>
            <a:t>Essential for </a:t>
          </a:r>
          <a:r>
            <a:rPr lang="en-US" b="1" i="0" baseline="0"/>
            <a:t>sustainable AI systems</a:t>
          </a:r>
          <a:r>
            <a:rPr lang="en-US" b="0" i="0" baseline="0"/>
            <a:t> in real-world environments.</a:t>
          </a:r>
          <a:endParaRPr lang="en-US"/>
        </a:p>
      </dgm:t>
    </dgm:pt>
    <dgm:pt modelId="{98848018-813F-4D71-BFC9-FFDF1AC07503}" type="parTrans" cxnId="{DCD33894-82A7-49E1-BD9E-2EA566C350AB}">
      <dgm:prSet/>
      <dgm:spPr/>
      <dgm:t>
        <a:bodyPr/>
        <a:lstStyle/>
        <a:p>
          <a:endParaRPr lang="en-US"/>
        </a:p>
      </dgm:t>
    </dgm:pt>
    <dgm:pt modelId="{65785B5F-DC41-48D6-86D6-FA63E213859C}" type="sibTrans" cxnId="{DCD33894-82A7-49E1-BD9E-2EA566C350AB}">
      <dgm:prSet/>
      <dgm:spPr/>
      <dgm:t>
        <a:bodyPr/>
        <a:lstStyle/>
        <a:p>
          <a:endParaRPr lang="en-US"/>
        </a:p>
      </dgm:t>
    </dgm:pt>
    <dgm:pt modelId="{0EE1C091-5CAC-47E7-83FF-6DA552D7E9D5}" type="pres">
      <dgm:prSet presAssocID="{E11AC395-4185-4F60-AE20-91559695DDD0}" presName="root" presStyleCnt="0">
        <dgm:presLayoutVars>
          <dgm:dir/>
          <dgm:resizeHandles val="exact"/>
        </dgm:presLayoutVars>
      </dgm:prSet>
      <dgm:spPr/>
    </dgm:pt>
    <dgm:pt modelId="{854D2A7D-89CD-49D3-95A7-7E2D3A3381C7}" type="pres">
      <dgm:prSet presAssocID="{4CA977F9-DD28-40A2-9DBA-C69FC1C0E565}" presName="compNode" presStyleCnt="0"/>
      <dgm:spPr/>
    </dgm:pt>
    <dgm:pt modelId="{61DD9074-AC8E-4071-B79E-CF515AD24F8A}" type="pres">
      <dgm:prSet presAssocID="{4CA977F9-DD28-40A2-9DBA-C69FC1C0E565}" presName="bgRect" presStyleLbl="bgShp" presStyleIdx="0" presStyleCnt="3"/>
      <dgm:spPr/>
    </dgm:pt>
    <dgm:pt modelId="{CF6AAC35-475A-4B6D-A294-A96908E644C4}" type="pres">
      <dgm:prSet presAssocID="{4CA977F9-DD28-40A2-9DBA-C69FC1C0E5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78E5171-C79D-4859-9D17-4C964DE76F7E}" type="pres">
      <dgm:prSet presAssocID="{4CA977F9-DD28-40A2-9DBA-C69FC1C0E565}" presName="spaceRect" presStyleCnt="0"/>
      <dgm:spPr/>
    </dgm:pt>
    <dgm:pt modelId="{91493F8D-58DB-4377-96C4-64B31F447F6A}" type="pres">
      <dgm:prSet presAssocID="{4CA977F9-DD28-40A2-9DBA-C69FC1C0E565}" presName="parTx" presStyleLbl="revTx" presStyleIdx="0" presStyleCnt="3">
        <dgm:presLayoutVars>
          <dgm:chMax val="0"/>
          <dgm:chPref val="0"/>
        </dgm:presLayoutVars>
      </dgm:prSet>
      <dgm:spPr/>
    </dgm:pt>
    <dgm:pt modelId="{150833EF-F837-46E1-9085-B1203E5F134A}" type="pres">
      <dgm:prSet presAssocID="{A7ED24AE-B310-425E-B738-C57BBAD7514F}" presName="sibTrans" presStyleCnt="0"/>
      <dgm:spPr/>
    </dgm:pt>
    <dgm:pt modelId="{AD06B28C-A1E7-4BD8-B02C-EFA58A0CBE27}" type="pres">
      <dgm:prSet presAssocID="{3FA4B01F-300E-4932-BFD1-8EB045FBBF3C}" presName="compNode" presStyleCnt="0"/>
      <dgm:spPr/>
    </dgm:pt>
    <dgm:pt modelId="{B100EE29-B75A-46EC-9549-F85F2BD4FF7A}" type="pres">
      <dgm:prSet presAssocID="{3FA4B01F-300E-4932-BFD1-8EB045FBBF3C}" presName="bgRect" presStyleLbl="bgShp" presStyleIdx="1" presStyleCnt="3"/>
      <dgm:spPr/>
    </dgm:pt>
    <dgm:pt modelId="{C68CA310-62B7-4CA9-833A-AF17B4325F4E}" type="pres">
      <dgm:prSet presAssocID="{3FA4B01F-300E-4932-BFD1-8EB045FBBF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4E8AD47-A51E-42F7-8516-46E598A15242}" type="pres">
      <dgm:prSet presAssocID="{3FA4B01F-300E-4932-BFD1-8EB045FBBF3C}" presName="spaceRect" presStyleCnt="0"/>
      <dgm:spPr/>
    </dgm:pt>
    <dgm:pt modelId="{BDA5871F-F5F7-46A3-8D84-B79BB4BDA215}" type="pres">
      <dgm:prSet presAssocID="{3FA4B01F-300E-4932-BFD1-8EB045FBBF3C}" presName="parTx" presStyleLbl="revTx" presStyleIdx="1" presStyleCnt="3">
        <dgm:presLayoutVars>
          <dgm:chMax val="0"/>
          <dgm:chPref val="0"/>
        </dgm:presLayoutVars>
      </dgm:prSet>
      <dgm:spPr/>
    </dgm:pt>
    <dgm:pt modelId="{79730330-D04C-450D-8A5F-D0763BD731D2}" type="pres">
      <dgm:prSet presAssocID="{CC6BFC99-5866-44B3-8D03-6ADF569D852D}" presName="sibTrans" presStyleCnt="0"/>
      <dgm:spPr/>
    </dgm:pt>
    <dgm:pt modelId="{F86D4CD0-F384-4462-8CD6-844B6CE54504}" type="pres">
      <dgm:prSet presAssocID="{0C23F180-0AEC-45CA-83FB-36D139BBC099}" presName="compNode" presStyleCnt="0"/>
      <dgm:spPr/>
    </dgm:pt>
    <dgm:pt modelId="{D4A62D13-DA00-405D-9EE2-EFB3EAF5726B}" type="pres">
      <dgm:prSet presAssocID="{0C23F180-0AEC-45CA-83FB-36D139BBC099}" presName="bgRect" presStyleLbl="bgShp" presStyleIdx="2" presStyleCnt="3"/>
      <dgm:spPr/>
    </dgm:pt>
    <dgm:pt modelId="{FB6909DC-2F7A-4952-9A0E-A6F082A04C74}" type="pres">
      <dgm:prSet presAssocID="{0C23F180-0AEC-45CA-83FB-36D139BBC0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2D3D4520-D8B0-4976-84CB-8992DB097971}" type="pres">
      <dgm:prSet presAssocID="{0C23F180-0AEC-45CA-83FB-36D139BBC099}" presName="spaceRect" presStyleCnt="0"/>
      <dgm:spPr/>
    </dgm:pt>
    <dgm:pt modelId="{AD84E01D-37D1-4AAB-82C6-B79C82E89D8F}" type="pres">
      <dgm:prSet presAssocID="{0C23F180-0AEC-45CA-83FB-36D139BBC0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DEF1200-FCAA-43F6-A2E3-242040445597}" type="presOf" srcId="{0C23F180-0AEC-45CA-83FB-36D139BBC099}" destId="{AD84E01D-37D1-4AAB-82C6-B79C82E89D8F}" srcOrd="0" destOrd="0" presId="urn:microsoft.com/office/officeart/2018/2/layout/IconVerticalSolidList"/>
    <dgm:cxn modelId="{BB3F8F6B-6310-40D7-BF3F-DFAEC1BAE2C5}" type="presOf" srcId="{E11AC395-4185-4F60-AE20-91559695DDD0}" destId="{0EE1C091-5CAC-47E7-83FF-6DA552D7E9D5}" srcOrd="0" destOrd="0" presId="urn:microsoft.com/office/officeart/2018/2/layout/IconVerticalSolidList"/>
    <dgm:cxn modelId="{DCD33894-82A7-49E1-BD9E-2EA566C350AB}" srcId="{E11AC395-4185-4F60-AE20-91559695DDD0}" destId="{0C23F180-0AEC-45CA-83FB-36D139BBC099}" srcOrd="2" destOrd="0" parTransId="{98848018-813F-4D71-BFC9-FFDF1AC07503}" sibTransId="{65785B5F-DC41-48D6-86D6-FA63E213859C}"/>
    <dgm:cxn modelId="{AB0B32AB-214A-44B7-872A-1B8DB309C4D7}" srcId="{E11AC395-4185-4F60-AE20-91559695DDD0}" destId="{3FA4B01F-300E-4932-BFD1-8EB045FBBF3C}" srcOrd="1" destOrd="0" parTransId="{A7DC81A3-A8DB-4C2C-AC33-EA001F196775}" sibTransId="{CC6BFC99-5866-44B3-8D03-6ADF569D852D}"/>
    <dgm:cxn modelId="{8BCFE3BA-A86F-4B1E-BD29-98B4E59885BC}" srcId="{E11AC395-4185-4F60-AE20-91559695DDD0}" destId="{4CA977F9-DD28-40A2-9DBA-C69FC1C0E565}" srcOrd="0" destOrd="0" parTransId="{5A67F927-6B64-480C-B29F-656643FEA349}" sibTransId="{A7ED24AE-B310-425E-B738-C57BBAD7514F}"/>
    <dgm:cxn modelId="{856EEAE2-E677-4598-BFF2-945300272CA0}" type="presOf" srcId="{3FA4B01F-300E-4932-BFD1-8EB045FBBF3C}" destId="{BDA5871F-F5F7-46A3-8D84-B79BB4BDA215}" srcOrd="0" destOrd="0" presId="urn:microsoft.com/office/officeart/2018/2/layout/IconVerticalSolidList"/>
    <dgm:cxn modelId="{578709E6-265F-4FFC-8B54-3D9A97381F81}" type="presOf" srcId="{4CA977F9-DD28-40A2-9DBA-C69FC1C0E565}" destId="{91493F8D-58DB-4377-96C4-64B31F447F6A}" srcOrd="0" destOrd="0" presId="urn:microsoft.com/office/officeart/2018/2/layout/IconVerticalSolidList"/>
    <dgm:cxn modelId="{38A3A440-DE59-4D89-9D3B-C88037377EF3}" type="presParOf" srcId="{0EE1C091-5CAC-47E7-83FF-6DA552D7E9D5}" destId="{854D2A7D-89CD-49D3-95A7-7E2D3A3381C7}" srcOrd="0" destOrd="0" presId="urn:microsoft.com/office/officeart/2018/2/layout/IconVerticalSolidList"/>
    <dgm:cxn modelId="{B49E3797-C8A7-4A71-B947-CAA59D595B7A}" type="presParOf" srcId="{854D2A7D-89CD-49D3-95A7-7E2D3A3381C7}" destId="{61DD9074-AC8E-4071-B79E-CF515AD24F8A}" srcOrd="0" destOrd="0" presId="urn:microsoft.com/office/officeart/2018/2/layout/IconVerticalSolidList"/>
    <dgm:cxn modelId="{4A41E86E-4E2F-48F4-A2F4-27C513F75D7C}" type="presParOf" srcId="{854D2A7D-89CD-49D3-95A7-7E2D3A3381C7}" destId="{CF6AAC35-475A-4B6D-A294-A96908E644C4}" srcOrd="1" destOrd="0" presId="urn:microsoft.com/office/officeart/2018/2/layout/IconVerticalSolidList"/>
    <dgm:cxn modelId="{F2D68B5C-FC7D-48FE-82A8-CB8E92E70F75}" type="presParOf" srcId="{854D2A7D-89CD-49D3-95A7-7E2D3A3381C7}" destId="{478E5171-C79D-4859-9D17-4C964DE76F7E}" srcOrd="2" destOrd="0" presId="urn:microsoft.com/office/officeart/2018/2/layout/IconVerticalSolidList"/>
    <dgm:cxn modelId="{CE38CFAD-710E-4F5E-978F-4EBB95403D3A}" type="presParOf" srcId="{854D2A7D-89CD-49D3-95A7-7E2D3A3381C7}" destId="{91493F8D-58DB-4377-96C4-64B31F447F6A}" srcOrd="3" destOrd="0" presId="urn:microsoft.com/office/officeart/2018/2/layout/IconVerticalSolidList"/>
    <dgm:cxn modelId="{A0C12174-B3C6-4427-A008-315FD4DA99BB}" type="presParOf" srcId="{0EE1C091-5CAC-47E7-83FF-6DA552D7E9D5}" destId="{150833EF-F837-46E1-9085-B1203E5F134A}" srcOrd="1" destOrd="0" presId="urn:microsoft.com/office/officeart/2018/2/layout/IconVerticalSolidList"/>
    <dgm:cxn modelId="{89AB8BBB-CE52-46B4-A5B5-0783DA3F2F26}" type="presParOf" srcId="{0EE1C091-5CAC-47E7-83FF-6DA552D7E9D5}" destId="{AD06B28C-A1E7-4BD8-B02C-EFA58A0CBE27}" srcOrd="2" destOrd="0" presId="urn:microsoft.com/office/officeart/2018/2/layout/IconVerticalSolidList"/>
    <dgm:cxn modelId="{1205F0B6-CDE1-449A-969F-586CE0A7B396}" type="presParOf" srcId="{AD06B28C-A1E7-4BD8-B02C-EFA58A0CBE27}" destId="{B100EE29-B75A-46EC-9549-F85F2BD4FF7A}" srcOrd="0" destOrd="0" presId="urn:microsoft.com/office/officeart/2018/2/layout/IconVerticalSolidList"/>
    <dgm:cxn modelId="{6D30956A-F735-4AE4-AB00-A99FD1E30176}" type="presParOf" srcId="{AD06B28C-A1E7-4BD8-B02C-EFA58A0CBE27}" destId="{C68CA310-62B7-4CA9-833A-AF17B4325F4E}" srcOrd="1" destOrd="0" presId="urn:microsoft.com/office/officeart/2018/2/layout/IconVerticalSolidList"/>
    <dgm:cxn modelId="{8CFFE03D-9C0C-4E1B-9CAB-45B0877817AB}" type="presParOf" srcId="{AD06B28C-A1E7-4BD8-B02C-EFA58A0CBE27}" destId="{94E8AD47-A51E-42F7-8516-46E598A15242}" srcOrd="2" destOrd="0" presId="urn:microsoft.com/office/officeart/2018/2/layout/IconVerticalSolidList"/>
    <dgm:cxn modelId="{ECCDD7A8-A38E-4F9F-8B7A-DDBF44DE6A70}" type="presParOf" srcId="{AD06B28C-A1E7-4BD8-B02C-EFA58A0CBE27}" destId="{BDA5871F-F5F7-46A3-8D84-B79BB4BDA215}" srcOrd="3" destOrd="0" presId="urn:microsoft.com/office/officeart/2018/2/layout/IconVerticalSolidList"/>
    <dgm:cxn modelId="{1A7F0F8A-28CE-4AB0-A058-5EA49B1F46C8}" type="presParOf" srcId="{0EE1C091-5CAC-47E7-83FF-6DA552D7E9D5}" destId="{79730330-D04C-450D-8A5F-D0763BD731D2}" srcOrd="3" destOrd="0" presId="urn:microsoft.com/office/officeart/2018/2/layout/IconVerticalSolidList"/>
    <dgm:cxn modelId="{AB94EE83-4A34-42DE-886A-44B98B22B375}" type="presParOf" srcId="{0EE1C091-5CAC-47E7-83FF-6DA552D7E9D5}" destId="{F86D4CD0-F384-4462-8CD6-844B6CE54504}" srcOrd="4" destOrd="0" presId="urn:microsoft.com/office/officeart/2018/2/layout/IconVerticalSolidList"/>
    <dgm:cxn modelId="{21C6D78C-2516-4F06-A1DE-02C2090B00C9}" type="presParOf" srcId="{F86D4CD0-F384-4462-8CD6-844B6CE54504}" destId="{D4A62D13-DA00-405D-9EE2-EFB3EAF5726B}" srcOrd="0" destOrd="0" presId="urn:microsoft.com/office/officeart/2018/2/layout/IconVerticalSolidList"/>
    <dgm:cxn modelId="{7A90219E-FF78-4DC0-BE65-A6266C7A6612}" type="presParOf" srcId="{F86D4CD0-F384-4462-8CD6-844B6CE54504}" destId="{FB6909DC-2F7A-4952-9A0E-A6F082A04C74}" srcOrd="1" destOrd="0" presId="urn:microsoft.com/office/officeart/2018/2/layout/IconVerticalSolidList"/>
    <dgm:cxn modelId="{011CECF8-2174-4580-8601-FA98E1A09A56}" type="presParOf" srcId="{F86D4CD0-F384-4462-8CD6-844B6CE54504}" destId="{2D3D4520-D8B0-4976-84CB-8992DB097971}" srcOrd="2" destOrd="0" presId="urn:microsoft.com/office/officeart/2018/2/layout/IconVerticalSolidList"/>
    <dgm:cxn modelId="{A3343FB9-21BE-447B-9B09-66E1D16D2A88}" type="presParOf" srcId="{F86D4CD0-F384-4462-8CD6-844B6CE54504}" destId="{AD84E01D-37D1-4AAB-82C6-B79C82E89D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2B3563-DE0A-47A0-938B-8946C2868EFC}">
      <dsp:nvSpPr>
        <dsp:cNvPr id="0" name=""/>
        <dsp:cNvSpPr/>
      </dsp:nvSpPr>
      <dsp:spPr>
        <a:xfrm>
          <a:off x="0" y="1500"/>
          <a:ext cx="5913437" cy="639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0FA3B4-4EA1-417D-ABB2-0023AFCCC2BF}">
      <dsp:nvSpPr>
        <dsp:cNvPr id="0" name=""/>
        <dsp:cNvSpPr/>
      </dsp:nvSpPr>
      <dsp:spPr>
        <a:xfrm>
          <a:off x="193353" y="145316"/>
          <a:ext cx="351551" cy="3515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5131B-509C-4FFA-9451-587D314D8F9A}">
      <dsp:nvSpPr>
        <dsp:cNvPr id="0" name=""/>
        <dsp:cNvSpPr/>
      </dsp:nvSpPr>
      <dsp:spPr>
        <a:xfrm>
          <a:off x="738258" y="1500"/>
          <a:ext cx="5175178" cy="639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7" tIns="67647" rIns="67647" bIns="67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Data Collection and Cleaning</a:t>
          </a:r>
          <a:endParaRPr lang="en-US" sz="1900" kern="1200"/>
        </a:p>
      </dsp:txBody>
      <dsp:txXfrm>
        <a:off x="738258" y="1500"/>
        <a:ext cx="5175178" cy="639184"/>
      </dsp:txXfrm>
    </dsp:sp>
    <dsp:sp modelId="{C90715CC-4C8C-41C9-A626-4C1F4B95AF88}">
      <dsp:nvSpPr>
        <dsp:cNvPr id="0" name=""/>
        <dsp:cNvSpPr/>
      </dsp:nvSpPr>
      <dsp:spPr>
        <a:xfrm>
          <a:off x="0" y="800480"/>
          <a:ext cx="5913437" cy="639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3CB1B-6E18-447B-97AD-703D720CD7D5}">
      <dsp:nvSpPr>
        <dsp:cNvPr id="0" name=""/>
        <dsp:cNvSpPr/>
      </dsp:nvSpPr>
      <dsp:spPr>
        <a:xfrm>
          <a:off x="193353" y="944297"/>
          <a:ext cx="351551" cy="3515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DF185-58DE-45C3-B355-20997CF2C5B0}">
      <dsp:nvSpPr>
        <dsp:cNvPr id="0" name=""/>
        <dsp:cNvSpPr/>
      </dsp:nvSpPr>
      <dsp:spPr>
        <a:xfrm>
          <a:off x="738258" y="800480"/>
          <a:ext cx="5175178" cy="639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7" tIns="67647" rIns="67647" bIns="67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Feature Engineering</a:t>
          </a:r>
          <a:endParaRPr lang="en-US" sz="1900" kern="1200"/>
        </a:p>
      </dsp:txBody>
      <dsp:txXfrm>
        <a:off x="738258" y="800480"/>
        <a:ext cx="5175178" cy="639184"/>
      </dsp:txXfrm>
    </dsp:sp>
    <dsp:sp modelId="{5E1938F7-B388-4FED-9283-39C4CF505480}">
      <dsp:nvSpPr>
        <dsp:cNvPr id="0" name=""/>
        <dsp:cNvSpPr/>
      </dsp:nvSpPr>
      <dsp:spPr>
        <a:xfrm>
          <a:off x="0" y="1599461"/>
          <a:ext cx="5913437" cy="639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91C99E-D74B-4108-89EC-DFED1DD6722E}">
      <dsp:nvSpPr>
        <dsp:cNvPr id="0" name=""/>
        <dsp:cNvSpPr/>
      </dsp:nvSpPr>
      <dsp:spPr>
        <a:xfrm>
          <a:off x="193353" y="1743277"/>
          <a:ext cx="351551" cy="3515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0E93C-4441-454D-ACB1-9811CBF62A03}">
      <dsp:nvSpPr>
        <dsp:cNvPr id="0" name=""/>
        <dsp:cNvSpPr/>
      </dsp:nvSpPr>
      <dsp:spPr>
        <a:xfrm>
          <a:off x="738258" y="1599461"/>
          <a:ext cx="5175178" cy="639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7" tIns="67647" rIns="67647" bIns="67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Model Training and Evaluation</a:t>
          </a:r>
          <a:endParaRPr lang="en-US" sz="1900" kern="1200"/>
        </a:p>
      </dsp:txBody>
      <dsp:txXfrm>
        <a:off x="738258" y="1599461"/>
        <a:ext cx="5175178" cy="639184"/>
      </dsp:txXfrm>
    </dsp:sp>
    <dsp:sp modelId="{C74F54B7-2577-42E7-BB72-22522B67DA65}">
      <dsp:nvSpPr>
        <dsp:cNvPr id="0" name=""/>
        <dsp:cNvSpPr/>
      </dsp:nvSpPr>
      <dsp:spPr>
        <a:xfrm>
          <a:off x="0" y="2398442"/>
          <a:ext cx="5913437" cy="639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330374-771D-4011-AEF4-F0E63B7F19C4}">
      <dsp:nvSpPr>
        <dsp:cNvPr id="0" name=""/>
        <dsp:cNvSpPr/>
      </dsp:nvSpPr>
      <dsp:spPr>
        <a:xfrm>
          <a:off x="193353" y="2542258"/>
          <a:ext cx="351551" cy="3515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60066-CFF7-4565-975A-783BCB4A293E}">
      <dsp:nvSpPr>
        <dsp:cNvPr id="0" name=""/>
        <dsp:cNvSpPr/>
      </dsp:nvSpPr>
      <dsp:spPr>
        <a:xfrm>
          <a:off x="738258" y="2398442"/>
          <a:ext cx="5175178" cy="639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7" tIns="67647" rIns="67647" bIns="67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Model Selection</a:t>
          </a:r>
          <a:endParaRPr lang="en-US" sz="1900" kern="1200"/>
        </a:p>
      </dsp:txBody>
      <dsp:txXfrm>
        <a:off x="738258" y="2398442"/>
        <a:ext cx="5175178" cy="639184"/>
      </dsp:txXfrm>
    </dsp:sp>
    <dsp:sp modelId="{55F6F6E4-1F3B-4EC4-A1FD-2D1E53554672}">
      <dsp:nvSpPr>
        <dsp:cNvPr id="0" name=""/>
        <dsp:cNvSpPr/>
      </dsp:nvSpPr>
      <dsp:spPr>
        <a:xfrm>
          <a:off x="0" y="3197422"/>
          <a:ext cx="5913437" cy="639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1AF46-AE06-4E52-99CA-521225BF54E8}">
      <dsp:nvSpPr>
        <dsp:cNvPr id="0" name=""/>
        <dsp:cNvSpPr/>
      </dsp:nvSpPr>
      <dsp:spPr>
        <a:xfrm>
          <a:off x="193353" y="3341239"/>
          <a:ext cx="351551" cy="35155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5F70A-02A6-45F9-865D-FF845F7B2C1D}">
      <dsp:nvSpPr>
        <dsp:cNvPr id="0" name=""/>
        <dsp:cNvSpPr/>
      </dsp:nvSpPr>
      <dsp:spPr>
        <a:xfrm>
          <a:off x="738258" y="3197422"/>
          <a:ext cx="5175178" cy="639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7" tIns="67647" rIns="67647" bIns="67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Model Saving and Versioning</a:t>
          </a:r>
          <a:endParaRPr lang="en-US" sz="1900" kern="1200"/>
        </a:p>
      </dsp:txBody>
      <dsp:txXfrm>
        <a:off x="738258" y="3197422"/>
        <a:ext cx="5175178" cy="639184"/>
      </dsp:txXfrm>
    </dsp:sp>
    <dsp:sp modelId="{F1677A6D-2C10-497E-8C8E-259FA123E4A1}">
      <dsp:nvSpPr>
        <dsp:cNvPr id="0" name=""/>
        <dsp:cNvSpPr/>
      </dsp:nvSpPr>
      <dsp:spPr>
        <a:xfrm>
          <a:off x="0" y="3996403"/>
          <a:ext cx="5913437" cy="639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513FE-EAF1-4B1B-98E4-C7B110B8EFD7}">
      <dsp:nvSpPr>
        <dsp:cNvPr id="0" name=""/>
        <dsp:cNvSpPr/>
      </dsp:nvSpPr>
      <dsp:spPr>
        <a:xfrm>
          <a:off x="193353" y="4140219"/>
          <a:ext cx="351551" cy="35155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D6AF2-D289-41C4-8D2D-8AC92F067190}">
      <dsp:nvSpPr>
        <dsp:cNvPr id="0" name=""/>
        <dsp:cNvSpPr/>
      </dsp:nvSpPr>
      <dsp:spPr>
        <a:xfrm>
          <a:off x="738258" y="3996403"/>
          <a:ext cx="5175178" cy="639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7" tIns="67647" rIns="67647" bIns="67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Deployment for Real-World Use</a:t>
          </a:r>
          <a:endParaRPr lang="en-US" sz="1900" kern="1200"/>
        </a:p>
      </dsp:txBody>
      <dsp:txXfrm>
        <a:off x="738258" y="3996403"/>
        <a:ext cx="5175178" cy="6391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1B232-40CE-4B67-AE98-C31C8660D89C}">
      <dsp:nvSpPr>
        <dsp:cNvPr id="0" name=""/>
        <dsp:cNvSpPr/>
      </dsp:nvSpPr>
      <dsp:spPr>
        <a:xfrm>
          <a:off x="0" y="1924"/>
          <a:ext cx="5913437" cy="9754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C3D8B3-E2AC-48A6-84D8-5FA75D82B866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35310-6A09-4B83-BBB6-A753D84260C4}">
      <dsp:nvSpPr>
        <dsp:cNvPr id="0" name=""/>
        <dsp:cNvSpPr/>
      </dsp:nvSpPr>
      <dsp:spPr>
        <a:xfrm>
          <a:off x="1126608" y="192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MLFlow Tracking:</a:t>
          </a:r>
          <a:r>
            <a:rPr lang="en-US" sz="2000" b="0" i="0" kern="1200" baseline="0"/>
            <a:t> Logs parameters, metrics, and artifacts.</a:t>
          </a:r>
          <a:endParaRPr lang="en-US" sz="2000" kern="1200"/>
        </a:p>
      </dsp:txBody>
      <dsp:txXfrm>
        <a:off x="1126608" y="1924"/>
        <a:ext cx="4786828" cy="975418"/>
      </dsp:txXfrm>
    </dsp:sp>
    <dsp:sp modelId="{825C4528-8A64-47F7-835E-E15369B848C9}">
      <dsp:nvSpPr>
        <dsp:cNvPr id="0" name=""/>
        <dsp:cNvSpPr/>
      </dsp:nvSpPr>
      <dsp:spPr>
        <a:xfrm>
          <a:off x="0" y="1221197"/>
          <a:ext cx="5913437" cy="9754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F4542C-CA50-4618-8E3F-48FC3BFA8E8B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B53B2C-B845-4EA6-A11D-1E4CFC532DCA}">
      <dsp:nvSpPr>
        <dsp:cNvPr id="0" name=""/>
        <dsp:cNvSpPr/>
      </dsp:nvSpPr>
      <dsp:spPr>
        <a:xfrm>
          <a:off x="1126608" y="1221197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MLFlow Projects:</a:t>
          </a:r>
          <a:r>
            <a:rPr lang="en-US" sz="2000" b="0" i="0" kern="1200" baseline="0"/>
            <a:t> Packages code for reproducible runs.</a:t>
          </a:r>
          <a:endParaRPr lang="en-US" sz="2000" kern="1200"/>
        </a:p>
      </dsp:txBody>
      <dsp:txXfrm>
        <a:off x="1126608" y="1221197"/>
        <a:ext cx="4786828" cy="975418"/>
      </dsp:txXfrm>
    </dsp:sp>
    <dsp:sp modelId="{BE5D3AD7-DEFD-41C0-AFBD-0D5C75AAA30D}">
      <dsp:nvSpPr>
        <dsp:cNvPr id="0" name=""/>
        <dsp:cNvSpPr/>
      </dsp:nvSpPr>
      <dsp:spPr>
        <a:xfrm>
          <a:off x="0" y="2440471"/>
          <a:ext cx="5913437" cy="9754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118D7-1B89-40A2-8BF6-C4B11BC51A2B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BCF87-3920-421C-B9B9-56819F2DF6BF}">
      <dsp:nvSpPr>
        <dsp:cNvPr id="0" name=""/>
        <dsp:cNvSpPr/>
      </dsp:nvSpPr>
      <dsp:spPr>
        <a:xfrm>
          <a:off x="1126608" y="2440471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MLFlow Models:</a:t>
          </a:r>
          <a:r>
            <a:rPr lang="en-US" sz="2000" b="0" i="0" kern="1200" baseline="0"/>
            <a:t> Defines a standard format for packaging ML models.</a:t>
          </a:r>
          <a:endParaRPr lang="en-US" sz="2000" kern="1200"/>
        </a:p>
      </dsp:txBody>
      <dsp:txXfrm>
        <a:off x="1126608" y="2440471"/>
        <a:ext cx="4786828" cy="975418"/>
      </dsp:txXfrm>
    </dsp:sp>
    <dsp:sp modelId="{BF8CCD93-5DEA-47A5-8A5C-3DC01ADAD32A}">
      <dsp:nvSpPr>
        <dsp:cNvPr id="0" name=""/>
        <dsp:cNvSpPr/>
      </dsp:nvSpPr>
      <dsp:spPr>
        <a:xfrm>
          <a:off x="0" y="3659744"/>
          <a:ext cx="5913437" cy="9754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5D933-3635-440F-A17E-9DC40A8EEA14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0BBE3-A077-4DB7-B07B-C35A90746525}">
      <dsp:nvSpPr>
        <dsp:cNvPr id="0" name=""/>
        <dsp:cNvSpPr/>
      </dsp:nvSpPr>
      <dsp:spPr>
        <a:xfrm>
          <a:off x="1126608" y="365974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MLFlow Model Registry:</a:t>
          </a:r>
          <a:r>
            <a:rPr lang="en-US" sz="2000" b="0" i="0" kern="1200" baseline="0"/>
            <a:t> Manages versioning, approval, and lifecycle of models.</a:t>
          </a:r>
          <a:endParaRPr lang="en-US" sz="2000" kern="1200"/>
        </a:p>
      </dsp:txBody>
      <dsp:txXfrm>
        <a:off x="1126608" y="3659744"/>
        <a:ext cx="4786828" cy="9754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4C283-C834-4A19-82A1-DFD5A579CC57}">
      <dsp:nvSpPr>
        <dsp:cNvPr id="0" name=""/>
        <dsp:cNvSpPr/>
      </dsp:nvSpPr>
      <dsp:spPr>
        <a:xfrm>
          <a:off x="0" y="1924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8983D7-576A-4F4E-820D-B0938415DF61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A552B-3D84-4CFD-BE16-3D94165A1AE1}">
      <dsp:nvSpPr>
        <dsp:cNvPr id="0" name=""/>
        <dsp:cNvSpPr/>
      </dsp:nvSpPr>
      <dsp:spPr>
        <a:xfrm>
          <a:off x="1126608" y="192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User Interface (UI):</a:t>
          </a:r>
          <a:r>
            <a:rPr lang="en-US" sz="2200" b="0" i="0" kern="1200" baseline="0"/>
            <a:t> For tracking experiments and comparing runs.</a:t>
          </a:r>
          <a:endParaRPr lang="en-US" sz="2200" kern="1200"/>
        </a:p>
      </dsp:txBody>
      <dsp:txXfrm>
        <a:off x="1126608" y="1924"/>
        <a:ext cx="4786828" cy="975418"/>
      </dsp:txXfrm>
    </dsp:sp>
    <dsp:sp modelId="{8B694905-3EC9-4250-98D7-7F90EB617E07}">
      <dsp:nvSpPr>
        <dsp:cNvPr id="0" name=""/>
        <dsp:cNvSpPr/>
      </dsp:nvSpPr>
      <dsp:spPr>
        <a:xfrm>
          <a:off x="0" y="1221197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0A215-6E75-4183-A040-CA89EC70237F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4F6D8-DF84-4F2B-BE80-89A99462A999}">
      <dsp:nvSpPr>
        <dsp:cNvPr id="0" name=""/>
        <dsp:cNvSpPr/>
      </dsp:nvSpPr>
      <dsp:spPr>
        <a:xfrm>
          <a:off x="1126608" y="1221197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Tracking Server:</a:t>
          </a:r>
          <a:r>
            <a:rPr lang="en-US" sz="2200" b="0" i="0" kern="1200" baseline="0"/>
            <a:t> Stores metrics, parameters, and artifacts.</a:t>
          </a:r>
          <a:endParaRPr lang="en-US" sz="2200" kern="1200"/>
        </a:p>
      </dsp:txBody>
      <dsp:txXfrm>
        <a:off x="1126608" y="1221197"/>
        <a:ext cx="4786828" cy="975418"/>
      </dsp:txXfrm>
    </dsp:sp>
    <dsp:sp modelId="{6519DE49-ED67-4A0B-A015-09295BF6CB8E}">
      <dsp:nvSpPr>
        <dsp:cNvPr id="0" name=""/>
        <dsp:cNvSpPr/>
      </dsp:nvSpPr>
      <dsp:spPr>
        <a:xfrm>
          <a:off x="0" y="2440471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AF2F61-B67A-4A3A-9E1D-DAA0E8352192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3168D-3307-4340-99C2-2C37CB6F8F6C}">
      <dsp:nvSpPr>
        <dsp:cNvPr id="0" name=""/>
        <dsp:cNvSpPr/>
      </dsp:nvSpPr>
      <dsp:spPr>
        <a:xfrm>
          <a:off x="1126608" y="2440471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Artifact Store:</a:t>
          </a:r>
          <a:r>
            <a:rPr lang="en-US" sz="2200" b="0" i="0" kern="1200" baseline="0"/>
            <a:t> Saves model files and datasets.</a:t>
          </a:r>
          <a:endParaRPr lang="en-US" sz="2200" kern="1200"/>
        </a:p>
      </dsp:txBody>
      <dsp:txXfrm>
        <a:off x="1126608" y="2440471"/>
        <a:ext cx="4786828" cy="975418"/>
      </dsp:txXfrm>
    </dsp:sp>
    <dsp:sp modelId="{CFC92C28-FA04-4E08-98C4-53E49CD8B8E9}">
      <dsp:nvSpPr>
        <dsp:cNvPr id="0" name=""/>
        <dsp:cNvSpPr/>
      </dsp:nvSpPr>
      <dsp:spPr>
        <a:xfrm>
          <a:off x="0" y="3659744"/>
          <a:ext cx="5913437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11C94-EB1A-4531-A6E2-4E264D9A2513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0A17D-897C-4727-B901-5A0A7EF11F5F}">
      <dsp:nvSpPr>
        <dsp:cNvPr id="0" name=""/>
        <dsp:cNvSpPr/>
      </dsp:nvSpPr>
      <dsp:spPr>
        <a:xfrm>
          <a:off x="1126608" y="365974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Model Registry:</a:t>
          </a:r>
          <a:r>
            <a:rPr lang="en-US" sz="2200" b="0" i="0" kern="1200" baseline="0"/>
            <a:t> Manages model versions and states (staging/production).</a:t>
          </a:r>
          <a:endParaRPr lang="en-US" sz="2200" kern="1200"/>
        </a:p>
      </dsp:txBody>
      <dsp:txXfrm>
        <a:off x="1126608" y="3659744"/>
        <a:ext cx="4786828" cy="9754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48215-E0C1-4164-8B0D-77F82C798221}">
      <dsp:nvSpPr>
        <dsp:cNvPr id="0" name=""/>
        <dsp:cNvSpPr/>
      </dsp:nvSpPr>
      <dsp:spPr>
        <a:xfrm>
          <a:off x="0" y="68273"/>
          <a:ext cx="5913437" cy="8494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Data Management</a:t>
          </a:r>
          <a:r>
            <a:rPr lang="en-US" sz="2200" b="0" i="0" kern="1200" baseline="0"/>
            <a:t> – Data versioning, cleaning, and validation.</a:t>
          </a:r>
          <a:endParaRPr lang="en-US" sz="2200" kern="1200"/>
        </a:p>
      </dsp:txBody>
      <dsp:txXfrm>
        <a:off x="41465" y="109738"/>
        <a:ext cx="5830507" cy="766490"/>
      </dsp:txXfrm>
    </dsp:sp>
    <dsp:sp modelId="{0210E8C0-6DB9-4822-B624-8D247F3E55E4}">
      <dsp:nvSpPr>
        <dsp:cNvPr id="0" name=""/>
        <dsp:cNvSpPr/>
      </dsp:nvSpPr>
      <dsp:spPr>
        <a:xfrm>
          <a:off x="0" y="981053"/>
          <a:ext cx="5913437" cy="849420"/>
        </a:xfrm>
        <a:prstGeom prst="roundRect">
          <a:avLst/>
        </a:prstGeom>
        <a:gradFill rotWithShape="0">
          <a:gsLst>
            <a:gs pos="0">
              <a:schemeClr val="accent2">
                <a:hueOff val="-848244"/>
                <a:satOff val="2796"/>
                <a:lumOff val="299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848244"/>
                <a:satOff val="2796"/>
                <a:lumOff val="299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848244"/>
                <a:satOff val="2796"/>
                <a:lumOff val="299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Model Development</a:t>
          </a:r>
          <a:r>
            <a:rPr lang="en-US" sz="2200" b="0" i="0" kern="1200" baseline="0"/>
            <a:t> – Experiment tracking and hyperparameter tuning.</a:t>
          </a:r>
          <a:endParaRPr lang="en-US" sz="2200" kern="1200"/>
        </a:p>
      </dsp:txBody>
      <dsp:txXfrm>
        <a:off x="41465" y="1022518"/>
        <a:ext cx="5830507" cy="766490"/>
      </dsp:txXfrm>
    </dsp:sp>
    <dsp:sp modelId="{55D8A9D3-EA91-45D1-87CB-DB1FC041A1C4}">
      <dsp:nvSpPr>
        <dsp:cNvPr id="0" name=""/>
        <dsp:cNvSpPr/>
      </dsp:nvSpPr>
      <dsp:spPr>
        <a:xfrm>
          <a:off x="0" y="1893833"/>
          <a:ext cx="5913437" cy="849420"/>
        </a:xfrm>
        <a:prstGeom prst="roundRect">
          <a:avLst/>
        </a:prstGeom>
        <a:gradFill rotWithShape="0">
          <a:gsLst>
            <a:gs pos="0">
              <a:schemeClr val="accent2">
                <a:hueOff val="-1696488"/>
                <a:satOff val="5592"/>
                <a:lumOff val="598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696488"/>
                <a:satOff val="5592"/>
                <a:lumOff val="598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696488"/>
                <a:satOff val="5592"/>
                <a:lumOff val="598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Model Validation</a:t>
          </a:r>
          <a:r>
            <a:rPr lang="en-US" sz="2200" b="0" i="0" kern="1200" baseline="0"/>
            <a:t> – Check for performance, bias, and fairness.</a:t>
          </a:r>
          <a:endParaRPr lang="en-US" sz="2200" kern="1200"/>
        </a:p>
      </dsp:txBody>
      <dsp:txXfrm>
        <a:off x="41465" y="1935298"/>
        <a:ext cx="5830507" cy="766490"/>
      </dsp:txXfrm>
    </dsp:sp>
    <dsp:sp modelId="{423C066A-7C31-4108-8C62-1DE3F659887A}">
      <dsp:nvSpPr>
        <dsp:cNvPr id="0" name=""/>
        <dsp:cNvSpPr/>
      </dsp:nvSpPr>
      <dsp:spPr>
        <a:xfrm>
          <a:off x="0" y="2806614"/>
          <a:ext cx="5913437" cy="849420"/>
        </a:xfrm>
        <a:prstGeom prst="roundRect">
          <a:avLst/>
        </a:prstGeom>
        <a:gradFill rotWithShape="0">
          <a:gsLst>
            <a:gs pos="0">
              <a:schemeClr val="accent2">
                <a:hueOff val="-2544732"/>
                <a:satOff val="8389"/>
                <a:lumOff val="897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544732"/>
                <a:satOff val="8389"/>
                <a:lumOff val="897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544732"/>
                <a:satOff val="8389"/>
                <a:lumOff val="897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Deployment</a:t>
          </a:r>
          <a:r>
            <a:rPr lang="en-US" sz="2200" b="0" i="0" kern="1200" baseline="0"/>
            <a:t> – Package and deploy using Docker/Kubernetes.</a:t>
          </a:r>
          <a:endParaRPr lang="en-US" sz="2200" kern="1200"/>
        </a:p>
      </dsp:txBody>
      <dsp:txXfrm>
        <a:off x="41465" y="2848079"/>
        <a:ext cx="5830507" cy="766490"/>
      </dsp:txXfrm>
    </dsp:sp>
    <dsp:sp modelId="{C8B8E636-9EAE-4B49-BC4B-D6F1D5A62BEA}">
      <dsp:nvSpPr>
        <dsp:cNvPr id="0" name=""/>
        <dsp:cNvSpPr/>
      </dsp:nvSpPr>
      <dsp:spPr>
        <a:xfrm>
          <a:off x="0" y="3719394"/>
          <a:ext cx="5913437" cy="84942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Monitoring &amp; Retraining</a:t>
          </a:r>
          <a:r>
            <a:rPr lang="en-US" sz="2200" b="0" i="0" kern="1200" baseline="0"/>
            <a:t> – Detect drift and automatically retrain model.</a:t>
          </a:r>
          <a:endParaRPr lang="en-US" sz="2200" kern="1200"/>
        </a:p>
      </dsp:txBody>
      <dsp:txXfrm>
        <a:off x="41465" y="3760859"/>
        <a:ext cx="5830507" cy="7664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13FB1-8100-4220-A28D-220D94C08447}">
      <dsp:nvSpPr>
        <dsp:cNvPr id="0" name=""/>
        <dsp:cNvSpPr/>
      </dsp:nvSpPr>
      <dsp:spPr>
        <a:xfrm>
          <a:off x="646339" y="738175"/>
          <a:ext cx="964523" cy="964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C6DF5-7E31-48A0-8717-702473DB03D2}">
      <dsp:nvSpPr>
        <dsp:cNvPr id="0" name=""/>
        <dsp:cNvSpPr/>
      </dsp:nvSpPr>
      <dsp:spPr>
        <a:xfrm>
          <a:off x="56908" y="2069601"/>
          <a:ext cx="21433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MLOps is essential because:</a:t>
          </a:r>
        </a:p>
      </dsp:txBody>
      <dsp:txXfrm>
        <a:off x="56908" y="2069601"/>
        <a:ext cx="2143384" cy="720000"/>
      </dsp:txXfrm>
    </dsp:sp>
    <dsp:sp modelId="{6F84539A-3A2D-47A0-9087-82D0096A4B2B}">
      <dsp:nvSpPr>
        <dsp:cNvPr id="0" name=""/>
        <dsp:cNvSpPr/>
      </dsp:nvSpPr>
      <dsp:spPr>
        <a:xfrm>
          <a:off x="3164816" y="738175"/>
          <a:ext cx="964523" cy="964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A5E37-0955-4E64-98E1-0CE577819640}">
      <dsp:nvSpPr>
        <dsp:cNvPr id="0" name=""/>
        <dsp:cNvSpPr/>
      </dsp:nvSpPr>
      <dsp:spPr>
        <a:xfrm>
          <a:off x="2575385" y="2069601"/>
          <a:ext cx="21433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Reproducibility:</a:t>
          </a:r>
          <a:r>
            <a:rPr lang="en-US" sz="1400" kern="1200"/>
            <a:t> Ensures consistent results across environments.</a:t>
          </a:r>
        </a:p>
      </dsp:txBody>
      <dsp:txXfrm>
        <a:off x="2575385" y="2069601"/>
        <a:ext cx="2143384" cy="720000"/>
      </dsp:txXfrm>
    </dsp:sp>
    <dsp:sp modelId="{24E9898E-1A6D-4758-A792-D9657E017C79}">
      <dsp:nvSpPr>
        <dsp:cNvPr id="0" name=""/>
        <dsp:cNvSpPr/>
      </dsp:nvSpPr>
      <dsp:spPr>
        <a:xfrm>
          <a:off x="5683293" y="738175"/>
          <a:ext cx="964523" cy="9645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849A5-0CE0-432A-9A2F-56BBB2C83F6B}">
      <dsp:nvSpPr>
        <dsp:cNvPr id="0" name=""/>
        <dsp:cNvSpPr/>
      </dsp:nvSpPr>
      <dsp:spPr>
        <a:xfrm>
          <a:off x="5093862" y="2069601"/>
          <a:ext cx="21433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Scalability:</a:t>
          </a:r>
          <a:r>
            <a:rPr lang="en-US" sz="1400" kern="1200"/>
            <a:t> Supports large-scale data and models.</a:t>
          </a:r>
        </a:p>
      </dsp:txBody>
      <dsp:txXfrm>
        <a:off x="5093862" y="2069601"/>
        <a:ext cx="2143384" cy="720000"/>
      </dsp:txXfrm>
    </dsp:sp>
    <dsp:sp modelId="{8DC7FAA8-92E5-4E6C-A728-2086C9FE71B7}">
      <dsp:nvSpPr>
        <dsp:cNvPr id="0" name=""/>
        <dsp:cNvSpPr/>
      </dsp:nvSpPr>
      <dsp:spPr>
        <a:xfrm>
          <a:off x="646339" y="3325448"/>
          <a:ext cx="964523" cy="9645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64C21-6985-41D8-8914-568B699C38E8}">
      <dsp:nvSpPr>
        <dsp:cNvPr id="0" name=""/>
        <dsp:cNvSpPr/>
      </dsp:nvSpPr>
      <dsp:spPr>
        <a:xfrm>
          <a:off x="56908" y="4656874"/>
          <a:ext cx="21433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Collaboration:</a:t>
          </a:r>
          <a:r>
            <a:rPr lang="en-US" sz="1400" kern="1200"/>
            <a:t> Enables data scientists and engineers to work seamlessly.</a:t>
          </a:r>
        </a:p>
      </dsp:txBody>
      <dsp:txXfrm>
        <a:off x="56908" y="4656874"/>
        <a:ext cx="2143384" cy="720000"/>
      </dsp:txXfrm>
    </dsp:sp>
    <dsp:sp modelId="{732444D8-7F35-4E8F-80FD-91AA8F57C73C}">
      <dsp:nvSpPr>
        <dsp:cNvPr id="0" name=""/>
        <dsp:cNvSpPr/>
      </dsp:nvSpPr>
      <dsp:spPr>
        <a:xfrm>
          <a:off x="3164816" y="3325448"/>
          <a:ext cx="964523" cy="9645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33D91-6EE5-4057-9EC7-E552C92C4E2C}">
      <dsp:nvSpPr>
        <dsp:cNvPr id="0" name=""/>
        <dsp:cNvSpPr/>
      </dsp:nvSpPr>
      <dsp:spPr>
        <a:xfrm>
          <a:off x="2575385" y="4656874"/>
          <a:ext cx="21433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Automation:</a:t>
          </a:r>
          <a:r>
            <a:rPr lang="en-US" sz="1400" kern="1200"/>
            <a:t> Reduces manual work in deployment and retraining.</a:t>
          </a:r>
        </a:p>
      </dsp:txBody>
      <dsp:txXfrm>
        <a:off x="2575385" y="4656874"/>
        <a:ext cx="2143384" cy="720000"/>
      </dsp:txXfrm>
    </dsp:sp>
    <dsp:sp modelId="{40DBC6E0-F155-4786-B744-C4A395B3B1C4}">
      <dsp:nvSpPr>
        <dsp:cNvPr id="0" name=""/>
        <dsp:cNvSpPr/>
      </dsp:nvSpPr>
      <dsp:spPr>
        <a:xfrm>
          <a:off x="5683293" y="3325448"/>
          <a:ext cx="964523" cy="9645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548A1-4A8D-4FFA-B196-014BD6800A9F}">
      <dsp:nvSpPr>
        <dsp:cNvPr id="0" name=""/>
        <dsp:cNvSpPr/>
      </dsp:nvSpPr>
      <dsp:spPr>
        <a:xfrm>
          <a:off x="5093862" y="4656874"/>
          <a:ext cx="21433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Monitoring:</a:t>
          </a:r>
          <a:r>
            <a:rPr lang="en-US" sz="1400" kern="1200"/>
            <a:t> Continuously tracks model health and accuracy.</a:t>
          </a:r>
        </a:p>
      </dsp:txBody>
      <dsp:txXfrm>
        <a:off x="5093862" y="4656874"/>
        <a:ext cx="2143384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24CB7-5B21-4358-8554-965C6D4206EB}">
      <dsp:nvSpPr>
        <dsp:cNvPr id="0" name=""/>
        <dsp:cNvSpPr/>
      </dsp:nvSpPr>
      <dsp:spPr>
        <a:xfrm>
          <a:off x="0" y="566"/>
          <a:ext cx="5913437" cy="13245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F1C17-329C-4479-92DE-6008FA7BF98C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9667F-7B88-4CB2-B801-18BAB574504A}">
      <dsp:nvSpPr>
        <dsp:cNvPr id="0" name=""/>
        <dsp:cNvSpPr/>
      </dsp:nvSpPr>
      <dsp:spPr>
        <a:xfrm>
          <a:off x="1529865" y="566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The system architecture that supports </a:t>
          </a:r>
          <a:r>
            <a:rPr lang="en-US" sz="2000" b="1" i="0" kern="1200" baseline="0"/>
            <a:t>deployment</a:t>
          </a:r>
          <a:r>
            <a:rPr lang="en-US" sz="2000" b="0" i="0" kern="1200" baseline="0"/>
            <a:t>, </a:t>
          </a:r>
          <a:r>
            <a:rPr lang="en-US" sz="2000" b="1" i="0" kern="1200" baseline="0"/>
            <a:t>scaling</a:t>
          </a:r>
          <a:r>
            <a:rPr lang="en-US" sz="2000" b="0" i="0" kern="1200" baseline="0"/>
            <a:t>, and </a:t>
          </a:r>
          <a:r>
            <a:rPr lang="en-US" sz="2000" b="1" i="0" kern="1200" baseline="0"/>
            <a:t>monitoring</a:t>
          </a:r>
          <a:r>
            <a:rPr lang="en-US" sz="2000" b="0" i="0" kern="1200" baseline="0"/>
            <a:t> of ML models.</a:t>
          </a:r>
          <a:endParaRPr lang="en-US" sz="2000" kern="1200"/>
        </a:p>
      </dsp:txBody>
      <dsp:txXfrm>
        <a:off x="1529865" y="566"/>
        <a:ext cx="4383571" cy="1324558"/>
      </dsp:txXfrm>
    </dsp:sp>
    <dsp:sp modelId="{44D99121-39FB-4A17-B846-1F0FF9D82F50}">
      <dsp:nvSpPr>
        <dsp:cNvPr id="0" name=""/>
        <dsp:cNvSpPr/>
      </dsp:nvSpPr>
      <dsp:spPr>
        <a:xfrm>
          <a:off x="0" y="1656264"/>
          <a:ext cx="5913437" cy="13245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BDF85F-2E10-4261-965D-E44516C024A2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B47AA-EA3C-45E1-A2D2-DAAB4F8B8AFC}">
      <dsp:nvSpPr>
        <dsp:cNvPr id="0" name=""/>
        <dsp:cNvSpPr/>
      </dsp:nvSpPr>
      <dsp:spPr>
        <a:xfrm>
          <a:off x="1529865" y="1656264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Enables </a:t>
          </a:r>
          <a:r>
            <a:rPr lang="en-US" sz="2000" b="1" i="0" kern="1200" baseline="0"/>
            <a:t>continuous integration</a:t>
          </a:r>
          <a:r>
            <a:rPr lang="en-US" sz="2000" b="0" i="0" kern="1200" baseline="0"/>
            <a:t>, </a:t>
          </a:r>
          <a:r>
            <a:rPr lang="en-US" sz="2000" b="1" i="0" kern="1200" baseline="0"/>
            <a:t>continuous deployment (CI/CD)</a:t>
          </a:r>
          <a:r>
            <a:rPr lang="en-US" sz="2000" b="0" i="0" kern="1200" baseline="0"/>
            <a:t>, and </a:t>
          </a:r>
          <a:r>
            <a:rPr lang="en-US" sz="2000" b="1" i="0" kern="1200" baseline="0"/>
            <a:t>version control</a:t>
          </a:r>
          <a:r>
            <a:rPr lang="en-US" sz="2000" b="0" i="0" kern="1200" baseline="0"/>
            <a:t> for models.</a:t>
          </a:r>
          <a:endParaRPr lang="en-US" sz="2000" kern="1200"/>
        </a:p>
      </dsp:txBody>
      <dsp:txXfrm>
        <a:off x="1529865" y="1656264"/>
        <a:ext cx="4383571" cy="1324558"/>
      </dsp:txXfrm>
    </dsp:sp>
    <dsp:sp modelId="{340DFE17-FB98-447A-8D8A-F7FD393D6E60}">
      <dsp:nvSpPr>
        <dsp:cNvPr id="0" name=""/>
        <dsp:cNvSpPr/>
      </dsp:nvSpPr>
      <dsp:spPr>
        <a:xfrm>
          <a:off x="0" y="3311963"/>
          <a:ext cx="5913437" cy="13245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F7394E-0151-4785-8EA6-1F744A40A72E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42055-A3D8-4E97-A5F7-080E3530BA16}">
      <dsp:nvSpPr>
        <dsp:cNvPr id="0" name=""/>
        <dsp:cNvSpPr/>
      </dsp:nvSpPr>
      <dsp:spPr>
        <a:xfrm>
          <a:off x="1529865" y="3311963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Bridges the gap between </a:t>
          </a:r>
          <a:r>
            <a:rPr lang="en-US" sz="2000" b="1" i="0" kern="1200" baseline="0"/>
            <a:t>data science</a:t>
          </a:r>
          <a:r>
            <a:rPr lang="en-US" sz="2000" b="0" i="0" kern="1200" baseline="0"/>
            <a:t> and </a:t>
          </a:r>
          <a:r>
            <a:rPr lang="en-US" sz="2000" b="1" i="0" kern="1200" baseline="0"/>
            <a:t>operations</a:t>
          </a:r>
          <a:r>
            <a:rPr lang="en-US" sz="2000" b="0" i="0" kern="1200" baseline="0"/>
            <a:t> teams.</a:t>
          </a:r>
          <a:endParaRPr lang="en-US" sz="2000" kern="1200"/>
        </a:p>
      </dsp:txBody>
      <dsp:txXfrm>
        <a:off x="1529865" y="3311963"/>
        <a:ext cx="4383571" cy="13245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0795D-E596-4884-8A8E-F29593E2B427}">
      <dsp:nvSpPr>
        <dsp:cNvPr id="0" name=""/>
        <dsp:cNvSpPr/>
      </dsp:nvSpPr>
      <dsp:spPr>
        <a:xfrm>
          <a:off x="0" y="4532"/>
          <a:ext cx="6875916" cy="965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0B0A6-D189-4673-9C2D-91ABDDE9C64C}">
      <dsp:nvSpPr>
        <dsp:cNvPr id="0" name=""/>
        <dsp:cNvSpPr/>
      </dsp:nvSpPr>
      <dsp:spPr>
        <a:xfrm>
          <a:off x="292064" y="221770"/>
          <a:ext cx="531026" cy="5310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D565E-EA39-49FD-8823-DA42A75C8847}">
      <dsp:nvSpPr>
        <dsp:cNvPr id="0" name=""/>
        <dsp:cNvSpPr/>
      </dsp:nvSpPr>
      <dsp:spPr>
        <a:xfrm>
          <a:off x="1115155" y="4532"/>
          <a:ext cx="5760760" cy="965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182" tIns="102182" rIns="102182" bIns="102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Data Pipeline</a:t>
          </a:r>
          <a:r>
            <a:rPr lang="en-US" sz="1900" b="0" i="0" kern="1200" baseline="0"/>
            <a:t> – Ingestion, preprocessing, and transformation.</a:t>
          </a:r>
          <a:endParaRPr lang="en-US" sz="1900" kern="1200"/>
        </a:p>
      </dsp:txBody>
      <dsp:txXfrm>
        <a:off x="1115155" y="4532"/>
        <a:ext cx="5760760" cy="965502"/>
      </dsp:txXfrm>
    </dsp:sp>
    <dsp:sp modelId="{6756FFF7-D62C-49C1-9EC4-56AAE6A552A2}">
      <dsp:nvSpPr>
        <dsp:cNvPr id="0" name=""/>
        <dsp:cNvSpPr/>
      </dsp:nvSpPr>
      <dsp:spPr>
        <a:xfrm>
          <a:off x="0" y="1211411"/>
          <a:ext cx="6875916" cy="9655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FB4659-915A-4BFE-B13F-80DDD1AA0EA8}">
      <dsp:nvSpPr>
        <dsp:cNvPr id="0" name=""/>
        <dsp:cNvSpPr/>
      </dsp:nvSpPr>
      <dsp:spPr>
        <a:xfrm>
          <a:off x="292064" y="1428649"/>
          <a:ext cx="531026" cy="5310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CB678-8567-405D-9E98-05572CAEA56C}">
      <dsp:nvSpPr>
        <dsp:cNvPr id="0" name=""/>
        <dsp:cNvSpPr/>
      </dsp:nvSpPr>
      <dsp:spPr>
        <a:xfrm>
          <a:off x="1115155" y="1211411"/>
          <a:ext cx="5760760" cy="965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182" tIns="102182" rIns="102182" bIns="102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Model Training Environment</a:t>
          </a:r>
          <a:r>
            <a:rPr lang="en-US" sz="1900" b="0" i="0" kern="1200" baseline="0"/>
            <a:t> – Compute resources (GPU/TPU), frameworks (TensorFlow, PyTorch).</a:t>
          </a:r>
          <a:endParaRPr lang="en-US" sz="1900" kern="1200"/>
        </a:p>
      </dsp:txBody>
      <dsp:txXfrm>
        <a:off x="1115155" y="1211411"/>
        <a:ext cx="5760760" cy="965502"/>
      </dsp:txXfrm>
    </dsp:sp>
    <dsp:sp modelId="{FE786BAF-1127-48FD-A2D3-A59A4E75C227}">
      <dsp:nvSpPr>
        <dsp:cNvPr id="0" name=""/>
        <dsp:cNvSpPr/>
      </dsp:nvSpPr>
      <dsp:spPr>
        <a:xfrm>
          <a:off x="0" y="2418289"/>
          <a:ext cx="6875916" cy="9655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6CA567-435A-47C2-8774-1805131A7A06}">
      <dsp:nvSpPr>
        <dsp:cNvPr id="0" name=""/>
        <dsp:cNvSpPr/>
      </dsp:nvSpPr>
      <dsp:spPr>
        <a:xfrm>
          <a:off x="292064" y="2635527"/>
          <a:ext cx="531026" cy="5310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82D72-CCE7-4DA6-AE33-17EE12159E1C}">
      <dsp:nvSpPr>
        <dsp:cNvPr id="0" name=""/>
        <dsp:cNvSpPr/>
      </dsp:nvSpPr>
      <dsp:spPr>
        <a:xfrm>
          <a:off x="1115155" y="2418289"/>
          <a:ext cx="5760760" cy="965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182" tIns="102182" rIns="102182" bIns="102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Model Registry</a:t>
          </a:r>
          <a:r>
            <a:rPr lang="en-US" sz="1900" b="0" i="0" kern="1200" baseline="0"/>
            <a:t> – Stores model versions and metadata.</a:t>
          </a:r>
          <a:endParaRPr lang="en-US" sz="1900" kern="1200"/>
        </a:p>
      </dsp:txBody>
      <dsp:txXfrm>
        <a:off x="1115155" y="2418289"/>
        <a:ext cx="5760760" cy="965502"/>
      </dsp:txXfrm>
    </dsp:sp>
    <dsp:sp modelId="{58860B89-0DD3-4482-B73F-B0D162873B2C}">
      <dsp:nvSpPr>
        <dsp:cNvPr id="0" name=""/>
        <dsp:cNvSpPr/>
      </dsp:nvSpPr>
      <dsp:spPr>
        <a:xfrm>
          <a:off x="0" y="3625167"/>
          <a:ext cx="6875916" cy="9655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04CFD8-6F54-4FFA-B2FB-1794953F131B}">
      <dsp:nvSpPr>
        <dsp:cNvPr id="0" name=""/>
        <dsp:cNvSpPr/>
      </dsp:nvSpPr>
      <dsp:spPr>
        <a:xfrm>
          <a:off x="292064" y="3842405"/>
          <a:ext cx="531026" cy="5310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06ADB-CCE9-41DC-BD6B-D527BAB8B675}">
      <dsp:nvSpPr>
        <dsp:cNvPr id="0" name=""/>
        <dsp:cNvSpPr/>
      </dsp:nvSpPr>
      <dsp:spPr>
        <a:xfrm>
          <a:off x="1115155" y="3625167"/>
          <a:ext cx="5760760" cy="965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182" tIns="102182" rIns="102182" bIns="102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Model Serving Layer</a:t>
          </a:r>
          <a:r>
            <a:rPr lang="en-US" sz="1900" b="0" i="0" kern="1200" baseline="0"/>
            <a:t> – API or microservices for real-time predictions.</a:t>
          </a:r>
          <a:endParaRPr lang="en-US" sz="1900" kern="1200"/>
        </a:p>
      </dsp:txBody>
      <dsp:txXfrm>
        <a:off x="1115155" y="3625167"/>
        <a:ext cx="5760760" cy="965502"/>
      </dsp:txXfrm>
    </dsp:sp>
    <dsp:sp modelId="{A10B3EBC-9C73-42ED-ACE7-CCC1E80B03C7}">
      <dsp:nvSpPr>
        <dsp:cNvPr id="0" name=""/>
        <dsp:cNvSpPr/>
      </dsp:nvSpPr>
      <dsp:spPr>
        <a:xfrm>
          <a:off x="0" y="4832045"/>
          <a:ext cx="6875916" cy="9655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3F0EC-7396-46CC-85D3-E0A7B16FC989}">
      <dsp:nvSpPr>
        <dsp:cNvPr id="0" name=""/>
        <dsp:cNvSpPr/>
      </dsp:nvSpPr>
      <dsp:spPr>
        <a:xfrm>
          <a:off x="292064" y="5049283"/>
          <a:ext cx="531026" cy="5310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9CF6D-B49C-4193-822A-0BD8E74D33A2}">
      <dsp:nvSpPr>
        <dsp:cNvPr id="0" name=""/>
        <dsp:cNvSpPr/>
      </dsp:nvSpPr>
      <dsp:spPr>
        <a:xfrm>
          <a:off x="1115155" y="4832045"/>
          <a:ext cx="5760760" cy="965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182" tIns="102182" rIns="102182" bIns="102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Monitoring &amp; Logging</a:t>
          </a:r>
          <a:r>
            <a:rPr lang="en-US" sz="1900" b="0" i="0" kern="1200" baseline="0"/>
            <a:t> – Tracks performance, latency, and drift.</a:t>
          </a:r>
          <a:endParaRPr lang="en-US" sz="1900" kern="1200"/>
        </a:p>
      </dsp:txBody>
      <dsp:txXfrm>
        <a:off x="1115155" y="4832045"/>
        <a:ext cx="5760760" cy="9655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48E8F-819D-49DD-852A-9138CA461550}">
      <dsp:nvSpPr>
        <dsp:cNvPr id="0" name=""/>
        <dsp:cNvSpPr/>
      </dsp:nvSpPr>
      <dsp:spPr>
        <a:xfrm>
          <a:off x="0" y="1943"/>
          <a:ext cx="6897687" cy="8283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CA9E2-133C-413A-A6F7-30D48A71A5FE}">
      <dsp:nvSpPr>
        <dsp:cNvPr id="0" name=""/>
        <dsp:cNvSpPr/>
      </dsp:nvSpPr>
      <dsp:spPr>
        <a:xfrm>
          <a:off x="250577" y="188323"/>
          <a:ext cx="455594" cy="4555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1598E-875E-467D-B54D-ECDA07F53937}">
      <dsp:nvSpPr>
        <dsp:cNvPr id="0" name=""/>
        <dsp:cNvSpPr/>
      </dsp:nvSpPr>
      <dsp:spPr>
        <a:xfrm>
          <a:off x="956748" y="1943"/>
          <a:ext cx="5940938" cy="82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67" tIns="87667" rIns="87667" bIns="876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Data is the foundation of production ML.</a:t>
          </a:r>
          <a:endParaRPr lang="en-US" sz="1900" kern="1200"/>
        </a:p>
      </dsp:txBody>
      <dsp:txXfrm>
        <a:off x="956748" y="1943"/>
        <a:ext cx="5940938" cy="828354"/>
      </dsp:txXfrm>
    </dsp:sp>
    <dsp:sp modelId="{9F2046B5-7A5C-4E56-A8D7-665AC03C66F6}">
      <dsp:nvSpPr>
        <dsp:cNvPr id="0" name=""/>
        <dsp:cNvSpPr/>
      </dsp:nvSpPr>
      <dsp:spPr>
        <a:xfrm>
          <a:off x="0" y="1037386"/>
          <a:ext cx="6897687" cy="8283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0B209-7EFE-4AE2-9B80-533DF6EB5A8F}">
      <dsp:nvSpPr>
        <dsp:cNvPr id="0" name=""/>
        <dsp:cNvSpPr/>
      </dsp:nvSpPr>
      <dsp:spPr>
        <a:xfrm>
          <a:off x="250577" y="1223766"/>
          <a:ext cx="455594" cy="4555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632C4-DC5A-4526-911C-DAA98ED0E5F4}">
      <dsp:nvSpPr>
        <dsp:cNvPr id="0" name=""/>
        <dsp:cNvSpPr/>
      </dsp:nvSpPr>
      <dsp:spPr>
        <a:xfrm>
          <a:off x="956748" y="1037386"/>
          <a:ext cx="5940938" cy="82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67" tIns="87667" rIns="87667" bIns="876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Components:</a:t>
          </a:r>
          <a:endParaRPr lang="en-US" sz="1900" kern="1200"/>
        </a:p>
      </dsp:txBody>
      <dsp:txXfrm>
        <a:off x="956748" y="1037386"/>
        <a:ext cx="5940938" cy="828354"/>
      </dsp:txXfrm>
    </dsp:sp>
    <dsp:sp modelId="{FAA9C992-581B-43FD-BC37-CD06FBAC2E38}">
      <dsp:nvSpPr>
        <dsp:cNvPr id="0" name=""/>
        <dsp:cNvSpPr/>
      </dsp:nvSpPr>
      <dsp:spPr>
        <a:xfrm>
          <a:off x="0" y="2072829"/>
          <a:ext cx="6897687" cy="8283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7F9E0-E4A9-40FF-9B66-542A04DB8B6C}">
      <dsp:nvSpPr>
        <dsp:cNvPr id="0" name=""/>
        <dsp:cNvSpPr/>
      </dsp:nvSpPr>
      <dsp:spPr>
        <a:xfrm>
          <a:off x="250577" y="2259208"/>
          <a:ext cx="455594" cy="4555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2B7C3-16BD-4B2B-A0E7-1EDD4B2BA960}">
      <dsp:nvSpPr>
        <dsp:cNvPr id="0" name=""/>
        <dsp:cNvSpPr/>
      </dsp:nvSpPr>
      <dsp:spPr>
        <a:xfrm>
          <a:off x="956748" y="2072829"/>
          <a:ext cx="5940938" cy="82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67" tIns="87667" rIns="87667" bIns="876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Data storage (Databases, Data Lakes).</a:t>
          </a:r>
          <a:endParaRPr lang="en-US" sz="1900" kern="1200"/>
        </a:p>
      </dsp:txBody>
      <dsp:txXfrm>
        <a:off x="956748" y="2072829"/>
        <a:ext cx="5940938" cy="828354"/>
      </dsp:txXfrm>
    </dsp:sp>
    <dsp:sp modelId="{83167D83-6C3E-4AF2-B3BA-BC5B30B66FD3}">
      <dsp:nvSpPr>
        <dsp:cNvPr id="0" name=""/>
        <dsp:cNvSpPr/>
      </dsp:nvSpPr>
      <dsp:spPr>
        <a:xfrm>
          <a:off x="0" y="3108271"/>
          <a:ext cx="6897687" cy="8283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A78A94-9A40-48C6-8709-4A88F97E113A}">
      <dsp:nvSpPr>
        <dsp:cNvPr id="0" name=""/>
        <dsp:cNvSpPr/>
      </dsp:nvSpPr>
      <dsp:spPr>
        <a:xfrm>
          <a:off x="250577" y="3294651"/>
          <a:ext cx="455594" cy="4555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10B01-5B7A-4348-BCB3-EB53E53A1A53}">
      <dsp:nvSpPr>
        <dsp:cNvPr id="0" name=""/>
        <dsp:cNvSpPr/>
      </dsp:nvSpPr>
      <dsp:spPr>
        <a:xfrm>
          <a:off x="956748" y="3108271"/>
          <a:ext cx="5940938" cy="82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67" tIns="87667" rIns="87667" bIns="876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ETL (Extract, Transform, Load) systems.</a:t>
          </a:r>
          <a:endParaRPr lang="en-US" sz="1900" kern="1200"/>
        </a:p>
      </dsp:txBody>
      <dsp:txXfrm>
        <a:off x="956748" y="3108271"/>
        <a:ext cx="5940938" cy="828354"/>
      </dsp:txXfrm>
    </dsp:sp>
    <dsp:sp modelId="{1894D2B1-4627-449F-920D-2E647E8350D8}">
      <dsp:nvSpPr>
        <dsp:cNvPr id="0" name=""/>
        <dsp:cNvSpPr/>
      </dsp:nvSpPr>
      <dsp:spPr>
        <a:xfrm>
          <a:off x="0" y="4143714"/>
          <a:ext cx="6897687" cy="8283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E41A0-CB53-476A-8BA6-7BA4E3613106}">
      <dsp:nvSpPr>
        <dsp:cNvPr id="0" name=""/>
        <dsp:cNvSpPr/>
      </dsp:nvSpPr>
      <dsp:spPr>
        <a:xfrm>
          <a:off x="250577" y="4330094"/>
          <a:ext cx="455594" cy="4555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A722D-015E-4AC6-BA2B-B486B9FE2A62}">
      <dsp:nvSpPr>
        <dsp:cNvPr id="0" name=""/>
        <dsp:cNvSpPr/>
      </dsp:nvSpPr>
      <dsp:spPr>
        <a:xfrm>
          <a:off x="956748" y="4143714"/>
          <a:ext cx="5940938" cy="82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67" tIns="87667" rIns="87667" bIns="876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Stream processing (Kafka, Spark).</a:t>
          </a:r>
          <a:endParaRPr lang="en-US" sz="1900" kern="1200"/>
        </a:p>
      </dsp:txBody>
      <dsp:txXfrm>
        <a:off x="956748" y="4143714"/>
        <a:ext cx="5940938" cy="828354"/>
      </dsp:txXfrm>
    </dsp:sp>
    <dsp:sp modelId="{FF864D61-0C61-45C1-BA40-5DD7218AAB8F}">
      <dsp:nvSpPr>
        <dsp:cNvPr id="0" name=""/>
        <dsp:cNvSpPr/>
      </dsp:nvSpPr>
      <dsp:spPr>
        <a:xfrm>
          <a:off x="0" y="5179156"/>
          <a:ext cx="6897687" cy="8283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D8609-E41C-4909-A896-668556F2CA35}">
      <dsp:nvSpPr>
        <dsp:cNvPr id="0" name=""/>
        <dsp:cNvSpPr/>
      </dsp:nvSpPr>
      <dsp:spPr>
        <a:xfrm>
          <a:off x="250577" y="5365536"/>
          <a:ext cx="455594" cy="45559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31DCB-ED3B-47F1-B692-990FCC5EA1B1}">
      <dsp:nvSpPr>
        <dsp:cNvPr id="0" name=""/>
        <dsp:cNvSpPr/>
      </dsp:nvSpPr>
      <dsp:spPr>
        <a:xfrm>
          <a:off x="956748" y="5179156"/>
          <a:ext cx="5940938" cy="828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67" tIns="87667" rIns="87667" bIns="8766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Ensures </a:t>
          </a:r>
          <a:r>
            <a:rPr lang="en-US" sz="1900" b="1" i="0" kern="1200" baseline="0"/>
            <a:t>data consistency</a:t>
          </a:r>
          <a:r>
            <a:rPr lang="en-US" sz="1900" b="0" i="0" kern="1200" baseline="0"/>
            <a:t> and </a:t>
          </a:r>
          <a:r>
            <a:rPr lang="en-US" sz="1900" b="1" i="0" kern="1200" baseline="0"/>
            <a:t>availability</a:t>
          </a:r>
          <a:r>
            <a:rPr lang="en-US" sz="1900" b="0" i="0" kern="1200" baseline="0"/>
            <a:t> for retraining and inference.</a:t>
          </a:r>
          <a:endParaRPr lang="en-US" sz="1900" kern="1200"/>
        </a:p>
      </dsp:txBody>
      <dsp:txXfrm>
        <a:off x="956748" y="5179156"/>
        <a:ext cx="5940938" cy="8283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26985-30A5-4C8D-9B0E-E99A433B6639}">
      <dsp:nvSpPr>
        <dsp:cNvPr id="0" name=""/>
        <dsp:cNvSpPr/>
      </dsp:nvSpPr>
      <dsp:spPr>
        <a:xfrm>
          <a:off x="0" y="4549"/>
          <a:ext cx="6854144" cy="969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4B2EF7-02FE-4FBE-B233-0DEFA2BBB96A}">
      <dsp:nvSpPr>
        <dsp:cNvPr id="0" name=""/>
        <dsp:cNvSpPr/>
      </dsp:nvSpPr>
      <dsp:spPr>
        <a:xfrm>
          <a:off x="293160" y="222603"/>
          <a:ext cx="533019" cy="5330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A7B07-A972-4597-B6DF-FFA2D123F38F}">
      <dsp:nvSpPr>
        <dsp:cNvPr id="0" name=""/>
        <dsp:cNvSpPr/>
      </dsp:nvSpPr>
      <dsp:spPr>
        <a:xfrm>
          <a:off x="1119340" y="4549"/>
          <a:ext cx="5734803" cy="969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6" tIns="102566" rIns="102566" bIns="102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Methods for serving models:</a:t>
          </a:r>
          <a:endParaRPr lang="en-US" sz="1900" kern="1200"/>
        </a:p>
      </dsp:txBody>
      <dsp:txXfrm>
        <a:off x="1119340" y="4549"/>
        <a:ext cx="5734803" cy="969126"/>
      </dsp:txXfrm>
    </dsp:sp>
    <dsp:sp modelId="{EE73AF3E-B3A4-4DEB-B55A-20D7E09F0217}">
      <dsp:nvSpPr>
        <dsp:cNvPr id="0" name=""/>
        <dsp:cNvSpPr/>
      </dsp:nvSpPr>
      <dsp:spPr>
        <a:xfrm>
          <a:off x="0" y="1215957"/>
          <a:ext cx="6854144" cy="969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D4857-5A42-4065-A24D-5250882A190A}">
      <dsp:nvSpPr>
        <dsp:cNvPr id="0" name=""/>
        <dsp:cNvSpPr/>
      </dsp:nvSpPr>
      <dsp:spPr>
        <a:xfrm>
          <a:off x="293160" y="1434011"/>
          <a:ext cx="533019" cy="5330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5137B-DBE7-4489-85E5-5C3CD478DAE7}">
      <dsp:nvSpPr>
        <dsp:cNvPr id="0" name=""/>
        <dsp:cNvSpPr/>
      </dsp:nvSpPr>
      <dsp:spPr>
        <a:xfrm>
          <a:off x="1119340" y="1215957"/>
          <a:ext cx="5734803" cy="969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6" tIns="102566" rIns="102566" bIns="102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Batch Inference:</a:t>
          </a:r>
          <a:r>
            <a:rPr lang="en-US" sz="1900" b="0" i="0" kern="1200" baseline="0"/>
            <a:t> Large-scale predictions on scheduled intervals.</a:t>
          </a:r>
          <a:endParaRPr lang="en-US" sz="1900" kern="1200"/>
        </a:p>
      </dsp:txBody>
      <dsp:txXfrm>
        <a:off x="1119340" y="1215957"/>
        <a:ext cx="5734803" cy="969126"/>
      </dsp:txXfrm>
    </dsp:sp>
    <dsp:sp modelId="{ABBE1252-FCB7-438B-988A-B03747F91B66}">
      <dsp:nvSpPr>
        <dsp:cNvPr id="0" name=""/>
        <dsp:cNvSpPr/>
      </dsp:nvSpPr>
      <dsp:spPr>
        <a:xfrm>
          <a:off x="0" y="2427365"/>
          <a:ext cx="6854144" cy="969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A4552-2502-420B-90EF-59E5992C6BAC}">
      <dsp:nvSpPr>
        <dsp:cNvPr id="0" name=""/>
        <dsp:cNvSpPr/>
      </dsp:nvSpPr>
      <dsp:spPr>
        <a:xfrm>
          <a:off x="293160" y="2645418"/>
          <a:ext cx="533019" cy="5330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910FE-EF9F-4199-91A4-2591635B1616}">
      <dsp:nvSpPr>
        <dsp:cNvPr id="0" name=""/>
        <dsp:cNvSpPr/>
      </dsp:nvSpPr>
      <dsp:spPr>
        <a:xfrm>
          <a:off x="1119340" y="2427365"/>
          <a:ext cx="5734803" cy="969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6" tIns="102566" rIns="102566" bIns="102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Online Inference:</a:t>
          </a:r>
          <a:r>
            <a:rPr lang="en-US" sz="1900" b="0" i="0" kern="1200" baseline="0"/>
            <a:t> Real-time API calls.</a:t>
          </a:r>
          <a:endParaRPr lang="en-US" sz="1900" kern="1200"/>
        </a:p>
      </dsp:txBody>
      <dsp:txXfrm>
        <a:off x="1119340" y="2427365"/>
        <a:ext cx="5734803" cy="969126"/>
      </dsp:txXfrm>
    </dsp:sp>
    <dsp:sp modelId="{2808BB5F-A821-4985-B640-2E9FE1B1F39E}">
      <dsp:nvSpPr>
        <dsp:cNvPr id="0" name=""/>
        <dsp:cNvSpPr/>
      </dsp:nvSpPr>
      <dsp:spPr>
        <a:xfrm>
          <a:off x="0" y="3638773"/>
          <a:ext cx="6854144" cy="969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2A1FB-FD6A-41F2-84F7-B8E6001F9493}">
      <dsp:nvSpPr>
        <dsp:cNvPr id="0" name=""/>
        <dsp:cNvSpPr/>
      </dsp:nvSpPr>
      <dsp:spPr>
        <a:xfrm>
          <a:off x="293160" y="3856826"/>
          <a:ext cx="533019" cy="5330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DCDCA-1C60-411E-8BF5-4BE54B15214D}">
      <dsp:nvSpPr>
        <dsp:cNvPr id="0" name=""/>
        <dsp:cNvSpPr/>
      </dsp:nvSpPr>
      <dsp:spPr>
        <a:xfrm>
          <a:off x="1119340" y="3638773"/>
          <a:ext cx="5734803" cy="969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6" tIns="102566" rIns="102566" bIns="102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Deployment Tools:</a:t>
          </a:r>
          <a:endParaRPr lang="en-US" sz="1900" kern="1200"/>
        </a:p>
      </dsp:txBody>
      <dsp:txXfrm>
        <a:off x="1119340" y="3638773"/>
        <a:ext cx="5734803" cy="969126"/>
      </dsp:txXfrm>
    </dsp:sp>
    <dsp:sp modelId="{BB14B58C-2349-4BC5-8427-A7EF3E683274}">
      <dsp:nvSpPr>
        <dsp:cNvPr id="0" name=""/>
        <dsp:cNvSpPr/>
      </dsp:nvSpPr>
      <dsp:spPr>
        <a:xfrm>
          <a:off x="0" y="4850180"/>
          <a:ext cx="6854144" cy="969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77731-8D7D-4D06-B8E7-F9782CAF0CE4}">
      <dsp:nvSpPr>
        <dsp:cNvPr id="0" name=""/>
        <dsp:cNvSpPr/>
      </dsp:nvSpPr>
      <dsp:spPr>
        <a:xfrm>
          <a:off x="293160" y="5068234"/>
          <a:ext cx="533019" cy="5330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DF7F7-A13B-4403-95C0-65B3354296F6}">
      <dsp:nvSpPr>
        <dsp:cNvPr id="0" name=""/>
        <dsp:cNvSpPr/>
      </dsp:nvSpPr>
      <dsp:spPr>
        <a:xfrm>
          <a:off x="1119340" y="4850180"/>
          <a:ext cx="5734803" cy="969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6" tIns="102566" rIns="102566" bIns="10256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Docker, Kubernetes, TensorFlow Serving, TorchServe, MLFlow Models.</a:t>
          </a:r>
          <a:endParaRPr lang="en-US" sz="1900" kern="1200"/>
        </a:p>
      </dsp:txBody>
      <dsp:txXfrm>
        <a:off x="1119340" y="4850180"/>
        <a:ext cx="5734803" cy="96912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7AEAA-A642-4914-B01F-45771C2E2224}">
      <dsp:nvSpPr>
        <dsp:cNvPr id="0" name=""/>
        <dsp:cNvSpPr/>
      </dsp:nvSpPr>
      <dsp:spPr>
        <a:xfrm>
          <a:off x="0" y="37333"/>
          <a:ext cx="7049784" cy="110272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Centralized repository for managing:</a:t>
          </a:r>
          <a:endParaRPr lang="en-US" sz="2900" kern="1200"/>
        </a:p>
      </dsp:txBody>
      <dsp:txXfrm>
        <a:off x="53831" y="91164"/>
        <a:ext cx="6942122" cy="995063"/>
      </dsp:txXfrm>
    </dsp:sp>
    <dsp:sp modelId="{DB21F98B-A29A-4D8E-B9FC-051156D2294F}">
      <dsp:nvSpPr>
        <dsp:cNvPr id="0" name=""/>
        <dsp:cNvSpPr/>
      </dsp:nvSpPr>
      <dsp:spPr>
        <a:xfrm>
          <a:off x="0" y="1223578"/>
          <a:ext cx="7049784" cy="1102725"/>
        </a:xfrm>
        <a:prstGeom prst="roundRect">
          <a:avLst/>
        </a:prstGeom>
        <a:gradFill rotWithShape="0">
          <a:gsLst>
            <a:gs pos="0">
              <a:schemeClr val="accent5">
                <a:hueOff val="-421158"/>
                <a:satOff val="-1986"/>
                <a:lumOff val="49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421158"/>
                <a:satOff val="-1986"/>
                <a:lumOff val="49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421158"/>
                <a:satOff val="-1986"/>
                <a:lumOff val="49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Model versions.</a:t>
          </a:r>
          <a:endParaRPr lang="en-US" sz="2900" kern="1200"/>
        </a:p>
      </dsp:txBody>
      <dsp:txXfrm>
        <a:off x="53831" y="1277409"/>
        <a:ext cx="6942122" cy="995063"/>
      </dsp:txXfrm>
    </dsp:sp>
    <dsp:sp modelId="{CD616B89-2048-4641-90FE-2682F4425DF6}">
      <dsp:nvSpPr>
        <dsp:cNvPr id="0" name=""/>
        <dsp:cNvSpPr/>
      </dsp:nvSpPr>
      <dsp:spPr>
        <a:xfrm>
          <a:off x="0" y="2409823"/>
          <a:ext cx="7049784" cy="1102725"/>
        </a:xfrm>
        <a:prstGeom prst="round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Metadata (training data, parameters).</a:t>
          </a:r>
          <a:endParaRPr lang="en-US" sz="2900" kern="1200"/>
        </a:p>
      </dsp:txBody>
      <dsp:txXfrm>
        <a:off x="53831" y="2463654"/>
        <a:ext cx="6942122" cy="995063"/>
      </dsp:txXfrm>
    </dsp:sp>
    <dsp:sp modelId="{E5879935-DE3E-44E0-81C2-EE309D7CCDE2}">
      <dsp:nvSpPr>
        <dsp:cNvPr id="0" name=""/>
        <dsp:cNvSpPr/>
      </dsp:nvSpPr>
      <dsp:spPr>
        <a:xfrm>
          <a:off x="0" y="3596068"/>
          <a:ext cx="7049784" cy="1102725"/>
        </a:xfrm>
        <a:prstGeom prst="roundRect">
          <a:avLst/>
        </a:prstGeom>
        <a:gradFill rotWithShape="0">
          <a:gsLst>
            <a:gs pos="0">
              <a:schemeClr val="accent5">
                <a:hueOff val="-1263473"/>
                <a:satOff val="-5958"/>
                <a:lumOff val="147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263473"/>
                <a:satOff val="-5958"/>
                <a:lumOff val="147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263473"/>
                <a:satOff val="-5958"/>
                <a:lumOff val="147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Approval and release workflow.</a:t>
          </a:r>
          <a:endParaRPr lang="en-US" sz="2900" kern="1200"/>
        </a:p>
      </dsp:txBody>
      <dsp:txXfrm>
        <a:off x="53831" y="3649899"/>
        <a:ext cx="6942122" cy="995063"/>
      </dsp:txXfrm>
    </dsp:sp>
    <dsp:sp modelId="{B7ED2DE7-661A-4C14-9D31-C2D23F486D29}">
      <dsp:nvSpPr>
        <dsp:cNvPr id="0" name=""/>
        <dsp:cNvSpPr/>
      </dsp:nvSpPr>
      <dsp:spPr>
        <a:xfrm>
          <a:off x="0" y="4782313"/>
          <a:ext cx="7049784" cy="1102725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Tools: </a:t>
          </a:r>
          <a:r>
            <a:rPr lang="en-US" sz="2900" b="1" i="0" kern="1200" baseline="0"/>
            <a:t>MLFlow Model Registry</a:t>
          </a:r>
          <a:r>
            <a:rPr lang="en-US" sz="2900" b="0" i="0" kern="1200" baseline="0"/>
            <a:t>, </a:t>
          </a:r>
          <a:r>
            <a:rPr lang="en-US" sz="2900" b="1" i="0" kern="1200" baseline="0"/>
            <a:t>SageMaker Model Registry</a:t>
          </a:r>
          <a:r>
            <a:rPr lang="en-US" sz="2900" b="0" i="0" kern="1200" baseline="0"/>
            <a:t>.</a:t>
          </a:r>
          <a:endParaRPr lang="en-US" sz="2900" kern="1200"/>
        </a:p>
      </dsp:txBody>
      <dsp:txXfrm>
        <a:off x="53831" y="4836144"/>
        <a:ext cx="6942122" cy="99506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EA7FE5-AED0-4208-842A-BE77A758964B}">
      <dsp:nvSpPr>
        <dsp:cNvPr id="0" name=""/>
        <dsp:cNvSpPr/>
      </dsp:nvSpPr>
      <dsp:spPr>
        <a:xfrm>
          <a:off x="676020" y="792506"/>
          <a:ext cx="880767" cy="880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372C9-6243-41A4-A847-9B37664240D1}">
      <dsp:nvSpPr>
        <dsp:cNvPr id="0" name=""/>
        <dsp:cNvSpPr/>
      </dsp:nvSpPr>
      <dsp:spPr>
        <a:xfrm>
          <a:off x="137773" y="2032991"/>
          <a:ext cx="19572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Monitor:</a:t>
          </a:r>
          <a:endParaRPr lang="en-US" sz="1600" kern="1200"/>
        </a:p>
      </dsp:txBody>
      <dsp:txXfrm>
        <a:off x="137773" y="2032991"/>
        <a:ext cx="1957261" cy="720000"/>
      </dsp:txXfrm>
    </dsp:sp>
    <dsp:sp modelId="{5F8D0DDE-3AD0-46E3-9AA6-493637A37C37}">
      <dsp:nvSpPr>
        <dsp:cNvPr id="0" name=""/>
        <dsp:cNvSpPr/>
      </dsp:nvSpPr>
      <dsp:spPr>
        <a:xfrm>
          <a:off x="2975802" y="792506"/>
          <a:ext cx="880767" cy="880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960CD3-A039-483F-B2FD-6BCB1B7BA24E}">
      <dsp:nvSpPr>
        <dsp:cNvPr id="0" name=""/>
        <dsp:cNvSpPr/>
      </dsp:nvSpPr>
      <dsp:spPr>
        <a:xfrm>
          <a:off x="2437555" y="2032991"/>
          <a:ext cx="19572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Model performance drift</a:t>
          </a:r>
          <a:r>
            <a:rPr lang="en-US" sz="1600" b="0" i="0" kern="1200" baseline="0"/>
            <a:t>.</a:t>
          </a:r>
          <a:endParaRPr lang="en-US" sz="1600" kern="1200"/>
        </a:p>
      </dsp:txBody>
      <dsp:txXfrm>
        <a:off x="2437555" y="2032991"/>
        <a:ext cx="1957261" cy="720000"/>
      </dsp:txXfrm>
    </dsp:sp>
    <dsp:sp modelId="{249BC168-E4D4-4812-ABC0-988BDC07C791}">
      <dsp:nvSpPr>
        <dsp:cNvPr id="0" name=""/>
        <dsp:cNvSpPr/>
      </dsp:nvSpPr>
      <dsp:spPr>
        <a:xfrm>
          <a:off x="5275585" y="792506"/>
          <a:ext cx="880767" cy="880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5A969-BF42-460A-BF3E-536996B23182}">
      <dsp:nvSpPr>
        <dsp:cNvPr id="0" name=""/>
        <dsp:cNvSpPr/>
      </dsp:nvSpPr>
      <dsp:spPr>
        <a:xfrm>
          <a:off x="4737338" y="2032991"/>
          <a:ext cx="19572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Data distribution changes</a:t>
          </a:r>
          <a:r>
            <a:rPr lang="en-US" sz="1600" b="0" i="0" kern="1200" baseline="0"/>
            <a:t>.</a:t>
          </a:r>
          <a:endParaRPr lang="en-US" sz="1600" kern="1200"/>
        </a:p>
      </dsp:txBody>
      <dsp:txXfrm>
        <a:off x="4737338" y="2032991"/>
        <a:ext cx="1957261" cy="720000"/>
      </dsp:txXfrm>
    </dsp:sp>
    <dsp:sp modelId="{AE6BA95A-4982-4AA0-95B7-2BE866626783}">
      <dsp:nvSpPr>
        <dsp:cNvPr id="0" name=""/>
        <dsp:cNvSpPr/>
      </dsp:nvSpPr>
      <dsp:spPr>
        <a:xfrm>
          <a:off x="676020" y="3242307"/>
          <a:ext cx="880767" cy="8807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F3B887-0DC0-459B-9B7D-011A88CCB423}">
      <dsp:nvSpPr>
        <dsp:cNvPr id="0" name=""/>
        <dsp:cNvSpPr/>
      </dsp:nvSpPr>
      <dsp:spPr>
        <a:xfrm>
          <a:off x="137773" y="4482792"/>
          <a:ext cx="19572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Resource utilization</a:t>
          </a:r>
          <a:r>
            <a:rPr lang="en-US" sz="1600" b="0" i="0" kern="1200" baseline="0"/>
            <a:t> (CPU/GPU).</a:t>
          </a:r>
          <a:endParaRPr lang="en-US" sz="1600" kern="1200"/>
        </a:p>
      </dsp:txBody>
      <dsp:txXfrm>
        <a:off x="137773" y="4482792"/>
        <a:ext cx="1957261" cy="720000"/>
      </dsp:txXfrm>
    </dsp:sp>
    <dsp:sp modelId="{F24A7EAE-1D3E-4741-9078-CA89CA914BE1}">
      <dsp:nvSpPr>
        <dsp:cNvPr id="0" name=""/>
        <dsp:cNvSpPr/>
      </dsp:nvSpPr>
      <dsp:spPr>
        <a:xfrm>
          <a:off x="2975802" y="3242307"/>
          <a:ext cx="880767" cy="8807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2872F-D892-4134-BBAE-7FD7A148718D}">
      <dsp:nvSpPr>
        <dsp:cNvPr id="0" name=""/>
        <dsp:cNvSpPr/>
      </dsp:nvSpPr>
      <dsp:spPr>
        <a:xfrm>
          <a:off x="2437555" y="4482792"/>
          <a:ext cx="19572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Logging tools: </a:t>
          </a:r>
          <a:r>
            <a:rPr lang="en-US" sz="1600" b="1" i="0" kern="1200" baseline="0"/>
            <a:t>Prometheus</a:t>
          </a:r>
          <a:r>
            <a:rPr lang="en-US" sz="1600" b="0" i="0" kern="1200" baseline="0"/>
            <a:t>, </a:t>
          </a:r>
          <a:r>
            <a:rPr lang="en-US" sz="1600" b="1" i="0" kern="1200" baseline="0"/>
            <a:t>Grafana</a:t>
          </a:r>
          <a:r>
            <a:rPr lang="en-US" sz="1600" b="0" i="0" kern="1200" baseline="0"/>
            <a:t>, </a:t>
          </a:r>
          <a:r>
            <a:rPr lang="en-US" sz="1600" b="1" i="0" kern="1200" baseline="0"/>
            <a:t>ELK Stack</a:t>
          </a:r>
          <a:r>
            <a:rPr lang="en-US" sz="1600" b="0" i="0" kern="1200" baseline="0"/>
            <a:t>.</a:t>
          </a:r>
          <a:endParaRPr lang="en-US" sz="1600" kern="1200"/>
        </a:p>
      </dsp:txBody>
      <dsp:txXfrm>
        <a:off x="2437555" y="4482792"/>
        <a:ext cx="1957261" cy="720000"/>
      </dsp:txXfrm>
    </dsp:sp>
    <dsp:sp modelId="{28A1110E-1017-4189-B6A1-CAA9575D1648}">
      <dsp:nvSpPr>
        <dsp:cNvPr id="0" name=""/>
        <dsp:cNvSpPr/>
      </dsp:nvSpPr>
      <dsp:spPr>
        <a:xfrm>
          <a:off x="5275585" y="3242307"/>
          <a:ext cx="880767" cy="88076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ADCA0-78C8-463F-8D22-B62D39539791}">
      <dsp:nvSpPr>
        <dsp:cNvPr id="0" name=""/>
        <dsp:cNvSpPr/>
      </dsp:nvSpPr>
      <dsp:spPr>
        <a:xfrm>
          <a:off x="4737338" y="4482792"/>
          <a:ext cx="19572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Enables proactive maintenance and retraining.</a:t>
          </a:r>
          <a:endParaRPr lang="en-US" sz="1600" kern="1200"/>
        </a:p>
      </dsp:txBody>
      <dsp:txXfrm>
        <a:off x="4737338" y="4482792"/>
        <a:ext cx="1957261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B53FB-902B-4477-B4DC-09F2891D48D1}">
      <dsp:nvSpPr>
        <dsp:cNvPr id="0" name=""/>
        <dsp:cNvSpPr/>
      </dsp:nvSpPr>
      <dsp:spPr>
        <a:xfrm>
          <a:off x="0" y="4777"/>
          <a:ext cx="6814457" cy="10175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37DED-1E45-4DBC-8AC5-9939AED83A7B}">
      <dsp:nvSpPr>
        <dsp:cNvPr id="0" name=""/>
        <dsp:cNvSpPr/>
      </dsp:nvSpPr>
      <dsp:spPr>
        <a:xfrm>
          <a:off x="307818" y="233733"/>
          <a:ext cx="559670" cy="5596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AE5CA-0693-4774-8932-4BE098DF3BFE}">
      <dsp:nvSpPr>
        <dsp:cNvPr id="0" name=""/>
        <dsp:cNvSpPr/>
      </dsp:nvSpPr>
      <dsp:spPr>
        <a:xfrm>
          <a:off x="1175307" y="4777"/>
          <a:ext cx="5639149" cy="10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94" tIns="107694" rIns="107694" bIns="10769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Scale across multiple environments:</a:t>
          </a:r>
          <a:endParaRPr lang="en-US" sz="1900" kern="1200"/>
        </a:p>
      </dsp:txBody>
      <dsp:txXfrm>
        <a:off x="1175307" y="4777"/>
        <a:ext cx="5639149" cy="1017582"/>
      </dsp:txXfrm>
    </dsp:sp>
    <dsp:sp modelId="{533B27A5-6B1C-4F83-8E91-C04313733E76}">
      <dsp:nvSpPr>
        <dsp:cNvPr id="0" name=""/>
        <dsp:cNvSpPr/>
      </dsp:nvSpPr>
      <dsp:spPr>
        <a:xfrm>
          <a:off x="0" y="1276755"/>
          <a:ext cx="6814457" cy="10175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FBBC6-9564-41D4-9AFB-1FE185DCF0DD}">
      <dsp:nvSpPr>
        <dsp:cNvPr id="0" name=""/>
        <dsp:cNvSpPr/>
      </dsp:nvSpPr>
      <dsp:spPr>
        <a:xfrm>
          <a:off x="307818" y="1505711"/>
          <a:ext cx="559670" cy="5596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5CDC0-96AF-4C1C-BCF6-D51F25E259C9}">
      <dsp:nvSpPr>
        <dsp:cNvPr id="0" name=""/>
        <dsp:cNvSpPr/>
      </dsp:nvSpPr>
      <dsp:spPr>
        <a:xfrm>
          <a:off x="1175307" y="1276755"/>
          <a:ext cx="5639149" cy="10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94" tIns="107694" rIns="107694" bIns="10769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Cloud Platforms:</a:t>
          </a:r>
          <a:r>
            <a:rPr lang="en-US" sz="1900" b="0" i="0" kern="1200" baseline="0"/>
            <a:t> AWS, GCP, Azure.</a:t>
          </a:r>
          <a:endParaRPr lang="en-US" sz="1900" kern="1200"/>
        </a:p>
      </dsp:txBody>
      <dsp:txXfrm>
        <a:off x="1175307" y="1276755"/>
        <a:ext cx="5639149" cy="1017582"/>
      </dsp:txXfrm>
    </dsp:sp>
    <dsp:sp modelId="{EC6E4A39-B8D6-481D-AD26-D7C10CF609AD}">
      <dsp:nvSpPr>
        <dsp:cNvPr id="0" name=""/>
        <dsp:cNvSpPr/>
      </dsp:nvSpPr>
      <dsp:spPr>
        <a:xfrm>
          <a:off x="0" y="2548733"/>
          <a:ext cx="6814457" cy="10175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10EDE-CE75-494B-A930-58A4E402BCB5}">
      <dsp:nvSpPr>
        <dsp:cNvPr id="0" name=""/>
        <dsp:cNvSpPr/>
      </dsp:nvSpPr>
      <dsp:spPr>
        <a:xfrm>
          <a:off x="307818" y="2777689"/>
          <a:ext cx="559670" cy="5596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287F2-8B8E-43D1-8D09-44C7C9DED672}">
      <dsp:nvSpPr>
        <dsp:cNvPr id="0" name=""/>
        <dsp:cNvSpPr/>
      </dsp:nvSpPr>
      <dsp:spPr>
        <a:xfrm>
          <a:off x="1175307" y="2548733"/>
          <a:ext cx="5639149" cy="10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94" tIns="107694" rIns="107694" bIns="10769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Containerization:</a:t>
          </a:r>
          <a:r>
            <a:rPr lang="en-US" sz="1900" b="0" i="0" kern="1200" baseline="0" dirty="0"/>
            <a:t> Docker for portability.</a:t>
          </a:r>
          <a:endParaRPr lang="en-US" sz="1900" kern="1200" dirty="0"/>
        </a:p>
      </dsp:txBody>
      <dsp:txXfrm>
        <a:off x="1175307" y="2548733"/>
        <a:ext cx="5639149" cy="1017582"/>
      </dsp:txXfrm>
    </dsp:sp>
    <dsp:sp modelId="{01721F6E-EC63-4174-97CD-07D2716EAF5D}">
      <dsp:nvSpPr>
        <dsp:cNvPr id="0" name=""/>
        <dsp:cNvSpPr/>
      </dsp:nvSpPr>
      <dsp:spPr>
        <a:xfrm>
          <a:off x="0" y="3820711"/>
          <a:ext cx="6814457" cy="10175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86366B-5945-41EC-A041-A359D2D5D3C6}">
      <dsp:nvSpPr>
        <dsp:cNvPr id="0" name=""/>
        <dsp:cNvSpPr/>
      </dsp:nvSpPr>
      <dsp:spPr>
        <a:xfrm>
          <a:off x="307818" y="4049667"/>
          <a:ext cx="559670" cy="5596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5B7B7-2DD0-4698-8A93-A17E4CE3E009}">
      <dsp:nvSpPr>
        <dsp:cNvPr id="0" name=""/>
        <dsp:cNvSpPr/>
      </dsp:nvSpPr>
      <dsp:spPr>
        <a:xfrm>
          <a:off x="1175307" y="3820711"/>
          <a:ext cx="5639149" cy="10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94" tIns="107694" rIns="107694" bIns="10769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Orchestration:</a:t>
          </a:r>
          <a:r>
            <a:rPr lang="en-US" sz="1900" b="0" i="0" kern="1200" baseline="0"/>
            <a:t> Kubernetes for auto-scaling and load balancing.</a:t>
          </a:r>
          <a:endParaRPr lang="en-US" sz="1900" kern="1200"/>
        </a:p>
      </dsp:txBody>
      <dsp:txXfrm>
        <a:off x="1175307" y="3820711"/>
        <a:ext cx="5639149" cy="1017582"/>
      </dsp:txXfrm>
    </dsp:sp>
    <dsp:sp modelId="{2295659E-9B21-4661-82FD-2F4E088951E2}">
      <dsp:nvSpPr>
        <dsp:cNvPr id="0" name=""/>
        <dsp:cNvSpPr/>
      </dsp:nvSpPr>
      <dsp:spPr>
        <a:xfrm>
          <a:off x="0" y="5092689"/>
          <a:ext cx="6814457" cy="10175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45C2C3-8A4F-4088-973D-6B6F109EBC7F}">
      <dsp:nvSpPr>
        <dsp:cNvPr id="0" name=""/>
        <dsp:cNvSpPr/>
      </dsp:nvSpPr>
      <dsp:spPr>
        <a:xfrm>
          <a:off x="307818" y="5321645"/>
          <a:ext cx="559670" cy="5596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5ED35-9654-4941-96E6-143BB490612B}">
      <dsp:nvSpPr>
        <dsp:cNvPr id="0" name=""/>
        <dsp:cNvSpPr/>
      </dsp:nvSpPr>
      <dsp:spPr>
        <a:xfrm>
          <a:off x="1175307" y="5092689"/>
          <a:ext cx="5639149" cy="10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94" tIns="107694" rIns="107694" bIns="10769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Supports both </a:t>
          </a:r>
          <a:r>
            <a:rPr lang="en-US" sz="1900" b="1" i="0" kern="1200" baseline="0"/>
            <a:t>horizontal</a:t>
          </a:r>
          <a:r>
            <a:rPr lang="en-US" sz="1900" b="0" i="0" kern="1200" baseline="0"/>
            <a:t> and </a:t>
          </a:r>
          <a:r>
            <a:rPr lang="en-US" sz="1900" b="1" i="0" kern="1200" baseline="0"/>
            <a:t>vertical scaling</a:t>
          </a:r>
          <a:r>
            <a:rPr lang="en-US" sz="1900" b="0" i="0" kern="1200" baseline="0"/>
            <a:t>.</a:t>
          </a:r>
          <a:endParaRPr lang="en-US" sz="1900" kern="1200"/>
        </a:p>
      </dsp:txBody>
      <dsp:txXfrm>
        <a:off x="1175307" y="5092689"/>
        <a:ext cx="5639149" cy="101758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5370F-978E-4C09-8A5B-920AB4F8B0EB}">
      <dsp:nvSpPr>
        <dsp:cNvPr id="0" name=""/>
        <dsp:cNvSpPr/>
      </dsp:nvSpPr>
      <dsp:spPr>
        <a:xfrm>
          <a:off x="0" y="88894"/>
          <a:ext cx="6952116" cy="10647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Automates the ML lifecycle:</a:t>
          </a:r>
          <a:endParaRPr lang="en-US" sz="2800" kern="1200"/>
        </a:p>
      </dsp:txBody>
      <dsp:txXfrm>
        <a:off x="51974" y="140868"/>
        <a:ext cx="6848168" cy="960752"/>
      </dsp:txXfrm>
    </dsp:sp>
    <dsp:sp modelId="{102BBEC6-9499-4462-BECC-F53B9E74A40B}">
      <dsp:nvSpPr>
        <dsp:cNvPr id="0" name=""/>
        <dsp:cNvSpPr/>
      </dsp:nvSpPr>
      <dsp:spPr>
        <a:xfrm>
          <a:off x="0" y="1234234"/>
          <a:ext cx="6952116" cy="1064700"/>
        </a:xfrm>
        <a:prstGeom prst="roundRect">
          <a:avLst/>
        </a:prstGeom>
        <a:gradFill rotWithShape="0">
          <a:gsLst>
            <a:gs pos="0">
              <a:schemeClr val="accent5">
                <a:hueOff val="-421158"/>
                <a:satOff val="-1986"/>
                <a:lumOff val="49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421158"/>
                <a:satOff val="-1986"/>
                <a:lumOff val="49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421158"/>
                <a:satOff val="-1986"/>
                <a:lumOff val="49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Code testing.</a:t>
          </a:r>
          <a:endParaRPr lang="en-US" sz="2800" kern="1200"/>
        </a:p>
      </dsp:txBody>
      <dsp:txXfrm>
        <a:off x="51974" y="1286208"/>
        <a:ext cx="6848168" cy="960752"/>
      </dsp:txXfrm>
    </dsp:sp>
    <dsp:sp modelId="{AFBBF97A-97EC-443A-8E64-6CC5EDFBBF5D}">
      <dsp:nvSpPr>
        <dsp:cNvPr id="0" name=""/>
        <dsp:cNvSpPr/>
      </dsp:nvSpPr>
      <dsp:spPr>
        <a:xfrm>
          <a:off x="0" y="2379574"/>
          <a:ext cx="6952116" cy="1064700"/>
        </a:xfrm>
        <a:prstGeom prst="round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Model validation.</a:t>
          </a:r>
          <a:endParaRPr lang="en-US" sz="2800" kern="1200"/>
        </a:p>
      </dsp:txBody>
      <dsp:txXfrm>
        <a:off x="51974" y="2431548"/>
        <a:ext cx="6848168" cy="960752"/>
      </dsp:txXfrm>
    </dsp:sp>
    <dsp:sp modelId="{9A40F931-CA9A-44E9-A640-FC6A28167DC5}">
      <dsp:nvSpPr>
        <dsp:cNvPr id="0" name=""/>
        <dsp:cNvSpPr/>
      </dsp:nvSpPr>
      <dsp:spPr>
        <a:xfrm>
          <a:off x="0" y="3524914"/>
          <a:ext cx="6952116" cy="1064700"/>
        </a:xfrm>
        <a:prstGeom prst="roundRect">
          <a:avLst/>
        </a:prstGeom>
        <a:gradFill rotWithShape="0">
          <a:gsLst>
            <a:gs pos="0">
              <a:schemeClr val="accent5">
                <a:hueOff val="-1263473"/>
                <a:satOff val="-5958"/>
                <a:lumOff val="147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263473"/>
                <a:satOff val="-5958"/>
                <a:lumOff val="147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263473"/>
                <a:satOff val="-5958"/>
                <a:lumOff val="147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Automated deployment pipelines.</a:t>
          </a:r>
          <a:endParaRPr lang="en-US" sz="2800" kern="1200"/>
        </a:p>
      </dsp:txBody>
      <dsp:txXfrm>
        <a:off x="51974" y="3576888"/>
        <a:ext cx="6848168" cy="960752"/>
      </dsp:txXfrm>
    </dsp:sp>
    <dsp:sp modelId="{8E93214D-A5E4-4589-B572-75759CDF84F8}">
      <dsp:nvSpPr>
        <dsp:cNvPr id="0" name=""/>
        <dsp:cNvSpPr/>
      </dsp:nvSpPr>
      <dsp:spPr>
        <a:xfrm>
          <a:off x="0" y="4670254"/>
          <a:ext cx="6952116" cy="106470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Tools: Jenkins, GitHub Actions, MLFlow, Kubeflow Pipelines.</a:t>
          </a:r>
          <a:endParaRPr lang="en-US" sz="2800" kern="1200"/>
        </a:p>
      </dsp:txBody>
      <dsp:txXfrm>
        <a:off x="51974" y="4722228"/>
        <a:ext cx="6848168" cy="96075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9B03D9-2686-4D8F-BA76-4DB2DD2D03A6}">
      <dsp:nvSpPr>
        <dsp:cNvPr id="0" name=""/>
        <dsp:cNvSpPr/>
      </dsp:nvSpPr>
      <dsp:spPr>
        <a:xfrm>
          <a:off x="0" y="2420"/>
          <a:ext cx="6919458" cy="1226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B42E0-2C9A-43B2-8628-181D41177560}">
      <dsp:nvSpPr>
        <dsp:cNvPr id="0" name=""/>
        <dsp:cNvSpPr/>
      </dsp:nvSpPr>
      <dsp:spPr>
        <a:xfrm>
          <a:off x="371066" y="278420"/>
          <a:ext cx="674666" cy="6746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6D166-18E3-43E4-9A72-78253A14BC60}">
      <dsp:nvSpPr>
        <dsp:cNvPr id="0" name=""/>
        <dsp:cNvSpPr/>
      </dsp:nvSpPr>
      <dsp:spPr>
        <a:xfrm>
          <a:off x="1416798" y="2420"/>
          <a:ext cx="5502659" cy="122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822" tIns="129822" rIns="129822" bIns="1298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Handling large-scale data efficiently.</a:t>
          </a:r>
          <a:endParaRPr lang="en-US" sz="2200" kern="1200"/>
        </a:p>
      </dsp:txBody>
      <dsp:txXfrm>
        <a:off x="1416798" y="2420"/>
        <a:ext cx="5502659" cy="1226665"/>
      </dsp:txXfrm>
    </dsp:sp>
    <dsp:sp modelId="{5E2ED740-26BC-48E5-BB7F-27D9163BAE5A}">
      <dsp:nvSpPr>
        <dsp:cNvPr id="0" name=""/>
        <dsp:cNvSpPr/>
      </dsp:nvSpPr>
      <dsp:spPr>
        <a:xfrm>
          <a:off x="0" y="1535752"/>
          <a:ext cx="6919458" cy="1226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B08C2-54FF-4CEF-BD46-9935099EF541}">
      <dsp:nvSpPr>
        <dsp:cNvPr id="0" name=""/>
        <dsp:cNvSpPr/>
      </dsp:nvSpPr>
      <dsp:spPr>
        <a:xfrm>
          <a:off x="371066" y="1811751"/>
          <a:ext cx="674666" cy="6746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A4457-7406-43F2-A3E9-55B40EE87673}">
      <dsp:nvSpPr>
        <dsp:cNvPr id="0" name=""/>
        <dsp:cNvSpPr/>
      </dsp:nvSpPr>
      <dsp:spPr>
        <a:xfrm>
          <a:off x="1416798" y="1535752"/>
          <a:ext cx="5502659" cy="122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822" tIns="129822" rIns="129822" bIns="1298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Maintaining model performance over time.</a:t>
          </a:r>
          <a:endParaRPr lang="en-US" sz="2200" kern="1200"/>
        </a:p>
      </dsp:txBody>
      <dsp:txXfrm>
        <a:off x="1416798" y="1535752"/>
        <a:ext cx="5502659" cy="1226665"/>
      </dsp:txXfrm>
    </dsp:sp>
    <dsp:sp modelId="{B1CFF9FD-EBED-4386-933B-F4F7474B2CD2}">
      <dsp:nvSpPr>
        <dsp:cNvPr id="0" name=""/>
        <dsp:cNvSpPr/>
      </dsp:nvSpPr>
      <dsp:spPr>
        <a:xfrm>
          <a:off x="0" y="3069084"/>
          <a:ext cx="6919458" cy="1226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D92D1-A8FA-4A06-96E4-D509E3E65D2C}">
      <dsp:nvSpPr>
        <dsp:cNvPr id="0" name=""/>
        <dsp:cNvSpPr/>
      </dsp:nvSpPr>
      <dsp:spPr>
        <a:xfrm>
          <a:off x="371066" y="3345083"/>
          <a:ext cx="674666" cy="6746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8306D-AE6A-4B09-B474-CBCE353C4B44}">
      <dsp:nvSpPr>
        <dsp:cNvPr id="0" name=""/>
        <dsp:cNvSpPr/>
      </dsp:nvSpPr>
      <dsp:spPr>
        <a:xfrm>
          <a:off x="1416798" y="3069084"/>
          <a:ext cx="5502659" cy="122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822" tIns="129822" rIns="129822" bIns="1298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Ensuring reproducibility and compliance.</a:t>
          </a:r>
          <a:endParaRPr lang="en-US" sz="2200" kern="1200"/>
        </a:p>
      </dsp:txBody>
      <dsp:txXfrm>
        <a:off x="1416798" y="3069084"/>
        <a:ext cx="5502659" cy="1226665"/>
      </dsp:txXfrm>
    </dsp:sp>
    <dsp:sp modelId="{0F99DF14-BA83-452C-8908-AB8D7C9451B8}">
      <dsp:nvSpPr>
        <dsp:cNvPr id="0" name=""/>
        <dsp:cNvSpPr/>
      </dsp:nvSpPr>
      <dsp:spPr>
        <a:xfrm>
          <a:off x="0" y="4602416"/>
          <a:ext cx="6919458" cy="1226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387B4-25D2-4EBD-86EA-01835352B359}">
      <dsp:nvSpPr>
        <dsp:cNvPr id="0" name=""/>
        <dsp:cNvSpPr/>
      </dsp:nvSpPr>
      <dsp:spPr>
        <a:xfrm>
          <a:off x="371066" y="4878415"/>
          <a:ext cx="674666" cy="6746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7C4EB-8BCD-483A-9300-209A0DDD07A2}">
      <dsp:nvSpPr>
        <dsp:cNvPr id="0" name=""/>
        <dsp:cNvSpPr/>
      </dsp:nvSpPr>
      <dsp:spPr>
        <a:xfrm>
          <a:off x="1416798" y="4602416"/>
          <a:ext cx="5502659" cy="122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822" tIns="129822" rIns="129822" bIns="1298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Managing costs and computational resources.</a:t>
          </a:r>
          <a:endParaRPr lang="en-US" sz="2200" kern="1200"/>
        </a:p>
      </dsp:txBody>
      <dsp:txXfrm>
        <a:off x="1416798" y="4602416"/>
        <a:ext cx="5502659" cy="122666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D9074-AC8E-4071-B79E-CF515AD24F8A}">
      <dsp:nvSpPr>
        <dsp:cNvPr id="0" name=""/>
        <dsp:cNvSpPr/>
      </dsp:nvSpPr>
      <dsp:spPr>
        <a:xfrm>
          <a:off x="0" y="566"/>
          <a:ext cx="5913437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AAC35-475A-4B6D-A294-A96908E644C4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93F8D-58DB-4377-96C4-64B31F447F6A}">
      <dsp:nvSpPr>
        <dsp:cNvPr id="0" name=""/>
        <dsp:cNvSpPr/>
      </dsp:nvSpPr>
      <dsp:spPr>
        <a:xfrm>
          <a:off x="1529865" y="566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ML Production Infrastructure ensures </a:t>
          </a:r>
          <a:r>
            <a:rPr lang="en-US" sz="2500" b="1" i="0" kern="1200" baseline="0"/>
            <a:t>end-to-end reliability</a:t>
          </a:r>
          <a:r>
            <a:rPr lang="en-US" sz="2500" b="0" i="0" kern="1200" baseline="0"/>
            <a:t>.</a:t>
          </a:r>
          <a:endParaRPr lang="en-US" sz="2500" kern="1200"/>
        </a:p>
      </dsp:txBody>
      <dsp:txXfrm>
        <a:off x="1529865" y="566"/>
        <a:ext cx="4383571" cy="1324558"/>
      </dsp:txXfrm>
    </dsp:sp>
    <dsp:sp modelId="{B100EE29-B75A-46EC-9549-F85F2BD4FF7A}">
      <dsp:nvSpPr>
        <dsp:cNvPr id="0" name=""/>
        <dsp:cNvSpPr/>
      </dsp:nvSpPr>
      <dsp:spPr>
        <a:xfrm>
          <a:off x="0" y="1656264"/>
          <a:ext cx="5913437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CA310-62B7-4CA9-833A-AF17B4325F4E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5871F-F5F7-46A3-8D84-B79BB4BDA215}">
      <dsp:nvSpPr>
        <dsp:cNvPr id="0" name=""/>
        <dsp:cNvSpPr/>
      </dsp:nvSpPr>
      <dsp:spPr>
        <a:xfrm>
          <a:off x="1529865" y="1656264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Enables </a:t>
          </a:r>
          <a:r>
            <a:rPr lang="en-US" sz="2500" b="1" i="0" kern="1200" baseline="0"/>
            <a:t>automation</a:t>
          </a:r>
          <a:r>
            <a:rPr lang="en-US" sz="2500" b="0" i="0" kern="1200" baseline="0"/>
            <a:t>, </a:t>
          </a:r>
          <a:r>
            <a:rPr lang="en-US" sz="2500" b="1" i="0" kern="1200" baseline="0"/>
            <a:t>scalability</a:t>
          </a:r>
          <a:r>
            <a:rPr lang="en-US" sz="2500" b="0" i="0" kern="1200" baseline="0"/>
            <a:t>, and </a:t>
          </a:r>
          <a:r>
            <a:rPr lang="en-US" sz="2500" b="1" i="0" kern="1200" baseline="0"/>
            <a:t>continuous improvement</a:t>
          </a:r>
          <a:r>
            <a:rPr lang="en-US" sz="2500" b="0" i="0" kern="1200" baseline="0"/>
            <a:t>.</a:t>
          </a:r>
          <a:endParaRPr lang="en-US" sz="2500" kern="1200"/>
        </a:p>
      </dsp:txBody>
      <dsp:txXfrm>
        <a:off x="1529865" y="1656264"/>
        <a:ext cx="4383571" cy="1324558"/>
      </dsp:txXfrm>
    </dsp:sp>
    <dsp:sp modelId="{D4A62D13-DA00-405D-9EE2-EFB3EAF5726B}">
      <dsp:nvSpPr>
        <dsp:cNvPr id="0" name=""/>
        <dsp:cNvSpPr/>
      </dsp:nvSpPr>
      <dsp:spPr>
        <a:xfrm>
          <a:off x="0" y="3311963"/>
          <a:ext cx="5913437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6909DC-2F7A-4952-9A0E-A6F082A04C74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4E01D-37D1-4AAB-82C6-B79C82E89D8F}">
      <dsp:nvSpPr>
        <dsp:cNvPr id="0" name=""/>
        <dsp:cNvSpPr/>
      </dsp:nvSpPr>
      <dsp:spPr>
        <a:xfrm>
          <a:off x="1529865" y="3311963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Essential for </a:t>
          </a:r>
          <a:r>
            <a:rPr lang="en-US" sz="2500" b="1" i="0" kern="1200" baseline="0"/>
            <a:t>sustainable AI systems</a:t>
          </a:r>
          <a:r>
            <a:rPr lang="en-US" sz="2500" b="0" i="0" kern="1200" baseline="0"/>
            <a:t> in real-world environments.</a:t>
          </a:r>
          <a:endParaRPr lang="en-US" sz="2500" kern="1200"/>
        </a:p>
      </dsp:txBody>
      <dsp:txXfrm>
        <a:off x="1529865" y="3311963"/>
        <a:ext cx="4383571" cy="1324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92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70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62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46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37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16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39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47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57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03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44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96574-AA69-4DF1-8401-23E85F31F203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2F75297-9920-4B0E-BA03-B3DBB1CAA92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53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0B3C-13BB-7E6B-D6AF-05F54F253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Model Deployment</a:t>
            </a:r>
          </a:p>
        </p:txBody>
      </p:sp>
    </p:spTree>
    <p:extLst>
      <p:ext uri="{BB962C8B-B14F-4D97-AF65-F5344CB8AC3E}">
        <p14:creationId xmlns:p14="http://schemas.microsoft.com/office/powerpoint/2010/main" val="3838765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7CC2-B91F-16E6-C558-C24CEA03A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Model Deployment?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BAB43-7BF2-6A2D-AC14-040A2138A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The process of integrating a trained ML model into a production environment where it can make predictions on new data.</a:t>
            </a:r>
          </a:p>
          <a:p>
            <a:r>
              <a:rPr lang="en-US" b="1" dirty="0"/>
              <a:t>Goal:</a:t>
            </a:r>
            <a:r>
              <a:rPr lang="en-US" dirty="0"/>
              <a:t> Convert a research model → scalable production service.</a:t>
            </a:r>
          </a:p>
          <a:p>
            <a:r>
              <a:rPr lang="en-US" b="1" dirty="0"/>
              <a:t>Types of Deployment:</a:t>
            </a:r>
            <a:endParaRPr lang="en-US" dirty="0"/>
          </a:p>
          <a:p>
            <a:pPr lvl="1"/>
            <a:r>
              <a:rPr lang="en-US" b="1" dirty="0"/>
              <a:t>Batch Inference:</a:t>
            </a:r>
            <a:r>
              <a:rPr lang="en-US" dirty="0"/>
              <a:t> Periodic predictions on stored data.</a:t>
            </a:r>
          </a:p>
          <a:p>
            <a:pPr lvl="1"/>
            <a:r>
              <a:rPr lang="en-US" b="1" dirty="0"/>
              <a:t>Real-Time Inference:</a:t>
            </a:r>
            <a:r>
              <a:rPr lang="en-US" dirty="0"/>
              <a:t> Predictions via APIs on live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72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C3276-1A97-2DFE-BAB1-86184449E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Steps in Building an ML Model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1BC7C19-7EAE-8545-DFC0-653FE839A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996640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7269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2079-E99A-416C-E5F7-D65A7D03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</a:t>
            </a:r>
            <a:r>
              <a:rPr lang="en-IN" dirty="0" err="1"/>
              <a:t>MLFlow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F5ABD-2196-E416-6852-F8B134513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MLFlow</a:t>
            </a:r>
            <a:r>
              <a:rPr lang="en-US" dirty="0"/>
              <a:t> is an </a:t>
            </a:r>
            <a:r>
              <a:rPr lang="en-US" b="1" dirty="0"/>
              <a:t>open-source platform</a:t>
            </a:r>
            <a:r>
              <a:rPr lang="en-US" dirty="0"/>
              <a:t> for managing the </a:t>
            </a:r>
            <a:r>
              <a:rPr lang="en-US" b="1" dirty="0"/>
              <a:t>entire machine learning lifecycle</a:t>
            </a:r>
            <a:r>
              <a:rPr lang="en-US" dirty="0"/>
              <a:t>.</a:t>
            </a:r>
          </a:p>
          <a:p>
            <a:r>
              <a:rPr lang="en-US" dirty="0"/>
              <a:t>Developed by </a:t>
            </a:r>
            <a:r>
              <a:rPr lang="en-US" b="1" dirty="0"/>
              <a:t>Databricks</a:t>
            </a:r>
            <a:r>
              <a:rPr lang="en-US" dirty="0"/>
              <a:t>.</a:t>
            </a:r>
          </a:p>
          <a:p>
            <a:r>
              <a:rPr lang="en-US" dirty="0"/>
              <a:t>Supports all major ML frameworks: </a:t>
            </a:r>
            <a:r>
              <a:rPr lang="en-US" b="1" dirty="0"/>
              <a:t>Scikit-learn, </a:t>
            </a:r>
            <a:r>
              <a:rPr lang="en-US" b="1" dirty="0" err="1"/>
              <a:t>PyTorch</a:t>
            </a:r>
            <a:r>
              <a:rPr lang="en-US" b="1" dirty="0"/>
              <a:t>, TensorFlow, </a:t>
            </a:r>
            <a:r>
              <a:rPr lang="en-US" b="1" dirty="0" err="1"/>
              <a:t>XGBoost</a:t>
            </a:r>
            <a:r>
              <a:rPr lang="en-US" dirty="0"/>
              <a:t>, etc.</a:t>
            </a:r>
          </a:p>
          <a:p>
            <a:r>
              <a:rPr lang="en-US" dirty="0"/>
              <a:t>Focuses on </a:t>
            </a:r>
            <a:r>
              <a:rPr lang="en-US" b="1" dirty="0"/>
              <a:t>experiment tracking</a:t>
            </a:r>
            <a:r>
              <a:rPr lang="en-US" dirty="0"/>
              <a:t>, </a:t>
            </a:r>
            <a:r>
              <a:rPr lang="en-US" b="1" dirty="0"/>
              <a:t>reproducibility</a:t>
            </a:r>
            <a:r>
              <a:rPr lang="en-US" dirty="0"/>
              <a:t>, and </a:t>
            </a:r>
            <a:r>
              <a:rPr lang="en-US" b="1" dirty="0"/>
              <a:t>deployment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66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FA58-05FF-A142-5E16-EF678E602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MLFlow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28BE9-ECA0-1AE5-5AFF-21D57F7FF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Reproducible experiments</a:t>
            </a:r>
          </a:p>
          <a:p>
            <a:r>
              <a:rPr lang="en-US" dirty="0"/>
              <a:t>Centralized model registry</a:t>
            </a:r>
          </a:p>
          <a:p>
            <a:r>
              <a:rPr lang="en-US" dirty="0"/>
              <a:t>Simplified deployment</a:t>
            </a:r>
          </a:p>
          <a:p>
            <a:r>
              <a:rPr lang="en-US" dirty="0"/>
              <a:t>Framework-agnostic (works with any ML framework)</a:t>
            </a:r>
          </a:p>
          <a:p>
            <a:r>
              <a:rPr lang="en-US" dirty="0"/>
              <a:t>Integrates with CI/CD and cloud platforms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823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E8223-85E9-67E3-9BF6-192FD5A9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Components of </a:t>
            </a:r>
            <a:r>
              <a:rPr lang="en-IN" dirty="0" err="1"/>
              <a:t>MLFlow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9F5D302-EB61-60C6-5B88-59B0786383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688775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005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0C715-3821-560D-B45F-5F6AB103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 err="1"/>
              <a:t>MLFlow</a:t>
            </a:r>
            <a:r>
              <a:rPr lang="en-IN" dirty="0"/>
              <a:t> Architecture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FBF3DFA-68E5-2801-9A01-10F9F8B02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24398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94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5A3B-D313-3211-EE95-AAC674DD1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MLOps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D1A6-7576-2435-817A-B8CEE3C1C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MLOps</a:t>
            </a:r>
            <a:r>
              <a:rPr lang="en-US" dirty="0"/>
              <a:t> (Machine Learning Operations) is a set of </a:t>
            </a:r>
            <a:r>
              <a:rPr lang="en-US" b="1" dirty="0"/>
              <a:t>practices, tools, and processes</a:t>
            </a:r>
            <a:r>
              <a:rPr lang="en-US" dirty="0"/>
              <a:t> that automate and streamline the </a:t>
            </a:r>
            <a:r>
              <a:rPr lang="en-US" b="1" dirty="0"/>
              <a:t>end-to-end machine learning lifecycle</a:t>
            </a:r>
            <a:r>
              <a:rPr lang="en-US" dirty="0"/>
              <a:t>.</a:t>
            </a:r>
          </a:p>
          <a:p>
            <a:r>
              <a:rPr lang="en-US" b="1" dirty="0"/>
              <a:t>Goal:</a:t>
            </a:r>
            <a:r>
              <a:rPr lang="en-US" dirty="0"/>
              <a:t> Bridge the gap between </a:t>
            </a:r>
            <a:r>
              <a:rPr lang="en-US" b="1" dirty="0"/>
              <a:t>data science</a:t>
            </a:r>
            <a:r>
              <a:rPr lang="en-US" dirty="0"/>
              <a:t> and </a:t>
            </a:r>
            <a:r>
              <a:rPr lang="en-US" b="1" dirty="0"/>
              <a:t>IT operations</a:t>
            </a:r>
            <a:r>
              <a:rPr lang="en-US" dirty="0"/>
              <a:t> to ensure scalable, reliable, and efficient deployment of ML models.</a:t>
            </a:r>
          </a:p>
          <a:p>
            <a:r>
              <a:rPr lang="en-US" b="1" dirty="0"/>
              <a:t>Analogy:</a:t>
            </a:r>
            <a:r>
              <a:rPr lang="en-US" dirty="0"/>
              <a:t> </a:t>
            </a:r>
            <a:r>
              <a:rPr lang="en-US" dirty="0" err="1"/>
              <a:t>MLOps</a:t>
            </a:r>
            <a:r>
              <a:rPr lang="en-US" dirty="0"/>
              <a:t> = DevOps + Machine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103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C4F1-909B-5DCB-ACB6-607CC5DB4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Traditional DevOps is Not Enough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1D39A2-602B-803E-E00A-E23B0FADD2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ML,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changes as frequently as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accuracy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depends on both data and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needs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monitoring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data drift.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Retraining pipelines must be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Hence, a specialized process —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MLOps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is needed.</a:t>
            </a:r>
          </a:p>
        </p:txBody>
      </p:sp>
    </p:spTree>
    <p:extLst>
      <p:ext uri="{BB962C8B-B14F-4D97-AF65-F5344CB8AC3E}">
        <p14:creationId xmlns:p14="http://schemas.microsoft.com/office/powerpoint/2010/main" val="3380495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DE21-6B66-E6D2-02F0-3A870027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Components of </a:t>
            </a:r>
            <a:r>
              <a:rPr lang="en-IN" dirty="0" err="1"/>
              <a:t>MLOps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EC525-E8E5-7EA0-E7AB-21B667558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Version Control:</a:t>
            </a:r>
            <a:r>
              <a:rPr lang="en-IN" dirty="0"/>
              <a:t> Code, data, and model versioning (e.g., Git, DVC).</a:t>
            </a:r>
          </a:p>
          <a:p>
            <a:r>
              <a:rPr lang="en-IN" b="1" dirty="0"/>
              <a:t>Continuous Integration (CI):</a:t>
            </a:r>
            <a:r>
              <a:rPr lang="en-IN" dirty="0"/>
              <a:t> Automate model testing and validation.</a:t>
            </a:r>
          </a:p>
          <a:p>
            <a:r>
              <a:rPr lang="en-IN" b="1" dirty="0"/>
              <a:t>Continuous Deployment (CD):</a:t>
            </a:r>
            <a:r>
              <a:rPr lang="en-IN" dirty="0"/>
              <a:t> Deploy models quickly and reliably.</a:t>
            </a:r>
          </a:p>
          <a:p>
            <a:r>
              <a:rPr lang="en-IN" b="1" dirty="0"/>
              <a:t>Monitoring:</a:t>
            </a:r>
            <a:r>
              <a:rPr lang="en-IN" dirty="0"/>
              <a:t> Track model performance and drift.</a:t>
            </a:r>
          </a:p>
          <a:p>
            <a:r>
              <a:rPr lang="en-IN" b="1" dirty="0"/>
              <a:t>Automation:</a:t>
            </a:r>
            <a:r>
              <a:rPr lang="en-IN" dirty="0"/>
              <a:t> Create reusable, reproducible ML pipelines.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206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D603-BEE0-343C-3356-F7224780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MLOps</a:t>
            </a:r>
            <a:r>
              <a:rPr lang="en-IN" dirty="0"/>
              <a:t>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9BF652-349E-10A4-C12A-FAA755C5C4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146" y="1003360"/>
            <a:ext cx="9603275" cy="3450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Pipeline: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 and preprocess new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Pipeline: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 and evaluate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Pipeline: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 model into production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&amp; Feedback: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 performance, detect drift, trigger retraining.</a:t>
            </a:r>
          </a:p>
        </p:txBody>
      </p:sp>
    </p:spTree>
    <p:extLst>
      <p:ext uri="{BB962C8B-B14F-4D97-AF65-F5344CB8AC3E}">
        <p14:creationId xmlns:p14="http://schemas.microsoft.com/office/powerpoint/2010/main" val="3561047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10D753-9AF6-26D4-3297-9A5A8EFD3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254" t="22838" r="7080" b="9866"/>
          <a:stretch>
            <a:fillRect/>
          </a:stretch>
        </p:blipFill>
        <p:spPr>
          <a:xfrm>
            <a:off x="2231572" y="165443"/>
            <a:ext cx="8382000" cy="531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748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7C25-FF3C-6D77-A300-6AB9743B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Popular </a:t>
            </a:r>
            <a:r>
              <a:rPr lang="en-IN" b="1" dirty="0" err="1"/>
              <a:t>MLOps</a:t>
            </a:r>
            <a:r>
              <a:rPr lang="en-IN" b="1" dirty="0"/>
              <a:t> architecture patterns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EE43C-302E-27CC-B9A9-537451563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popular architecture patterns in </a:t>
            </a:r>
            <a:r>
              <a:rPr lang="en-US" dirty="0" err="1"/>
              <a:t>MLOps</a:t>
            </a:r>
            <a:r>
              <a:rPr lang="en-US" dirty="0"/>
              <a:t>:</a:t>
            </a:r>
          </a:p>
          <a:p>
            <a:r>
              <a:rPr lang="en-US" b="1" dirty="0"/>
              <a:t>1. Lambda architecture:</a:t>
            </a:r>
            <a:r>
              <a:rPr lang="en-US" dirty="0"/>
              <a:t> The Lambda architecture combines batch and real-time processing to handle large-scale data ingestion, processing and analytics. It allows for both historical and real-time data analysis, making it suitable for time-sensitive ML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585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2BAB-D396-9349-DD0D-570ADC96E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722" y="227576"/>
            <a:ext cx="9603275" cy="1049235"/>
          </a:xfrm>
        </p:spPr>
        <p:txBody>
          <a:bodyPr/>
          <a:lstStyle/>
          <a:p>
            <a:r>
              <a:rPr lang="en-US" b="1" dirty="0"/>
              <a:t>Lambda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21F2C3-5B7B-B67B-C845-C8C0942E2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493" t="25222" r="7947" b="11845"/>
          <a:stretch>
            <a:fillRect/>
          </a:stretch>
        </p:blipFill>
        <p:spPr>
          <a:xfrm>
            <a:off x="2188029" y="1872649"/>
            <a:ext cx="7565572" cy="424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38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DFE2-547F-76F1-ECB0-5DAEEFE2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Kappa architecture:</a:t>
            </a:r>
            <a:r>
              <a:rPr lang="en-US" dirty="0"/>
              <a:t> 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87319-2A48-5B9D-07D2-74059E5DA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 </a:t>
            </a:r>
            <a:r>
              <a:rPr lang="en-US" dirty="0"/>
              <a:t>Kappa architecture is a simplified version of the Lambda architecture. Here real-time streaming data is directly fed into the processing pipeline, eliminating the need for separate batch and real-time layers. </a:t>
            </a:r>
          </a:p>
          <a:p>
            <a:r>
              <a:rPr lang="en-US" dirty="0"/>
              <a:t>It offers lower latency and simpler processing but sacrifices some capabilities of the Lambda architecture.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769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598A-1EDB-C1B4-E8C5-B0C45D19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Kappa architecture:</a:t>
            </a:r>
            <a:r>
              <a:rPr lang="en-US" dirty="0"/>
              <a:t> 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403D64-E668-C086-FDA1-FED337031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172" t="35277" r="2507" b="24962"/>
          <a:stretch>
            <a:fillRect/>
          </a:stretch>
        </p:blipFill>
        <p:spPr>
          <a:xfrm>
            <a:off x="2520994" y="2329543"/>
            <a:ext cx="8843691" cy="302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32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2C3E7-A212-2E3E-66D8-122081582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Key Stages in </a:t>
            </a:r>
            <a:r>
              <a:rPr lang="en-US" dirty="0" err="1"/>
              <a:t>MLOps</a:t>
            </a:r>
            <a:r>
              <a:rPr lang="en-US" dirty="0"/>
              <a:t> Workflow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2D4A0AA-2148-11C5-5C04-3BB052F21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121476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9375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81750-E960-2C13-1036-BCF5BA464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The Need for </a:t>
            </a:r>
            <a:r>
              <a:rPr lang="en-IN" dirty="0" err="1"/>
              <a:t>MLOps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755107-D3D4-856F-ACC4-ED8AD2A88E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700024"/>
              </p:ext>
            </p:extLst>
          </p:nvPr>
        </p:nvGraphicFramePr>
        <p:xfrm>
          <a:off x="4723673" y="0"/>
          <a:ext cx="7294156" cy="6115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8061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2838-C03E-5535-31E7-852B9A89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</a:t>
            </a:r>
            <a:r>
              <a:rPr lang="en-IN" dirty="0" err="1"/>
              <a:t>MLOps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A82D-E1A0-A0CC-2F24-48F5B7E68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Faster model development and deployment</a:t>
            </a:r>
          </a:p>
          <a:p>
            <a:r>
              <a:rPr lang="en-US" dirty="0"/>
              <a:t>Improved accuracy and stability</a:t>
            </a:r>
          </a:p>
          <a:p>
            <a:r>
              <a:rPr lang="en-US" dirty="0"/>
              <a:t>Reduced operational cost and downtime</a:t>
            </a:r>
          </a:p>
          <a:p>
            <a:r>
              <a:rPr lang="en-US" dirty="0"/>
              <a:t>Traceable experiments and better governance</a:t>
            </a:r>
          </a:p>
          <a:p>
            <a:r>
              <a:rPr lang="en-US" dirty="0"/>
              <a:t>Scalable architecture suitable for enterprise 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552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D670F-C4AB-92C5-AD44-DFFFE168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sz="2700"/>
              <a:t>What is ML Production Infrastructure?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BDAAB52-5DBD-C6F3-47AE-AA4997EC62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32964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0693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4EAE73-D455-2310-1FB1-157DF7DD7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Key Components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67A62FE-CA7A-D10F-F780-9AAD5FE1C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436906"/>
              </p:ext>
            </p:extLst>
          </p:nvPr>
        </p:nvGraphicFramePr>
        <p:xfrm>
          <a:off x="5141913" y="141516"/>
          <a:ext cx="6875916" cy="5802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450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E0510-00D8-F7C2-36FA-CEC63B4A2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sz="2700"/>
              <a:t>Data Infrastructure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D595B8D-AB0E-063B-7840-DB4381F8AF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4696986"/>
              </p:ext>
            </p:extLst>
          </p:nvPr>
        </p:nvGraphicFramePr>
        <p:xfrm>
          <a:off x="5141913" y="-11430"/>
          <a:ext cx="6897687" cy="6009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7469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62953-3BBB-4BA5-151E-43E7D6551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865" y="2487625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sz="2700" dirty="0"/>
              <a:t>Model Deployment Infrastructure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7BE7704-0F0B-108F-61B1-BA8A7045E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855559"/>
              </p:ext>
            </p:extLst>
          </p:nvPr>
        </p:nvGraphicFramePr>
        <p:xfrm>
          <a:off x="5141913" y="119742"/>
          <a:ext cx="6854144" cy="582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7960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0577B-6569-5787-9A86-62FA2F815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Model Registry &amp; Versioning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0DDF2F9-CB24-6DDA-2FC6-5A28BF8282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085076"/>
              </p:ext>
            </p:extLst>
          </p:nvPr>
        </p:nvGraphicFramePr>
        <p:xfrm>
          <a:off x="5141913" y="-11430"/>
          <a:ext cx="7049784" cy="5922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4711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06AD7-1337-1E64-D896-C0BD974B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Monitoring and Logging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B28C45B-ED53-A2AB-63A4-954DFC93C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119511"/>
              </p:ext>
            </p:extLst>
          </p:nvPr>
        </p:nvGraphicFramePr>
        <p:xfrm>
          <a:off x="5141913" y="119744"/>
          <a:ext cx="6832373" cy="5995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7701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770BA-00AE-781B-369B-949B02FB5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sz="2700"/>
              <a:t>Infrastructure for Scalability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2AC4DF5-701C-B78E-A5CE-3063E72F8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415603"/>
              </p:ext>
            </p:extLst>
          </p:nvPr>
        </p:nvGraphicFramePr>
        <p:xfrm>
          <a:off x="5236029" y="0"/>
          <a:ext cx="6814457" cy="6115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9000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0962-1C7A-4C5B-0C75-E6C2E710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Continuous Integration &amp; Continuous Deployment (CI/CD)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F6D77A7-9C64-E3F9-8DCD-AC91136CE4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7656737"/>
              </p:ext>
            </p:extLst>
          </p:nvPr>
        </p:nvGraphicFramePr>
        <p:xfrm>
          <a:off x="5141913" y="108860"/>
          <a:ext cx="6952116" cy="5823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6811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ECE649-35AF-9C7B-AA9D-6F56A5E0E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sz="2700"/>
              <a:t>Infrastructure Challenges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EBE5F7E-BAB3-7F64-6F2C-344B9289A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9398817"/>
              </p:ext>
            </p:extLst>
          </p:nvPr>
        </p:nvGraphicFramePr>
        <p:xfrm>
          <a:off x="5141913" y="293915"/>
          <a:ext cx="6919458" cy="5831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18980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7567-CF8A-F5D1-B098-1A977B14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3A6D5E-E914-3A8F-4BC5-530F119252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172828"/>
            <a:ext cx="986956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Layer: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Apache Kafka, Airflow, Spark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Layer: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TensorFlow,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Management: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DVC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Docker, Kubernetes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Prometheus, Grafana</a:t>
            </a:r>
          </a:p>
        </p:txBody>
      </p:sp>
    </p:spTree>
    <p:extLst>
      <p:ext uri="{BB962C8B-B14F-4D97-AF65-F5344CB8AC3E}">
        <p14:creationId xmlns:p14="http://schemas.microsoft.com/office/powerpoint/2010/main" val="1859266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83DD8-99C0-20F3-4780-52A8E9E7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IN" dirty="0"/>
              <a:t>Summary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4A2D6A8-8F22-8E4D-E83C-70B6D79E6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27855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83102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67</TotalTime>
  <Words>1154</Words>
  <Application>Microsoft Office PowerPoint</Application>
  <PresentationFormat>Widescreen</PresentationFormat>
  <Paragraphs>145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Gill Sans MT</vt:lpstr>
      <vt:lpstr>Gallery</vt:lpstr>
      <vt:lpstr>Model Deployment</vt:lpstr>
      <vt:lpstr>What is Model Deployment?</vt:lpstr>
      <vt:lpstr>Steps in Building an ML Model</vt:lpstr>
      <vt:lpstr>Introduction to MLFlow</vt:lpstr>
      <vt:lpstr>Why MLFlow?</vt:lpstr>
      <vt:lpstr>Components of MLFlow</vt:lpstr>
      <vt:lpstr>MLFlow Architecture</vt:lpstr>
      <vt:lpstr>What is MLOps</vt:lpstr>
      <vt:lpstr>Why Traditional DevOps is Not Enough</vt:lpstr>
      <vt:lpstr>Core Components of MLOps</vt:lpstr>
      <vt:lpstr>MLOps Architecture</vt:lpstr>
      <vt:lpstr>PowerPoint Presentation</vt:lpstr>
      <vt:lpstr>Popular MLOps architecture patterns </vt:lpstr>
      <vt:lpstr>Lambda architecture</vt:lpstr>
      <vt:lpstr>2. Kappa architecture: </vt:lpstr>
      <vt:lpstr>Kappa architecture: </vt:lpstr>
      <vt:lpstr>Key Stages in MLOps Workflow</vt:lpstr>
      <vt:lpstr>The Need for MLOps</vt:lpstr>
      <vt:lpstr>Benefits of MLOps</vt:lpstr>
      <vt:lpstr>What is ML Production Infrastructure?</vt:lpstr>
      <vt:lpstr>Key Components</vt:lpstr>
      <vt:lpstr>Data Infrastructure</vt:lpstr>
      <vt:lpstr>Model Deployment Infrastructure</vt:lpstr>
      <vt:lpstr>Model Registry &amp; Versioning</vt:lpstr>
      <vt:lpstr>Monitoring and Logging</vt:lpstr>
      <vt:lpstr>Infrastructure for Scalability</vt:lpstr>
      <vt:lpstr>Continuous Integration &amp; Continuous Deployment (CI/CD)</vt:lpstr>
      <vt:lpstr>Infrastructure Challenges</vt:lpstr>
      <vt:lpstr>Tools and Technologies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Choudhary</dc:creator>
  <cp:lastModifiedBy>Shubham Choudhary</cp:lastModifiedBy>
  <cp:revision>4</cp:revision>
  <dcterms:created xsi:type="dcterms:W3CDTF">2025-10-09T10:33:40Z</dcterms:created>
  <dcterms:modified xsi:type="dcterms:W3CDTF">2025-10-11T08:27:19Z</dcterms:modified>
</cp:coreProperties>
</file>