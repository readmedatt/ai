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395" r:id="rId2"/>
    <p:sldId id="593" r:id="rId3"/>
    <p:sldId id="594" r:id="rId4"/>
    <p:sldId id="595" r:id="rId5"/>
    <p:sldId id="598" r:id="rId6"/>
    <p:sldId id="596" r:id="rId7"/>
    <p:sldId id="597" r:id="rId8"/>
    <p:sldId id="599" r:id="rId9"/>
    <p:sldId id="600" r:id="rId10"/>
    <p:sldId id="601" r:id="rId11"/>
    <p:sldId id="602" r:id="rId12"/>
    <p:sldId id="603" r:id="rId13"/>
    <p:sldId id="604" r:id="rId14"/>
    <p:sldId id="605" r:id="rId15"/>
    <p:sldId id="606" r:id="rId16"/>
    <p:sldId id="607" r:id="rId17"/>
    <p:sldId id="608" r:id="rId18"/>
    <p:sldId id="609" r:id="rId19"/>
    <p:sldId id="610" r:id="rId20"/>
    <p:sldId id="611" r:id="rId21"/>
    <p:sldId id="612" r:id="rId22"/>
    <p:sldId id="613" r:id="rId23"/>
    <p:sldId id="614" r:id="rId24"/>
    <p:sldId id="615" r:id="rId25"/>
    <p:sldId id="616" r:id="rId26"/>
    <p:sldId id="617" r:id="rId27"/>
    <p:sldId id="618" r:id="rId28"/>
    <p:sldId id="619" r:id="rId29"/>
    <p:sldId id="58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C4FCF-A528-474A-B007-7421FC4B90B5}" v="1" dt="2025-11-10T09:27:29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  <pc:docChgLst>
    <pc:chgData name="Deepika Vatsa" userId="f7100972-27fe-4ee6-8fb4-ec9b7931b409" providerId="ADAL" clId="{FBFC4FCF-A528-474A-B007-7421FC4B90B5}"/>
    <pc:docChg chg="undo custSel addSld delSld modSld">
      <pc:chgData name="Deepika Vatsa" userId="f7100972-27fe-4ee6-8fb4-ec9b7931b409" providerId="ADAL" clId="{FBFC4FCF-A528-474A-B007-7421FC4B90B5}" dt="2025-11-10T10:20:01.539" v="337" actId="47"/>
      <pc:docMkLst>
        <pc:docMk/>
      </pc:docMkLst>
      <pc:sldChg chg="modSp mod">
        <pc:chgData name="Deepika Vatsa" userId="f7100972-27fe-4ee6-8fb4-ec9b7931b409" providerId="ADAL" clId="{FBFC4FCF-A528-474A-B007-7421FC4B90B5}" dt="2025-11-10T08:33:25.203" v="31" actId="20577"/>
        <pc:sldMkLst>
          <pc:docMk/>
          <pc:sldMk cId="0" sldId="395"/>
        </pc:sldMkLst>
        <pc:spChg chg="mod">
          <ac:chgData name="Deepika Vatsa" userId="f7100972-27fe-4ee6-8fb4-ec9b7931b409" providerId="ADAL" clId="{FBFC4FCF-A528-474A-B007-7421FC4B90B5}" dt="2025-11-10T08:33:25.203" v="31" actId="20577"/>
          <ac:spMkLst>
            <pc:docMk/>
            <pc:sldMk cId="0" sldId="395"/>
            <ac:spMk id="2" creationId="{00000000-0000-0000-0000-000000000000}"/>
          </ac:spMkLst>
        </pc:spChg>
      </pc:sldChg>
      <pc:sldChg chg="del">
        <pc:chgData name="Deepika Vatsa" userId="f7100972-27fe-4ee6-8fb4-ec9b7931b409" providerId="ADAL" clId="{FBFC4FCF-A528-474A-B007-7421FC4B90B5}" dt="2025-11-10T08:33:33.423" v="32" actId="47"/>
        <pc:sldMkLst>
          <pc:docMk/>
          <pc:sldMk cId="3439049211" sldId="591"/>
        </pc:sldMkLst>
      </pc:sldChg>
      <pc:sldChg chg="addSp delSp modSp del mod">
        <pc:chgData name="Deepika Vatsa" userId="f7100972-27fe-4ee6-8fb4-ec9b7931b409" providerId="ADAL" clId="{FBFC4FCF-A528-474A-B007-7421FC4B90B5}" dt="2025-11-10T08:35:00.985" v="61" actId="47"/>
        <pc:sldMkLst>
          <pc:docMk/>
          <pc:sldMk cId="1039897715" sldId="592"/>
        </pc:sldMkLst>
        <pc:spChg chg="mod">
          <ac:chgData name="Deepika Vatsa" userId="f7100972-27fe-4ee6-8fb4-ec9b7931b409" providerId="ADAL" clId="{FBFC4FCF-A528-474A-B007-7421FC4B90B5}" dt="2025-11-10T08:34:23.569" v="58" actId="20577"/>
          <ac:spMkLst>
            <pc:docMk/>
            <pc:sldMk cId="1039897715" sldId="592"/>
            <ac:spMk id="2" creationId="{00000000-0000-0000-0000-000000000000}"/>
          </ac:spMkLst>
        </pc:spChg>
        <pc:spChg chg="del">
          <ac:chgData name="Deepika Vatsa" userId="f7100972-27fe-4ee6-8fb4-ec9b7931b409" providerId="ADAL" clId="{FBFC4FCF-A528-474A-B007-7421FC4B90B5}" dt="2025-11-10T08:34:11.890" v="34" actId="478"/>
          <ac:spMkLst>
            <pc:docMk/>
            <pc:sldMk cId="1039897715" sldId="592"/>
            <ac:spMk id="6" creationId="{2D96D569-F1C4-581F-A747-3ECF879181E9}"/>
          </ac:spMkLst>
        </pc:spChg>
        <pc:picChg chg="add">
          <ac:chgData name="Deepika Vatsa" userId="f7100972-27fe-4ee6-8fb4-ec9b7931b409" providerId="ADAL" clId="{FBFC4FCF-A528-474A-B007-7421FC4B90B5}" dt="2025-11-10T08:34:14.581" v="36" actId="22"/>
          <ac:picMkLst>
            <pc:docMk/>
            <pc:sldMk cId="1039897715" sldId="592"/>
            <ac:picMk id="7" creationId="{B5AF784B-50C4-3797-39E7-A06BEFD483F4}"/>
          </ac:picMkLst>
        </pc:picChg>
        <pc:inkChg chg="del">
          <ac:chgData name="Deepika Vatsa" userId="f7100972-27fe-4ee6-8fb4-ec9b7931b409" providerId="ADAL" clId="{FBFC4FCF-A528-474A-B007-7421FC4B90B5}" dt="2025-11-10T08:34:13.836" v="35" actId="478"/>
          <ac:inkMkLst>
            <pc:docMk/>
            <pc:sldMk cId="1039897715" sldId="592"/>
            <ac:inkMk id="4" creationId="{CFB530EA-1842-E88D-A7C6-B1F846ADEC27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562163225" sldId="593"/>
        </pc:sldMkLst>
      </pc:sldChg>
      <pc:sldChg chg="modSp add mod">
        <pc:chgData name="Deepika Vatsa" userId="f7100972-27fe-4ee6-8fb4-ec9b7931b409" providerId="ADAL" clId="{FBFC4FCF-A528-474A-B007-7421FC4B90B5}" dt="2025-11-10T08:34:54.415" v="60" actId="732"/>
        <pc:sldMkLst>
          <pc:docMk/>
          <pc:sldMk cId="1086811776" sldId="593"/>
        </pc:sldMkLst>
        <pc:picChg chg="mod modCrop">
          <ac:chgData name="Deepika Vatsa" userId="f7100972-27fe-4ee6-8fb4-ec9b7931b409" providerId="ADAL" clId="{FBFC4FCF-A528-474A-B007-7421FC4B90B5}" dt="2025-11-10T08:34:54.415" v="60" actId="732"/>
          <ac:picMkLst>
            <pc:docMk/>
            <pc:sldMk cId="1086811776" sldId="593"/>
            <ac:picMk id="7" creationId="{B5AF784B-50C4-3797-39E7-A06BEFD483F4}"/>
          </ac:picMkLst>
        </pc:pic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2093314508" sldId="594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435346632" sldId="594"/>
        </pc:sldMkLst>
        <pc:spChg chg="mod">
          <ac:chgData name="Deepika Vatsa" userId="f7100972-27fe-4ee6-8fb4-ec9b7931b409" providerId="ADAL" clId="{FBFC4FCF-A528-474A-B007-7421FC4B90B5}" dt="2025-11-10T08:35:25.751" v="67"/>
          <ac:spMkLst>
            <pc:docMk/>
            <pc:sldMk cId="3435346632" sldId="594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35:16.910" v="64" actId="22"/>
          <ac:picMkLst>
            <pc:docMk/>
            <pc:sldMk cId="3435346632" sldId="594"/>
            <ac:picMk id="5" creationId="{A5140DEC-51C3-303A-A898-7172448B5718}"/>
          </ac:picMkLst>
        </pc:picChg>
        <pc:picChg chg="del">
          <ac:chgData name="Deepika Vatsa" userId="f7100972-27fe-4ee6-8fb4-ec9b7931b409" providerId="ADAL" clId="{FBFC4FCF-A528-474A-B007-7421FC4B90B5}" dt="2025-11-10T08:35:16.478" v="63" actId="478"/>
          <ac:picMkLst>
            <pc:docMk/>
            <pc:sldMk cId="3435346632" sldId="594"/>
            <ac:picMk id="7" creationId="{B5AF784B-50C4-3797-39E7-A06BEFD483F4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435346632" sldId="594"/>
            <ac:inkMk id="4" creationId="{C261878B-A3D8-F4A6-769D-52C40B5EEFF6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095908878" sldId="595"/>
        </pc:sldMkLst>
      </pc:sldChg>
      <pc:sldChg chg="addSp del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574283066" sldId="595"/>
        </pc:sldMkLst>
        <pc:picChg chg="del">
          <ac:chgData name="Deepika Vatsa" userId="f7100972-27fe-4ee6-8fb4-ec9b7931b409" providerId="ADAL" clId="{FBFC4FCF-A528-474A-B007-7421FC4B90B5}" dt="2025-11-10T08:35:40.677" v="69" actId="478"/>
          <ac:picMkLst>
            <pc:docMk/>
            <pc:sldMk cId="3574283066" sldId="595"/>
            <ac:picMk id="5" creationId="{A5140DEC-51C3-303A-A898-7172448B5718}"/>
          </ac:picMkLst>
        </pc:picChg>
        <pc:picChg chg="add">
          <ac:chgData name="Deepika Vatsa" userId="f7100972-27fe-4ee6-8fb4-ec9b7931b409" providerId="ADAL" clId="{FBFC4FCF-A528-474A-B007-7421FC4B90B5}" dt="2025-11-10T08:35:41.496" v="70" actId="22"/>
          <ac:picMkLst>
            <pc:docMk/>
            <pc:sldMk cId="3574283066" sldId="595"/>
            <ac:picMk id="6" creationId="{56CBC9E4-65AE-611B-3636-FAEA6376D8E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574283066" sldId="595"/>
            <ac:inkMk id="4" creationId="{52D36229-83AB-D6B9-F0F0-D70385BB82C8}"/>
          </ac:inkMkLst>
        </pc:inkChg>
      </pc:sldChg>
      <pc:sldChg chg="addSp del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543993561" sldId="596"/>
        </pc:sldMkLst>
        <pc:picChg chg="add del">
          <ac:chgData name="Deepika Vatsa" userId="f7100972-27fe-4ee6-8fb4-ec9b7931b409" providerId="ADAL" clId="{FBFC4FCF-A528-474A-B007-7421FC4B90B5}" dt="2025-11-10T08:36:12.405" v="74" actId="478"/>
          <ac:picMkLst>
            <pc:docMk/>
            <pc:sldMk cId="1543993561" sldId="596"/>
            <ac:picMk id="5" creationId="{3981FF95-CC0D-2664-14FE-722D221A9823}"/>
          </ac:picMkLst>
        </pc:picChg>
        <pc:picChg chg="del">
          <ac:chgData name="Deepika Vatsa" userId="f7100972-27fe-4ee6-8fb4-ec9b7931b409" providerId="ADAL" clId="{FBFC4FCF-A528-474A-B007-7421FC4B90B5}" dt="2025-11-10T08:35:58.430" v="72" actId="478"/>
          <ac:picMkLst>
            <pc:docMk/>
            <pc:sldMk cId="1543993561" sldId="596"/>
            <ac:picMk id="6" creationId="{56CBC9E4-65AE-611B-3636-FAEA6376D8E0}"/>
          </ac:picMkLst>
        </pc:picChg>
        <pc:picChg chg="add">
          <ac:chgData name="Deepika Vatsa" userId="f7100972-27fe-4ee6-8fb4-ec9b7931b409" providerId="ADAL" clId="{FBFC4FCF-A528-474A-B007-7421FC4B90B5}" dt="2025-11-10T08:36:12.811" v="75" actId="22"/>
          <ac:picMkLst>
            <pc:docMk/>
            <pc:sldMk cId="1543993561" sldId="596"/>
            <ac:picMk id="8" creationId="{A0D926D1-5210-0915-6C44-68DD1DF4547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543993561" sldId="596"/>
            <ac:inkMk id="4" creationId="{520E4ED0-81F4-5EF3-D661-DCEC0E5A83C2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673669300" sldId="596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95095643" sldId="597"/>
        </pc:sldMkLst>
        <pc:spChg chg="mod">
          <ac:chgData name="Deepika Vatsa" userId="f7100972-27fe-4ee6-8fb4-ec9b7931b409" providerId="ADAL" clId="{FBFC4FCF-A528-474A-B007-7421FC4B90B5}" dt="2025-11-10T08:37:09.504" v="101" actId="20577"/>
          <ac:spMkLst>
            <pc:docMk/>
            <pc:sldMk cId="95095643" sldId="597"/>
            <ac:spMk id="2" creationId="{00000000-0000-0000-0000-000000000000}"/>
          </ac:spMkLst>
        </pc:spChg>
        <pc:picChg chg="add del">
          <ac:chgData name="Deepika Vatsa" userId="f7100972-27fe-4ee6-8fb4-ec9b7931b409" providerId="ADAL" clId="{FBFC4FCF-A528-474A-B007-7421FC4B90B5}" dt="2025-11-10T08:37:22.481" v="102" actId="478"/>
          <ac:picMkLst>
            <pc:docMk/>
            <pc:sldMk cId="95095643" sldId="597"/>
            <ac:picMk id="5" creationId="{454FB647-6FC2-AEF2-068C-96C62FCD59A7}"/>
          </ac:picMkLst>
        </pc:picChg>
        <pc:picChg chg="add">
          <ac:chgData name="Deepika Vatsa" userId="f7100972-27fe-4ee6-8fb4-ec9b7931b409" providerId="ADAL" clId="{FBFC4FCF-A528-474A-B007-7421FC4B90B5}" dt="2025-11-10T08:37:23.171" v="103" actId="22"/>
          <ac:picMkLst>
            <pc:docMk/>
            <pc:sldMk cId="95095643" sldId="597"/>
            <ac:picMk id="7" creationId="{B20BCF06-A674-CF8A-26A8-D1EA69715DFF}"/>
          </ac:picMkLst>
        </pc:picChg>
        <pc:picChg chg="del">
          <ac:chgData name="Deepika Vatsa" userId="f7100972-27fe-4ee6-8fb4-ec9b7931b409" providerId="ADAL" clId="{FBFC4FCF-A528-474A-B007-7421FC4B90B5}" dt="2025-11-10T08:37:01.453" v="80" actId="478"/>
          <ac:picMkLst>
            <pc:docMk/>
            <pc:sldMk cId="95095643" sldId="597"/>
            <ac:picMk id="8" creationId="{A0D926D1-5210-0915-6C44-68DD1DF4547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95095643" sldId="597"/>
            <ac:inkMk id="4" creationId="{56DAEC14-D2E2-37D0-D7F5-1822FF528CEE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645432103" sldId="597"/>
        </pc:sldMkLst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267582242" sldId="598"/>
        </pc:sldMkLst>
      </pc:sldChg>
      <pc:sldChg chg="addSp del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301389033" sldId="598"/>
        </pc:sldMkLst>
        <pc:picChg chg="add">
          <ac:chgData name="Deepika Vatsa" userId="f7100972-27fe-4ee6-8fb4-ec9b7931b409" providerId="ADAL" clId="{FBFC4FCF-A528-474A-B007-7421FC4B90B5}" dt="2025-11-10T08:36:42.872" v="79" actId="22"/>
          <ac:picMkLst>
            <pc:docMk/>
            <pc:sldMk cId="3301389033" sldId="598"/>
            <ac:picMk id="5" creationId="{343ED735-4082-4C3E-1B98-03B7E35B3E87}"/>
          </ac:picMkLst>
        </pc:picChg>
        <pc:picChg chg="del">
          <ac:chgData name="Deepika Vatsa" userId="f7100972-27fe-4ee6-8fb4-ec9b7931b409" providerId="ADAL" clId="{FBFC4FCF-A528-474A-B007-7421FC4B90B5}" dt="2025-11-10T08:36:42.489" v="78" actId="478"/>
          <ac:picMkLst>
            <pc:docMk/>
            <pc:sldMk cId="3301389033" sldId="598"/>
            <ac:picMk id="6" creationId="{56CBC9E4-65AE-611B-3636-FAEA6376D8E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301389033" sldId="598"/>
            <ac:inkMk id="4" creationId="{85D93AEB-BF5A-CF6D-EBE1-6A4BFBC5EA82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662555880" sldId="599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200296418" sldId="599"/>
        </pc:sldMkLst>
        <pc:spChg chg="mod">
          <ac:chgData name="Deepika Vatsa" userId="f7100972-27fe-4ee6-8fb4-ec9b7931b409" providerId="ADAL" clId="{FBFC4FCF-A528-474A-B007-7421FC4B90B5}" dt="2025-11-10T08:37:40.032" v="116" actId="20577"/>
          <ac:spMkLst>
            <pc:docMk/>
            <pc:sldMk cId="3200296418" sldId="599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37:42.216" v="118" actId="22"/>
          <ac:picMkLst>
            <pc:docMk/>
            <pc:sldMk cId="3200296418" sldId="599"/>
            <ac:picMk id="5" creationId="{214FCFD0-7CC5-0C45-73B5-33A56011B010}"/>
          </ac:picMkLst>
        </pc:picChg>
        <pc:picChg chg="del">
          <ac:chgData name="Deepika Vatsa" userId="f7100972-27fe-4ee6-8fb4-ec9b7931b409" providerId="ADAL" clId="{FBFC4FCF-A528-474A-B007-7421FC4B90B5}" dt="2025-11-10T08:37:41.793" v="117" actId="478"/>
          <ac:picMkLst>
            <pc:docMk/>
            <pc:sldMk cId="3200296418" sldId="599"/>
            <ac:picMk id="7" creationId="{B20BCF06-A674-CF8A-26A8-D1EA69715DF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200296418" sldId="599"/>
            <ac:inkMk id="4" creationId="{CCE92846-F175-FE00-02EA-A4106867F441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977754488" sldId="600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466069517" sldId="600"/>
        </pc:sldMkLst>
        <pc:spChg chg="mod">
          <ac:chgData name="Deepika Vatsa" userId="f7100972-27fe-4ee6-8fb4-ec9b7931b409" providerId="ADAL" clId="{FBFC4FCF-A528-474A-B007-7421FC4B90B5}" dt="2025-11-10T08:38:04.379" v="142" actId="20577"/>
          <ac:spMkLst>
            <pc:docMk/>
            <pc:sldMk cId="1466069517" sldId="600"/>
            <ac:spMk id="2" creationId="{00000000-0000-0000-0000-000000000000}"/>
          </ac:spMkLst>
        </pc:spChg>
        <pc:picChg chg="del">
          <ac:chgData name="Deepika Vatsa" userId="f7100972-27fe-4ee6-8fb4-ec9b7931b409" providerId="ADAL" clId="{FBFC4FCF-A528-474A-B007-7421FC4B90B5}" dt="2025-11-10T08:38:06.099" v="143" actId="478"/>
          <ac:picMkLst>
            <pc:docMk/>
            <pc:sldMk cId="1466069517" sldId="600"/>
            <ac:picMk id="5" creationId="{214FCFD0-7CC5-0C45-73B5-33A56011B010}"/>
          </ac:picMkLst>
        </pc:picChg>
        <pc:picChg chg="add">
          <ac:chgData name="Deepika Vatsa" userId="f7100972-27fe-4ee6-8fb4-ec9b7931b409" providerId="ADAL" clId="{FBFC4FCF-A528-474A-B007-7421FC4B90B5}" dt="2025-11-10T08:38:06.545" v="144" actId="22"/>
          <ac:picMkLst>
            <pc:docMk/>
            <pc:sldMk cId="1466069517" sldId="600"/>
            <ac:picMk id="6" creationId="{938F2EBC-233A-55B5-568D-11F32A56DDF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466069517" sldId="600"/>
            <ac:inkMk id="4" creationId="{CA87D7D5-4662-ED86-14C9-C3E4454B68A1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248394865" sldId="601"/>
        </pc:sldMkLst>
        <pc:spChg chg="mod">
          <ac:chgData name="Deepika Vatsa" userId="f7100972-27fe-4ee6-8fb4-ec9b7931b409" providerId="ADAL" clId="{FBFC4FCF-A528-474A-B007-7421FC4B90B5}" dt="2025-11-10T08:38:27.620" v="164" actId="20577"/>
          <ac:spMkLst>
            <pc:docMk/>
            <pc:sldMk cId="1248394865" sldId="601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38:21.048" v="147" actId="22"/>
          <ac:picMkLst>
            <pc:docMk/>
            <pc:sldMk cId="1248394865" sldId="601"/>
            <ac:picMk id="5" creationId="{4163B164-3C36-AEE8-3FFE-1CE09E3268B7}"/>
          </ac:picMkLst>
        </pc:picChg>
        <pc:picChg chg="del">
          <ac:chgData name="Deepika Vatsa" userId="f7100972-27fe-4ee6-8fb4-ec9b7931b409" providerId="ADAL" clId="{FBFC4FCF-A528-474A-B007-7421FC4B90B5}" dt="2025-11-10T08:38:20.663" v="146" actId="478"/>
          <ac:picMkLst>
            <pc:docMk/>
            <pc:sldMk cId="1248394865" sldId="601"/>
            <ac:picMk id="6" creationId="{938F2EBC-233A-55B5-568D-11F32A56DDF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248394865" sldId="601"/>
            <ac:inkMk id="4" creationId="{4DE3F15F-A3AA-334D-B37F-109B20EEA6FE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4167924417" sldId="601"/>
        </pc:sldMkLst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041999212" sldId="602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803781999" sldId="602"/>
        </pc:sldMkLst>
        <pc:spChg chg="mod">
          <ac:chgData name="Deepika Vatsa" userId="f7100972-27fe-4ee6-8fb4-ec9b7931b409" providerId="ADAL" clId="{FBFC4FCF-A528-474A-B007-7421FC4B90B5}" dt="2025-11-10T08:38:51.277" v="205" actId="20577"/>
          <ac:spMkLst>
            <pc:docMk/>
            <pc:sldMk cId="1803781999" sldId="602"/>
            <ac:spMk id="2" creationId="{00000000-0000-0000-0000-000000000000}"/>
          </ac:spMkLst>
        </pc:spChg>
        <pc:picChg chg="del">
          <ac:chgData name="Deepika Vatsa" userId="f7100972-27fe-4ee6-8fb4-ec9b7931b409" providerId="ADAL" clId="{FBFC4FCF-A528-474A-B007-7421FC4B90B5}" dt="2025-11-10T08:38:40.483" v="166" actId="478"/>
          <ac:picMkLst>
            <pc:docMk/>
            <pc:sldMk cId="1803781999" sldId="602"/>
            <ac:picMk id="5" creationId="{4163B164-3C36-AEE8-3FFE-1CE09E3268B7}"/>
          </ac:picMkLst>
        </pc:picChg>
        <pc:picChg chg="add">
          <ac:chgData name="Deepika Vatsa" userId="f7100972-27fe-4ee6-8fb4-ec9b7931b409" providerId="ADAL" clId="{FBFC4FCF-A528-474A-B007-7421FC4B90B5}" dt="2025-11-10T08:38:40.917" v="167" actId="22"/>
          <ac:picMkLst>
            <pc:docMk/>
            <pc:sldMk cId="1803781999" sldId="602"/>
            <ac:picMk id="6" creationId="{B0FFF25A-1FAC-D510-E7D8-29E4BFAAB5C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803781999" sldId="602"/>
            <ac:inkMk id="4" creationId="{244E1FD3-3452-4701-8CA3-DEFDC14B9979}"/>
          </ac:inkMkLst>
        </pc:inkChg>
      </pc:sldChg>
      <pc:sldChg chg="addSp del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23696861" sldId="603"/>
        </pc:sldMkLst>
        <pc:picChg chg="add">
          <ac:chgData name="Deepika Vatsa" userId="f7100972-27fe-4ee6-8fb4-ec9b7931b409" providerId="ADAL" clId="{FBFC4FCF-A528-474A-B007-7421FC4B90B5}" dt="2025-11-10T08:39:13.964" v="208" actId="22"/>
          <ac:picMkLst>
            <pc:docMk/>
            <pc:sldMk cId="123696861" sldId="603"/>
            <ac:picMk id="5" creationId="{8EE6EAFD-7BED-2B3D-8514-AA1A4A656838}"/>
          </ac:picMkLst>
        </pc:picChg>
        <pc:picChg chg="del">
          <ac:chgData name="Deepika Vatsa" userId="f7100972-27fe-4ee6-8fb4-ec9b7931b409" providerId="ADAL" clId="{FBFC4FCF-A528-474A-B007-7421FC4B90B5}" dt="2025-11-10T08:39:13.540" v="207" actId="478"/>
          <ac:picMkLst>
            <pc:docMk/>
            <pc:sldMk cId="123696861" sldId="603"/>
            <ac:picMk id="6" creationId="{B0FFF25A-1FAC-D510-E7D8-29E4BFAAB5C0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23696861" sldId="603"/>
            <ac:inkMk id="4" creationId="{CC6CDA78-8656-9F12-4219-FF990A195C36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644617542" sldId="603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688498509" sldId="604"/>
        </pc:sldMkLst>
        <pc:picChg chg="del">
          <ac:chgData name="Deepika Vatsa" userId="f7100972-27fe-4ee6-8fb4-ec9b7931b409" providerId="ADAL" clId="{FBFC4FCF-A528-474A-B007-7421FC4B90B5}" dt="2025-11-10T08:39:36.219" v="210" actId="478"/>
          <ac:picMkLst>
            <pc:docMk/>
            <pc:sldMk cId="688498509" sldId="604"/>
            <ac:picMk id="5" creationId="{8EE6EAFD-7BED-2B3D-8514-AA1A4A656838}"/>
          </ac:picMkLst>
        </pc:picChg>
        <pc:picChg chg="add mod">
          <ac:chgData name="Deepika Vatsa" userId="f7100972-27fe-4ee6-8fb4-ec9b7931b409" providerId="ADAL" clId="{FBFC4FCF-A528-474A-B007-7421FC4B90B5}" dt="2025-11-10T08:39:39.055" v="212" actId="1076"/>
          <ac:picMkLst>
            <pc:docMk/>
            <pc:sldMk cId="688498509" sldId="604"/>
            <ac:picMk id="6" creationId="{0D5830BE-D7B8-E79C-3FB6-9BFA141527BC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688498509" sldId="604"/>
            <ac:inkMk id="4" creationId="{E6F5674D-D9E8-ED18-9ABE-3A9EA392497E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957157253" sldId="604"/>
        </pc:sldMkLst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1016007616" sldId="605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811806082" sldId="605"/>
        </pc:sldMkLst>
        <pc:spChg chg="mod">
          <ac:chgData name="Deepika Vatsa" userId="f7100972-27fe-4ee6-8fb4-ec9b7931b409" providerId="ADAL" clId="{FBFC4FCF-A528-474A-B007-7421FC4B90B5}" dt="2025-11-10T08:40:01.082" v="242" actId="20577"/>
          <ac:spMkLst>
            <pc:docMk/>
            <pc:sldMk cId="3811806082" sldId="605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40:03.203" v="244" actId="22"/>
          <ac:picMkLst>
            <pc:docMk/>
            <pc:sldMk cId="3811806082" sldId="605"/>
            <ac:picMk id="5" creationId="{72A6F4C6-9D32-B4CB-4C61-9448B472F251}"/>
          </ac:picMkLst>
        </pc:picChg>
        <pc:picChg chg="del">
          <ac:chgData name="Deepika Vatsa" userId="f7100972-27fe-4ee6-8fb4-ec9b7931b409" providerId="ADAL" clId="{FBFC4FCF-A528-474A-B007-7421FC4B90B5}" dt="2025-11-10T08:40:02.652" v="243" actId="478"/>
          <ac:picMkLst>
            <pc:docMk/>
            <pc:sldMk cId="3811806082" sldId="605"/>
            <ac:picMk id="6" creationId="{0D5830BE-D7B8-E79C-3FB6-9BFA141527BC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811806082" sldId="605"/>
            <ac:inkMk id="4" creationId="{ECB42532-8E8E-D83D-DD81-3F96199E6126}"/>
          </ac:inkMkLst>
        </pc:inkChg>
      </pc:sldChg>
      <pc:sldChg chg="addSp del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558878766" sldId="606"/>
        </pc:sldMkLst>
        <pc:picChg chg="del">
          <ac:chgData name="Deepika Vatsa" userId="f7100972-27fe-4ee6-8fb4-ec9b7931b409" providerId="ADAL" clId="{FBFC4FCF-A528-474A-B007-7421FC4B90B5}" dt="2025-11-10T08:40:20.173" v="246" actId="478"/>
          <ac:picMkLst>
            <pc:docMk/>
            <pc:sldMk cId="558878766" sldId="606"/>
            <ac:picMk id="5" creationId="{72A6F4C6-9D32-B4CB-4C61-9448B472F251}"/>
          </ac:picMkLst>
        </pc:picChg>
        <pc:picChg chg="add">
          <ac:chgData name="Deepika Vatsa" userId="f7100972-27fe-4ee6-8fb4-ec9b7931b409" providerId="ADAL" clId="{FBFC4FCF-A528-474A-B007-7421FC4B90B5}" dt="2025-11-10T08:40:20.616" v="247" actId="22"/>
          <ac:picMkLst>
            <pc:docMk/>
            <pc:sldMk cId="558878766" sldId="606"/>
            <ac:picMk id="6" creationId="{F5FA5808-C043-D08C-6D33-338F465D518B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558878766" sldId="606"/>
            <ac:inkMk id="4" creationId="{D3DF6135-5809-3F67-4E13-A1BD4843B7FB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159525374" sldId="606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2192732003" sldId="607"/>
        </pc:sldMkLst>
        <pc:spChg chg="mod">
          <ac:chgData name="Deepika Vatsa" userId="f7100972-27fe-4ee6-8fb4-ec9b7931b409" providerId="ADAL" clId="{FBFC4FCF-A528-474A-B007-7421FC4B90B5}" dt="2025-11-10T08:40:54.568" v="264" actId="20577"/>
          <ac:spMkLst>
            <pc:docMk/>
            <pc:sldMk cId="2192732003" sldId="607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40:49.625" v="250" actId="22"/>
          <ac:picMkLst>
            <pc:docMk/>
            <pc:sldMk cId="2192732003" sldId="607"/>
            <ac:picMk id="5" creationId="{44A00019-ADD2-C3FD-A91E-5A520F972BF6}"/>
          </ac:picMkLst>
        </pc:picChg>
        <pc:picChg chg="del">
          <ac:chgData name="Deepika Vatsa" userId="f7100972-27fe-4ee6-8fb4-ec9b7931b409" providerId="ADAL" clId="{FBFC4FCF-A528-474A-B007-7421FC4B90B5}" dt="2025-11-10T08:40:49.207" v="249" actId="478"/>
          <ac:picMkLst>
            <pc:docMk/>
            <pc:sldMk cId="2192732003" sldId="607"/>
            <ac:picMk id="6" creationId="{F5FA5808-C043-D08C-6D33-338F465D518B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2192732003" sldId="607"/>
            <ac:inkMk id="4" creationId="{3FF84DCA-CE03-060D-B36A-A025146EE6AF}"/>
          </ac:inkMkLst>
        </pc:inkChg>
      </pc:sldChg>
      <pc:sldChg chg="del">
        <pc:chgData name="Deepika Vatsa" userId="f7100972-27fe-4ee6-8fb4-ec9b7931b409" providerId="ADAL" clId="{FBFC4FCF-A528-474A-B007-7421FC4B90B5}" dt="2025-11-10T08:33:37.258" v="33" actId="47"/>
        <pc:sldMkLst>
          <pc:docMk/>
          <pc:sldMk cId="3564807532" sldId="607"/>
        </pc:sldMkLst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60900660" sldId="608"/>
        </pc:sldMkLst>
        <pc:spChg chg="mod">
          <ac:chgData name="Deepika Vatsa" userId="f7100972-27fe-4ee6-8fb4-ec9b7931b409" providerId="ADAL" clId="{FBFC4FCF-A528-474A-B007-7421FC4B90B5}" dt="2025-11-10T08:41:13.055" v="274" actId="20577"/>
          <ac:spMkLst>
            <pc:docMk/>
            <pc:sldMk cId="160900660" sldId="608"/>
            <ac:spMk id="2" creationId="{00000000-0000-0000-0000-000000000000}"/>
          </ac:spMkLst>
        </pc:spChg>
        <pc:picChg chg="del">
          <ac:chgData name="Deepika Vatsa" userId="f7100972-27fe-4ee6-8fb4-ec9b7931b409" providerId="ADAL" clId="{FBFC4FCF-A528-474A-B007-7421FC4B90B5}" dt="2025-11-10T08:41:09.230" v="266" actId="478"/>
          <ac:picMkLst>
            <pc:docMk/>
            <pc:sldMk cId="160900660" sldId="608"/>
            <ac:picMk id="5" creationId="{44A00019-ADD2-C3FD-A91E-5A520F972BF6}"/>
          </ac:picMkLst>
        </pc:picChg>
        <pc:picChg chg="add del">
          <ac:chgData name="Deepika Vatsa" userId="f7100972-27fe-4ee6-8fb4-ec9b7931b409" providerId="ADAL" clId="{FBFC4FCF-A528-474A-B007-7421FC4B90B5}" dt="2025-11-10T08:41:28.752" v="275" actId="478"/>
          <ac:picMkLst>
            <pc:docMk/>
            <pc:sldMk cId="160900660" sldId="608"/>
            <ac:picMk id="6" creationId="{F7CF7144-1AE2-4F7B-456A-89DEA6813FE3}"/>
          </ac:picMkLst>
        </pc:picChg>
        <pc:picChg chg="add">
          <ac:chgData name="Deepika Vatsa" userId="f7100972-27fe-4ee6-8fb4-ec9b7931b409" providerId="ADAL" clId="{FBFC4FCF-A528-474A-B007-7421FC4B90B5}" dt="2025-11-10T08:41:29.159" v="276" actId="22"/>
          <ac:picMkLst>
            <pc:docMk/>
            <pc:sldMk cId="160900660" sldId="608"/>
            <ac:picMk id="8" creationId="{BA3918EF-E347-C846-3481-1882F808794E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60900660" sldId="608"/>
            <ac:inkMk id="4" creationId="{F7DC5BA2-395B-2D11-EAEA-27EFDED38CF2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968836308" sldId="609"/>
        </pc:sldMkLst>
        <pc:spChg chg="mod">
          <ac:chgData name="Deepika Vatsa" userId="f7100972-27fe-4ee6-8fb4-ec9b7931b409" providerId="ADAL" clId="{FBFC4FCF-A528-474A-B007-7421FC4B90B5}" dt="2025-11-10T08:42:16.900" v="282" actId="20577"/>
          <ac:spMkLst>
            <pc:docMk/>
            <pc:sldMk cId="968836308" sldId="609"/>
            <ac:spMk id="2" creationId="{00000000-0000-0000-0000-000000000000}"/>
          </ac:spMkLst>
        </pc:spChg>
        <pc:picChg chg="add">
          <ac:chgData name="Deepika Vatsa" userId="f7100972-27fe-4ee6-8fb4-ec9b7931b409" providerId="ADAL" clId="{FBFC4FCF-A528-474A-B007-7421FC4B90B5}" dt="2025-11-10T08:42:14.394" v="279" actId="22"/>
          <ac:picMkLst>
            <pc:docMk/>
            <pc:sldMk cId="968836308" sldId="609"/>
            <ac:picMk id="5" creationId="{69640C4B-356F-E7FB-9617-E4568B1769E7}"/>
          </ac:picMkLst>
        </pc:picChg>
        <pc:picChg chg="del">
          <ac:chgData name="Deepika Vatsa" userId="f7100972-27fe-4ee6-8fb4-ec9b7931b409" providerId="ADAL" clId="{FBFC4FCF-A528-474A-B007-7421FC4B90B5}" dt="2025-11-10T08:42:13.606" v="278" actId="478"/>
          <ac:picMkLst>
            <pc:docMk/>
            <pc:sldMk cId="968836308" sldId="609"/>
            <ac:picMk id="8" creationId="{BA3918EF-E347-C846-3481-1882F808794E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968836308" sldId="609"/>
            <ac:inkMk id="4" creationId="{EF3AC16F-0BFF-96D0-5314-A88FB8667C39}"/>
          </ac:inkMkLst>
        </pc:inkChg>
      </pc:sldChg>
      <pc:sldChg chg="addSp del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683881037" sldId="610"/>
        </pc:sldMkLst>
        <pc:picChg chg="del">
          <ac:chgData name="Deepika Vatsa" userId="f7100972-27fe-4ee6-8fb4-ec9b7931b409" providerId="ADAL" clId="{FBFC4FCF-A528-474A-B007-7421FC4B90B5}" dt="2025-11-10T08:42:29.567" v="284" actId="478"/>
          <ac:picMkLst>
            <pc:docMk/>
            <pc:sldMk cId="3683881037" sldId="610"/>
            <ac:picMk id="5" creationId="{69640C4B-356F-E7FB-9617-E4568B1769E7}"/>
          </ac:picMkLst>
        </pc:picChg>
        <pc:picChg chg="add">
          <ac:chgData name="Deepika Vatsa" userId="f7100972-27fe-4ee6-8fb4-ec9b7931b409" providerId="ADAL" clId="{FBFC4FCF-A528-474A-B007-7421FC4B90B5}" dt="2025-11-10T08:42:30.037" v="285" actId="22"/>
          <ac:picMkLst>
            <pc:docMk/>
            <pc:sldMk cId="3683881037" sldId="610"/>
            <ac:picMk id="6" creationId="{3984BC14-A773-B4E1-ED5D-772DA4EDC22D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3683881037" sldId="610"/>
            <ac:inkMk id="4" creationId="{280206DB-56B2-8AB1-36B8-87AD20B9655F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460220271" sldId="611"/>
        </pc:sldMkLst>
        <pc:picChg chg="add mod">
          <ac:chgData name="Deepika Vatsa" userId="f7100972-27fe-4ee6-8fb4-ec9b7931b409" providerId="ADAL" clId="{FBFC4FCF-A528-474A-B007-7421FC4B90B5}" dt="2025-11-10T08:42:48.982" v="297" actId="1036"/>
          <ac:picMkLst>
            <pc:docMk/>
            <pc:sldMk cId="1460220271" sldId="611"/>
            <ac:picMk id="5" creationId="{DF7A7ACA-1D87-9641-8091-DE14C4D79C9C}"/>
          </ac:picMkLst>
        </pc:picChg>
        <pc:picChg chg="del">
          <ac:chgData name="Deepika Vatsa" userId="f7100972-27fe-4ee6-8fb4-ec9b7931b409" providerId="ADAL" clId="{FBFC4FCF-A528-474A-B007-7421FC4B90B5}" dt="2025-11-10T08:42:45.161" v="287" actId="478"/>
          <ac:picMkLst>
            <pc:docMk/>
            <pc:sldMk cId="1460220271" sldId="611"/>
            <ac:picMk id="6" creationId="{3984BC14-A773-B4E1-ED5D-772DA4EDC22D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1460220271" sldId="611"/>
            <ac:inkMk id="4" creationId="{7B782237-EED9-4B46-1A88-D61293728F29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3545377761" sldId="612"/>
        </pc:sldMkLst>
        <pc:picChg chg="del">
          <ac:chgData name="Deepika Vatsa" userId="f7100972-27fe-4ee6-8fb4-ec9b7931b409" providerId="ADAL" clId="{FBFC4FCF-A528-474A-B007-7421FC4B90B5}" dt="2025-11-10T08:43:06.531" v="299" actId="478"/>
          <ac:picMkLst>
            <pc:docMk/>
            <pc:sldMk cId="3545377761" sldId="612"/>
            <ac:picMk id="5" creationId="{DF7A7ACA-1D87-9641-8091-DE14C4D79C9C}"/>
          </ac:picMkLst>
        </pc:picChg>
        <pc:picChg chg="add mod">
          <ac:chgData name="Deepika Vatsa" userId="f7100972-27fe-4ee6-8fb4-ec9b7931b409" providerId="ADAL" clId="{FBFC4FCF-A528-474A-B007-7421FC4B90B5}" dt="2025-11-10T08:43:10.438" v="301" actId="1076"/>
          <ac:picMkLst>
            <pc:docMk/>
            <pc:sldMk cId="3545377761" sldId="612"/>
            <ac:picMk id="6" creationId="{1579F9CA-DF46-93A0-E1A6-A51DC937F711}"/>
          </ac:picMkLst>
        </pc:pic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774940088" sldId="613"/>
        </pc:sldMkLst>
        <pc:picChg chg="add del mod">
          <ac:chgData name="Deepika Vatsa" userId="f7100972-27fe-4ee6-8fb4-ec9b7931b409" providerId="ADAL" clId="{FBFC4FCF-A528-474A-B007-7421FC4B90B5}" dt="2025-11-10T08:43:54.097" v="306" actId="478"/>
          <ac:picMkLst>
            <pc:docMk/>
            <pc:sldMk cId="774940088" sldId="613"/>
            <ac:picMk id="5" creationId="{CCFA80AA-22FF-5F4C-173A-DBC063C15D1B}"/>
          </ac:picMkLst>
        </pc:picChg>
        <pc:picChg chg="del">
          <ac:chgData name="Deepika Vatsa" userId="f7100972-27fe-4ee6-8fb4-ec9b7931b409" providerId="ADAL" clId="{FBFC4FCF-A528-474A-B007-7421FC4B90B5}" dt="2025-11-10T08:43:28.644" v="303" actId="478"/>
          <ac:picMkLst>
            <pc:docMk/>
            <pc:sldMk cId="774940088" sldId="613"/>
            <ac:picMk id="6" creationId="{1579F9CA-DF46-93A0-E1A6-A51DC937F711}"/>
          </ac:picMkLst>
        </pc:picChg>
        <pc:picChg chg="add mod">
          <ac:chgData name="Deepika Vatsa" userId="f7100972-27fe-4ee6-8fb4-ec9b7931b409" providerId="ADAL" clId="{FBFC4FCF-A528-474A-B007-7421FC4B90B5}" dt="2025-11-10T08:43:57.018" v="308" actId="1076"/>
          <ac:picMkLst>
            <pc:docMk/>
            <pc:sldMk cId="774940088" sldId="613"/>
            <ac:picMk id="8" creationId="{42BEE511-CC1A-21B5-FC99-BA5EB07F4587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774940088" sldId="613"/>
            <ac:inkMk id="4" creationId="{EAC24D67-72A6-70C0-8E90-C55104CC9DDD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2976275128" sldId="614"/>
        </pc:sldMkLst>
        <pc:picChg chg="add mod">
          <ac:chgData name="Deepika Vatsa" userId="f7100972-27fe-4ee6-8fb4-ec9b7931b409" providerId="ADAL" clId="{FBFC4FCF-A528-474A-B007-7421FC4B90B5}" dt="2025-11-10T08:44:13.223" v="312" actId="1076"/>
          <ac:picMkLst>
            <pc:docMk/>
            <pc:sldMk cId="2976275128" sldId="614"/>
            <ac:picMk id="5" creationId="{88284E12-6590-B04E-BCAE-A4E2FD13A4A0}"/>
          </ac:picMkLst>
        </pc:picChg>
        <pc:picChg chg="del">
          <ac:chgData name="Deepika Vatsa" userId="f7100972-27fe-4ee6-8fb4-ec9b7931b409" providerId="ADAL" clId="{FBFC4FCF-A528-474A-B007-7421FC4B90B5}" dt="2025-11-10T08:44:10.303" v="310" actId="478"/>
          <ac:picMkLst>
            <pc:docMk/>
            <pc:sldMk cId="2976275128" sldId="614"/>
            <ac:picMk id="8" creationId="{42BEE511-CC1A-21B5-FC99-BA5EB07F4587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2976275128" sldId="614"/>
            <ac:inkMk id="4" creationId="{68BC3AAF-86DB-50E2-6083-3BAED4E8AA06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1691070638" sldId="615"/>
        </pc:sldMkLst>
        <pc:picChg chg="del">
          <ac:chgData name="Deepika Vatsa" userId="f7100972-27fe-4ee6-8fb4-ec9b7931b409" providerId="ADAL" clId="{FBFC4FCF-A528-474A-B007-7421FC4B90B5}" dt="2025-11-10T08:44:36.857" v="314" actId="478"/>
          <ac:picMkLst>
            <pc:docMk/>
            <pc:sldMk cId="1691070638" sldId="615"/>
            <ac:picMk id="5" creationId="{88284E12-6590-B04E-BCAE-A4E2FD13A4A0}"/>
          </ac:picMkLst>
        </pc:picChg>
        <pc:picChg chg="add mod">
          <ac:chgData name="Deepika Vatsa" userId="f7100972-27fe-4ee6-8fb4-ec9b7931b409" providerId="ADAL" clId="{FBFC4FCF-A528-474A-B007-7421FC4B90B5}" dt="2025-11-10T08:44:41.714" v="317" actId="14100"/>
          <ac:picMkLst>
            <pc:docMk/>
            <pc:sldMk cId="1691070638" sldId="615"/>
            <ac:picMk id="6" creationId="{CFA76C2E-317E-F1D0-4A7A-7F50D59F8B1B}"/>
          </ac:picMkLst>
        </pc:pic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2722254237" sldId="616"/>
        </pc:sldMkLst>
        <pc:picChg chg="add mod">
          <ac:chgData name="Deepika Vatsa" userId="f7100972-27fe-4ee6-8fb4-ec9b7931b409" providerId="ADAL" clId="{FBFC4FCF-A528-474A-B007-7421FC4B90B5}" dt="2025-11-10T08:44:58.692" v="322" actId="14100"/>
          <ac:picMkLst>
            <pc:docMk/>
            <pc:sldMk cId="2722254237" sldId="616"/>
            <ac:picMk id="5" creationId="{CFA2BB72-AE56-8268-D469-CAAF2058B925}"/>
          </ac:picMkLst>
        </pc:picChg>
        <pc:picChg chg="del">
          <ac:chgData name="Deepika Vatsa" userId="f7100972-27fe-4ee6-8fb4-ec9b7931b409" providerId="ADAL" clId="{FBFC4FCF-A528-474A-B007-7421FC4B90B5}" dt="2025-11-10T08:44:54.257" v="319" actId="478"/>
          <ac:picMkLst>
            <pc:docMk/>
            <pc:sldMk cId="2722254237" sldId="616"/>
            <ac:picMk id="6" creationId="{CFA76C2E-317E-F1D0-4A7A-7F50D59F8B1B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2722254237" sldId="616"/>
            <ac:inkMk id="4" creationId="{F43D0B42-80EB-72F7-491A-425CBA5EA455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2381088735" sldId="617"/>
        </pc:sldMkLst>
        <pc:picChg chg="del">
          <ac:chgData name="Deepika Vatsa" userId="f7100972-27fe-4ee6-8fb4-ec9b7931b409" providerId="ADAL" clId="{FBFC4FCF-A528-474A-B007-7421FC4B90B5}" dt="2025-11-10T08:45:17.783" v="324" actId="478"/>
          <ac:picMkLst>
            <pc:docMk/>
            <pc:sldMk cId="2381088735" sldId="617"/>
            <ac:picMk id="5" creationId="{CFA2BB72-AE56-8268-D469-CAAF2058B925}"/>
          </ac:picMkLst>
        </pc:picChg>
        <pc:picChg chg="add mod">
          <ac:chgData name="Deepika Vatsa" userId="f7100972-27fe-4ee6-8fb4-ec9b7931b409" providerId="ADAL" clId="{FBFC4FCF-A528-474A-B007-7421FC4B90B5}" dt="2025-11-10T08:45:20.311" v="326" actId="1076"/>
          <ac:picMkLst>
            <pc:docMk/>
            <pc:sldMk cId="2381088735" sldId="617"/>
            <ac:picMk id="6" creationId="{9BF7A02D-06B1-366B-1BB3-6ED64B5051FF}"/>
          </ac:picMkLst>
        </pc:pic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470659771" sldId="618"/>
        </pc:sldMkLst>
        <pc:picChg chg="add mod">
          <ac:chgData name="Deepika Vatsa" userId="f7100972-27fe-4ee6-8fb4-ec9b7931b409" providerId="ADAL" clId="{FBFC4FCF-A528-474A-B007-7421FC4B90B5}" dt="2025-11-10T08:45:36.395" v="330" actId="1076"/>
          <ac:picMkLst>
            <pc:docMk/>
            <pc:sldMk cId="470659771" sldId="618"/>
            <ac:picMk id="5" creationId="{DE21EE5A-419C-4A09-7C55-5B7B8C4D622E}"/>
          </ac:picMkLst>
        </pc:picChg>
        <pc:picChg chg="del">
          <ac:chgData name="Deepika Vatsa" userId="f7100972-27fe-4ee6-8fb4-ec9b7931b409" providerId="ADAL" clId="{FBFC4FCF-A528-474A-B007-7421FC4B90B5}" dt="2025-11-10T08:45:34.433" v="328" actId="478"/>
          <ac:picMkLst>
            <pc:docMk/>
            <pc:sldMk cId="470659771" sldId="618"/>
            <ac:picMk id="6" creationId="{9BF7A02D-06B1-366B-1BB3-6ED64B5051FF}"/>
          </ac:picMkLst>
        </pc:picChg>
        <pc:inkChg chg="add">
          <ac:chgData name="Deepika Vatsa" userId="f7100972-27fe-4ee6-8fb4-ec9b7931b409" providerId="ADAL" clId="{FBFC4FCF-A528-474A-B007-7421FC4B90B5}" dt="2025-11-10T09:27:29.351" v="335"/>
          <ac:inkMkLst>
            <pc:docMk/>
            <pc:sldMk cId="470659771" sldId="618"/>
            <ac:inkMk id="4" creationId="{B5D66648-29F2-1886-7B12-66DDD4985965}"/>
          </ac:inkMkLst>
        </pc:inkChg>
      </pc:sldChg>
      <pc:sldChg chg="addSp delSp modSp add del mod">
        <pc:chgData name="Deepika Vatsa" userId="f7100972-27fe-4ee6-8fb4-ec9b7931b409" providerId="ADAL" clId="{FBFC4FCF-A528-474A-B007-7421FC4B90B5}" dt="2025-11-10T10:20:01.539" v="337" actId="47"/>
        <pc:sldMkLst>
          <pc:docMk/>
          <pc:sldMk cId="4237102939" sldId="619"/>
        </pc:sldMkLst>
        <pc:picChg chg="del">
          <ac:chgData name="Deepika Vatsa" userId="f7100972-27fe-4ee6-8fb4-ec9b7931b409" providerId="ADAL" clId="{FBFC4FCF-A528-474A-B007-7421FC4B90B5}" dt="2025-11-10T08:45:47.708" v="332" actId="478"/>
          <ac:picMkLst>
            <pc:docMk/>
            <pc:sldMk cId="4237102939" sldId="619"/>
            <ac:picMk id="5" creationId="{DE21EE5A-419C-4A09-7C55-5B7B8C4D622E}"/>
          </ac:picMkLst>
        </pc:picChg>
        <pc:picChg chg="add mod">
          <ac:chgData name="Deepika Vatsa" userId="f7100972-27fe-4ee6-8fb4-ec9b7931b409" providerId="ADAL" clId="{FBFC4FCF-A528-474A-B007-7421FC4B90B5}" dt="2025-11-10T08:45:49.806" v="334" actId="1076"/>
          <ac:picMkLst>
            <pc:docMk/>
            <pc:sldMk cId="4237102939" sldId="619"/>
            <ac:picMk id="6" creationId="{FD41011B-85D4-FD95-06FA-5DE0AB714F05}"/>
          </ac:picMkLst>
        </pc:picChg>
      </pc:sldChg>
    </pc:docChg>
  </pc:docChgLst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6239CB49-E84F-455D-9502-06F26594D634}"/>
    <pc:docChg chg="undo redo custSel addSld delSld modSld">
      <pc:chgData name="Deepika Vatsa" userId="f7100972-27fe-4ee6-8fb4-ec9b7931b409" providerId="ADAL" clId="{6239CB49-E84F-455D-9502-06F26594D634}" dt="2025-09-24T11:38:14.986" v="988"/>
      <pc:docMkLst>
        <pc:docMk/>
      </pc:docMkLst>
      <pc:sldChg chg="modSp mod">
        <pc:chgData name="Deepika Vatsa" userId="f7100972-27fe-4ee6-8fb4-ec9b7931b409" providerId="ADAL" clId="{6239CB49-E84F-455D-9502-06F26594D634}" dt="2025-09-23T05:00:24.344" v="22" actId="6549"/>
        <pc:sldMkLst>
          <pc:docMk/>
          <pc:sldMk cId="0" sldId="395"/>
        </pc:sldMkLst>
        <pc:spChg chg="mod">
          <ac:chgData name="Deepika Vatsa" userId="f7100972-27fe-4ee6-8fb4-ec9b7931b409" providerId="ADAL" clId="{6239CB49-E84F-455D-9502-06F26594D634}" dt="2025-09-23T05:00:24.344" v="22" actId="6549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6239CB49-E84F-455D-9502-06F26594D634}" dt="2025-09-24T11:38:14.986" v="988"/>
        <pc:sldMkLst>
          <pc:docMk/>
          <pc:sldMk cId="3439049211" sldId="591"/>
        </pc:sldMkLst>
        <pc:spChg chg="mod">
          <ac:chgData name="Deepika Vatsa" userId="f7100972-27fe-4ee6-8fb4-ec9b7931b409" providerId="ADAL" clId="{6239CB49-E84F-455D-9502-06F26594D634}" dt="2025-09-23T05:01:54.305" v="50" actId="2057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239CB49-E84F-455D-9502-06F26594D634}" dt="2025-09-23T05:01:57.561" v="51" actId="478"/>
          <ac:spMkLst>
            <pc:docMk/>
            <pc:sldMk cId="3439049211" sldId="59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6239CB49-E84F-455D-9502-06F26594D634}" dt="2025-09-23T05:02:06.229" v="55" actId="1076"/>
          <ac:picMkLst>
            <pc:docMk/>
            <pc:sldMk cId="3439049211" sldId="591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439049211" sldId="591"/>
            <ac:inkMk id="4" creationId="{C523678A-28E9-7F5B-8EA3-DFE9E3E1126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39897715" sldId="592"/>
        </pc:sldMkLst>
        <pc:spChg chg="mod">
          <ac:chgData name="Deepika Vatsa" userId="f7100972-27fe-4ee6-8fb4-ec9b7931b409" providerId="ADAL" clId="{6239CB49-E84F-455D-9502-06F26594D634}" dt="2025-09-23T05:02:32.249" v="66" actId="20577"/>
          <ac:spMkLst>
            <pc:docMk/>
            <pc:sldMk cId="1039897715" sldId="592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3:18.885" v="88" actId="1076"/>
          <ac:spMkLst>
            <pc:docMk/>
            <pc:sldMk cId="1039897715" sldId="592"/>
            <ac:spMk id="6" creationId="{2D96D569-F1C4-581F-A747-3ECF879181E9}"/>
          </ac:spMkLst>
        </pc:spChg>
        <pc:picChg chg="del">
          <ac:chgData name="Deepika Vatsa" userId="f7100972-27fe-4ee6-8fb4-ec9b7931b409" providerId="ADAL" clId="{6239CB49-E84F-455D-9502-06F26594D634}" dt="2025-09-23T05:02:33.830" v="67" actId="478"/>
          <ac:picMkLst>
            <pc:docMk/>
            <pc:sldMk cId="1039897715" sldId="592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39897715" sldId="592"/>
            <ac:inkMk id="4" creationId="{CFB530EA-1842-E88D-A7C6-B1F846ADEC27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562163225" sldId="593"/>
        </pc:sldMkLst>
        <pc:spChg chg="mod">
          <ac:chgData name="Deepika Vatsa" userId="f7100972-27fe-4ee6-8fb4-ec9b7931b409" providerId="ADAL" clId="{6239CB49-E84F-455D-9502-06F26594D634}" dt="2025-09-23T05:03:33.368" v="97" actId="20577"/>
          <ac:spMkLst>
            <pc:docMk/>
            <pc:sldMk cId="562163225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4:48.939" v="122" actId="20577"/>
          <ac:spMkLst>
            <pc:docMk/>
            <pc:sldMk cId="562163225" sldId="593"/>
            <ac:spMk id="6" creationId="{2D96D569-F1C4-581F-A747-3ECF879181E9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562163225" sldId="593"/>
            <ac:inkMk id="4" creationId="{1DBEC47D-F5D3-EFAA-FB6E-5423FBFEEA5E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198423911" sldId="593"/>
        </pc:sldMkLst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2093314508" sldId="594"/>
        </pc:sldMkLst>
        <pc:spChg chg="del">
          <ac:chgData name="Deepika Vatsa" userId="f7100972-27fe-4ee6-8fb4-ec9b7931b409" providerId="ADAL" clId="{6239CB49-E84F-455D-9502-06F26594D634}" dt="2025-09-23T05:05:11.136" v="124" actId="478"/>
          <ac:spMkLst>
            <pc:docMk/>
            <pc:sldMk cId="2093314508" sldId="594"/>
            <ac:spMk id="6" creationId="{2D96D569-F1C4-581F-A747-3ECF879181E9}"/>
          </ac:spMkLst>
        </pc:spChg>
        <pc:picChg chg="add mod">
          <ac:chgData name="Deepika Vatsa" userId="f7100972-27fe-4ee6-8fb4-ec9b7931b409" providerId="ADAL" clId="{6239CB49-E84F-455D-9502-06F26594D634}" dt="2025-09-23T05:05:17.800" v="127" actId="1076"/>
          <ac:picMkLst>
            <pc:docMk/>
            <pc:sldMk cId="2093314508" sldId="594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2093314508" sldId="594"/>
            <ac:inkMk id="4" creationId="{1A6CE765-C64A-ED5A-7DD8-7EC29646D713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95908878" sldId="595"/>
        </pc:sldMkLst>
        <pc:spChg chg="mod">
          <ac:chgData name="Deepika Vatsa" userId="f7100972-27fe-4ee6-8fb4-ec9b7931b409" providerId="ADAL" clId="{6239CB49-E84F-455D-9502-06F26594D634}" dt="2025-09-23T05:07:45.008" v="165" actId="20577"/>
          <ac:spMkLst>
            <pc:docMk/>
            <pc:sldMk cId="1095908878" sldId="595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7:10.493" v="155" actId="58"/>
          <ac:spMkLst>
            <pc:docMk/>
            <pc:sldMk cId="1095908878" sldId="595"/>
            <ac:spMk id="6" creationId="{A57DF021-6CBA-BB58-54F5-51C886D111EF}"/>
          </ac:spMkLst>
        </pc:spChg>
        <pc:picChg chg="del">
          <ac:chgData name="Deepika Vatsa" userId="f7100972-27fe-4ee6-8fb4-ec9b7931b409" providerId="ADAL" clId="{6239CB49-E84F-455D-9502-06F26594D634}" dt="2025-09-23T05:06:06.580" v="129" actId="478"/>
          <ac:picMkLst>
            <pc:docMk/>
            <pc:sldMk cId="1095908878" sldId="595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95908878" sldId="595"/>
            <ac:inkMk id="4" creationId="{BF25FA2D-9FB6-4A91-F6B8-CB3CD6563545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73669300" sldId="596"/>
        </pc:sldMkLst>
        <pc:spChg chg="mod">
          <ac:chgData name="Deepika Vatsa" userId="f7100972-27fe-4ee6-8fb4-ec9b7931b409" providerId="ADAL" clId="{6239CB49-E84F-455D-9502-06F26594D634}" dt="2025-09-23T05:37:19.003" v="633" actId="20577"/>
          <ac:spMkLst>
            <pc:docMk/>
            <pc:sldMk cId="3673669300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8:47.627" v="226" actId="20577"/>
          <ac:spMkLst>
            <pc:docMk/>
            <pc:sldMk cId="3673669300" sldId="596"/>
            <ac:spMk id="6" creationId="{A57DF021-6CBA-BB58-54F5-51C886D111EF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73669300" sldId="596"/>
            <ac:inkMk id="4" creationId="{7C8DC4E5-014C-B6A2-7A76-CE4C3D5BFE4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5432103" sldId="597"/>
        </pc:sldMkLst>
        <pc:spChg chg="del">
          <ac:chgData name="Deepika Vatsa" userId="f7100972-27fe-4ee6-8fb4-ec9b7931b409" providerId="ADAL" clId="{6239CB49-E84F-455D-9502-06F26594D634}" dt="2025-09-23T05:09:11.516" v="228" actId="478"/>
          <ac:spMkLst>
            <pc:docMk/>
            <pc:sldMk cId="3645432103" sldId="597"/>
            <ac:spMk id="6" creationId="{A57DF021-6CBA-BB58-54F5-51C886D111EF}"/>
          </ac:spMkLst>
        </pc:spChg>
        <pc:picChg chg="add mod">
          <ac:chgData name="Deepika Vatsa" userId="f7100972-27fe-4ee6-8fb4-ec9b7931b409" providerId="ADAL" clId="{6239CB49-E84F-455D-9502-06F26594D634}" dt="2025-09-23T05:09:18.885" v="231" actId="1076"/>
          <ac:picMkLst>
            <pc:docMk/>
            <pc:sldMk cId="3645432103" sldId="597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5432103" sldId="597"/>
            <ac:inkMk id="4" creationId="{6DA3101D-71FA-5F08-A4F5-7FADE9CADC9E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267582242" sldId="598"/>
        </pc:sldMkLst>
        <pc:spChg chg="mod">
          <ac:chgData name="Deepika Vatsa" userId="f7100972-27fe-4ee6-8fb4-ec9b7931b409" providerId="ADAL" clId="{6239CB49-E84F-455D-9502-06F26594D634}" dt="2025-09-23T05:09:36.192" v="243" actId="20577"/>
          <ac:spMkLst>
            <pc:docMk/>
            <pc:sldMk cId="1267582242" sldId="598"/>
            <ac:spMk id="2" creationId="{00000000-0000-0000-0000-000000000000}"/>
          </ac:spMkLst>
        </pc:spChg>
        <pc:spChg chg="add del">
          <ac:chgData name="Deepika Vatsa" userId="f7100972-27fe-4ee6-8fb4-ec9b7931b409" providerId="ADAL" clId="{6239CB49-E84F-455D-9502-06F26594D634}" dt="2025-09-23T05:09:41.776" v="246" actId="22"/>
          <ac:spMkLst>
            <pc:docMk/>
            <pc:sldMk cId="1267582242" sldId="598"/>
            <ac:spMk id="6" creationId="{931BB006-AE97-67D5-1919-6FD6D4E5B0BB}"/>
          </ac:spMkLst>
        </pc:spChg>
        <pc:spChg chg="add mod">
          <ac:chgData name="Deepika Vatsa" userId="f7100972-27fe-4ee6-8fb4-ec9b7931b409" providerId="ADAL" clId="{6239CB49-E84F-455D-9502-06F26594D634}" dt="2025-09-23T05:43:17.517" v="986" actId="20577"/>
          <ac:spMkLst>
            <pc:docMk/>
            <pc:sldMk cId="1267582242" sldId="598"/>
            <ac:spMk id="8" creationId="{ADD2156E-BF86-4EB0-F764-8DDE1DA3BB30}"/>
          </ac:spMkLst>
        </pc:spChg>
        <pc:spChg chg="add del">
          <ac:chgData name="Deepika Vatsa" userId="f7100972-27fe-4ee6-8fb4-ec9b7931b409" providerId="ADAL" clId="{6239CB49-E84F-455D-9502-06F26594D634}" dt="2025-09-23T05:39:26.122" v="674"/>
          <ac:spMkLst>
            <pc:docMk/>
            <pc:sldMk cId="1267582242" sldId="598"/>
            <ac:spMk id="9" creationId="{D4D3E6B4-96FF-E93B-B9E6-5F760A2113E2}"/>
          </ac:spMkLst>
        </pc:spChg>
        <pc:picChg chg="del">
          <ac:chgData name="Deepika Vatsa" userId="f7100972-27fe-4ee6-8fb4-ec9b7931b409" providerId="ADAL" clId="{6239CB49-E84F-455D-9502-06F26594D634}" dt="2025-09-23T05:09:37.923" v="244" actId="478"/>
          <ac:picMkLst>
            <pc:docMk/>
            <pc:sldMk cId="1267582242" sldId="598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267582242" sldId="598"/>
            <ac:inkMk id="4" creationId="{5DCD4186-BF64-E1C8-76B7-39320EB33812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662555880" sldId="599"/>
        </pc:sldMkLst>
        <pc:spChg chg="mod">
          <ac:chgData name="Deepika Vatsa" userId="f7100972-27fe-4ee6-8fb4-ec9b7931b409" providerId="ADAL" clId="{6239CB49-E84F-455D-9502-06F26594D634}" dt="2025-09-23T05:10:55.159" v="274" actId="20577"/>
          <ac:spMkLst>
            <pc:docMk/>
            <pc:sldMk cId="662555880" sldId="599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11:15.376" v="287" actId="5793"/>
          <ac:spMkLst>
            <pc:docMk/>
            <pc:sldMk cId="662555880" sldId="599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662555880" sldId="599"/>
            <ac:inkMk id="4" creationId="{F0AFC773-4AC8-9CBE-B979-86EA04A225CC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977754488" sldId="600"/>
        </pc:sldMkLst>
        <pc:spChg chg="mod">
          <ac:chgData name="Deepika Vatsa" userId="f7100972-27fe-4ee6-8fb4-ec9b7931b409" providerId="ADAL" clId="{6239CB49-E84F-455D-9502-06F26594D634}" dt="2025-09-23T05:18:32.930" v="306" actId="20577"/>
          <ac:spMkLst>
            <pc:docMk/>
            <pc:sldMk cId="977754488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43:30.337" v="987" actId="20577"/>
          <ac:spMkLst>
            <pc:docMk/>
            <pc:sldMk cId="977754488" sldId="600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977754488" sldId="600"/>
            <ac:inkMk id="4" creationId="{8645E977-DA97-F3C6-E96F-38162F2A0428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4167924417" sldId="601"/>
        </pc:sldMkLst>
        <pc:spChg chg="mod">
          <ac:chgData name="Deepika Vatsa" userId="f7100972-27fe-4ee6-8fb4-ec9b7931b409" providerId="ADAL" clId="{6239CB49-E84F-455D-9502-06F26594D634}" dt="2025-09-23T05:19:19.907" v="346" actId="20577"/>
          <ac:spMkLst>
            <pc:docMk/>
            <pc:sldMk cId="4167924417" sldId="601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9:28.159" v="524" actId="20577"/>
          <ac:spMkLst>
            <pc:docMk/>
            <pc:sldMk cId="4167924417" sldId="601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4167924417" sldId="601"/>
            <ac:inkMk id="4" creationId="{0A89287E-9334-5064-8E8F-305CDAC3CEED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41999212" sldId="602"/>
        </pc:sldMkLst>
        <pc:spChg chg="mod">
          <ac:chgData name="Deepika Vatsa" userId="f7100972-27fe-4ee6-8fb4-ec9b7931b409" providerId="ADAL" clId="{6239CB49-E84F-455D-9502-06F26594D634}" dt="2025-09-23T05:19:56.039" v="368" actId="20577"/>
          <ac:spMkLst>
            <pc:docMk/>
            <pc:sldMk cId="1041999212" sldId="602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0:56.568" v="385" actId="12"/>
          <ac:spMkLst>
            <pc:docMk/>
            <pc:sldMk cId="1041999212" sldId="602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41999212" sldId="602"/>
            <ac:inkMk id="4" creationId="{157DB3BD-E76B-3584-C7F2-A3BA57F5B55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4617542" sldId="603"/>
        </pc:sldMkLst>
        <pc:spChg chg="add mod">
          <ac:chgData name="Deepika Vatsa" userId="f7100972-27fe-4ee6-8fb4-ec9b7931b409" providerId="ADAL" clId="{6239CB49-E84F-455D-9502-06F26594D634}" dt="2025-09-23T05:24:33.927" v="457" actId="20577"/>
          <ac:spMkLst>
            <pc:docMk/>
            <pc:sldMk cId="3644617542" sldId="603"/>
            <ac:spMk id="7" creationId="{832FBBC9-A94E-3F4A-2A86-BE3EBF693A31}"/>
          </ac:spMkLst>
        </pc:spChg>
        <pc:spChg chg="mod">
          <ac:chgData name="Deepika Vatsa" userId="f7100972-27fe-4ee6-8fb4-ec9b7931b409" providerId="ADAL" clId="{6239CB49-E84F-455D-9502-06F26594D634}" dt="2025-09-23T05:21:58.786" v="418" actId="20577"/>
          <ac:spMkLst>
            <pc:docMk/>
            <pc:sldMk cId="3644617542" sldId="603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22:11.354" v="423" actId="14100"/>
          <ac:picMkLst>
            <pc:docMk/>
            <pc:sldMk cId="3644617542" sldId="603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4617542" sldId="603"/>
            <ac:inkMk id="4" creationId="{1FCDC588-E88D-99DB-C77D-6C8FFF2D902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957157253" sldId="604"/>
        </pc:sldMkLst>
        <pc:spChg chg="add mod">
          <ac:chgData name="Deepika Vatsa" userId="f7100972-27fe-4ee6-8fb4-ec9b7931b409" providerId="ADAL" clId="{6239CB49-E84F-455D-9502-06F26594D634}" dt="2025-09-23T05:25:43.053" v="491" actId="20577"/>
          <ac:spMkLst>
            <pc:docMk/>
            <pc:sldMk cId="1957157253" sldId="604"/>
            <ac:spMk id="6" creationId="{42189904-3A30-D33D-DCDB-DF8AD64E4848}"/>
          </ac:spMkLst>
        </pc:spChg>
        <pc:spChg chg="del">
          <ac:chgData name="Deepika Vatsa" userId="f7100972-27fe-4ee6-8fb4-ec9b7931b409" providerId="ADAL" clId="{6239CB49-E84F-455D-9502-06F26594D634}" dt="2025-09-23T05:24:52.503" v="459" actId="478"/>
          <ac:spMkLst>
            <pc:docMk/>
            <pc:sldMk cId="1957157253" sldId="604"/>
            <ac:spMk id="7" creationId="{832FBBC9-A94E-3F4A-2A86-BE3EBF693A31}"/>
          </ac:spMkLst>
        </pc:spChg>
        <pc:spChg chg="del mod">
          <ac:chgData name="Deepika Vatsa" userId="f7100972-27fe-4ee6-8fb4-ec9b7931b409" providerId="ADAL" clId="{6239CB49-E84F-455D-9502-06F26594D634}" dt="2025-09-23T05:25:06.455" v="466" actId="478"/>
          <ac:spMkLst>
            <pc:docMk/>
            <pc:sldMk cId="1957157253" sldId="604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24:53.839" v="460" actId="478"/>
          <ac:picMkLst>
            <pc:docMk/>
            <pc:sldMk cId="1957157253" sldId="604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957157253" sldId="604"/>
            <ac:inkMk id="4" creationId="{C1426D86-C313-12A2-FA7B-E47CCFCF4106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16007616" sldId="605"/>
        </pc:sldMkLst>
        <pc:spChg chg="mod">
          <ac:chgData name="Deepika Vatsa" userId="f7100972-27fe-4ee6-8fb4-ec9b7931b409" providerId="ADAL" clId="{6239CB49-E84F-455D-9502-06F26594D634}" dt="2025-09-23T05:26:20.104" v="505" actId="20577"/>
          <ac:spMkLst>
            <pc:docMk/>
            <pc:sldMk cId="1016007616" sldId="605"/>
            <ac:spMk id="6" creationId="{42189904-3A30-D33D-DCDB-DF8AD64E4848}"/>
          </ac:spMkLst>
        </pc:spChg>
        <pc:picChg chg="add mod">
          <ac:chgData name="Deepika Vatsa" userId="f7100972-27fe-4ee6-8fb4-ec9b7931b409" providerId="ADAL" clId="{6239CB49-E84F-455D-9502-06F26594D634}" dt="2025-09-23T05:27:51.105" v="507" actId="1076"/>
          <ac:picMkLst>
            <pc:docMk/>
            <pc:sldMk cId="1016007616" sldId="605"/>
            <ac:picMk id="5" creationId="{9BB5B329-15CC-504F-E3C7-77CBED5C9628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16007616" sldId="605"/>
            <ac:inkMk id="4" creationId="{32FF24A9-FC5B-BB70-821B-AC142CFC7D0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159525374" sldId="606"/>
        </pc:sldMkLst>
        <pc:spChg chg="mod">
          <ac:chgData name="Deepika Vatsa" userId="f7100972-27fe-4ee6-8fb4-ec9b7931b409" providerId="ADAL" clId="{6239CB49-E84F-455D-9502-06F26594D634}" dt="2025-09-23T05:32:35.722" v="607" actId="20577"/>
          <ac:spMkLst>
            <pc:docMk/>
            <pc:sldMk cId="3159525374" sldId="606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32:40.251" v="608" actId="1076"/>
          <ac:picMkLst>
            <pc:docMk/>
            <pc:sldMk cId="3159525374" sldId="606"/>
            <ac:picMk id="5" creationId="{3732AA7D-FE53-F982-4435-668FDD00F9CC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159525374" sldId="606"/>
            <ac:inkMk id="4" creationId="{25CA90CB-61FC-525D-233C-A589EA19AC5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564807532" sldId="607"/>
        </pc:sldMkLst>
        <pc:spChg chg="mod">
          <ac:chgData name="Deepika Vatsa" userId="f7100972-27fe-4ee6-8fb4-ec9b7931b409" providerId="ADAL" clId="{6239CB49-E84F-455D-9502-06F26594D634}" dt="2025-09-23T05:34:32.617" v="631" actId="1076"/>
          <ac:spMkLst>
            <pc:docMk/>
            <pc:sldMk cId="3564807532" sldId="607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33:08.273" v="611" actId="478"/>
          <ac:picMkLst>
            <pc:docMk/>
            <pc:sldMk cId="3564807532" sldId="607"/>
            <ac:picMk id="5" creationId="{3732AA7D-FE53-F982-4435-668FDD00F9CC}"/>
          </ac:picMkLst>
        </pc:picChg>
        <pc:picChg chg="add mod modCrop">
          <ac:chgData name="Deepika Vatsa" userId="f7100972-27fe-4ee6-8fb4-ec9b7931b409" providerId="ADAL" clId="{6239CB49-E84F-455D-9502-06F26594D634}" dt="2025-09-23T05:34:00.119" v="621" actId="14100"/>
          <ac:picMkLst>
            <pc:docMk/>
            <pc:sldMk cId="3564807532" sldId="607"/>
            <ac:picMk id="6" creationId="{0B6E03FC-F062-81B8-8786-3C1C8DC56C74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564807532" sldId="607"/>
            <ac:inkMk id="4" creationId="{3B9C988B-65A9-7181-F367-DBAE1636B181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60805478" sldId="62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948371539" sldId="62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752782814" sldId="63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75029183" sldId="63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034070740" sldId="63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82903048" sldId="63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6699416" sldId="63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746225030" sldId="63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32203484" sldId="63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7641393" sldId="63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0000702" sldId="63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97423181" sldId="63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583778159" sldId="64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25567634" sldId="64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281371514" sldId="64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16392785" sldId="64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54143070" sldId="64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731779941" sldId="64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825479687" sldId="64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536546870" sldId="64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30264224" sldId="64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272648693" sldId="650"/>
        </pc:sldMkLst>
      </pc:sldChg>
    </pc:docChg>
  </pc:docChgLst>
  <pc:docChgLst>
    <pc:chgData name="Deepika Vatsa" userId="f7100972-27fe-4ee6-8fb4-ec9b7931b409" providerId="ADAL" clId="{7BBACB10-8586-4BCC-A476-38C462E71A11}"/>
    <pc:docChg chg="undo custSel addSld delSld modSld sldOrd">
      <pc:chgData name="Deepika Vatsa" userId="f7100972-27fe-4ee6-8fb4-ec9b7931b409" providerId="ADAL" clId="{7BBACB10-8586-4BCC-A476-38C462E71A11}" dt="2025-08-20T11:37:16.703" v="2620"/>
      <pc:docMkLst>
        <pc:docMk/>
      </pc:docMkLst>
      <pc:sldChg chg="modSp mod">
        <pc:chgData name="Deepika Vatsa" userId="f7100972-27fe-4ee6-8fb4-ec9b7931b409" providerId="ADAL" clId="{7BBACB10-8586-4BCC-A476-38C462E71A11}" dt="2025-08-18T12:29:45.278" v="20" actId="5793"/>
        <pc:sldMkLst>
          <pc:docMk/>
          <pc:sldMk cId="0" sldId="395"/>
        </pc:sldMkLst>
        <pc:spChg chg="mod">
          <ac:chgData name="Deepika Vatsa" userId="f7100972-27fe-4ee6-8fb4-ec9b7931b409" providerId="ADAL" clId="{7BBACB10-8586-4BCC-A476-38C462E71A11}" dt="2025-08-18T12:29:45.278" v="20" actId="5793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7BBACB10-8586-4BCC-A476-38C462E71A11}" dt="2025-08-18T12:31:36.988" v="182" actId="20577"/>
        <pc:sldMkLst>
          <pc:docMk/>
          <pc:sldMk cId="3439049211" sldId="591"/>
        </pc:sldMkLst>
        <pc:spChg chg="mod">
          <ac:chgData name="Deepika Vatsa" userId="f7100972-27fe-4ee6-8fb4-ec9b7931b409" providerId="ADAL" clId="{7BBACB10-8586-4BCC-A476-38C462E71A11}" dt="2025-08-18T12:31:36.988" v="182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3198423911" sldId="593"/>
        </pc:sldMkLst>
        <pc:spChg chg="mod">
          <ac:chgData name="Deepika Vatsa" userId="f7100972-27fe-4ee6-8fb4-ec9b7931b409" providerId="ADAL" clId="{7BBACB10-8586-4BCC-A476-38C462E71A11}" dt="2025-08-18T12:33:31.379" v="207" actId="20577"/>
          <ac:spMkLst>
            <pc:docMk/>
            <pc:sldMk cId="3198423911" sldId="593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5:22:36.788" v="398" actId="20577"/>
          <ac:spMkLst>
            <pc:docMk/>
            <pc:sldMk cId="3198423911" sldId="593"/>
            <ac:spMk id="5" creationId="{2461C6AC-CE12-CE55-1E34-C97C06A15181}"/>
          </ac:spMkLst>
        </pc:spChg>
        <pc:picChg chg="del">
          <ac:chgData name="Deepika Vatsa" userId="f7100972-27fe-4ee6-8fb4-ec9b7931b409" providerId="ADAL" clId="{7BBACB10-8586-4BCC-A476-38C462E71A11}" dt="2025-08-18T12:33:10.652" v="200" actId="478"/>
          <ac:picMkLst>
            <pc:docMk/>
            <pc:sldMk cId="3198423911" sldId="593"/>
            <ac:picMk id="9" creationId="{D35FFCD6-253F-CEEB-E0FE-880344B9FA65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198423911" sldId="593"/>
            <ac:inkMk id="4" creationId="{F57AC4F4-9915-BC5C-2518-359ABAE0993A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815781673" sldId="59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468002330" sldId="61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2334307004" sldId="61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2099841" sldId="61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91955979" sldId="618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12900456" sldId="619"/>
        </pc:sldMkLst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4060805478" sldId="620"/>
        </pc:sldMkLst>
        <pc:spChg chg="mod">
          <ac:chgData name="Deepika Vatsa" userId="f7100972-27fe-4ee6-8fb4-ec9b7931b409" providerId="ADAL" clId="{7BBACB10-8586-4BCC-A476-38C462E71A11}" dt="2025-08-18T12:37:05.603" v="344" actId="20577"/>
          <ac:spMkLst>
            <pc:docMk/>
            <pc:sldMk cId="4060805478" sldId="62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18T12:37:12.312" v="348" actId="1076"/>
          <ac:picMkLst>
            <pc:docMk/>
            <pc:sldMk cId="4060805478" sldId="620"/>
            <ac:picMk id="5" creationId="{F8E1D368-D16A-C482-965F-806B8E4DF710}"/>
          </ac:picMkLst>
        </pc:picChg>
        <pc:picChg chg="del">
          <ac:chgData name="Deepika Vatsa" userId="f7100972-27fe-4ee6-8fb4-ec9b7931b409" providerId="ADAL" clId="{7BBACB10-8586-4BCC-A476-38C462E71A11}" dt="2025-08-18T12:37:07.625" v="345" actId="478"/>
          <ac:picMkLst>
            <pc:docMk/>
            <pc:sldMk cId="4060805478" sldId="620"/>
            <ac:picMk id="7" creationId="{31B87EC0-4ADE-A96C-B968-87A230E18EEA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60805478" sldId="620"/>
            <ac:inkMk id="4" creationId="{ACC227A6-CFC9-FDCA-DD5F-F63A7A00289C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4835650" sldId="621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76936197" sldId="622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533333801" sldId="623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9948443" sldId="62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492384228" sldId="62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9153089" sldId="628"/>
        </pc:sldMkLst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948371539" sldId="629"/>
        </pc:sldMkLst>
        <pc:spChg chg="mod">
          <ac:chgData name="Deepika Vatsa" userId="f7100972-27fe-4ee6-8fb4-ec9b7931b409" providerId="ADAL" clId="{7BBACB10-8586-4BCC-A476-38C462E71A11}" dt="2025-08-18T12:38:15.420" v="373" actId="20577"/>
          <ac:spMkLst>
            <pc:docMk/>
            <pc:sldMk cId="1948371539" sldId="629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3:38.153" v="485" actId="13926"/>
          <ac:spMkLst>
            <pc:docMk/>
            <pc:sldMk cId="1948371539" sldId="629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948371539" sldId="629"/>
            <ac:inkMk id="4" creationId="{3DCBD848-C1DF-5289-60F8-FC7DAE9FFA5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752782814" sldId="630"/>
        </pc:sldMkLst>
        <pc:spChg chg="mod">
          <ac:chgData name="Deepika Vatsa" userId="f7100972-27fe-4ee6-8fb4-ec9b7931b409" providerId="ADAL" clId="{7BBACB10-8586-4BCC-A476-38C462E71A11}" dt="2025-08-20T05:34:15.312" v="502" actId="20577"/>
          <ac:spMkLst>
            <pc:docMk/>
            <pc:sldMk cId="2752782814" sldId="630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5:04.737" v="549" actId="113"/>
          <ac:spMkLst>
            <pc:docMk/>
            <pc:sldMk cId="2752782814" sldId="630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752782814" sldId="630"/>
            <ac:inkMk id="4" creationId="{3BFC01C0-E43D-4B22-D87F-9C76CE5CBFB7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075029183" sldId="631"/>
        </pc:sldMkLst>
        <pc:spChg chg="mod">
          <ac:chgData name="Deepika Vatsa" userId="f7100972-27fe-4ee6-8fb4-ec9b7931b409" providerId="ADAL" clId="{7BBACB10-8586-4BCC-A476-38C462E71A11}" dt="2025-08-20T05:35:15.112" v="559" actId="20577"/>
          <ac:spMkLst>
            <pc:docMk/>
            <pc:sldMk cId="4075029183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50.083" v="1366"/>
          <ac:spMkLst>
            <pc:docMk/>
            <pc:sldMk cId="4075029183" sldId="631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75029183" sldId="631"/>
            <ac:inkMk id="4" creationId="{A5F1C993-15C5-7158-C15A-937A12C77E2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1034070740" sldId="632"/>
        </pc:sldMkLst>
        <pc:spChg chg="mod">
          <ac:chgData name="Deepika Vatsa" userId="f7100972-27fe-4ee6-8fb4-ec9b7931b409" providerId="ADAL" clId="{7BBACB10-8586-4BCC-A476-38C462E71A11}" dt="2025-08-20T05:42:21.751" v="733" actId="20577"/>
          <ac:spMkLst>
            <pc:docMk/>
            <pc:sldMk cId="1034070740" sldId="632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034070740" sldId="632"/>
            <ac:inkMk id="4" creationId="{54B5AB7D-BE60-5CBD-D026-7C7EA9133A1C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82903048" sldId="633"/>
        </pc:sldMkLst>
        <pc:spChg chg="mod">
          <ac:chgData name="Deepika Vatsa" userId="f7100972-27fe-4ee6-8fb4-ec9b7931b409" providerId="ADAL" clId="{7BBACB10-8586-4BCC-A476-38C462E71A11}" dt="2025-08-20T05:42:58.411" v="741" actId="20577"/>
          <ac:spMkLst>
            <pc:docMk/>
            <pc:sldMk cId="482903048" sldId="63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9:27.421" v="1642" actId="114"/>
          <ac:spMkLst>
            <pc:docMk/>
            <pc:sldMk cId="482903048" sldId="633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82903048" sldId="633"/>
            <ac:inkMk id="4" creationId="{AC239867-B705-D1F0-4231-DBCA68741015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6699416" sldId="634"/>
        </pc:sldMkLst>
        <pc:spChg chg="del">
          <ac:chgData name="Deepika Vatsa" userId="f7100972-27fe-4ee6-8fb4-ec9b7931b409" providerId="ADAL" clId="{7BBACB10-8586-4BCC-A476-38C462E71A11}" dt="2025-08-20T05:57:49.904" v="762" actId="478"/>
          <ac:spMkLst>
            <pc:docMk/>
            <pc:sldMk cId="2046699416" sldId="634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20.647" v="1628" actId="478"/>
          <ac:picMkLst>
            <pc:docMk/>
            <pc:sldMk cId="2046699416" sldId="634"/>
            <ac:picMk id="6" creationId="{AD084D03-C36A-C512-DD48-5B3303E88AA0}"/>
          </ac:picMkLst>
        </pc:picChg>
        <pc:picChg chg="add mod modCrop">
          <ac:chgData name="Deepika Vatsa" userId="f7100972-27fe-4ee6-8fb4-ec9b7931b409" providerId="ADAL" clId="{7BBACB10-8586-4BCC-A476-38C462E71A11}" dt="2025-08-20T06:48:32.274" v="1634" actId="732"/>
          <ac:picMkLst>
            <pc:docMk/>
            <pc:sldMk cId="2046699416" sldId="634"/>
            <ac:picMk id="7" creationId="{4261722E-4B0F-C2A8-2B2E-D7283F121F24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6699416" sldId="634"/>
            <ac:inkMk id="4" creationId="{D70D7400-B8DC-8405-E6B7-D5BD5C5C312A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746225030" sldId="635"/>
        </pc:sldMkLst>
        <pc:spChg chg="mod">
          <ac:chgData name="Deepika Vatsa" userId="f7100972-27fe-4ee6-8fb4-ec9b7931b409" providerId="ADAL" clId="{7BBACB10-8586-4BCC-A476-38C462E71A11}" dt="2025-08-20T06:14:36.806" v="792" actId="20577"/>
          <ac:spMkLst>
            <pc:docMk/>
            <pc:sldMk cId="746225030" sldId="635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6:50:11.173" v="1676" actId="20577"/>
          <ac:spMkLst>
            <pc:docMk/>
            <pc:sldMk cId="746225030" sldId="635"/>
            <ac:spMk id="5" creationId="{511D877E-D953-9EA2-2658-9866E6DD2D78}"/>
          </ac:spMkLst>
        </pc:spChg>
        <pc:picChg chg="del">
          <ac:chgData name="Deepika Vatsa" userId="f7100972-27fe-4ee6-8fb4-ec9b7931b409" providerId="ADAL" clId="{7BBACB10-8586-4BCC-A476-38C462E71A11}" dt="2025-08-20T06:14:38.527" v="793" actId="478"/>
          <ac:picMkLst>
            <pc:docMk/>
            <pc:sldMk cId="746225030" sldId="635"/>
            <ac:picMk id="6" creationId="{AD084D03-C36A-C512-DD48-5B3303E88AA0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746225030" sldId="635"/>
            <ac:inkMk id="4" creationId="{CCEDA677-310B-0312-E640-FD6E04D1E035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32203484" sldId="636"/>
        </pc:sldMkLst>
        <pc:spChg chg="mod">
          <ac:chgData name="Deepika Vatsa" userId="f7100972-27fe-4ee6-8fb4-ec9b7931b409" providerId="ADAL" clId="{7BBACB10-8586-4BCC-A476-38C462E71A11}" dt="2025-08-20T06:18:26.202" v="827" actId="20577"/>
          <ac:spMkLst>
            <pc:docMk/>
            <pc:sldMk cId="4132203484" sldId="636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03.436" v="1357" actId="20577"/>
          <ac:spMkLst>
            <pc:docMk/>
            <pc:sldMk cId="4132203484" sldId="636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32203484" sldId="636"/>
            <ac:inkMk id="4" creationId="{CDF80E7D-A0DD-A4B7-A5BA-90DC25623BB9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7641393" sldId="637"/>
        </pc:sldMkLst>
        <pc:spChg chg="mod">
          <ac:chgData name="Deepika Vatsa" userId="f7100972-27fe-4ee6-8fb4-ec9b7931b409" providerId="ADAL" clId="{7BBACB10-8586-4BCC-A476-38C462E71A11}" dt="2025-08-20T06:29:29.207" v="1372" actId="6549"/>
          <ac:spMkLst>
            <pc:docMk/>
            <pc:sldMk cId="397641393" sldId="637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7641393" sldId="637"/>
            <ac:inkMk id="4" creationId="{2C098E41-7132-B29B-C848-2D8B179D22D8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0000702" sldId="638"/>
        </pc:sldMkLst>
        <pc:spChg chg="mod">
          <ac:chgData name="Deepika Vatsa" userId="f7100972-27fe-4ee6-8fb4-ec9b7931b409" providerId="ADAL" clId="{7BBACB10-8586-4BCC-A476-38C462E71A11}" dt="2025-08-20T06:29:40.570" v="1375" actId="15"/>
          <ac:spMkLst>
            <pc:docMk/>
            <pc:sldMk cId="2040000702" sldId="638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0000702" sldId="638"/>
            <ac:inkMk id="4" creationId="{D186D7C2-3724-A0AC-3ADF-C23564D33B17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97423181" sldId="639"/>
        </pc:sldMkLst>
        <pc:spChg chg="mod">
          <ac:chgData name="Deepika Vatsa" userId="f7100972-27fe-4ee6-8fb4-ec9b7931b409" providerId="ADAL" clId="{7BBACB10-8586-4BCC-A476-38C462E71A11}" dt="2025-08-20T06:33:55.765" v="1393" actId="20577"/>
          <ac:spMkLst>
            <pc:docMk/>
            <pc:sldMk cId="97423181" sldId="639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3:50.792" v="1377" actId="478"/>
          <ac:spMkLst>
            <pc:docMk/>
            <pc:sldMk cId="97423181" sldId="639"/>
            <ac:spMk id="5" creationId="{511D877E-D953-9EA2-2658-9866E6DD2D78}"/>
          </ac:spMkLst>
        </pc:spChg>
        <pc:picChg chg="add mod">
          <ac:chgData name="Deepika Vatsa" userId="f7100972-27fe-4ee6-8fb4-ec9b7931b409" providerId="ADAL" clId="{7BBACB10-8586-4BCC-A476-38C462E71A11}" dt="2025-08-20T06:34:05.246" v="1395" actId="1076"/>
          <ac:picMkLst>
            <pc:docMk/>
            <pc:sldMk cId="97423181" sldId="639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97423181" sldId="639"/>
            <ac:inkMk id="4" creationId="{C9E54979-83BE-2529-925B-8DF2C9EAAA51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583778159" sldId="640"/>
        </pc:sldMkLst>
        <pc:spChg chg="mod">
          <ac:chgData name="Deepika Vatsa" userId="f7100972-27fe-4ee6-8fb4-ec9b7931b409" providerId="ADAL" clId="{7BBACB10-8586-4BCC-A476-38C462E71A11}" dt="2025-08-20T06:34:31.767" v="1416" actId="20577"/>
          <ac:spMkLst>
            <pc:docMk/>
            <pc:sldMk cId="2583778159" sldId="64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20T06:34:26.918" v="1400" actId="1076"/>
          <ac:picMkLst>
            <pc:docMk/>
            <pc:sldMk cId="2583778159" sldId="640"/>
            <ac:picMk id="5" creationId="{E3888E7E-B726-F87B-EE88-D7D101352222}"/>
          </ac:picMkLst>
        </pc:picChg>
        <pc:picChg chg="del">
          <ac:chgData name="Deepika Vatsa" userId="f7100972-27fe-4ee6-8fb4-ec9b7931b409" providerId="ADAL" clId="{7BBACB10-8586-4BCC-A476-38C462E71A11}" dt="2025-08-20T06:34:10.883" v="1397" actId="478"/>
          <ac:picMkLst>
            <pc:docMk/>
            <pc:sldMk cId="2583778159" sldId="640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583778159" sldId="640"/>
            <ac:inkMk id="4" creationId="{F9ADC63B-521A-A0E3-DF87-FF1EDDDDE33D}"/>
          </ac:inkMkLst>
        </pc:inkChg>
      </pc:sldChg>
      <pc:sldChg chg="delSp modSp add mod">
        <pc:chgData name="Deepika Vatsa" userId="f7100972-27fe-4ee6-8fb4-ec9b7931b409" providerId="ADAL" clId="{7BBACB10-8586-4BCC-A476-38C462E71A11}" dt="2025-08-20T06:35:22.387" v="1430" actId="403"/>
        <pc:sldMkLst>
          <pc:docMk/>
          <pc:sldMk cId="1325567634" sldId="641"/>
        </pc:sldMkLst>
        <pc:spChg chg="mod">
          <ac:chgData name="Deepika Vatsa" userId="f7100972-27fe-4ee6-8fb4-ec9b7931b409" providerId="ADAL" clId="{7BBACB10-8586-4BCC-A476-38C462E71A11}" dt="2025-08-20T06:35:22.387" v="1430" actId="403"/>
          <ac:spMkLst>
            <pc:docMk/>
            <pc:sldMk cId="1325567634" sldId="641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4:59.107" v="1418" actId="478"/>
          <ac:spMkLst>
            <pc:docMk/>
            <pc:sldMk cId="1325567634" sldId="641"/>
            <ac:spMk id="5" creationId="{2461C6AC-CE12-CE55-1E34-C97C06A15181}"/>
          </ac:spMkLst>
        </pc:spChg>
      </pc:sldChg>
      <pc:sldChg chg="modSp add mod">
        <pc:chgData name="Deepika Vatsa" userId="f7100972-27fe-4ee6-8fb4-ec9b7931b409" providerId="ADAL" clId="{7BBACB10-8586-4BCC-A476-38C462E71A11}" dt="2025-08-20T06:35:35.150" v="1439" actId="20577"/>
        <pc:sldMkLst>
          <pc:docMk/>
          <pc:sldMk cId="3281371514" sldId="642"/>
        </pc:sldMkLst>
        <pc:spChg chg="mod">
          <ac:chgData name="Deepika Vatsa" userId="f7100972-27fe-4ee6-8fb4-ec9b7931b409" providerId="ADAL" clId="{7BBACB10-8586-4BCC-A476-38C462E71A11}" dt="2025-08-20T06:35:35.150" v="1439" actId="20577"/>
          <ac:spMkLst>
            <pc:docMk/>
            <pc:sldMk cId="3281371514" sldId="642"/>
            <ac:spMk id="2" creationId="{00000000-0000-0000-0000-000000000000}"/>
          </ac:spMkLst>
        </pc:spChg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316392785" sldId="643"/>
        </pc:sldMkLst>
        <pc:spChg chg="mod">
          <ac:chgData name="Deepika Vatsa" userId="f7100972-27fe-4ee6-8fb4-ec9b7931b409" providerId="ADAL" clId="{7BBACB10-8586-4BCC-A476-38C462E71A11}" dt="2025-08-20T06:40:17.339" v="1516" actId="20577"/>
          <ac:spMkLst>
            <pc:docMk/>
            <pc:sldMk cId="1316392785" sldId="64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1:03.560" v="1542"/>
          <ac:spMkLst>
            <pc:docMk/>
            <pc:sldMk cId="1316392785" sldId="643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316392785" sldId="643"/>
            <ac:inkMk id="4" creationId="{17BD0407-EA25-1277-BE98-C748946EB9B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54143070" sldId="644"/>
        </pc:sldMkLst>
        <pc:spChg chg="mod">
          <ac:chgData name="Deepika Vatsa" userId="f7100972-27fe-4ee6-8fb4-ec9b7931b409" providerId="ADAL" clId="{7BBACB10-8586-4BCC-A476-38C462E71A11}" dt="2025-08-20T06:42:52.692" v="1621" actId="20577"/>
          <ac:spMkLst>
            <pc:docMk/>
            <pc:sldMk cId="4154143070" sldId="644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54143070" sldId="644"/>
            <ac:inkMk id="4" creationId="{9EF5BFCC-BBF3-4570-20A0-B67AED60275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731779941" sldId="645"/>
        </pc:sldMkLst>
        <pc:spChg chg="mod">
          <ac:chgData name="Deepika Vatsa" userId="f7100972-27fe-4ee6-8fb4-ec9b7931b409" providerId="ADAL" clId="{7BBACB10-8586-4BCC-A476-38C462E71A11}" dt="2025-08-20T06:41:22.338" v="1551" actId="113"/>
          <ac:spMkLst>
            <pc:docMk/>
            <pc:sldMk cId="3731779941" sldId="645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731779941" sldId="645"/>
            <ac:inkMk id="4" creationId="{5AC419C3-8D99-A037-EC2C-A8289BDB7403}"/>
          </ac:inkMkLst>
        </pc:inkChg>
      </pc:sldChg>
      <pc:sldChg chg="addSp add">
        <pc:chgData name="Deepika Vatsa" userId="f7100972-27fe-4ee6-8fb4-ec9b7931b409" providerId="ADAL" clId="{7BBACB10-8586-4BCC-A476-38C462E71A11}" dt="2025-08-20T11:37:16.703" v="2620"/>
        <pc:sldMkLst>
          <pc:docMk/>
          <pc:sldMk cId="1825479687" sldId="646"/>
        </pc:sldMkLst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825479687" sldId="646"/>
            <ac:inkMk id="4" creationId="{9ED57F5B-8592-4B94-68EF-6BE6EFC79E86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6:48:10.187" v="1626" actId="47"/>
        <pc:sldMkLst>
          <pc:docMk/>
          <pc:sldMk cId="2823366148" sldId="646"/>
        </pc:sldMkLst>
        <pc:spChg chg="del">
          <ac:chgData name="Deepika Vatsa" userId="f7100972-27fe-4ee6-8fb4-ec9b7931b409" providerId="ADAL" clId="{7BBACB10-8586-4BCC-A476-38C462E71A11}" dt="2025-08-20T06:48:02.916" v="1623" actId="478"/>
          <ac:spMkLst>
            <pc:docMk/>
            <pc:sldMk cId="2823366148" sldId="646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07.940" v="1625"/>
          <ac:picMkLst>
            <pc:docMk/>
            <pc:sldMk cId="2823366148" sldId="646"/>
            <ac:picMk id="4" creationId="{052E0D85-B66D-F88F-C54D-A8C608B9CB87}"/>
          </ac:picMkLst>
        </pc:pic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536546870" sldId="647"/>
        </pc:sldMkLst>
        <pc:spChg chg="del">
          <ac:chgData name="Deepika Vatsa" userId="f7100972-27fe-4ee6-8fb4-ec9b7931b409" providerId="ADAL" clId="{7BBACB10-8586-4BCC-A476-38C462E71A11}" dt="2025-08-20T06:52:33.256" v="1678" actId="478"/>
          <ac:spMkLst>
            <pc:docMk/>
            <pc:sldMk cId="3536546870" sldId="647"/>
            <ac:spMk id="5" creationId="{511D877E-D953-9EA2-2658-9866E6DD2D78}"/>
          </ac:spMkLst>
        </pc:spChg>
        <pc:picChg chg="add mod modCrop">
          <ac:chgData name="Deepika Vatsa" userId="f7100972-27fe-4ee6-8fb4-ec9b7931b409" providerId="ADAL" clId="{7BBACB10-8586-4BCC-A476-38C462E71A11}" dt="2025-08-20T06:52:47.358" v="1682" actId="1076"/>
          <ac:picMkLst>
            <pc:docMk/>
            <pc:sldMk cId="3536546870" sldId="647"/>
            <ac:picMk id="4" creationId="{52826AD3-6F07-615F-2B72-E90F9DAE671E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536546870" sldId="647"/>
            <ac:inkMk id="5" creationId="{48F69E82-123F-45EE-AF2E-934D2983316B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30264224" sldId="648"/>
        </pc:sldMkLst>
        <pc:spChg chg="mod">
          <ac:chgData name="Deepika Vatsa" userId="f7100972-27fe-4ee6-8fb4-ec9b7931b409" providerId="ADAL" clId="{7BBACB10-8586-4BCC-A476-38C462E71A11}" dt="2025-08-20T06:53:34.954" v="1695" actId="20577"/>
          <ac:spMkLst>
            <pc:docMk/>
            <pc:sldMk cId="3930264224" sldId="648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7:07:56.937" v="2619" actId="1076"/>
          <ac:spMkLst>
            <pc:docMk/>
            <pc:sldMk cId="3930264224" sldId="648"/>
            <ac:spMk id="6" creationId="{FFD9A4DD-B5AB-E8DB-C496-231CC09E2328}"/>
          </ac:spMkLst>
        </pc:spChg>
        <pc:picChg chg="del">
          <ac:chgData name="Deepika Vatsa" userId="f7100972-27fe-4ee6-8fb4-ec9b7931b409" providerId="ADAL" clId="{7BBACB10-8586-4BCC-A476-38C462E71A11}" dt="2025-08-20T06:53:36.586" v="1696" actId="478"/>
          <ac:picMkLst>
            <pc:docMk/>
            <pc:sldMk cId="3930264224" sldId="648"/>
            <ac:picMk id="4" creationId="{52826AD3-6F07-615F-2B72-E90F9DAE671E}"/>
          </ac:picMkLst>
        </pc:picChg>
        <pc:picChg chg="add del mod">
          <ac:chgData name="Deepika Vatsa" userId="f7100972-27fe-4ee6-8fb4-ec9b7931b409" providerId="ADAL" clId="{7BBACB10-8586-4BCC-A476-38C462E71A11}" dt="2025-08-20T06:56:17.473" v="2015" actId="478"/>
          <ac:picMkLst>
            <pc:docMk/>
            <pc:sldMk cId="3930264224" sldId="648"/>
            <ac:picMk id="5" creationId="{90B69D6D-4D75-A08B-F30E-E6BF26ECD871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30264224" sldId="648"/>
            <ac:inkMk id="4" creationId="{5B05BB2A-4A4F-9946-3A29-504DBDCFD2EB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7:04:05.864" v="2494" actId="47"/>
        <pc:sldMkLst>
          <pc:docMk/>
          <pc:sldMk cId="1939606234" sldId="649"/>
        </pc:sldMkLst>
        <pc:picChg chg="add mod modCrop">
          <ac:chgData name="Deepika Vatsa" userId="f7100972-27fe-4ee6-8fb4-ec9b7931b409" providerId="ADAL" clId="{7BBACB10-8586-4BCC-A476-38C462E71A11}" dt="2025-08-20T06:54:29.380" v="1707" actId="1076"/>
          <ac:picMkLst>
            <pc:docMk/>
            <pc:sldMk cId="1939606234" sldId="649"/>
            <ac:picMk id="4" creationId="{8073A3DF-2A3E-5F66-4875-63C1D5E6A527}"/>
          </ac:picMkLst>
        </pc:picChg>
        <pc:picChg chg="del">
          <ac:chgData name="Deepika Vatsa" userId="f7100972-27fe-4ee6-8fb4-ec9b7931b409" providerId="ADAL" clId="{7BBACB10-8586-4BCC-A476-38C462E71A11}" dt="2025-08-20T06:53:48.007" v="1700" actId="478"/>
          <ac:picMkLst>
            <pc:docMk/>
            <pc:sldMk cId="1939606234" sldId="649"/>
            <ac:picMk id="5" creationId="{90B69D6D-4D75-A08B-F30E-E6BF26ECD871}"/>
          </ac:picMkLst>
        </pc:pic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272648693" sldId="650"/>
        </pc:sldMkLst>
        <pc:spChg chg="mod">
          <ac:chgData name="Deepika Vatsa" userId="f7100972-27fe-4ee6-8fb4-ec9b7931b409" providerId="ADAL" clId="{7BBACB10-8586-4BCC-A476-38C462E71A11}" dt="2025-08-20T07:03:43.999" v="2452" actId="1076"/>
          <ac:spMkLst>
            <pc:docMk/>
            <pc:sldMk cId="2272648693" sldId="650"/>
            <ac:spMk id="6" creationId="{FFD9A4DD-B5AB-E8DB-C496-231CC09E2328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7" creationId="{E66E3315-B034-A861-26B7-161D840A9B8B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8" creationId="{128771D7-1DE7-3AC6-2294-0C18F21CB146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272648693" sldId="650"/>
            <ac:inkMk id="4" creationId="{201305CA-103F-AE7E-F77A-F7E37CE5BB0E}"/>
          </ac:inkMkLst>
        </pc:inkChg>
        <pc:cxnChg chg="add mod">
          <ac:chgData name="Deepika Vatsa" userId="f7100972-27fe-4ee6-8fb4-ec9b7931b409" providerId="ADAL" clId="{7BBACB10-8586-4BCC-A476-38C462E71A11}" dt="2025-08-20T07:04:00.836" v="2493" actId="14100"/>
          <ac:cxnSpMkLst>
            <pc:docMk/>
            <pc:sldMk cId="2272648693" sldId="650"/>
            <ac:cxnSpMk id="5" creationId="{24B3BA2A-7D87-5D78-8A80-D0AF4570A12E}"/>
          </ac:cxnSpMkLst>
        </pc:cxnChg>
      </pc:sldChg>
    </pc:docChg>
  </pc:docChgLst>
  <pc:docChgLst>
    <pc:chgData name="Deepika Vatsa" userId="f7100972-27fe-4ee6-8fb4-ec9b7931b409" providerId="ADAL" clId="{FECAADD6-485A-4B66-AEA2-DF6E35DB16E2}"/>
    <pc:docChg chg="custSel addSld delSld modSld sldOrd">
      <pc:chgData name="Deepika Vatsa" userId="f7100972-27fe-4ee6-8fb4-ec9b7931b409" providerId="ADAL" clId="{FECAADD6-485A-4B66-AEA2-DF6E35DB16E2}" dt="2025-08-18T12:27:52.721" v="556" actId="20577"/>
      <pc:docMkLst>
        <pc:docMk/>
      </pc:docMkLst>
      <pc:sldChg chg="modSp mod">
        <pc:chgData name="Deepika Vatsa" userId="f7100972-27fe-4ee6-8fb4-ec9b7931b409" providerId="ADAL" clId="{FECAADD6-485A-4B66-AEA2-DF6E35DB16E2}" dt="2025-08-18T12:07:10.708" v="25" actId="20577"/>
        <pc:sldMkLst>
          <pc:docMk/>
          <pc:sldMk cId="0" sldId="395"/>
        </pc:sldMkLst>
        <pc:spChg chg="mod">
          <ac:chgData name="Deepika Vatsa" userId="f7100972-27fe-4ee6-8fb4-ec9b7931b409" providerId="ADAL" clId="{FECAADD6-485A-4B66-AEA2-DF6E35DB16E2}" dt="2025-08-18T12:07:10.708" v="2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FECAADD6-485A-4B66-AEA2-DF6E35DB16E2}" dt="2025-08-18T12:27:52.721" v="556" actId="20577"/>
        <pc:sldMkLst>
          <pc:docMk/>
          <pc:sldMk cId="3439049211" sldId="591"/>
        </pc:sldMkLst>
        <pc:spChg chg="mod">
          <ac:chgData name="Deepika Vatsa" userId="f7100972-27fe-4ee6-8fb4-ec9b7931b409" providerId="ADAL" clId="{FECAADD6-485A-4B66-AEA2-DF6E35DB16E2}" dt="2025-08-18T12:07:52.149" v="101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FECAADD6-485A-4B66-AEA2-DF6E35DB16E2}" dt="2025-08-18T12:27:52.721" v="556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2536662" sldId="592"/>
        </pc:sldMkLst>
      </pc:sldChg>
      <pc:sldChg chg="addSp delSp modSp mod">
        <pc:chgData name="Deepika Vatsa" userId="f7100972-27fe-4ee6-8fb4-ec9b7931b409" providerId="ADAL" clId="{FECAADD6-485A-4B66-AEA2-DF6E35DB16E2}" dt="2025-08-18T12:21:57.865" v="418" actId="14100"/>
        <pc:sldMkLst>
          <pc:docMk/>
          <pc:sldMk cId="3198423911" sldId="593"/>
        </pc:sldMkLst>
        <pc:spChg chg="mod">
          <ac:chgData name="Deepika Vatsa" userId="f7100972-27fe-4ee6-8fb4-ec9b7931b409" providerId="ADAL" clId="{FECAADD6-485A-4B66-AEA2-DF6E35DB16E2}" dt="2025-08-18T12:21:40.079" v="415" actId="20577"/>
          <ac:spMkLst>
            <pc:docMk/>
            <pc:sldMk cId="319842391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08:46.420" v="140" actId="478"/>
          <ac:spMkLst>
            <pc:docMk/>
            <pc:sldMk cId="3198423911" sldId="593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FECAADD6-485A-4B66-AEA2-DF6E35DB16E2}" dt="2025-08-18T12:09:17.408" v="144" actId="478"/>
          <ac:picMkLst>
            <pc:docMk/>
            <pc:sldMk cId="3198423911" sldId="593"/>
            <ac:picMk id="5" creationId="{0A24C55F-7A92-6287-5865-B01B27F658BA}"/>
          </ac:picMkLst>
        </pc:picChg>
        <pc:picChg chg="add del mod">
          <ac:chgData name="Deepika Vatsa" userId="f7100972-27fe-4ee6-8fb4-ec9b7931b409" providerId="ADAL" clId="{FECAADD6-485A-4B66-AEA2-DF6E35DB16E2}" dt="2025-08-18T12:20:44.843" v="380" actId="478"/>
          <ac:picMkLst>
            <pc:docMk/>
            <pc:sldMk cId="3198423911" sldId="593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21:57.865" v="418" actId="14100"/>
          <ac:picMkLst>
            <pc:docMk/>
            <pc:sldMk cId="3198423911" sldId="593"/>
            <ac:picMk id="9" creationId="{D35FFCD6-253F-CEEB-E0FE-880344B9FA65}"/>
          </ac:picMkLst>
        </pc:picChg>
      </pc:sldChg>
      <pc:sldChg chg="addSp delSp modSp mod">
        <pc:chgData name="Deepika Vatsa" userId="f7100972-27fe-4ee6-8fb4-ec9b7931b409" providerId="ADAL" clId="{FECAADD6-485A-4B66-AEA2-DF6E35DB16E2}" dt="2025-08-18T12:18:33.216" v="347" actId="1076"/>
        <pc:sldMkLst>
          <pc:docMk/>
          <pc:sldMk cId="815781673" sldId="595"/>
        </pc:sldMkLst>
        <pc:spChg chg="mod">
          <ac:chgData name="Deepika Vatsa" userId="f7100972-27fe-4ee6-8fb4-ec9b7931b409" providerId="ADAL" clId="{FECAADD6-485A-4B66-AEA2-DF6E35DB16E2}" dt="2025-08-18T12:18:18.990" v="340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18:27.905" v="344" actId="478"/>
          <ac:spMkLst>
            <pc:docMk/>
            <pc:sldMk cId="815781673" sldId="595"/>
            <ac:spMk id="7" creationId="{BCBAFA03-3862-AA92-2365-76BF8A47DE8D}"/>
          </ac:spMkLst>
        </pc:spChg>
        <pc:spChg chg="del">
          <ac:chgData name="Deepika Vatsa" userId="f7100972-27fe-4ee6-8fb4-ec9b7931b409" providerId="ADAL" clId="{FECAADD6-485A-4B66-AEA2-DF6E35DB16E2}" dt="2025-08-18T12:18:23.748" v="342" actId="478"/>
          <ac:spMkLst>
            <pc:docMk/>
            <pc:sldMk cId="815781673" sldId="595"/>
            <ac:spMk id="11" creationId="{06381CCD-359B-D8A2-1997-A5B56A02FD41}"/>
          </ac:spMkLst>
        </pc:spChg>
        <pc:picChg chg="add mod">
          <ac:chgData name="Deepika Vatsa" userId="f7100972-27fe-4ee6-8fb4-ec9b7931b409" providerId="ADAL" clId="{FECAADD6-485A-4B66-AEA2-DF6E35DB16E2}" dt="2025-08-18T12:18:33.216" v="347" actId="1076"/>
          <ac:picMkLst>
            <pc:docMk/>
            <pc:sldMk cId="815781673" sldId="595"/>
            <ac:picMk id="5" creationId="{CBB23C75-79E3-DF1C-D40A-D199F6F0FF07}"/>
          </ac:picMkLst>
        </pc:picChg>
        <pc:picChg chg="del">
          <ac:chgData name="Deepika Vatsa" userId="f7100972-27fe-4ee6-8fb4-ec9b7931b409" providerId="ADAL" clId="{FECAADD6-485A-4B66-AEA2-DF6E35DB16E2}" dt="2025-08-18T12:18:21.201" v="341" actId="478"/>
          <ac:picMkLst>
            <pc:docMk/>
            <pc:sldMk cId="815781673" sldId="595"/>
            <ac:picMk id="2050" creationId="{0B7501EB-9B8B-1F43-B280-F1F29C89922A}"/>
          </ac:picMkLst>
        </pc:pic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8" creationId="{EEACF910-633C-AE8B-0642-C71E5B84C041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9" creationId="{C39F76D6-5DCC-CD24-131E-897F8204AFE4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0" creationId="{2BFED832-E34E-9A8D-7B76-1D5566960974}"/>
          </ac:inkMkLst>
        </pc:inkChg>
        <pc:inkChg chg="del">
          <ac:chgData name="Deepika Vatsa" userId="f7100972-27fe-4ee6-8fb4-ec9b7931b409" providerId="ADAL" clId="{FECAADD6-485A-4B66-AEA2-DF6E35DB16E2}" dt="2025-08-18T12:18:25.586" v="343" actId="478"/>
          <ac:inkMkLst>
            <pc:docMk/>
            <pc:sldMk cId="815781673" sldId="595"/>
            <ac:inkMk id="12" creationId="{CD91F783-8135-9CCE-7DBA-385AF0289E46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3" creationId="{20D17564-0F72-D4C2-BF4A-7D9EDF592976}"/>
          </ac:inkMkLst>
        </pc:ink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532030908" sldId="59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825282558" sldId="59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27776172" sldId="59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105522451" sldId="59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98333677" sldId="60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345028146" sldId="60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86010047" sldId="60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900874624" sldId="60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74286721" sldId="604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6058904" sldId="605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038364896" sldId="60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748403446" sldId="60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75425397" sldId="60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661033047" sldId="60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44221787" sldId="61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742127447" sldId="61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4043674681" sldId="61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338937673" sldId="61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180035275" sldId="614"/>
        </pc:sldMkLst>
      </pc:sldChg>
      <pc:sldChg chg="addSp delSp modSp add mod">
        <pc:chgData name="Deepika Vatsa" userId="f7100972-27fe-4ee6-8fb4-ec9b7931b409" providerId="ADAL" clId="{FECAADD6-485A-4B66-AEA2-DF6E35DB16E2}" dt="2025-08-18T12:15:37.578" v="278" actId="1076"/>
        <pc:sldMkLst>
          <pc:docMk/>
          <pc:sldMk cId="3468002330" sldId="615"/>
        </pc:sldMkLst>
        <pc:spChg chg="mod">
          <ac:chgData name="Deepika Vatsa" userId="f7100972-27fe-4ee6-8fb4-ec9b7931b409" providerId="ADAL" clId="{FECAADD6-485A-4B66-AEA2-DF6E35DB16E2}" dt="2025-08-18T12:10:28.116" v="217" actId="20577"/>
          <ac:spMkLst>
            <pc:docMk/>
            <pc:sldMk cId="3468002330" sldId="615"/>
            <ac:spMk id="2" creationId="{00000000-0000-0000-0000-000000000000}"/>
          </ac:spMkLst>
        </pc:spChg>
        <pc:picChg chg="add mod modCrop">
          <ac:chgData name="Deepika Vatsa" userId="f7100972-27fe-4ee6-8fb4-ec9b7931b409" providerId="ADAL" clId="{FECAADD6-485A-4B66-AEA2-DF6E35DB16E2}" dt="2025-08-18T12:12:44.301" v="244" actId="1076"/>
          <ac:picMkLst>
            <pc:docMk/>
            <pc:sldMk cId="3468002330" sldId="615"/>
            <ac:picMk id="5" creationId="{2CC44FAA-E59D-50D6-3358-2471E4514BBB}"/>
          </ac:picMkLst>
        </pc:picChg>
        <pc:picChg chg="del">
          <ac:chgData name="Deepika Vatsa" userId="f7100972-27fe-4ee6-8fb4-ec9b7931b409" providerId="ADAL" clId="{FECAADD6-485A-4B66-AEA2-DF6E35DB16E2}" dt="2025-08-18T12:10:04.152" v="165" actId="478"/>
          <ac:picMkLst>
            <pc:docMk/>
            <pc:sldMk cId="3468002330" sldId="615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2:52.958" v="246" actId="1076"/>
          <ac:picMkLst>
            <pc:docMk/>
            <pc:sldMk cId="3468002330" sldId="615"/>
            <ac:picMk id="8" creationId="{AC26D618-238D-B539-BF07-568502E06F15}"/>
          </ac:picMkLst>
        </pc:picChg>
        <pc:picChg chg="add mod">
          <ac:chgData name="Deepika Vatsa" userId="f7100972-27fe-4ee6-8fb4-ec9b7931b409" providerId="ADAL" clId="{FECAADD6-485A-4B66-AEA2-DF6E35DB16E2}" dt="2025-08-18T12:12:56.495" v="247" actId="1076"/>
          <ac:picMkLst>
            <pc:docMk/>
            <pc:sldMk cId="3468002330" sldId="615"/>
            <ac:picMk id="10" creationId="{51273CA3-0887-342D-F8FA-5EDE2B21A557}"/>
          </ac:picMkLst>
        </pc:picChg>
        <pc:picChg chg="add mod">
          <ac:chgData name="Deepika Vatsa" userId="f7100972-27fe-4ee6-8fb4-ec9b7931b409" providerId="ADAL" clId="{FECAADD6-485A-4B66-AEA2-DF6E35DB16E2}" dt="2025-08-18T12:13:13.361" v="251" actId="14100"/>
          <ac:picMkLst>
            <pc:docMk/>
            <pc:sldMk cId="3468002330" sldId="615"/>
            <ac:picMk id="12" creationId="{AEA0B93D-A73B-22B4-5A61-8B5DBA7A0C9E}"/>
          </ac:picMkLst>
        </pc:picChg>
        <pc:picChg chg="add mod">
          <ac:chgData name="Deepika Vatsa" userId="f7100972-27fe-4ee6-8fb4-ec9b7931b409" providerId="ADAL" clId="{FECAADD6-485A-4B66-AEA2-DF6E35DB16E2}" dt="2025-08-18T12:13:20.601" v="252" actId="14100"/>
          <ac:picMkLst>
            <pc:docMk/>
            <pc:sldMk cId="3468002330" sldId="615"/>
            <ac:picMk id="14" creationId="{19067CCF-8C03-819F-576B-A43A43E1791D}"/>
          </ac:picMkLst>
        </pc:picChg>
        <pc:picChg chg="add mod">
          <ac:chgData name="Deepika Vatsa" userId="f7100972-27fe-4ee6-8fb4-ec9b7931b409" providerId="ADAL" clId="{FECAADD6-485A-4B66-AEA2-DF6E35DB16E2}" dt="2025-08-18T12:13:28.539" v="259" actId="1037"/>
          <ac:picMkLst>
            <pc:docMk/>
            <pc:sldMk cId="3468002330" sldId="615"/>
            <ac:picMk id="16" creationId="{CC9484A8-7883-649E-C20B-8A897E7B6116}"/>
          </ac:picMkLst>
        </pc:picChg>
        <pc:cxnChg chg="add mod">
          <ac:chgData name="Deepika Vatsa" userId="f7100972-27fe-4ee6-8fb4-ec9b7931b409" providerId="ADAL" clId="{FECAADD6-485A-4B66-AEA2-DF6E35DB16E2}" dt="2025-08-18T12:14:58.033" v="264" actId="14100"/>
          <ac:cxnSpMkLst>
            <pc:docMk/>
            <pc:sldMk cId="3468002330" sldId="615"/>
            <ac:cxnSpMk id="18" creationId="{C7CA4674-FCF8-F505-2833-DDDACC470EEC}"/>
          </ac:cxnSpMkLst>
        </pc:cxnChg>
        <pc:cxnChg chg="add mod">
          <ac:chgData name="Deepika Vatsa" userId="f7100972-27fe-4ee6-8fb4-ec9b7931b409" providerId="ADAL" clId="{FECAADD6-485A-4B66-AEA2-DF6E35DB16E2}" dt="2025-08-18T12:15:05.495" v="266" actId="1076"/>
          <ac:cxnSpMkLst>
            <pc:docMk/>
            <pc:sldMk cId="3468002330" sldId="615"/>
            <ac:cxnSpMk id="20" creationId="{FBCE1A6C-EA7A-A3BB-E665-CC14CC750C1D}"/>
          </ac:cxnSpMkLst>
        </pc:cxnChg>
        <pc:cxnChg chg="add mod">
          <ac:chgData name="Deepika Vatsa" userId="f7100972-27fe-4ee6-8fb4-ec9b7931b409" providerId="ADAL" clId="{FECAADD6-485A-4B66-AEA2-DF6E35DB16E2}" dt="2025-08-18T12:15:17.877" v="270" actId="1076"/>
          <ac:cxnSpMkLst>
            <pc:docMk/>
            <pc:sldMk cId="3468002330" sldId="615"/>
            <ac:cxnSpMk id="21" creationId="{DF8FE725-8023-6324-8D77-E557C4114EF8}"/>
          </ac:cxnSpMkLst>
        </pc:cxnChg>
        <pc:cxnChg chg="add mod">
          <ac:chgData name="Deepika Vatsa" userId="f7100972-27fe-4ee6-8fb4-ec9b7931b409" providerId="ADAL" clId="{FECAADD6-485A-4B66-AEA2-DF6E35DB16E2}" dt="2025-08-18T12:15:30.511" v="276" actId="1076"/>
          <ac:cxnSpMkLst>
            <pc:docMk/>
            <pc:sldMk cId="3468002330" sldId="615"/>
            <ac:cxnSpMk id="23" creationId="{06F46995-D9EE-AB0E-2F95-9B01A574D060}"/>
          </ac:cxnSpMkLst>
        </pc:cxnChg>
        <pc:cxnChg chg="add mod">
          <ac:chgData name="Deepika Vatsa" userId="f7100972-27fe-4ee6-8fb4-ec9b7931b409" providerId="ADAL" clId="{FECAADD6-485A-4B66-AEA2-DF6E35DB16E2}" dt="2025-08-18T12:15:37.578" v="278" actId="1076"/>
          <ac:cxnSpMkLst>
            <pc:docMk/>
            <pc:sldMk cId="3468002330" sldId="615"/>
            <ac:cxnSpMk id="26" creationId="{5D1B6595-BDA8-94AC-023D-22A548C4E7B3}"/>
          </ac:cxnSpMkLst>
        </pc:cxnChg>
      </pc:sldChg>
      <pc:sldChg chg="addSp delSp modSp add mod ord">
        <pc:chgData name="Deepika Vatsa" userId="f7100972-27fe-4ee6-8fb4-ec9b7931b409" providerId="ADAL" clId="{FECAADD6-485A-4B66-AEA2-DF6E35DB16E2}" dt="2025-08-18T12:16:40.109" v="303" actId="1076"/>
        <pc:sldMkLst>
          <pc:docMk/>
          <pc:sldMk cId="2334307004" sldId="616"/>
        </pc:sldMkLst>
        <pc:spChg chg="mod">
          <ac:chgData name="Deepika Vatsa" userId="f7100972-27fe-4ee6-8fb4-ec9b7931b409" providerId="ADAL" clId="{FECAADD6-485A-4B66-AEA2-DF6E35DB16E2}" dt="2025-08-18T12:16:02.793" v="290" actId="20577"/>
          <ac:spMkLst>
            <pc:docMk/>
            <pc:sldMk cId="2334307004" sldId="616"/>
            <ac:spMk id="2" creationId="{00000000-0000-0000-0000-000000000000}"/>
          </ac:spMkLst>
        </pc:spChg>
        <pc:picChg chg="add del mod">
          <ac:chgData name="Deepika Vatsa" userId="f7100972-27fe-4ee6-8fb4-ec9b7931b409" providerId="ADAL" clId="{FECAADD6-485A-4B66-AEA2-DF6E35DB16E2}" dt="2025-08-18T12:16:34.659" v="300" actId="478"/>
          <ac:picMkLst>
            <pc:docMk/>
            <pc:sldMk cId="2334307004" sldId="616"/>
            <ac:picMk id="5" creationId="{FCF334FB-A364-8AF1-7656-34923DFBE8FE}"/>
          </ac:picMkLst>
        </pc:picChg>
        <pc:picChg chg="del">
          <ac:chgData name="Deepika Vatsa" userId="f7100972-27fe-4ee6-8fb4-ec9b7931b409" providerId="ADAL" clId="{FECAADD6-485A-4B66-AEA2-DF6E35DB16E2}" dt="2025-08-18T12:16:04.377" v="291" actId="478"/>
          <ac:picMkLst>
            <pc:docMk/>
            <pc:sldMk cId="2334307004" sldId="616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6:40.109" v="303" actId="1076"/>
          <ac:picMkLst>
            <pc:docMk/>
            <pc:sldMk cId="2334307004" sldId="616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2:31.378" v="419" actId="478"/>
        <pc:sldMkLst>
          <pc:docMk/>
          <pc:sldMk cId="3542099841" sldId="617"/>
        </pc:sldMkLst>
        <pc:spChg chg="del">
          <ac:chgData name="Deepika Vatsa" userId="f7100972-27fe-4ee6-8fb4-ec9b7931b409" providerId="ADAL" clId="{FECAADD6-485A-4B66-AEA2-DF6E35DB16E2}" dt="2025-08-18T12:17:24.988" v="309" actId="478"/>
          <ac:spMkLst>
            <pc:docMk/>
            <pc:sldMk cId="3542099841" sldId="61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FECAADD6-485A-4B66-AEA2-DF6E35DB16E2}" dt="2025-08-18T12:22:31.378" v="419" actId="478"/>
          <ac:spMkLst>
            <pc:docMk/>
            <pc:sldMk cId="3542099841" sldId="617"/>
            <ac:spMk id="7" creationId="{91DEEBB9-3AC3-4A9E-CF86-989F90816E47}"/>
          </ac:spMkLst>
        </pc:spChg>
        <pc:spChg chg="add mod">
          <ac:chgData name="Deepika Vatsa" userId="f7100972-27fe-4ee6-8fb4-ec9b7931b409" providerId="ADAL" clId="{FECAADD6-485A-4B66-AEA2-DF6E35DB16E2}" dt="2025-08-18T12:17:30.462" v="319" actId="20577"/>
          <ac:spMkLst>
            <pc:docMk/>
            <pc:sldMk cId="3542099841" sldId="617"/>
            <ac:spMk id="9" creationId="{C253D9F7-5718-29E9-229A-BBDE1A6BAEC3}"/>
          </ac:spMkLst>
        </pc:spChg>
        <pc:picChg chg="add mod">
          <ac:chgData name="Deepika Vatsa" userId="f7100972-27fe-4ee6-8fb4-ec9b7931b409" providerId="ADAL" clId="{FECAADD6-485A-4B66-AEA2-DF6E35DB16E2}" dt="2025-08-18T12:17:17.761" v="308" actId="1076"/>
          <ac:picMkLst>
            <pc:docMk/>
            <pc:sldMk cId="3542099841" sldId="617"/>
            <ac:picMk id="5" creationId="{2112331D-2B54-394C-1B8B-69BDD8D2D700}"/>
          </ac:picMkLst>
        </pc:picChg>
        <pc:picChg chg="del">
          <ac:chgData name="Deepika Vatsa" userId="f7100972-27fe-4ee6-8fb4-ec9b7931b409" providerId="ADAL" clId="{FECAADD6-485A-4B66-AEA2-DF6E35DB16E2}" dt="2025-08-18T12:17:12.224" v="305" actId="478"/>
          <ac:picMkLst>
            <pc:docMk/>
            <pc:sldMk cId="3542099841" sldId="617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19:35.605" v="371" actId="1076"/>
        <pc:sldMkLst>
          <pc:docMk/>
          <pc:sldMk cId="3991955979" sldId="618"/>
        </pc:sldMkLst>
        <pc:spChg chg="mod">
          <ac:chgData name="Deepika Vatsa" userId="f7100972-27fe-4ee6-8fb4-ec9b7931b409" providerId="ADAL" clId="{FECAADD6-485A-4B66-AEA2-DF6E35DB16E2}" dt="2025-08-18T12:19:10.680" v="364" actId="20577"/>
          <ac:spMkLst>
            <pc:docMk/>
            <pc:sldMk cId="3991955979" sldId="618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19:12.145" v="365" actId="478"/>
          <ac:picMkLst>
            <pc:docMk/>
            <pc:sldMk cId="3991955979" sldId="618"/>
            <ac:picMk id="5" creationId="{CBB23C75-79E3-DF1C-D40A-D199F6F0FF07}"/>
          </ac:picMkLst>
        </pc:picChg>
        <pc:picChg chg="add mod">
          <ac:chgData name="Deepika Vatsa" userId="f7100972-27fe-4ee6-8fb4-ec9b7931b409" providerId="ADAL" clId="{FECAADD6-485A-4B66-AEA2-DF6E35DB16E2}" dt="2025-08-18T12:19:18.708" v="369" actId="14100"/>
          <ac:picMkLst>
            <pc:docMk/>
            <pc:sldMk cId="3991955979" sldId="618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19:35.605" v="371" actId="1076"/>
          <ac:picMkLst>
            <pc:docMk/>
            <pc:sldMk cId="3991955979" sldId="618"/>
            <ac:picMk id="8" creationId="{B9A0C6AF-A876-1DCD-2348-A7B28B92152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0:13.153" v="378" actId="1076"/>
        <pc:sldMkLst>
          <pc:docMk/>
          <pc:sldMk cId="3912900456" sldId="619"/>
        </pc:sldMkLst>
        <pc:picChg chg="add mod">
          <ac:chgData name="Deepika Vatsa" userId="f7100972-27fe-4ee6-8fb4-ec9b7931b409" providerId="ADAL" clId="{FECAADD6-485A-4B66-AEA2-DF6E35DB16E2}" dt="2025-08-18T12:20:03.557" v="376" actId="14100"/>
          <ac:picMkLst>
            <pc:docMk/>
            <pc:sldMk cId="3912900456" sldId="619"/>
            <ac:picMk id="5" creationId="{B9D85BF9-2634-8C6B-1C54-FA92545D2984}"/>
          </ac:picMkLst>
        </pc:picChg>
        <pc:picChg chg="del">
          <ac:chgData name="Deepika Vatsa" userId="f7100972-27fe-4ee6-8fb4-ec9b7931b409" providerId="ADAL" clId="{FECAADD6-485A-4B66-AEA2-DF6E35DB16E2}" dt="2025-08-18T12:19:57.897" v="373" actId="478"/>
          <ac:picMkLst>
            <pc:docMk/>
            <pc:sldMk cId="3912900456" sldId="619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20:13.153" v="378" actId="1076"/>
          <ac:picMkLst>
            <pc:docMk/>
            <pc:sldMk cId="3912900456" sldId="619"/>
            <ac:picMk id="9" creationId="{6C68254F-11DA-AC9D-812C-5397EBBEA39E}"/>
          </ac:picMkLst>
        </pc:picChg>
      </pc:sldChg>
      <pc:sldChg chg="add">
        <pc:chgData name="Deepika Vatsa" userId="f7100972-27fe-4ee6-8fb4-ec9b7931b409" providerId="ADAL" clId="{FECAADD6-485A-4B66-AEA2-DF6E35DB16E2}" dt="2025-08-18T12:20:43.270" v="379" actId="2890"/>
        <pc:sldMkLst>
          <pc:docMk/>
          <pc:sldMk cId="4060805478" sldId="620"/>
        </pc:sldMkLst>
      </pc:sldChg>
      <pc:sldChg chg="addSp delSp modSp add mod">
        <pc:chgData name="Deepika Vatsa" userId="f7100972-27fe-4ee6-8fb4-ec9b7931b409" providerId="ADAL" clId="{FECAADD6-485A-4B66-AEA2-DF6E35DB16E2}" dt="2025-08-18T12:23:33.340" v="453" actId="14100"/>
        <pc:sldMkLst>
          <pc:docMk/>
          <pc:sldMk cId="3334835650" sldId="621"/>
        </pc:sldMkLst>
        <pc:spChg chg="mod">
          <ac:chgData name="Deepika Vatsa" userId="f7100972-27fe-4ee6-8fb4-ec9b7931b409" providerId="ADAL" clId="{FECAADD6-485A-4B66-AEA2-DF6E35DB16E2}" dt="2025-08-18T12:23:26.085" v="449" actId="5793"/>
          <ac:spMkLst>
            <pc:docMk/>
            <pc:sldMk cId="3334835650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3:27.827" v="450" actId="478"/>
          <ac:picMkLst>
            <pc:docMk/>
            <pc:sldMk cId="3334835650" sldId="621"/>
            <ac:picMk id="5" creationId="{B9D85BF9-2634-8C6B-1C54-FA92545D2984}"/>
          </ac:picMkLst>
        </pc:picChg>
        <pc:picChg chg="add mod">
          <ac:chgData name="Deepika Vatsa" userId="f7100972-27fe-4ee6-8fb4-ec9b7931b409" providerId="ADAL" clId="{FECAADD6-485A-4B66-AEA2-DF6E35DB16E2}" dt="2025-08-18T12:23:33.340" v="453" actId="14100"/>
          <ac:picMkLst>
            <pc:docMk/>
            <pc:sldMk cId="3334835650" sldId="621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3:58.850" v="458" actId="14100"/>
        <pc:sldMkLst>
          <pc:docMk/>
          <pc:sldMk cId="3976936197" sldId="622"/>
        </pc:sldMkLst>
        <pc:picChg chg="add mod">
          <ac:chgData name="Deepika Vatsa" userId="f7100972-27fe-4ee6-8fb4-ec9b7931b409" providerId="ADAL" clId="{FECAADD6-485A-4B66-AEA2-DF6E35DB16E2}" dt="2025-08-18T12:23:58.850" v="458" actId="14100"/>
          <ac:picMkLst>
            <pc:docMk/>
            <pc:sldMk cId="3976936197" sldId="622"/>
            <ac:picMk id="5" creationId="{FC06E42A-5E65-5F01-9A82-45CA807E2DDE}"/>
          </ac:picMkLst>
        </pc:picChg>
        <pc:picChg chg="del">
          <ac:chgData name="Deepika Vatsa" userId="f7100972-27fe-4ee6-8fb4-ec9b7931b409" providerId="ADAL" clId="{FECAADD6-485A-4B66-AEA2-DF6E35DB16E2}" dt="2025-08-18T12:23:51.057" v="455" actId="478"/>
          <ac:picMkLst>
            <pc:docMk/>
            <pc:sldMk cId="3976936197" sldId="622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36.423" v="551" actId="14100"/>
        <pc:sldMkLst>
          <pc:docMk/>
          <pc:sldMk cId="1533333801" sldId="623"/>
        </pc:sldMkLst>
        <pc:spChg chg="mod">
          <ac:chgData name="Deepika Vatsa" userId="f7100972-27fe-4ee6-8fb4-ec9b7931b409" providerId="ADAL" clId="{FECAADD6-485A-4B66-AEA2-DF6E35DB16E2}" dt="2025-08-18T12:24:18.547" v="476" actId="20577"/>
          <ac:spMkLst>
            <pc:docMk/>
            <pc:sldMk cId="1533333801" sldId="623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4:20.167" v="477" actId="478"/>
          <ac:picMkLst>
            <pc:docMk/>
            <pc:sldMk cId="1533333801" sldId="623"/>
            <ac:picMk id="5" creationId="{FC06E42A-5E65-5F01-9A82-45CA807E2DDE}"/>
          </ac:picMkLst>
        </pc:picChg>
        <pc:picChg chg="add mod">
          <ac:chgData name="Deepika Vatsa" userId="f7100972-27fe-4ee6-8fb4-ec9b7931b409" providerId="ADAL" clId="{FECAADD6-485A-4B66-AEA2-DF6E35DB16E2}" dt="2025-08-18T12:27:36.423" v="551" actId="14100"/>
          <ac:picMkLst>
            <pc:docMk/>
            <pc:sldMk cId="1533333801" sldId="623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2367265284" sldId="624"/>
        </pc:sldMkLst>
        <pc:picChg chg="del">
          <ac:chgData name="Deepika Vatsa" userId="f7100972-27fe-4ee6-8fb4-ec9b7931b409" providerId="ADAL" clId="{FECAADD6-485A-4B66-AEA2-DF6E35DB16E2}" dt="2025-08-18T12:25:27.883" v="487" actId="478"/>
          <ac:picMkLst>
            <pc:docMk/>
            <pc:sldMk cId="2367265284" sldId="624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1967559052" sldId="625"/>
        </pc:sldMkLst>
        <pc:picChg chg="del">
          <ac:chgData name="Deepika Vatsa" userId="f7100972-27fe-4ee6-8fb4-ec9b7931b409" providerId="ADAL" clId="{FECAADD6-485A-4B66-AEA2-DF6E35DB16E2}" dt="2025-08-18T12:25:30.077" v="488" actId="478"/>
          <ac:picMkLst>
            <pc:docMk/>
            <pc:sldMk cId="1967559052" sldId="625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34.745" v="521" actId="20577"/>
        <pc:sldMkLst>
          <pc:docMk/>
          <pc:sldMk cId="3549948443" sldId="626"/>
        </pc:sldMkLst>
        <pc:spChg chg="mod">
          <ac:chgData name="Deepika Vatsa" userId="f7100972-27fe-4ee6-8fb4-ec9b7931b409" providerId="ADAL" clId="{FECAADD6-485A-4B66-AEA2-DF6E35DB16E2}" dt="2025-08-18T12:26:34.745" v="521" actId="20577"/>
          <ac:spMkLst>
            <pc:docMk/>
            <pc:sldMk cId="3549948443" sldId="626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5:59.255" v="494" actId="1076"/>
          <ac:picMkLst>
            <pc:docMk/>
            <pc:sldMk cId="3549948443" sldId="626"/>
            <ac:picMk id="5" creationId="{9F257CC6-C275-8610-3C49-0F57B9EED705}"/>
          </ac:picMkLst>
        </pc:picChg>
        <pc:picChg chg="del">
          <ac:chgData name="Deepika Vatsa" userId="f7100972-27fe-4ee6-8fb4-ec9b7931b409" providerId="ADAL" clId="{FECAADD6-485A-4B66-AEA2-DF6E35DB16E2}" dt="2025-08-18T12:25:32.117" v="489" actId="478"/>
          <ac:picMkLst>
            <pc:docMk/>
            <pc:sldMk cId="3549948443" sldId="626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29.619" v="508" actId="14100"/>
        <pc:sldMkLst>
          <pc:docMk/>
          <pc:sldMk cId="1492384228" sldId="627"/>
        </pc:sldMkLst>
        <pc:spChg chg="mod">
          <ac:chgData name="Deepika Vatsa" userId="f7100972-27fe-4ee6-8fb4-ec9b7931b409" providerId="ADAL" clId="{FECAADD6-485A-4B66-AEA2-DF6E35DB16E2}" dt="2025-08-18T12:26:23.477" v="504" actId="20577"/>
          <ac:spMkLst>
            <pc:docMk/>
            <pc:sldMk cId="1492384228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6:24.903" v="505" actId="478"/>
          <ac:picMkLst>
            <pc:docMk/>
            <pc:sldMk cId="1492384228" sldId="627"/>
            <ac:picMk id="5" creationId="{9F257CC6-C275-8610-3C49-0F57B9EED705}"/>
          </ac:picMkLst>
        </pc:picChg>
        <pc:picChg chg="add mod">
          <ac:chgData name="Deepika Vatsa" userId="f7100972-27fe-4ee6-8fb4-ec9b7931b409" providerId="ADAL" clId="{FECAADD6-485A-4B66-AEA2-DF6E35DB16E2}" dt="2025-08-18T12:26:29.619" v="508" actId="14100"/>
          <ac:picMkLst>
            <pc:docMk/>
            <pc:sldMk cId="1492384228" sldId="627"/>
            <ac:picMk id="6" creationId="{83230359-2DED-4BBB-12AD-ED524BA268FF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28.341" v="550" actId="14100"/>
        <pc:sldMkLst>
          <pc:docMk/>
          <pc:sldMk cId="3339153089" sldId="628"/>
        </pc:sldMkLst>
        <pc:spChg chg="mod">
          <ac:chgData name="Deepika Vatsa" userId="f7100972-27fe-4ee6-8fb4-ec9b7931b409" providerId="ADAL" clId="{FECAADD6-485A-4B66-AEA2-DF6E35DB16E2}" dt="2025-08-18T12:27:21.792" v="546" actId="20577"/>
          <ac:spMkLst>
            <pc:docMk/>
            <pc:sldMk cId="3339153089" sldId="628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7:28.341" v="550" actId="14100"/>
          <ac:picMkLst>
            <pc:docMk/>
            <pc:sldMk cId="3339153089" sldId="628"/>
            <ac:picMk id="5" creationId="{E774913A-6257-8DCF-186F-01DAC8BBA23F}"/>
          </ac:picMkLst>
        </pc:picChg>
        <pc:picChg chg="del">
          <ac:chgData name="Deepika Vatsa" userId="f7100972-27fe-4ee6-8fb4-ec9b7931b409" providerId="ADAL" clId="{FECAADD6-485A-4B66-AEA2-DF6E35DB16E2}" dt="2025-08-18T12:27:23.518" v="547" actId="478"/>
          <ac:picMkLst>
            <pc:docMk/>
            <pc:sldMk cId="3339153089" sldId="628"/>
            <ac:picMk id="6" creationId="{83230359-2DED-4BBB-12AD-ED524BA268FF}"/>
          </ac:picMkLst>
        </pc:picChg>
      </pc:sld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1:09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9162 4630 526 0,'0'0'127'0,"0"0"-125"0,0 0 13 0,0 0 5 0,0 0-3 0,0 0-15 0,26 30 8 0,-26-30-10 0,0 0-2 0,0 0-20 0,0-10-106 16</inkml:trace>
  <inkml:trace contextRef="#ctx0" brushRef="#br0" timeOffset="331.71">10493 4782 639 0,'0'0'56'16,"0"0"32"-16,0 0 18 15,0 0 1-15,0 0-70 16,0 0-28-16,0 0-8 0,0 0 3 16,19-2-8-1,-19-1-54-15,0 2-201 0,0-6-317 16</inkml:trace>
  <inkml:trace contextRef="#ctx0" brushRef="#br0" timeOffset="615.85">11679 4772 719 0,'0'0'67'0,"0"0"-60"16,0 0 47-16,0 0-23 15,0 0-31-15,0 0-87 16,7 16-526-16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1:51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13776 12267 657 0,'0'0'157'16,"0"0"-111"-16,0 0-23 0,0 0 9 0,0 0-9 0,0 0-23 16,0 0-1-16,77 0-6 15,-58-2 7-15,0-2 10 16,7-5-10-16,3 1-19 0,6 0-119 16,-12 1-300-1</inkml:trace>
  <inkml:trace contextRef="#ctx0" brushRef="#br0" timeOffset="332.88">15190 12392 149 0,'0'0'702'0,"0"0"-622"16,0 0-54-16,0 0 69 16,0 0-5-16,0 0-56 15,10-17-1-15,25-5-9 16,13-5-12-16,-3 1-12 15,-7 9-1-15,17-1-1 16,-14 2-77-16,4 1-158 16,10 0-103-16</inkml:trace>
  <inkml:trace contextRef="#ctx0" brushRef="#br0" timeOffset="599.74">16383 12285 258 0,'0'0'572'0,"0"0"-550"16,0 0 66-16,0 0 12 15,0 0-23-15,0 0-36 16,153-45-26-16,-120 22-3 16,-1 0-12-16,-4-3-36 15,-12 3-174-15,-6 1-353 0</inkml:trace>
  <inkml:trace contextRef="#ctx0" brushRef="#br0" timeOffset="15116.41">21051 15285 610 0,'0'0'96'0,"0"0"-10"0,0 0-13 0,0 0 37 16,0 0-48-16,0 0-45 0,0 0-7 15,0 0 19-15,166 3 17 16,-53-3-8-16,12 0-1 15,16 0 1-15,16-15-15 16,16-2-3-16,-6 4-15 16,3 4 2-16,-23 6-1 15,-22 3 0-15,-13 0-4 16,-16 0 2-16,-22 0 10 16,-10 0 0-16,-22 0-10 15,-16 10-2-15,9-3 1 16,-16-2 8-16,-6 3-10 15,-7-5-1-15,-2 1 1 0,-4-2 5 16,0-2-6-16,0 0-1 16,0 0 1-16,0 0-5 15,0 0-24-15,0 0-67 16,0 0-61-16,-10 0-271 16</inkml:trace>
  <inkml:trace contextRef="#ctx0" brushRef="#br0" timeOffset="15933.66">26491 15292 872 0,'0'0'130'0,"0"0"3"0,0 0-34 0,0 0-26 16,0 0-19-16,0 0-34 15,-64 12 5-15,93-5-21 16,38-3 13-16,20 0 13 0,22-4-12 16,6 0-5-16,10 0-5 15,-3 0 8-15,0 0-14 16,10-7-2-16,-20 1 2 16,-3 0-2-16,-10 1-2 15,-19 1-8-15,-22 1-39 16,-19 0-73-16,-17 3-35 15,-22 0-179-15,0 0-324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2:33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29159 15966 836 0,'0'0'106'0,"0"0"26"0,0 0-10 0,0 0-15 0,0 0-26 16,0 0-62-16,0 0-5 16,-16 0-14-16,115 0 3 15,42-3 17-15,20-11-16 16,15-1-4-16,-3 0 3 16,-9 5-3-16,-20 4 0 15,-13 3 0-15,-25 3-7 0,-23 0-61 16,-18 0-78-1,-27 7-170-15,-25 0-292 0</inkml:trace>
  <inkml:trace contextRef="#ctx0" brushRef="#br0" timeOffset="3817.27">22125 12089 886 0,'0'0'3'0,"0"0"-6"0,0 0-3 0,0 0-13 15,0 0-11-15,0 0 17 16,22-140-141-16,26 52-27 16</inkml:trace>
  <inkml:trace contextRef="#ctx0" brushRef="#br0" timeOffset="4067.1">25177 9197 159 0,'0'0'791'0,"0"0"-728"0,0 0-52 16,0 0-8-16,0 0 11 15,0 0-14-15,22-22-71 16,-44 3-478-16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2:54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29627 15087 579 0,'0'0'275'0,"0"0"-252"0,0 0-21 0,0 0 44 16,0 0 44-16,0 0-45 15,0 0-14-15,0 0-8 16,208 70-1-16,-188-65-3 16,-4-5 3-16,-7 0-5 0,7 0 1 15,4-32-6 1,5-29 32-16,1-24-37 0,19-22 3 16,6-10-10-16,3-3-89 15,-9 8-281-15</inkml:trace>
  <inkml:trace contextRef="#ctx0" brushRef="#br0" timeOffset="10284.56">26241 12895 104 0,'0'0'688'0,"0"0"-572"0,0 0 27 0,0 0-26 0,0 0-55 16,0 0-10-16,0 0 9 15,-9-19-1-15,31 8-9 16,-6-5-14-16,0-4-29 16,7-14-2-16,2-11-2 15,4-9 4-15,10-6-8 16,2 0-99-16,4 6-172 15,-10 6-543-15</inkml:trace>
  <inkml:trace contextRef="#ctx0" brushRef="#br0" timeOffset="10582.26">28389 12598 998 0,'0'0'111'0,"0"0"14"16,0 0-15-16,0 0-73 15,0 0-28-15,0 0-7 16,132-109-2-16,-107 86 0 16,11 3-24-16,-4-3-134 15,-7 0-247-15</inkml:trace>
  <inkml:trace contextRef="#ctx0" brushRef="#br0" timeOffset="10800.42">30012 12733 1037 0,'0'0'47'0,"0"0"35"15,0 0 45-15,0 0-76 16,0 0-18-16,131-135-27 15,-108 98 0-15,-4 6-6 16,-3 1-63-16,-16-1-246 16</inkml:trace>
  <inkml:trace contextRef="#ctx0" brushRef="#br0" timeOffset="11597.72">25972 6046 401 0,'0'0'501'0,"0"0"-282"0,0 0-103 0,0 0-46 16,0 0-55-16,0 0-14 15,26-81 4-15,3 59-5 16,6 2-8-16,16 0-102 0,-3-3-175 16</inkml:trace>
  <inkml:trace contextRef="#ctx0" brushRef="#br0" timeOffset="11915.07">27604 5754 857 0,'0'0'170'15,"0"0"-50"-15,0 0-13 16,0 0-40-16,0 0-38 16,0 0 4-16,67-57-18 15,-19 27-5-15,-9 3-10 16,-1 0-2-16,-2-1-57 15,-1-4-172-15,-3 0-534 16</inkml:trace>
  <inkml:trace contextRef="#ctx0" brushRef="#br0" timeOffset="12164.14">29194 5517 1089 0,'0'0'102'0,"0"0"-33"15,0 0 25-15,0 0-37 16,0 0-30-16,0 0-19 15,237-82-8-15,-195 54-67 16,-26 1-302-16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3:15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12064 13611 775 0,'0'0'162'0,"0"0"-126"0,0 0 76 0,0 0-28 16,0 0-48-16,0 0-21 0,0 0-5 16,115 18-4-1,-99-17-1-15,-6 1 4 0,3 1-7 16,-7 0 0-16,4-2 1 16,-1 2-1-16,1 1-1 15,0-1-1-15,-4-3-2 16,-3 0-8-16,-3 0-16 15,0 0-1-15,0 0-10 16,0 0-69-16,0 0-106 16,-9-14-530-16</inkml:trace>
  <inkml:trace contextRef="#ctx0" brushRef="#br0" timeOffset="1048.92">12327 10650 198 0,'0'0'103'0,"0"0"-47"0,0 0-35 0,0 0-11 0,0 0-7 15,0 0-3-15,0 0 5 16,0 0-4-16,0 0-1 15,9 0 11-15,-9 0-2 16,0 0 4-16,0 3-1 16,0-3-7-16,0 0-3 15,0 0-2-15,10 0-3 16,-10 0 0-16,0 0-64 0,13 0-273 16</inkml:trace>
  <inkml:trace contextRef="#ctx0" brushRef="#br0" timeOffset="2232.28">11721 7221 635 0,'0'0'136'0,"0"0"-23"0,0 0-31 15,0 0-34-15,0 0 0 0,0 0-20 16,0 0 10 0,0 0-26-16,0 0-3 0,0 0-4 15,0 0-2-15,0 0-6 16,0 5-96-16,0 8-94 15,0 1-365-15</inkml:trace>
  <inkml:trace contextRef="#ctx0" brushRef="#br0" timeOffset="11148.61">12968 9232 397 0,'0'0'163'0,"0"0"-74"0,0 0-17 15,0 0 1-15,0 0-4 0,0 0-21 16,0 0 14-16,16 8-1 15,-3-8-15-15,6 0-5 16,-12 0 18-16,12 0-33 16,0 0 10-16,3 0-18 15,4-3 9-15,-3-5-19 16,2 3 13-16,4-2-9 16,10 0 8-16,-7-2-11 15,0 3-1-15,6 1-7 16,1-5 10-16,9 4-4 0,-13-1-5 15,0-1 7 1,4 5-1-16,-7-5-6 0,0 8-2 16,-3 0-1-16,3 0 1 15,-7 0 1-15,4 0 1 16,10 0-2-16,-14 0 0 16,4 0 3-16,13 0 1 15,-10 0-8-15,6 0 4 16,1 7-1-16,-1-6 2 15,7 3 0-15,-3 3-1 16,-7 0 0-16,4-1 1 16,-10 1 1-16,-4 1-2 0,4-2 1 15,3-5 0-15,-9 4-1 16,5-2 1-16,1 0 0 16,0-2-1-16,6 2 2 15,-3 2-2-15,1-1 0 16,-8 2-1-16,1 2 0 15,9 1 1-15,-12-3 0 16,-4 3-1-16,0-2 1 16,0 2 0-16,-12 1 1 15,12-2-1-15,-9 6-2 16,2-5 2-16,-8 3-2 16,5-1 1-16,-9-1 1 15,0 4 0-15,0 2 1 16,0-1 2-16,0 1 3 15,0 3-4-15,0-1-2 0,-9-2 0 16,-7-3 2-16,-4-1 0 16,4 3-1-16,-6 0 1 15,-4 4-2-15,-12 1 6 16,-1-1 0-16,4 0 2 16,6 1-3-16,-9-5 3 15,-1 3 3-15,1-1 1 16,-7 2-2-16,3-3 3 15,-3 3 0-15,-9 0-9 16,6 1-1-16,-10 3 7 16,3-4-9-16,1 1 0 15,-7-4 2-15,-3 1 2 16,6 1-4-16,7 0 1 0,3 0-2 16,0-5 11-16,-4 3-11 15,-2-6 13-15,6-1-9 16,0 3 7-16,3-4-6 15,-3 3 7-15,0 1-11 16,-7-1 8-16,1 1-7 16,6 0 1-16,9-3 1 15,13 1 3-15,7-8-2 16,-3 3-4-16,12-1 6 16,4-4-6-16,2 1 3 15,4-1-1-15,0 0-6 16,0 0 2-16,0 0 1 0,0 0 0 15,0 0 3 1,0 0-1-16,0-1-2 0,0-10-5 16,0-8 3-16,17 1-1 15,8-2-12-15,4-2 7 16,9-4-16-16,11-1 0 16,-17 2-6-16,6 1-7 15,-9 1 10-15,0 2 9 16,-4 3 17-16,-2 5-4 15,-4-1 5-15,-3 1-4 16,7-1 4-16,2 1 0 16,-2 2 3-16,-7-1-3 0,0 4 0 15,0-2 2 1,-10 6 2-16,1-4-4 0,2 7-4 16,-9 0 4-16,0 1 1 15,0 0 1-15,0 0-2 16,0 0 0-16,0 0 8 15,0 0-7-15,0 0 7 16,0 0-7-16,0 0 11 16,0 0-10-16,0 0 4 15,0 0-2-15,0 0-3 16,0 0-1-16,0 0 4 16,0 0-1-16,0 5 2 15,0 9 7-15,0-1-5 0,-19 9-2 16,0-1-1-16,-10 2 0 15,3 4 1-15,-12 0 5 16,6 5-2-16,-4-5-5 16,1 3 1-16,10-3 0 15,-7-7 2-15,6 0-6 16,7-5-2-16,6 0 2 16,3-4 1-16,1-2 5 15,2 3-5-15,-2-6-1 16,9 3 0-16,0-5-1 15,0 1 1-15,0-2-5 16,0 3 5-16,0 0-2 0,16 4 6 16,12-3-4-1,11-3 2-15,9 1-1 0,16-1 0 16,7-1 2-16,-1-3 2 16,1 0-5-16,-1 0 0 15,1 0 0-15,-17 0 0 16,-6 0 0-16,-9 0-2 15,-7 0 2-15,-13 6 1 16,-9-1-1-16,-7-1 0 16,3-4 0-16,-6 3 2 15,0-3 1-15,0 2 3 16,0-2-5-16,0 0 3 16,0 3 3-16,0-3 8 15,-22 4-10-15,-20-3-4 16,-3 2 1-16,4-3 1 0,-14 0 1 15,7 0-1 1,0 0-3-16,-16 0-5 0,16 0 5 16,-7 0 8-16,-2 0-8 15,8-4 0-15,-5-8-1 16,9-2 2-16,3 4-2 16,7-2 2-16,9 0-6 15,4 6 11-15,3-8-4 16,12 1-1-16,-2-8-1 15,9-6-5-15,0 0 5 16,0-5-3-16,9-2 3 16,17 5-5-16,13 2 5 0,-4 5-2 15,-3 2 2-15,-6 0 0 16,6 5-3-16,-7-1 3 16,1 5-1-16,-7-1 2 15,4 0-4-15,-7 2 3 16,3 0-2-16,0-2 4 15,0 2-4-15,4-2 2 16,-17 2 0-16,4 6-1 16,-1-1 1-16,-9 5 0 15,7 0 0-15,-7 0 0 16,0 0-2-16,0 0-1 16,0 0 3-16,0 0 2 15,0 0-2-15,0 0-5 0,0 8 1 16,-7 7 4-1,-15 3 0-15,-4 4 0 0,1 1 1 16,-7-1 0-16,3 5-1 16,-10 5 0-16,-2 6-3 15,-1-3 8-15,3 1-8 16,11 2 6-16,2-7 1 16,19-1-4-16,7-7-7 15,0-11 7-15,0-1 1 16,0-7-1-16,26 1-6 15,13-4-5-15,15-1 11 16,4 0-20-16,9-1-38 0,7-18-11 16,0-5-64-1,6-3-85-15,-26-4-379 0</inkml:trace>
  <inkml:trace contextRef="#ctx0" brushRef="#br0" timeOffset="22250.18">18790 10610 747 0,'0'0'82'0,"0"0"-55"15,0 0 23-15,0 0 29 0,0 0-9 16,0 0-53-16,0 0-17 16,0 0 4-16,103 24 1 15,-16-24 0-15,15-17 5 16,20-9-10-16,9-1 0 15,20-4-61-15,0 0-85 16,-1-3-86-16,-8-1-347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4:10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10454 9895 508 0,'0'0'99'0,"0"0"-3"0,0 0-5 0,0 0-31 15,0 0-41-15,0 0-10 16,0 0 17-16,0 0-13 16,74-31 14-16,-51 25 2 15,2 1-5-15,-5 5-16 16,2 0 16-16,4 0-18 15,12 0 8-15,7 0 8 16,3 0-10-16,19 0 0 16,7 0 0-16,22 0 4 15,7 0-4-15,19 0-2 16,12 0-4-16,8-1 0 16,15-7-3-16,13 1 6 15,-20 1-9-15,-2 0 0 0,-23 3-1 16,-23-2 0-1,-15 5 1-15,-20 0 5 0,-15 0-4 16,-20 0-1-16,-7 0-8 16,-25 0 8-16,0 0 0 15,0 0 3-15,0 0 1 16,0 0 4-16,0 0 33 16,-35 0-27-16,-23-4-10 15,-15-8 9-15,-24-2 5 16,-5 1-12-16,-10-1-5 15,-4 4 0-15,4 3 3 16,9 4 2-16,17-4-6 0,12 3 0 16,26-1 6-1,19 4 2-15,13-2-2 0,13 2 19 16,3 1-15-16,0 0-1 16,0-3-9-16,0 3-4 15,41 0 4-15,30-2 0 16,16-1 2-16,12-2 0 15,7 1 0-15,-10 3-2 16,0 1 0-16,-22 0-6 16,-10 0 6-16,-26 0 0 15,4 15 0-15,-26 9-5 16,-6 9 4-16,-10 7-5 16,0 10 6-16,-39 8 1 0,-15 4 1 15,-4 5-4 1,-9 1-1-16,19 2-46 0,-7 2-87 15,7-3-86-15,-6-12-144 16</inkml:trace>
  <inkml:trace contextRef="#ctx0" brushRef="#br0" timeOffset="10933.13">15126 9747 368 0,'0'0'60'0,"0"0"-30"0,0 0 19 0,0 0 11 0,0 0-20 15,0 0 10-15,0 0-14 16,0 0 0-16,0-7-7 16,0 7 0-16,0-4-15 15,0 4 2-15,0 0 1 16,0-3-6-16,0 3-1 15,0 0-9-15,0 0 3 16,0 0-2-16,0 0 2 16,0 0-2-16,0 0-1 15,0 0-1-15,0 0-47 16,0 0-98-16,-16 0-219 16</inkml:trace>
  <inkml:trace contextRef="#ctx0" brushRef="#br0" timeOffset="11817.07">14933 9921 482 0,'0'0'26'0,"0"0"-20"0,0 0 40 0,0 0 8 16,0 0-11-16,0 0-15 15,0 0-2-15,0 0 10 16,0 0-5-16,0 0-6 16,0 0-18-16,0 0 5 15,0 0 0-15,0 0-2 16,0 0 2-16,0 0-3 16,0 0-6-16,0 0-3 15,0 0-5-15,0 0 2 16,0 0-1-16,0 0 3 0,-9 0-8 15,-7 0 3-15,6 0-21 16,-3 0-1-16,-3 0-17 16,3 0-22-16,1 0-14 15,-1 0 42-15,13 0-15 16,-3 0-2-16,3 0-70 16,-7 0-115-16</inkml:trace>
  <inkml:trace contextRef="#ctx0" brushRef="#br0" timeOffset="15816.02">15190 9767 503 0,'0'0'93'0,"0"0"-71"0,0 0 59 15,0 0 36-15,0 0-34 0,0 0-21 16,0 0-22-16,-13 0 5 15,13 0-10-15,0 0-17 16,0 0-4-16,0 0-8 16,0 0-6-16,0 0-1 15,23 0 0-15,21 0 1 16,27 0 2-16,6 0 6 16,9-4-3-16,11-4-2 15,-4-1 4-15,9 3-7 16,1-1 0-16,-17 7 1 15,-12-1-1-15,-16 1 4 16,-10 0-4-16,-13 0-3 0,-3 0 3 16,-16 0 0-16,-6 0 2 15,6 0-2-15,-10 0-2 16,-6 0 2-16,0 0 0 16,0 0 2-16,0 0 0 15,4 0 2-15,-4 0 1 16,0 0 0-16,0 0-3 15,0 0 5-15,0 0 8 16,0 0 1-16,0 0 8 16,0 0 7-16,0 0-7 15,-4 0-7-15,-28-3-4 16,-6-2-7-16,-7 0-4 16,-3 0 6-16,3-4-5 0,-3 5 1 15,-10-4-4-15,0 4 0 16,10-1 4-16,-3 3-1 15,19-1 4-15,3-1 0 16,-3-1 1-16,0-2 2 16,3 1-3-16,0 0-6 15,4-5 8-15,5 10-4 16,14-3-4-16,6 0 4 16,0 3 1-16,0 1-5 15,0 0-1-15,0 0 3 16,0 0-6-16,0 0 2 15,0 0-5-15,42 0 6 0,15 0 2 16,11 0-1 0,-1 0 2-16,7 5-3 0,0 3-2 15,-7 2 2-15,0-1 0 16,-16 3 0-16,-6-2-2 16,-9 0 0-16,-11 2 1 15,-5 2-3-15,-8 2 4 16,-8 7 0-16,-4 1 0 15,0 6 4-15,0-2 0 16,0 6-4-16,-16-3 1 16,-20 0-1-16,4 1 1 15,-16-1-1-15,-6-4-1 16,2 0-37-16,-18 3-60 0,-7-1-69 16,-13-2-157-1</inkml:trace>
  <inkml:trace contextRef="#ctx0" brushRef="#br0" timeOffset="18766.49">20012 10626 670 0,'0'0'49'0,"0"0"4"0,0 0 86 0,0 0-40 0,0 0-26 16,0 0-10-16,0 0-2 15,29-16-10-15,-26 14-18 16,-3 2-4-16,0 0-1 16,0 0-7-16,0 0-16 15,6 0-5-15,-6 22-9 16,13 28 9-16,6 25 5 15,-3 15 4-15,20 6-5 16,-7 6 0-16,9-3 1 0,-9-3-3 16,9-7-1-1,-12-17 0-15,-4-19-1 0,-12-19 0 16,3-15 3-16,-10-13-3 16,0-6-2-16,-3 0 2 15,0 0 1-15,0-27 1 16,0-14 9-16,-22-16-10 15,-7-10 1-15,-6-5-2 16,-1-6 0-16,-5 1 0 16,2-3 0-16,10-1 0 15,-3 5 3-15,13 7-3 16,13 13-2-16,-7 12 2 16,10 11 1-16,-4 7-1 15,-2 11 0-15,5 10 2 16,-2 5-1-16,3 0 7 0,3 0-1 15,-3 7-7 1,-13 36-4-16,-4 23 4 0,-12 17 5 16,0 5-4-16,-3-7-1 15,6-10 0-15,0-17 4 16,20-13 1-16,-11-19-5 16,20-12 6-16,0-10-6 15,0 0-3-15,-6 0 3 16,-7-31 1-16,4-16 7 15,2-19-8-15,7-15 0 0,0-1 0 16,0 0 0 0,26 11-5-16,3 20 5 0,0 16 1 15,-4 20-1-15,-6 11-4 16,4 4-6-16,15 0 6 16,14 26 4-16,-1 9 0 15,3 15 3-15,11 8 0 16,-17 4-3-16,16-2-2 15,-16 1-17-15,-16-7-57 16,-3 0-71-16,-29-12-100 16,0-10-335-16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4:53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10371 6913 595 0,'0'0'23'0,"0"0"17"0,0 0 6 16,-256-42 22-16,192 20-27 0,9 1 27 15,13 3-38-15,7 9 6 16,25 6 11-16,1 3-16 16,2 0-17-16,7 0-11 15,0-1-3-15,26-9 4 16,70-3-4-16,26-5 6 15,26 0-6-15,12 1 3 16,13 4-3-16,16-1 0 16,7 4 4-16,19-8-4 15,12 0 3-15,30-6 0 16,12-3-2-16,0 0 2 0,-22 3-3 16,-19 1-4-16,-33 6 4 15,-15 7-3-15,-13 6 1 16,-33 1 2-16,-41 3 4 15,-16 0-4-15,-29 0 0 16,-9 0 0-16,-14 0-3 16,4 0-3-16,-3 0-63 15,-10 14-81-15,-16-2-85 16</inkml:trace>
  <inkml:trace contextRef="#ctx0" brushRef="#br0" timeOffset="1097.68">17396 6616 798 0,'0'0'37'0,"0"0"-37"0,0 0-7 0,0 0 0 0,0 0 7 16,0 0 12-1,0 0-11-15,362-100 15 0,-205 76-6 16,13-6-4-16,10-3-4 16,-4-5 3-16,-6 6-1 15,-10 2-1-15,-19 7-1 16,-29 12-2-16,-25 11-2 15,-33 5 1-15,-31 28-67 16,-23 6-222-16</inkml:trace>
  <inkml:trace contextRef="#ctx0" brushRef="#br0" timeOffset="5912.65">19143 9900 512 0,'0'0'124'0,"0"0"17"0,0 0-66 0,0 0 6 16,0 0 8-16,-266-2-28 15,237 4-19-15,10 1 21 0,3 1-19 16,3-1 3-16,13-3-7 15,0 2 14-15,0-2-19 16,0 3-18-16,0-3-8 16,0 0-5-16,0 0-4 15,19 0-4-15,39 0 4 16,19-9 7-16,19-9 2 16,3 1-9-16,10 2 7 15,-3 0-5-15,16 3-2 16,-7 4-4-16,-9-3 4 15,-13 6 0-15,-25 4 0 16,-20 1 0-16,-16 0 2 0,6 0 0 16,-22 0-4-1,-6 0-1-15,-7 0 3 0,3 0 3 16,-6 0-2-16,0 0-2 16,0 0 0-16,0 0-1 15,0 0 2-15,0 0 1 16,-12 0 8-16,-40 5-6 15,-12 7-3-15,-13 3 0 16,0 2 0-16,-28 5 0 16,-24-3 0-16,1 2 2 15,-7-2 0-15,23-5-2 16,10-2-1-16,15-4-6 16,13-4 7-16,7-3 7 0,22-1-7 15,16 0 2 1,0 0-1-16,20 0-1 0,6 0 2 15,3 0-1-15,0 0 1 16,0 0-1-16,0 0-1 16,0 0-3-16,12 0-3 15,43-13 0-15,31-5 6 16,17-5 1-16,12-1 0 16,17 4 2-16,-4 1 0 15,7 3-1-15,-7 2-2 16,-22 2-1-16,-16 7-1 15,-29-3 2-15,-13 6 1 16,-13 2-1-16,-13-1 0 0,-15 1-2 16,2 0 2-16,-9 0 0 15,0 0-5-15,0 0 3 16,0 0-48-16,0 0-78 16,-16 0-136-16,4 0-325 15</inkml:trace>
  <inkml:trace contextRef="#ctx0" brushRef="#br0" timeOffset="10728.74">15693 11691 699 0,'0'0'70'0,"0"0"-27"0,0 0 15 0,0 0 20 16,0 0-11-16,0 0-35 0,0 0-3 15,-25 1-9-15,34-1 26 16,52-2-17-16,10-10 4 16,15-5-17-16,7 9-6 15,0 1-1-15,3 2-9 16,-3 5 3-16,-9 0-1 16,2 0-2-16,-22 0 0 15,-6-1-3-15,-10 1 3 16,-13 0-1-16,-15 0-1 15,-1 0-20-15,-3 0-57 16,-6 0-89-16,-7 0-137 16</inkml:trace>
  <inkml:trace contextRef="#ctx0" brushRef="#br0" timeOffset="15828.93">14715 13389 699 0,'0'0'15'0,"0"0"92"0,0 0-19 0,0 0-19 0,0 0-26 16,0 0-17-16,0 0-2 15,0-24-22-15,0 24 3 16,4 15 0-16,31 3 15 16,-6 5-11-16,9-3-9 15,-12-5 20-15,-4-6-13 16,4-6-4-16,3-3 17 16,9-12 18-16,10-38 3 15,7-27-15-15,31-20-14 16,7-10-12-16,4-7-8 15,12-2-97-15,-4 0-226 16</inkml:trace>
  <inkml:trace contextRef="#ctx0" brushRef="#br0" timeOffset="20979.02">9961 11517 776 0,'0'0'15'0,"0"0"4"0,0 0 33 16,0 0 38-16,0 0 2 0,0 0-20 15,0 0-15-15,-80-43-22 16,80 43-28-16,0 0-2 16,0 0-5-16,0 3 8 15,19 13-6-15,10 7-1 16,6-6 10-16,-13-3 9 16,-12-10-10-16,-4-2-1 15,4-2-6-15,19-6-2 16,19-39 11-16,29-32 12 15,16-25-23-15,0-10-1 16,13-4-1-16,-4 1-101 16,-28 5-385-16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5:28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9695 10470 617 0,'0'0'79'0,"0"0"-25"0,0 0 39 0,0 0-11 16,0 0-36-16,0 0-24 16,0 0-12-16,0 0 20 15,9 32 38-15,-9-24-39 16,0-3 4-16,7-5-11 16,-7 0-5-16,3 0 3 15,10-9-4-15,12-36 18 16,11-26-20-16,37-23-14 15,4-18-6-15,19-13-91 16,-3-10-196-16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5:42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9833 13743 541 0,'0'0'60'0,"0"0"-38"0,0 0 35 0,0 0 17 0,0 0-19 15,0 0-29-15,0 0-13 16,0 0 5-16,0 15-12 16,0-14 5-16,0 2 3 0,0-3 1 15,0 0 1-15,0 0-4 16,0 0-4-16,0 0-3 15,-7 0 0-15,7 0 0 16,0 0-1-16,-3 0 1 16,3 0-5-16,-3 0 3 15,3 0 1-15,-7 0-2 16,1 0-2-16,6 0-1 16,0 0-5-16,0-3-10 15,-10-4-45-15,10 1 2 16,-9-3-25-16,-1-3-59 15,0-1-110-15</inkml:trace>
  <inkml:trace contextRef="#ctx0" brushRef="#br0" timeOffset="26265.63">11173 9888 332 0,'0'0'157'0,"0"0"-92"0,0 0 22 0,0 0-21 15,0 0 18-15,0 0-21 16,0 0-12-16,0 0-11 16,0 0-15-16,-10 2-1 15,10-2-4-15,0 0 8 16,0 0-8-16,0 0-3 0,0 0 1 15,0 0-6 1,0 0 0-16,0 0 7 0,0 0-17 16,0 0 13-16,0 0-9 15,0 0 1-15,0 0-1 16,0 3-2-16,0-2-2 16,0 0-2-16,0 4 6 15,0 2 2-15,10-2 3 16,6 2 6-16,-7-7-11 15,1 0 10-15,0 0-8 16,2 0-6-16,11 0 7 16,6-13 9-16,3-17-4 15,3-10 3-15,10-10-11 0,-7-4-4 16,1-3 3 0,3 3-4-16,2 5 2 0,-5 0-3 15,-4 12-1-15,-6 1-1 16,-10 11-11-16,-9 7-20 15,-10 7-46-15,0 8-86 16,0 3-46-16,0 0-120 16</inkml:trace>
  <inkml:trace contextRef="#ctx0" brushRef="#br0" timeOffset="26883.08">11057 9960 522 0,'0'0'126'0,"0"0"-28"0,0 0 19 0,0 0-20 0,0 0-38 16,0 0-5-1,-29-27 4-15,29 27-25 0,0 0-16 16,0 0-10-16,0 0-3 15,0 1-4-15,13 11 2 16,22 2 10-16,4-1-4 16,-10 2-2-16,-4 0-2 15,-5-3 4-15,-1-1-8 16,-9-7 2-16,2-2 2 16,1-2-1-16,-10 0 0 15,7-2 4-15,16-28 7 16,15-13 2-16,7-11-7 0,7-5-4 15,9-2 1 1,-6-3-6-16,6-4 1 0,0 2 0 16,-3 8 1-16,-16 10-1 15,3 11 0-15,-29 13 1 16,-6 9-1-16,-10 10-1 16,-3 3 0-16,0 2 2 15,0 0-2-15,0 0-2 16,0 0-26-16,0 0-90 15,-9 12-143-15,-27 14 20 16,-2 1-243-16</inkml:trace>
  <inkml:trace contextRef="#ctx0" brushRef="#br0" timeOffset="27382.32">10974 9876 134 0,'0'0'468'0,"0"0"-369"0,0 0 40 0,0 0-44 15,0 0-24-15,0 0-31 0,-10-8-11 16,30 8-9-1,8 0 4-15,1 0-8 0,6 8 1 16,4 9 3-16,-1 2 6 16,-2 3-7-16,-7 0-6 15,6-5 9-15,-13-2-14 16,-12-4-1-16,6-7-7 16,-6-4 2-16,-7 0-1 15,13 0 0-15,3-23 5 16,29-23 21-16,10-20 1 15,16-8-20-15,9-6-2 16,7 2-4-16,-10 7 3 16,13 13-4-16,-26 7-1 15,-6 13 2-15,-19 16-1 16,-23 6-1-16,0 11-3 0,-19 5 3 16,0 0 2-16,0 0-2 15,0 0-3-15,0 0-35 16,0 0-46-16,0 6-130 15,-29 15-31-15,10-3-210 16</inkml:trace>
  <inkml:trace contextRef="#ctx0" brushRef="#br0" timeOffset="31932.32">7906 7686 692 0,'0'0'34'0,"0"0"73"0,0 0-11 0,0 0-20 15,0 0-16-15,0 0-14 16,0 0 7-16,-48-24-28 16,48 24 1-16,0 0-11 15,0 0-15-15,0 6-6 16,9 17 6-16,20 6 5 16,0 3 4-16,6-3-9 15,-3-4 4-15,-6-4 1 16,3-5 0-16,-10-4-5 15,7-4-2-15,-17-6 2 0,1-2 0 16,-7 0-2-16,3 0 2 16,4 0 0-16,3-23 0 15,13-11 13-15,-7-4-8 16,0 2-3-16,0 1 4 16,4 10-5-16,-10 5-1 15,-4 7 2-15,-6 9-2 16,7 4 0-16,6 0-11 15,13 0 2-15,9 20 9 16,1 3 1-16,9 1-1 16,-13 0 0-16,10-5 0 15,-13-5 5-15,3-5-5 16,-12-5 1-16,-7-4 0 16,-7 0-1-16,1 0 1 0,3-27-1 15,-10-9 11-15,-3-3-8 16,0-3 2-16,-6 3 5 15,-39 0 20-15,6 8-21 16,1 8-3-16,-1 10-3 16,14 8-3-16,2 5-18 15,14 0-72-15,2 10-189 16,7 10-69-16</inkml:trace>
  <inkml:trace contextRef="#ctx0" brushRef="#br0" timeOffset="34665.92">9929 6094 678 0,'0'0'75'0,"0"0"90"0,0 0-63 0,0 0-9 15,0 0-18-15,0 0-12 16,0 0-24-16,-36-43-7 16,36 43-17-16,0 0-15 15,0 0-4-15,0 0 1 16,0 11 3-16,16 0 1 16,4 1-1-16,-11-4 9 15,14-8-8-15,-20 0 4 16,7 0-5-16,2-4 2 15,17-39 0-15,26-16 6 0,28-20-7 16,7-6-1-16,3-8-69 16,-13-3-138-16,-3-14-269 15</inkml:trace>
  <inkml:trace contextRef="#ctx0" brushRef="#br0" timeOffset="36265.29">9195 12883 724 0,'0'0'1'0,"0"0"8"0,0 0 90 0,0 0-16 16,0 0-49-16,0 0 7 15,0 0-4-15,28-66-5 16,-28 66-7-16,0 0 9 16,0 0-18-16,0 0-2 15,0 0-8-15,0 0-6 16,0 0-4-16,0 0 4 15,0 0 4-15,0 0 3 16,0 0 2-16,0 0-2 16,0 0 8-16,0 0 3 0,0 0 0 15,0 0-4-15,0 0-13 16,0 0 8-16,0 0-7 16,13 0 11-16,-10-15 21 15,17-25 2-15,12-23-21 16,13-25-12-16,15-11-3 15,1-6-7-15,4-3-76 16,-17-5-226-16</inkml:trace>
  <inkml:trace contextRef="#ctx0" brushRef="#br0" timeOffset="45532.4">15065 12990 608 0,'0'0'20'0,"0"0"102"0,0 0-9 0,48 117-17 15,-22-81-12-15,-7-9-33 16,0-6-15-16,4-11-10 16,-17-2-4-16,7-5-3 15,-7-3 5-15,-6 0 13 16,10-19 14-16,15-34-14 15,14-25-11-15,3-21-7 0,9-11-19 16,7-3-16 0,9-6-138-16,0-2-233 0</inkml:trace>
  <inkml:trace contextRef="#ctx0" brushRef="#br0" timeOffset="51665.51">14622 10983 343 0,'0'0'275'0,"0"0"-190"0,0 0 64 0,0 0-16 0,0 0-54 15,0 0-56-15,0 0-23 16,-28-32 0-16,56 56 11 15,11 7 22-15,3 6-4 16,-17-1-13-16,-2-1-2 16,-11-7-8-16,1-7-5 15,-6-8 1-15,-7-8 5 16,9-5-2-16,-9 0-4 16,0 0 11-16,0-32 9 15,0-11 1-15,0-8-17 16,10 6-2-16,-10 13 2 15,10 12-4-15,-10 15-1 0,9 5-2 16,1 0 0 0,9 0-13-16,16 15 15 0,4 4 0 15,-1-4 5-15,-9-1-3 16,0-5 4-16,-3-5-6 16,-14 0 0-16,-5-4 0 15,-7 0 0-15,0-14 5 16,0-25 27-16,0-6-5 15,0 0-8-15,0 9-2 16,-16 6-8-16,-13 12-9 16,0 9-1-16,0 9-38 15,0 0-121-15,1 16-423 0</inkml:trace>
  <inkml:trace contextRef="#ctx0" brushRef="#br0" timeOffset="52648.83">12285 9767 576 0,'0'0'90'0,"0"0"70"0,0 0-43 0,0 0-14 0,0 0-89 16,0 0-14-16,-13 7 0 15,42 24 12-15,-3 4 5 16,6-4-2-16,-13-4 4 16,-3-4-2-16,0-7-11 15,-13-7-5-15,10-4 2 16,-13-5 2-16,0 0 5 0,0-5 21 16,0-22 31-16,0-7-41 15,0-7-18-15,0 7 4 16,0 7-5-16,0 7 3 15,3 8-5-15,20 11-2 16,3 1-2-16,15 0 1 16,1 0 0-16,0 0 3 15,-7 6 5-15,13-2 0 16,-26-4-2-16,4 0-3 16,-10 0-7-16,-6-1 4 15,9-26 3-15,3-13 7 16,-15-12 3-16,-1 4-9 15,-6-2 0-15,0 9 5 16,0 9-6-16,0 15-33 16,0 7-101-16,0 6-242 0</inkml:trace>
  <inkml:trace contextRef="#ctx0" brushRef="#br0" timeOffset="56649.37">16629 9903 798 0,'0'0'50'0,"0"0"85"0,0 0-1 15,0 0-32-15,0 0-28 0,0 0 8 16,0 0-34 0,-28 0 0-16,28 0-17 0,0 0-15 15,0 0 2-15,0 0-15 16,0 0-3-16,16 0 0 16,32-8-1-16,35 1 1 15,4-5 0-15,15 3 4 16,14-2-4-16,-7-1 2 15,6 4 0-15,-9-3-2 16,-7 8 0-16,-12 2 0 16,-13-3 0-16,-1 4 3 15,-15 0-3-15,-20 0 0 16,-12 0 0-16,-13 0 1 16,-7 0 1-16,-6-3-2 0,4 3 0 15,-4 0 4-15,0 0 2 16,0-4 1-16,0-2 0 15,-23-8-4-15,-22-2 0 16,-9 1-1-16,2-3-1 16,-12 0 4-16,10 1-4 15,-14 0 1-15,17 3 2 16,-3 2 0-16,2 4-4 16,17 0 6-16,3 1 0 15,13 3 2-15,9 3 1 16,4-3-1-16,6 3 3 15,0-1-4-15,0 2-6 16,0 0-1-16,0 0-1 0,0 0-4 16,0 0-4-16,32 0 1 15,19 0 7-15,7 0 1 16,12 2 1-16,1 3-1 16,-4 0 2-16,-6 2-2 15,-3 1 0-15,-4 0 1 16,-15 4 0-16,-10 2-1 15,-4 6-1-15,-5 7 1 16,-17 11 2-16,-3 5-2 16,0 3 1-16,0-2 4 15,-19-5-3-15,-4-5-2 16,-12-9 0-16,6-4 2 0,13-9-2 16,-6-3-11-16,6-3-18 15,6-5-1-15,10-1-10 16,0 0-3-16,-10 0-9 15,10 0-36-15,0-7-28 16,0-3-83-16,0-4-139 16,0-2-203-16</inkml:trace>
  <inkml:trace contextRef="#ctx0" brushRef="#br0" timeOffset="57186.75">17229 9630 671 0,'0'0'112'0,"0"0"17"0,0 0 13 16,0 0-20-16,0 0-62 15,0 0-34-15,-19-6-22 0,51 6-4 16,29 0 11 0,6 0 16-16,20 0-12 0,2 0-9 15,-2-3 7-15,-4 3-1 16,-15 0-7-16,-1 0-3 15,-13 0-1-15,-15 10-1 16,-13 10-3-16,-4 7 2 16,-22 6 1-16,0 7 11 15,0 7-8-15,0-5 6 16,-22 3-3-16,-14-3 5 16,1 3-4-16,-7-6-1 15,-3 3-1-15,7-6 1 16,12-12-2-16,4-6-3 15,12-6 3-15,4-10 0 16,6 0-4-16,0-2 3 0,0 0-3 16,0 0-4-16,0 0-17 15,0 0-53-15,0-7-72 16,0-11-195-16,26-4-65 16</inkml:trace>
  <inkml:trace contextRef="#ctx0" brushRef="#br0" timeOffset="61815.9">14622 7770 330 0,'0'0'76'0,"0"0"12"0,0 0-27 0,0 0 9 0,0 0-9 15,0 0-1-15,0 0-13 16,13 0-6-16,-13 0-10 16,0 0 16-16,0 0-8 15,0 0 25-15,0 0-15 16,0 0-7-16,0 0-4 15,0 0-16-15,0-5-15 16,0 1 8-16,0-2-5 16,0 0 6-16,0 0 9 0,0-2 5 15,0 1-1-15,0-1-13 16,0-1 0-16,0 2 5 16,0-1-5-16,0 4-6 15,0 3-1-15,0 1-3 16,0 0-1-16,0 0-2 15,0 0-3-15,0 0-21 16,0 0 16-16,0 17-3 16,26 6 8-16,9 7 3 15,-3 1 0-15,-6 1 1 16,-4-2-4-16,-6-3 3 16,13-3 2-16,-13-6-4 15,-3 0 1-15,6-9 0 0,-12-4-2 16,-4-4 1-1,3-1 0-15,-6 0-1 0,7 0-1 16,-7 0-2-16,6-17 3 16,1-8 5-16,-4-4-2 15,6-2 6-15,-2 5-6 16,-7 6-1-16,9 4-2 16,-9 8 0-16,0 3 4 15,0 5-4-15,10 0-5 16,0 0 2-16,6 0 1 0,6 0-7 15,7 0 8 1,9 0 2-16,-2 0 0 0,-1 5-1 16,-3-1 4-16,-3-4-5 15,0 0 4-15,-13 0-6 16,0 0 6-16,-7-7-3 16,-2-16 4-16,-7-4 5 15,0-5 0-15,0 2 4 16,0 3 19-16,-42 7 11 15,4-3 7-15,-7 3-36 16,-3 2 2-16,12 5-6 16,11 2-10-16,2 7-2 15,11 0-3-15,5 4-26 16,7 0-92-16,0 8-100 16,0 16-209-16</inkml:trace>
  <inkml:trace contextRef="#ctx0" brushRef="#br0" timeOffset="64132.13">14776 6306 667 0,'0'0'142'0,"0"0"-90"0,0 0 47 0,0 0 16 15,0 0-39-15,0 0-37 16,0 0-16-16,-13-23-4 15,13 23-19-15,13 0-1 16,13 12-2-16,19 2 6 16,-13 2 11-16,-3-4-8 15,-4-1 0-15,-15-5-2 16,0-3-2-16,-1-3 2 16,-9 0 15-16,23-9 26 0,9-34-11 15,9-19 16-15,27-19-40 16,6-12-6-16,6-14-8 15,6 1-88-15,10-10-105 16,-22 5-356-16</inkml:trace>
  <inkml:trace contextRef="#ctx0" brushRef="#br0" timeOffset="68149.06">28040 11257 205 0,'0'0'715'0,"0"0"-706"0,0 0 7 0,0 0 87 16,0 0-3-16,0 0-49 0,0 0-12 16,29-35 0-16,-10 35-17 15,16 0 7-15,13 8 4 16,0 19 7-16,7 8-18 16,-7 0 3-16,-9-8-8 15,-4-12-5-15,-10-14-10 16,4-1-2-16,23-50 9 15,31-48-4-15,45-46-5 16,26-37-39-16,-3-18-136 16,-39-11-487-16</inkml:trace>
  <inkml:trace contextRef="#ctx0" brushRef="#br0" timeOffset="69817.05">26607 13152 601 0,'0'0'336'0,"0"0"-323"0,0 0-13 0,0 0 28 0,0 0 60 16,0 0-54-16,0 0 16 15,118 39-13-15,-86-3 9 16,-9 4-20-16,-4-2 11 15,0-7-18-15,-12-11-3 0,-7-14-8 16,9-6 0-16,-9 0 4 16,16-27-2-16,13-38 11 15,26-35-9-15,22-32-12 16,29-26-13-16,25-5-119 16,-6-8-127-16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7:02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14962 10329 639 0,'0'0'93'0,"0"0"-6"0,0 0-10 0,0 0-21 15,0 0-15-15,0 0-17 16,0 0-14-16,-19 11-7 15,19-10 2-15,0 4 11 16,29-5-9-16,9 0 48 16,10 0-34-16,13 0 10 15,10 0-7-15,9 0-9 16,10 0-2-16,0 0 5 0,3-2-15 16,-7-6 5-1,23 1 2-15,-9-1 0 0,2 1-5 16,14-1 10-16,-4 4-6 15,-10 3-3-15,1-3-6 16,-10 4 3-16,-16 0 3 16,0 0-3-16,3 0-2 15,-3 0 3-15,0 0-3 16,-3 0 3-16,-7 0-1 16,-9 0 2-16,-4 0-3 15,-15 0 6-15,-4 4 0 16,-6-4-2-16,-10 0-1 15,-6 0 4-15,0 0-1 16,-10 0-6-16,3 0-1 0,-3 0 6 16,-3 1-5-16,0-1-2 15,0 0 3 1,0 3-3-16,-25 6-12 0,-23 5-72 16,-20 4-91-16,1-4-279 15</inkml:trace>
  <inkml:trace contextRef="#ctx0" brushRef="#br0" timeOffset="2383.06">18649 10344 332 0,'0'0'447'0,"0"0"-417"0,0 0 89 0,0 0-21 0,0 0-20 16,0 0-17-16,0 0-28 15,-86 0-9-15,95 0-12 0,43 0-5 16,12 0 19-1,22 0-8-15,7 0-10 0,20 0-6 16,2 0 0-16,0 0 3 16,4 0-4-16,-7 0 3 15,-9 0 4-15,-20 0-8 16,-16 0 0-16,-22 0-14 16,-16 0-33-16,-22 0-109 15,-7 14-141-15</inkml:trace>
  <inkml:trace contextRef="#ctx0" brushRef="#br0" timeOffset="5966.09">13468 10297 604 0,'0'0'85'0,"0"0"6"0,0 0-43 0,0 0-16 16,0 0 0-16,0 0 58 15,0 0-15-15,0 0-28 16,103 58 10-16,-74-45-10 16,-13-4-20-16,3-1-1 15,-6-4 2-15,-7-4-4 16,-6 0-1-16,19 0-6 15,10-7 13-15,19-31 14 0,16-19-11 16,13-18-33-16,10-9 0 16,-7 3 0-16,7-6-58 15,-4 6-114-15,4-8-208 16</inkml:trace>
  <inkml:trace contextRef="#ctx0" brushRef="#br0" timeOffset="8415.26">9271 10779 452 0,'0'0'305'0,"0"0"-295"0,0 0 69 0,0 0 15 15,0 0-53 1,0 0-15-16,0 0-24 16,0 9 9-16,39 16 48 0,-4-5-12 15,0-3-18-15,-6-9 14 16,-9-6-33-16,12-2 8 16,12-9-11-16,37-41 11 15,15-26-1-15,10-19-10 16,-1-11-7-16,-5-5-35 15,-23-1-196-15,-10-1-553 16</inkml:trace>
  <inkml:trace contextRef="#ctx0" brushRef="#br0" timeOffset="16432.43">18460 14719 129 0,'0'0'711'0,"0"0"-695"0,0 0 17 0,0 0 65 15,0 0-20-15,0 0-48 16,0 0-6-16,0 0-12 16,26-2-10-16,6 4 4 15,16 9 30-15,0 4-4 16,-3-4-6-16,0 2-3 15,-7-2-13-15,1-3-5 16,6 0-4-16,-10-4 16 16,-3-4-6-16,6 0 6 15,30-31 7-15,5-21 24 16,24-13-23-16,18-12-19 16,-6 0-3-16,-6 3-2 15,12-1 1-15,1 7-2 0,-7 7-6 16,-4 10-39-1,-12 8-20-15,-19 2-43 0,-7 9-55 16,-12 1-101-16,-17 1-416 16</inkml:trace>
  <inkml:trace contextRef="#ctx0" brushRef="#br0" timeOffset="18734.79">13144 9138 456 0,'0'0'98'0,"0"0"23"0,0 0-11 0,0 0-74 0,0 0 18 15,0 0 17-15,-12-26-10 16,5 22-11-16,1-2-16 16,-4 1-6-16,10 1 37 15,-19-2-41-15,19 3-3 16,-7-4-8-16,7 0 3 15,0 3 0-15,-12 0-8 0,12 0 0 16,0 4 4-16,0 0 3 16,0 0 3-16,0 0-18 15,0 0-3-15,0 8-8 16,0 13 11-16,0 13 2 16,0 5 5-16,0 3-7 15,0 5 2-15,12-1-1 16,-5 3-1-16,12-2 1 15,-9 0-1-15,3 1 0 16,-1-6 4-16,1-1-4 16,-3-7 1-16,3-2-2 15,0-10 2-15,-4-5-2 16,1-7 2-16,9-2 0 0,-19-6-1 16,10-2-2-16,-1 0 2 15,-9 0 2-15,0 0 1 16,7 0 1-16,2-1 1 15,4-14 3-15,6-10 6 16,4-4 3-16,-10-9-10 16,19-3 8-16,-7-8-10 15,-9 0 3-15,4 1-7 16,-1 1 2-16,0 4 0 16,-9 2 6-16,-1 1-9 0,1 7 4 15,3-2-3-15,-7 7 3 16,-6 2-1-16,0 4 3 15,0 1-6-15,0 6 0 16,0-2 0-16,0 9 0 16,0 1 5-16,0 4-5 15,10 2 0-15,-10-2 0 16,0 3 1-16,0 0-1 16,0 0-1-16,0 0 0 15,9 0-5-15,14 3-1 16,-7 13 6-16,3 14 1 15,0 9 0-15,-3 7 0 16,-6 6 0-16,3 2 5 16,-7 3-3-16,-6-3 0 15,0-3 2-15,10-6-4 0,-1-1 0 16,14-10 0-16,-10-6 0 16,6-5-2-16,-3-9 2 15,-10-5 0-15,1-8-1 16,2-1 1-16,1 0-1 15,9 0 1-15,10-6 1 16,10-25 5-16,5-13 0 16,11-10 12-16,-7-9-4 15,-9-3-2-15,-1-3-8 16,-3 0 0-16,-6 9-2 16,-16 6 2-16,-3 14 4 15,-10 5-3-15,0 13-1 0,0 3-1 16,0 7 1-16,0 5 7 15,0 3-9-15,0 0 2 16,0 4-4-16,0 0-2 16,0 0 2-16,0 0 0 15,0 0-23-15,0 24-89 16,0 11-47-16,6 1-150 16,0-4-496-16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7:34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20275 6190 339 0,'0'0'170'0,"0"0"-150"0,0 0 21 0,0 0 54 16,0 0 16-16,0 0-25 16,0 0 12-16,0 0 3 15,-52 8-12-15,52-8-28 0,-12 0-15 16,12 0-2-16,0 3 1 16,-7-3-17-16,7 0 2 15,-3 1-16-15,3-1-8 16,0 0 7-16,0 0-9 15,0 0-1-15,0 0 0 16,0 0 0-16,0 0 4 16,0 0-7-16,0 0-8 15,0 0 7-15,0 0 2 16,0 0 3-16,29 0-4 16,19 0 2-16,19 0 1 15,4 0 1-15,6-1-1 16,6-10-3-16,-6 6 3 15,0-5-3-15,0 3 4 16,3 1-2-16,-13 0-2 16,10 1 0-16,-19 1 2 0,-3 0-2 15,-14 0 2-15,-18 4-2 16,-1-3-2-16,-15 3 2 16,2 0 1-16,-9 0-1 15,10 0 1-15,-10 0-1 16,6 0 6-16,-6 0-5 15,0 0 5-15,0 0 4 16,0 0-8-16,-6 0 3 16,-33 0-1-16,-15 0-1 15,-13 0-1-15,-7 0-2 16,-22 12 0-16,3 2-1 0,-20 2 2 16,-8 4-1-16,5 1 0 15,-2-3-1-15,9-3 1 16,6-3 0-16,20-1 2 15,15-3 4-15,7 0-6 16,13-2-4-16,23-3 4 16,2-3 1-16,14 0 2 15,5 0-3-15,4 0 1 16,-6 0-1-16,6 0-1 16,0 0-5-16,0 0 0 0,0 0-6 15,29 0 3 1,32 0 9-16,25 0-3 15,10 0 1-15,29-5 2 0,7-11 4 16,19-4-1 0,-4 0-3-16,7-3 0 0,-7 2 2 15,-12 6-1-15,-23 3-1 16,-22 3-2-16,-29 6 2 16,-10-5-4-16,-19 7 13 15,-12-2-9-15,-8 2 0 16,-8 1-2-16,-4-4 0 15,0 4 0-15,0 0-22 16,0 0-61-16,-48 0-144 0,-23-3-280 16</inkml:trace>
  <inkml:trace contextRef="#ctx0" brushRef="#br0" timeOffset="7864.76">19178 9435 387 0,'0'0'332'0,"0"0"-295"0,0 0 69 0,0 0-11 0,0 0 26 15,0 0-36-15,0 0-15 16,-122 0-49-16,122 0-9 16,0 0-5-16,39 0 1 15,41-5 6-15,35-7-2 16,36-4 13-16,26-5-18 15,12-3 0-15,19 0 3 16,-12-2-7-16,-7 4 1 0,-13 5-5 16,-12 4 3-1,-33 2 0-15,-22 7-1 0,-29-2-2 16,-35 6 3-16,-10 0-2 16,-12 0 0-16,-14 0 0 15,1 0-2-15,-7 0-6 16,1 0-23-16,-4 0-54 15,0 0-62-15,0 0-126 16,0 0-498-16</inkml:trace>
  <inkml:trace contextRef="#ctx0" brushRef="#br0" timeOffset="10331.21">22298 9312 639 0,'0'0'70'0,"0"0"84"0,0 0-59 0,0 0-35 15,0 0-37-15,0 0-11 16,0 0-9-16,67-9 13 0,7 1 8 15,3-2 11-15,16 0-15 16,-7-1-4-16,1 0-11 16,-13 2-5-16,-1 2 1 15,-8-1 1-15,-17 5 1 16,-10-4 0-16,-9 2-3 16,0 1-10-16,-10 4-97 15,-13 0-101-15,4-3-298 16</inkml:trace>
  <inkml:trace contextRef="#ctx0" brushRef="#br0" timeOffset="12768.95">17428 9481 710 0,'0'0'45'0,"0"0"38"0,0 0 32 15,0 0 29-15,0 0-81 16,0 0 7-16,-154-31-28 0,154 31-36 16,3-3-6-16,55-2-4 15,25-7 4-15,42-7 0 16,19-16 12-16,20-5-10 15,-7-5 3-15,3 0-5 16,-6 1-5-16,-6 5-97 16,-14 5-65-16,-18 9-51 15,-46 6-149-15</inkml:trace>
  <inkml:trace contextRef="#ctx0" brushRef="#br0" timeOffset="15746.45">14327 9486 767 0,'0'0'1'0,"0"0"57"0,0 0 27 16,0 0 20-16,0 0-35 16,0 0-13-16,-22-3-40 0,22 3-13 15,16 5-1-15,16 3 16 16,-6 3 4-16,9-8 5 16,-3-3-13-16,3 0 0 15,26 0-3-15,13-33 0 16,38-19 4-16,10-21-11 15,19-15-2-15,10-11-3 16,-1-8-98-16,-8-5-253 16</inkml:trace>
  <inkml:trace contextRef="#ctx0" brushRef="#br0" timeOffset="22048.11">14844 13329 788 0,'0'0'39'0,"0"0"35"0,0 0 9 0,0 0-3 16,0 0-73-16,0 0 6 16,0 0-12-16,0 0 39 15,307 11-12-15,-156-37 2 16,29-7-14-16,6-3 5 16,12 0-8-16,-18 4-12 15,-13 5 8-15,-17 5-5 16,-18 2-4-16,-10 10 9 15,-36 4-4-15,-18 3-5 16,-33 3 1-16,-6 0-1 16,-10 0 0-16,-10 0-6 15,-9 0-2-15,0 0-21 0,0 4-83 16,0 10-129 0,-22-1-254-16</inkml:trace>
  <inkml:trace contextRef="#ctx0" brushRef="#br0" timeOffset="28097.52">27642 8799 669 0,'0'0'267'0,"0"0"-96"0,0 0-91 0,0 0-39 0,0 0-17 16,0 0-11-16,0 0-13 16,286-105 15-16,-222 105-9 15,-16 0 14-15,-13 21 6 16,-16 13 11-16,-9 13-7 15,-10 10 6-15,0 6-1 16,-16 2-14-16,-26-7-10 16,13-12 4-16,10-11-11 15,13-17 0-15,-4-9-2 0,10-8-1 16,0-1 9-16,0-5 0 16,0-27 18-16,10-13-20 15,25-8-5-15,7-6-2 16,12-11 0-16,4 1-1 15,-3 2 0-15,-1 2 2 16,-22 14-2-16,-9 6 0 16,-17 11 2-16,-6 12-2 15,0 5 0-15,0 11 3 16,0 3 4-16,0 3-7 0,0 0 5 16,0 21-5-16,-13 15 0 15,-3 16 2-15,6 4-1 16,10 11 2-1,0 9 8-15,0-1-4 0,0-3 0 16,16-11 1-16,26-8 3 16,-7-15-9-16,30-11 1 15,-5-7-1-15,14-9-2 16,-16-10 0-16,3-1-2 16,-13 0 0-16,-6 0-6 15,-1 0-22-15,-2-12-75 16,-1-3-112-16,1 0-367 15</inkml:trace>
  <inkml:trace contextRef="#ctx0" brushRef="#br0" timeOffset="29897.99">28001 7011 723 0,'0'0'245'0,"0"0"-39"0,0 0-67 0,0 0-46 0,0 0-3 16,0 0-33-1,-96-40-10-15,96 40-15 0,0 0-14 16,-6 0 3-16,6 13-21 16,0 17 8-16,0 10 11 15,0 12-2-15,0 7 3 16,0 6-3-16,22 7-2 15,-6 4 0-15,10 4-1 16,3 1-3-16,-7-5 2 16,-6 0-5-16,10-6 2 15,-7-10-8-15,0-6 2 16,1-8-4-16,-1-17 3 16,-3-8-4-16,-6-12 4 15,-10-4-2-15,3-5-1 16,-3 0-1-16,0 0 1 15,0-8 2-15,0-19-2 0,0-11 0 16,-3-9-6-16,-23-10-12 16,-3-11 4-16,13-7 2 15,-3-3 3-15,-4-3-6 16,4 4 3-16,-7 4 12 16,-2 7-1-16,-8 7 6 15,7 9-10-15,-3 4 7 16,7 6-2-16,-14 7 4 15,20 6-4-15,6 10 1 16,7 7 2-16,-1 10 5 16,4 0-8-16,-3 0-1 15,6 30-5-15,-10 11 6 16,-3 11 2-16,4 2-2 0,-4 0 5 16,-3-6-4-16,0-7-1 15,16-14 1-15,-10-9-1 16,10-14 0-16,0-4 0 15,0 0 2-15,0-30 3 16,0-15-5-16,0-11-1 16,42-9 1-16,3 2-1 15,3 1-1-15,6 14 2 16,-15 16 0-16,-10 13 0 16,-4 18-1-16,4 1-5 15,6 4 0-15,14 27 6 16,-1 8 0-16,6 8 0 0,-3-1 0 15,-6 3 0-15,3-6-9 16,-9-5-39-16,6-7-118 16,3-14-141-16,0-17-500 15</inkml:trace>
  <inkml:trace contextRef="#ctx0" brushRef="#br0" timeOffset="30814.35">27258 5201 406 0,'0'0'332'0,"0"0"-134"16,0 0-45-16,0 0-34 0,0 0-52 15,0 0 23-15,-106-59-21 16,106 59-12-16,0 0-21 0,0 0-10 15,0 0-17-15,0 27 3 16,0 15 3-16,0 12 10 16,0 16-6-16,13 11 5 15,22 20-4-15,7 10-3 16,-7 10 7-16,10 2-6 16,3-3-1-16,-3-3 2 15,3-4 11-15,-10-3-17 16,-9-7 3-16,10-10-10 15,-20-9-4-15,10-16 1 16,-13-14 0-16,-7-18-2 0,1-19 0 16,3-11-1-1,-13-6-7-15,0 0-18 0,0-22-23 16,0-20-70-16,0-21-35 16,-23-16-85-16,4-24-168 15</inkml:trace>
  <inkml:trace contextRef="#ctx0" brushRef="#br0" timeOffset="31464.22">27011 5211 785 0,'0'0'266'0,"0"0"-77"0,0 0-68 0,0 0-57 16,0 0-28-16,0 0-33 16,125-108 14-16,-3 93-4 15,35-5-10-15,3 4 0 16,4 1 0-16,-4 5-1 16,-38 5-2-16,-29 3-1 15,-16 2 1-15,-23 0 0 16,-15 0 0-16,-1 7 1 15,-9 10 1-15,0 3 8 16,-4 7 1-16,-5 7 5 16,-4 10-3-16,-7 9 6 0,-5 9 0 15,5 7-4-15,1 13 1 16,6 4-4-16,6 6 1 16,4 4 12-16,9 3-20 15,-3 0 9-15,23-5-12 16,-1-5 8-16,1-13-3 15,-4-6-5-15,-6-15-1 16,-13 2-1-16,-6-9 2 16,-14-6 4-16,8-1-1 15,-17-10 0-15,0-4 1 16,-3-3 1-16,0-5 1 16,0-3-6-16,0-8 1 0,0 4 1 15,-45 0 7 1,-6 3-9-16,-13-3-2 0,-23 8 0 15,-15-2 2-15,-11 5 0 16,-8-1-2-16,-1-4 1 16,10-3 8-16,-4 0-9 15,4-9-1-15,9 0 0 16,17-3-7-16,15-3-5 16,23 0-17-16,13 0-47 15,3 0-62-15,3 0-121 16,10-9-353-16</inkml:trace>
  <inkml:trace contextRef="#ctx0" brushRef="#br0" timeOffset="31847.53">27476 5512 868 0,'0'0'267'0,"0"0"-142"0,0 0-95 0,0 0-24 0,0 0 11 15,0 0-4-15,25 43 2 0,-2-42 7 16,-17-1-2-16,13 0 29 16,-12-10 4-16,-4-13-12 15,-3 0-23-15,0 5 2 16,0 2-3-16,0 5-11 16,-10 7 1-16,-9 4-7 15,13 0-4-15,-13 7-46 16,12 20-61-16,7 12-83 15,0 8-201-15</inkml:trace>
  <inkml:trace contextRef="#ctx0" brushRef="#br0" timeOffset="32099.58">27928 5965 562 0,'0'0'312'16,"0"0"-61"-16,0 0-134 15,0 0-23-15,0 0-45 16,0 0-20-16,64 17-4 16,-64-17-6-16,0 0 1 15,9 0 11-15,4 0-10 16,-10-9-10-16,1 1-6 16,-4 4-2-16,0 0-3 0,0 4-2 15,0 0-51 1,-4 1-70-16,-12 20-48 0,7 6-107 15,9 8-43-15</inkml:trace>
  <inkml:trace contextRef="#ctx0" brushRef="#br0" timeOffset="32314.34">28027 6438 340 0,'0'0'270'0,"0"0"-69"16,0 0-58-16,0 0 31 15,0 0-51-15,0 0-7 16,42 14-37-16,-42-14 0 0,0 0-30 16,0 0-17-1,0-3-32-15,0-8 0 0,0 2-5 16,-3 6-79-16,3 3-144 16,0-4-380-16</inkml:trace>
  <inkml:trace contextRef="#ctx0" brushRef="#br0" timeOffset="37181.31">28736 5691 166 0,'0'0'430'0,"0"0"-234"0,0 0-42 0,0 0-44 16,0 0-40-16,0 0-16 15,0 0 6-15,-4 0-5 16,-2 0 2-16,6 0-9 15,0 0-6-15,0 0-21 16,0 0-11-16,0 0 11 0,-3 0-14 16,3 0 18-16,-3 0-14 15,3 0-2-15,0 0-9 16,0 0 8-16,0 0-6 16,0 0-2-16,0 0 0 15,3-3-4-15,48-3 4 16,20-1 6-16,15-5-3 15,10 1-3-15,-3-2-2 16,13-1 2-16,0-2 0 16,-13 2 0-16,-19 4 2 15,-7-2 4-15,-22 2-6 16,-16 3-3-16,-10 4 2 16,-9-2 2-16,-4 5-1 15,-6-2 0-15,0 2 1 0,0 0 2 16,0-2-2-16,0-3 2 15,0-5 1-15,-10 2-4 16,-25-8 2-16,-3 3 1 16,12-1 3-16,-6 2-8 15,22 8 6-15,4 0-4 16,-4 4 13-16,10 0-12 16,0 0 8-16,0-3-8 15,0-1-1-15,0 3 0 16,36-3 0-16,18 4 6 15,-3 0-11-15,-6 0 6 16,0 0-2-16,-13 9 2 16,-3 1-1-16,-23 3 0 0,-6 6 0 15,0 8-2-15,-6 15 1 16,-55 9-71-16,-19 14-120 16,-26 4-260-16</inkml:trace>
  <inkml:trace contextRef="#ctx0" brushRef="#br0" timeOffset="38064.19">28444 7427 635 0,'0'0'329'0,"0"0"-99"0,0 0-80 0,0 0-39 16,0 0-67-16,0 0-16 16,-48-22-25-16,48 46 6 15,19 3-3-15,3 2 6 16,4-4-2-16,-16-5-6 16,6-3-4-16,-7-8 0 15,-5-5 8-15,-4-4-8 16,9 0 0-16,-9 0 2 15,0-4-1-15,10-15 11 16,6-3-9-16,-7 1-3 16,8 7-2-16,-8 5 2 15,-2 5 0-15,-1 4 2 0,20 0-4 16,2 0 3-16,11 0-2 16,-4 0 1-16,-3 0-1 15,-3 0 1-15,0 0 5 16,-13 0-4-16,13 0-2 15,-10-9 3-15,-9-12 3 16,-1 1-5-16,-9-2 3 16,0 1-3-16,0 3 2 15,0 3-2-15,0 6 1 16,-9 1-1-16,6 8-28 16,3 0-110-16,0 0-237 15</inkml:trace>
  <inkml:trace contextRef="#ctx0" brushRef="#br0" timeOffset="40797.64">28207 7409 274 0,'0'0'315'0,"0"0"-135"0,0 0-27 0,0 0-16 0,0 0-44 16,0 0-13-16,-39-32-24 15,33 29 11-15,3-1-15 16,3 4-1-16,-4-2-11 16,4 2-14-16,0 0 0 15,0 0-6-15,0 0-14 16,0 0-6-16,0 0 4 16,0 6-4-16,16 10 5 15,20 7-1-15,-7 4 0 16,9 4 0-16,-12 4 4 0,6-4-4 15,-7 1 10-15,-5-2-12 16,-1-6-1-16,-10-6 1 16,11-5 1-16,-8-5-3 15,-5-6-1-15,-1-1 1 16,-6-1 1-16,0 0-1 16,4 0 1-16,-4 0 0 15,0 0 7-15,0 0 1 16,9-12-8-16,-9-11 5 15,10-2-7-15,3-2 5 16,-7 1-4-16,4 3 0 16,-1 4 0-16,-9 3 1 0,7 7 1 15,-4 4-2-15,-3 4 6 16,0-2-6-16,9 3 0 16,-2 0 0-16,2 0-1 15,17 0 2-15,6 14-5 16,-3-1 8-16,10 1-8 15,-7-1 10-15,0-1-6 16,3-3 0-16,-3-3-4 16,-6-3 3-16,6-2 1 15,-16-1 0-15,3 0-3 16,0 0 3-16,0-14 8 16,4-4-3-16,-10-5-2 15,-13 0 2-15,0-6-5 0,0 0 3 16,0-1 10-1,0 5 11-15,-13 5-1 0,-3 5-6 16,0 0-10-16,6 6-7 16,7 3-4-16,0 3 1 15,3 2-27-15,0 1-86 16,0 0-116-16,16 6-140 16</inkml:trace>
  <inkml:trace contextRef="#ctx0" brushRef="#br0" timeOffset="44748.07">29213 4792 440 0,'0'0'341'0,"0"0"-132"0,0 0-55 0,0 0-72 16,0 0-6-16,0 0-18 16,0 0-14-16,-45-47-11 15,45 47-10-15,0 0-10 16,0 0-11-16,0 22 7 16,0 14 5-16,7 9 9 15,12 3-4-15,-6 4 8 0,-3 9-17 16,-1-3-4-1,-9 4-3-15,0-8 0 0,0-9 0 16,0-13-2-16,0-11-1 16,0-10 1-16,10-7-1 15,-10-4 4-15,0 0 3 16,0-1 4-16,0-26-5 16,0-9-6-16,0-5 3 15,6 2-5-15,13 4 2 16,7 6 0-16,-3 5 0 15,-14 9 0-15,4 6-1 16,0 9 1-16,6 0-11 16,0 0 9-16,23 16 1 15,-10 11 1-15,0 5 0 0,-3 0 0 16,-3 0 4-16,-1-5-4 16,-6-4 0-16,4-3-1 15,-17-9 1-15,7-2 0 16,3-1-13-16,-3-4-30 15,-3-1-54-15,6 2-81 16,-16-5-90-16,9 0-429 16</inkml:trace>
  <inkml:trace contextRef="#ctx0" brushRef="#br0" timeOffset="45463.97">29835 5001 706 0,'0'0'268'0,"0"0"-76"0,0 0-94 15,0 0-5-15,0 0-39 0,0 0 7 16,0-33-35-16,0 33-14 16,0 0-4-16,0 18 0 15,20 9 8-15,-11 4-1 16,7 4 2-16,0 1 0 15,4-3-13-15,-8 2-1 16,11-8-1-16,-7-5 0 0,-7-9-2 16,17-3 0-1,-13-6-3-15,13-4 2 0,-4 0-10 16,4 0 8-16,-7-14-27 16,7-5-43-16,-14-2-88 15,-2 7-30-15,-10 6-202 16</inkml:trace>
  <inkml:trace contextRef="#ctx0" brushRef="#br0" timeOffset="45648.16">29781 5144 442 0,'0'0'467'0,"0"0"-227"15,0 0-136-15,0 0-64 16,0 0-39-16,0 0 14 15,74-50-15-15,-33 41 0 16,4 5-2-16,-10 2-44 16,14-1-176-16,-5 3-257 15</inkml:trace>
  <inkml:trace contextRef="#ctx0" brushRef="#br0" timeOffset="45798">30259 5088 725 0,'0'0'221'16,"0"0"-62"-16,0 0-68 0,0 0-45 16,0 0-32-16,0 0-10 15,160-32-4-15,-141 30-60 16,0 0-191-16,10-3-259 16</inkml:trace>
  <inkml:trace contextRef="#ctx0" brushRef="#br0" timeOffset="45997.66">30573 4902 723 0,'0'0'345'0,"0"0"-120"15,0 0-77-15,0 0-58 16,0 0-49-16,0 0-32 0,-32-5-3 16,32 31 8-1,13-1-3-15,-1 13-9 0,1-2 0 16,-6 9-4-16,-7 8-34 15,0 6-89-15,0 4-143 16,0 2-297-16</inkml:trace>
  <inkml:trace contextRef="#ctx0" brushRef="#br0" timeOffset="47180.5">29188 9251 388 0,'0'0'360'0,"0"0"-148"0,0 0-43 0,0 0-48 16,0 0-36-16,0 0-4 15,-13-59-31-15,13 59-12 16,0 0-17-16,0 21-10 16,0 12 12-16,0 12 4 15,13 8-5-15,-10 5-6 16,3 1-6-16,4 2 4 16,6-2-8-16,0-5-6 0,-3-11 4 15,12-10-3 1,-2-11 1-16,-4-5-2 0,7-8-2 15,6-5 1-15,-6-4-5 16,9 0 12-16,0 0-13 16,0-16 7-16,1-2-43 15,-1-2-39-15,-13 0-47 16,-2 6-47-16,-14 1-118 16,-6-1-193-16</inkml:trace>
  <inkml:trace contextRef="#ctx0" brushRef="#br0" timeOffset="47431.57">28925 9592 860 0,'0'0'276'16,"0"0"-131"-16,0 0-66 15,0 0-47-15,0 0-14 16,0 0 7-16,157-74-15 16,-109 57-1-16,-3 4-4 15,3-1-5-15,-10 5-23 16,11 5-73-16,-5 4-78 16,-5 0-204-16</inkml:trace>
  <inkml:trace contextRef="#ctx0" brushRef="#br0" timeOffset="47635.04">29579 9558 936 0,'0'0'253'0,"0"0"-103"16,0 0-57-16,0 0-53 15,0 0-18-15,0 0 12 16,51 0-15-16,-32-4-13 15,1-4-2-15,-4 4-4 16,6 0-3-16,-9 1-88 0,6 2-167 16,4-5-290-1</inkml:trace>
  <inkml:trace contextRef="#ctx0" brushRef="#br0" timeOffset="47880.98">29848 9291 891 0,'0'0'306'0,"0"0"-124"16,0 0-67-16,0 0-43 15,0 0-41-15,0 0 0 16,-22 0-20-16,44 30 29 16,4 6-9-16,3 6-15 0,0 6-6 15,-4 1-7 1,-6 1-3-16,-3 1-6 0,4-1-42 15,-11-8-73-15,7-3-90 16,-3-11-240-16</inkml:trace>
  <inkml:trace contextRef="#ctx0" brushRef="#br0" timeOffset="49631.45">31022 4753 531 0,'0'0'248'0,"0"0"-64"0,0 0-34 0,0 0-37 0,0 0-14 15,0 0-30-15,0 0-14 16,-32-79-38-16,32 79-3 15,0 9-10-15,0 21 1 16,0 14 34-16,12 6-23 16,8 13 10-16,-4 10-6 15,-4 11-8-15,-2 10 8 16,0 11-9-16,-4 3-3 16,-6 8 5-16,0-4 0 15,0 2-2-15,0-2 2 16,0 3-5-16,0-9 4 15,0-6-5-15,0 1 5 16,0-9-7-16,3-3 0 0,10 0-1 16,0-5-2-16,6-7 0 15,7-7-1-15,-4-7 2 16,-2-9-3-16,-1-9 0 16,-10-13 1-16,-2-8-1 15,-7-17 0-15,6-2-2 16,-6-5 0-16,0 0-11 15,0-20-23-15,0-19-52 16,-32-18-47-16,3-7-81 16,-6-20-175-16</inkml:trace>
  <inkml:trace contextRef="#ctx0" brushRef="#br0" timeOffset="50414.79">30868 4750 717 0,'0'0'219'0,"0"0"-42"0,0 0-65 0,0 0-49 16,0 0-22-16,0 0-6 15,86-67-7-15,-18 53 5 16,9 0-3-16,16-4 1 16,19 4-14-16,6 1-1 15,7 1 10-15,7 2-23 16,3 5 2-16,-14-3-2 16,-18 8 1-16,-17-3-4 15,-21 3-1-15,-11 0 1 16,-15 0 0-16,-7 0-3 0,-20 0 3 15,-2 0-1 1,-7 0-1-16,-3 3-5 0,0 6 7 16,0 1 0-16,7 14 11 15,-4 5 2-15,7 8 1 16,-10 10-8-16,9 7 12 16,-9 12-11-16,7 10 7 15,-1 13-10-15,-3 7 5 16,7 14-2-16,3 6 3 15,12 6-1-15,-2 0 3 0,-1 2-8 16,1-1 10 0,-1-4-11-16,4-9 7 0,-4-6 3 15,4-11-5-15,-4 0-1 16,1-11 4-16,-1-5-10 16,-6-7 1-16,0-11 1 15,0-11-3-15,-13-8 1 16,-3-5-5-16,7-12 10 15,-7-12-11-15,0-2 9 16,0-6-8-16,0 1 0 16,0 0-30-16,0 0-58 15,0 3-69-15,-26 9-113 16,-6-2-330-16</inkml:trace>
  <inkml:trace contextRef="#ctx0" brushRef="#br0" timeOffset="50797.19">30897 7054 977 0,'0'0'90'0,"0"0"18"0,0 0-10 0,0 0-14 16,0 0-58-16,0 0 20 0,218-90 8 15,-87 75-20-15,29 2-5 16,10-1-6 0,7 4-2-16,-4-4-15 0,-7 4 1 15,-5-2-6-15,-7-3 5 16,-7 3-6-16,-22-1 0 15,-22 2 1-15,-30 3-5 16,-31 1 7-16,-16-1-6 16,-20 7 6-16,-3-7-4 15,-3 2 1-15,0-3-55 16,-19-7-85-16,-42-7-60 16,-32-9-170-16</inkml:trace>
  <inkml:trace contextRef="#ctx0" brushRef="#br0" timeOffset="51097.52">31797 5303 644 0,'0'0'326'0,"0"0"-101"0,0 0-127 0,0 0-49 0,0 0-43 16,0 0-6-16,-32-22-27 15,32 37-27-15,16 12-125 16,-3 11-216-16</inkml:trace>
  <inkml:trace contextRef="#ctx0" brushRef="#br0" timeOffset="51247.58">31842 5795 715 0,'0'0'218'15,"0"0"-70"-15,0 0-56 0,0 0-65 16,0 0-23-1,0 0-4-15,7 40-31 0,2-13-213 16,1 6-198-16</inkml:trace>
  <inkml:trace contextRef="#ctx0" brushRef="#br0" timeOffset="51398.4">31942 6263 686 0,'0'0'222'16,"0"0"-34"-16,0 0-63 15,0 0-20-15,0 0-36 16,0 0-47-16,-7 0-22 0,7-4-8 16,0 0-160-16,0 1-415 15</inkml:trace>
  <inkml:trace contextRef="#ctx0" brushRef="#br0" timeOffset="52447.57">31894 7197 540 0,'0'0'464'0,"0"0"-233"0,0 0-73 0,0 0-68 0,0 0-44 16,0 0-34-16,-74-8-10 16,84 49 32-16,28 9 0 15,7 11 6-15,-7 8 7 16,1 11-11-16,-10 5-17 16,0 5 3-16,-10 0-3 15,-6-7-7-15,-10-12-3 16,6-12-9-16,1-18 5 0,0-11-5 15,2-13 0-15,-12-9 0 16,7-6 5-16,-7-2-5 16,0 0 1-16,0-7 2 15,0-18 8-15,0-14-8 16,-7-8-3-16,-12-9-4 16,6-9 3-16,4-8 1 15,2-1 0-15,-12-4 6 16,0 1-6-16,0 4-6 15,-4-1 0-15,-2 12 6 16,5 9 0-16,8 17 0 0,-1 12 0 16,3 15 0-1,7 7 0-15,3 2 5 0,-16 0-5 16,3 32-11-16,-3 11 9 16,-22 14 0-16,18 2 2 15,-5-2 0-15,2-6 1 16,4-8 0-16,3-13-2 15,16-15 0-15,0-10 0 16,0-5 1-16,0 0 0 16,0-15 8-16,0-15-6 15,0-14-2-15,16 1-6 16,22-5 6-16,1 0 0 16,9 6 1-16,-10 8-2 0,-2 9 1 15,-7 9-2 1,-10 8 2-16,0 8 0 0,7 0-7 15,6 12 1-15,3 18 6 16,4 2-2-16,-1 6 1 16,0-3 1-16,-12 4 2 15,-3 0-2-15,-11-1-13 16,-8 1-52-16,-4-3-43 16,6 5-48-16,4-1-118 15,6-6-331-15</inkml:trace>
  <inkml:trace contextRef="#ctx0" brushRef="#br0" timeOffset="53247.39">31983 9201 116 0,'0'0'714'0,"0"0"-489"0,-44-117-71 0,44 69-58 16,0 3-25-16,6 8-30 15,32 3-13-15,-6 15-3 16,7 11-13-16,-1 8-1 0,7 6-6 16,-3 26 4-16,3 7-1 15,-16 14 7-15,-16 1-5 16,-13 2-2-16,0-6-3 16,0-11-1-16,0-17-6 15,0-8 3-15,0-12-1 16,0-2 5-16,0-2 5 15,0-28-10-15,0-11 1 16,6-11-2-16,13-6 1 16,10-6 0-16,-3 5 0 15,3-2-3-15,-10 15 3 16,0 10 6-16,-9 13-6 16,-4 11 1-16,-6 8-2 0,0 4 1 15,0 4-1 1,0 28 1-16,0 12 5 0,0 5 9 15,0 5 2-15,0 4-13 16,29-4 2-16,0-1 2 16,6-13-7-16,-3-10 0 15,10-7-3-15,-10-14 9 16,6-7-5-16,-9-2 0 16,13 0-1-16,-10-7 1 15,-3-12-1-15,-10 1 0 16,0 5-20-16,-9 5-49 15,-1 4-54-15,-2 4-51 16,-7 0-160-16</inkml:trace>
  <inkml:trace contextRef="#ctx0" brushRef="#br0" timeOffset="53797.95">33003 8981 715 0,'0'0'264'0,"0"0"-95"0,0 0-38 0,0 0-36 0,0 0-16 16,0 0-23-16,-16-35-23 15,16 53-7-15,0 12 23 16,0 7-12-16,19 12-8 0,0 3-1 16,1 2-3-16,-1 1-5 15,3 7 2-15,-9-4-13 16,0-4-4-16,13-7-1 16,-1-8-3-16,4-9-1 15,0-11 0-15,3-4-1 16,-6-7 1-16,-1-4 0 15,-2-4-1-15,2 0 0 16,4 0 0-16,0-8-19 16,0-11-43-16,-3-3-30 15,-4 2-27-15,-12 4-49 16,-4 5-36-16,-6 2-129 16,0 2-173-16</inkml:trace>
  <inkml:trace contextRef="#ctx0" brushRef="#br0" timeOffset="54064.67">32884 9339 680 0,'0'0'374'0,"0"0"-137"15,0 0-81-15,0 0-68 16,0 0-40-16,0 0-26 15,-3-12-4-15,51 3 6 16,20-2-5-16,5-2-11 16,1-5-2-16,3 2-6 0,-13 2 0 15,-13 2-4-15,-6 4-44 16,-6 6-91-16,-10-3-145 16,-4-1-495-16</inkml:trace>
  <inkml:trace contextRef="#ctx0" brushRef="#br0" timeOffset="60364.66">27681 4826 427 0,'0'0'207'0,"0"0"-52"0,0 0-24 0,0 0 15 15,0 0-41-15,0 0-31 16,0 0-3-16,0-23-20 15,0 0-17-15,0-8-1 16,0-14 0-16,0-7-13 16,0-7 0-16,0-4-4 15,0-3 1-15,0 0-5 16,0-8 1-16,0-2 0 16,-29-8-3-16,-6-9 1 0,-13-2 7 15,-7-2-8 1,-3 3-5-16,10 2-1 0,0 3 2 15,0 6-3-15,-6 7-3 16,15 9 3-16,-6 4 3 16,4 4 7-16,-1 3-7 15,10-5-1-15,-3 4-2 16,6-2 2-16,10 3-3 16,2 2 4-16,-2 5-6 15,6 8 0-15,4 5 0 16,2 13 1-16,-2 7 0 15,-1 5-1-15,7 2 2 0,-3 2-1 16,2 3 0 0,4 2-1-16,0 2 0 0,0 0 0 15,0 0 0-15,0 0 2 16,0 0-2-16,0 0-11 16,0 0 9-16,0 10 0 15,0 14 1-15,-6 14 0 16,0 7 2-16,-1 0 0 15,1-3-1-15,2 3 0 16,4-10-6-16,-6-1 13 16,-13-6-6-16,12-7-1 15,-5-7 0-15,12-6 0 16,0-8 1-16,0 0-1 16,0 0 6-16,0-11-2 15,-7-16-1-15,7-12-3 0,0-4 0 16,0-5-3-1,0-1 3-15,19 6-2 0,7 1 2 16,0 14-3-16,-13 9 3 16,-4 11 0-16,-2 5-2 15,-4 3 1-15,13 0-5 16,3 5-4-16,10 20 8 16,19 2 1-16,0 9 1 15,7-1 0-15,-1 6 0 16,-6 7-4-16,7 3-34 15,-7 7-83-15,13 11-85 16,-10-1-132-16</inkml:trace>
  <inkml:trace contextRef="#ctx0" brushRef="#br0" timeOffset="60984.2">28066 3696 9 0,'0'0'911'0,"0"0"-616"0,0 0-140 0,0 0-37 0,0 0-65 15,0 0-42-15,-84 13-10 16,84 27 9-16,10 8 10 16,12-2-9-16,-6 2 0 15,0-7 5-15,0-10-15 16,-3-13 0-16,0-9 1 15,-13-9-2-15,6 0 9 0,-6-11-6 16,10-19 19-16,9-9-16 16,1 3-10-16,-1 5 5 15,0 8-1-15,-9 13 0 16,-4 2 0-16,0 8-4 16,1 0-2-16,12 0 1 15,-3 8 4-15,23 6 0 16,-1-1 1-16,-12-3-2 15,3-1 2-15,-17-2 1 16,-5-7-1-16,12 0-5 16,-3-14 5-16,3-18 8 15,1-7-7-15,-11-3-1 16,-2 2 2-16,-7 2 2 16,0 4 4-16,-16 7-7 15,-13 3 4-15,-7 8-5 0,20 7-26 16,4 7-62-1,5 2-180-15,7 0-356 0</inkml:trace>
  <inkml:trace contextRef="#ctx0" brushRef="#br0" timeOffset="62064.77">26632 1691 828 0,'0'0'213'0,"0"0"-29"0,0 0-37 16,0 0-53-16,0 0-65 15,0 0-23-15,-54 28 2 16,83 14-3-16,3 4 7 0,6-3 2 16,-2-8-13-1,-8-8-1-15,1-8 10 16,-13-11-10-16,-3-8-8 15,13 0-4-15,-1-5 12 0,4-27 8 16,7-12-5-16,-14 0 2 16,-12-5-5-16,2 6 0 15,-12 1 7-15,0 10-5 16,0 13-2-16,0 7 9 16,0 8 7-16,0 4 10 15,0 0-17-15,0 13-9 16,0 23 1-16,0 24-1 15,0 10 7-15,0 16 3 16,0 13 1-16,7 5-6 0,12 2 2 16,-12-6-3-16,-4-11 9 15,-3-19-8-15,0-20 2 16,0-26-6-16,0-12 5 16,0-12-2-16,-29 0 5 15,-19-8 44-15,-16-26-38 16,-10-10-4-16,19-14-9 15,14-8 1-15,22 1-2 16,19 6-1-16,0 1 0 16,19 8-3-16,45-3-2 15,6 5-27-15,14 10-42 16,6 10-47-16,-7 12-78 16,-13 6-87-16,-12 3-231 15</inkml:trace>
  <inkml:trace contextRef="#ctx0" brushRef="#br0" timeOffset="62849.55">27351 1947 697 0,'0'0'265'0,"0"0"-83"0,0 0-59 0,0 0-27 0,0 0-27 16,0 0-9-16,-45-32-15 15,45 32-24-15,0 0-5 16,0 19-6-16,0 9-5 15,0 14 10-15,16 9 6 16,-3 7-8-16,9 1-3 16,-9-1-8-16,0-9-1 15,3-14 0-15,13-12 0 16,-13-11-2-16,3-8 0 16,3-4-2-16,7 0-4 0,6 0 5 15,4-17-49 1,-4-9-45-16,-12 3-96 0,-4 1-123 15,-19 0-129-15</inkml:trace>
  <inkml:trace contextRef="#ctx0" brushRef="#br0" timeOffset="63031.51">27200 2135 595 0,'0'0'316'16,"0"0"-92"-16,0 0-111 15,0 0-80-15,0 0-33 0,0 0 0 16,48-17 5 0,10 9-5-16,-1 3-112 0,14-3-287 15</inkml:trace>
  <inkml:trace contextRef="#ctx0" brushRef="#br0" timeOffset="63181.39">27857 2097 828 0,'0'0'165'0,"0"0"-39"16,0 0-34-16,0 0-28 15,0 0-50-15,0 0-14 16,144-3-18-16,-118 3-134 16,-3-4-266-16</inkml:trace>
  <inkml:trace contextRef="#ctx0" brushRef="#br0" timeOffset="63380.74">27857 2097 915 0,'314'-135'254'0,"-323"134"-69"15,6 1-36-15,3 0-64 16,0 0-33-16,0 0-32 16,0 4-11-16,12 17-3 15,33 8 1-15,-16 8-7 16,0 11 0-16,-3 7-13 15,-14 6-67-15,4 7-80 16,1 6-131-16,-14-9-322 16</inkml:trace>
  <inkml:trace contextRef="#ctx0" brushRef="#br0" timeOffset="71835.78">15225 13274 456 0,'0'0'193'0,"0"0"-58"0,0 0-27 0,0 0 26 15,-263-24-28-15,225 24-31 16,6 0 5-16,9 0-8 0,23 0-25 15,-9 0-1 1,9 0-21-16,0 0-13 0,0 0-9 16,57 0-2-16,24 0 5 15,40-11 15-15,20-10 3 16,13-1-13-16,23 0 9 16,-4 5-15-16,3-5-3 15,-3 6-2-15,-38-2 0 16,-29 6 0-16,-20 3 3 15,-38 6-3-15,-22 2 0 16,0 1 0-16,-17 0 0 16,-9 0-2-16,0 0 4 15,0 0 1-15,0 0-1 0,0 0-2 16,0 0-4 0,-9 0-1-16,-17 1-47 0,0 20-46 15,-6 6-55 1,-3-2-110-16,-3-5-183 0</inkml:trace>
  <inkml:trace contextRef="#ctx0" brushRef="#br0" timeOffset="78233.3">29335 7387 433 0,'0'0'196'0,"0"0"-52"0,0 0 18 0,0 0-36 0,0 0 10 15,0 0-49-15,0 0 9 16,0 0-12-16,0-10-23 16,0 6-18-16,0-3-17 15,0 4-6-15,0-1 3 16,0 0-3-16,0 4-3 15,0 0-10-15,0 0 1 16,0 0-3-16,0 0-4 16,0 0-1-16,0 0 0 15,0 0 2-15,0 0-2 16,0 0 2-16,0-4 0 16,0 4-1-16,0-1 1 15,0 1-1-15,0 0-2 0,0 0 2 16,0 0-1-16,0 0 0 15,0 0 0-15,0 0 0 16,0 0 1-16,0 0-2 16,0 0 2-16,0 0-1 15,0 0 1-15,0 0 0 16,0 0-1-16,0 0-3 16,0 0 3-16,0 0-2 15,0 0-3-15,0 0-14 16,-3 0-37-16,0 12-59 15,-7 3-86-15,10 1-216 16</inkml:trace>
  <inkml:trace contextRef="#ctx0" brushRef="#br0" timeOffset="79613.5">29098 8710 479 0,'0'0'350'0,"0"0"-221"0,0 0 19 0,0 0 1 16,0 0-78-16,0 0-13 15,13-4 2-15,-13 4-11 16,0 0-2-16,0 0-23 16,0 0-6-16,0 0-3 15,0 0-4-15,0 0-4 16,0 0-5-16,0 0-2 16,0 0 3-16,0 0-3 15,0 0-7-15,0-1-17 16,0-9-44-16,0-6-58 15,0-17-87-15,-13-6-198 0</inkml:trace>
  <inkml:trace contextRef="#ctx0" brushRef="#br0" timeOffset="82514.56">29354 7417 355 0,'0'0'140'0,"0"0"-34"0,0 0-18 0,0 0 52 0,0 0-41 15,0 0-19-15,-93-98 27 0,84 80-15 16,9 6-1-16,0 5-2 15,-10 5-28-15,10 2-1 16,0 0-22-16,0 0-27 16,0 13-1-16,10 22-4 15,28 7 3-15,1 2-7 16,-10 5 4-16,-4-6-1 16,-5-5-3-16,5-13 1 15,-15-10-3-15,-1-8 0 16,-9-7 1-16,0 0-2 15,0 0 3-15,0 0-1 16,4-20 1-16,2-7 1 16,7 4-2-16,-7 8-1 0,-3 4-2 15,4 10 2 1,3 1 1-16,-1 0-1 0,4 0-1 16,13 0 0-16,2 0 0 15,1 8 1-15,0-7 0 16,-10-1-2-16,7 0-9 15,-16 0-8-15,15 0-15 16,-12-9-37-16,3-5-38 16,0-3-89-16,-13 6-281 15</inkml:trace>
  <inkml:trace contextRef="#ctx0" brushRef="#br0" timeOffset="91300.6">32317 7320 515 0,'0'0'387'0,"0"0"-180"0,0 0-12 0,0 0-58 0,0 0-51 15,0 0-48-15,0 0-36 16,-51-11 18-16,86 48-9 0,10 0-4 16,-4 2-1-1,-5-7-6-15,-1-7 2 0,-16-10-2 16,-6-11 1-16,-3-4 4 16,-10 0-5-16,6-7 3 15,4-20 2-15,2-6 2 16,-2 2-7-16,6 4 2 15,-6 10-2-15,-10 12 0 16,6 5-4-16,17 0 4 16,-4 12 0-16,16 8 4 15,7 1-2-15,3-4 0 16,-10-9-2-16,3-6-1 0,-9-2 1 16,10-4 1-1,-17-25 0-15,-9-13 1 0,-13-7 4 16,0-3-3-1,0 5 6-15,-48 4 15 0,-10 12 15 16,-3 7-21-16,-3 13-10 16,16 7-6-16,13 4-2 15,9 0-5-15,10 15-75 16,16 17-92-16,0 2-137 16,0-2-408-16</inkml:trace>
  <inkml:trace contextRef="#ctx0" brushRef="#br0" timeOffset="91781.55">33128 7329 347 0,'0'0'522'0,"0"0"-282"0,0 0-99 0,0 0-38 16,0 0-6-16,0 0-53 16,83-87 3-16,-51 81-30 15,4 6 1-15,5 0-18 16,-9 7 2-16,-9 13-2 16,-4 6 3-16,-19-1-3 15,0-7 0-15,0-4-1 16,0-9-3-16,0-5 4 0,0 0 0 15,-10-1 0-15,1-21-1 16,6-9 1-16,3-4-2 16,0-1 4-16,0 4-2 15,0 7 4-15,0 11-4 16,0 9 3-16,0 5 6 16,0 0-9-16,0 5-3 15,0 17 3-15,0 5 3 16,12 0-3-16,5 0 0 15,2-3-2-15,0-5-26 16,-3-9-59-16,-3-5-59 16,6-5-32-16,4 0-177 15,-7-14-173-15</inkml:trace>
  <inkml:trace contextRef="#ctx0" brushRef="#br0" timeOffset="92064.59">33554 7077 187 0,'0'0'494'16,"0"0"-236"-16,0 0-40 15,0 0-63-15,0 0-46 16,0 0-64-16,-12 0 9 16,12 29-7-16,25 2-26 15,4-1-14-15,-6-5-3 16,-4-5-1-16,-3-8-2 16,-13-9-1-16,3-3-2 15,-2 0 2-15,5-3 0 0,-2-18 8 16,12 0-4-1,-9 4 1-15,6 5 1 0,-7 8 1 16,14 1 7-16,2 3-11 16,7 0-2-16,4 0 0 15,-17 0-2-15,6 3-9 16,-5-3-72-16,2 0-101 16,4 0-157-16,-7 0-601 15</inkml:trace>
  <inkml:trace contextRef="#ctx0" brushRef="#br0" timeOffset="96414.78">16213 13041 825 0,'0'0'90'0,"0"0"49"0,0 0 12 0,0 0-45 0,0 0-18 15,0 0-15-15,0 0-6 16,-122 0-30-16,122 0-5 16,0 0-25-16,16 0-5 15,45 0 1-15,32 0 6 16,19-14 5-16,19-5-11 16,10-4 3-16,-9 1-6 0,-20-2 0 15,-19 9 5-15,-35 6-5 16,-29 1-3-16,-10 8 3 15,-19 0 3-15,0 0 7 16,0 0-4-16,0 0 5 16,0 0-9-16,-10 0 7 15,-38 15-7-15,-19 5-2 16,-23 7 1-16,-25 7 6 16,-23 4-7-16,-6 6 1 15,-4-9-1-15,26-3 0 16,7-5 7-16,31-9-5 15,17-3-2-15,22-9-5 16,29-4 5-16,10-2 0 16,6 0-2-16,0 0 1 15,0 0-12-15,22 0-1 0,49-7 14 16,15-13 1-16,27-3-1 16,2-4 0-16,4-3 3 15,-4-2-3-15,0 5 0 16,-15 3 0-16,-33 8-4 15,-9 7-1-15,-26 4-4 16,-26 5-8-16,1 0-3 16,-7 0-18-16,0 0-11 15,0 0-51-15,0 12-94 16,-7 11-143-16</inkml:trace>
  <inkml:trace contextRef="#ctx0" brushRef="#br0" timeOffset="100014.42">12910 13240 292 0,'0'0'691'0,"0"0"-567"0,0 0-26 15,0 0 48-15,0 0-11 16,0 0-75-16,0 0-14 0,10-49-17 15,12 49 0-15,-6 0-25 16,17 0 7-16,2 7-5 16,10 15 13-16,0-6-11 15,-4 2-8-15,-15-6 13 16,-7-6-10-16,4-4 0 16,-7-2-2-16,3 0 4 15,26-24-5-15,16-29 19 16,22-16 2-16,10-13-20 15,-10-4-1-15,4 2-7 16,-4 7-41-16,-6 9-33 16,-13 7-39-16,-6 16-134 15,-39 17-399-15</inkml:trace>
  <inkml:trace contextRef="#ctx0" brushRef="#br0" timeOffset="104248.16">15036 15907 666 0,'0'0'259'0,"0"0"-163"0,0 0 65 0,0 0-4 0,0 0-60 16,0 0-28-16,0 0-11 15,0 0-16-15,-141 35-23 16,170-35-7-16,57 0 6 15,33-1 1-15,44-21 4 16,23-6-21-16,29-2 1 16,3-6 4-16,10 8-7 15,-20 2-2-15,-31 7 1 0,-7 7 1 16,-39 5-5-16,-38 7 3 16,-35 0-8-16,-23 0-2 15,-16 0-13-15,-16 0-5 16,-3 0-11-16,0 7-35 15,0 5-76-15,-19 6-105 16,-35 9-352-16</inkml:trace>
  <inkml:trace contextRef="#ctx0" brushRef="#br0" timeOffset="107597.74">12497 16173 958 0,'0'0'140'0,"0"0"-102"0,0 0 41 0,0 0 22 15,0 0-7-15,0 0-41 16,0 0-26-16,-23 13-5 16,84 36 13-16,13 2-2 15,-10-7-12-15,-3-10-4 0,-16-19-16 16,3-11 6-16,0-4-7 16,19-42 2-16,30-37-2 15,12-41 0-15,28-29-12 16,14-23-72-16,13-12-104 15,-14-4-165-15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19:39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9611 8454 358 0,'0'0'79'0,"0"0"8"0,0 0-31 0,0 0-9 16,0 0-12-16,0 0-7 16,0 0-14-16,0 0 6 15,-13 0 5-15,13 0 6 16,0 0-11-16,-6 0 4 0,3 0-10 15,0 0-10-15,-4 0-4 16,1 0-2-16,6 0 2 16,0 0 0-16,0 0 0 15,0 0-12-15,0 0 1 16,0 0-4-16,0 0-6 16,0 0-3-16,-3 0 19 15,3 0 0-15,0 0-10 16,-7 0-3-16,7 0 18 15,0 0 11-15,0 0-5 16,0 0 15-16,0 0-2 16,0 0 6-16,0 0 6 15,0 0-16-15,0 0 5 0,0 0-10 16,0 0 8 0,0 0 11-16,0 0-10 0,0 0 32 15,0 0-19-15,0 0 3 16,0 0-15-16,0 0 7 15,0 0-7-15,0 0-4 16,0 0-12-16,0 0 16 16,0 0-18-16,0 0 6 15,0 0-8-15,0 0 0 16,0 0 3-16,0 0-3 16,0 0-1-16,0 0 1 15,0 0 0-15,-9 0-33 16,-1 0-74-16,4 0-80 0,-7 0-233 15</inkml:trace>
  <inkml:trace contextRef="#ctx0" brushRef="#br0" timeOffset="783.24">11246 8625 622 0,'0'0'95'0,"0"0"-14"0,0 0 13 0,0 0 41 0,0 0-49 15,0 0-41-15,-3-11-7 16,3 9 7-16,0 2-11 15,0 0 4-15,0 0-13 16,0 0-7-16,0 0-6 16,0 4-9-16,3 14 6 15,29 7 5-15,-6 3 7 16,-7-5-1-16,-3-6-13 16,4-7 2-16,-8-6-9 15,1-4 3-15,0 0-1 16,13 0 1-16,3-31 0 0,9-15 12 15,17-16-7-15,-14-11-8 16,4-9-5-16,0-3-54 16,0 7-105-16,-3 11-162 15</inkml:trace>
  <inkml:trace contextRef="#ctx0" brushRef="#br0" timeOffset="6300.82">11387 6294 747 0,'0'0'96'0,"0"0"-36"0,0 0 69 0,0 0-34 15,0 0-60-15,0 0 6 16,0 0 29-16,0 0-9 0,0-8-22 16,0-27-1-1,0-18-20-15,-28-13 11 0,-1-11-9 16,0-17 2-16,-16-18-14 16,-13-15 10-16,10-9-1 15,-13-4-6-15,0 5 15 16,7 2-10-16,-4 13-8 15,13 3-1-15,-6 7 7 16,6 21-8-16,7 15 5 16,9 24-2-16,13 16-8 15,6 13 12-15,7 7-12 16,3 9 9-16,0 5-1 16,0 0-3-16,0 0-6 15,0 0 3-15,0 0 1 0,0 0-2 16,0 0-2-16,0 0 0 15,0 0-2-15,0 0 0 16,0 0 2-16,0 0-4 16,0 12 1-16,0 15-3 15,0 15 6-15,0 14 3 16,-10 5 0-16,-6 9-3 16,7-4-2-16,-1-3-3 15,0-11 0-15,4-17 1 16,-4-9-4-16,7-16 4 15,3-10 4-15,-9 0-2 16,-7-24-6-16,3-27 1 16,-3-22 6-16,-7-9 1 0,7 1 0 15,16 7 3 1,0 10 0-16,0 12-3 0,0 14 2 16,0 13 1-16,16 15 2 15,7 2-5-15,22 8-2 16,12 0 2-16,27 9 2 15,2 21 0-15,-2 15-2 16,9 7 0-16,-17 13-5 16,1 9-49-16,-12 0-41 15,-1 2-76-15,-7-15-77 16,1-16-382-16</inkml:trace>
  <inkml:trace contextRef="#ctx0" brushRef="#br0" timeOffset="6884.34">11605 5037 749 0,'0'0'234'0,"0"0"-96"0,0 0 28 0,0 0-40 0,0 0-63 0,0 0-38 0,0-69-13 16,49 110-9-16,5 14 8 15,1 11 3-15,-7 5-12 16,-3-8 7-16,-13-16-8 15,-7-13 0-15,-2-18-1 16,-17-15 0-16,4-1-6 16,-4-14-4-16,7-31 10 15,-3-9 13-15,-1-7-9 16,4 15-3-16,-7 19 1 16,1 14 0-16,6 6-4 15,-4 7 2-15,17 0-14 16,19 22 14-16,3 8 1 0,0-2-1 15,10-2-8-15,-20-9-35 16,-3-9 4-16,7-6 6 16,-16-2 19-16,-4-13-2 15,-15-23 16-15,-7-13 15 16,0-7 5-16,0-2 6 16,-7 1 1-16,-34 3 6 15,-8 11-19-15,-2 7-12 16,-10 9-2-16,7 5-6 15,-7 12-107-15,6 4-100 16,10-5-417-16</inkml:trace>
  <inkml:trace contextRef="#ctx0" brushRef="#br0" timeOffset="7551.04">10387 3437 326 0,'0'0'203'0,"0"0"-135"0,0 0 76 0,0 0-35 0,0 0-34 16,0 0-25-16,-16-23-19 16,16 23-31-16,0 0-49 15,-9 0-230-15</inkml:trace>
  <inkml:trace contextRef="#ctx0" brushRef="#br0" timeOffset="11899.88">10342 3283 631 0,'0'0'232'0,"0"0"-41"0,0 0-49 0,0 0 10 16,0 0-45-1,0 0-33-15,-67-71-24 0,67 71-42 16,0 27-7-16,0 10-1 15,38 12 7-15,1 4-1 16,19-5-4-16,-14-6 2 16,-5-6-2-16,-4-15-2 15,-6-12-2-15,-6-6-3 16,2-3 4-16,-6-11 0 16,1-17 1-16,-11-10 8 0,4-8 0 15,-13-1-2-15,0-2-3 16,0-2 0-16,-22 12 1 15,2 9-4-15,4 15 7 16,7 13 9-16,9 2-1 16,0 0-14-16,0 32-1 15,9 18 0-15,36 20 1 16,23 23 9-16,5 18-6 16,20 10 5-16,-6 11-1 15,-13-5-3-15,-1-21 0 16,-25-18-4-16,-19-23-1 15,-19-27 5-15,-10-18 5 16,0-13-2-16,0-7 29 16,-71 0 20-16,-25-14-46 15,-19-22 3-15,3-14-13 0,25-8-1 16,13-8 0 0,39-3 2-16,13-5-2 0,22 1-3 15,0 3-3-15,28 2-15 16,46 9-43-16,-7 8-28 15,20 14-40-15,-13 10-66 16,-4 6-90-16,-9 10-321 16</inkml:trace>
  <inkml:trace contextRef="#ctx0" brushRef="#br0" timeOffset="12165.93">11311 3367 1119 0,'0'0'235'0,"0"0"-57"0,0 0-44 0,0 0-57 15,0 0-59-15,0 0 3 16,38 93-1-16,17-39-8 15,-4 14-9-15,-6 13-6 16,19 10-50-16,-16 7-137 16,0 2-155-16,19 1-724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0:01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8858 8857 755 0,'0'0'6'0,"0"0"8"0,0 0-14 0,0 0 52 16,0 0 33-16,0 0-44 15,0 0 2-15,48 23 2 16,-48-23-17-16,0 0-3 16,6 0 26-16,4-28-2 15,25-17-31-15,13-17-11 0,20-5-7 16,15-4-107-16,10 5-157 15,-13 3-117-15</inkml:trace>
  <inkml:trace contextRef="#ctx0" brushRef="#br0" timeOffset="767.05">14587 8560 828 0,'0'0'45'0,"0"0"116"0,0 0-39 16,0 0-38-16,0 0-32 16,0 0-7-16,-25-40-35 15,37 7-3-15,36-12-7 0,13-5 0 16,0 1-21-16,7 9-95 15,5 8-105-15,-15 10-185 16</inkml:trace>
  <inkml:trace contextRef="#ctx0" brushRef="#br0" timeOffset="1500.69">19929 8308 838 0,'0'0'31'0,"0"0"7"0,0 0 111 0,0 0-50 16,0 0-25-16,0 0-16 16,12-86-41-1,20 50-11-15,-3 1-3 0,3 2 0 16,4 3-3-16,8 1-84 0,5 4-127 15,-8 3-154-15</inkml:trace>
  <inkml:trace contextRef="#ctx0" brushRef="#br0" timeOffset="8150.62">8816 6294 101 0,'0'0'589'0,"0"0"-568"0,0 0-21 16,0 0 13-16,0 0-1 15,0 0 10-15,0 0 60 16,51 1-5-16,-6-1-25 15,0 0 8-15,-3-7-28 0,6 7-11 16,7-2 2 0,12-1-9-16,16 3-4 0,10-4-3 15,23 0-5-15,9-3 13 16,9-5-11-16,7-3 11 16,10-4-2-16,-7 2 0 15,4 2-1-15,-7 0-3 16,-10 3-6-16,1 7 2 15,-7-2 2-15,-3 3-1 16,-1 0-5-16,21 0 9 16,-11-4-6-16,10 1 4 15,-9 0 0-15,9 2 1 0,0 1-4 16,9-4-2 0,14 2-3-16,-17 1 3 0,14-3 4 15,-14-1-4-15,-6 2 1 16,0-3 1-16,-6 5-4 15,6-3 2-15,0 2 5 16,0-2-8-16,-6 4 4 16,-17-2 0-16,4-1-3 15,-10 0-1-15,-6-5 0 16,0 4 2-16,-13-3 6 16,6 0-8-16,-2 6-1 15,12-4 1-15,-10 3 4 16,13-2-2-16,-9 4-2 15,9-3 3-15,-6 3-3 16,-4-4 2-16,1 4-1 0,9 0-1 16,-9 0 8-16,-7-1-8 15,7 0 1-15,-7-3 7 16,-3 4-4-16,9-1 4 16,-5 1-6-16,-4-2 2 15,-1 1-4-15,-5 1-1 16,6 0 1-16,-6-1 1 15,6 2 2-15,-10-1-3 16,10-3 0-16,0-1 4 16,13 0-1-16,6-1-3 15,10 3 7-15,3-5 1 16,-3 4-8-16,-1-2 13 0,-8-2-6 16,2 4-7-16,-12 0 1 15,-10 0 5-15,3 0 3 16,-6-1-9-16,-4 5 4 15,-2 1-7-15,-4 0 5 16,-7-1-2-16,8 3 3 16,2-2 0-16,-6-1-1 15,0 2 2-15,-10-2-4 16,0 0 7-16,4 2-4 16,-10 1-3-16,9 0 8 15,-12 0-7-15,3-4 5 16,-6 4-6-16,-7-1 5 15,-10 1-3-15,-15 0 1 16,-11 0-1-16,1 0 0 16,-13 0-1-16,0 0-1 0,0 0-1 15,0 0 1-15,0 0 5 16,0 0-4-16,0 0 2 16,0 0 2-16,0 0-3 15,0 0 0-15,0 0-2 16,0 0-3-16,-32 0-2 15,-16 0-42-15,0 9-59 16,3 15-14-16,7 2-78 16,22-1-104-16</inkml:trace>
  <inkml:trace contextRef="#ctx0" brushRef="#br0" timeOffset="9001.03">21714 5756 671 0,'0'0'93'0,"0"0"-77"0,0 0 55 0,0 0 50 0,0 0-25 16,0 0-38-16,-109 16 8 16,109-16-12-16,0 0-16 15,0 0-1-15,0 0-21 16,10 0-16-16,35 4 11 15,41 6 23-15,7-5-10 16,10 3-18-16,32-4 16 16,6-2-3-16,0 1-18 0,16-3 8 15,22 0-3-15,1 0 2 16,-1 0 5-16,-12 0-12 16,3 0 5-16,-29 0 1 15,0 0-1-15,-19-3-1 16,-19 3 0-16,-10 0-5 15,-23 0 7-15,-9 0-2 16,-16 0-5-16,-19 0 0 16,-7 0 5-16,-10 0-4 15,-2 0-1-15,-7 0 3 16,0 0-3-16,0 0 1 16,0 0-1-16,0 0-12 0,0 5-2 15,0 3-41-15,-26 6-26 16,-25 11-13-16,-13-1-32 15,3 2-141-15,-10-8-189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0:37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9505 9711 678 0,'0'0'41'0,"0"0"-10"0,0 0 20 0,0 0 1 16,0 0-21-16,0 0-12 15,0 0 21-15,0 0-20 16,142-48 8-16,-107 36 6 0,3-11-19 16,1-8 0-16,22-12-13 15,3-11-2-15,13-12-80 16,-4-11-151-16</inkml:trace>
  <inkml:trace contextRef="#ctx0" brushRef="#br0" timeOffset="767.25">15142 9535 568 0,'0'0'194'0,"0"0"-118"0,0 0 31 0,0 0 14 15,0 0-41-15,0 0-28 16,-23-8-15-16,23 8-14 0,0 0-4 16,0 0 4-1,0-23-9-15,7-20 8 0,41-25-6 16,22-18-16-16,17-8-5 15,16-3-69-15,-20 2-110 16,3 7-227-16</inkml:trace>
  <inkml:trace contextRef="#ctx0" brushRef="#br0" timeOffset="2683.84">19948 9724 592 0,'0'0'80'0,"0"0"27"0,0 0-20 0,0 0-6 0,0 0-36 15,0 0-32-15,-19 32 12 16,31-17 7-16,-5-4-6 15,12-6-2-15,0-5-15 16,7 0-1-16,25-13 1 16,29-37-9-16,17-19 8 15,18-19-8-15,4-10-82 16,-4-7-288-16</inkml:trace>
  <inkml:trace contextRef="#ctx0" brushRef="#br0" timeOffset="6084.99">9021 13638 150 0,'0'0'534'0,"0"0"-432"0,0 0 2 15,0 0-15-15,0 0-15 0,0 0 28 16,0 0-55-16,0 0-11 15,-137 4-16-15,137-4 10 16,0 0-1-16,0 0-14 16,0 0-15-16,0 0-2 15,22-13 2-15,42-16 8 16,29-3-8-16,13-2-38 16,16 0-99-16,-4-5-208 15</inkml:trace>
  <inkml:trace contextRef="#ctx0" brushRef="#br0" timeOffset="6869.45">14238 13557 816 0,'0'0'93'0,"0"0"12"0,0 0 1 0,0 0-16 0,0 0-39 16,0 0-1-16,-20 0-22 16,20 0-21-16,26-12-6 15,35-19 8-15,13-15-1 16,19-6-8-16,9 1-9 16,7 0-53-16,-9 7-45 15,15 6-71-15,-3 3-80 16,-9 4-489-16</inkml:trace>
  <inkml:trace contextRef="#ctx0" brushRef="#br0" timeOffset="7616.72">19377 13608 618 0,'0'0'159'0,"0"0"-64"0,0 0 53 0,0 0-23 16,0 0-30-16,0 0-31 16,-87-8-22-16,87 8-17 15,0-1-9-15,0-14-8 16,61-12-7-16,26-12 14 16,16-11-13-16,2-2-2 15,1 1-26-15,-6-1-83 16,-4 2-76-16,-10 5-128 15</inkml:trace>
  <inkml:trace contextRef="#ctx0" brushRef="#br0" timeOffset="11984.06">11856 10398 745 0,'0'0'227'0,"0"0"-183"0,0 0 26 0,0 0 22 0,0 0-7 15,0 0-53-15,-26 4-21 16,64-35-7-16,30-26 4 16,12-24-8-16,26-14-5 0,12-6-101 15,1 1-143 1,-10 0-223-16</inkml:trace>
  <inkml:trace contextRef="#ctx0" brushRef="#br0" timeOffset="12550.22">17078 9933 932 0,'0'0'76'0,"0"0"-52"0,0 0 73 0,0 0 19 0,0 0-54 16,0 0-4-16,58 1-16 15,-26-25-29-15,10-18-12 16,25-12-1-16,7-9-25 0,3-1-101 16,-4-3-130-16,1 5-196 15</inkml:trace>
  <inkml:trace contextRef="#ctx0" brushRef="#br0" timeOffset="13267.67">22077 10014 1116 0,'0'0'44'16,"0"0"-26"-16,0 0 77 0,0 0 3 0,0 0-57 16,0 0-9-16,0-31-16 15,48-11-10-15,6-19-6 16,10-5-22-16,-6-1-90 15,-10-2-48-15,-13 3-176 16</inkml:trace>
  <inkml:trace contextRef="#ctx0" brushRef="#br0" timeOffset="18117.09">12298 6082 665 0,'0'0'53'16,"0"0"-25"-16,0 0-20 0,0 0 22 0,0 0 17 16,0 0-13-16,0 0-2 0,29 0-1 15,-20 0 11-15,1-9 46 16,9-10-12-16,20-24-25 16,9-18-41-16,32-21-5 15,7-5-5-15,28-6-34 16,-12-2-191-16,2-2-217 15</inkml:trace>
  <inkml:trace contextRef="#ctx0" brushRef="#br0" timeOffset="18785.09">17684 6072 987 0,'0'0'0'0,"0"0"8"0,0 0-8 0,0 0 58 16,61-146-16-16,6 87-32 15,26-3-9-15,4 2-2 16,-4-2-80-16,3 4-307 16</inkml:trace>
  <inkml:trace contextRef="#ctx0" brushRef="#br0" timeOffset="19267.57">23683 5718 998 0,'0'0'30'0,"0"0"-21"0,0 0-1 0,0 0 119 16,0 0-69-16,0 0-25 15,-64-32-25-15,157-41 7 16,35-11-15-16,13 1-36 15,13-1-227-15,-3 11-71 16</inkml:trace>
  <inkml:trace contextRef="#ctx0" brushRef="#br0" timeOffset="19700.09">29364 5889 1272 0,'0'0'53'0,"0"0"-53"0,0 0 0 0,0 0 11 0,0 0 16 0,61-128-26 16,10 53 1-16,21-11-2 15,5-12-87-15,-11-1-220 16,-41 0-417-16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1:03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29855 11595 542 0,'0'0'283'0,"0"0"-282"16,0 0 11-16,0 0 15 0,0 0 65 15,0 0-63-15,0 0-11 16,-4 11-8-16,27-3 18 15,2 2 14-15,8 3-11 16,2 5-1-16,3 7 5 0,14 4-19 16,-4 1-3-16,0 0-5 15,-3-6-1-15,-13-6-2 16,-13-9-4-16,10-9 0 16,-4 0 0-16,-2-24 6 15,22-39 0-15,3-33 3 16,13-25-7-16,13-22 5 15,-1-5-7-15,7 1 2 16,-9 10-3-16,-7 23-5 16,-16 22 5-16,-9 30 2 0,-23 27 1 15,-10 11-3 1,-6 17-3-16,0 3 3 0,0 4-2 16,0 0-18-16,0 0-27 15,0 0-51-15,0 15-41 16,0 6-50-16,0 5-82 15</inkml:trace>
  <inkml:trace contextRef="#ctx0" brushRef="#br0" timeOffset="4216.92">6261 10433 520 0,'0'0'25'0,"0"0"-3"0,0 0 14 0,0 0-7 15,0 0-22-15,234-128-3 16,-167 86-4-16,-12 3-35 16,3 0-211-16</inkml:trace>
  <inkml:trace contextRef="#ctx0" brushRef="#br0" timeOffset="11849.4">11500 10135 498 0,'0'0'105'0,"0"0"-33"0,0 0 37 0,0 0 29 16,0 0-71-16,0 0 53 15,0 0-38-15,-74 0-26 16,74 0-24-16,0 0 8 16,0 0-13-16,0 0-7 15,0 0-19-15,0 0 2 16,6 0 2-16,42-10-5 15,20-7 14-15,6 0-14 16,18-6 4-16,-5-3 0 16,16 2-2-16,-1-1-2 15,-9 1 0-15,-16 3-2 0,-13 6-28 16,-19 1-54 0,-13 10-110-16,-22-1-89 0,-10 2-247 15</inkml:trace>
  <inkml:trace contextRef="#ctx0" brushRef="#br0" timeOffset="17466.49">14703 13503 750 0,'0'0'42'0,"0"0"-40"0,0 0 93 0,0 0-13 0,0 0-33 16,0 0-16-16,0 0 14 15,0 0-11-15,0-3-14 16,6-5-5-16,13-5-1 16,10-10 9-16,-3-5-14 0,-7-13-8 15,10-10-3-15,-10-4-113 16,0-6-130-16,7 0-354 16</inkml:trace>
  <inkml:trace contextRef="#ctx0" brushRef="#br0" timeOffset="19700.15">14542 7649 574 0,'0'0'44'0,"0"0"78"0,0 0-26 0,0 0-10 0,0 0-18 16,0 0-12-16,-48-89-6 16,48 80-24-16,0 0 6 15,-13 4 8-15,13 2-19 16,0 3 8-16,-6 0-6 15,6 0-6-15,0 0-12 16,0 0-5-16,0 0-9 0,0 18 9 16,0 14 0-1,0 10 7-15,6 9-7 0,14 10 0 16,-1 9 2-16,0-3 1 16,-9-1-2-16,3-9 1 15,3-7-2-15,-7-5 1 16,7-5-1-16,-3-9 3 15,-7-8-3-15,7-10 0 16,-13-8 0-16,0-2 0 16,0-3 1-16,0 0 4 15,0 0-3-15,0-12 14 16,0-15 10-16,0-5-21 16,-19-2 7-16,0 7-8 15,0 3 0-15,3 6-1 0,3 5 1 16,6 4-4-1,4 4 2-15,-7 0 7 0,10 5-9 16,0 0-1-16,0 2-10 16,0 19 7-16,26 3 3 15,6 3 2-15,-6-1 0 16,3-6 0-16,-10-8 1 16,7-4 1-16,-7-5-3 15,3-3 2-15,1 0-1 16,2 0 0-16,1-25 7 15,16-7-8-15,-17-1 0 16,-9-1-2-16,-3 0-13 16,-3 3-32-16,6 7-38 0,-7 6-92 15,11 0-21-15,-4 9-171 16</inkml:trace>
  <inkml:trace contextRef="#ctx0" brushRef="#br0" timeOffset="20785.66">14613 12547 499 0,'0'0'123'0,"0"0"-121"0,0 0 51 0,0 0 31 0,0 0-64 15,0 0-12-15,0 2-3 16,0-2-5-16,0 0-2 15,0 0-19-15,0-18-87 16,0-18-174-16</inkml:trace>
  <inkml:trace contextRef="#ctx0" brushRef="#br0" timeOffset="21318.85">14446 9804 507 0,'0'0'62'0,"0"0"-31"0,0 0 53 0,0 0 16 16,0 0-27-16,0 0-27 0,10 1-2 15,-10-1-10 1,0 0-1-16,0 0-3 0,0 0 6 16,0 0-16-16,0 0 0 15,0 0-2-15,0 0-10 16,0 0-6-16,0 0 4 15,0 0-6-15,0 0 0 16,0 0-1-16,0 0-27 16,0 5-58-16,0 2-87 15,-4 2-3-15,-15 1-40 16</inkml:trace>
  <inkml:trace contextRef="#ctx0" brushRef="#br0" timeOffset="24433.62">10807 10329 547 0,'0'0'19'0,"0"0"3"0,0 0 26 0,0 0 41 16,0 0-27-16,0 0-16 0,0 0 17 15,-42 0-43-15,36-3-17 16,6-9-3-16,0 3-99 16,0-9-110-16,35-3-96 15</inkml:trace>
  <inkml:trace contextRef="#ctx0" brushRef="#br0" timeOffset="31049.31">14452 7726 611 0,'0'0'20'0,"0"0"37"0,0 0 5 16,0 0 59-16,-6-130-43 0,6 105-19 15,0 5-25-15,0 6 9 16,0-1-5-16,0 10 6 15,0-2-8-15,0 3 1 16,0 1-8-16,0 3-9 16,0 0-12-16,0 0-4 15,0 0-4-15,0 0-5 16,0 12 2-16,26 10 3 0,-4 9 1 16,-15 11 2-1,12 10-2-15,-10 9 14 0,1 13-7 16,-10-2-1-16,0-2-6 15,0-7 1-15,3-1-1 16,-3-6 0-16,0-8 1 16,3-11 4-16,-3-15-5 15,0-9-1-15,0-9 4 16,0-4-8-16,0 0 9 16,0 0 22-16,0 0 30 15,0-3-8-15,-6-12-23 16,-32-6-18-16,-1-6 2 15,1-4-9-15,-7-6 1 0,19 2 1 16,-12 0-2-16,9 7 4 16,10 2-3-16,9 8-1 15,-3 5 3-15,-3 4-1 16,16 7 2-16,0-1-4 16,0 3 5-16,0 0-6 15,0 0-4-15,0 3-4 16,0 19 4-16,29 7 4 15,0 5 0-15,0 1 1 16,9-4 0-16,-3-2 0 16,-6-8 2-16,6-5-3 15,-6-5 0-15,-9-7 1 0,8-4-1 16,5 0 1 0,-8-7 0-16,23-17 2 0,-3-7 2 15,-10-4 2 1,4 4-7-16,-1-4-7 0,-2 7 1 15,-4-1-18-15,0 8-80 16,0 3 7-16,6 3-80 16,-2 5-147-16</inkml:trace>
  <inkml:trace contextRef="#ctx0" brushRef="#br0" timeOffset="34566.83">8534 14064 854 0,'0'0'21'0,"0"0"16"0,0 0 61 0,-269-101-6 16,246 91-18-16,17 5-16 15,6 5-17-15,0-1-32 16,0 1-9-16,13 0-2 15,48 0 1-15,35 0 1 0,22 0 4 16,17-4-4-16,25-3-7 16,36-3-105-16,32 1-62 15,15-6-73-15,23-6-126 16</inkml:trace>
  <inkml:trace contextRef="#ctx0" brushRef="#br0" timeOffset="34916.73">12901 14060 1001 0,'0'0'17'15,"0"0"0"-15,0 0-14 16,0 0 21-16,0 0 49 16,0 0-10-16,266 3-34 15,-154-6-24-15,16-6-4 16,7-4 1-16,32 6-2 15,6-5-11-15,16-1-98 0,7-1-29 16,18-3-153-16,1-2-80 16</inkml:trace>
  <inkml:trace contextRef="#ctx0" brushRef="#br0" timeOffset="35201.48">16116 13974 1082 0,'0'0'79'16,"0"0"-79"-16,0 0-4 15,0 0 4-15,0 0 7 16,0 0-4-16,164 0 1 16,-61 0-4-16,28 0 0 15,33-9-100-15,12-13-143 16,29-8-13-16</inkml:trace>
  <inkml:trace contextRef="#ctx0" brushRef="#br0" timeOffset="35450.55">19733 13451 1107 0,'0'0'44'16,"0"0"-19"-16,0 0-25 15,0 0 43-15,349 13-4 16,-220-13 13-16,15 0-2 15,13 0-35-15,23-16-15 16,-4-11-2-16,16-5 1 16,10-4-25-16,7 0-87 15,-11-7-122-15,-12-3-189 16</inkml:trace>
  <inkml:trace contextRef="#ctx0" brushRef="#br0" timeOffset="44988.26">28678 5478 1055 0,'0'0'31'0,"0"0"-29"0,0 0 31 0,0 0 73 15,0 0-34-15,0 0-49 16,0 0 16-16,0 0 4 16,0 0-14-16,0-8-11 15,10-11-8-15,28-16 9 0,4-11-3 16,3-11-14 0,6-3-2-16,7-2-35 0,-1 4-88 15,-2 6-79-15,-17 3-248 16</inkml:trace>
  <inkml:trace contextRef="#ctx0" brushRef="#br0" timeOffset="48052.63">28537 5358 447 0,'0'0'379'0,"0"0"-362"0,0 0 62 0,0 0 61 16,0 0-54-16,0 0-39 16,0 0-8-16,-19-108-3 15,19 108 5-15,0 0-13 16,0 0-21-16,19 18 2 16,26 13 10-16,-13 10 8 0,13 1-14 15,-16 0-2-15,9-4 2 16,-9-7-5-16,-10-7-4 15,-9-12-3-15,-1-6-1 16,1-6 0-16,0 0-1 16,22-23 1-16,9-34 17 15,14-19-1-15,9-17-1 16,3-9-13-16,4 1 2 16,3 1-4-16,-4 13 4 15,-12 17-4-15,-20 17 3 16,-2 17-3-16,-24 15 1 15,-2 9-1-15,-4 4-3 16,-2 8-21-16,2 0-40 16,-3 0-66-16,-3 26-72 15,0 16-122-15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2:04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8611 7258 700 0,'0'0'287'0,"0"0"-265"0,0 0 97 0,0 0-9 16,0 0-23-16,0 0-40 16,0 0-20-16,-77 9-22 15,128-9-2-15,58 0 1 0,42-10 3 16,32-8 1-16,12 0-3 15,11 5-2-15,-8-1-3 16,-5 2-7-16,-27 3 6 16,-18 5-18-16,-26 4-71 15,-36 0-25-15,-18 0-79 16,-30 19-20-16,-22-4-319 16</inkml:trace>
  <inkml:trace contextRef="#ctx0" brushRef="#br0" timeOffset="25199.99">3962 10676 519 0,'0'0'189'0,"0"0"-164"0,0 0 46 0,0 0 6 16,0 0-17-16,0 0-44 0,0 0-16 15,-9 4 1-15,57-27 3 16,22-12 0-16,4-9-4 15,25-4-6-15,-12-2-189 16,6 4-299-16</inkml:trace>
  <inkml:trace contextRef="#ctx0" brushRef="#br0" timeOffset="25633.9">5104 10761 795 0,'0'0'26'0,"0"0"60"0,0 0 39 15,0 0-41-15,0 0-47 16,0 0-20-16,-49 9-17 16,72-36 0-16,38-9-2 15,6-6 2-15,16-5-24 16,-6 5-164-16,-3 3-134 16</inkml:trace>
  <inkml:trace contextRef="#ctx0" brushRef="#br0" timeOffset="25951.42">6065 10746 744 0,'0'0'61'0,"0"0"-2"16,0 0 30-16,0 0 12 0,0 0-85 15,0 0-16 1,-12-11 0-16,47-11 4 0,3-5-4 15,1-5-33-15,2 1-199 16,4-2-174-16</inkml:trace>
  <inkml:trace contextRef="#ctx0" brushRef="#br0" timeOffset="26167.04">6912 10666 930 0,'0'0'0'0,"0"0"10"16,0 0 2-16,0 0 3 15,0 0-8-15,0 0-7 16,224-139-160-16</inkml:trace>
  <inkml:trace contextRef="#ctx0" brushRef="#br0" timeOffset="30533.27">6017 15175 531 0,'0'0'62'0,"0"0"29"0,0 0 14 0,0 0-26 16,0 0 4-16,0 0-4 15,0 0-4-15,-163-70-6 16,163 69-15-16,0 1-19 0,0 0-11 15,0 0-11-15,0 0-13 16,0 0 0-16,3 0-3 16,32 0 3-16,23 0-2 15,0 0 6-15,6-8-4 16,22-24 0-16,11-20 0 16,2-25 3-16,23-27-3 15,0-23-4-15,3-18-165 16,-32-13-333-16</inkml:trace>
  <inkml:trace contextRef="#ctx0" brushRef="#br0" timeOffset="47800.72">19525 15524 522 0,'0'0'40'16,"0"0"19"-16,0 0 28 0,0 0-26 0,0 0-12 15,0 0-16-15,0 0 8 16,0 0 9-16,0 10 2 16,0-10-12-16,0-22-3 15,19-5-12-15,16-12-25 16,7-2-15-16,12-1-140 0,10-9-195 15</inkml:trace>
  <inkml:trace contextRef="#ctx0" brushRef="#br0" timeOffset="48500.44">22618 15834 894 0,'0'0'11'0,"0"0"63"0,0 0 6 0,0 0 12 16,0 0-59-16,0 0-32 16,10-37 16-16,29 0-16 15,18 3-1-15,1-1-81 16,-4 4-195-16,1 3-283 16</inkml:trace>
  <inkml:trace contextRef="#ctx0" brushRef="#br0" timeOffset="48951.29">26091 15623 920 0,'0'0'32'0,"0"0"8"16,0 0 43-16,0 0 19 0,0 0-59 15,0 0-27-15,-10 14-15 16,10-23 9-16,19-14-6 15,26-12-4-15,16-7-22 0,-6-1-138 16,2 2-141 0</inkml:trace>
  <inkml:trace contextRef="#ctx0" brushRef="#br0" timeOffset="49320.78">29300 15503 945 0,'0'0'25'0,"0"0"6"15,0 0 46-15,0 0-8 16,0 0-44-16,0 0-20 0,224-84-5 15,-179 46-58 1,-16-5-169-16,-13-7-356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3:07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29447 11877 548 0,'0'0'217'0,"0"0"-190"0,0 0 59 0,0 0 8 15,0 0-40-15,0 0 3 16,0 0 6-16,295-11-45 15,-182-16-10-15,-11 3 1 16,4 7-5-16,-16 0-4 0,-20 11-105 16,-18 6-154-16</inkml:trace>
  <inkml:trace contextRef="#ctx0" brushRef="#br0" timeOffset="4356.81">20692 10111 724 0,'0'0'53'0,"0"0"-39"0,0 0 63 0,0 0 12 16,0 0-33-16,0 0 9 15,0 0-26-15,35-25-24 16,-6-2 3-16,9-9-16 15,7-7-2-15,6-3-87 16,7 2-231-16</inkml:trace>
  <inkml:trace contextRef="#ctx0" brushRef="#br0" timeOffset="4765.77">22949 10170 871 0,'0'0'114'15,"0"0"-98"-15,0 0 67 16,0 0 8-16,0 0-24 15,0 0-37-15,0 3-12 16,0-15-13-16,41-15-10 16,7-6-26-16,4 0-168 15,2-8-264-15</inkml:trace>
  <inkml:trace contextRef="#ctx0" brushRef="#br0" timeOffset="5216.47">25639 10095 886 0,'0'0'65'0,"0"0"103"0,0 0-34 0,0 0-64 16,0 0-26-16,0 0-13 0,32 0-31 15,3-22 0-15,10-13-2 16,12-7-81-16,14-6-101 15,0-2-168-15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3:26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19637 4522 17 0,'0'0'649'0,"0"0"-594"0,0 0-11 0,0 0 50 0,0 0-26 15,0 0-21-15,0 0 33 16,-19 0-33-16,19 0-3 15,0 0-11-15,-7 0-2 16,7 0-9-16,0 0-14 16,0 0 9-16,0 0-17 15,0 0 4-15,0 0-4 16,0 0 0-16,0 0 0 0,0 0-8 16,0 0-20-1,0 0-79-15,0-10-148 0</inkml:trace>
  <inkml:trace contextRef="#ctx0" brushRef="#br0" timeOffset="2200.42">4360 15765 804 0,'0'0'48'0,"0"0"52"0,0 0 34 15,0 0-31-15,0 0-41 16,0 0-15-16,0 0-30 16,-55 0-15-16,55-3-2 15,35-11-5-15,52-5 5 16,25-7 6-16,29 1-6 15,26 2 0-15,22 8-5 0,29-2 5 16,7 0 6 0,9 4-5-16,-16 2-1 0,-20 7-1 15,-12 4-1-15,-35 0 4 16,-19 0-1-16,-30 0 4 16,-31 0-2-16,-36 0-6 15,-16 1 1-15,-19 2 2 16,0 0-1-16,0-3 2 15,0 0 5-15,0 0-6 16,0 0-2-16,0 1-10 16,0 4-40-16,-9 0-50 15,-30 0-107-15,20-1-176 16</inkml:trace>
  <inkml:trace contextRef="#ctx0" brushRef="#br0" timeOffset="7903.76">28566 8401 606 0,'0'0'69'0,"0"0"-29"0,0 0 83 0,0 0-7 0,0 0-30 16,0 0-28-16,0 0 5 16,0 0-33-16,-20 49-2 15,59-49-6-15,6 0-17 16,3 0 0-16,0 0-5 0,0 0-13 15,-9-10-113-15,-7 5-246 16</inkml:trace>
  <inkml:trace contextRef="#ctx0" brushRef="#br0" timeOffset="11183.61">17591 6670 659 0,'0'0'120'0,"0"0"-106"0,0 0 101 0,0 0 33 15,0 0-51-15,0 0-48 16,0-12-40-16,0 12-8 16,0 0 2-16,13 17 2 0,6 1 7 15,1-4 0-15,-1-1-5 16,3-4 5-16,-6-3 3 16,-6-3-14-16,6-3 17 15,6 0-9-15,23-34 14 16,29-34 26-16,29-30-22 15,12-14-27-15,7-1-6 16,19 2-49-16,-3 14-64 16,-13 7-91-16,-13 6-102 15</inkml:trace>
  <inkml:trace contextRef="#ctx0" brushRef="#br0" timeOffset="38233.87">20060 5867 345 0,'0'0'142'0,"0"0"-71"0,0 0 14 16,0 0 5-16,0 0-34 0,0 0-24 15,0 0 1-15,0 0-10 16,0 0-6-16,10 0 1 16,18-3-12-16,8-1-3 15,5 0 1-15,-5-3 2 16,9 2-6-16,6-2-2 16,7-1-79-16,-4-4-276 15</inkml:trace>
  <inkml:trace contextRef="#ctx0" brushRef="#br0" timeOffset="47183.98">19573 4505 187 0,'0'0'42'0,"0"0"105"0,0 0-60 0,0 0-29 0,0 0-45 16,301-135-13-16,-218 73-6 16,10-3-157-16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4:38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18800 10258 979 0,'0'0'29'0,"0"0"-22"0,0 0-7 0,0 0 18 15,0 0 9-15,0 0 9 16,301-74 1-16,-179 42-20 15,10 5-7-15,18-3-5 16,-9 4-3-16,-6 2-1 16,-13 5-1-16,-23 3-32 15,-12 2-108-15,-13 5-69 16,-26-3-177-16</inkml:trace>
  <inkml:trace contextRef="#ctx0" brushRef="#br0" timeOffset="949.96">18021 7692 66 0,'0'0'762'0,"0"0"-747"0,0 0 39 0,0 0 19 16,0 0 13-16,0 0-25 0,-100-18-16 16,100 13-23-1,33-2-18-15,40-6 2 0,33-9-2 16,13 5 2-16,6-5-5 16,6 8 1-16,10-3-2 15,-9 4 3-15,-7-1-3 16,-16 4 0-16,-23 2-27 15,-9 3-43-15,-19 5-51 16,-13 0-54-16,-26 0-60 16</inkml:trace>
  <inkml:trace contextRef="#ctx0" brushRef="#br0" timeOffset="5733.71">20445 5296 452 0,'0'0'206'0,"0"0"-150"0,0 0 33 0,0 0-3 0,0 0-36 16,0 0-30-16,0 0-12 15,-10 8-2-15,81-17 5 16,2-10-4-16,30-8-3 0,0-4-4 16,18-3-5-16,4-3-74 15,7-4-143-15</inkml:trace>
  <inkml:trace contextRef="#ctx0" brushRef="#br0" timeOffset="19370.06">23664 4929 706 0,'0'0'19'0,"0"0"39"0,0 0-2 0,0 0 23 16,0 0-41-16,0 0-11 0,0 0-17 15,-26-5-6-15,26 15 0 16,0 4 23-16,0 3 1 16,10 0-1-16,-4-4-11 15,-6-7-2-15,0-2-1 16,10-4-10-16,-10 0 0 15,9 0 8-15,17-12 6 16,12-40-5-16,20-23 1 16,16-15-13-16,12-5-5 15,17 5-33-15,3 7-124 16,-7-1-108-16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5:08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20390 17142 932 0,'0'0'17'0,"0"0"-13"16,0 0 16-16,0 0 4 0,0 0-15 16,0 0-8-16,0 0-1 0,0 0 6 15,247 1-6-15,-135-15-32 16,10-12-143-16,6 0-152 15</inkml:trace>
  <inkml:trace contextRef="#ctx0" brushRef="#br0" timeOffset="350.85">23183 16950 837 0,'0'0'37'16,"0"0"-25"-16,0 0 3 15,0 0 22-15,0 0-27 16,0 0 10-16,96 0-6 16,-29 0-10-16,4 0-4 15,6-2-43-15,-4-9-236 0</inkml:trace>
  <inkml:trace contextRef="#ctx0" brushRef="#br0" timeOffset="819.37">25530 17077 632 0,'0'0'284'0,"0"0"-284"0,0 0 92 0,0 0 27 0,0 0-50 16,0 0-29-16,-20 3-15 0,46-3-23 16,12 0-1-16,11 0 7 15,5 0-8-15,20-3-15 16,-7-13-128-16,10-5-179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5:32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5046 5724 250 0,'0'0'575'16,"0"0"-562"-16,0 0-12 0,0 0 96 0,0 0-4 15,0 0-24-15,0 0-2 16,0 0-15-16,-141 0-21 16,141 0-18-16,0 0-6 15,9 0-6-15,68 0 0 16,36-9 9-16,50-9-6 16,29-4-3-16,55-9-1 15,32-6 3-15,26-4-3 16,22-2 4-16,-7 2-4 0,-12 5-2 15,-10 6 2-15,-22 6 11 16,-19 7-11 0,-20 3-3-16,-19 6 3 0,-42 4 2 15,-25 4-2-15,-42 0 0 16,-29 0-6-16,-19 0 10 16,-29 0-4-16,-16 0 0 15,-6 0 0-15,-10 0-8 16,0 0 5-16,0 0 2 15,0 0-23-15,0 0-64 16,0 3-70-16,0 0-113 16,-16-3-455-16</inkml:trace>
  <inkml:trace contextRef="#ctx0" brushRef="#br0" timeOffset="13116.81">24221 4875 355 0,'0'0'154'0,"0"0"-69"0,0 0 16 0,0 0-28 15,0 0-6-15,0 0 4 0,0 0-13 16,-96 22 11-16,96-22-29 16,0 3-16-16,0-3-7 15,0 2-17-15,10-2 59 16,28 0-8-16,17 0-5 16,9 0-6-16,7 0 4 15,12 0-23-15,0-12-9 16,10 2-4-16,16-1-6 15,7-3-2-15,2 1-2 16,-15-2 2-16,-4 0 3 16,-19 3-1-16,-12 4 4 15,-27 4-6-15,-21 1 1 16,-1 0-1-16,-3 3-1 16,-16 0-1-16,3 0 2 15,-3 0-3-15,0 0-1 0,7 0-8 16,-7 0-5-1,0 0-25-15,12 0-34 0,-12 0-32 16,10 7-55-16,9 4-97 16</inkml:trace>
  <inkml:trace contextRef="#ctx0" brushRef="#br0" timeOffset="14884.67">23955 5992 560 0,'0'0'107'0,"0"0"-22"0,0 0-1 0,0 0 1 16,0 0-17-16,0 0-2 16,-186 27-23-16,183-27-9 15,3 0-8-15,0 0-4 16,0 0-6-16,26 0-13 16,35 0 14-16,32 0 31 15,13 0-21-15,12-8-12 16,23-7 8-16,4-2-10 15,21-1 7-15,4 0-12 16,3 1-2-16,-25 2 2 0,-7 3-5 16,-19 2-3-16,-17 2 12 15,-21 7-8-15,-20-3-2 16,-22 4-1-16,-20 0 5 16,-12 0-5-16,3 0-1 15,-13 0-1-15,0-4 1 16,0 4 8-16,0-1-6 15,0-2 1-15,0 3-3 16,0 0-22-16,6 0-50 16,10 0-45-16,16 0-95 15,16 0-93-15</inkml:trace>
  <inkml:trace contextRef="#ctx0" brushRef="#br0" timeOffset="15467.7">28498 5709 673 0,'0'0'108'0,"0"0"-23"0,0 0 47 0,0 0-16 0,0 0-34 16,0 0-16-1,-83 16-16-15,99-16-34 0,42 4 24 16,19-4 15-16,29 0-28 15,12 0-13-15,23-5-5 16,0-10 2-16,4-1-11 16,-8-1 2-16,-15 0 3 15,-26 5-5-15,-19 4 2 16,-16 0-1-16,-29 5-2 16,-12 0-1-16,-11 3-12 15,-9 0-32-15,0 0-45 16,0 0-40-16,0 0-53 15,0 0-177-15</inkml:trace>
  <inkml:trace contextRef="#ctx0" brushRef="#br0" timeOffset="27151.08">32929 16272 747 0,'0'0'151'0,"0"0"-45"0,0 0 22 0,0 0 0 16,0 0-44-16,0 0-38 15,0 0-2-15,-118-72-5 16,118 72-17-16,0 0-16 16,0 3-5-16,35 7 17 15,0 2 7-15,-3-5-11 16,3-7-3-16,10-2-4 15,7-37 1-15,21-27 2 16,4-28-7-16,26-22-3 16,-7-19-5-16,7-1-73 15,9 5-107-15,-9 8-245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0T09:26:35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19223 18024 685 0,'0'0'263'0,"0"0"-146"0,0 0-21 0,0 0 37 0,0 0-34 16,0 0-25-16,0 0-44 15,-106-23-16-15,106 25-10 16,4 19-3-16,44 9 1 15,6 3 18-15,7-3-8 16,-16-9 4-16,-10-11-9 0,-6-5-7 16,0-5 1-1,-10 0 3-15,10-45-2 0,19-30-2 16,26-38 0-16,9-30-44 16,20-18-201-16,3-13-176 15</inkml:trace>
  <inkml:trace contextRef="#ctx0" brushRef="#br0" timeOffset="9149.62">25610 13290 819 0,'0'0'31'0,"0"0"-28"0,0 0-1 0,0 0 14 0,0 0 34 15,0 0-15-15,0 0-6 16,0 0-18-16,35 0-3 15,-9 0 4-15,-4 7 19 16,10 5-8-16,-3 4-6 16,-3-6-2-16,-7-4-6 15,-10-6-6-15,14 0 4 0,3-5 7 16,22-34-1 0,25-31 10-16,24-29-21 15,24-26-2-15,30-22-33 0,16-19-144 16,3-16-252-16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28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Recurrent Neural Network (RNN)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Vanilla Neural Network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5AF784B-50C4-3797-39E7-A06BEFD483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26"/>
          <a:stretch/>
        </p:blipFill>
        <p:spPr>
          <a:xfrm>
            <a:off x="1189940" y="1723871"/>
            <a:ext cx="9812119" cy="411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1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Networks: Process Sequences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5140DEC-51C3-303A-A898-7172448B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1333207"/>
            <a:ext cx="9564435" cy="41915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61878B-A3D8-F4A6-769D-52C40B5EEFF6}"/>
                  </a:ext>
                </a:extLst>
              </p14:cNvPr>
              <p14:cNvContentPartPr/>
              <p14:nvPr/>
            </p14:nvContentPartPr>
            <p14:xfrm>
              <a:off x="3298320" y="1666800"/>
              <a:ext cx="909000" cy="5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61878B-A3D8-F4A6-769D-52C40B5EEF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8960" y="1657440"/>
                <a:ext cx="92772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346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Networks: Process Sequences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6CBC9E4-65AE-611B-3636-FAEA6376D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1361786"/>
            <a:ext cx="9688277" cy="41344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D36229-83AB-D6B9-F0F0-D70385BB82C8}"/>
                  </a:ext>
                </a:extLst>
              </p14:cNvPr>
              <p14:cNvContentPartPr/>
              <p14:nvPr/>
            </p14:nvContentPartPr>
            <p14:xfrm>
              <a:off x="4959360" y="4364280"/>
              <a:ext cx="5068440" cy="115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D36229-83AB-D6B9-F0F0-D70385BB82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0000" y="4354920"/>
                <a:ext cx="5087160" cy="116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42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Networks: Process Sequences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43ED735-4082-4C3E-1B98-03B7E35B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1280812"/>
            <a:ext cx="9935962" cy="4296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D93AEB-BF5A-CF6D-EBE1-6A4BFBC5EA82}"/>
                  </a:ext>
                </a:extLst>
              </p14:cNvPr>
              <p14:cNvContentPartPr/>
              <p14:nvPr/>
            </p14:nvContentPartPr>
            <p14:xfrm>
              <a:off x="7965000" y="3296160"/>
              <a:ext cx="3064680" cy="245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D93AEB-BF5A-CF6D-EBE1-6A4BFBC5EA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5640" y="3286800"/>
                <a:ext cx="3083400" cy="247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138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Networks: Process Sequences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0D926D1-5210-0915-6C44-68DD1DF45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1404655"/>
            <a:ext cx="9840698" cy="4048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0E4ED0-81F4-5EF3-D661-DCEC0E5A83C2}"/>
                  </a:ext>
                </a:extLst>
              </p14:cNvPr>
              <p14:cNvContentPartPr/>
              <p14:nvPr/>
            </p14:nvContentPartPr>
            <p14:xfrm>
              <a:off x="9349920" y="1936800"/>
              <a:ext cx="1522800" cy="352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0E4ED0-81F4-5EF3-D661-DCEC0E5A83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40560" y="1927440"/>
                <a:ext cx="1541520" cy="354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399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20BCF06-A674-CF8A-26A8-D1EA6971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890" y="1461813"/>
            <a:ext cx="5868219" cy="39343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DAEC14-D2E2-37D0-D7F5-1822FF528CEE}"/>
                  </a:ext>
                </a:extLst>
              </p14:cNvPr>
              <p14:cNvContentPartPr/>
              <p14:nvPr/>
            </p14:nvContentPartPr>
            <p14:xfrm>
              <a:off x="4219560" y="2599560"/>
              <a:ext cx="2955240" cy="231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DAEC14-D2E2-37D0-D7F5-1822FF528C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0200" y="2590200"/>
                <a:ext cx="2973960" cy="23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09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Unrolled 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4FCFD0-7CC5-0C45-73B5-33A56011B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1409418"/>
            <a:ext cx="8106906" cy="40391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92846-F175-FE00-02EA-A4106867F441}"/>
                  </a:ext>
                </a:extLst>
              </p14:cNvPr>
              <p14:cNvContentPartPr/>
              <p14:nvPr/>
            </p14:nvContentPartPr>
            <p14:xfrm>
              <a:off x="3763440" y="3466800"/>
              <a:ext cx="3575160" cy="677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92846-F175-FE00-02EA-A4106867F4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4080" y="3457440"/>
                <a:ext cx="3593880" cy="69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296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 Hidden State Update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38F2EBC-233A-55B5-568D-11F32A56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1366549"/>
            <a:ext cx="9840698" cy="41249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87D7D5-4662-ED86-14C9-C3E4454B68A1}"/>
                  </a:ext>
                </a:extLst>
              </p14:cNvPr>
              <p14:cNvContentPartPr/>
              <p14:nvPr/>
            </p14:nvContentPartPr>
            <p14:xfrm>
              <a:off x="3557160" y="2266200"/>
              <a:ext cx="3650760" cy="2582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87D7D5-4662-ED86-14C9-C3E4454B68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7800" y="2256840"/>
                <a:ext cx="3669480" cy="260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06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 Output generation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163B164-3C36-AEE8-3FFE-1CE09E326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1285576"/>
            <a:ext cx="9793067" cy="42868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E3F15F-A3AA-334D-B37F-109B20EEA6FE}"/>
                  </a:ext>
                </a:extLst>
              </p14:cNvPr>
              <p14:cNvContentPartPr/>
              <p14:nvPr/>
            </p14:nvContentPartPr>
            <p14:xfrm>
              <a:off x="3490200" y="3572640"/>
              <a:ext cx="155880" cy="21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E3F15F-A3AA-334D-B37F-109B20EEA6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0840" y="3563280"/>
                <a:ext cx="174600" cy="23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8394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0FFF25A-1FAC-D510-E7D8-29E4BFAAB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347497"/>
            <a:ext cx="8783276" cy="41630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4E1FD3-3452-4701-8CA3-DEFDC14B9979}"/>
                  </a:ext>
                </a:extLst>
              </p14:cNvPr>
              <p14:cNvContentPartPr/>
              <p14:nvPr/>
            </p14:nvContentPartPr>
            <p14:xfrm>
              <a:off x="2828880" y="1988640"/>
              <a:ext cx="7658280" cy="296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4E1FD3-3452-4701-8CA3-DEFDC14B99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9520" y="1979280"/>
                <a:ext cx="7677000" cy="298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781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EE6EAFD-7BED-2B3D-8514-AA1A4A65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1" y="1399892"/>
            <a:ext cx="9869277" cy="40582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6CDA78-8656-9F12-4219-FF990A195C36}"/>
                  </a:ext>
                </a:extLst>
              </p14:cNvPr>
              <p14:cNvContentPartPr/>
              <p14:nvPr/>
            </p14:nvContentPartPr>
            <p14:xfrm>
              <a:off x="3337560" y="3222000"/>
              <a:ext cx="3959280" cy="2106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6CDA78-8656-9F12-4219-FF990A195C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8200" y="3212640"/>
                <a:ext cx="3978000" cy="21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9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Recurrent Neural Network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D5830BE-D7B8-E79C-3FB6-9BFA14152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09" y="1325563"/>
            <a:ext cx="9545382" cy="49727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F5674D-D9E8-ED18-9ABE-3A9EA392497E}"/>
                  </a:ext>
                </a:extLst>
              </p14:cNvPr>
              <p14:cNvContentPartPr/>
              <p14:nvPr/>
            </p14:nvContentPartPr>
            <p14:xfrm>
              <a:off x="4490640" y="580680"/>
              <a:ext cx="7743960" cy="531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F5674D-D9E8-ED18-9ABE-3A9EA39249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1280" y="571320"/>
                <a:ext cx="7762680" cy="533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849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 Computational Graph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2A6F4C6-9D32-B4CB-4C61-9448B472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890498"/>
            <a:ext cx="8840434" cy="30770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B42532-8E8E-D83D-DD81-3F96199E6126}"/>
                  </a:ext>
                </a:extLst>
              </p14:cNvPr>
              <p14:cNvContentPartPr/>
              <p14:nvPr/>
            </p14:nvContentPartPr>
            <p14:xfrm>
              <a:off x="3429000" y="1145160"/>
              <a:ext cx="1047240" cy="200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B42532-8E8E-D83D-DD81-3F96199E61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9640" y="1135800"/>
                <a:ext cx="1065960" cy="20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806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 Computational Graph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5FA5808-C043-D08C-6D33-338F465D5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1428471"/>
            <a:ext cx="8888065" cy="40010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DF6135-5809-3F67-4E13-A1BD4843B7FB}"/>
                  </a:ext>
                </a:extLst>
              </p14:cNvPr>
              <p14:cNvContentPartPr/>
              <p14:nvPr/>
            </p14:nvContentPartPr>
            <p14:xfrm>
              <a:off x="3173760" y="2050920"/>
              <a:ext cx="5548680" cy="1146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DF6135-5809-3F67-4E13-A1BD4843B7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4400" y="2041560"/>
                <a:ext cx="5567400" cy="11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8878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 Computational Graph: Many to Many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4A00019-ADD2-C3FD-A91E-5A520F972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1328444"/>
            <a:ext cx="9211961" cy="42011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F84DCA-CE03-060D-B36A-A025146EE6AF}"/>
                  </a:ext>
                </a:extLst>
              </p14:cNvPr>
              <p14:cNvContentPartPr/>
              <p14:nvPr/>
            </p14:nvContentPartPr>
            <p14:xfrm>
              <a:off x="3198240" y="1904040"/>
              <a:ext cx="7535880" cy="300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F84DCA-CE03-060D-B36A-A025146EE6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8880" y="1894680"/>
                <a:ext cx="7554600" cy="302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2732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 Computational Graph: Many to One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A3918EF-E347-C846-3481-1882F808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4" y="1299865"/>
            <a:ext cx="8688012" cy="42582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DC5BA2-395B-2D11-EAEA-27EFDED38CF2}"/>
                  </a:ext>
                </a:extLst>
              </p14:cNvPr>
              <p14:cNvContentPartPr/>
              <p14:nvPr/>
            </p14:nvContentPartPr>
            <p14:xfrm>
              <a:off x="2253960" y="1690560"/>
              <a:ext cx="8888760" cy="337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DC5BA2-395B-2D11-EAEA-27EFDED38C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4600" y="1681200"/>
                <a:ext cx="8907480" cy="339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90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9640C4B-356F-E7FB-9617-E4568B17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1095049"/>
            <a:ext cx="9793067" cy="46679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3AC16F-0BFF-96D0-5314-A88FB8667C39}"/>
                  </a:ext>
                </a:extLst>
              </p14:cNvPr>
              <p14:cNvContentPartPr/>
              <p14:nvPr/>
            </p14:nvContentPartPr>
            <p14:xfrm>
              <a:off x="1423080" y="2580840"/>
              <a:ext cx="9238320" cy="3119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3AC16F-0BFF-96D0-5314-A88FB8667C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720" y="2571480"/>
                <a:ext cx="9257040" cy="31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8836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984BC14-A773-B4E1-ED5D-772DA4EDC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1133154"/>
            <a:ext cx="9764488" cy="45916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0206DB-56B2-8AB1-36B8-87AD20B9655F}"/>
                  </a:ext>
                </a:extLst>
              </p14:cNvPr>
              <p14:cNvContentPartPr/>
              <p14:nvPr/>
            </p14:nvContentPartPr>
            <p14:xfrm>
              <a:off x="7449120" y="3560400"/>
              <a:ext cx="3450240" cy="715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0206DB-56B2-8AB1-36B8-87AD20B965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9760" y="3551040"/>
                <a:ext cx="3468960" cy="73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3881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7A7ACA-1D87-9641-8091-DE14C4D7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1134696"/>
            <a:ext cx="9802593" cy="4858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782237-EED9-4B46-1A88-D61293728F29}"/>
                  </a:ext>
                </a:extLst>
              </p14:cNvPr>
              <p14:cNvContentPartPr/>
              <p14:nvPr/>
            </p14:nvContentPartPr>
            <p14:xfrm>
              <a:off x="1549800" y="1527480"/>
              <a:ext cx="8834760" cy="414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782237-EED9-4B46-1A88-D61293728F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0440" y="1518120"/>
                <a:ext cx="8853480" cy="41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0220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579F9CA-DF46-93A0-E1A6-A51DC937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7" y="1181210"/>
            <a:ext cx="748769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77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2BEE511-CC1A-21B5-FC99-BA5EB07F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7" y="1181912"/>
            <a:ext cx="7716327" cy="51537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C24D67-72A6-70C0-8E90-C55104CC9DDD}"/>
                  </a:ext>
                </a:extLst>
              </p14:cNvPr>
              <p14:cNvContentPartPr/>
              <p14:nvPr/>
            </p14:nvContentPartPr>
            <p14:xfrm>
              <a:off x="6451560" y="1592640"/>
              <a:ext cx="2283480" cy="210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C24D67-72A6-70C0-8E90-C55104CC9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2200" y="1583280"/>
                <a:ext cx="2302200" cy="21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4940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8284E12-6590-B04E-BCAE-A4E2FD13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7" y="1043638"/>
            <a:ext cx="9516803" cy="52204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BC3AAF-86DB-50E2-6083-3BAED4E8AA06}"/>
                  </a:ext>
                </a:extLst>
              </p14:cNvPr>
              <p14:cNvContentPartPr/>
              <p14:nvPr/>
            </p14:nvContentPartPr>
            <p14:xfrm>
              <a:off x="7340400" y="6097320"/>
              <a:ext cx="1982160" cy="74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BC3AAF-86DB-50E2-6083-3BAED4E8AA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1040" y="6087960"/>
                <a:ext cx="2000880" cy="9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275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FA76C2E-317E-F1D0-4A7A-7F50D59F8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6" y="1325563"/>
            <a:ext cx="10515599" cy="52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70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FA2BB72-AE56-8268-D469-CAAF2058B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03" y="1160055"/>
            <a:ext cx="10641143" cy="55442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3D0B42-80EB-72F7-491A-425CBA5EA455}"/>
                  </a:ext>
                </a:extLst>
              </p14:cNvPr>
              <p14:cNvContentPartPr/>
              <p14:nvPr/>
            </p14:nvContentPartPr>
            <p14:xfrm>
              <a:off x="1765800" y="1721520"/>
              <a:ext cx="10370880" cy="413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3D0B42-80EB-72F7-491A-425CBA5EA4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6440" y="1712160"/>
                <a:ext cx="10389600" cy="41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2254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BF7A02D-06B1-366B-1BB3-6ED64B50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325563"/>
            <a:ext cx="8154538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88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E21EE5A-419C-4A09-7C55-5B7B8C4D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33" y="1501326"/>
            <a:ext cx="9802593" cy="49346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D66648-29F2-1886-7B12-66DDD4985965}"/>
                  </a:ext>
                </a:extLst>
              </p14:cNvPr>
              <p14:cNvContentPartPr/>
              <p14:nvPr/>
            </p14:nvContentPartPr>
            <p14:xfrm>
              <a:off x="6882120" y="4502880"/>
              <a:ext cx="2724480" cy="2032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D66648-29F2-1886-7B12-66DDD49859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72760" y="4493520"/>
                <a:ext cx="2743200" cy="205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0659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41011B-85D4-FD95-06FA-5DE0AB714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81" y="1325563"/>
            <a:ext cx="9840698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02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4448</TotalTime>
  <Words>95</Words>
  <Application>Microsoft Office PowerPoint</Application>
  <PresentationFormat>Widescreen</PresentationFormat>
  <Paragraphs>33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Monotype Corsiva</vt:lpstr>
      <vt:lpstr>Times New Roman</vt:lpstr>
      <vt:lpstr>Office 2013 - 2022 Theme</vt:lpstr>
      <vt:lpstr>PowerPoint Presentation</vt:lpstr>
      <vt:lpstr>Vanilla Neural Network</vt:lpstr>
      <vt:lpstr>Recurrent Neural Networks: Process Sequences</vt:lpstr>
      <vt:lpstr>Recurrent Neural Networks: Process Sequences</vt:lpstr>
      <vt:lpstr>Recurrent Neural Networks: Process Sequences</vt:lpstr>
      <vt:lpstr>Recurrent Neural Networks: Process Sequences</vt:lpstr>
      <vt:lpstr>Recurrent Neural Network</vt:lpstr>
      <vt:lpstr>Unrolled RNN</vt:lpstr>
      <vt:lpstr>RNN Hidden State Update</vt:lpstr>
      <vt:lpstr>RNN Output generation</vt:lpstr>
      <vt:lpstr>Recurrent Neural Network</vt:lpstr>
      <vt:lpstr>Recurrent Neural Network</vt:lpstr>
      <vt:lpstr>Recurrent Neural Network</vt:lpstr>
      <vt:lpstr>RNN Computational Graph</vt:lpstr>
      <vt:lpstr>RNN Computational Graph</vt:lpstr>
      <vt:lpstr>RNN Computational Graph: Many to Many</vt:lpstr>
      <vt:lpstr>RNN Computational Graph: Many to One</vt:lpstr>
      <vt:lpstr>RNN</vt:lpstr>
      <vt:lpstr>RNN</vt:lpstr>
      <vt:lpstr>RNN</vt:lpstr>
      <vt:lpstr>RNN</vt:lpstr>
      <vt:lpstr>RNN</vt:lpstr>
      <vt:lpstr>RNN</vt:lpstr>
      <vt:lpstr>RNN</vt:lpstr>
      <vt:lpstr>RNN</vt:lpstr>
      <vt:lpstr>RNN</vt:lpstr>
      <vt:lpstr>RNN</vt:lpstr>
      <vt:lpstr>RNN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2025-11-10T10:20:02Z</dcterms:modified>
</cp:coreProperties>
</file>