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395" r:id="rId2"/>
    <p:sldId id="591" r:id="rId3"/>
    <p:sldId id="593" r:id="rId4"/>
    <p:sldId id="615" r:id="rId5"/>
    <p:sldId id="614" r:id="rId6"/>
    <p:sldId id="613" r:id="rId7"/>
    <p:sldId id="616" r:id="rId8"/>
    <p:sldId id="617" r:id="rId9"/>
    <p:sldId id="627" r:id="rId10"/>
    <p:sldId id="618" r:id="rId11"/>
    <p:sldId id="625" r:id="rId12"/>
    <p:sldId id="624" r:id="rId13"/>
    <p:sldId id="619" r:id="rId14"/>
    <p:sldId id="620" r:id="rId15"/>
    <p:sldId id="621" r:id="rId16"/>
    <p:sldId id="623" r:id="rId17"/>
    <p:sldId id="626" r:id="rId18"/>
    <p:sldId id="628" r:id="rId19"/>
    <p:sldId id="629" r:id="rId20"/>
    <p:sldId id="58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4633DC-CD22-4EC8-A2AF-EB7AB12F3135}" v="96" dt="2025-08-04T09:20:58.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6884C358-F078-41E2-B52A-C991C4377FC1}"/>
    <pc:docChg chg="undo redo custSel addSld delSld modSld">
      <pc:chgData name="Deepika Vatsa" userId="f7100972-27fe-4ee6-8fb4-ec9b7931b409" providerId="ADAL" clId="{6884C358-F078-41E2-B52A-C991C4377FC1}" dt="2025-07-23T05:24:38.241" v="3543" actId="2696"/>
      <pc:docMkLst>
        <pc:docMk/>
      </pc:docMkLst>
      <pc:sldChg chg="addSp delSp modSp mod">
        <pc:chgData name="Deepika Vatsa" userId="f7100972-27fe-4ee6-8fb4-ec9b7931b409" providerId="ADAL" clId="{6884C358-F078-41E2-B52A-C991C4377FC1}" dt="2025-07-23T05:20:50.743" v="3433"/>
        <pc:sldMkLst>
          <pc:docMk/>
          <pc:sldMk cId="0" sldId="257"/>
        </pc:sldMkLst>
        <pc:spChg chg="del">
          <ac:chgData name="Deepika Vatsa" userId="f7100972-27fe-4ee6-8fb4-ec9b7931b409" providerId="ADAL" clId="{6884C358-F078-41E2-B52A-C991C4377FC1}" dt="2025-07-22T09:46:07.314" v="366" actId="478"/>
          <ac:spMkLst>
            <pc:docMk/>
            <pc:sldMk cId="0" sldId="257"/>
            <ac:spMk id="2" creationId="{00000000-0000-0000-0000-000000000000}"/>
          </ac:spMkLst>
        </pc:spChg>
        <pc:spChg chg="del">
          <ac:chgData name="Deepika Vatsa" userId="f7100972-27fe-4ee6-8fb4-ec9b7931b409" providerId="ADAL" clId="{6884C358-F078-41E2-B52A-C991C4377FC1}" dt="2025-07-22T09:46:19.992" v="386" actId="478"/>
          <ac:spMkLst>
            <pc:docMk/>
            <pc:sldMk cId="0" sldId="257"/>
            <ac:spMk id="3" creationId="{00000000-0000-0000-0000-000000000000}"/>
          </ac:spMkLst>
        </pc:spChg>
        <pc:spChg chg="mod">
          <ac:chgData name="Deepika Vatsa" userId="f7100972-27fe-4ee6-8fb4-ec9b7931b409" providerId="ADAL" clId="{6884C358-F078-41E2-B52A-C991C4377FC1}" dt="2025-07-22T09:25:41.921" v="69"/>
          <ac:spMkLst>
            <pc:docMk/>
            <pc:sldMk cId="0" sldId="257"/>
            <ac:spMk id="4" creationId="{00000000-0000-0000-0000-000000000000}"/>
          </ac:spMkLst>
        </pc:spChg>
        <pc:spChg chg="add del mod">
          <ac:chgData name="Deepika Vatsa" userId="f7100972-27fe-4ee6-8fb4-ec9b7931b409" providerId="ADAL" clId="{6884C358-F078-41E2-B52A-C991C4377FC1}" dt="2025-07-22T09:46:11.087" v="367" actId="478"/>
          <ac:spMkLst>
            <pc:docMk/>
            <pc:sldMk cId="0" sldId="257"/>
            <ac:spMk id="7" creationId="{1ADD9D61-713D-4A99-56C5-830DCBC11A42}"/>
          </ac:spMkLst>
        </pc:spChg>
        <pc:spChg chg="add mod">
          <ac:chgData name="Deepika Vatsa" userId="f7100972-27fe-4ee6-8fb4-ec9b7931b409" providerId="ADAL" clId="{6884C358-F078-41E2-B52A-C991C4377FC1}" dt="2025-07-23T05:16:58.934" v="3366" actId="207"/>
          <ac:spMkLst>
            <pc:docMk/>
            <pc:sldMk cId="0" sldId="257"/>
            <ac:spMk id="8" creationId="{991BA802-3D45-4E0C-D372-BE4FFEF41DD1}"/>
          </ac:spMkLst>
        </pc:spChg>
        <pc:spChg chg="add del mod">
          <ac:chgData name="Deepika Vatsa" userId="f7100972-27fe-4ee6-8fb4-ec9b7931b409" providerId="ADAL" clId="{6884C358-F078-41E2-B52A-C991C4377FC1}" dt="2025-07-22T09:46:21.354" v="387" actId="478"/>
          <ac:spMkLst>
            <pc:docMk/>
            <pc:sldMk cId="0" sldId="257"/>
            <ac:spMk id="10" creationId="{B8D89D22-2E94-CDDE-9114-30348B772120}"/>
          </ac:spMkLst>
        </pc:spChg>
        <pc:picChg chg="add mod">
          <ac:chgData name="Deepika Vatsa" userId="f7100972-27fe-4ee6-8fb4-ec9b7931b409" providerId="ADAL" clId="{6884C358-F078-41E2-B52A-C991C4377FC1}" dt="2025-07-22T09:46:31.182" v="390" actId="1076"/>
          <ac:picMkLst>
            <pc:docMk/>
            <pc:sldMk cId="0" sldId="257"/>
            <ac:picMk id="11" creationId="{C4C88D64-41B1-3E23-255C-8D6CD72FE16B}"/>
          </ac:picMkLst>
        </pc:picChg>
        <pc:cxnChg chg="add mod">
          <ac:chgData name="Deepika Vatsa" userId="f7100972-27fe-4ee6-8fb4-ec9b7931b409" providerId="ADAL" clId="{6884C358-F078-41E2-B52A-C991C4377FC1}" dt="2025-07-23T05:20:50.743" v="3433"/>
          <ac:cxnSpMkLst>
            <pc:docMk/>
            <pc:sldMk cId="0" sldId="257"/>
            <ac:cxnSpMk id="2" creationId="{CBA55D45-5BC0-2827-B096-7BB0262967E4}"/>
          </ac:cxnSpMkLst>
        </pc:cxnChg>
        <pc:cxnChg chg="del">
          <ac:chgData name="Deepika Vatsa" userId="f7100972-27fe-4ee6-8fb4-ec9b7931b409" providerId="ADAL" clId="{6884C358-F078-41E2-B52A-C991C4377FC1}" dt="2025-07-23T05:20:50.377" v="3432" actId="478"/>
          <ac:cxnSpMkLst>
            <pc:docMk/>
            <pc:sldMk cId="0" sldId="257"/>
            <ac:cxnSpMk id="5" creationId="{D12CAC9D-CDF2-ED92-8F02-70DAC510318D}"/>
          </ac:cxnSpMkLst>
        </pc:cxnChg>
      </pc:sldChg>
      <pc:sldChg chg="addSp delSp modSp mod">
        <pc:chgData name="Deepika Vatsa" userId="f7100972-27fe-4ee6-8fb4-ec9b7931b409" providerId="ADAL" clId="{6884C358-F078-41E2-B52A-C991C4377FC1}" dt="2025-07-23T05:21:07.139" v="3444" actId="1036"/>
        <pc:sldMkLst>
          <pc:docMk/>
          <pc:sldMk cId="0" sldId="258"/>
        </pc:sldMkLst>
        <pc:spChg chg="mod">
          <ac:chgData name="Deepika Vatsa" userId="f7100972-27fe-4ee6-8fb4-ec9b7931b409" providerId="ADAL" clId="{6884C358-F078-41E2-B52A-C991C4377FC1}" dt="2025-07-23T05:21:07.139" v="3444" actId="1036"/>
          <ac:spMkLst>
            <pc:docMk/>
            <pc:sldMk cId="0" sldId="258"/>
            <ac:spMk id="2" creationId="{00000000-0000-0000-0000-000000000000}"/>
          </ac:spMkLst>
        </pc:spChg>
        <pc:spChg chg="mod">
          <ac:chgData name="Deepika Vatsa" userId="f7100972-27fe-4ee6-8fb4-ec9b7931b409" providerId="ADAL" clId="{6884C358-F078-41E2-B52A-C991C4377FC1}" dt="2025-07-22T09:58:53.373" v="693" actId="113"/>
          <ac:spMkLst>
            <pc:docMk/>
            <pc:sldMk cId="0" sldId="258"/>
            <ac:spMk id="3" creationId="{00000000-0000-0000-0000-000000000000}"/>
          </ac:spMkLst>
        </pc:spChg>
        <pc:spChg chg="del mod">
          <ac:chgData name="Deepika Vatsa" userId="f7100972-27fe-4ee6-8fb4-ec9b7931b409" providerId="ADAL" clId="{6884C358-F078-41E2-B52A-C991C4377FC1}" dt="2025-07-22T09:58:39.592" v="690" actId="478"/>
          <ac:spMkLst>
            <pc:docMk/>
            <pc:sldMk cId="0" sldId="258"/>
            <ac:spMk id="4" creationId="{00000000-0000-0000-0000-000000000000}"/>
          </ac:spMkLst>
        </pc:spChg>
        <pc:spChg chg="add del mod ord">
          <ac:chgData name="Deepika Vatsa" userId="f7100972-27fe-4ee6-8fb4-ec9b7931b409" providerId="ADAL" clId="{6884C358-F078-41E2-B52A-C991C4377FC1}" dt="2025-07-22T09:57:25.796" v="671" actId="478"/>
          <ac:spMkLst>
            <pc:docMk/>
            <pc:sldMk cId="0" sldId="258"/>
            <ac:spMk id="6" creationId="{BA9307D0-EBDA-93E8-6688-2F7B8C8E0E6C}"/>
          </ac:spMkLst>
        </pc:spChg>
        <pc:cxnChg chg="add mod">
          <ac:chgData name="Deepika Vatsa" userId="f7100972-27fe-4ee6-8fb4-ec9b7931b409" providerId="ADAL" clId="{6884C358-F078-41E2-B52A-C991C4377FC1}" dt="2025-07-23T05:21:02.836" v="3439"/>
          <ac:cxnSpMkLst>
            <pc:docMk/>
            <pc:sldMk cId="0" sldId="258"/>
            <ac:cxnSpMk id="4" creationId="{14743623-04A4-B42C-4A68-90F92DBBA454}"/>
          </ac:cxnSpMkLst>
        </pc:cxnChg>
        <pc:cxnChg chg="del">
          <ac:chgData name="Deepika Vatsa" userId="f7100972-27fe-4ee6-8fb4-ec9b7931b409" providerId="ADAL" clId="{6884C358-F078-41E2-B52A-C991C4377FC1}" dt="2025-07-23T05:21:02.444" v="3438" actId="478"/>
          <ac:cxnSpMkLst>
            <pc:docMk/>
            <pc:sldMk cId="0" sldId="258"/>
            <ac:cxnSpMk id="5" creationId="{7F0521BD-D115-2D03-6CC7-BFE0E882D8F6}"/>
          </ac:cxnSpMkLst>
        </pc:cxnChg>
      </pc:sldChg>
      <pc:sldChg chg="modSp del">
        <pc:chgData name="Deepika Vatsa" userId="f7100972-27fe-4ee6-8fb4-ec9b7931b409" providerId="ADAL" clId="{6884C358-F078-41E2-B52A-C991C4377FC1}" dt="2025-07-22T10:01:31.830" v="728" actId="47"/>
        <pc:sldMkLst>
          <pc:docMk/>
          <pc:sldMk cId="0" sldId="259"/>
        </pc:sldMkLst>
        <pc:spChg chg="mod">
          <ac:chgData name="Deepika Vatsa" userId="f7100972-27fe-4ee6-8fb4-ec9b7931b409" providerId="ADAL" clId="{6884C358-F078-41E2-B52A-C991C4377FC1}" dt="2025-07-22T09:25:41.921" v="69"/>
          <ac:spMkLst>
            <pc:docMk/>
            <pc:sldMk cId="0" sldId="259"/>
            <ac:spMk id="4" creationId="{00000000-0000-0000-0000-000000000000}"/>
          </ac:spMkLst>
        </pc:spChg>
      </pc:sldChg>
      <pc:sldChg chg="modSp del mod">
        <pc:chgData name="Deepika Vatsa" userId="f7100972-27fe-4ee6-8fb4-ec9b7931b409" providerId="ADAL" clId="{6884C358-F078-41E2-B52A-C991C4377FC1}" dt="2025-07-23T05:06:18.427" v="3264" actId="2696"/>
        <pc:sldMkLst>
          <pc:docMk/>
          <pc:sldMk cId="0" sldId="262"/>
        </pc:sldMkLst>
        <pc:spChg chg="mod">
          <ac:chgData name="Deepika Vatsa" userId="f7100972-27fe-4ee6-8fb4-ec9b7931b409" providerId="ADAL" clId="{6884C358-F078-41E2-B52A-C991C4377FC1}" dt="2025-07-22T10:02:14.578" v="730" actId="1076"/>
          <ac:spMkLst>
            <pc:docMk/>
            <pc:sldMk cId="0" sldId="262"/>
            <ac:spMk id="2" creationId="{00000000-0000-0000-0000-000000000000}"/>
          </ac:spMkLst>
        </pc:spChg>
        <pc:spChg chg="mod">
          <ac:chgData name="Deepika Vatsa" userId="f7100972-27fe-4ee6-8fb4-ec9b7931b409" providerId="ADAL" clId="{6884C358-F078-41E2-B52A-C991C4377FC1}" dt="2025-07-22T10:06:11.393" v="778" actId="1076"/>
          <ac:spMkLst>
            <pc:docMk/>
            <pc:sldMk cId="0" sldId="262"/>
            <ac:spMk id="3" creationId="{00000000-0000-0000-0000-000000000000}"/>
          </ac:spMkLst>
        </pc:spChg>
        <pc:spChg chg="mod">
          <ac:chgData name="Deepika Vatsa" userId="f7100972-27fe-4ee6-8fb4-ec9b7931b409" providerId="ADAL" clId="{6884C358-F078-41E2-B52A-C991C4377FC1}" dt="2025-07-22T09:25:41.921" v="69"/>
          <ac:spMkLst>
            <pc:docMk/>
            <pc:sldMk cId="0" sldId="262"/>
            <ac:spMk id="4" creationId="{00000000-0000-0000-0000-000000000000}"/>
          </ac:spMkLst>
        </pc:spChg>
      </pc:sldChg>
      <pc:sldChg chg="addSp delSp modSp del mod">
        <pc:chgData name="Deepika Vatsa" userId="f7100972-27fe-4ee6-8fb4-ec9b7931b409" providerId="ADAL" clId="{6884C358-F078-41E2-B52A-C991C4377FC1}" dt="2025-07-22T10:06:14.611" v="779" actId="47"/>
        <pc:sldMkLst>
          <pc:docMk/>
          <pc:sldMk cId="0" sldId="263"/>
        </pc:sldMkLst>
        <pc:spChg chg="mod">
          <ac:chgData name="Deepika Vatsa" userId="f7100972-27fe-4ee6-8fb4-ec9b7931b409" providerId="ADAL" clId="{6884C358-F078-41E2-B52A-C991C4377FC1}" dt="2025-07-22T10:05:23.938" v="763" actId="12"/>
          <ac:spMkLst>
            <pc:docMk/>
            <pc:sldMk cId="0" sldId="263"/>
            <ac:spMk id="3" creationId="{00000000-0000-0000-0000-000000000000}"/>
          </ac:spMkLst>
        </pc:spChg>
        <pc:picChg chg="add del mod">
          <ac:chgData name="Deepika Vatsa" userId="f7100972-27fe-4ee6-8fb4-ec9b7931b409" providerId="ADAL" clId="{6884C358-F078-41E2-B52A-C991C4377FC1}" dt="2025-07-22T10:05:49.915" v="769" actId="21"/>
          <ac:picMkLst>
            <pc:docMk/>
            <pc:sldMk cId="0" sldId="263"/>
            <ac:picMk id="4" creationId="{830F81FE-6170-E751-2692-A3AADFCECC17}"/>
          </ac:picMkLst>
        </pc:picChg>
        <pc:picChg chg="del mod">
          <ac:chgData name="Deepika Vatsa" userId="f7100972-27fe-4ee6-8fb4-ec9b7931b409" providerId="ADAL" clId="{6884C358-F078-41E2-B52A-C991C4377FC1}" dt="2025-07-22T10:03:48.859" v="755" actId="478"/>
          <ac:picMkLst>
            <pc:docMk/>
            <pc:sldMk cId="0" sldId="263"/>
            <ac:picMk id="1026" creationId="{EF6DEE9D-3770-CBC7-7CDA-ABFEBECE9A8B}"/>
          </ac:picMkLst>
        </pc:picChg>
      </pc:sldChg>
      <pc:sldChg chg="del">
        <pc:chgData name="Deepika Vatsa" userId="f7100972-27fe-4ee6-8fb4-ec9b7931b409" providerId="ADAL" clId="{6884C358-F078-41E2-B52A-C991C4377FC1}" dt="2025-07-22T10:08:25.100" v="799" actId="47"/>
        <pc:sldMkLst>
          <pc:docMk/>
          <pc:sldMk cId="0" sldId="264"/>
        </pc:sldMkLst>
      </pc:sldChg>
      <pc:sldChg chg="addSp delSp modSp mod">
        <pc:chgData name="Deepika Vatsa" userId="f7100972-27fe-4ee6-8fb4-ec9b7931b409" providerId="ADAL" clId="{6884C358-F078-41E2-B52A-C991C4377FC1}" dt="2025-07-23T05:20:12.441" v="3415"/>
        <pc:sldMkLst>
          <pc:docMk/>
          <pc:sldMk cId="0" sldId="276"/>
        </pc:sldMkLst>
        <pc:spChg chg="mod">
          <ac:chgData name="Deepika Vatsa" userId="f7100972-27fe-4ee6-8fb4-ec9b7931b409" providerId="ADAL" clId="{6884C358-F078-41E2-B52A-C991C4377FC1}" dt="2025-07-23T05:15:49.357" v="3349" actId="207"/>
          <ac:spMkLst>
            <pc:docMk/>
            <pc:sldMk cId="0" sldId="276"/>
            <ac:spMk id="2" creationId="{00000000-0000-0000-0000-000000000000}"/>
          </ac:spMkLst>
        </pc:spChg>
        <pc:spChg chg="del mod">
          <ac:chgData name="Deepika Vatsa" userId="f7100972-27fe-4ee6-8fb4-ec9b7931b409" providerId="ADAL" clId="{6884C358-F078-41E2-B52A-C991C4377FC1}" dt="2025-07-22T10:51:53.775" v="2857" actId="478"/>
          <ac:spMkLst>
            <pc:docMk/>
            <pc:sldMk cId="0" sldId="276"/>
            <ac:spMk id="3" creationId="{00000000-0000-0000-0000-000000000000}"/>
          </ac:spMkLst>
        </pc:spChg>
        <pc:spChg chg="del mod">
          <ac:chgData name="Deepika Vatsa" userId="f7100972-27fe-4ee6-8fb4-ec9b7931b409" providerId="ADAL" clId="{6884C358-F078-41E2-B52A-C991C4377FC1}" dt="2025-07-22T09:30:00.857" v="194" actId="478"/>
          <ac:spMkLst>
            <pc:docMk/>
            <pc:sldMk cId="0" sldId="276"/>
            <ac:spMk id="4" creationId="{00000000-0000-0000-0000-000000000000}"/>
          </ac:spMkLst>
        </pc:spChg>
        <pc:spChg chg="add del mod ord">
          <ac:chgData name="Deepika Vatsa" userId="f7100972-27fe-4ee6-8fb4-ec9b7931b409" providerId="ADAL" clId="{6884C358-F078-41E2-B52A-C991C4377FC1}" dt="2025-07-22T10:51:53.775" v="2857" actId="478"/>
          <ac:spMkLst>
            <pc:docMk/>
            <pc:sldMk cId="0" sldId="276"/>
            <ac:spMk id="6" creationId="{DF1F7109-6D42-A6CD-F452-0870CFC44C57}"/>
          </ac:spMkLst>
        </pc:spChg>
        <pc:spChg chg="add del mod">
          <ac:chgData name="Deepika Vatsa" userId="f7100972-27fe-4ee6-8fb4-ec9b7931b409" providerId="ADAL" clId="{6884C358-F078-41E2-B52A-C991C4377FC1}" dt="2025-07-22T10:51:53.775" v="2857" actId="478"/>
          <ac:spMkLst>
            <pc:docMk/>
            <pc:sldMk cId="0" sldId="276"/>
            <ac:spMk id="7" creationId="{FF220C66-A4E6-C8D7-391A-04D70E625C9C}"/>
          </ac:spMkLst>
        </pc:spChg>
        <pc:spChg chg="add del mod">
          <ac:chgData name="Deepika Vatsa" userId="f7100972-27fe-4ee6-8fb4-ec9b7931b409" providerId="ADAL" clId="{6884C358-F078-41E2-B52A-C991C4377FC1}" dt="2025-07-22T09:29:47.313" v="184"/>
          <ac:spMkLst>
            <pc:docMk/>
            <pc:sldMk cId="0" sldId="276"/>
            <ac:spMk id="9" creationId="{43D22531-29B1-0753-0946-7FE02105E3BE}"/>
          </ac:spMkLst>
        </pc:spChg>
        <pc:spChg chg="add del mod">
          <ac:chgData name="Deepika Vatsa" userId="f7100972-27fe-4ee6-8fb4-ec9b7931b409" providerId="ADAL" clId="{6884C358-F078-41E2-B52A-C991C4377FC1}" dt="2025-07-22T10:51:53.775" v="2857" actId="478"/>
          <ac:spMkLst>
            <pc:docMk/>
            <pc:sldMk cId="0" sldId="276"/>
            <ac:spMk id="10" creationId="{762B94E8-9E92-C874-B94F-CA816E8E5609}"/>
          </ac:spMkLst>
        </pc:spChg>
        <pc:spChg chg="add del mod">
          <ac:chgData name="Deepika Vatsa" userId="f7100972-27fe-4ee6-8fb4-ec9b7931b409" providerId="ADAL" clId="{6884C358-F078-41E2-B52A-C991C4377FC1}" dt="2025-07-22T10:51:55.493" v="2858" actId="478"/>
          <ac:spMkLst>
            <pc:docMk/>
            <pc:sldMk cId="0" sldId="276"/>
            <ac:spMk id="12" creationId="{761C11D7-EAE4-DE47-846C-5394B9B4B7D2}"/>
          </ac:spMkLst>
        </pc:spChg>
        <pc:spChg chg="add mod">
          <ac:chgData name="Deepika Vatsa" userId="f7100972-27fe-4ee6-8fb4-ec9b7931b409" providerId="ADAL" clId="{6884C358-F078-41E2-B52A-C991C4377FC1}" dt="2025-07-22T10:58:29.586" v="3175" actId="1076"/>
          <ac:spMkLst>
            <pc:docMk/>
            <pc:sldMk cId="0" sldId="276"/>
            <ac:spMk id="13" creationId="{05B054CE-66A9-69B7-25DF-5E63A7E7226F}"/>
          </ac:spMkLst>
        </pc:spChg>
        <pc:graphicFrameChg chg="add del mod modGraphic">
          <ac:chgData name="Deepika Vatsa" userId="f7100972-27fe-4ee6-8fb4-ec9b7931b409" providerId="ADAL" clId="{6884C358-F078-41E2-B52A-C991C4377FC1}" dt="2025-07-22T10:58:21.671" v="3172" actId="478"/>
          <ac:graphicFrameMkLst>
            <pc:docMk/>
            <pc:sldMk cId="0" sldId="276"/>
            <ac:graphicFrameMk id="14" creationId="{15B9210D-0693-05A9-B8B7-394487320ED6}"/>
          </ac:graphicFrameMkLst>
        </pc:graphicFrameChg>
        <pc:cxnChg chg="add mod">
          <ac:chgData name="Deepika Vatsa" userId="f7100972-27fe-4ee6-8fb4-ec9b7931b409" providerId="ADAL" clId="{6884C358-F078-41E2-B52A-C991C4377FC1}" dt="2025-07-23T05:20:12.441" v="3415"/>
          <ac:cxnSpMkLst>
            <pc:docMk/>
            <pc:sldMk cId="0" sldId="276"/>
            <ac:cxnSpMk id="3" creationId="{A353B9D7-DA76-EC76-62EC-B68A91A5CACC}"/>
          </ac:cxnSpMkLst>
        </pc:cxnChg>
        <pc:cxnChg chg="del">
          <ac:chgData name="Deepika Vatsa" userId="f7100972-27fe-4ee6-8fb4-ec9b7931b409" providerId="ADAL" clId="{6884C358-F078-41E2-B52A-C991C4377FC1}" dt="2025-07-23T05:20:11.800" v="3414" actId="478"/>
          <ac:cxnSpMkLst>
            <pc:docMk/>
            <pc:sldMk cId="0" sldId="276"/>
            <ac:cxnSpMk id="5" creationId="{50E184E5-16FE-EBD7-7894-1DC87C936193}"/>
          </ac:cxnSpMkLst>
        </pc:cxnChg>
      </pc:sldChg>
      <pc:sldChg chg="modSp del">
        <pc:chgData name="Deepika Vatsa" userId="f7100972-27fe-4ee6-8fb4-ec9b7931b409" providerId="ADAL" clId="{6884C358-F078-41E2-B52A-C991C4377FC1}" dt="2025-07-22T09:48:52.734" v="447" actId="2696"/>
        <pc:sldMkLst>
          <pc:docMk/>
          <pc:sldMk cId="0" sldId="282"/>
        </pc:sldMkLst>
        <pc:spChg chg="mod">
          <ac:chgData name="Deepika Vatsa" userId="f7100972-27fe-4ee6-8fb4-ec9b7931b409" providerId="ADAL" clId="{6884C358-F078-41E2-B52A-C991C4377FC1}" dt="2025-07-22T09:25:41.921" v="69"/>
          <ac:spMkLst>
            <pc:docMk/>
            <pc:sldMk cId="0" sldId="282"/>
            <ac:spMk id="3" creationId="{00000000-0000-0000-0000-000000000000}"/>
          </ac:spMkLst>
        </pc:spChg>
        <pc:spChg chg="mod">
          <ac:chgData name="Deepika Vatsa" userId="f7100972-27fe-4ee6-8fb4-ec9b7931b409" providerId="ADAL" clId="{6884C358-F078-41E2-B52A-C991C4377FC1}" dt="2025-07-22T09:25:41.921" v="69"/>
          <ac:spMkLst>
            <pc:docMk/>
            <pc:sldMk cId="0" sldId="282"/>
            <ac:spMk id="4" creationId="{00000000-0000-0000-0000-000000000000}"/>
          </ac:spMkLst>
        </pc:spChg>
      </pc:sldChg>
      <pc:sldChg chg="add del">
        <pc:chgData name="Deepika Vatsa" userId="f7100972-27fe-4ee6-8fb4-ec9b7931b409" providerId="ADAL" clId="{6884C358-F078-41E2-B52A-C991C4377FC1}" dt="2025-07-23T05:12:37.326" v="3321" actId="47"/>
        <pc:sldMkLst>
          <pc:docMk/>
          <pc:sldMk cId="2852168949" sldId="350"/>
        </pc:sldMkLst>
      </pc:sldChg>
      <pc:sldChg chg="add del">
        <pc:chgData name="Deepika Vatsa" userId="f7100972-27fe-4ee6-8fb4-ec9b7931b409" providerId="ADAL" clId="{6884C358-F078-41E2-B52A-C991C4377FC1}" dt="2025-07-23T05:13:42.142" v="3334" actId="47"/>
        <pc:sldMkLst>
          <pc:docMk/>
          <pc:sldMk cId="178954834" sldId="363"/>
        </pc:sldMkLst>
      </pc:sldChg>
      <pc:sldChg chg="modSp mod">
        <pc:chgData name="Deepika Vatsa" userId="f7100972-27fe-4ee6-8fb4-ec9b7931b409" providerId="ADAL" clId="{6884C358-F078-41E2-B52A-C991C4377FC1}" dt="2025-07-22T09:24:57.233" v="65" actId="20577"/>
        <pc:sldMkLst>
          <pc:docMk/>
          <pc:sldMk cId="0" sldId="395"/>
        </pc:sldMkLst>
        <pc:spChg chg="mod">
          <ac:chgData name="Deepika Vatsa" userId="f7100972-27fe-4ee6-8fb4-ec9b7931b409" providerId="ADAL" clId="{6884C358-F078-41E2-B52A-C991C4377FC1}" dt="2025-07-22T09:24:57.233" v="65" actId="20577"/>
          <ac:spMkLst>
            <pc:docMk/>
            <pc:sldMk cId="0" sldId="395"/>
            <ac:spMk id="2" creationId="{00000000-0000-0000-0000-000000000000}"/>
          </ac:spMkLst>
        </pc:spChg>
      </pc:sldChg>
      <pc:sldChg chg="modSp del">
        <pc:chgData name="Deepika Vatsa" userId="f7100972-27fe-4ee6-8fb4-ec9b7931b409" providerId="ADAL" clId="{6884C358-F078-41E2-B52A-C991C4377FC1}" dt="2025-07-22T09:36:18.403" v="300" actId="47"/>
        <pc:sldMkLst>
          <pc:docMk/>
          <pc:sldMk cId="3480929016" sldId="553"/>
        </pc:sldMkLst>
        <pc:spChg chg="mod">
          <ac:chgData name="Deepika Vatsa" userId="f7100972-27fe-4ee6-8fb4-ec9b7931b409" providerId="ADAL" clId="{6884C358-F078-41E2-B52A-C991C4377FC1}" dt="2025-07-22T09:25:41.921" v="69"/>
          <ac:spMkLst>
            <pc:docMk/>
            <pc:sldMk cId="3480929016" sldId="553"/>
            <ac:spMk id="4" creationId="{0A61BF14-BB4C-4FFC-7012-6231EFAFCD41}"/>
          </ac:spMkLst>
        </pc:spChg>
      </pc:sldChg>
      <pc:sldChg chg="del">
        <pc:chgData name="Deepika Vatsa" userId="f7100972-27fe-4ee6-8fb4-ec9b7931b409" providerId="ADAL" clId="{6884C358-F078-41E2-B52A-C991C4377FC1}" dt="2025-07-22T09:23:28.413" v="0" actId="47"/>
        <pc:sldMkLst>
          <pc:docMk/>
          <pc:sldMk cId="4163686748" sldId="554"/>
        </pc:sldMkLst>
      </pc:sldChg>
      <pc:sldChg chg="del">
        <pc:chgData name="Deepika Vatsa" userId="f7100972-27fe-4ee6-8fb4-ec9b7931b409" providerId="ADAL" clId="{6884C358-F078-41E2-B52A-C991C4377FC1}" dt="2025-07-22T09:23:28.413" v="0" actId="47"/>
        <pc:sldMkLst>
          <pc:docMk/>
          <pc:sldMk cId="3935020306" sldId="555"/>
        </pc:sldMkLst>
      </pc:sldChg>
      <pc:sldChg chg="modSp del">
        <pc:chgData name="Deepika Vatsa" userId="f7100972-27fe-4ee6-8fb4-ec9b7931b409" providerId="ADAL" clId="{6884C358-F078-41E2-B52A-C991C4377FC1}" dt="2025-07-22T10:01:31.830" v="728" actId="47"/>
        <pc:sldMkLst>
          <pc:docMk/>
          <pc:sldMk cId="2250760117" sldId="572"/>
        </pc:sldMkLst>
        <pc:spChg chg="mod">
          <ac:chgData name="Deepika Vatsa" userId="f7100972-27fe-4ee6-8fb4-ec9b7931b409" providerId="ADAL" clId="{6884C358-F078-41E2-B52A-C991C4377FC1}" dt="2025-07-22T09:25:41.921" v="69"/>
          <ac:spMkLst>
            <pc:docMk/>
            <pc:sldMk cId="2250760117" sldId="572"/>
            <ac:spMk id="4" creationId="{AAA3C26B-3FEA-A51C-8509-EDFF58FF4F4A}"/>
          </ac:spMkLst>
        </pc:spChg>
      </pc:sldChg>
      <pc:sldChg chg="addSp delSp modSp mod">
        <pc:chgData name="Deepika Vatsa" userId="f7100972-27fe-4ee6-8fb4-ec9b7931b409" providerId="ADAL" clId="{6884C358-F078-41E2-B52A-C991C4377FC1}" dt="2025-07-23T05:21:25.243" v="3452"/>
        <pc:sldMkLst>
          <pc:docMk/>
          <pc:sldMk cId="549806327" sldId="573"/>
        </pc:sldMkLst>
        <pc:spChg chg="mod">
          <ac:chgData name="Deepika Vatsa" userId="f7100972-27fe-4ee6-8fb4-ec9b7931b409" providerId="ADAL" clId="{6884C358-F078-41E2-B52A-C991C4377FC1}" dt="2025-07-23T05:18:21.699" v="3391" actId="1035"/>
          <ac:spMkLst>
            <pc:docMk/>
            <pc:sldMk cId="549806327" sldId="573"/>
            <ac:spMk id="2" creationId="{1CD95200-E997-69E7-D60F-2B2833820E43}"/>
          </ac:spMkLst>
        </pc:spChg>
        <pc:spChg chg="mod">
          <ac:chgData name="Deepika Vatsa" userId="f7100972-27fe-4ee6-8fb4-ec9b7931b409" providerId="ADAL" clId="{6884C358-F078-41E2-B52A-C991C4377FC1}" dt="2025-07-22T10:11:40.522" v="861" actId="33524"/>
          <ac:spMkLst>
            <pc:docMk/>
            <pc:sldMk cId="549806327" sldId="573"/>
            <ac:spMk id="3" creationId="{7E3D72CB-FD10-51F1-E138-1F3205E12992}"/>
          </ac:spMkLst>
        </pc:spChg>
        <pc:picChg chg="mod modCrop">
          <ac:chgData name="Deepika Vatsa" userId="f7100972-27fe-4ee6-8fb4-ec9b7931b409" providerId="ADAL" clId="{6884C358-F078-41E2-B52A-C991C4377FC1}" dt="2025-07-22T10:11:25.482" v="856" actId="1076"/>
          <ac:picMkLst>
            <pc:docMk/>
            <pc:sldMk cId="549806327" sldId="573"/>
            <ac:picMk id="4" creationId="{F4073854-4E6C-1C34-8E9C-E284C7C1B544}"/>
          </ac:picMkLst>
        </pc:picChg>
        <pc:cxnChg chg="del">
          <ac:chgData name="Deepika Vatsa" userId="f7100972-27fe-4ee6-8fb4-ec9b7931b409" providerId="ADAL" clId="{6884C358-F078-41E2-B52A-C991C4377FC1}" dt="2025-07-23T05:21:24.872" v="3451" actId="478"/>
          <ac:cxnSpMkLst>
            <pc:docMk/>
            <pc:sldMk cId="549806327" sldId="573"/>
            <ac:cxnSpMk id="5" creationId="{2583FC77-E3AB-35E6-B60C-53A76FE8003F}"/>
          </ac:cxnSpMkLst>
        </pc:cxnChg>
        <pc:cxnChg chg="add mod">
          <ac:chgData name="Deepika Vatsa" userId="f7100972-27fe-4ee6-8fb4-ec9b7931b409" providerId="ADAL" clId="{6884C358-F078-41E2-B52A-C991C4377FC1}" dt="2025-07-23T05:21:25.243" v="3452"/>
          <ac:cxnSpMkLst>
            <pc:docMk/>
            <pc:sldMk cId="549806327" sldId="573"/>
            <ac:cxnSpMk id="6" creationId="{ABECC0BA-46D9-85A9-9BEC-69239BC9C062}"/>
          </ac:cxnSpMkLst>
        </pc:cxnChg>
      </pc:sldChg>
      <pc:sldChg chg="del">
        <pc:chgData name="Deepika Vatsa" userId="f7100972-27fe-4ee6-8fb4-ec9b7931b409" providerId="ADAL" clId="{6884C358-F078-41E2-B52A-C991C4377FC1}" dt="2025-07-22T10:12:15.086" v="862" actId="2696"/>
        <pc:sldMkLst>
          <pc:docMk/>
          <pc:sldMk cId="1030842975" sldId="574"/>
        </pc:sldMkLst>
      </pc:sldChg>
      <pc:sldChg chg="del">
        <pc:chgData name="Deepika Vatsa" userId="f7100972-27fe-4ee6-8fb4-ec9b7931b409" providerId="ADAL" clId="{6884C358-F078-41E2-B52A-C991C4377FC1}" dt="2025-07-22T10:12:15.086" v="862" actId="2696"/>
        <pc:sldMkLst>
          <pc:docMk/>
          <pc:sldMk cId="1844610887" sldId="575"/>
        </pc:sldMkLst>
      </pc:sldChg>
      <pc:sldChg chg="addSp delSp modSp mod">
        <pc:chgData name="Deepika Vatsa" userId="f7100972-27fe-4ee6-8fb4-ec9b7931b409" providerId="ADAL" clId="{6884C358-F078-41E2-B52A-C991C4377FC1}" dt="2025-07-23T05:21:29.136" v="3454"/>
        <pc:sldMkLst>
          <pc:docMk/>
          <pc:sldMk cId="810527257" sldId="576"/>
        </pc:sldMkLst>
        <pc:spChg chg="mod">
          <ac:chgData name="Deepika Vatsa" userId="f7100972-27fe-4ee6-8fb4-ec9b7931b409" providerId="ADAL" clId="{6884C358-F078-41E2-B52A-C991C4377FC1}" dt="2025-07-23T05:18:32.996" v="3393" actId="255"/>
          <ac:spMkLst>
            <pc:docMk/>
            <pc:sldMk cId="810527257" sldId="576"/>
            <ac:spMk id="2" creationId="{8C8DA422-5599-BE5B-B151-D196E8414908}"/>
          </ac:spMkLst>
        </pc:spChg>
        <pc:spChg chg="del">
          <ac:chgData name="Deepika Vatsa" userId="f7100972-27fe-4ee6-8fb4-ec9b7931b409" providerId="ADAL" clId="{6884C358-F078-41E2-B52A-C991C4377FC1}" dt="2025-07-22T10:13:31.716" v="864" actId="478"/>
          <ac:spMkLst>
            <pc:docMk/>
            <pc:sldMk cId="810527257" sldId="576"/>
            <ac:spMk id="3" creationId="{23292E8A-B934-BC7E-D793-FA32925820AA}"/>
          </ac:spMkLst>
        </pc:spChg>
        <pc:spChg chg="add del mod">
          <ac:chgData name="Deepika Vatsa" userId="f7100972-27fe-4ee6-8fb4-ec9b7931b409" providerId="ADAL" clId="{6884C358-F078-41E2-B52A-C991C4377FC1}" dt="2025-07-22T10:13:33.431" v="865" actId="478"/>
          <ac:spMkLst>
            <pc:docMk/>
            <pc:sldMk cId="810527257" sldId="576"/>
            <ac:spMk id="6" creationId="{83784901-344E-5428-88AA-7C54D084D705}"/>
          </ac:spMkLst>
        </pc:spChg>
        <pc:picChg chg="add mod">
          <ac:chgData name="Deepika Vatsa" userId="f7100972-27fe-4ee6-8fb4-ec9b7931b409" providerId="ADAL" clId="{6884C358-F078-41E2-B52A-C991C4377FC1}" dt="2025-07-22T10:13:36.274" v="867" actId="1076"/>
          <ac:picMkLst>
            <pc:docMk/>
            <pc:sldMk cId="810527257" sldId="576"/>
            <ac:picMk id="7" creationId="{D042E4FB-BDAC-1A6F-5268-672F6BAA70EC}"/>
          </ac:picMkLst>
        </pc:picChg>
        <pc:cxnChg chg="add mod">
          <ac:chgData name="Deepika Vatsa" userId="f7100972-27fe-4ee6-8fb4-ec9b7931b409" providerId="ADAL" clId="{6884C358-F078-41E2-B52A-C991C4377FC1}" dt="2025-07-23T05:21:29.136" v="3454"/>
          <ac:cxnSpMkLst>
            <pc:docMk/>
            <pc:sldMk cId="810527257" sldId="576"/>
            <ac:cxnSpMk id="3" creationId="{D70A73E4-B319-02F9-A019-8583C8BD017A}"/>
          </ac:cxnSpMkLst>
        </pc:cxnChg>
        <pc:cxnChg chg="del">
          <ac:chgData name="Deepika Vatsa" userId="f7100972-27fe-4ee6-8fb4-ec9b7931b409" providerId="ADAL" clId="{6884C358-F078-41E2-B52A-C991C4377FC1}" dt="2025-07-23T05:21:28.712" v="3453" actId="478"/>
          <ac:cxnSpMkLst>
            <pc:docMk/>
            <pc:sldMk cId="810527257" sldId="576"/>
            <ac:cxnSpMk id="5" creationId="{40F7F98D-83E9-028D-8FA0-BC9D6977408D}"/>
          </ac:cxnSpMkLst>
        </pc:cxnChg>
      </pc:sldChg>
      <pc:sldChg chg="del">
        <pc:chgData name="Deepika Vatsa" userId="f7100972-27fe-4ee6-8fb4-ec9b7931b409" providerId="ADAL" clId="{6884C358-F078-41E2-B52A-C991C4377FC1}" dt="2025-07-22T10:13:40.415" v="868" actId="47"/>
        <pc:sldMkLst>
          <pc:docMk/>
          <pc:sldMk cId="2512841971" sldId="577"/>
        </pc:sldMkLst>
      </pc:sldChg>
      <pc:sldChg chg="addSp delSp modSp mod">
        <pc:chgData name="Deepika Vatsa" userId="f7100972-27fe-4ee6-8fb4-ec9b7931b409" providerId="ADAL" clId="{6884C358-F078-41E2-B52A-C991C4377FC1}" dt="2025-07-23T05:21:46.433" v="3460" actId="14100"/>
        <pc:sldMkLst>
          <pc:docMk/>
          <pc:sldMk cId="835005002" sldId="578"/>
        </pc:sldMkLst>
        <pc:spChg chg="del mod">
          <ac:chgData name="Deepika Vatsa" userId="f7100972-27fe-4ee6-8fb4-ec9b7931b409" providerId="ADAL" clId="{6884C358-F078-41E2-B52A-C991C4377FC1}" dt="2025-07-23T05:18:44.103" v="3394" actId="478"/>
          <ac:spMkLst>
            <pc:docMk/>
            <pc:sldMk cId="835005002" sldId="578"/>
            <ac:spMk id="2" creationId="{91E18C70-E367-59EE-B161-70D8F2FCB574}"/>
          </ac:spMkLst>
        </pc:spChg>
        <pc:spChg chg="mod">
          <ac:chgData name="Deepika Vatsa" userId="f7100972-27fe-4ee6-8fb4-ec9b7931b409" providerId="ADAL" clId="{6884C358-F078-41E2-B52A-C991C4377FC1}" dt="2025-07-23T05:21:46.433" v="3460" actId="14100"/>
          <ac:spMkLst>
            <pc:docMk/>
            <pc:sldMk cId="835005002" sldId="578"/>
            <ac:spMk id="4" creationId="{7776C47F-6F4E-DC03-37A6-E7A3B197AE34}"/>
          </ac:spMkLst>
        </pc:spChg>
        <pc:spChg chg="add del mod">
          <ac:chgData name="Deepika Vatsa" userId="f7100972-27fe-4ee6-8fb4-ec9b7931b409" providerId="ADAL" clId="{6884C358-F078-41E2-B52A-C991C4377FC1}" dt="2025-07-23T05:18:45.920" v="3395" actId="478"/>
          <ac:spMkLst>
            <pc:docMk/>
            <pc:sldMk cId="835005002" sldId="578"/>
            <ac:spMk id="6" creationId="{4E321242-3F8E-3E41-604D-15D680DFF783}"/>
          </ac:spMkLst>
        </pc:spChg>
        <pc:spChg chg="add mod">
          <ac:chgData name="Deepika Vatsa" userId="f7100972-27fe-4ee6-8fb4-ec9b7931b409" providerId="ADAL" clId="{6884C358-F078-41E2-B52A-C991C4377FC1}" dt="2025-07-23T05:18:46.673" v="3396"/>
          <ac:spMkLst>
            <pc:docMk/>
            <pc:sldMk cId="835005002" sldId="578"/>
            <ac:spMk id="7" creationId="{C86B6E8B-F1EE-EC17-42A6-8C54D5AE7919}"/>
          </ac:spMkLst>
        </pc:spChg>
        <pc:cxnChg chg="del">
          <ac:chgData name="Deepika Vatsa" userId="f7100972-27fe-4ee6-8fb4-ec9b7931b409" providerId="ADAL" clId="{6884C358-F078-41E2-B52A-C991C4377FC1}" dt="2025-07-23T05:21:33.356" v="3455" actId="478"/>
          <ac:cxnSpMkLst>
            <pc:docMk/>
            <pc:sldMk cId="835005002" sldId="578"/>
            <ac:cxnSpMk id="5" creationId="{B2627C12-E6DC-37C6-3534-91290B918037}"/>
          </ac:cxnSpMkLst>
        </pc:cxnChg>
        <pc:cxnChg chg="add mod">
          <ac:chgData name="Deepika Vatsa" userId="f7100972-27fe-4ee6-8fb4-ec9b7931b409" providerId="ADAL" clId="{6884C358-F078-41E2-B52A-C991C4377FC1}" dt="2025-07-23T05:21:33.753" v="3456"/>
          <ac:cxnSpMkLst>
            <pc:docMk/>
            <pc:sldMk cId="835005002" sldId="578"/>
            <ac:cxnSpMk id="8" creationId="{DFAC204A-2B4C-B3BD-E2C3-309FA6A4D4FE}"/>
          </ac:cxnSpMkLst>
        </pc:cxnChg>
      </pc:sldChg>
      <pc:sldChg chg="del">
        <pc:chgData name="Deepika Vatsa" userId="f7100972-27fe-4ee6-8fb4-ec9b7931b409" providerId="ADAL" clId="{6884C358-F078-41E2-B52A-C991C4377FC1}" dt="2025-07-22T10:20:38.022" v="1476" actId="47"/>
        <pc:sldMkLst>
          <pc:docMk/>
          <pc:sldMk cId="1577856654" sldId="579"/>
        </pc:sldMkLst>
      </pc:sldChg>
      <pc:sldChg chg="del">
        <pc:chgData name="Deepika Vatsa" userId="f7100972-27fe-4ee6-8fb4-ec9b7931b409" providerId="ADAL" clId="{6884C358-F078-41E2-B52A-C991C4377FC1}" dt="2025-07-22T10:23:03.818" v="1507" actId="2696"/>
        <pc:sldMkLst>
          <pc:docMk/>
          <pc:sldMk cId="858610061" sldId="580"/>
        </pc:sldMkLst>
      </pc:sldChg>
      <pc:sldChg chg="del">
        <pc:chgData name="Deepika Vatsa" userId="f7100972-27fe-4ee6-8fb4-ec9b7931b409" providerId="ADAL" clId="{6884C358-F078-41E2-B52A-C991C4377FC1}" dt="2025-07-22T10:31:42.979" v="2065" actId="47"/>
        <pc:sldMkLst>
          <pc:docMk/>
          <pc:sldMk cId="2808099838" sldId="581"/>
        </pc:sldMkLst>
      </pc:sldChg>
      <pc:sldChg chg="addSp delSp modSp mod">
        <pc:chgData name="Deepika Vatsa" userId="f7100972-27fe-4ee6-8fb4-ec9b7931b409" providerId="ADAL" clId="{6884C358-F078-41E2-B52A-C991C4377FC1}" dt="2025-07-23T05:21:56.245" v="3463" actId="14100"/>
        <pc:sldMkLst>
          <pc:docMk/>
          <pc:sldMk cId="1700069977" sldId="582"/>
        </pc:sldMkLst>
        <pc:spChg chg="del mod">
          <ac:chgData name="Deepika Vatsa" userId="f7100972-27fe-4ee6-8fb4-ec9b7931b409" providerId="ADAL" clId="{6884C358-F078-41E2-B52A-C991C4377FC1}" dt="2025-07-23T05:11:29.001" v="3295" actId="478"/>
          <ac:spMkLst>
            <pc:docMk/>
            <pc:sldMk cId="1700069977" sldId="582"/>
            <ac:spMk id="2" creationId="{3EA993F1-7D74-5A35-94E0-755C8170DDD2}"/>
          </ac:spMkLst>
        </pc:spChg>
        <pc:spChg chg="mod">
          <ac:chgData name="Deepika Vatsa" userId="f7100972-27fe-4ee6-8fb4-ec9b7931b409" providerId="ADAL" clId="{6884C358-F078-41E2-B52A-C991C4377FC1}" dt="2025-07-23T05:21:56.245" v="3463" actId="14100"/>
          <ac:spMkLst>
            <pc:docMk/>
            <pc:sldMk cId="1700069977" sldId="582"/>
            <ac:spMk id="4" creationId="{C7E4D45C-A04E-4FD8-8E36-9127F8599888}"/>
          </ac:spMkLst>
        </pc:spChg>
        <pc:spChg chg="add del mod">
          <ac:chgData name="Deepika Vatsa" userId="f7100972-27fe-4ee6-8fb4-ec9b7931b409" providerId="ADAL" clId="{6884C358-F078-41E2-B52A-C991C4377FC1}" dt="2025-07-23T05:11:31.373" v="3296" actId="478"/>
          <ac:spMkLst>
            <pc:docMk/>
            <pc:sldMk cId="1700069977" sldId="582"/>
            <ac:spMk id="6" creationId="{BC483E00-42FE-1B2D-5AB9-B054E0125187}"/>
          </ac:spMkLst>
        </pc:spChg>
        <pc:spChg chg="add del mod">
          <ac:chgData name="Deepika Vatsa" userId="f7100972-27fe-4ee6-8fb4-ec9b7931b409" providerId="ADAL" clId="{6884C358-F078-41E2-B52A-C991C4377FC1}" dt="2025-07-23T05:19:05.174" v="3403" actId="478"/>
          <ac:spMkLst>
            <pc:docMk/>
            <pc:sldMk cId="1700069977" sldId="582"/>
            <ac:spMk id="7" creationId="{77CBCD7F-8AE7-4B57-3A9F-538E17F926AC}"/>
          </ac:spMkLst>
        </pc:spChg>
        <pc:spChg chg="add del mod">
          <ac:chgData name="Deepika Vatsa" userId="f7100972-27fe-4ee6-8fb4-ec9b7931b409" providerId="ADAL" clId="{6884C358-F078-41E2-B52A-C991C4377FC1}" dt="2025-07-23T05:19:06.810" v="3404" actId="478"/>
          <ac:spMkLst>
            <pc:docMk/>
            <pc:sldMk cId="1700069977" sldId="582"/>
            <ac:spMk id="9" creationId="{DA1F278C-AFDE-7105-568A-768E46CCC33B}"/>
          </ac:spMkLst>
        </pc:spChg>
        <pc:spChg chg="add mod">
          <ac:chgData name="Deepika Vatsa" userId="f7100972-27fe-4ee6-8fb4-ec9b7931b409" providerId="ADAL" clId="{6884C358-F078-41E2-B52A-C991C4377FC1}" dt="2025-07-23T05:19:07.408" v="3405"/>
          <ac:spMkLst>
            <pc:docMk/>
            <pc:sldMk cId="1700069977" sldId="582"/>
            <ac:spMk id="10" creationId="{7124F2BA-B4C0-9D6A-F84A-5C187670E1ED}"/>
          </ac:spMkLst>
        </pc:spChg>
        <pc:cxnChg chg="del">
          <ac:chgData name="Deepika Vatsa" userId="f7100972-27fe-4ee6-8fb4-ec9b7931b409" providerId="ADAL" clId="{6884C358-F078-41E2-B52A-C991C4377FC1}" dt="2025-07-23T05:21:52.654" v="3461" actId="478"/>
          <ac:cxnSpMkLst>
            <pc:docMk/>
            <pc:sldMk cId="1700069977" sldId="582"/>
            <ac:cxnSpMk id="5" creationId="{EA92F9DF-D5D8-49B1-F8B9-EDE5C89C9DF6}"/>
          </ac:cxnSpMkLst>
        </pc:cxnChg>
        <pc:cxnChg chg="add mod">
          <ac:chgData name="Deepika Vatsa" userId="f7100972-27fe-4ee6-8fb4-ec9b7931b409" providerId="ADAL" clId="{6884C358-F078-41E2-B52A-C991C4377FC1}" dt="2025-07-23T05:21:53.350" v="3462"/>
          <ac:cxnSpMkLst>
            <pc:docMk/>
            <pc:sldMk cId="1700069977" sldId="582"/>
            <ac:cxnSpMk id="11" creationId="{C11FA30D-24D1-6FBC-D7BC-51AEC489E098}"/>
          </ac:cxnSpMkLst>
        </pc:cxnChg>
      </pc:sldChg>
      <pc:sldChg chg="del">
        <pc:chgData name="Deepika Vatsa" userId="f7100972-27fe-4ee6-8fb4-ec9b7931b409" providerId="ADAL" clId="{6884C358-F078-41E2-B52A-C991C4377FC1}" dt="2025-07-22T10:38:05.600" v="2234" actId="47"/>
        <pc:sldMkLst>
          <pc:docMk/>
          <pc:sldMk cId="591297716" sldId="583"/>
        </pc:sldMkLst>
      </pc:sldChg>
      <pc:sldChg chg="del">
        <pc:chgData name="Deepika Vatsa" userId="f7100972-27fe-4ee6-8fb4-ec9b7931b409" providerId="ADAL" clId="{6884C358-F078-41E2-B52A-C991C4377FC1}" dt="2025-07-22T10:38:24.185" v="2235" actId="47"/>
        <pc:sldMkLst>
          <pc:docMk/>
          <pc:sldMk cId="4024096756" sldId="584"/>
        </pc:sldMkLst>
      </pc:sldChg>
      <pc:sldChg chg="addSp delSp modSp mod">
        <pc:chgData name="Deepika Vatsa" userId="f7100972-27fe-4ee6-8fb4-ec9b7931b409" providerId="ADAL" clId="{6884C358-F078-41E2-B52A-C991C4377FC1}" dt="2025-07-23T05:23:45.037" v="3532" actId="1076"/>
        <pc:sldMkLst>
          <pc:docMk/>
          <pc:sldMk cId="2784952323" sldId="585"/>
        </pc:sldMkLst>
        <pc:spChg chg="mod">
          <ac:chgData name="Deepika Vatsa" userId="f7100972-27fe-4ee6-8fb4-ec9b7931b409" providerId="ADAL" clId="{6884C358-F078-41E2-B52A-C991C4377FC1}" dt="2025-07-23T05:22:56.013" v="3522" actId="1076"/>
          <ac:spMkLst>
            <pc:docMk/>
            <pc:sldMk cId="2784952323" sldId="585"/>
            <ac:spMk id="2" creationId="{CD4594CC-77DE-BEF3-7ACE-59D14DBBA2F4}"/>
          </ac:spMkLst>
        </pc:spChg>
        <pc:spChg chg="mod">
          <ac:chgData name="Deepika Vatsa" userId="f7100972-27fe-4ee6-8fb4-ec9b7931b409" providerId="ADAL" clId="{6884C358-F078-41E2-B52A-C991C4377FC1}" dt="2025-07-23T05:23:45.037" v="3532" actId="1076"/>
          <ac:spMkLst>
            <pc:docMk/>
            <pc:sldMk cId="2784952323" sldId="585"/>
            <ac:spMk id="4" creationId="{170DDB5B-6792-55DA-AF63-9A96FA1939A3}"/>
          </ac:spMkLst>
        </pc:spChg>
        <pc:cxnChg chg="add mod">
          <ac:chgData name="Deepika Vatsa" userId="f7100972-27fe-4ee6-8fb4-ec9b7931b409" providerId="ADAL" clId="{6884C358-F078-41E2-B52A-C991C4377FC1}" dt="2025-07-23T05:22:47.005" v="3517"/>
          <ac:cxnSpMkLst>
            <pc:docMk/>
            <pc:sldMk cId="2784952323" sldId="585"/>
            <ac:cxnSpMk id="3" creationId="{6EEF62DB-73C3-BC16-B7FD-7A94B557C61B}"/>
          </ac:cxnSpMkLst>
        </pc:cxnChg>
        <pc:cxnChg chg="del">
          <ac:chgData name="Deepika Vatsa" userId="f7100972-27fe-4ee6-8fb4-ec9b7931b409" providerId="ADAL" clId="{6884C358-F078-41E2-B52A-C991C4377FC1}" dt="2025-07-23T05:22:45.556" v="3516" actId="478"/>
          <ac:cxnSpMkLst>
            <pc:docMk/>
            <pc:sldMk cId="2784952323" sldId="585"/>
            <ac:cxnSpMk id="5" creationId="{D6A26A94-065F-5020-54F4-34DABAADC81C}"/>
          </ac:cxnSpMkLst>
        </pc:cxnChg>
      </pc:sldChg>
      <pc:sldChg chg="del">
        <pc:chgData name="Deepika Vatsa" userId="f7100972-27fe-4ee6-8fb4-ec9b7931b409" providerId="ADAL" clId="{6884C358-F078-41E2-B52A-C991C4377FC1}" dt="2025-07-22T10:48:01.051" v="2641" actId="47"/>
        <pc:sldMkLst>
          <pc:docMk/>
          <pc:sldMk cId="34458836" sldId="586"/>
        </pc:sldMkLst>
      </pc:sldChg>
      <pc:sldChg chg="del">
        <pc:chgData name="Deepika Vatsa" userId="f7100972-27fe-4ee6-8fb4-ec9b7931b409" providerId="ADAL" clId="{6884C358-F078-41E2-B52A-C991C4377FC1}" dt="2025-07-22T10:48:09.429" v="2642" actId="47"/>
        <pc:sldMkLst>
          <pc:docMk/>
          <pc:sldMk cId="1852533425" sldId="587"/>
        </pc:sldMkLst>
      </pc:sldChg>
      <pc:sldChg chg="del">
        <pc:chgData name="Deepika Vatsa" userId="f7100972-27fe-4ee6-8fb4-ec9b7931b409" providerId="ADAL" clId="{6884C358-F078-41E2-B52A-C991C4377FC1}" dt="2025-07-22T10:50:58.990" v="2855" actId="47"/>
        <pc:sldMkLst>
          <pc:docMk/>
          <pc:sldMk cId="2624307318" sldId="588"/>
        </pc:sldMkLst>
      </pc:sldChg>
      <pc:sldChg chg="modSp">
        <pc:chgData name="Deepika Vatsa" userId="f7100972-27fe-4ee6-8fb4-ec9b7931b409" providerId="ADAL" clId="{6884C358-F078-41E2-B52A-C991C4377FC1}" dt="2025-07-22T09:25:41.921" v="69"/>
        <pc:sldMkLst>
          <pc:docMk/>
          <pc:sldMk cId="0" sldId="589"/>
        </pc:sldMkLst>
        <pc:spChg chg="mod">
          <ac:chgData name="Deepika Vatsa" userId="f7100972-27fe-4ee6-8fb4-ec9b7931b409" providerId="ADAL" clId="{6884C358-F078-41E2-B52A-C991C4377FC1}" dt="2025-07-22T09:25:41.921" v="69"/>
          <ac:spMkLst>
            <pc:docMk/>
            <pc:sldMk cId="0" sldId="589"/>
            <ac:spMk id="3" creationId="{00000000-0000-0000-0000-000000000000}"/>
          </ac:spMkLst>
        </pc:spChg>
      </pc:sldChg>
      <pc:sldChg chg="addSp delSp modSp add mod">
        <pc:chgData name="Deepika Vatsa" userId="f7100972-27fe-4ee6-8fb4-ec9b7931b409" providerId="ADAL" clId="{6884C358-F078-41E2-B52A-C991C4377FC1}" dt="2025-07-23T05:20:42.730" v="3429"/>
        <pc:sldMkLst>
          <pc:docMk/>
          <pc:sldMk cId="4072135879" sldId="590"/>
        </pc:sldMkLst>
        <pc:spChg chg="mod">
          <ac:chgData name="Deepika Vatsa" userId="f7100972-27fe-4ee6-8fb4-ec9b7931b409" providerId="ADAL" clId="{6884C358-F078-41E2-B52A-C991C4377FC1}" dt="2025-07-23T05:16:48.828" v="3364" actId="207"/>
          <ac:spMkLst>
            <pc:docMk/>
            <pc:sldMk cId="4072135879" sldId="590"/>
            <ac:spMk id="2" creationId="{00000000-0000-0000-0000-000000000000}"/>
          </ac:spMkLst>
        </pc:spChg>
        <pc:spChg chg="del">
          <ac:chgData name="Deepika Vatsa" userId="f7100972-27fe-4ee6-8fb4-ec9b7931b409" providerId="ADAL" clId="{6884C358-F078-41E2-B52A-C991C4377FC1}" dt="2025-07-22T09:33:40.180" v="249" actId="478"/>
          <ac:spMkLst>
            <pc:docMk/>
            <pc:sldMk cId="4072135879" sldId="590"/>
            <ac:spMk id="3" creationId="{00000000-0000-0000-0000-000000000000}"/>
          </ac:spMkLst>
        </pc:spChg>
        <pc:spChg chg="del">
          <ac:chgData name="Deepika Vatsa" userId="f7100972-27fe-4ee6-8fb4-ec9b7931b409" providerId="ADAL" clId="{6884C358-F078-41E2-B52A-C991C4377FC1}" dt="2025-07-22T09:33:36.965" v="248" actId="478"/>
          <ac:spMkLst>
            <pc:docMk/>
            <pc:sldMk cId="4072135879" sldId="590"/>
            <ac:spMk id="6" creationId="{DF1F7109-6D42-A6CD-F452-0870CFC44C57}"/>
          </ac:spMkLst>
        </pc:spChg>
        <pc:spChg chg="del">
          <ac:chgData name="Deepika Vatsa" userId="f7100972-27fe-4ee6-8fb4-ec9b7931b409" providerId="ADAL" clId="{6884C358-F078-41E2-B52A-C991C4377FC1}" dt="2025-07-22T09:33:40.180" v="249" actId="478"/>
          <ac:spMkLst>
            <pc:docMk/>
            <pc:sldMk cId="4072135879" sldId="590"/>
            <ac:spMk id="7" creationId="{FF220C66-A4E6-C8D7-391A-04D70E625C9C}"/>
          </ac:spMkLst>
        </pc:spChg>
        <pc:spChg chg="add del mod">
          <ac:chgData name="Deepika Vatsa" userId="f7100972-27fe-4ee6-8fb4-ec9b7931b409" providerId="ADAL" clId="{6884C358-F078-41E2-B52A-C991C4377FC1}" dt="2025-07-22T09:33:41.989" v="250" actId="478"/>
          <ac:spMkLst>
            <pc:docMk/>
            <pc:sldMk cId="4072135879" sldId="590"/>
            <ac:spMk id="8" creationId="{3A42CD8B-E7C8-D2E6-CB60-EA168BDCC118}"/>
          </ac:spMkLst>
        </pc:spChg>
        <pc:spChg chg="del">
          <ac:chgData name="Deepika Vatsa" userId="f7100972-27fe-4ee6-8fb4-ec9b7931b409" providerId="ADAL" clId="{6884C358-F078-41E2-B52A-C991C4377FC1}" dt="2025-07-22T09:33:40.180" v="249" actId="478"/>
          <ac:spMkLst>
            <pc:docMk/>
            <pc:sldMk cId="4072135879" sldId="590"/>
            <ac:spMk id="10" creationId="{762B94E8-9E92-C874-B94F-CA816E8E5609}"/>
          </ac:spMkLst>
        </pc:spChg>
        <pc:picChg chg="add mod">
          <ac:chgData name="Deepika Vatsa" userId="f7100972-27fe-4ee6-8fb4-ec9b7931b409" providerId="ADAL" clId="{6884C358-F078-41E2-B52A-C991C4377FC1}" dt="2025-07-22T09:33:58.086" v="257" actId="1076"/>
          <ac:picMkLst>
            <pc:docMk/>
            <pc:sldMk cId="4072135879" sldId="590"/>
            <ac:picMk id="9" creationId="{C356703B-A591-E735-D099-756D6F0724A1}"/>
          </ac:picMkLst>
        </pc:picChg>
        <pc:picChg chg="add mod">
          <ac:chgData name="Deepika Vatsa" userId="f7100972-27fe-4ee6-8fb4-ec9b7931b409" providerId="ADAL" clId="{6884C358-F078-41E2-B52A-C991C4377FC1}" dt="2025-07-22T09:33:59.666" v="258" actId="1076"/>
          <ac:picMkLst>
            <pc:docMk/>
            <pc:sldMk cId="4072135879" sldId="590"/>
            <ac:picMk id="11" creationId="{062F518F-DFCE-D51F-C42D-1B8DAD530657}"/>
          </ac:picMkLst>
        </pc:picChg>
        <pc:picChg chg="add mod">
          <ac:chgData name="Deepika Vatsa" userId="f7100972-27fe-4ee6-8fb4-ec9b7931b409" providerId="ADAL" clId="{6884C358-F078-41E2-B52A-C991C4377FC1}" dt="2025-07-22T09:33:56.159" v="256" actId="1076"/>
          <ac:picMkLst>
            <pc:docMk/>
            <pc:sldMk cId="4072135879" sldId="590"/>
            <ac:picMk id="12" creationId="{D688BB6C-9417-8D92-55EB-D522DC679CCF}"/>
          </ac:picMkLst>
        </pc:picChg>
        <pc:picChg chg="add mod">
          <ac:chgData name="Deepika Vatsa" userId="f7100972-27fe-4ee6-8fb4-ec9b7931b409" providerId="ADAL" clId="{6884C358-F078-41E2-B52A-C991C4377FC1}" dt="2025-07-22T09:34:03.951" v="259" actId="1076"/>
          <ac:picMkLst>
            <pc:docMk/>
            <pc:sldMk cId="4072135879" sldId="590"/>
            <ac:picMk id="13" creationId="{299DD2B6-62B2-98BD-205B-D8B8B72CDD4D}"/>
          </ac:picMkLst>
        </pc:picChg>
        <pc:cxnChg chg="add mod">
          <ac:chgData name="Deepika Vatsa" userId="f7100972-27fe-4ee6-8fb4-ec9b7931b409" providerId="ADAL" clId="{6884C358-F078-41E2-B52A-C991C4377FC1}" dt="2025-07-23T05:20:42.730" v="3429"/>
          <ac:cxnSpMkLst>
            <pc:docMk/>
            <pc:sldMk cId="4072135879" sldId="590"/>
            <ac:cxnSpMk id="3" creationId="{E868FEB9-887F-37ED-60BD-FBD1105706A2}"/>
          </ac:cxnSpMkLst>
        </pc:cxnChg>
        <pc:cxnChg chg="del">
          <ac:chgData name="Deepika Vatsa" userId="f7100972-27fe-4ee6-8fb4-ec9b7931b409" providerId="ADAL" clId="{6884C358-F078-41E2-B52A-C991C4377FC1}" dt="2025-07-23T05:20:42.313" v="3428" actId="478"/>
          <ac:cxnSpMkLst>
            <pc:docMk/>
            <pc:sldMk cId="4072135879" sldId="590"/>
            <ac:cxnSpMk id="5" creationId="{50E184E5-16FE-EBD7-7894-1DC87C936193}"/>
          </ac:cxnSpMkLst>
        </pc:cxnChg>
      </pc:sldChg>
      <pc:sldChg chg="addSp delSp modSp add mod">
        <pc:chgData name="Deepika Vatsa" userId="f7100972-27fe-4ee6-8fb4-ec9b7931b409" providerId="ADAL" clId="{6884C358-F078-41E2-B52A-C991C4377FC1}" dt="2025-07-23T05:20:39.010" v="3427"/>
        <pc:sldMkLst>
          <pc:docMk/>
          <pc:sldMk cId="3439049211" sldId="591"/>
        </pc:sldMkLst>
        <pc:spChg chg="mod">
          <ac:chgData name="Deepika Vatsa" userId="f7100972-27fe-4ee6-8fb4-ec9b7931b409" providerId="ADAL" clId="{6884C358-F078-41E2-B52A-C991C4377FC1}" dt="2025-07-23T05:16:43.256" v="3363" actId="207"/>
          <ac:spMkLst>
            <pc:docMk/>
            <pc:sldMk cId="3439049211" sldId="591"/>
            <ac:spMk id="2" creationId="{00000000-0000-0000-0000-000000000000}"/>
          </ac:spMkLst>
        </pc:spChg>
        <pc:spChg chg="del">
          <ac:chgData name="Deepika Vatsa" userId="f7100972-27fe-4ee6-8fb4-ec9b7931b409" providerId="ADAL" clId="{6884C358-F078-41E2-B52A-C991C4377FC1}" dt="2025-07-22T09:35:48.586" v="290" actId="478"/>
          <ac:spMkLst>
            <pc:docMk/>
            <pc:sldMk cId="3439049211" sldId="591"/>
            <ac:spMk id="3" creationId="{00000000-0000-0000-0000-000000000000}"/>
          </ac:spMkLst>
        </pc:spChg>
        <pc:spChg chg="del">
          <ac:chgData name="Deepika Vatsa" userId="f7100972-27fe-4ee6-8fb4-ec9b7931b409" providerId="ADAL" clId="{6884C358-F078-41E2-B52A-C991C4377FC1}" dt="2025-07-22T09:35:45.766" v="289" actId="478"/>
          <ac:spMkLst>
            <pc:docMk/>
            <pc:sldMk cId="3439049211" sldId="591"/>
            <ac:spMk id="6" creationId="{DF1F7109-6D42-A6CD-F452-0870CFC44C57}"/>
          </ac:spMkLst>
        </pc:spChg>
        <pc:spChg chg="del">
          <ac:chgData name="Deepika Vatsa" userId="f7100972-27fe-4ee6-8fb4-ec9b7931b409" providerId="ADAL" clId="{6884C358-F078-41E2-B52A-C991C4377FC1}" dt="2025-07-22T09:35:48.586" v="290" actId="478"/>
          <ac:spMkLst>
            <pc:docMk/>
            <pc:sldMk cId="3439049211" sldId="591"/>
            <ac:spMk id="7" creationId="{FF220C66-A4E6-C8D7-391A-04D70E625C9C}"/>
          </ac:spMkLst>
        </pc:spChg>
        <pc:spChg chg="add del mod">
          <ac:chgData name="Deepika Vatsa" userId="f7100972-27fe-4ee6-8fb4-ec9b7931b409" providerId="ADAL" clId="{6884C358-F078-41E2-B52A-C991C4377FC1}" dt="2025-07-22T09:35:51.845" v="292" actId="478"/>
          <ac:spMkLst>
            <pc:docMk/>
            <pc:sldMk cId="3439049211" sldId="591"/>
            <ac:spMk id="8" creationId="{F57D67EC-941F-047B-5B83-163A12BECBA6}"/>
          </ac:spMkLst>
        </pc:spChg>
        <pc:spChg chg="del">
          <ac:chgData name="Deepika Vatsa" userId="f7100972-27fe-4ee6-8fb4-ec9b7931b409" providerId="ADAL" clId="{6884C358-F078-41E2-B52A-C991C4377FC1}" dt="2025-07-22T09:35:48.586" v="290" actId="478"/>
          <ac:spMkLst>
            <pc:docMk/>
            <pc:sldMk cId="3439049211" sldId="591"/>
            <ac:spMk id="10" creationId="{762B94E8-9E92-C874-B94F-CA816E8E5609}"/>
          </ac:spMkLst>
        </pc:spChg>
        <pc:spChg chg="add mod">
          <ac:chgData name="Deepika Vatsa" userId="f7100972-27fe-4ee6-8fb4-ec9b7931b409" providerId="ADAL" clId="{6884C358-F078-41E2-B52A-C991C4377FC1}" dt="2025-07-22T09:44:11.797" v="365" actId="20577"/>
          <ac:spMkLst>
            <pc:docMk/>
            <pc:sldMk cId="3439049211" sldId="591"/>
            <ac:spMk id="11" creationId="{06381CCD-359B-D8A2-1997-A5B56A02FD41}"/>
          </ac:spMkLst>
        </pc:spChg>
        <pc:cxnChg chg="add mod">
          <ac:chgData name="Deepika Vatsa" userId="f7100972-27fe-4ee6-8fb4-ec9b7931b409" providerId="ADAL" clId="{6884C358-F078-41E2-B52A-C991C4377FC1}" dt="2025-07-23T05:20:39.010" v="3427"/>
          <ac:cxnSpMkLst>
            <pc:docMk/>
            <pc:sldMk cId="3439049211" sldId="591"/>
            <ac:cxnSpMk id="3" creationId="{9FFC9232-0F3D-BF13-4461-6E51D2C9C5C7}"/>
          </ac:cxnSpMkLst>
        </pc:cxnChg>
        <pc:cxnChg chg="del">
          <ac:chgData name="Deepika Vatsa" userId="f7100972-27fe-4ee6-8fb4-ec9b7931b409" providerId="ADAL" clId="{6884C358-F078-41E2-B52A-C991C4377FC1}" dt="2025-07-23T05:20:38.614" v="3426" actId="478"/>
          <ac:cxnSpMkLst>
            <pc:docMk/>
            <pc:sldMk cId="3439049211" sldId="591"/>
            <ac:cxnSpMk id="5" creationId="{50E184E5-16FE-EBD7-7894-1DC87C936193}"/>
          </ac:cxnSpMkLst>
        </pc:cxnChg>
      </pc:sldChg>
      <pc:sldChg chg="addSp delSp modSp add mod">
        <pc:chgData name="Deepika Vatsa" userId="f7100972-27fe-4ee6-8fb4-ec9b7931b409" providerId="ADAL" clId="{6884C358-F078-41E2-B52A-C991C4377FC1}" dt="2025-07-23T05:20:46.224" v="3431"/>
        <pc:sldMkLst>
          <pc:docMk/>
          <pc:sldMk cId="3695788924" sldId="592"/>
        </pc:sldMkLst>
        <pc:spChg chg="mod">
          <ac:chgData name="Deepika Vatsa" userId="f7100972-27fe-4ee6-8fb4-ec9b7931b409" providerId="ADAL" clId="{6884C358-F078-41E2-B52A-C991C4377FC1}" dt="2025-07-23T05:16:54.290" v="3365" actId="207"/>
          <ac:spMkLst>
            <pc:docMk/>
            <pc:sldMk cId="3695788924" sldId="592"/>
            <ac:spMk id="2" creationId="{00000000-0000-0000-0000-000000000000}"/>
          </ac:spMkLst>
        </pc:spChg>
        <pc:picChg chg="add mod">
          <ac:chgData name="Deepika Vatsa" userId="f7100972-27fe-4ee6-8fb4-ec9b7931b409" providerId="ADAL" clId="{6884C358-F078-41E2-B52A-C991C4377FC1}" dt="2025-07-22T09:47:30.119" v="427" actId="1076"/>
          <ac:picMkLst>
            <pc:docMk/>
            <pc:sldMk cId="3695788924" sldId="592"/>
            <ac:picMk id="3" creationId="{780FB1CB-F0C4-259B-45AD-974689AE136B}"/>
          </ac:picMkLst>
        </pc:picChg>
        <pc:picChg chg="del">
          <ac:chgData name="Deepika Vatsa" userId="f7100972-27fe-4ee6-8fb4-ec9b7931b409" providerId="ADAL" clId="{6884C358-F078-41E2-B52A-C991C4377FC1}" dt="2025-07-22T09:47:24.492" v="423" actId="478"/>
          <ac:picMkLst>
            <pc:docMk/>
            <pc:sldMk cId="3695788924" sldId="592"/>
            <ac:picMk id="9" creationId="{C356703B-A591-E735-D099-756D6F0724A1}"/>
          </ac:picMkLst>
        </pc:picChg>
        <pc:picChg chg="del">
          <ac:chgData name="Deepika Vatsa" userId="f7100972-27fe-4ee6-8fb4-ec9b7931b409" providerId="ADAL" clId="{6884C358-F078-41E2-B52A-C991C4377FC1}" dt="2025-07-22T09:47:25.691" v="424" actId="478"/>
          <ac:picMkLst>
            <pc:docMk/>
            <pc:sldMk cId="3695788924" sldId="592"/>
            <ac:picMk id="11" creationId="{062F518F-DFCE-D51F-C42D-1B8DAD530657}"/>
          </ac:picMkLst>
        </pc:picChg>
        <pc:picChg chg="del">
          <ac:chgData name="Deepika Vatsa" userId="f7100972-27fe-4ee6-8fb4-ec9b7931b409" providerId="ADAL" clId="{6884C358-F078-41E2-B52A-C991C4377FC1}" dt="2025-07-22T09:47:26.976" v="425" actId="478"/>
          <ac:picMkLst>
            <pc:docMk/>
            <pc:sldMk cId="3695788924" sldId="592"/>
            <ac:picMk id="12" creationId="{D688BB6C-9417-8D92-55EB-D522DC679CCF}"/>
          </ac:picMkLst>
        </pc:picChg>
        <pc:picChg chg="del">
          <ac:chgData name="Deepika Vatsa" userId="f7100972-27fe-4ee6-8fb4-ec9b7931b409" providerId="ADAL" clId="{6884C358-F078-41E2-B52A-C991C4377FC1}" dt="2025-07-22T09:47:23.157" v="422" actId="478"/>
          <ac:picMkLst>
            <pc:docMk/>
            <pc:sldMk cId="3695788924" sldId="592"/>
            <ac:picMk id="13" creationId="{299DD2B6-62B2-98BD-205B-D8B8B72CDD4D}"/>
          </ac:picMkLst>
        </pc:picChg>
        <pc:cxnChg chg="add mod">
          <ac:chgData name="Deepika Vatsa" userId="f7100972-27fe-4ee6-8fb4-ec9b7931b409" providerId="ADAL" clId="{6884C358-F078-41E2-B52A-C991C4377FC1}" dt="2025-07-23T05:20:46.224" v="3431"/>
          <ac:cxnSpMkLst>
            <pc:docMk/>
            <pc:sldMk cId="3695788924" sldId="592"/>
            <ac:cxnSpMk id="4" creationId="{3BFC784D-5408-BD0B-6DA5-62F3FD69F164}"/>
          </ac:cxnSpMkLst>
        </pc:cxnChg>
        <pc:cxnChg chg="del">
          <ac:chgData name="Deepika Vatsa" userId="f7100972-27fe-4ee6-8fb4-ec9b7931b409" providerId="ADAL" clId="{6884C358-F078-41E2-B52A-C991C4377FC1}" dt="2025-07-23T05:20:45.811" v="3430" actId="478"/>
          <ac:cxnSpMkLst>
            <pc:docMk/>
            <pc:sldMk cId="3695788924" sldId="592"/>
            <ac:cxnSpMk id="5" creationId="{50E184E5-16FE-EBD7-7894-1DC87C936193}"/>
          </ac:cxnSpMkLst>
        </pc:cxnChg>
      </pc:sldChg>
      <pc:sldChg chg="addSp delSp modSp add mod">
        <pc:chgData name="Deepika Vatsa" userId="f7100972-27fe-4ee6-8fb4-ec9b7931b409" providerId="ADAL" clId="{6884C358-F078-41E2-B52A-C991C4377FC1}" dt="2025-07-23T05:20:54.403" v="3435"/>
        <pc:sldMkLst>
          <pc:docMk/>
          <pc:sldMk cId="1876629941" sldId="593"/>
        </pc:sldMkLst>
        <pc:spChg chg="del">
          <ac:chgData name="Deepika Vatsa" userId="f7100972-27fe-4ee6-8fb4-ec9b7931b409" providerId="ADAL" clId="{6884C358-F078-41E2-B52A-C991C4377FC1}" dt="2025-07-22T09:48:33.749" v="445" actId="478"/>
          <ac:spMkLst>
            <pc:docMk/>
            <pc:sldMk cId="1876629941" sldId="593"/>
            <ac:spMk id="4" creationId="{00000000-0000-0000-0000-000000000000}"/>
          </ac:spMkLst>
        </pc:spChg>
        <pc:spChg chg="mod">
          <ac:chgData name="Deepika Vatsa" userId="f7100972-27fe-4ee6-8fb4-ec9b7931b409" providerId="ADAL" clId="{6884C358-F078-41E2-B52A-C991C4377FC1}" dt="2025-07-23T05:17:03.918" v="3367" actId="207"/>
          <ac:spMkLst>
            <pc:docMk/>
            <pc:sldMk cId="1876629941" sldId="593"/>
            <ac:spMk id="8" creationId="{991BA802-3D45-4E0C-D372-BE4FFEF41DD1}"/>
          </ac:spMkLst>
        </pc:spChg>
        <pc:picChg chg="add mod">
          <ac:chgData name="Deepika Vatsa" userId="f7100972-27fe-4ee6-8fb4-ec9b7931b409" providerId="ADAL" clId="{6884C358-F078-41E2-B52A-C991C4377FC1}" dt="2025-07-22T09:48:37.216" v="446" actId="1076"/>
          <ac:picMkLst>
            <pc:docMk/>
            <pc:sldMk cId="1876629941" sldId="593"/>
            <ac:picMk id="2" creationId="{22289BA6-595C-092F-1636-E2409F3160FF}"/>
          </ac:picMkLst>
        </pc:picChg>
        <pc:picChg chg="del">
          <ac:chgData name="Deepika Vatsa" userId="f7100972-27fe-4ee6-8fb4-ec9b7931b409" providerId="ADAL" clId="{6884C358-F078-41E2-B52A-C991C4377FC1}" dt="2025-07-22T09:48:28.505" v="442" actId="478"/>
          <ac:picMkLst>
            <pc:docMk/>
            <pc:sldMk cId="1876629941" sldId="593"/>
            <ac:picMk id="11" creationId="{C4C88D64-41B1-3E23-255C-8D6CD72FE16B}"/>
          </ac:picMkLst>
        </pc:picChg>
        <pc:cxnChg chg="add mod">
          <ac:chgData name="Deepika Vatsa" userId="f7100972-27fe-4ee6-8fb4-ec9b7931b409" providerId="ADAL" clId="{6884C358-F078-41E2-B52A-C991C4377FC1}" dt="2025-07-23T05:20:54.403" v="3435"/>
          <ac:cxnSpMkLst>
            <pc:docMk/>
            <pc:sldMk cId="1876629941" sldId="593"/>
            <ac:cxnSpMk id="3" creationId="{69F5443E-C01E-3D27-219E-2E87903016D9}"/>
          </ac:cxnSpMkLst>
        </pc:cxnChg>
        <pc:cxnChg chg="del">
          <ac:chgData name="Deepika Vatsa" userId="f7100972-27fe-4ee6-8fb4-ec9b7931b409" providerId="ADAL" clId="{6884C358-F078-41E2-B52A-C991C4377FC1}" dt="2025-07-23T05:20:54.014" v="3434" actId="478"/>
          <ac:cxnSpMkLst>
            <pc:docMk/>
            <pc:sldMk cId="1876629941" sldId="593"/>
            <ac:cxnSpMk id="5" creationId="{D12CAC9D-CDF2-ED92-8F02-70DAC510318D}"/>
          </ac:cxnSpMkLst>
        </pc:cxnChg>
      </pc:sldChg>
      <pc:sldChg chg="addSp delSp modSp add mod">
        <pc:chgData name="Deepika Vatsa" userId="f7100972-27fe-4ee6-8fb4-ec9b7931b409" providerId="ADAL" clId="{6884C358-F078-41E2-B52A-C991C4377FC1}" dt="2025-07-23T05:20:58.202" v="3437"/>
        <pc:sldMkLst>
          <pc:docMk/>
          <pc:sldMk cId="2583576287" sldId="594"/>
        </pc:sldMkLst>
        <pc:spChg chg="add mod">
          <ac:chgData name="Deepika Vatsa" userId="f7100972-27fe-4ee6-8fb4-ec9b7931b409" providerId="ADAL" clId="{6884C358-F078-41E2-B52A-C991C4377FC1}" dt="2025-07-22T10:00:49.069" v="727" actId="1038"/>
          <ac:spMkLst>
            <pc:docMk/>
            <pc:sldMk cId="2583576287" sldId="594"/>
            <ac:spMk id="6" creationId="{306222C9-0521-EF58-FCA8-88726E3AA54A}"/>
          </ac:spMkLst>
        </pc:spChg>
        <pc:spChg chg="add mod">
          <ac:chgData name="Deepika Vatsa" userId="f7100972-27fe-4ee6-8fb4-ec9b7931b409" providerId="ADAL" clId="{6884C358-F078-41E2-B52A-C991C4377FC1}" dt="2025-07-22T10:00:49.069" v="727" actId="1038"/>
          <ac:spMkLst>
            <pc:docMk/>
            <pc:sldMk cId="2583576287" sldId="594"/>
            <ac:spMk id="7" creationId="{41F3D0F9-36A4-1DEC-B009-0E145E036B07}"/>
          </ac:spMkLst>
        </pc:spChg>
        <pc:spChg chg="mod">
          <ac:chgData name="Deepika Vatsa" userId="f7100972-27fe-4ee6-8fb4-ec9b7931b409" providerId="ADAL" clId="{6884C358-F078-41E2-B52A-C991C4377FC1}" dt="2025-07-23T05:17:08.699" v="3368" actId="207"/>
          <ac:spMkLst>
            <pc:docMk/>
            <pc:sldMk cId="2583576287" sldId="594"/>
            <ac:spMk id="8" creationId="{991BA802-3D45-4E0C-D372-BE4FFEF41DD1}"/>
          </ac:spMkLst>
        </pc:spChg>
        <pc:spChg chg="add mod">
          <ac:chgData name="Deepika Vatsa" userId="f7100972-27fe-4ee6-8fb4-ec9b7931b409" providerId="ADAL" clId="{6884C358-F078-41E2-B52A-C991C4377FC1}" dt="2025-07-22T10:00:49.069" v="727" actId="1038"/>
          <ac:spMkLst>
            <pc:docMk/>
            <pc:sldMk cId="2583576287" sldId="594"/>
            <ac:spMk id="10" creationId="{C075F099-43B8-F612-EEB7-EA60283F766E}"/>
          </ac:spMkLst>
        </pc:spChg>
        <pc:spChg chg="add mod">
          <ac:chgData name="Deepika Vatsa" userId="f7100972-27fe-4ee6-8fb4-ec9b7931b409" providerId="ADAL" clId="{6884C358-F078-41E2-B52A-C991C4377FC1}" dt="2025-07-22T10:00:49.069" v="727" actId="1038"/>
          <ac:spMkLst>
            <pc:docMk/>
            <pc:sldMk cId="2583576287" sldId="594"/>
            <ac:spMk id="12" creationId="{4E13DD79-D7A3-56C4-1219-626F93F20780}"/>
          </ac:spMkLst>
        </pc:spChg>
        <pc:picChg chg="del">
          <ac:chgData name="Deepika Vatsa" userId="f7100972-27fe-4ee6-8fb4-ec9b7931b409" providerId="ADAL" clId="{6884C358-F078-41E2-B52A-C991C4377FC1}" dt="2025-07-22T10:00:34.658" v="716" actId="478"/>
          <ac:picMkLst>
            <pc:docMk/>
            <pc:sldMk cId="2583576287" sldId="594"/>
            <ac:picMk id="2" creationId="{22289BA6-595C-092F-1636-E2409F3160FF}"/>
          </ac:picMkLst>
        </pc:picChg>
        <pc:picChg chg="add mod">
          <ac:chgData name="Deepika Vatsa" userId="f7100972-27fe-4ee6-8fb4-ec9b7931b409" providerId="ADAL" clId="{6884C358-F078-41E2-B52A-C991C4377FC1}" dt="2025-07-22T10:00:49.069" v="727" actId="1038"/>
          <ac:picMkLst>
            <pc:docMk/>
            <pc:sldMk cId="2583576287" sldId="594"/>
            <ac:picMk id="3" creationId="{236E3EE2-16FE-131B-ECBF-55568068757F}"/>
          </ac:picMkLst>
        </pc:picChg>
        <pc:picChg chg="add mod">
          <ac:chgData name="Deepika Vatsa" userId="f7100972-27fe-4ee6-8fb4-ec9b7931b409" providerId="ADAL" clId="{6884C358-F078-41E2-B52A-C991C4377FC1}" dt="2025-07-22T10:00:49.069" v="727" actId="1038"/>
          <ac:picMkLst>
            <pc:docMk/>
            <pc:sldMk cId="2583576287" sldId="594"/>
            <ac:picMk id="4" creationId="{9A1AD1A2-9FF8-5D81-B390-C61128637D1C}"/>
          </ac:picMkLst>
        </pc:picChg>
        <pc:picChg chg="add mod">
          <ac:chgData name="Deepika Vatsa" userId="f7100972-27fe-4ee6-8fb4-ec9b7931b409" providerId="ADAL" clId="{6884C358-F078-41E2-B52A-C991C4377FC1}" dt="2025-07-22T10:00:49.069" v="727" actId="1038"/>
          <ac:picMkLst>
            <pc:docMk/>
            <pc:sldMk cId="2583576287" sldId="594"/>
            <ac:picMk id="9" creationId="{8ACCF344-D431-27F4-3519-E0D1C20E073B}"/>
          </ac:picMkLst>
        </pc:picChg>
        <pc:picChg chg="add mod">
          <ac:chgData name="Deepika Vatsa" userId="f7100972-27fe-4ee6-8fb4-ec9b7931b409" providerId="ADAL" clId="{6884C358-F078-41E2-B52A-C991C4377FC1}" dt="2025-07-22T10:00:49.069" v="727" actId="1038"/>
          <ac:picMkLst>
            <pc:docMk/>
            <pc:sldMk cId="2583576287" sldId="594"/>
            <ac:picMk id="11" creationId="{8640DA5C-AE56-878C-7DE7-A11F9AA0475B}"/>
          </ac:picMkLst>
        </pc:picChg>
        <pc:cxnChg chg="add mod">
          <ac:chgData name="Deepika Vatsa" userId="f7100972-27fe-4ee6-8fb4-ec9b7931b409" providerId="ADAL" clId="{6884C358-F078-41E2-B52A-C991C4377FC1}" dt="2025-07-23T05:20:58.202" v="3437"/>
          <ac:cxnSpMkLst>
            <pc:docMk/>
            <pc:sldMk cId="2583576287" sldId="594"/>
            <ac:cxnSpMk id="2" creationId="{83273B41-403D-3A3C-8252-05D272C66098}"/>
          </ac:cxnSpMkLst>
        </pc:cxnChg>
        <pc:cxnChg chg="del">
          <ac:chgData name="Deepika Vatsa" userId="f7100972-27fe-4ee6-8fb4-ec9b7931b409" providerId="ADAL" clId="{6884C358-F078-41E2-B52A-C991C4377FC1}" dt="2025-07-23T05:20:57.814" v="3436" actId="478"/>
          <ac:cxnSpMkLst>
            <pc:docMk/>
            <pc:sldMk cId="2583576287" sldId="594"/>
            <ac:cxnSpMk id="5" creationId="{D12CAC9D-CDF2-ED92-8F02-70DAC510318D}"/>
          </ac:cxnSpMkLst>
        </pc:cxnChg>
      </pc:sldChg>
      <pc:sldChg chg="addSp delSp modSp add mod">
        <pc:chgData name="Deepika Vatsa" userId="f7100972-27fe-4ee6-8fb4-ec9b7931b409" providerId="ADAL" clId="{6884C358-F078-41E2-B52A-C991C4377FC1}" dt="2025-07-23T05:21:13.213" v="3446"/>
        <pc:sldMkLst>
          <pc:docMk/>
          <pc:sldMk cId="3729385034" sldId="595"/>
        </pc:sldMkLst>
        <pc:spChg chg="mod">
          <ac:chgData name="Deepika Vatsa" userId="f7100972-27fe-4ee6-8fb4-ec9b7931b409" providerId="ADAL" clId="{6884C358-F078-41E2-B52A-C991C4377FC1}" dt="2025-07-23T05:17:55.758" v="3385" actId="1035"/>
          <ac:spMkLst>
            <pc:docMk/>
            <pc:sldMk cId="3729385034" sldId="595"/>
            <ac:spMk id="2" creationId="{00000000-0000-0000-0000-000000000000}"/>
          </ac:spMkLst>
        </pc:spChg>
        <pc:spChg chg="del mod">
          <ac:chgData name="Deepika Vatsa" userId="f7100972-27fe-4ee6-8fb4-ec9b7931b409" providerId="ADAL" clId="{6884C358-F078-41E2-B52A-C991C4377FC1}" dt="2025-07-23T05:06:56.645" v="3287" actId="478"/>
          <ac:spMkLst>
            <pc:docMk/>
            <pc:sldMk cId="3729385034" sldId="595"/>
            <ac:spMk id="3" creationId="{00000000-0000-0000-0000-000000000000}"/>
          </ac:spMkLst>
        </pc:spChg>
        <pc:spChg chg="del">
          <ac:chgData name="Deepika Vatsa" userId="f7100972-27fe-4ee6-8fb4-ec9b7931b409" providerId="ADAL" clId="{6884C358-F078-41E2-B52A-C991C4377FC1}" dt="2025-07-22T10:05:47.046" v="768" actId="478"/>
          <ac:spMkLst>
            <pc:docMk/>
            <pc:sldMk cId="3729385034" sldId="595"/>
            <ac:spMk id="4" creationId="{00000000-0000-0000-0000-000000000000}"/>
          </ac:spMkLst>
        </pc:spChg>
        <pc:spChg chg="add del mod">
          <ac:chgData name="Deepika Vatsa" userId="f7100972-27fe-4ee6-8fb4-ec9b7931b409" providerId="ADAL" clId="{6884C358-F078-41E2-B52A-C991C4377FC1}" dt="2025-07-23T05:06:58.461" v="3288" actId="478"/>
          <ac:spMkLst>
            <pc:docMk/>
            <pc:sldMk cId="3729385034" sldId="595"/>
            <ac:spMk id="6" creationId="{595294C1-D83A-223D-E5DF-2687F4C0C4C3}"/>
          </ac:spMkLst>
        </pc:spChg>
        <pc:spChg chg="add mod">
          <ac:chgData name="Deepika Vatsa" userId="f7100972-27fe-4ee6-8fb4-ec9b7931b409" providerId="ADAL" clId="{6884C358-F078-41E2-B52A-C991C4377FC1}" dt="2025-07-23T05:07:00.405" v="3290"/>
          <ac:spMkLst>
            <pc:docMk/>
            <pc:sldMk cId="3729385034" sldId="595"/>
            <ac:spMk id="8" creationId="{07DF8378-AAD8-5F9D-5926-27ECBAD72119}"/>
          </ac:spMkLst>
        </pc:spChg>
        <pc:picChg chg="add del mod">
          <ac:chgData name="Deepika Vatsa" userId="f7100972-27fe-4ee6-8fb4-ec9b7931b409" providerId="ADAL" clId="{6884C358-F078-41E2-B52A-C991C4377FC1}" dt="2025-07-23T05:06:59.846" v="3289" actId="478"/>
          <ac:picMkLst>
            <pc:docMk/>
            <pc:sldMk cId="3729385034" sldId="595"/>
            <ac:picMk id="5" creationId="{05A945AB-0130-AB94-D6EA-8E8B4C8C69B4}"/>
          </ac:picMkLst>
        </pc:picChg>
        <pc:cxnChg chg="add mod">
          <ac:chgData name="Deepika Vatsa" userId="f7100972-27fe-4ee6-8fb4-ec9b7931b409" providerId="ADAL" clId="{6884C358-F078-41E2-B52A-C991C4377FC1}" dt="2025-07-23T05:21:13.213" v="3446"/>
          <ac:cxnSpMkLst>
            <pc:docMk/>
            <pc:sldMk cId="3729385034" sldId="595"/>
            <ac:cxnSpMk id="3" creationId="{91A758A6-68A7-3C5B-4901-273664385E64}"/>
          </ac:cxnSpMkLst>
        </pc:cxnChg>
        <pc:cxnChg chg="del">
          <ac:chgData name="Deepika Vatsa" userId="f7100972-27fe-4ee6-8fb4-ec9b7931b409" providerId="ADAL" clId="{6884C358-F078-41E2-B52A-C991C4377FC1}" dt="2025-07-23T05:21:12.833" v="3445" actId="478"/>
          <ac:cxnSpMkLst>
            <pc:docMk/>
            <pc:sldMk cId="3729385034" sldId="595"/>
            <ac:cxnSpMk id="7" creationId="{65C76CC1-B771-E13B-D742-340E1D5CAD8C}"/>
          </ac:cxnSpMkLst>
        </pc:cxnChg>
      </pc:sldChg>
      <pc:sldChg chg="addSp delSp modSp add mod">
        <pc:chgData name="Deepika Vatsa" userId="f7100972-27fe-4ee6-8fb4-ec9b7931b409" providerId="ADAL" clId="{6884C358-F078-41E2-B52A-C991C4377FC1}" dt="2025-07-23T05:21:20.447" v="3450"/>
        <pc:sldMkLst>
          <pc:docMk/>
          <pc:sldMk cId="1503747669" sldId="596"/>
        </pc:sldMkLst>
        <pc:spChg chg="del">
          <ac:chgData name="Deepika Vatsa" userId="f7100972-27fe-4ee6-8fb4-ec9b7931b409" providerId="ADAL" clId="{6884C358-F078-41E2-B52A-C991C4377FC1}" dt="2025-07-23T05:18:01.094" v="3386" actId="478"/>
          <ac:spMkLst>
            <pc:docMk/>
            <pc:sldMk cId="1503747669" sldId="596"/>
            <ac:spMk id="2" creationId="{00000000-0000-0000-0000-000000000000}"/>
          </ac:spMkLst>
        </pc:spChg>
        <pc:spChg chg="mod">
          <ac:chgData name="Deepika Vatsa" userId="f7100972-27fe-4ee6-8fb4-ec9b7931b409" providerId="ADAL" clId="{6884C358-F078-41E2-B52A-C991C4377FC1}" dt="2025-07-22T10:08:16.400" v="798" actId="27636"/>
          <ac:spMkLst>
            <pc:docMk/>
            <pc:sldMk cId="1503747669" sldId="596"/>
            <ac:spMk id="3" creationId="{00000000-0000-0000-0000-000000000000}"/>
          </ac:spMkLst>
        </pc:spChg>
        <pc:spChg chg="add del mod">
          <ac:chgData name="Deepika Vatsa" userId="f7100972-27fe-4ee6-8fb4-ec9b7931b409" providerId="ADAL" clId="{6884C358-F078-41E2-B52A-C991C4377FC1}" dt="2025-07-23T05:18:04.034" v="3387" actId="478"/>
          <ac:spMkLst>
            <pc:docMk/>
            <pc:sldMk cId="1503747669" sldId="596"/>
            <ac:spMk id="6" creationId="{F876691B-7F3C-2C15-70BC-01577E758222}"/>
          </ac:spMkLst>
        </pc:spChg>
        <pc:spChg chg="add mod">
          <ac:chgData name="Deepika Vatsa" userId="f7100972-27fe-4ee6-8fb4-ec9b7931b409" providerId="ADAL" clId="{6884C358-F078-41E2-B52A-C991C4377FC1}" dt="2025-07-23T05:18:09.803" v="3388"/>
          <ac:spMkLst>
            <pc:docMk/>
            <pc:sldMk cId="1503747669" sldId="596"/>
            <ac:spMk id="8" creationId="{FAF0F256-03EF-AA03-B292-4A3D50B362A1}"/>
          </ac:spMkLst>
        </pc:spChg>
        <pc:picChg chg="add mod">
          <ac:chgData name="Deepika Vatsa" userId="f7100972-27fe-4ee6-8fb4-ec9b7931b409" providerId="ADAL" clId="{6884C358-F078-41E2-B52A-C991C4377FC1}" dt="2025-07-22T10:08:13.823" v="796" actId="14100"/>
          <ac:picMkLst>
            <pc:docMk/>
            <pc:sldMk cId="1503747669" sldId="596"/>
            <ac:picMk id="4" creationId="{AEF005CF-B525-14E8-5F26-09F83936D256}"/>
          </ac:picMkLst>
        </pc:picChg>
        <pc:picChg chg="del">
          <ac:chgData name="Deepika Vatsa" userId="f7100972-27fe-4ee6-8fb4-ec9b7931b409" providerId="ADAL" clId="{6884C358-F078-41E2-B52A-C991C4377FC1}" dt="2025-07-22T10:07:40.420" v="793" actId="478"/>
          <ac:picMkLst>
            <pc:docMk/>
            <pc:sldMk cId="1503747669" sldId="596"/>
            <ac:picMk id="5" creationId="{05A945AB-0130-AB94-D6EA-8E8B4C8C69B4}"/>
          </ac:picMkLst>
        </pc:picChg>
        <pc:cxnChg chg="del">
          <ac:chgData name="Deepika Vatsa" userId="f7100972-27fe-4ee6-8fb4-ec9b7931b409" providerId="ADAL" clId="{6884C358-F078-41E2-B52A-C991C4377FC1}" dt="2025-07-23T05:21:20.066" v="3449" actId="478"/>
          <ac:cxnSpMkLst>
            <pc:docMk/>
            <pc:sldMk cId="1503747669" sldId="596"/>
            <ac:cxnSpMk id="7" creationId="{65C76CC1-B771-E13B-D742-340E1D5CAD8C}"/>
          </ac:cxnSpMkLst>
        </pc:cxnChg>
        <pc:cxnChg chg="add mod">
          <ac:chgData name="Deepika Vatsa" userId="f7100972-27fe-4ee6-8fb4-ec9b7931b409" providerId="ADAL" clId="{6884C358-F078-41E2-B52A-C991C4377FC1}" dt="2025-07-23T05:21:20.447" v="3450"/>
          <ac:cxnSpMkLst>
            <pc:docMk/>
            <pc:sldMk cId="1503747669" sldId="596"/>
            <ac:cxnSpMk id="9" creationId="{3A23A287-BBE3-562E-ABE0-5090EACFAE71}"/>
          </ac:cxnSpMkLst>
        </pc:cxnChg>
      </pc:sldChg>
      <pc:sldChg chg="addSp delSp modSp add mod">
        <pc:chgData name="Deepika Vatsa" userId="f7100972-27fe-4ee6-8fb4-ec9b7931b409" providerId="ADAL" clId="{6884C358-F078-41E2-B52A-C991C4377FC1}" dt="2025-07-23T05:21:40.576" v="3459" actId="14100"/>
        <pc:sldMkLst>
          <pc:docMk/>
          <pc:sldMk cId="2169252664" sldId="597"/>
        </pc:sldMkLst>
        <pc:spChg chg="del">
          <ac:chgData name="Deepika Vatsa" userId="f7100972-27fe-4ee6-8fb4-ec9b7931b409" providerId="ADAL" clId="{6884C358-F078-41E2-B52A-C991C4377FC1}" dt="2025-07-23T05:18:51.798" v="3397" actId="478"/>
          <ac:spMkLst>
            <pc:docMk/>
            <pc:sldMk cId="2169252664" sldId="597"/>
            <ac:spMk id="2" creationId="{91E18C70-E367-59EE-B161-70D8F2FCB574}"/>
          </ac:spMkLst>
        </pc:spChg>
        <pc:spChg chg="mod">
          <ac:chgData name="Deepika Vatsa" userId="f7100972-27fe-4ee6-8fb4-ec9b7931b409" providerId="ADAL" clId="{6884C358-F078-41E2-B52A-C991C4377FC1}" dt="2025-07-23T05:21:40.576" v="3459" actId="14100"/>
          <ac:spMkLst>
            <pc:docMk/>
            <pc:sldMk cId="2169252664" sldId="597"/>
            <ac:spMk id="4" creationId="{7776C47F-6F4E-DC03-37A6-E7A3B197AE34}"/>
          </ac:spMkLst>
        </pc:spChg>
        <pc:spChg chg="add del mod">
          <ac:chgData name="Deepika Vatsa" userId="f7100972-27fe-4ee6-8fb4-ec9b7931b409" providerId="ADAL" clId="{6884C358-F078-41E2-B52A-C991C4377FC1}" dt="2025-07-23T05:18:53.707" v="3398" actId="478"/>
          <ac:spMkLst>
            <pc:docMk/>
            <pc:sldMk cId="2169252664" sldId="597"/>
            <ac:spMk id="6" creationId="{53F1752F-2FDE-42D9-4D71-76064AA39AAB}"/>
          </ac:spMkLst>
        </pc:spChg>
        <pc:spChg chg="add mod">
          <ac:chgData name="Deepika Vatsa" userId="f7100972-27fe-4ee6-8fb4-ec9b7931b409" providerId="ADAL" clId="{6884C358-F078-41E2-B52A-C991C4377FC1}" dt="2025-07-23T05:18:54.461" v="3399"/>
          <ac:spMkLst>
            <pc:docMk/>
            <pc:sldMk cId="2169252664" sldId="597"/>
            <ac:spMk id="7" creationId="{3C6ACF8F-B531-BE5A-2C1D-263F00828601}"/>
          </ac:spMkLst>
        </pc:spChg>
        <pc:cxnChg chg="del">
          <ac:chgData name="Deepika Vatsa" userId="f7100972-27fe-4ee6-8fb4-ec9b7931b409" providerId="ADAL" clId="{6884C358-F078-41E2-B52A-C991C4377FC1}" dt="2025-07-23T05:21:36.683" v="3457" actId="478"/>
          <ac:cxnSpMkLst>
            <pc:docMk/>
            <pc:sldMk cId="2169252664" sldId="597"/>
            <ac:cxnSpMk id="5" creationId="{B2627C12-E6DC-37C6-3534-91290B918037}"/>
          </ac:cxnSpMkLst>
        </pc:cxnChg>
        <pc:cxnChg chg="add mod">
          <ac:chgData name="Deepika Vatsa" userId="f7100972-27fe-4ee6-8fb4-ec9b7931b409" providerId="ADAL" clId="{6884C358-F078-41E2-B52A-C991C4377FC1}" dt="2025-07-23T05:21:37.159" v="3458"/>
          <ac:cxnSpMkLst>
            <pc:docMk/>
            <pc:sldMk cId="2169252664" sldId="597"/>
            <ac:cxnSpMk id="8" creationId="{960C88F0-C429-DECE-0649-D90C3C9B4B3F}"/>
          </ac:cxnSpMkLst>
        </pc:cxnChg>
      </pc:sldChg>
      <pc:sldChg chg="addSp delSp modSp add mod">
        <pc:chgData name="Deepika Vatsa" userId="f7100972-27fe-4ee6-8fb4-ec9b7931b409" providerId="ADAL" clId="{6884C358-F078-41E2-B52A-C991C4377FC1}" dt="2025-07-23T05:20:01.713" v="3413" actId="14100"/>
        <pc:sldMkLst>
          <pc:docMk/>
          <pc:sldMk cId="3506553672" sldId="598"/>
        </pc:sldMkLst>
        <pc:spChg chg="del">
          <ac:chgData name="Deepika Vatsa" userId="f7100972-27fe-4ee6-8fb4-ec9b7931b409" providerId="ADAL" clId="{6884C358-F078-41E2-B52A-C991C4377FC1}" dt="2025-07-23T05:18:58.744" v="3400" actId="478"/>
          <ac:spMkLst>
            <pc:docMk/>
            <pc:sldMk cId="3506553672" sldId="598"/>
            <ac:spMk id="2" creationId="{91E18C70-E367-59EE-B161-70D8F2FCB574}"/>
          </ac:spMkLst>
        </pc:spChg>
        <pc:spChg chg="mod">
          <ac:chgData name="Deepika Vatsa" userId="f7100972-27fe-4ee6-8fb4-ec9b7931b409" providerId="ADAL" clId="{6884C358-F078-41E2-B52A-C991C4377FC1}" dt="2025-07-23T05:19:53.232" v="3412" actId="14100"/>
          <ac:spMkLst>
            <pc:docMk/>
            <pc:sldMk cId="3506553672" sldId="598"/>
            <ac:spMk id="4" creationId="{7776C47F-6F4E-DC03-37A6-E7A3B197AE34}"/>
          </ac:spMkLst>
        </pc:spChg>
        <pc:spChg chg="add del mod">
          <ac:chgData name="Deepika Vatsa" userId="f7100972-27fe-4ee6-8fb4-ec9b7931b409" providerId="ADAL" clId="{6884C358-F078-41E2-B52A-C991C4377FC1}" dt="2025-07-23T05:19:00.479" v="3401" actId="478"/>
          <ac:spMkLst>
            <pc:docMk/>
            <pc:sldMk cId="3506553672" sldId="598"/>
            <ac:spMk id="6" creationId="{F683307C-B106-FF61-47F6-9AF0281F23D5}"/>
          </ac:spMkLst>
        </pc:spChg>
        <pc:spChg chg="add mod">
          <ac:chgData name="Deepika Vatsa" userId="f7100972-27fe-4ee6-8fb4-ec9b7931b409" providerId="ADAL" clId="{6884C358-F078-41E2-B52A-C991C4377FC1}" dt="2025-07-23T05:19:01.147" v="3402"/>
          <ac:spMkLst>
            <pc:docMk/>
            <pc:sldMk cId="3506553672" sldId="598"/>
            <ac:spMk id="7" creationId="{E0A3D3E7-23FD-A7A2-4008-A85FD6ED147D}"/>
          </ac:spMkLst>
        </pc:spChg>
        <pc:cxnChg chg="mod">
          <ac:chgData name="Deepika Vatsa" userId="f7100972-27fe-4ee6-8fb4-ec9b7931b409" providerId="ADAL" clId="{6884C358-F078-41E2-B52A-C991C4377FC1}" dt="2025-07-23T05:20:01.713" v="3413" actId="14100"/>
          <ac:cxnSpMkLst>
            <pc:docMk/>
            <pc:sldMk cId="3506553672" sldId="598"/>
            <ac:cxnSpMk id="5" creationId="{B2627C12-E6DC-37C6-3534-91290B918037}"/>
          </ac:cxnSpMkLst>
        </pc:cxnChg>
      </pc:sldChg>
      <pc:sldChg chg="addSp delSp modSp add del mod">
        <pc:chgData name="Deepika Vatsa" userId="f7100972-27fe-4ee6-8fb4-ec9b7931b409" providerId="ADAL" clId="{6884C358-F078-41E2-B52A-C991C4377FC1}" dt="2025-07-23T05:23:59.015" v="3535" actId="47"/>
        <pc:sldMkLst>
          <pc:docMk/>
          <pc:sldMk cId="2401294685" sldId="599"/>
        </pc:sldMkLst>
        <pc:spChg chg="del">
          <ac:chgData name="Deepika Vatsa" userId="f7100972-27fe-4ee6-8fb4-ec9b7931b409" providerId="ADAL" clId="{6884C358-F078-41E2-B52A-C991C4377FC1}" dt="2025-07-23T05:14:27.661" v="3341" actId="478"/>
          <ac:spMkLst>
            <pc:docMk/>
            <pc:sldMk cId="2401294685" sldId="599"/>
            <ac:spMk id="2" creationId="{CD4594CC-77DE-BEF3-7ACE-59D14DBBA2F4}"/>
          </ac:spMkLst>
        </pc:spChg>
        <pc:spChg chg="mod">
          <ac:chgData name="Deepika Vatsa" userId="f7100972-27fe-4ee6-8fb4-ec9b7931b409" providerId="ADAL" clId="{6884C358-F078-41E2-B52A-C991C4377FC1}" dt="2025-07-23T05:14:09.013" v="3339" actId="207"/>
          <ac:spMkLst>
            <pc:docMk/>
            <pc:sldMk cId="2401294685" sldId="599"/>
            <ac:spMk id="4" creationId="{170DDB5B-6792-55DA-AF63-9A96FA1939A3}"/>
          </ac:spMkLst>
        </pc:spChg>
        <pc:spChg chg="add del mod">
          <ac:chgData name="Deepika Vatsa" userId="f7100972-27fe-4ee6-8fb4-ec9b7931b409" providerId="ADAL" clId="{6884C358-F078-41E2-B52A-C991C4377FC1}" dt="2025-07-23T05:14:30.418" v="3342" actId="478"/>
          <ac:spMkLst>
            <pc:docMk/>
            <pc:sldMk cId="2401294685" sldId="599"/>
            <ac:spMk id="6" creationId="{4BF9E284-5898-8DDF-CE9A-3C976785F937}"/>
          </ac:spMkLst>
        </pc:spChg>
        <pc:spChg chg="add mod">
          <ac:chgData name="Deepika Vatsa" userId="f7100972-27fe-4ee6-8fb4-ec9b7931b409" providerId="ADAL" clId="{6884C358-F078-41E2-B52A-C991C4377FC1}" dt="2025-07-23T05:14:30.951" v="3343"/>
          <ac:spMkLst>
            <pc:docMk/>
            <pc:sldMk cId="2401294685" sldId="599"/>
            <ac:spMk id="7" creationId="{0119B940-AB8B-E340-E8DC-D2BDFC2C2C8E}"/>
          </ac:spMkLst>
        </pc:spChg>
      </pc:sldChg>
      <pc:sldChg chg="addSp delSp modSp add del mod">
        <pc:chgData name="Deepika Vatsa" userId="f7100972-27fe-4ee6-8fb4-ec9b7931b409" providerId="ADAL" clId="{6884C358-F078-41E2-B52A-C991C4377FC1}" dt="2025-07-23T05:24:38.241" v="3543" actId="2696"/>
        <pc:sldMkLst>
          <pc:docMk/>
          <pc:sldMk cId="3029789361" sldId="600"/>
        </pc:sldMkLst>
        <pc:spChg chg="del">
          <ac:chgData name="Deepika Vatsa" userId="f7100972-27fe-4ee6-8fb4-ec9b7931b409" providerId="ADAL" clId="{6884C358-F078-41E2-B52A-C991C4377FC1}" dt="2025-07-23T05:14:36.566" v="3344" actId="478"/>
          <ac:spMkLst>
            <pc:docMk/>
            <pc:sldMk cId="3029789361" sldId="600"/>
            <ac:spMk id="2" creationId="{CD4594CC-77DE-BEF3-7ACE-59D14DBBA2F4}"/>
          </ac:spMkLst>
        </pc:spChg>
        <pc:spChg chg="mod">
          <ac:chgData name="Deepika Vatsa" userId="f7100972-27fe-4ee6-8fb4-ec9b7931b409" providerId="ADAL" clId="{6884C358-F078-41E2-B52A-C991C4377FC1}" dt="2025-07-23T05:14:14.965" v="3340" actId="207"/>
          <ac:spMkLst>
            <pc:docMk/>
            <pc:sldMk cId="3029789361" sldId="600"/>
            <ac:spMk id="4" creationId="{170DDB5B-6792-55DA-AF63-9A96FA1939A3}"/>
          </ac:spMkLst>
        </pc:spChg>
        <pc:spChg chg="add del mod">
          <ac:chgData name="Deepika Vatsa" userId="f7100972-27fe-4ee6-8fb4-ec9b7931b409" providerId="ADAL" clId="{6884C358-F078-41E2-B52A-C991C4377FC1}" dt="2025-07-23T05:14:38.530" v="3345" actId="478"/>
          <ac:spMkLst>
            <pc:docMk/>
            <pc:sldMk cId="3029789361" sldId="600"/>
            <ac:spMk id="6" creationId="{F02D243D-009C-3431-8226-38FDB17887B5}"/>
          </ac:spMkLst>
        </pc:spChg>
        <pc:spChg chg="add mod">
          <ac:chgData name="Deepika Vatsa" userId="f7100972-27fe-4ee6-8fb4-ec9b7931b409" providerId="ADAL" clId="{6884C358-F078-41E2-B52A-C991C4377FC1}" dt="2025-07-23T05:14:39.434" v="3346"/>
          <ac:spMkLst>
            <pc:docMk/>
            <pc:sldMk cId="3029789361" sldId="600"/>
            <ac:spMk id="7" creationId="{BC661B70-CCBE-C4A5-04AC-7FA70FCEB17A}"/>
          </ac:spMkLst>
        </pc:spChg>
      </pc:sldChg>
      <pc:sldChg chg="modSp add del mod">
        <pc:chgData name="Deepika Vatsa" userId="f7100972-27fe-4ee6-8fb4-ec9b7931b409" providerId="ADAL" clId="{6884C358-F078-41E2-B52A-C991C4377FC1}" dt="2025-07-22T10:45:47.780" v="2494" actId="47"/>
        <pc:sldMkLst>
          <pc:docMk/>
          <pc:sldMk cId="4257758956" sldId="600"/>
        </pc:sldMkLst>
        <pc:spChg chg="mod">
          <ac:chgData name="Deepika Vatsa" userId="f7100972-27fe-4ee6-8fb4-ec9b7931b409" providerId="ADAL" clId="{6884C358-F078-41E2-B52A-C991C4377FC1}" dt="2025-07-22T10:45:15.158" v="2478" actId="12"/>
          <ac:spMkLst>
            <pc:docMk/>
            <pc:sldMk cId="4257758956" sldId="600"/>
            <ac:spMk id="4" creationId="{170DDB5B-6792-55DA-AF63-9A96FA1939A3}"/>
          </ac:spMkLst>
        </pc:spChg>
      </pc:sldChg>
      <pc:sldChg chg="addSp delSp modSp add mod">
        <pc:chgData name="Deepika Vatsa" userId="f7100972-27fe-4ee6-8fb4-ec9b7931b409" providerId="ADAL" clId="{6884C358-F078-41E2-B52A-C991C4377FC1}" dt="2025-07-23T05:20:34.530" v="3425"/>
        <pc:sldMkLst>
          <pc:docMk/>
          <pc:sldMk cId="3239011490" sldId="601"/>
        </pc:sldMkLst>
        <pc:spChg chg="mod">
          <ac:chgData name="Deepika Vatsa" userId="f7100972-27fe-4ee6-8fb4-ec9b7931b409" providerId="ADAL" clId="{6884C358-F078-41E2-B52A-C991C4377FC1}" dt="2025-07-23T05:16:36.510" v="3362" actId="207"/>
          <ac:spMkLst>
            <pc:docMk/>
            <pc:sldMk cId="3239011490" sldId="601"/>
            <ac:spMk id="2" creationId="{00000000-0000-0000-0000-000000000000}"/>
          </ac:spMkLst>
        </pc:spChg>
        <pc:cxnChg chg="add mod">
          <ac:chgData name="Deepika Vatsa" userId="f7100972-27fe-4ee6-8fb4-ec9b7931b409" providerId="ADAL" clId="{6884C358-F078-41E2-B52A-C991C4377FC1}" dt="2025-07-23T05:20:34.530" v="3425"/>
          <ac:cxnSpMkLst>
            <pc:docMk/>
            <pc:sldMk cId="3239011490" sldId="601"/>
            <ac:cxnSpMk id="4" creationId="{7B9879F7-3A1D-F2AB-DE14-AC3E9F018ECD}"/>
          </ac:cxnSpMkLst>
        </pc:cxnChg>
        <pc:cxnChg chg="del">
          <ac:chgData name="Deepika Vatsa" userId="f7100972-27fe-4ee6-8fb4-ec9b7931b409" providerId="ADAL" clId="{6884C358-F078-41E2-B52A-C991C4377FC1}" dt="2025-07-23T05:20:34.151" v="3424" actId="478"/>
          <ac:cxnSpMkLst>
            <pc:docMk/>
            <pc:sldMk cId="3239011490" sldId="601"/>
            <ac:cxnSpMk id="5" creationId="{50E184E5-16FE-EBD7-7894-1DC87C936193}"/>
          </ac:cxnSpMkLst>
        </pc:cxnChg>
      </pc:sldChg>
      <pc:sldChg chg="addSp delSp modSp add mod">
        <pc:chgData name="Deepika Vatsa" userId="f7100972-27fe-4ee6-8fb4-ec9b7931b409" providerId="ADAL" clId="{6884C358-F078-41E2-B52A-C991C4377FC1}" dt="2025-07-23T05:20:20.639" v="3419"/>
        <pc:sldMkLst>
          <pc:docMk/>
          <pc:sldMk cId="2717130231" sldId="602"/>
        </pc:sldMkLst>
        <pc:spChg chg="del">
          <ac:chgData name="Deepika Vatsa" userId="f7100972-27fe-4ee6-8fb4-ec9b7931b409" providerId="ADAL" clId="{6884C358-F078-41E2-B52A-C991C4377FC1}" dt="2025-07-23T05:16:01.154" v="3352" actId="478"/>
          <ac:spMkLst>
            <pc:docMk/>
            <pc:sldMk cId="2717130231" sldId="602"/>
            <ac:spMk id="2" creationId="{00000000-0000-0000-0000-000000000000}"/>
          </ac:spMkLst>
        </pc:spChg>
        <pc:spChg chg="add del mod">
          <ac:chgData name="Deepika Vatsa" userId="f7100972-27fe-4ee6-8fb4-ec9b7931b409" providerId="ADAL" clId="{6884C358-F078-41E2-B52A-C991C4377FC1}" dt="2025-07-23T05:16:02.768" v="3353" actId="478"/>
          <ac:spMkLst>
            <pc:docMk/>
            <pc:sldMk cId="2717130231" sldId="602"/>
            <ac:spMk id="6" creationId="{6DA9A92D-8D82-3D24-F90E-F548CACC3B08}"/>
          </ac:spMkLst>
        </pc:spChg>
        <pc:spChg chg="add mod">
          <ac:chgData name="Deepika Vatsa" userId="f7100972-27fe-4ee6-8fb4-ec9b7931b409" providerId="ADAL" clId="{6884C358-F078-41E2-B52A-C991C4377FC1}" dt="2025-07-23T05:16:25.734" v="3359"/>
          <ac:spMkLst>
            <pc:docMk/>
            <pc:sldMk cId="2717130231" sldId="602"/>
            <ac:spMk id="7" creationId="{7F4B3C9C-EE6F-0BBC-A1B2-DCB27147AC1C}"/>
          </ac:spMkLst>
        </pc:spChg>
        <pc:spChg chg="mod">
          <ac:chgData name="Deepika Vatsa" userId="f7100972-27fe-4ee6-8fb4-ec9b7931b409" providerId="ADAL" clId="{6884C358-F078-41E2-B52A-C991C4377FC1}" dt="2025-07-22T10:58:01.962" v="3168" actId="113"/>
          <ac:spMkLst>
            <pc:docMk/>
            <pc:sldMk cId="2717130231" sldId="602"/>
            <ac:spMk id="13" creationId="{05B054CE-66A9-69B7-25DF-5E63A7E7226F}"/>
          </ac:spMkLst>
        </pc:spChg>
        <pc:graphicFrameChg chg="add mod modGraphic">
          <ac:chgData name="Deepika Vatsa" userId="f7100972-27fe-4ee6-8fb4-ec9b7931b409" providerId="ADAL" clId="{6884C358-F078-41E2-B52A-C991C4377FC1}" dt="2025-07-22T10:56:57.073" v="3131" actId="20577"/>
          <ac:graphicFrameMkLst>
            <pc:docMk/>
            <pc:sldMk cId="2717130231" sldId="602"/>
            <ac:graphicFrameMk id="3" creationId="{26447246-77A9-0BA0-DDC4-AA7139BF3CBE}"/>
          </ac:graphicFrameMkLst>
        </pc:graphicFrameChg>
        <pc:graphicFrameChg chg="del">
          <ac:chgData name="Deepika Vatsa" userId="f7100972-27fe-4ee6-8fb4-ec9b7931b409" providerId="ADAL" clId="{6884C358-F078-41E2-B52A-C991C4377FC1}" dt="2025-07-22T10:56:05.332" v="3064" actId="478"/>
          <ac:graphicFrameMkLst>
            <pc:docMk/>
            <pc:sldMk cId="2717130231" sldId="602"/>
            <ac:graphicFrameMk id="14" creationId="{15B9210D-0693-05A9-B8B7-394487320ED6}"/>
          </ac:graphicFrameMkLst>
        </pc:graphicFrameChg>
        <pc:cxnChg chg="del">
          <ac:chgData name="Deepika Vatsa" userId="f7100972-27fe-4ee6-8fb4-ec9b7931b409" providerId="ADAL" clId="{6884C358-F078-41E2-B52A-C991C4377FC1}" dt="2025-07-23T05:20:20.177" v="3418" actId="478"/>
          <ac:cxnSpMkLst>
            <pc:docMk/>
            <pc:sldMk cId="2717130231" sldId="602"/>
            <ac:cxnSpMk id="5" creationId="{50E184E5-16FE-EBD7-7894-1DC87C936193}"/>
          </ac:cxnSpMkLst>
        </pc:cxnChg>
        <pc:cxnChg chg="add mod">
          <ac:chgData name="Deepika Vatsa" userId="f7100972-27fe-4ee6-8fb4-ec9b7931b409" providerId="ADAL" clId="{6884C358-F078-41E2-B52A-C991C4377FC1}" dt="2025-07-23T05:20:20.639" v="3419"/>
          <ac:cxnSpMkLst>
            <pc:docMk/>
            <pc:sldMk cId="2717130231" sldId="602"/>
            <ac:cxnSpMk id="8" creationId="{7D162270-8EA5-1790-83F3-A4F9A126E8B1}"/>
          </ac:cxnSpMkLst>
        </pc:cxnChg>
      </pc:sldChg>
      <pc:sldChg chg="addSp delSp modSp add mod">
        <pc:chgData name="Deepika Vatsa" userId="f7100972-27fe-4ee6-8fb4-ec9b7931b409" providerId="ADAL" clId="{6884C358-F078-41E2-B52A-C991C4377FC1}" dt="2025-07-23T05:20:26.685" v="3421"/>
        <pc:sldMkLst>
          <pc:docMk/>
          <pc:sldMk cId="1266594393" sldId="603"/>
        </pc:sldMkLst>
        <pc:spChg chg="del">
          <ac:chgData name="Deepika Vatsa" userId="f7100972-27fe-4ee6-8fb4-ec9b7931b409" providerId="ADAL" clId="{6884C358-F078-41E2-B52A-C991C4377FC1}" dt="2025-07-23T05:16:06.563" v="3354" actId="478"/>
          <ac:spMkLst>
            <pc:docMk/>
            <pc:sldMk cId="1266594393" sldId="603"/>
            <ac:spMk id="2" creationId="{00000000-0000-0000-0000-000000000000}"/>
          </ac:spMkLst>
        </pc:spChg>
        <pc:spChg chg="add mod">
          <ac:chgData name="Deepika Vatsa" userId="f7100972-27fe-4ee6-8fb4-ec9b7931b409" providerId="ADAL" clId="{6884C358-F078-41E2-B52A-C991C4377FC1}" dt="2025-07-22T10:57:48.108" v="3164" actId="14100"/>
          <ac:spMkLst>
            <pc:docMk/>
            <pc:sldMk cId="1266594393" sldId="603"/>
            <ac:spMk id="4" creationId="{1AD143D5-787C-C1A5-C997-9EC0616525DF}"/>
          </ac:spMkLst>
        </pc:spChg>
        <pc:spChg chg="add del mod">
          <ac:chgData name="Deepika Vatsa" userId="f7100972-27fe-4ee6-8fb4-ec9b7931b409" providerId="ADAL" clId="{6884C358-F078-41E2-B52A-C991C4377FC1}" dt="2025-07-23T05:16:08.217" v="3355" actId="478"/>
          <ac:spMkLst>
            <pc:docMk/>
            <pc:sldMk cId="1266594393" sldId="603"/>
            <ac:spMk id="6" creationId="{A74DC710-992E-573C-40A0-556A16BC3A75}"/>
          </ac:spMkLst>
        </pc:spChg>
        <pc:spChg chg="add mod">
          <ac:chgData name="Deepika Vatsa" userId="f7100972-27fe-4ee6-8fb4-ec9b7931b409" providerId="ADAL" clId="{6884C358-F078-41E2-B52A-C991C4377FC1}" dt="2025-07-23T05:16:27.514" v="3360"/>
          <ac:spMkLst>
            <pc:docMk/>
            <pc:sldMk cId="1266594393" sldId="603"/>
            <ac:spMk id="7" creationId="{1B3062FA-2CD8-A930-87D2-86A160AADA8E}"/>
          </ac:spMkLst>
        </pc:spChg>
        <pc:spChg chg="mod">
          <ac:chgData name="Deepika Vatsa" userId="f7100972-27fe-4ee6-8fb4-ec9b7931b409" providerId="ADAL" clId="{6884C358-F078-41E2-B52A-C991C4377FC1}" dt="2025-07-22T10:57:56.910" v="3167" actId="113"/>
          <ac:spMkLst>
            <pc:docMk/>
            <pc:sldMk cId="1266594393" sldId="603"/>
            <ac:spMk id="13" creationId="{05B054CE-66A9-69B7-25DF-5E63A7E7226F}"/>
          </ac:spMkLst>
        </pc:spChg>
        <pc:graphicFrameChg chg="del">
          <ac:chgData name="Deepika Vatsa" userId="f7100972-27fe-4ee6-8fb4-ec9b7931b409" providerId="ADAL" clId="{6884C358-F078-41E2-B52A-C991C4377FC1}" dt="2025-07-22T10:57:41.042" v="3162" actId="478"/>
          <ac:graphicFrameMkLst>
            <pc:docMk/>
            <pc:sldMk cId="1266594393" sldId="603"/>
            <ac:graphicFrameMk id="3" creationId="{26447246-77A9-0BA0-DDC4-AA7139BF3CBE}"/>
          </ac:graphicFrameMkLst>
        </pc:graphicFrameChg>
        <pc:cxnChg chg="del">
          <ac:chgData name="Deepika Vatsa" userId="f7100972-27fe-4ee6-8fb4-ec9b7931b409" providerId="ADAL" clId="{6884C358-F078-41E2-B52A-C991C4377FC1}" dt="2025-07-23T05:20:26.229" v="3420" actId="478"/>
          <ac:cxnSpMkLst>
            <pc:docMk/>
            <pc:sldMk cId="1266594393" sldId="603"/>
            <ac:cxnSpMk id="5" creationId="{50E184E5-16FE-EBD7-7894-1DC87C936193}"/>
          </ac:cxnSpMkLst>
        </pc:cxnChg>
        <pc:cxnChg chg="add mod">
          <ac:chgData name="Deepika Vatsa" userId="f7100972-27fe-4ee6-8fb4-ec9b7931b409" providerId="ADAL" clId="{6884C358-F078-41E2-B52A-C991C4377FC1}" dt="2025-07-23T05:20:26.685" v="3421"/>
          <ac:cxnSpMkLst>
            <pc:docMk/>
            <pc:sldMk cId="1266594393" sldId="603"/>
            <ac:cxnSpMk id="8" creationId="{A1395F78-30F5-3937-9A59-67E864B7EFC0}"/>
          </ac:cxnSpMkLst>
        </pc:cxnChg>
      </pc:sldChg>
      <pc:sldChg chg="addSp delSp modSp add mod">
        <pc:chgData name="Deepika Vatsa" userId="f7100972-27fe-4ee6-8fb4-ec9b7931b409" providerId="ADAL" clId="{6884C358-F078-41E2-B52A-C991C4377FC1}" dt="2025-07-23T05:20:16.708" v="3417"/>
        <pc:sldMkLst>
          <pc:docMk/>
          <pc:sldMk cId="4255891347" sldId="604"/>
        </pc:sldMkLst>
        <pc:spChg chg="del">
          <ac:chgData name="Deepika Vatsa" userId="f7100972-27fe-4ee6-8fb4-ec9b7931b409" providerId="ADAL" clId="{6884C358-F078-41E2-B52A-C991C4377FC1}" dt="2025-07-23T05:15:55.831" v="3350" actId="478"/>
          <ac:spMkLst>
            <pc:docMk/>
            <pc:sldMk cId="4255891347" sldId="604"/>
            <ac:spMk id="2" creationId="{00000000-0000-0000-0000-000000000000}"/>
          </ac:spMkLst>
        </pc:spChg>
        <pc:spChg chg="add del mod">
          <ac:chgData name="Deepika Vatsa" userId="f7100972-27fe-4ee6-8fb4-ec9b7931b409" providerId="ADAL" clId="{6884C358-F078-41E2-B52A-C991C4377FC1}" dt="2025-07-23T05:15:57.713" v="3351" actId="478"/>
          <ac:spMkLst>
            <pc:docMk/>
            <pc:sldMk cId="4255891347" sldId="604"/>
            <ac:spMk id="4" creationId="{1E8C311E-5024-0A5C-ADB3-9DF8A67D3DAA}"/>
          </ac:spMkLst>
        </pc:spChg>
        <pc:spChg chg="add mod">
          <ac:chgData name="Deepika Vatsa" userId="f7100972-27fe-4ee6-8fb4-ec9b7931b409" providerId="ADAL" clId="{6884C358-F078-41E2-B52A-C991C4377FC1}" dt="2025-07-23T05:16:23.931" v="3358"/>
          <ac:spMkLst>
            <pc:docMk/>
            <pc:sldMk cId="4255891347" sldId="604"/>
            <ac:spMk id="6" creationId="{2026D996-90C4-3C12-B2E6-96092CF25C70}"/>
          </ac:spMkLst>
        </pc:spChg>
        <pc:spChg chg="mod">
          <ac:chgData name="Deepika Vatsa" userId="f7100972-27fe-4ee6-8fb4-ec9b7931b409" providerId="ADAL" clId="{6884C358-F078-41E2-B52A-C991C4377FC1}" dt="2025-07-22T10:58:35.306" v="3177" actId="6549"/>
          <ac:spMkLst>
            <pc:docMk/>
            <pc:sldMk cId="4255891347" sldId="604"/>
            <ac:spMk id="13" creationId="{05B054CE-66A9-69B7-25DF-5E63A7E7226F}"/>
          </ac:spMkLst>
        </pc:spChg>
        <pc:graphicFrameChg chg="mod modGraphic">
          <ac:chgData name="Deepika Vatsa" userId="f7100972-27fe-4ee6-8fb4-ec9b7931b409" providerId="ADAL" clId="{6884C358-F078-41E2-B52A-C991C4377FC1}" dt="2025-07-22T10:58:54.235" v="3183" actId="14100"/>
          <ac:graphicFrameMkLst>
            <pc:docMk/>
            <pc:sldMk cId="4255891347" sldId="604"/>
            <ac:graphicFrameMk id="14" creationId="{15B9210D-0693-05A9-B8B7-394487320ED6}"/>
          </ac:graphicFrameMkLst>
        </pc:graphicFrameChg>
        <pc:cxnChg chg="del">
          <ac:chgData name="Deepika Vatsa" userId="f7100972-27fe-4ee6-8fb4-ec9b7931b409" providerId="ADAL" clId="{6884C358-F078-41E2-B52A-C991C4377FC1}" dt="2025-07-23T05:20:16.121" v="3416" actId="478"/>
          <ac:cxnSpMkLst>
            <pc:docMk/>
            <pc:sldMk cId="4255891347" sldId="604"/>
            <ac:cxnSpMk id="5" creationId="{50E184E5-16FE-EBD7-7894-1DC87C936193}"/>
          </ac:cxnSpMkLst>
        </pc:cxnChg>
        <pc:cxnChg chg="add mod">
          <ac:chgData name="Deepika Vatsa" userId="f7100972-27fe-4ee6-8fb4-ec9b7931b409" providerId="ADAL" clId="{6884C358-F078-41E2-B52A-C991C4377FC1}" dt="2025-07-23T05:20:16.708" v="3417"/>
          <ac:cxnSpMkLst>
            <pc:docMk/>
            <pc:sldMk cId="4255891347" sldId="604"/>
            <ac:cxnSpMk id="7" creationId="{B773A36C-D68E-6E7D-095A-1EC7008C66FA}"/>
          </ac:cxnSpMkLst>
        </pc:cxnChg>
      </pc:sldChg>
      <pc:sldChg chg="addSp delSp modSp add mod">
        <pc:chgData name="Deepika Vatsa" userId="f7100972-27fe-4ee6-8fb4-ec9b7931b409" providerId="ADAL" clId="{6884C358-F078-41E2-B52A-C991C4377FC1}" dt="2025-07-23T05:20:31.431" v="3423"/>
        <pc:sldMkLst>
          <pc:docMk/>
          <pc:sldMk cId="3000343820" sldId="605"/>
        </pc:sldMkLst>
        <pc:spChg chg="del">
          <ac:chgData name="Deepika Vatsa" userId="f7100972-27fe-4ee6-8fb4-ec9b7931b409" providerId="ADAL" clId="{6884C358-F078-41E2-B52A-C991C4377FC1}" dt="2025-07-23T05:16:13.022" v="3356" actId="478"/>
          <ac:spMkLst>
            <pc:docMk/>
            <pc:sldMk cId="3000343820" sldId="605"/>
            <ac:spMk id="2" creationId="{00000000-0000-0000-0000-000000000000}"/>
          </ac:spMkLst>
        </pc:spChg>
        <pc:spChg chg="del">
          <ac:chgData name="Deepika Vatsa" userId="f7100972-27fe-4ee6-8fb4-ec9b7931b409" providerId="ADAL" clId="{6884C358-F078-41E2-B52A-C991C4377FC1}" dt="2025-07-22T10:59:47.754" v="3207" actId="478"/>
          <ac:spMkLst>
            <pc:docMk/>
            <pc:sldMk cId="3000343820" sldId="605"/>
            <ac:spMk id="4" creationId="{1AD143D5-787C-C1A5-C997-9EC0616525DF}"/>
          </ac:spMkLst>
        </pc:spChg>
        <pc:spChg chg="add del mod">
          <ac:chgData name="Deepika Vatsa" userId="f7100972-27fe-4ee6-8fb4-ec9b7931b409" providerId="ADAL" clId="{6884C358-F078-41E2-B52A-C991C4377FC1}" dt="2025-07-23T05:16:14.811" v="3357" actId="478"/>
          <ac:spMkLst>
            <pc:docMk/>
            <pc:sldMk cId="3000343820" sldId="605"/>
            <ac:spMk id="4" creationId="{A81EBE12-917F-1A39-1B38-85449C2DC81C}"/>
          </ac:spMkLst>
        </pc:spChg>
        <pc:spChg chg="add del">
          <ac:chgData name="Deepika Vatsa" userId="f7100972-27fe-4ee6-8fb4-ec9b7931b409" providerId="ADAL" clId="{6884C358-F078-41E2-B52A-C991C4377FC1}" dt="2025-07-22T10:59:53.735" v="3211" actId="22"/>
          <ac:spMkLst>
            <pc:docMk/>
            <pc:sldMk cId="3000343820" sldId="605"/>
            <ac:spMk id="6" creationId="{254E2835-DAB1-3E5B-5251-BEF951804D79}"/>
          </ac:spMkLst>
        </pc:spChg>
        <pc:spChg chg="add mod">
          <ac:chgData name="Deepika Vatsa" userId="f7100972-27fe-4ee6-8fb4-ec9b7931b409" providerId="ADAL" clId="{6884C358-F078-41E2-B52A-C991C4377FC1}" dt="2025-07-23T05:16:30.424" v="3361"/>
          <ac:spMkLst>
            <pc:docMk/>
            <pc:sldMk cId="3000343820" sldId="605"/>
            <ac:spMk id="6" creationId="{2D09E08D-CF06-9310-2372-85E7B1DBB6F3}"/>
          </ac:spMkLst>
        </pc:spChg>
        <pc:spChg chg="add del">
          <ac:chgData name="Deepika Vatsa" userId="f7100972-27fe-4ee6-8fb4-ec9b7931b409" providerId="ADAL" clId="{6884C358-F078-41E2-B52A-C991C4377FC1}" dt="2025-07-22T10:59:55.017" v="3213" actId="22"/>
          <ac:spMkLst>
            <pc:docMk/>
            <pc:sldMk cId="3000343820" sldId="605"/>
            <ac:spMk id="8" creationId="{46282A04-E2EF-5990-7C9A-2482B8F88DE8}"/>
          </ac:spMkLst>
        </pc:spChg>
        <pc:spChg chg="add mod">
          <ac:chgData name="Deepika Vatsa" userId="f7100972-27fe-4ee6-8fb4-ec9b7931b409" providerId="ADAL" clId="{6884C358-F078-41E2-B52A-C991C4377FC1}" dt="2025-07-22T11:00:31.477" v="3250" actId="20577"/>
          <ac:spMkLst>
            <pc:docMk/>
            <pc:sldMk cId="3000343820" sldId="605"/>
            <ac:spMk id="10" creationId="{1A9471B8-64B2-EEE3-8FEC-CB7C57B99638}"/>
          </ac:spMkLst>
        </pc:spChg>
        <pc:spChg chg="mod">
          <ac:chgData name="Deepika Vatsa" userId="f7100972-27fe-4ee6-8fb4-ec9b7931b409" providerId="ADAL" clId="{6884C358-F078-41E2-B52A-C991C4377FC1}" dt="2025-07-22T10:59:19.150" v="3206" actId="20577"/>
          <ac:spMkLst>
            <pc:docMk/>
            <pc:sldMk cId="3000343820" sldId="605"/>
            <ac:spMk id="13" creationId="{05B054CE-66A9-69B7-25DF-5E63A7E7226F}"/>
          </ac:spMkLst>
        </pc:spChg>
        <pc:cxnChg chg="del">
          <ac:chgData name="Deepika Vatsa" userId="f7100972-27fe-4ee6-8fb4-ec9b7931b409" providerId="ADAL" clId="{6884C358-F078-41E2-B52A-C991C4377FC1}" dt="2025-07-23T05:20:30.996" v="3422" actId="478"/>
          <ac:cxnSpMkLst>
            <pc:docMk/>
            <pc:sldMk cId="3000343820" sldId="605"/>
            <ac:cxnSpMk id="5" creationId="{50E184E5-16FE-EBD7-7894-1DC87C936193}"/>
          </ac:cxnSpMkLst>
        </pc:cxnChg>
        <pc:cxnChg chg="add mod">
          <ac:chgData name="Deepika Vatsa" userId="f7100972-27fe-4ee6-8fb4-ec9b7931b409" providerId="ADAL" clId="{6884C358-F078-41E2-B52A-C991C4377FC1}" dt="2025-07-23T05:20:31.431" v="3423"/>
          <ac:cxnSpMkLst>
            <pc:docMk/>
            <pc:sldMk cId="3000343820" sldId="605"/>
            <ac:cxnSpMk id="7" creationId="{CB25073D-C8BF-4164-65B6-5B1D7B263018}"/>
          </ac:cxnSpMkLst>
        </pc:cxnChg>
      </pc:sldChg>
      <pc:sldChg chg="addSp delSp modSp add del mod">
        <pc:chgData name="Deepika Vatsa" userId="f7100972-27fe-4ee6-8fb4-ec9b7931b409" providerId="ADAL" clId="{6884C358-F078-41E2-B52A-C991C4377FC1}" dt="2025-07-23T05:07:03.568" v="3291" actId="2696"/>
        <pc:sldMkLst>
          <pc:docMk/>
          <pc:sldMk cId="1302649209" sldId="606"/>
        </pc:sldMkLst>
        <pc:spChg chg="mod">
          <ac:chgData name="Deepika Vatsa" userId="f7100972-27fe-4ee6-8fb4-ec9b7931b409" providerId="ADAL" clId="{6884C358-F078-41E2-B52A-C991C4377FC1}" dt="2025-07-23T05:06:38.842" v="3285" actId="1076"/>
          <ac:spMkLst>
            <pc:docMk/>
            <pc:sldMk cId="1302649209" sldId="606"/>
            <ac:spMk id="2" creationId="{00000000-0000-0000-0000-000000000000}"/>
          </ac:spMkLst>
        </pc:spChg>
        <pc:spChg chg="del">
          <ac:chgData name="Deepika Vatsa" userId="f7100972-27fe-4ee6-8fb4-ec9b7931b409" providerId="ADAL" clId="{6884C358-F078-41E2-B52A-C991C4377FC1}" dt="2025-07-23T05:06:11.168" v="3261" actId="478"/>
          <ac:spMkLst>
            <pc:docMk/>
            <pc:sldMk cId="1302649209" sldId="606"/>
            <ac:spMk id="3" creationId="{00000000-0000-0000-0000-000000000000}"/>
          </ac:spMkLst>
        </pc:spChg>
        <pc:spChg chg="add del mod">
          <ac:chgData name="Deepika Vatsa" userId="f7100972-27fe-4ee6-8fb4-ec9b7931b409" providerId="ADAL" clId="{6884C358-F078-41E2-B52A-C991C4377FC1}" dt="2025-07-23T05:06:14.218" v="3262" actId="478"/>
          <ac:spMkLst>
            <pc:docMk/>
            <pc:sldMk cId="1302649209" sldId="606"/>
            <ac:spMk id="6" creationId="{64114871-2460-BE07-A433-A6AA220B5F2C}"/>
          </ac:spMkLst>
        </pc:spChg>
        <pc:spChg chg="add mod">
          <ac:chgData name="Deepika Vatsa" userId="f7100972-27fe-4ee6-8fb4-ec9b7931b409" providerId="ADAL" clId="{6884C358-F078-41E2-B52A-C991C4377FC1}" dt="2025-07-23T05:06:14.889" v="3263"/>
          <ac:spMkLst>
            <pc:docMk/>
            <pc:sldMk cId="1302649209" sldId="606"/>
            <ac:spMk id="7" creationId="{4046B1BD-32BF-94BB-A445-155DB489242D}"/>
          </ac:spMkLst>
        </pc:spChg>
      </pc:sldChg>
      <pc:sldChg chg="addSp delSp modSp add mod">
        <pc:chgData name="Deepika Vatsa" userId="f7100972-27fe-4ee6-8fb4-ec9b7931b409" providerId="ADAL" clId="{6884C358-F078-41E2-B52A-C991C4377FC1}" dt="2025-07-23T05:21:16.949" v="3448"/>
        <pc:sldMkLst>
          <pc:docMk/>
          <pc:sldMk cId="1265168596" sldId="607"/>
        </pc:sldMkLst>
        <pc:spChg chg="del">
          <ac:chgData name="Deepika Vatsa" userId="f7100972-27fe-4ee6-8fb4-ec9b7931b409" providerId="ADAL" clId="{6884C358-F078-41E2-B52A-C991C4377FC1}" dt="2025-07-23T05:17:39.628" v="3374" actId="478"/>
          <ac:spMkLst>
            <pc:docMk/>
            <pc:sldMk cId="1265168596" sldId="607"/>
            <ac:spMk id="2" creationId="{00000000-0000-0000-0000-000000000000}"/>
          </ac:spMkLst>
        </pc:spChg>
        <pc:spChg chg="add del mod">
          <ac:chgData name="Deepika Vatsa" userId="f7100972-27fe-4ee6-8fb4-ec9b7931b409" providerId="ADAL" clId="{6884C358-F078-41E2-B52A-C991C4377FC1}" dt="2025-07-23T05:17:44.285" v="3376" actId="478"/>
          <ac:spMkLst>
            <pc:docMk/>
            <pc:sldMk cId="1265168596" sldId="607"/>
            <ac:spMk id="6" creationId="{C07E118B-1667-38AE-C2DA-C21278B87F83}"/>
          </ac:spMkLst>
        </pc:spChg>
        <pc:spChg chg="add mod">
          <ac:chgData name="Deepika Vatsa" userId="f7100972-27fe-4ee6-8fb4-ec9b7931b409" providerId="ADAL" clId="{6884C358-F078-41E2-B52A-C991C4377FC1}" dt="2025-07-23T05:17:49.187" v="3380" actId="1035"/>
          <ac:spMkLst>
            <pc:docMk/>
            <pc:sldMk cId="1265168596" sldId="607"/>
            <ac:spMk id="8" creationId="{28EA11DA-6FAE-4A30-1A45-D904D110690C}"/>
          </ac:spMkLst>
        </pc:spChg>
        <pc:cxnChg chg="del">
          <ac:chgData name="Deepika Vatsa" userId="f7100972-27fe-4ee6-8fb4-ec9b7931b409" providerId="ADAL" clId="{6884C358-F078-41E2-B52A-C991C4377FC1}" dt="2025-07-23T05:21:16.564" v="3447" actId="478"/>
          <ac:cxnSpMkLst>
            <pc:docMk/>
            <pc:sldMk cId="1265168596" sldId="607"/>
            <ac:cxnSpMk id="7" creationId="{65C76CC1-B771-E13B-D742-340E1D5CAD8C}"/>
          </ac:cxnSpMkLst>
        </pc:cxnChg>
        <pc:cxnChg chg="add mod">
          <ac:chgData name="Deepika Vatsa" userId="f7100972-27fe-4ee6-8fb4-ec9b7931b409" providerId="ADAL" clId="{6884C358-F078-41E2-B52A-C991C4377FC1}" dt="2025-07-23T05:21:16.949" v="3448"/>
          <ac:cxnSpMkLst>
            <pc:docMk/>
            <pc:sldMk cId="1265168596" sldId="607"/>
            <ac:cxnSpMk id="9" creationId="{8EEBD2E5-74AB-4847-0D3D-942182177146}"/>
          </ac:cxnSpMkLst>
        </pc:cxnChg>
      </pc:sldChg>
      <pc:sldChg chg="addSp delSp modSp add mod">
        <pc:chgData name="Deepika Vatsa" userId="f7100972-27fe-4ee6-8fb4-ec9b7931b409" providerId="ADAL" clId="{6884C358-F078-41E2-B52A-C991C4377FC1}" dt="2025-07-23T05:22:26.150" v="3493" actId="14100"/>
        <pc:sldMkLst>
          <pc:docMk/>
          <pc:sldMk cId="3320274339" sldId="608"/>
        </pc:sldMkLst>
        <pc:spChg chg="del">
          <ac:chgData name="Deepika Vatsa" userId="f7100972-27fe-4ee6-8fb4-ec9b7931b409" providerId="ADAL" clId="{6884C358-F078-41E2-B52A-C991C4377FC1}" dt="2025-07-23T05:11:34.839" v="3297" actId="478"/>
          <ac:spMkLst>
            <pc:docMk/>
            <pc:sldMk cId="3320274339" sldId="608"/>
            <ac:spMk id="2" creationId="{3EA993F1-7D74-5A35-94E0-755C8170DDD2}"/>
          </ac:spMkLst>
        </pc:spChg>
        <pc:spChg chg="del">
          <ac:chgData name="Deepika Vatsa" userId="f7100972-27fe-4ee6-8fb4-ec9b7931b409" providerId="ADAL" clId="{6884C358-F078-41E2-B52A-C991C4377FC1}" dt="2025-07-23T05:12:10.700" v="3318" actId="478"/>
          <ac:spMkLst>
            <pc:docMk/>
            <pc:sldMk cId="3320274339" sldId="608"/>
            <ac:spMk id="4" creationId="{C7E4D45C-A04E-4FD8-8E36-9127F8599888}"/>
          </ac:spMkLst>
        </pc:spChg>
        <pc:spChg chg="add del mod">
          <ac:chgData name="Deepika Vatsa" userId="f7100972-27fe-4ee6-8fb4-ec9b7931b409" providerId="ADAL" clId="{6884C358-F078-41E2-B52A-C991C4377FC1}" dt="2025-07-23T05:11:36.519" v="3298" actId="478"/>
          <ac:spMkLst>
            <pc:docMk/>
            <pc:sldMk cId="3320274339" sldId="608"/>
            <ac:spMk id="6" creationId="{EE908AC3-623C-CC58-D78A-A0D84DBEB9D0}"/>
          </ac:spMkLst>
        </pc:spChg>
        <pc:spChg chg="add mod">
          <ac:chgData name="Deepika Vatsa" userId="f7100972-27fe-4ee6-8fb4-ec9b7931b409" providerId="ADAL" clId="{6884C358-F078-41E2-B52A-C991C4377FC1}" dt="2025-07-23T05:22:15.127" v="3486" actId="1038"/>
          <ac:spMkLst>
            <pc:docMk/>
            <pc:sldMk cId="3320274339" sldId="608"/>
            <ac:spMk id="7" creationId="{F26712D0-C7B9-7F0F-CF59-812A62A6D723}"/>
          </ac:spMkLst>
        </pc:spChg>
        <pc:spChg chg="add mod">
          <ac:chgData name="Deepika Vatsa" userId="f7100972-27fe-4ee6-8fb4-ec9b7931b409" providerId="ADAL" clId="{6884C358-F078-41E2-B52A-C991C4377FC1}" dt="2025-07-23T05:22:26.150" v="3493" actId="14100"/>
          <ac:spMkLst>
            <pc:docMk/>
            <pc:sldMk cId="3320274339" sldId="608"/>
            <ac:spMk id="8" creationId="{B7CEB9D0-5895-DF81-7B8D-8329D77D5609}"/>
          </ac:spMkLst>
        </pc:spChg>
        <pc:cxnChg chg="del">
          <ac:chgData name="Deepika Vatsa" userId="f7100972-27fe-4ee6-8fb4-ec9b7931b409" providerId="ADAL" clId="{6884C358-F078-41E2-B52A-C991C4377FC1}" dt="2025-07-23T05:22:00.981" v="3464" actId="478"/>
          <ac:cxnSpMkLst>
            <pc:docMk/>
            <pc:sldMk cId="3320274339" sldId="608"/>
            <ac:cxnSpMk id="5" creationId="{EA92F9DF-D5D8-49B1-F8B9-EDE5C89C9DF6}"/>
          </ac:cxnSpMkLst>
        </pc:cxnChg>
        <pc:cxnChg chg="add mod">
          <ac:chgData name="Deepika Vatsa" userId="f7100972-27fe-4ee6-8fb4-ec9b7931b409" providerId="ADAL" clId="{6884C358-F078-41E2-B52A-C991C4377FC1}" dt="2025-07-23T05:22:19.189" v="3491" actId="1037"/>
          <ac:cxnSpMkLst>
            <pc:docMk/>
            <pc:sldMk cId="3320274339" sldId="608"/>
            <ac:cxnSpMk id="9" creationId="{7EE1F82B-D051-1DEB-01A1-439392556DE4}"/>
          </ac:cxnSpMkLst>
        </pc:cxnChg>
      </pc:sldChg>
      <pc:sldChg chg="addSp delSp modSp add mod">
        <pc:chgData name="Deepika Vatsa" userId="f7100972-27fe-4ee6-8fb4-ec9b7931b409" providerId="ADAL" clId="{6884C358-F078-41E2-B52A-C991C4377FC1}" dt="2025-07-23T05:22:41.271" v="3515" actId="1038"/>
        <pc:sldMkLst>
          <pc:docMk/>
          <pc:sldMk cId="2282133231" sldId="609"/>
        </pc:sldMkLst>
        <pc:spChg chg="mod">
          <ac:chgData name="Deepika Vatsa" userId="f7100972-27fe-4ee6-8fb4-ec9b7931b409" providerId="ADAL" clId="{6884C358-F078-41E2-B52A-C991C4377FC1}" dt="2025-07-23T05:22:41.271" v="3515" actId="1038"/>
          <ac:spMkLst>
            <pc:docMk/>
            <pc:sldMk cId="2282133231" sldId="609"/>
            <ac:spMk id="7" creationId="{F26712D0-C7B9-7F0F-CF59-812A62A6D723}"/>
          </ac:spMkLst>
        </pc:spChg>
        <pc:spChg chg="del">
          <ac:chgData name="Deepika Vatsa" userId="f7100972-27fe-4ee6-8fb4-ec9b7931b409" providerId="ADAL" clId="{6884C358-F078-41E2-B52A-C991C4377FC1}" dt="2025-07-23T05:13:17.945" v="3329" actId="478"/>
          <ac:spMkLst>
            <pc:docMk/>
            <pc:sldMk cId="2282133231" sldId="609"/>
            <ac:spMk id="8" creationId="{B7CEB9D0-5895-DF81-7B8D-8329D77D5609}"/>
          </ac:spMkLst>
        </pc:spChg>
        <pc:picChg chg="add mod">
          <ac:chgData name="Deepika Vatsa" userId="f7100972-27fe-4ee6-8fb4-ec9b7931b409" providerId="ADAL" clId="{6884C358-F078-41E2-B52A-C991C4377FC1}" dt="2025-07-23T05:13:18.601" v="3330"/>
          <ac:picMkLst>
            <pc:docMk/>
            <pc:sldMk cId="2282133231" sldId="609"/>
            <ac:picMk id="2" creationId="{F1D8BFBF-228E-E666-F268-C467FD154A6B}"/>
          </ac:picMkLst>
        </pc:picChg>
        <pc:cxnChg chg="add mod">
          <ac:chgData name="Deepika Vatsa" userId="f7100972-27fe-4ee6-8fb4-ec9b7931b409" providerId="ADAL" clId="{6884C358-F078-41E2-B52A-C991C4377FC1}" dt="2025-07-23T05:22:34.167" v="3495"/>
          <ac:cxnSpMkLst>
            <pc:docMk/>
            <pc:sldMk cId="2282133231" sldId="609"/>
            <ac:cxnSpMk id="3" creationId="{10749E9D-359E-22C0-D491-7608963679D2}"/>
          </ac:cxnSpMkLst>
        </pc:cxnChg>
        <pc:cxnChg chg="del">
          <ac:chgData name="Deepika Vatsa" userId="f7100972-27fe-4ee6-8fb4-ec9b7931b409" providerId="ADAL" clId="{6884C358-F078-41E2-B52A-C991C4377FC1}" dt="2025-07-23T05:22:33.727" v="3494" actId="478"/>
          <ac:cxnSpMkLst>
            <pc:docMk/>
            <pc:sldMk cId="2282133231" sldId="609"/>
            <ac:cxnSpMk id="5" creationId="{EA92F9DF-D5D8-49B1-F8B9-EDE5C89C9DF6}"/>
          </ac:cxnSpMkLst>
        </pc:cxnChg>
      </pc:sldChg>
      <pc:sldChg chg="addSp delSp modSp add mod">
        <pc:chgData name="Deepika Vatsa" userId="f7100972-27fe-4ee6-8fb4-ec9b7931b409" providerId="ADAL" clId="{6884C358-F078-41E2-B52A-C991C4377FC1}" dt="2025-07-23T05:24:32.028" v="3542" actId="14100"/>
        <pc:sldMkLst>
          <pc:docMk/>
          <pc:sldMk cId="2610700906" sldId="610"/>
        </pc:sldMkLst>
        <pc:spChg chg="del">
          <ac:chgData name="Deepika Vatsa" userId="f7100972-27fe-4ee6-8fb4-ec9b7931b409" providerId="ADAL" clId="{6884C358-F078-41E2-B52A-C991C4377FC1}" dt="2025-07-23T05:23:30.897" v="3527" actId="478"/>
          <ac:spMkLst>
            <pc:docMk/>
            <pc:sldMk cId="2610700906" sldId="610"/>
            <ac:spMk id="4" creationId="{170DDB5B-6792-55DA-AF63-9A96FA1939A3}"/>
          </ac:spMkLst>
        </pc:spChg>
        <pc:spChg chg="add mod">
          <ac:chgData name="Deepika Vatsa" userId="f7100972-27fe-4ee6-8fb4-ec9b7931b409" providerId="ADAL" clId="{6884C358-F078-41E2-B52A-C991C4377FC1}" dt="2025-07-23T05:24:32.028" v="3542" actId="14100"/>
          <ac:spMkLst>
            <pc:docMk/>
            <pc:sldMk cId="2610700906" sldId="610"/>
            <ac:spMk id="5" creationId="{A2902FD0-49ED-CC0F-C376-EFD1A253C258}"/>
          </ac:spMkLst>
        </pc:spChg>
      </pc:sldChg>
      <pc:sldChg chg="addSp delSp modSp add mod">
        <pc:chgData name="Deepika Vatsa" userId="f7100972-27fe-4ee6-8fb4-ec9b7931b409" providerId="ADAL" clId="{6884C358-F078-41E2-B52A-C991C4377FC1}" dt="2025-07-23T05:24:21.040" v="3541" actId="255"/>
        <pc:sldMkLst>
          <pc:docMk/>
          <pc:sldMk cId="565857117" sldId="611"/>
        </pc:sldMkLst>
        <pc:spChg chg="add mod">
          <ac:chgData name="Deepika Vatsa" userId="f7100972-27fe-4ee6-8fb4-ec9b7931b409" providerId="ADAL" clId="{6884C358-F078-41E2-B52A-C991C4377FC1}" dt="2025-07-23T05:24:21.040" v="3541" actId="255"/>
          <ac:spMkLst>
            <pc:docMk/>
            <pc:sldMk cId="565857117" sldId="611"/>
            <ac:spMk id="4" creationId="{253B6F8E-7D94-03FC-86B0-ACF980C6CF46}"/>
          </ac:spMkLst>
        </pc:spChg>
        <pc:spChg chg="del">
          <ac:chgData name="Deepika Vatsa" userId="f7100972-27fe-4ee6-8fb4-ec9b7931b409" providerId="ADAL" clId="{6884C358-F078-41E2-B52A-C991C4377FC1}" dt="2025-07-23T05:24:06.163" v="3536" actId="478"/>
          <ac:spMkLst>
            <pc:docMk/>
            <pc:sldMk cId="565857117" sldId="611"/>
            <ac:spMk id="5" creationId="{A2902FD0-49ED-CC0F-C376-EFD1A253C258}"/>
          </ac:spMkLst>
        </pc:spChg>
      </pc:sldChg>
      <pc:sldMasterChg chg="delSldLayout">
        <pc:chgData name="Deepika Vatsa" userId="f7100972-27fe-4ee6-8fb4-ec9b7931b409" providerId="ADAL" clId="{6884C358-F078-41E2-B52A-C991C4377FC1}" dt="2025-07-23T05:13:42.142" v="3334" actId="47"/>
        <pc:sldMasterMkLst>
          <pc:docMk/>
          <pc:sldMasterMk cId="2935578617" sldId="2147483672"/>
        </pc:sldMasterMkLst>
        <pc:sldLayoutChg chg="del">
          <pc:chgData name="Deepika Vatsa" userId="f7100972-27fe-4ee6-8fb4-ec9b7931b409" providerId="ADAL" clId="{6884C358-F078-41E2-B52A-C991C4377FC1}" dt="2025-07-23T05:13:42.142" v="3334" actId="47"/>
          <pc:sldLayoutMkLst>
            <pc:docMk/>
            <pc:sldMasterMk cId="2935578617" sldId="2147483672"/>
            <pc:sldLayoutMk cId="586807421" sldId="2147483684"/>
          </pc:sldLayoutMkLst>
        </pc:sldLayoutChg>
      </pc:sldMasterChg>
    </pc:docChg>
  </pc:docChgLst>
  <pc:docChgLst>
    <pc:chgData name="Deepika Vatsa" userId="f7100972-27fe-4ee6-8fb4-ec9b7931b409" providerId="ADAL" clId="{AC929AA0-30FE-40F5-9F14-BAD5341BE9C1}"/>
    <pc:docChg chg="undo redo custSel addSld delSld modSld sldOrd delMainMaster">
      <pc:chgData name="Deepika Vatsa" userId="f7100972-27fe-4ee6-8fb4-ec9b7931b409" providerId="ADAL" clId="{AC929AA0-30FE-40F5-9F14-BAD5341BE9C1}" dt="2025-07-23T09:47:26.324" v="1571" actId="20577"/>
      <pc:docMkLst>
        <pc:docMk/>
      </pc:docMkLst>
      <pc:sldChg chg="del">
        <pc:chgData name="Deepika Vatsa" userId="f7100972-27fe-4ee6-8fb4-ec9b7931b409" providerId="ADAL" clId="{AC929AA0-30FE-40F5-9F14-BAD5341BE9C1}" dt="2025-07-23T05:28:15.070" v="2" actId="47"/>
        <pc:sldMkLst>
          <pc:docMk/>
          <pc:sldMk cId="0" sldId="257"/>
        </pc:sldMkLst>
      </pc:sldChg>
      <pc:sldChg chg="del">
        <pc:chgData name="Deepika Vatsa" userId="f7100972-27fe-4ee6-8fb4-ec9b7931b409" providerId="ADAL" clId="{AC929AA0-30FE-40F5-9F14-BAD5341BE9C1}" dt="2025-07-23T05:28:15.070" v="2" actId="47"/>
        <pc:sldMkLst>
          <pc:docMk/>
          <pc:sldMk cId="0" sldId="258"/>
        </pc:sldMkLst>
      </pc:sldChg>
      <pc:sldChg chg="del">
        <pc:chgData name="Deepika Vatsa" userId="f7100972-27fe-4ee6-8fb4-ec9b7931b409" providerId="ADAL" clId="{AC929AA0-30FE-40F5-9F14-BAD5341BE9C1}" dt="2025-07-23T05:27:46.693" v="1" actId="47"/>
        <pc:sldMkLst>
          <pc:docMk/>
          <pc:sldMk cId="0" sldId="276"/>
        </pc:sldMkLst>
      </pc:sldChg>
      <pc:sldChg chg="modSp mod">
        <pc:chgData name="Deepika Vatsa" userId="f7100972-27fe-4ee6-8fb4-ec9b7931b409" providerId="ADAL" clId="{AC929AA0-30FE-40F5-9F14-BAD5341BE9C1}" dt="2025-07-23T05:30:40.965" v="115" actId="20577"/>
        <pc:sldMkLst>
          <pc:docMk/>
          <pc:sldMk cId="0" sldId="395"/>
        </pc:sldMkLst>
        <pc:spChg chg="mod">
          <ac:chgData name="Deepika Vatsa" userId="f7100972-27fe-4ee6-8fb4-ec9b7931b409" providerId="ADAL" clId="{AC929AA0-30FE-40F5-9F14-BAD5341BE9C1}" dt="2025-07-23T05:30:40.965" v="115" actId="20577"/>
          <ac:spMkLst>
            <pc:docMk/>
            <pc:sldMk cId="0" sldId="395"/>
            <ac:spMk id="2" creationId="{00000000-0000-0000-0000-000000000000}"/>
          </ac:spMkLst>
        </pc:spChg>
      </pc:sldChg>
      <pc:sldChg chg="delSp add del">
        <pc:chgData name="Deepika Vatsa" userId="f7100972-27fe-4ee6-8fb4-ec9b7931b409" providerId="ADAL" clId="{AC929AA0-30FE-40F5-9F14-BAD5341BE9C1}" dt="2025-07-23T05:31:24.407" v="124" actId="47"/>
        <pc:sldMkLst>
          <pc:docMk/>
          <pc:sldMk cId="287668785" sldId="560"/>
        </pc:sldMkLst>
        <pc:picChg chg="del">
          <ac:chgData name="Deepika Vatsa" userId="f7100972-27fe-4ee6-8fb4-ec9b7931b409" providerId="ADAL" clId="{AC929AA0-30FE-40F5-9F14-BAD5341BE9C1}" dt="2025-07-23T05:30:54.194" v="117" actId="21"/>
          <ac:picMkLst>
            <pc:docMk/>
            <pc:sldMk cId="287668785" sldId="560"/>
            <ac:picMk id="2050" creationId="{22B60C02-5515-4EC4-3F23-264ACAD584DC}"/>
          </ac:picMkLst>
        </pc:picChg>
      </pc:sldChg>
      <pc:sldChg chg="add del">
        <pc:chgData name="Deepika Vatsa" userId="f7100972-27fe-4ee6-8fb4-ec9b7931b409" providerId="ADAL" clId="{AC929AA0-30FE-40F5-9F14-BAD5341BE9C1}" dt="2025-07-23T05:36:45.727" v="175" actId="47"/>
        <pc:sldMkLst>
          <pc:docMk/>
          <pc:sldMk cId="2450812828" sldId="561"/>
        </pc:sldMkLst>
      </pc:sldChg>
      <pc:sldChg chg="add del">
        <pc:chgData name="Deepika Vatsa" userId="f7100972-27fe-4ee6-8fb4-ec9b7931b409" providerId="ADAL" clId="{AC929AA0-30FE-40F5-9F14-BAD5341BE9C1}" dt="2025-07-23T05:54:00.768" v="676" actId="47"/>
        <pc:sldMkLst>
          <pc:docMk/>
          <pc:sldMk cId="287564619" sldId="562"/>
        </pc:sldMkLst>
      </pc:sldChg>
      <pc:sldChg chg="add del ord">
        <pc:chgData name="Deepika Vatsa" userId="f7100972-27fe-4ee6-8fb4-ec9b7931b409" providerId="ADAL" clId="{AC929AA0-30FE-40F5-9F14-BAD5341BE9C1}" dt="2025-07-23T06:37:03.780" v="1338" actId="47"/>
        <pc:sldMkLst>
          <pc:docMk/>
          <pc:sldMk cId="1309982471" sldId="563"/>
        </pc:sldMkLst>
      </pc:sldChg>
      <pc:sldChg chg="add del">
        <pc:chgData name="Deepika Vatsa" userId="f7100972-27fe-4ee6-8fb4-ec9b7931b409" providerId="ADAL" clId="{AC929AA0-30FE-40F5-9F14-BAD5341BE9C1}" dt="2025-07-23T05:58:39.352" v="702" actId="47"/>
        <pc:sldMkLst>
          <pc:docMk/>
          <pc:sldMk cId="774750594" sldId="564"/>
        </pc:sldMkLst>
      </pc:sldChg>
      <pc:sldChg chg="add del">
        <pc:chgData name="Deepika Vatsa" userId="f7100972-27fe-4ee6-8fb4-ec9b7931b409" providerId="ADAL" clId="{AC929AA0-30FE-40F5-9F14-BAD5341BE9C1}" dt="2025-07-23T06:08:31.397" v="821" actId="47"/>
        <pc:sldMkLst>
          <pc:docMk/>
          <pc:sldMk cId="3999172815" sldId="565"/>
        </pc:sldMkLst>
      </pc:sldChg>
      <pc:sldChg chg="add del">
        <pc:chgData name="Deepika Vatsa" userId="f7100972-27fe-4ee6-8fb4-ec9b7931b409" providerId="ADAL" clId="{AC929AA0-30FE-40F5-9F14-BAD5341BE9C1}" dt="2025-07-23T06:11:54.628" v="959" actId="2696"/>
        <pc:sldMkLst>
          <pc:docMk/>
          <pc:sldMk cId="3177362686" sldId="566"/>
        </pc:sldMkLst>
      </pc:sldChg>
      <pc:sldChg chg="add del">
        <pc:chgData name="Deepika Vatsa" userId="f7100972-27fe-4ee6-8fb4-ec9b7931b409" providerId="ADAL" clId="{AC929AA0-30FE-40F5-9F14-BAD5341BE9C1}" dt="2025-07-23T06:23:07.992" v="1168" actId="47"/>
        <pc:sldMkLst>
          <pc:docMk/>
          <pc:sldMk cId="3560577388" sldId="567"/>
        </pc:sldMkLst>
      </pc:sldChg>
      <pc:sldChg chg="add del">
        <pc:chgData name="Deepika Vatsa" userId="f7100972-27fe-4ee6-8fb4-ec9b7931b409" providerId="ADAL" clId="{AC929AA0-30FE-40F5-9F14-BAD5341BE9C1}" dt="2025-07-23T06:23:55.199" v="1169" actId="47"/>
        <pc:sldMkLst>
          <pc:docMk/>
          <pc:sldMk cId="1294509964" sldId="568"/>
        </pc:sldMkLst>
      </pc:sldChg>
      <pc:sldChg chg="add del ord">
        <pc:chgData name="Deepika Vatsa" userId="f7100972-27fe-4ee6-8fb4-ec9b7931b409" providerId="ADAL" clId="{AC929AA0-30FE-40F5-9F14-BAD5341BE9C1}" dt="2025-07-23T06:42:21.688" v="1504" actId="47"/>
        <pc:sldMkLst>
          <pc:docMk/>
          <pc:sldMk cId="3878748831" sldId="569"/>
        </pc:sldMkLst>
      </pc:sldChg>
      <pc:sldChg chg="add del">
        <pc:chgData name="Deepika Vatsa" userId="f7100972-27fe-4ee6-8fb4-ec9b7931b409" providerId="ADAL" clId="{AC929AA0-30FE-40F5-9F14-BAD5341BE9C1}" dt="2025-07-23T06:27:13.380" v="1195" actId="47"/>
        <pc:sldMkLst>
          <pc:docMk/>
          <pc:sldMk cId="3075254007" sldId="570"/>
        </pc:sldMkLst>
      </pc:sldChg>
      <pc:sldChg chg="add del">
        <pc:chgData name="Deepika Vatsa" userId="f7100972-27fe-4ee6-8fb4-ec9b7931b409" providerId="ADAL" clId="{AC929AA0-30FE-40F5-9F14-BAD5341BE9C1}" dt="2025-07-23T06:29:08.930" v="1236" actId="47"/>
        <pc:sldMkLst>
          <pc:docMk/>
          <pc:sldMk cId="1114442619" sldId="571"/>
        </pc:sldMkLst>
      </pc:sldChg>
      <pc:sldChg chg="del">
        <pc:chgData name="Deepika Vatsa" userId="f7100972-27fe-4ee6-8fb4-ec9b7931b409" providerId="ADAL" clId="{AC929AA0-30FE-40F5-9F14-BAD5341BE9C1}" dt="2025-07-23T05:28:15.070" v="2" actId="47"/>
        <pc:sldMkLst>
          <pc:docMk/>
          <pc:sldMk cId="549806327" sldId="573"/>
        </pc:sldMkLst>
      </pc:sldChg>
      <pc:sldChg chg="del">
        <pc:chgData name="Deepika Vatsa" userId="f7100972-27fe-4ee6-8fb4-ec9b7931b409" providerId="ADAL" clId="{AC929AA0-30FE-40F5-9F14-BAD5341BE9C1}" dt="2025-07-23T05:28:15.070" v="2" actId="47"/>
        <pc:sldMkLst>
          <pc:docMk/>
          <pc:sldMk cId="810527257" sldId="576"/>
        </pc:sldMkLst>
      </pc:sldChg>
      <pc:sldChg chg="add del">
        <pc:chgData name="Deepika Vatsa" userId="f7100972-27fe-4ee6-8fb4-ec9b7931b409" providerId="ADAL" clId="{AC929AA0-30FE-40F5-9F14-BAD5341BE9C1}" dt="2025-07-23T06:30:09.001" v="1272" actId="47"/>
        <pc:sldMkLst>
          <pc:docMk/>
          <pc:sldMk cId="484703658" sldId="577"/>
        </pc:sldMkLst>
      </pc:sldChg>
      <pc:sldChg chg="del">
        <pc:chgData name="Deepika Vatsa" userId="f7100972-27fe-4ee6-8fb4-ec9b7931b409" providerId="ADAL" clId="{AC929AA0-30FE-40F5-9F14-BAD5341BE9C1}" dt="2025-07-23T05:28:15.070" v="2" actId="47"/>
        <pc:sldMkLst>
          <pc:docMk/>
          <pc:sldMk cId="835005002" sldId="578"/>
        </pc:sldMkLst>
      </pc:sldChg>
      <pc:sldChg chg="add del">
        <pc:chgData name="Deepika Vatsa" userId="f7100972-27fe-4ee6-8fb4-ec9b7931b409" providerId="ADAL" clId="{AC929AA0-30FE-40F5-9F14-BAD5341BE9C1}" dt="2025-07-23T06:30:24.944" v="1275" actId="47"/>
        <pc:sldMkLst>
          <pc:docMk/>
          <pc:sldMk cId="1652899310" sldId="578"/>
        </pc:sldMkLst>
      </pc:sldChg>
      <pc:sldChg chg="add del">
        <pc:chgData name="Deepika Vatsa" userId="f7100972-27fe-4ee6-8fb4-ec9b7931b409" providerId="ADAL" clId="{AC929AA0-30FE-40F5-9F14-BAD5341BE9C1}" dt="2025-07-23T06:42:19.975" v="1502" actId="47"/>
        <pc:sldMkLst>
          <pc:docMk/>
          <pc:sldMk cId="23855480" sldId="579"/>
        </pc:sldMkLst>
      </pc:sldChg>
      <pc:sldChg chg="add del">
        <pc:chgData name="Deepika Vatsa" userId="f7100972-27fe-4ee6-8fb4-ec9b7931b409" providerId="ADAL" clId="{AC929AA0-30FE-40F5-9F14-BAD5341BE9C1}" dt="2025-07-23T06:42:21.516" v="1503" actId="47"/>
        <pc:sldMkLst>
          <pc:docMk/>
          <pc:sldMk cId="3638433235" sldId="580"/>
        </pc:sldMkLst>
      </pc:sldChg>
      <pc:sldChg chg="del">
        <pc:chgData name="Deepika Vatsa" userId="f7100972-27fe-4ee6-8fb4-ec9b7931b409" providerId="ADAL" clId="{AC929AA0-30FE-40F5-9F14-BAD5341BE9C1}" dt="2025-07-23T05:28:15.070" v="2" actId="47"/>
        <pc:sldMkLst>
          <pc:docMk/>
          <pc:sldMk cId="1700069977" sldId="582"/>
        </pc:sldMkLst>
      </pc:sldChg>
      <pc:sldChg chg="del">
        <pc:chgData name="Deepika Vatsa" userId="f7100972-27fe-4ee6-8fb4-ec9b7931b409" providerId="ADAL" clId="{AC929AA0-30FE-40F5-9F14-BAD5341BE9C1}" dt="2025-07-23T05:28:15.070" v="2" actId="47"/>
        <pc:sldMkLst>
          <pc:docMk/>
          <pc:sldMk cId="2784952323" sldId="585"/>
        </pc:sldMkLst>
      </pc:sldChg>
      <pc:sldChg chg="del">
        <pc:chgData name="Deepika Vatsa" userId="f7100972-27fe-4ee6-8fb4-ec9b7931b409" providerId="ADAL" clId="{AC929AA0-30FE-40F5-9F14-BAD5341BE9C1}" dt="2025-07-23T05:28:15.070" v="2" actId="47"/>
        <pc:sldMkLst>
          <pc:docMk/>
          <pc:sldMk cId="4072135879" sldId="590"/>
        </pc:sldMkLst>
      </pc:sldChg>
      <pc:sldChg chg="modSp mod">
        <pc:chgData name="Deepika Vatsa" userId="f7100972-27fe-4ee6-8fb4-ec9b7931b409" providerId="ADAL" clId="{AC929AA0-30FE-40F5-9F14-BAD5341BE9C1}" dt="2025-07-23T05:30:11.221" v="54" actId="207"/>
        <pc:sldMkLst>
          <pc:docMk/>
          <pc:sldMk cId="3439049211" sldId="591"/>
        </pc:sldMkLst>
        <pc:spChg chg="mod">
          <ac:chgData name="Deepika Vatsa" userId="f7100972-27fe-4ee6-8fb4-ec9b7931b409" providerId="ADAL" clId="{AC929AA0-30FE-40F5-9F14-BAD5341BE9C1}" dt="2025-07-23T05:28:39.840" v="43" actId="20577"/>
          <ac:spMkLst>
            <pc:docMk/>
            <pc:sldMk cId="3439049211" sldId="591"/>
            <ac:spMk id="2" creationId="{00000000-0000-0000-0000-000000000000}"/>
          </ac:spMkLst>
        </pc:spChg>
        <pc:spChg chg="mod">
          <ac:chgData name="Deepika Vatsa" userId="f7100972-27fe-4ee6-8fb4-ec9b7931b409" providerId="ADAL" clId="{AC929AA0-30FE-40F5-9F14-BAD5341BE9C1}" dt="2025-07-23T05:30:11.221" v="54" actId="207"/>
          <ac:spMkLst>
            <pc:docMk/>
            <pc:sldMk cId="3439049211" sldId="591"/>
            <ac:spMk id="11" creationId="{06381CCD-359B-D8A2-1997-A5B56A02FD41}"/>
          </ac:spMkLst>
        </pc:spChg>
      </pc:sldChg>
      <pc:sldChg chg="addSp delSp modSp add mod">
        <pc:chgData name="Deepika Vatsa" userId="f7100972-27fe-4ee6-8fb4-ec9b7931b409" providerId="ADAL" clId="{AC929AA0-30FE-40F5-9F14-BAD5341BE9C1}" dt="2025-07-23T05:31:09.627" v="123" actId="1076"/>
        <pc:sldMkLst>
          <pc:docMk/>
          <pc:sldMk cId="494535748" sldId="592"/>
        </pc:sldMkLst>
        <pc:spChg chg="del">
          <ac:chgData name="Deepika Vatsa" userId="f7100972-27fe-4ee6-8fb4-ec9b7931b409" providerId="ADAL" clId="{AC929AA0-30FE-40F5-9F14-BAD5341BE9C1}" dt="2025-07-23T05:30:57.529" v="118" actId="478"/>
          <ac:spMkLst>
            <pc:docMk/>
            <pc:sldMk cId="494535748" sldId="592"/>
            <ac:spMk id="11" creationId="{06381CCD-359B-D8A2-1997-A5B56A02FD41}"/>
          </ac:spMkLst>
        </pc:spChg>
        <pc:picChg chg="add mod">
          <ac:chgData name="Deepika Vatsa" userId="f7100972-27fe-4ee6-8fb4-ec9b7931b409" providerId="ADAL" clId="{AC929AA0-30FE-40F5-9F14-BAD5341BE9C1}" dt="2025-07-23T05:31:09.627" v="123" actId="1076"/>
          <ac:picMkLst>
            <pc:docMk/>
            <pc:sldMk cId="494535748" sldId="592"/>
            <ac:picMk id="4" creationId="{2131E057-9C88-25D8-4E2F-DF4368344C2C}"/>
          </ac:picMkLst>
        </pc:picChg>
      </pc:sldChg>
      <pc:sldChg chg="del">
        <pc:chgData name="Deepika Vatsa" userId="f7100972-27fe-4ee6-8fb4-ec9b7931b409" providerId="ADAL" clId="{AC929AA0-30FE-40F5-9F14-BAD5341BE9C1}" dt="2025-07-23T05:28:15.070" v="2" actId="47"/>
        <pc:sldMkLst>
          <pc:docMk/>
          <pc:sldMk cId="3695788924" sldId="592"/>
        </pc:sldMkLst>
      </pc:sldChg>
      <pc:sldChg chg="del">
        <pc:chgData name="Deepika Vatsa" userId="f7100972-27fe-4ee6-8fb4-ec9b7931b409" providerId="ADAL" clId="{AC929AA0-30FE-40F5-9F14-BAD5341BE9C1}" dt="2025-07-23T05:28:15.070" v="2" actId="47"/>
        <pc:sldMkLst>
          <pc:docMk/>
          <pc:sldMk cId="1876629941" sldId="593"/>
        </pc:sldMkLst>
      </pc:sldChg>
      <pc:sldChg chg="modSp add mod">
        <pc:chgData name="Deepika Vatsa" userId="f7100972-27fe-4ee6-8fb4-ec9b7931b409" providerId="ADAL" clId="{AC929AA0-30FE-40F5-9F14-BAD5341BE9C1}" dt="2025-07-23T05:35:24.925" v="174" actId="20577"/>
        <pc:sldMkLst>
          <pc:docMk/>
          <pc:sldMk cId="3539443453" sldId="593"/>
        </pc:sldMkLst>
        <pc:spChg chg="mod">
          <ac:chgData name="Deepika Vatsa" userId="f7100972-27fe-4ee6-8fb4-ec9b7931b409" providerId="ADAL" clId="{AC929AA0-30FE-40F5-9F14-BAD5341BE9C1}" dt="2025-07-23T05:31:40.844" v="146" actId="5793"/>
          <ac:spMkLst>
            <pc:docMk/>
            <pc:sldMk cId="3539443453" sldId="593"/>
            <ac:spMk id="2" creationId="{00000000-0000-0000-0000-000000000000}"/>
          </ac:spMkLst>
        </pc:spChg>
        <pc:spChg chg="mod">
          <ac:chgData name="Deepika Vatsa" userId="f7100972-27fe-4ee6-8fb4-ec9b7931b409" providerId="ADAL" clId="{AC929AA0-30FE-40F5-9F14-BAD5341BE9C1}" dt="2025-07-23T05:35:24.925" v="174" actId="20577"/>
          <ac:spMkLst>
            <pc:docMk/>
            <pc:sldMk cId="3539443453" sldId="593"/>
            <ac:spMk id="11" creationId="{06381CCD-359B-D8A2-1997-A5B56A02FD41}"/>
          </ac:spMkLst>
        </pc:spChg>
      </pc:sldChg>
      <pc:sldChg chg="addSp modSp add mod">
        <pc:chgData name="Deepika Vatsa" userId="f7100972-27fe-4ee6-8fb4-ec9b7931b409" providerId="ADAL" clId="{AC929AA0-30FE-40F5-9F14-BAD5341BE9C1}" dt="2025-07-23T05:37:19.956" v="211" actId="1076"/>
        <pc:sldMkLst>
          <pc:docMk/>
          <pc:sldMk cId="2249137657" sldId="594"/>
        </pc:sldMkLst>
        <pc:spChg chg="mod">
          <ac:chgData name="Deepika Vatsa" userId="f7100972-27fe-4ee6-8fb4-ec9b7931b409" providerId="ADAL" clId="{AC929AA0-30FE-40F5-9F14-BAD5341BE9C1}" dt="2025-07-23T05:37:07.679" v="206" actId="20577"/>
          <ac:spMkLst>
            <pc:docMk/>
            <pc:sldMk cId="2249137657" sldId="594"/>
            <ac:spMk id="11" creationId="{06381CCD-359B-D8A2-1997-A5B56A02FD41}"/>
          </ac:spMkLst>
        </pc:spChg>
        <pc:picChg chg="add mod">
          <ac:chgData name="Deepika Vatsa" userId="f7100972-27fe-4ee6-8fb4-ec9b7931b409" providerId="ADAL" clId="{AC929AA0-30FE-40F5-9F14-BAD5341BE9C1}" dt="2025-07-23T05:37:19.956" v="211" actId="1076"/>
          <ac:picMkLst>
            <pc:docMk/>
            <pc:sldMk cId="2249137657" sldId="594"/>
            <ac:picMk id="1026" creationId="{4C550732-15C6-486E-6D92-A9E584061D26}"/>
          </ac:picMkLst>
        </pc:picChg>
      </pc:sldChg>
      <pc:sldChg chg="del">
        <pc:chgData name="Deepika Vatsa" userId="f7100972-27fe-4ee6-8fb4-ec9b7931b409" providerId="ADAL" clId="{AC929AA0-30FE-40F5-9F14-BAD5341BE9C1}" dt="2025-07-23T05:28:15.070" v="2" actId="47"/>
        <pc:sldMkLst>
          <pc:docMk/>
          <pc:sldMk cId="2583576287" sldId="594"/>
        </pc:sldMkLst>
      </pc:sldChg>
      <pc:sldChg chg="addSp delSp modSp add mod ord">
        <pc:chgData name="Deepika Vatsa" userId="f7100972-27fe-4ee6-8fb4-ec9b7931b409" providerId="ADAL" clId="{AC929AA0-30FE-40F5-9F14-BAD5341BE9C1}" dt="2025-07-23T05:53:30.210" v="675" actId="1037"/>
        <pc:sldMkLst>
          <pc:docMk/>
          <pc:sldMk cId="2043304788" sldId="595"/>
        </pc:sldMkLst>
        <pc:spChg chg="mod">
          <ac:chgData name="Deepika Vatsa" userId="f7100972-27fe-4ee6-8fb4-ec9b7931b409" providerId="ADAL" clId="{AC929AA0-30FE-40F5-9F14-BAD5341BE9C1}" dt="2025-07-23T05:40:15.192" v="227" actId="20577"/>
          <ac:spMkLst>
            <pc:docMk/>
            <pc:sldMk cId="2043304788" sldId="595"/>
            <ac:spMk id="2" creationId="{00000000-0000-0000-0000-000000000000}"/>
          </ac:spMkLst>
        </pc:spChg>
        <pc:spChg chg="mod">
          <ac:chgData name="Deepika Vatsa" userId="f7100972-27fe-4ee6-8fb4-ec9b7931b409" providerId="ADAL" clId="{AC929AA0-30FE-40F5-9F14-BAD5341BE9C1}" dt="2025-07-23T05:53:30.210" v="675" actId="1037"/>
          <ac:spMkLst>
            <pc:docMk/>
            <pc:sldMk cId="2043304788" sldId="595"/>
            <ac:spMk id="11" creationId="{06381CCD-359B-D8A2-1997-A5B56A02FD41}"/>
          </ac:spMkLst>
        </pc:spChg>
        <pc:picChg chg="add del mod">
          <ac:chgData name="Deepika Vatsa" userId="f7100972-27fe-4ee6-8fb4-ec9b7931b409" providerId="ADAL" clId="{AC929AA0-30FE-40F5-9F14-BAD5341BE9C1}" dt="2025-07-23T05:45:16.172" v="274" actId="478"/>
          <ac:picMkLst>
            <pc:docMk/>
            <pc:sldMk cId="2043304788" sldId="595"/>
            <ac:picMk id="2050" creationId="{532E7ECA-2966-D762-86AC-CF85DA936773}"/>
          </ac:picMkLst>
        </pc:picChg>
        <pc:picChg chg="add mod">
          <ac:chgData name="Deepika Vatsa" userId="f7100972-27fe-4ee6-8fb4-ec9b7931b409" providerId="ADAL" clId="{AC929AA0-30FE-40F5-9F14-BAD5341BE9C1}" dt="2025-07-23T05:52:40.517" v="609" actId="1076"/>
          <ac:picMkLst>
            <pc:docMk/>
            <pc:sldMk cId="2043304788" sldId="595"/>
            <ac:picMk id="2052" creationId="{92649715-A1CA-9DC4-289C-FF0198FB0C4F}"/>
          </ac:picMkLst>
        </pc:picChg>
      </pc:sldChg>
      <pc:sldChg chg="del">
        <pc:chgData name="Deepika Vatsa" userId="f7100972-27fe-4ee6-8fb4-ec9b7931b409" providerId="ADAL" clId="{AC929AA0-30FE-40F5-9F14-BAD5341BE9C1}" dt="2025-07-23T05:28:15.070" v="2" actId="47"/>
        <pc:sldMkLst>
          <pc:docMk/>
          <pc:sldMk cId="3729385034" sldId="595"/>
        </pc:sldMkLst>
      </pc:sldChg>
      <pc:sldChg chg="del">
        <pc:chgData name="Deepika Vatsa" userId="f7100972-27fe-4ee6-8fb4-ec9b7931b409" providerId="ADAL" clId="{AC929AA0-30FE-40F5-9F14-BAD5341BE9C1}" dt="2025-07-23T05:28:15.070" v="2" actId="47"/>
        <pc:sldMkLst>
          <pc:docMk/>
          <pc:sldMk cId="1503747669" sldId="596"/>
        </pc:sldMkLst>
      </pc:sldChg>
      <pc:sldChg chg="addSp delSp modSp add mod">
        <pc:chgData name="Deepika Vatsa" userId="f7100972-27fe-4ee6-8fb4-ec9b7931b409" providerId="ADAL" clId="{AC929AA0-30FE-40F5-9F14-BAD5341BE9C1}" dt="2025-07-23T05:52:26.438" v="607" actId="1076"/>
        <pc:sldMkLst>
          <pc:docMk/>
          <pc:sldMk cId="2365471124" sldId="596"/>
        </pc:sldMkLst>
        <pc:spChg chg="mod">
          <ac:chgData name="Deepika Vatsa" userId="f7100972-27fe-4ee6-8fb4-ec9b7931b409" providerId="ADAL" clId="{AC929AA0-30FE-40F5-9F14-BAD5341BE9C1}" dt="2025-07-23T05:52:26.438" v="607" actId="1076"/>
          <ac:spMkLst>
            <pc:docMk/>
            <pc:sldMk cId="2365471124" sldId="596"/>
            <ac:spMk id="11" creationId="{06381CCD-359B-D8A2-1997-A5B56A02FD41}"/>
          </ac:spMkLst>
        </pc:spChg>
        <pc:picChg chg="del">
          <ac:chgData name="Deepika Vatsa" userId="f7100972-27fe-4ee6-8fb4-ec9b7931b409" providerId="ADAL" clId="{AC929AA0-30FE-40F5-9F14-BAD5341BE9C1}" dt="2025-07-23T05:46:58.476" v="386" actId="478"/>
          <ac:picMkLst>
            <pc:docMk/>
            <pc:sldMk cId="2365471124" sldId="596"/>
            <ac:picMk id="2052" creationId="{92649715-A1CA-9DC4-289C-FF0198FB0C4F}"/>
          </ac:picMkLst>
        </pc:picChg>
        <pc:picChg chg="add mod">
          <ac:chgData name="Deepika Vatsa" userId="f7100972-27fe-4ee6-8fb4-ec9b7931b409" providerId="ADAL" clId="{AC929AA0-30FE-40F5-9F14-BAD5341BE9C1}" dt="2025-07-23T05:51:05.647" v="547" actId="1076"/>
          <ac:picMkLst>
            <pc:docMk/>
            <pc:sldMk cId="2365471124" sldId="596"/>
            <ac:picMk id="3074" creationId="{1FD8F825-EA11-7304-317C-BF8A7BFFF610}"/>
          </ac:picMkLst>
        </pc:picChg>
      </pc:sldChg>
      <pc:sldChg chg="del">
        <pc:chgData name="Deepika Vatsa" userId="f7100972-27fe-4ee6-8fb4-ec9b7931b409" providerId="ADAL" clId="{AC929AA0-30FE-40F5-9F14-BAD5341BE9C1}" dt="2025-07-23T05:28:15.070" v="2" actId="47"/>
        <pc:sldMkLst>
          <pc:docMk/>
          <pc:sldMk cId="2169252664" sldId="597"/>
        </pc:sldMkLst>
      </pc:sldChg>
      <pc:sldChg chg="modSp add mod">
        <pc:chgData name="Deepika Vatsa" userId="f7100972-27fe-4ee6-8fb4-ec9b7931b409" providerId="ADAL" clId="{AC929AA0-30FE-40F5-9F14-BAD5341BE9C1}" dt="2025-07-23T05:58:32.528" v="701" actId="6549"/>
        <pc:sldMkLst>
          <pc:docMk/>
          <pc:sldMk cId="3613863550" sldId="597"/>
        </pc:sldMkLst>
        <pc:spChg chg="mod">
          <ac:chgData name="Deepika Vatsa" userId="f7100972-27fe-4ee6-8fb4-ec9b7931b409" providerId="ADAL" clId="{AC929AA0-30FE-40F5-9F14-BAD5341BE9C1}" dt="2025-07-23T05:57:15.672" v="683" actId="20577"/>
          <ac:spMkLst>
            <pc:docMk/>
            <pc:sldMk cId="3613863550" sldId="597"/>
            <ac:spMk id="2" creationId="{00000000-0000-0000-0000-000000000000}"/>
          </ac:spMkLst>
        </pc:spChg>
        <pc:spChg chg="mod">
          <ac:chgData name="Deepika Vatsa" userId="f7100972-27fe-4ee6-8fb4-ec9b7931b409" providerId="ADAL" clId="{AC929AA0-30FE-40F5-9F14-BAD5341BE9C1}" dt="2025-07-23T05:58:32.528" v="701" actId="6549"/>
          <ac:spMkLst>
            <pc:docMk/>
            <pc:sldMk cId="3613863550" sldId="597"/>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506553672" sldId="598"/>
        </pc:sldMkLst>
      </pc:sldChg>
      <pc:sldChg chg="addSp modSp add mod">
        <pc:chgData name="Deepika Vatsa" userId="f7100972-27fe-4ee6-8fb4-ec9b7931b409" providerId="ADAL" clId="{AC929AA0-30FE-40F5-9F14-BAD5341BE9C1}" dt="2025-07-23T06:04:22.203" v="745" actId="207"/>
        <pc:sldMkLst>
          <pc:docMk/>
          <pc:sldMk cId="4006034928" sldId="598"/>
        </pc:sldMkLst>
        <pc:spChg chg="mod">
          <ac:chgData name="Deepika Vatsa" userId="f7100972-27fe-4ee6-8fb4-ec9b7931b409" providerId="ADAL" clId="{AC929AA0-30FE-40F5-9F14-BAD5341BE9C1}" dt="2025-07-23T06:01:53.476" v="715" actId="20577"/>
          <ac:spMkLst>
            <pc:docMk/>
            <pc:sldMk cId="4006034928" sldId="598"/>
            <ac:spMk id="2" creationId="{00000000-0000-0000-0000-000000000000}"/>
          </ac:spMkLst>
        </pc:spChg>
        <pc:spChg chg="mod">
          <ac:chgData name="Deepika Vatsa" userId="f7100972-27fe-4ee6-8fb4-ec9b7931b409" providerId="ADAL" clId="{AC929AA0-30FE-40F5-9F14-BAD5341BE9C1}" dt="2025-07-23T06:04:22.203" v="745" actId="207"/>
          <ac:spMkLst>
            <pc:docMk/>
            <pc:sldMk cId="4006034928" sldId="598"/>
            <ac:spMk id="11" creationId="{06381CCD-359B-D8A2-1997-A5B56A02FD41}"/>
          </ac:spMkLst>
        </pc:spChg>
        <pc:picChg chg="add mod">
          <ac:chgData name="Deepika Vatsa" userId="f7100972-27fe-4ee6-8fb4-ec9b7931b409" providerId="ADAL" clId="{AC929AA0-30FE-40F5-9F14-BAD5341BE9C1}" dt="2025-07-23T06:03:30.379" v="722" actId="1076"/>
          <ac:picMkLst>
            <pc:docMk/>
            <pc:sldMk cId="4006034928" sldId="598"/>
            <ac:picMk id="4098" creationId="{B6B0D7CD-49AB-61CA-4335-DFE095D59382}"/>
          </ac:picMkLst>
        </pc:picChg>
      </pc:sldChg>
      <pc:sldChg chg="addSp delSp modSp add mod">
        <pc:chgData name="Deepika Vatsa" userId="f7100972-27fe-4ee6-8fb4-ec9b7931b409" providerId="ADAL" clId="{AC929AA0-30FE-40F5-9F14-BAD5341BE9C1}" dt="2025-07-23T06:07:45.714" v="820" actId="20577"/>
        <pc:sldMkLst>
          <pc:docMk/>
          <pc:sldMk cId="2158759759" sldId="599"/>
        </pc:sldMkLst>
        <pc:spChg chg="add del">
          <ac:chgData name="Deepika Vatsa" userId="f7100972-27fe-4ee6-8fb4-ec9b7931b409" providerId="ADAL" clId="{AC929AA0-30FE-40F5-9F14-BAD5341BE9C1}" dt="2025-07-23T06:06:40.388" v="783" actId="478"/>
          <ac:spMkLst>
            <pc:docMk/>
            <pc:sldMk cId="2158759759" sldId="599"/>
            <ac:spMk id="4" creationId="{140EE86F-8360-3758-2268-F5A95F9EE36A}"/>
          </ac:spMkLst>
        </pc:spChg>
        <pc:spChg chg="add del">
          <ac:chgData name="Deepika Vatsa" userId="f7100972-27fe-4ee6-8fb4-ec9b7931b409" providerId="ADAL" clId="{AC929AA0-30FE-40F5-9F14-BAD5341BE9C1}" dt="2025-07-23T06:06:51.796" v="789"/>
          <ac:spMkLst>
            <pc:docMk/>
            <pc:sldMk cId="2158759759" sldId="599"/>
            <ac:spMk id="5" creationId="{B2356F49-E233-C5F7-4A30-05B5E809EC58}"/>
          </ac:spMkLst>
        </pc:spChg>
        <pc:spChg chg="mod">
          <ac:chgData name="Deepika Vatsa" userId="f7100972-27fe-4ee6-8fb4-ec9b7931b409" providerId="ADAL" clId="{AC929AA0-30FE-40F5-9F14-BAD5341BE9C1}" dt="2025-07-23T06:07:45.714" v="820" actId="20577"/>
          <ac:spMkLst>
            <pc:docMk/>
            <pc:sldMk cId="2158759759" sldId="599"/>
            <ac:spMk id="11" creationId="{06381CCD-359B-D8A2-1997-A5B56A02FD41}"/>
          </ac:spMkLst>
        </pc:spChg>
        <pc:picChg chg="add mod modCrop">
          <ac:chgData name="Deepika Vatsa" userId="f7100972-27fe-4ee6-8fb4-ec9b7931b409" providerId="ADAL" clId="{AC929AA0-30FE-40F5-9F14-BAD5341BE9C1}" dt="2025-07-23T06:07:21.696" v="808" actId="1037"/>
          <ac:picMkLst>
            <pc:docMk/>
            <pc:sldMk cId="2158759759" sldId="599"/>
            <ac:picMk id="6" creationId="{71437D90-5128-5EA3-7313-65A287FE21F3}"/>
          </ac:picMkLst>
        </pc:picChg>
        <pc:picChg chg="del">
          <ac:chgData name="Deepika Vatsa" userId="f7100972-27fe-4ee6-8fb4-ec9b7931b409" providerId="ADAL" clId="{AC929AA0-30FE-40F5-9F14-BAD5341BE9C1}" dt="2025-07-23T06:04:33.898" v="747" actId="478"/>
          <ac:picMkLst>
            <pc:docMk/>
            <pc:sldMk cId="2158759759" sldId="599"/>
            <ac:picMk id="4098" creationId="{B6B0D7CD-49AB-61CA-4335-DFE095D59382}"/>
          </ac:picMkLst>
        </pc:picChg>
      </pc:sldChg>
      <pc:sldChg chg="modSp add mod">
        <pc:chgData name="Deepika Vatsa" userId="f7100972-27fe-4ee6-8fb4-ec9b7931b409" providerId="ADAL" clId="{AC929AA0-30FE-40F5-9F14-BAD5341BE9C1}" dt="2025-07-23T06:16:47.270" v="979" actId="12"/>
        <pc:sldMkLst>
          <pc:docMk/>
          <pc:sldMk cId="1407172059" sldId="600"/>
        </pc:sldMkLst>
        <pc:spChg chg="mod">
          <ac:chgData name="Deepika Vatsa" userId="f7100972-27fe-4ee6-8fb4-ec9b7931b409" providerId="ADAL" clId="{AC929AA0-30FE-40F5-9F14-BAD5341BE9C1}" dt="2025-07-23T06:09:20.006" v="853" actId="20577"/>
          <ac:spMkLst>
            <pc:docMk/>
            <pc:sldMk cId="1407172059" sldId="600"/>
            <ac:spMk id="2" creationId="{00000000-0000-0000-0000-000000000000}"/>
          </ac:spMkLst>
        </pc:spChg>
        <pc:spChg chg="mod">
          <ac:chgData name="Deepika Vatsa" userId="f7100972-27fe-4ee6-8fb4-ec9b7931b409" providerId="ADAL" clId="{AC929AA0-30FE-40F5-9F14-BAD5341BE9C1}" dt="2025-07-23T06:16:47.270" v="979" actId="12"/>
          <ac:spMkLst>
            <pc:docMk/>
            <pc:sldMk cId="1407172059" sldId="600"/>
            <ac:spMk id="11" creationId="{06381CCD-359B-D8A2-1997-A5B56A02FD41}"/>
          </ac:spMkLst>
        </pc:spChg>
      </pc:sldChg>
      <pc:sldChg chg="del">
        <pc:chgData name="Deepika Vatsa" userId="f7100972-27fe-4ee6-8fb4-ec9b7931b409" providerId="ADAL" clId="{AC929AA0-30FE-40F5-9F14-BAD5341BE9C1}" dt="2025-07-23T05:30:24.218" v="55" actId="47"/>
        <pc:sldMkLst>
          <pc:docMk/>
          <pc:sldMk cId="3239011490" sldId="601"/>
        </pc:sldMkLst>
      </pc:sldChg>
      <pc:sldChg chg="addSp modSp add mod">
        <pc:chgData name="Deepika Vatsa" userId="f7100972-27fe-4ee6-8fb4-ec9b7931b409" providerId="ADAL" clId="{AC929AA0-30FE-40F5-9F14-BAD5341BE9C1}" dt="2025-07-23T06:16:37.043" v="976" actId="20577"/>
        <pc:sldMkLst>
          <pc:docMk/>
          <pc:sldMk cId="3854070128" sldId="601"/>
        </pc:sldMkLst>
        <pc:spChg chg="mod">
          <ac:chgData name="Deepika Vatsa" userId="f7100972-27fe-4ee6-8fb4-ec9b7931b409" providerId="ADAL" clId="{AC929AA0-30FE-40F5-9F14-BAD5341BE9C1}" dt="2025-07-23T06:16:37.043" v="976" actId="20577"/>
          <ac:spMkLst>
            <pc:docMk/>
            <pc:sldMk cId="3854070128" sldId="601"/>
            <ac:spMk id="11" creationId="{06381CCD-359B-D8A2-1997-A5B56A02FD41}"/>
          </ac:spMkLst>
        </pc:spChg>
        <pc:picChg chg="add mod">
          <ac:chgData name="Deepika Vatsa" userId="f7100972-27fe-4ee6-8fb4-ec9b7931b409" providerId="ADAL" clId="{AC929AA0-30FE-40F5-9F14-BAD5341BE9C1}" dt="2025-07-23T06:16:04.107" v="969" actId="1076"/>
          <ac:picMkLst>
            <pc:docMk/>
            <pc:sldMk cId="3854070128" sldId="601"/>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2717130231" sldId="602"/>
        </pc:sldMkLst>
      </pc:sldChg>
      <pc:sldChg chg="delSp modSp add mod">
        <pc:chgData name="Deepika Vatsa" userId="f7100972-27fe-4ee6-8fb4-ec9b7931b409" providerId="ADAL" clId="{AC929AA0-30FE-40F5-9F14-BAD5341BE9C1}" dt="2025-07-23T06:22:53.809" v="1167" actId="20577"/>
        <pc:sldMkLst>
          <pc:docMk/>
          <pc:sldMk cId="3816700751" sldId="602"/>
        </pc:sldMkLst>
        <pc:spChg chg="mod">
          <ac:chgData name="Deepika Vatsa" userId="f7100972-27fe-4ee6-8fb4-ec9b7931b409" providerId="ADAL" clId="{AC929AA0-30FE-40F5-9F14-BAD5341BE9C1}" dt="2025-07-23T06:22:53.809" v="1167" actId="20577"/>
          <ac:spMkLst>
            <pc:docMk/>
            <pc:sldMk cId="3816700751" sldId="602"/>
            <ac:spMk id="11" creationId="{06381CCD-359B-D8A2-1997-A5B56A02FD41}"/>
          </ac:spMkLst>
        </pc:spChg>
        <pc:picChg chg="del">
          <ac:chgData name="Deepika Vatsa" userId="f7100972-27fe-4ee6-8fb4-ec9b7931b409" providerId="ADAL" clId="{AC929AA0-30FE-40F5-9F14-BAD5341BE9C1}" dt="2025-07-23T06:19:57.911" v="1128" actId="478"/>
          <ac:picMkLst>
            <pc:docMk/>
            <pc:sldMk cId="3816700751" sldId="602"/>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1266594393" sldId="603"/>
        </pc:sldMkLst>
      </pc:sldChg>
      <pc:sldChg chg="addSp delSp modSp add mod">
        <pc:chgData name="Deepika Vatsa" userId="f7100972-27fe-4ee6-8fb4-ec9b7931b409" providerId="ADAL" clId="{AC929AA0-30FE-40F5-9F14-BAD5341BE9C1}" dt="2025-07-23T06:27:21.109" v="1196" actId="207"/>
        <pc:sldMkLst>
          <pc:docMk/>
          <pc:sldMk cId="3109653638" sldId="603"/>
        </pc:sldMkLst>
        <pc:spChg chg="mod">
          <ac:chgData name="Deepika Vatsa" userId="f7100972-27fe-4ee6-8fb4-ec9b7931b409" providerId="ADAL" clId="{AC929AA0-30FE-40F5-9F14-BAD5341BE9C1}" dt="2025-07-23T06:24:40.986" v="1182" actId="20577"/>
          <ac:spMkLst>
            <pc:docMk/>
            <pc:sldMk cId="3109653638" sldId="603"/>
            <ac:spMk id="2" creationId="{00000000-0000-0000-0000-000000000000}"/>
          </ac:spMkLst>
        </pc:spChg>
        <pc:spChg chg="add mod">
          <ac:chgData name="Deepika Vatsa" userId="f7100972-27fe-4ee6-8fb4-ec9b7931b409" providerId="ADAL" clId="{AC929AA0-30FE-40F5-9F14-BAD5341BE9C1}" dt="2025-07-23T06:27:21.109" v="1196" actId="207"/>
          <ac:spMkLst>
            <pc:docMk/>
            <pc:sldMk cId="3109653638" sldId="603"/>
            <ac:spMk id="5" creationId="{828D6187-34F2-C300-952E-69BC96F18703}"/>
          </ac:spMkLst>
        </pc:spChg>
        <pc:spChg chg="del">
          <ac:chgData name="Deepika Vatsa" userId="f7100972-27fe-4ee6-8fb4-ec9b7931b409" providerId="ADAL" clId="{AC929AA0-30FE-40F5-9F14-BAD5341BE9C1}" dt="2025-07-23T06:24:44.760" v="1183" actId="478"/>
          <ac:spMkLst>
            <pc:docMk/>
            <pc:sldMk cId="3109653638" sldId="603"/>
            <ac:spMk id="11" creationId="{06381CCD-359B-D8A2-1997-A5B56A02FD41}"/>
          </ac:spMkLst>
        </pc:spChg>
        <pc:picChg chg="add mod">
          <ac:chgData name="Deepika Vatsa" userId="f7100972-27fe-4ee6-8fb4-ec9b7931b409" providerId="ADAL" clId="{AC929AA0-30FE-40F5-9F14-BAD5341BE9C1}" dt="2025-07-23T06:26:16.292" v="1188" actId="1076"/>
          <ac:picMkLst>
            <pc:docMk/>
            <pc:sldMk cId="3109653638" sldId="603"/>
            <ac:picMk id="7170" creationId="{A1AF04A7-0FA2-044D-C214-524777ECC4EB}"/>
          </ac:picMkLst>
        </pc:picChg>
      </pc:sldChg>
      <pc:sldChg chg="addSp delSp modSp add mod">
        <pc:chgData name="Deepika Vatsa" userId="f7100972-27fe-4ee6-8fb4-ec9b7931b409" providerId="ADAL" clId="{AC929AA0-30FE-40F5-9F14-BAD5341BE9C1}" dt="2025-07-23T06:29:22.447" v="1246" actId="20577"/>
        <pc:sldMkLst>
          <pc:docMk/>
          <pc:sldMk cId="649285932" sldId="604"/>
        </pc:sldMkLst>
        <pc:spChg chg="mod">
          <ac:chgData name="Deepika Vatsa" userId="f7100972-27fe-4ee6-8fb4-ec9b7931b409" providerId="ADAL" clId="{AC929AA0-30FE-40F5-9F14-BAD5341BE9C1}" dt="2025-07-23T06:29:22.447" v="1246" actId="20577"/>
          <ac:spMkLst>
            <pc:docMk/>
            <pc:sldMk cId="649285932" sldId="604"/>
            <ac:spMk id="2" creationId="{00000000-0000-0000-0000-000000000000}"/>
          </ac:spMkLst>
        </pc:spChg>
        <pc:spChg chg="del">
          <ac:chgData name="Deepika Vatsa" userId="f7100972-27fe-4ee6-8fb4-ec9b7931b409" providerId="ADAL" clId="{AC929AA0-30FE-40F5-9F14-BAD5341BE9C1}" dt="2025-07-23T06:27:54.847" v="1209" actId="478"/>
          <ac:spMkLst>
            <pc:docMk/>
            <pc:sldMk cId="649285932" sldId="604"/>
            <ac:spMk id="11" creationId="{06381CCD-359B-D8A2-1997-A5B56A02FD41}"/>
          </ac:spMkLst>
        </pc:spChg>
        <pc:graphicFrameChg chg="add mod modGraphic">
          <ac:chgData name="Deepika Vatsa" userId="f7100972-27fe-4ee6-8fb4-ec9b7931b409" providerId="ADAL" clId="{AC929AA0-30FE-40F5-9F14-BAD5341BE9C1}" dt="2025-07-23T06:28:30.079" v="1235" actId="122"/>
          <ac:graphicFrameMkLst>
            <pc:docMk/>
            <pc:sldMk cId="649285932" sldId="604"/>
            <ac:graphicFrameMk id="4" creationId="{F44C14DF-6D4A-688F-B8CE-CD66EFA6FC96}"/>
          </ac:graphicFrameMkLst>
        </pc:graphicFrameChg>
      </pc:sldChg>
      <pc:sldChg chg="del">
        <pc:chgData name="Deepika Vatsa" userId="f7100972-27fe-4ee6-8fb4-ec9b7931b409" providerId="ADAL" clId="{AC929AA0-30FE-40F5-9F14-BAD5341BE9C1}" dt="2025-07-23T05:27:46.693" v="1" actId="47"/>
        <pc:sldMkLst>
          <pc:docMk/>
          <pc:sldMk cId="4255891347" sldId="604"/>
        </pc:sldMkLst>
      </pc:sldChg>
      <pc:sldChg chg="modSp add mod">
        <pc:chgData name="Deepika Vatsa" userId="f7100972-27fe-4ee6-8fb4-ec9b7931b409" providerId="ADAL" clId="{AC929AA0-30FE-40F5-9F14-BAD5341BE9C1}" dt="2025-07-23T06:33:43.223" v="1306" actId="20577"/>
        <pc:sldMkLst>
          <pc:docMk/>
          <pc:sldMk cId="2666969699" sldId="605"/>
        </pc:sldMkLst>
        <pc:spChg chg="mod">
          <ac:chgData name="Deepika Vatsa" userId="f7100972-27fe-4ee6-8fb4-ec9b7931b409" providerId="ADAL" clId="{AC929AA0-30FE-40F5-9F14-BAD5341BE9C1}" dt="2025-07-23T06:29:33.883" v="1265" actId="20577"/>
          <ac:spMkLst>
            <pc:docMk/>
            <pc:sldMk cId="2666969699" sldId="605"/>
            <ac:spMk id="2" creationId="{00000000-0000-0000-0000-000000000000}"/>
          </ac:spMkLst>
        </pc:spChg>
        <pc:spChg chg="mod">
          <ac:chgData name="Deepika Vatsa" userId="f7100972-27fe-4ee6-8fb4-ec9b7931b409" providerId="ADAL" clId="{AC929AA0-30FE-40F5-9F14-BAD5341BE9C1}" dt="2025-07-23T06:33:43.223" v="1306" actId="20577"/>
          <ac:spMkLst>
            <pc:docMk/>
            <pc:sldMk cId="2666969699" sldId="605"/>
            <ac:spMk id="11" creationId="{06381CCD-359B-D8A2-1997-A5B56A02FD41}"/>
          </ac:spMkLst>
        </pc:spChg>
      </pc:sldChg>
      <pc:sldChg chg="del">
        <pc:chgData name="Deepika Vatsa" userId="f7100972-27fe-4ee6-8fb4-ec9b7931b409" providerId="ADAL" clId="{AC929AA0-30FE-40F5-9F14-BAD5341BE9C1}" dt="2025-07-23T05:27:46.693" v="1" actId="47"/>
        <pc:sldMkLst>
          <pc:docMk/>
          <pc:sldMk cId="3000343820" sldId="605"/>
        </pc:sldMkLst>
      </pc:sldChg>
      <pc:sldChg chg="modSp add mod">
        <pc:chgData name="Deepika Vatsa" userId="f7100972-27fe-4ee6-8fb4-ec9b7931b409" providerId="ADAL" clId="{AC929AA0-30FE-40F5-9F14-BAD5341BE9C1}" dt="2025-07-23T06:34:57.432" v="1319" actId="20577"/>
        <pc:sldMkLst>
          <pc:docMk/>
          <pc:sldMk cId="1055965943" sldId="606"/>
        </pc:sldMkLst>
        <pc:spChg chg="mod">
          <ac:chgData name="Deepika Vatsa" userId="f7100972-27fe-4ee6-8fb4-ec9b7931b409" providerId="ADAL" clId="{AC929AA0-30FE-40F5-9F14-BAD5341BE9C1}" dt="2025-07-23T06:34:57.432" v="1319" actId="20577"/>
          <ac:spMkLst>
            <pc:docMk/>
            <pc:sldMk cId="1055965943" sldId="606"/>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1265168596" sldId="607"/>
        </pc:sldMkLst>
      </pc:sldChg>
      <pc:sldChg chg="modSp add mod">
        <pc:chgData name="Deepika Vatsa" userId="f7100972-27fe-4ee6-8fb4-ec9b7931b409" providerId="ADAL" clId="{AC929AA0-30FE-40F5-9F14-BAD5341BE9C1}" dt="2025-07-23T06:35:21.314" v="1325" actId="12"/>
        <pc:sldMkLst>
          <pc:docMk/>
          <pc:sldMk cId="3928892522" sldId="607"/>
        </pc:sldMkLst>
        <pc:spChg chg="mod">
          <ac:chgData name="Deepika Vatsa" userId="f7100972-27fe-4ee6-8fb4-ec9b7931b409" providerId="ADAL" clId="{AC929AA0-30FE-40F5-9F14-BAD5341BE9C1}" dt="2025-07-23T06:35:21.314" v="1325" actId="12"/>
          <ac:spMkLst>
            <pc:docMk/>
            <pc:sldMk cId="3928892522" sldId="607"/>
            <ac:spMk id="11" creationId="{06381CCD-359B-D8A2-1997-A5B56A02FD41}"/>
          </ac:spMkLst>
        </pc:spChg>
      </pc:sldChg>
      <pc:sldChg chg="modSp add mod">
        <pc:chgData name="Deepika Vatsa" userId="f7100972-27fe-4ee6-8fb4-ec9b7931b409" providerId="ADAL" clId="{AC929AA0-30FE-40F5-9F14-BAD5341BE9C1}" dt="2025-07-23T06:36:29.475" v="1337" actId="113"/>
        <pc:sldMkLst>
          <pc:docMk/>
          <pc:sldMk cId="2914318388" sldId="608"/>
        </pc:sldMkLst>
        <pc:spChg chg="mod">
          <ac:chgData name="Deepika Vatsa" userId="f7100972-27fe-4ee6-8fb4-ec9b7931b409" providerId="ADAL" clId="{AC929AA0-30FE-40F5-9F14-BAD5341BE9C1}" dt="2025-07-23T06:36:29.475" v="1337" actId="113"/>
          <ac:spMkLst>
            <pc:docMk/>
            <pc:sldMk cId="2914318388" sldId="608"/>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320274339" sldId="608"/>
        </pc:sldMkLst>
      </pc:sldChg>
      <pc:sldChg chg="modSp add mod">
        <pc:chgData name="Deepika Vatsa" userId="f7100972-27fe-4ee6-8fb4-ec9b7931b409" providerId="ADAL" clId="{AC929AA0-30FE-40F5-9F14-BAD5341BE9C1}" dt="2025-07-23T09:28:35.976" v="1511" actId="20577"/>
        <pc:sldMkLst>
          <pc:docMk/>
          <pc:sldMk cId="726719763" sldId="609"/>
        </pc:sldMkLst>
        <pc:spChg chg="mod">
          <ac:chgData name="Deepika Vatsa" userId="f7100972-27fe-4ee6-8fb4-ec9b7931b409" providerId="ADAL" clId="{AC929AA0-30FE-40F5-9F14-BAD5341BE9C1}" dt="2025-07-23T09:28:35.976" v="1511" actId="20577"/>
          <ac:spMkLst>
            <pc:docMk/>
            <pc:sldMk cId="726719763" sldId="609"/>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2282133231" sldId="609"/>
        </pc:sldMkLst>
      </pc:sldChg>
      <pc:sldChg chg="del">
        <pc:chgData name="Deepika Vatsa" userId="f7100972-27fe-4ee6-8fb4-ec9b7931b409" providerId="ADAL" clId="{AC929AA0-30FE-40F5-9F14-BAD5341BE9C1}" dt="2025-07-23T05:28:15.070" v="2" actId="47"/>
        <pc:sldMkLst>
          <pc:docMk/>
          <pc:sldMk cId="2610700906" sldId="610"/>
        </pc:sldMkLst>
      </pc:sldChg>
      <pc:sldChg chg="modSp add mod">
        <pc:chgData name="Deepika Vatsa" userId="f7100972-27fe-4ee6-8fb4-ec9b7931b409" providerId="ADAL" clId="{AC929AA0-30FE-40F5-9F14-BAD5341BE9C1}" dt="2025-07-23T06:39:46.112" v="1429" actId="20577"/>
        <pc:sldMkLst>
          <pc:docMk/>
          <pc:sldMk cId="3648386067" sldId="610"/>
        </pc:sldMkLst>
        <pc:spChg chg="mod">
          <ac:chgData name="Deepika Vatsa" userId="f7100972-27fe-4ee6-8fb4-ec9b7931b409" providerId="ADAL" clId="{AC929AA0-30FE-40F5-9F14-BAD5341BE9C1}" dt="2025-07-23T06:39:46.112" v="1429" actId="20577"/>
          <ac:spMkLst>
            <pc:docMk/>
            <pc:sldMk cId="3648386067" sldId="610"/>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565857117" sldId="611"/>
        </pc:sldMkLst>
      </pc:sldChg>
      <pc:sldChg chg="modSp add mod">
        <pc:chgData name="Deepika Vatsa" userId="f7100972-27fe-4ee6-8fb4-ec9b7931b409" providerId="ADAL" clId="{AC929AA0-30FE-40F5-9F14-BAD5341BE9C1}" dt="2025-07-23T06:41:42.519" v="1501" actId="5793"/>
        <pc:sldMkLst>
          <pc:docMk/>
          <pc:sldMk cId="1440736019" sldId="611"/>
        </pc:sldMkLst>
        <pc:spChg chg="mod">
          <ac:chgData name="Deepika Vatsa" userId="f7100972-27fe-4ee6-8fb4-ec9b7931b409" providerId="ADAL" clId="{AC929AA0-30FE-40F5-9F14-BAD5341BE9C1}" dt="2025-07-23T06:40:24.433" v="1440" actId="20577"/>
          <ac:spMkLst>
            <pc:docMk/>
            <pc:sldMk cId="1440736019" sldId="611"/>
            <ac:spMk id="2" creationId="{00000000-0000-0000-0000-000000000000}"/>
          </ac:spMkLst>
        </pc:spChg>
        <pc:spChg chg="mod">
          <ac:chgData name="Deepika Vatsa" userId="f7100972-27fe-4ee6-8fb4-ec9b7931b409" providerId="ADAL" clId="{AC929AA0-30FE-40F5-9F14-BAD5341BE9C1}" dt="2025-07-23T06:41:42.519" v="1501" actId="5793"/>
          <ac:spMkLst>
            <pc:docMk/>
            <pc:sldMk cId="1440736019" sldId="611"/>
            <ac:spMk id="11" creationId="{06381CCD-359B-D8A2-1997-A5B56A02FD41}"/>
          </ac:spMkLst>
        </pc:spChg>
      </pc:sldChg>
      <pc:sldChg chg="modSp add mod">
        <pc:chgData name="Deepika Vatsa" userId="f7100972-27fe-4ee6-8fb4-ec9b7931b409" providerId="ADAL" clId="{AC929AA0-30FE-40F5-9F14-BAD5341BE9C1}" dt="2025-07-23T09:47:26.324" v="1571" actId="20577"/>
        <pc:sldMkLst>
          <pc:docMk/>
          <pc:sldMk cId="1106724558" sldId="612"/>
        </pc:sldMkLst>
        <pc:spChg chg="mod">
          <ac:chgData name="Deepika Vatsa" userId="f7100972-27fe-4ee6-8fb4-ec9b7931b409" providerId="ADAL" clId="{AC929AA0-30FE-40F5-9F14-BAD5341BE9C1}" dt="2025-07-23T09:47:26.324" v="1571" actId="20577"/>
          <ac:spMkLst>
            <pc:docMk/>
            <pc:sldMk cId="1106724558" sldId="612"/>
            <ac:spMk id="11" creationId="{06381CCD-359B-D8A2-1997-A5B56A02FD41}"/>
          </ac:spMkLst>
        </pc:spChg>
      </pc:sldChg>
      <pc:sldMasterChg chg="del delSldLayout">
        <pc:chgData name="Deepika Vatsa" userId="f7100972-27fe-4ee6-8fb4-ec9b7931b409" providerId="ADAL" clId="{AC929AA0-30FE-40F5-9F14-BAD5341BE9C1}" dt="2025-07-23T06:42:21.688" v="1504" actId="47"/>
        <pc:sldMasterMkLst>
          <pc:docMk/>
          <pc:sldMasterMk cId="220542818" sldId="2147483684"/>
        </pc:sldMasterMkLst>
        <pc:sldLayoutChg chg="del">
          <pc:chgData name="Deepika Vatsa" userId="f7100972-27fe-4ee6-8fb4-ec9b7931b409" providerId="ADAL" clId="{AC929AA0-30FE-40F5-9F14-BAD5341BE9C1}" dt="2025-07-23T06:42:21.688" v="1504" actId="47"/>
          <pc:sldLayoutMkLst>
            <pc:docMk/>
            <pc:sldMasterMk cId="220542818" sldId="2147483684"/>
            <pc:sldLayoutMk cId="1969632149" sldId="2147483685"/>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715519172" sldId="2147483686"/>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069285203" sldId="2147483687"/>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3481227295" sldId="2147483688"/>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420472748" sldId="2147483689"/>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87148095" sldId="2147483690"/>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92461630" sldId="2147483691"/>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84921356" sldId="2147483692"/>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388528399" sldId="2147483693"/>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764167781" sldId="2147483694"/>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483679427" sldId="2147483695"/>
          </pc:sldLayoutMkLst>
        </pc:sldLayoutChg>
      </pc:sldMasterChg>
    </pc:docChg>
  </pc:docChgLst>
  <pc:docChgLst>
    <pc:chgData name="Hoor Fatima" userId="8f3a0386-cde8-4824-abbb-da106ff85ca6" providerId="ADAL" clId="{EEDEA048-40A0-4102-9473-E3FCCA9E4CCF}"/>
    <pc:docChg chg="custSel addSld modSld">
      <pc:chgData name="Hoor Fatima" userId="8f3a0386-cde8-4824-abbb-da106ff85ca6" providerId="ADAL" clId="{EEDEA048-40A0-4102-9473-E3FCCA9E4CCF}" dt="2025-07-21T19:04:14.283" v="27"/>
      <pc:docMkLst>
        <pc:docMk/>
      </pc:docMkLst>
      <pc:sldChg chg="delSp modSp mod">
        <pc:chgData name="Hoor Fatima" userId="8f3a0386-cde8-4824-abbb-da106ff85ca6" providerId="ADAL" clId="{EEDEA048-40A0-4102-9473-E3FCCA9E4CCF}" dt="2025-07-21T19:03:54.910" v="26" actId="14100"/>
        <pc:sldMkLst>
          <pc:docMk/>
          <pc:sldMk cId="0" sldId="395"/>
        </pc:sldMkLst>
        <pc:spChg chg="mod">
          <ac:chgData name="Hoor Fatima" userId="8f3a0386-cde8-4824-abbb-da106ff85ca6" providerId="ADAL" clId="{EEDEA048-40A0-4102-9473-E3FCCA9E4CCF}" dt="2025-07-21T19:03:54.910" v="26" actId="14100"/>
          <ac:spMkLst>
            <pc:docMk/>
            <pc:sldMk cId="0" sldId="395"/>
            <ac:spMk id="2" creationId="{00000000-0000-0000-0000-000000000000}"/>
          </ac:spMkLst>
        </pc:spChg>
        <pc:spChg chg="del">
          <ac:chgData name="Hoor Fatima" userId="8f3a0386-cde8-4824-abbb-da106ff85ca6" providerId="ADAL" clId="{EEDEA048-40A0-4102-9473-E3FCCA9E4CCF}" dt="2025-07-21T19:03:28.832" v="6" actId="478"/>
          <ac:spMkLst>
            <pc:docMk/>
            <pc:sldMk cId="0" sldId="395"/>
            <ac:spMk id="4" creationId="{00000000-0000-0000-0000-000000000000}"/>
          </ac:spMkLst>
        </pc:spChg>
        <pc:spChg chg="del">
          <ac:chgData name="Hoor Fatima" userId="8f3a0386-cde8-4824-abbb-da106ff85ca6" providerId="ADAL" clId="{EEDEA048-40A0-4102-9473-E3FCCA9E4CCF}" dt="2025-07-21T19:03:26.127" v="5" actId="478"/>
          <ac:spMkLst>
            <pc:docMk/>
            <pc:sldMk cId="0" sldId="395"/>
            <ac:spMk id="10" creationId="{00000000-0000-0000-0000-000000000000}"/>
          </ac:spMkLst>
        </pc:spChg>
      </pc:sldChg>
      <pc:sldChg chg="add">
        <pc:chgData name="Hoor Fatima" userId="8f3a0386-cde8-4824-abbb-da106ff85ca6" providerId="ADAL" clId="{EEDEA048-40A0-4102-9473-E3FCCA9E4CCF}" dt="2025-07-21T19:04:14.283" v="27"/>
        <pc:sldMkLst>
          <pc:docMk/>
          <pc:sldMk cId="0" sldId="589"/>
        </pc:sldMkLst>
      </pc:sldChg>
    </pc:docChg>
  </pc:docChgLst>
  <pc:docChgLst>
    <pc:chgData name="Deepika Vatsa" userId="f7100972-27fe-4ee6-8fb4-ec9b7931b409" providerId="ADAL" clId="{BB4633DC-CD22-4EC8-A2AF-EB7AB12F3135}"/>
    <pc:docChg chg="undo redo custSel addSld delSld modSld sldOrd">
      <pc:chgData name="Deepika Vatsa" userId="f7100972-27fe-4ee6-8fb4-ec9b7931b409" providerId="ADAL" clId="{BB4633DC-CD22-4EC8-A2AF-EB7AB12F3135}" dt="2025-08-04T09:21:06.881" v="2407" actId="478"/>
      <pc:docMkLst>
        <pc:docMk/>
      </pc:docMkLst>
      <pc:sldChg chg="modSp mod">
        <pc:chgData name="Deepika Vatsa" userId="f7100972-27fe-4ee6-8fb4-ec9b7931b409" providerId="ADAL" clId="{BB4633DC-CD22-4EC8-A2AF-EB7AB12F3135}" dt="2025-07-29T10:14:27.617" v="17" actId="20577"/>
        <pc:sldMkLst>
          <pc:docMk/>
          <pc:sldMk cId="0" sldId="395"/>
        </pc:sldMkLst>
        <pc:spChg chg="mod">
          <ac:chgData name="Deepika Vatsa" userId="f7100972-27fe-4ee6-8fb4-ec9b7931b409" providerId="ADAL" clId="{BB4633DC-CD22-4EC8-A2AF-EB7AB12F3135}" dt="2025-07-29T10:14:27.617" v="17" actId="20577"/>
          <ac:spMkLst>
            <pc:docMk/>
            <pc:sldMk cId="0" sldId="395"/>
            <ac:spMk id="2" creationId="{00000000-0000-0000-0000-000000000000}"/>
          </ac:spMkLst>
        </pc:spChg>
      </pc:sldChg>
      <pc:sldChg chg="modSp mod">
        <pc:chgData name="Deepika Vatsa" userId="f7100972-27fe-4ee6-8fb4-ec9b7931b409" providerId="ADAL" clId="{BB4633DC-CD22-4EC8-A2AF-EB7AB12F3135}" dt="2025-07-29T10:15:21.533" v="56" actId="113"/>
        <pc:sldMkLst>
          <pc:docMk/>
          <pc:sldMk cId="3439049211" sldId="591"/>
        </pc:sldMkLst>
        <pc:spChg chg="mod">
          <ac:chgData name="Deepika Vatsa" userId="f7100972-27fe-4ee6-8fb4-ec9b7931b409" providerId="ADAL" clId="{BB4633DC-CD22-4EC8-A2AF-EB7AB12F3135}" dt="2025-07-29T10:14:53.922" v="24" actId="20577"/>
          <ac:spMkLst>
            <pc:docMk/>
            <pc:sldMk cId="3439049211" sldId="591"/>
            <ac:spMk id="2" creationId="{00000000-0000-0000-0000-000000000000}"/>
          </ac:spMkLst>
        </pc:spChg>
        <pc:spChg chg="mod">
          <ac:chgData name="Deepika Vatsa" userId="f7100972-27fe-4ee6-8fb4-ec9b7931b409" providerId="ADAL" clId="{BB4633DC-CD22-4EC8-A2AF-EB7AB12F3135}" dt="2025-07-29T10:15:21.533" v="56" actId="113"/>
          <ac:spMkLst>
            <pc:docMk/>
            <pc:sldMk cId="3439049211" sldId="591"/>
            <ac:spMk id="11" creationId="{06381CCD-359B-D8A2-1997-A5B56A02FD41}"/>
          </ac:spMkLst>
        </pc:spChg>
      </pc:sldChg>
      <pc:sldChg chg="addSp delSp modSp del mod">
        <pc:chgData name="Deepika Vatsa" userId="f7100972-27fe-4ee6-8fb4-ec9b7931b409" providerId="ADAL" clId="{BB4633DC-CD22-4EC8-A2AF-EB7AB12F3135}" dt="2025-07-29T10:42:43.029" v="99" actId="47"/>
        <pc:sldMkLst>
          <pc:docMk/>
          <pc:sldMk cId="494535748" sldId="592"/>
        </pc:sldMkLst>
        <pc:spChg chg="mod">
          <ac:chgData name="Deepika Vatsa" userId="f7100972-27fe-4ee6-8fb4-ec9b7931b409" providerId="ADAL" clId="{BB4633DC-CD22-4EC8-A2AF-EB7AB12F3135}" dt="2025-07-29T10:24:45.742" v="86" actId="20577"/>
          <ac:spMkLst>
            <pc:docMk/>
            <pc:sldMk cId="494535748" sldId="592"/>
            <ac:spMk id="2" creationId="{00000000-0000-0000-0000-000000000000}"/>
          </ac:spMkLst>
        </pc:spChg>
        <pc:spChg chg="add mod">
          <ac:chgData name="Deepika Vatsa" userId="f7100972-27fe-4ee6-8fb4-ec9b7931b409" providerId="ADAL" clId="{BB4633DC-CD22-4EC8-A2AF-EB7AB12F3135}" dt="2025-07-29T10:42:19.979" v="89" actId="1076"/>
          <ac:spMkLst>
            <pc:docMk/>
            <pc:sldMk cId="494535748" sldId="592"/>
            <ac:spMk id="6" creationId="{D53191C7-965D-BF96-C8D8-D1242094846C}"/>
          </ac:spMkLst>
        </pc:spChg>
        <pc:picChg chg="del">
          <ac:chgData name="Deepika Vatsa" userId="f7100972-27fe-4ee6-8fb4-ec9b7931b409" providerId="ADAL" clId="{BB4633DC-CD22-4EC8-A2AF-EB7AB12F3135}" dt="2025-07-29T10:24:47.759" v="87" actId="478"/>
          <ac:picMkLst>
            <pc:docMk/>
            <pc:sldMk cId="494535748" sldId="592"/>
            <ac:picMk id="4" creationId="{2131E057-9C88-25D8-4E2F-DF4368344C2C}"/>
          </ac:picMkLst>
        </pc:picChg>
      </pc:sldChg>
      <pc:sldChg chg="addSp modSp mod">
        <pc:chgData name="Deepika Vatsa" userId="f7100972-27fe-4ee6-8fb4-ec9b7931b409" providerId="ADAL" clId="{BB4633DC-CD22-4EC8-A2AF-EB7AB12F3135}" dt="2025-08-04T09:20:58.626" v="2405"/>
        <pc:sldMkLst>
          <pc:docMk/>
          <pc:sldMk cId="3539443453" sldId="593"/>
        </pc:sldMkLst>
        <pc:spChg chg="mod">
          <ac:chgData name="Deepika Vatsa" userId="f7100972-27fe-4ee6-8fb4-ec9b7931b409" providerId="ADAL" clId="{BB4633DC-CD22-4EC8-A2AF-EB7AB12F3135}" dt="2025-07-29T10:53:50.835" v="500" actId="20577"/>
          <ac:spMkLst>
            <pc:docMk/>
            <pc:sldMk cId="3539443453" sldId="593"/>
            <ac:spMk id="2" creationId="{00000000-0000-0000-0000-000000000000}"/>
          </ac:spMkLst>
        </pc:spChg>
        <pc:spChg chg="mod">
          <ac:chgData name="Deepika Vatsa" userId="f7100972-27fe-4ee6-8fb4-ec9b7931b409" providerId="ADAL" clId="{BB4633DC-CD22-4EC8-A2AF-EB7AB12F3135}" dt="2025-07-29T11:07:40.461" v="918" actId="20577"/>
          <ac:spMkLst>
            <pc:docMk/>
            <pc:sldMk cId="3539443453" sldId="593"/>
            <ac:spMk id="11" creationId="{06381CCD-359B-D8A2-1997-A5B56A02FD41}"/>
          </ac:spMkLst>
        </pc:spChg>
        <pc:inkChg chg="add">
          <ac:chgData name="Deepika Vatsa" userId="f7100972-27fe-4ee6-8fb4-ec9b7931b409" providerId="ADAL" clId="{BB4633DC-CD22-4EC8-A2AF-EB7AB12F3135}" dt="2025-08-04T09:20:58.626" v="2405"/>
          <ac:inkMkLst>
            <pc:docMk/>
            <pc:sldMk cId="3539443453" sldId="593"/>
            <ac:inkMk id="4" creationId="{ABDA683B-CA8C-C0F7-E581-1C919214F8B7}"/>
          </ac:inkMkLst>
        </pc:inkChg>
      </pc:sldChg>
      <pc:sldChg chg="del">
        <pc:chgData name="Deepika Vatsa" userId="f7100972-27fe-4ee6-8fb4-ec9b7931b409" providerId="ADAL" clId="{BB4633DC-CD22-4EC8-A2AF-EB7AB12F3135}" dt="2025-07-29T11:09:21.620" v="988" actId="47"/>
        <pc:sldMkLst>
          <pc:docMk/>
          <pc:sldMk cId="2249137657" sldId="594"/>
        </pc:sldMkLst>
      </pc:sldChg>
      <pc:sldChg chg="del">
        <pc:chgData name="Deepika Vatsa" userId="f7100972-27fe-4ee6-8fb4-ec9b7931b409" providerId="ADAL" clId="{BB4633DC-CD22-4EC8-A2AF-EB7AB12F3135}" dt="2025-07-29T11:09:21.620" v="988" actId="47"/>
        <pc:sldMkLst>
          <pc:docMk/>
          <pc:sldMk cId="2043304788" sldId="595"/>
        </pc:sldMkLst>
      </pc:sldChg>
      <pc:sldChg chg="del">
        <pc:chgData name="Deepika Vatsa" userId="f7100972-27fe-4ee6-8fb4-ec9b7931b409" providerId="ADAL" clId="{BB4633DC-CD22-4EC8-A2AF-EB7AB12F3135}" dt="2025-07-29T11:09:21.620" v="988" actId="47"/>
        <pc:sldMkLst>
          <pc:docMk/>
          <pc:sldMk cId="2365471124" sldId="596"/>
        </pc:sldMkLst>
      </pc:sldChg>
      <pc:sldChg chg="del">
        <pc:chgData name="Deepika Vatsa" userId="f7100972-27fe-4ee6-8fb4-ec9b7931b409" providerId="ADAL" clId="{BB4633DC-CD22-4EC8-A2AF-EB7AB12F3135}" dt="2025-07-29T11:09:21.620" v="988" actId="47"/>
        <pc:sldMkLst>
          <pc:docMk/>
          <pc:sldMk cId="3613863550" sldId="597"/>
        </pc:sldMkLst>
      </pc:sldChg>
      <pc:sldChg chg="del">
        <pc:chgData name="Deepika Vatsa" userId="f7100972-27fe-4ee6-8fb4-ec9b7931b409" providerId="ADAL" clId="{BB4633DC-CD22-4EC8-A2AF-EB7AB12F3135}" dt="2025-07-29T11:09:21.620" v="988" actId="47"/>
        <pc:sldMkLst>
          <pc:docMk/>
          <pc:sldMk cId="4006034928" sldId="598"/>
        </pc:sldMkLst>
      </pc:sldChg>
      <pc:sldChg chg="del">
        <pc:chgData name="Deepika Vatsa" userId="f7100972-27fe-4ee6-8fb4-ec9b7931b409" providerId="ADAL" clId="{BB4633DC-CD22-4EC8-A2AF-EB7AB12F3135}" dt="2025-07-29T11:09:21.620" v="988" actId="47"/>
        <pc:sldMkLst>
          <pc:docMk/>
          <pc:sldMk cId="2158759759" sldId="599"/>
        </pc:sldMkLst>
      </pc:sldChg>
      <pc:sldChg chg="del">
        <pc:chgData name="Deepika Vatsa" userId="f7100972-27fe-4ee6-8fb4-ec9b7931b409" providerId="ADAL" clId="{BB4633DC-CD22-4EC8-A2AF-EB7AB12F3135}" dt="2025-07-29T11:09:21.620" v="988" actId="47"/>
        <pc:sldMkLst>
          <pc:docMk/>
          <pc:sldMk cId="1407172059" sldId="600"/>
        </pc:sldMkLst>
      </pc:sldChg>
      <pc:sldChg chg="del">
        <pc:chgData name="Deepika Vatsa" userId="f7100972-27fe-4ee6-8fb4-ec9b7931b409" providerId="ADAL" clId="{BB4633DC-CD22-4EC8-A2AF-EB7AB12F3135}" dt="2025-07-29T11:09:21.620" v="988" actId="47"/>
        <pc:sldMkLst>
          <pc:docMk/>
          <pc:sldMk cId="3854070128" sldId="601"/>
        </pc:sldMkLst>
      </pc:sldChg>
      <pc:sldChg chg="del">
        <pc:chgData name="Deepika Vatsa" userId="f7100972-27fe-4ee6-8fb4-ec9b7931b409" providerId="ADAL" clId="{BB4633DC-CD22-4EC8-A2AF-EB7AB12F3135}" dt="2025-07-29T11:09:21.620" v="988" actId="47"/>
        <pc:sldMkLst>
          <pc:docMk/>
          <pc:sldMk cId="3816700751" sldId="602"/>
        </pc:sldMkLst>
      </pc:sldChg>
      <pc:sldChg chg="del">
        <pc:chgData name="Deepika Vatsa" userId="f7100972-27fe-4ee6-8fb4-ec9b7931b409" providerId="ADAL" clId="{BB4633DC-CD22-4EC8-A2AF-EB7AB12F3135}" dt="2025-07-29T11:09:21.620" v="988" actId="47"/>
        <pc:sldMkLst>
          <pc:docMk/>
          <pc:sldMk cId="3109653638" sldId="603"/>
        </pc:sldMkLst>
      </pc:sldChg>
      <pc:sldChg chg="del">
        <pc:chgData name="Deepika Vatsa" userId="f7100972-27fe-4ee6-8fb4-ec9b7931b409" providerId="ADAL" clId="{BB4633DC-CD22-4EC8-A2AF-EB7AB12F3135}" dt="2025-07-29T11:09:21.620" v="988" actId="47"/>
        <pc:sldMkLst>
          <pc:docMk/>
          <pc:sldMk cId="649285932" sldId="604"/>
        </pc:sldMkLst>
      </pc:sldChg>
      <pc:sldChg chg="del">
        <pc:chgData name="Deepika Vatsa" userId="f7100972-27fe-4ee6-8fb4-ec9b7931b409" providerId="ADAL" clId="{BB4633DC-CD22-4EC8-A2AF-EB7AB12F3135}" dt="2025-07-29T11:09:21.620" v="988" actId="47"/>
        <pc:sldMkLst>
          <pc:docMk/>
          <pc:sldMk cId="2666969699" sldId="605"/>
        </pc:sldMkLst>
      </pc:sldChg>
      <pc:sldChg chg="del">
        <pc:chgData name="Deepika Vatsa" userId="f7100972-27fe-4ee6-8fb4-ec9b7931b409" providerId="ADAL" clId="{BB4633DC-CD22-4EC8-A2AF-EB7AB12F3135}" dt="2025-07-29T11:09:21.620" v="988" actId="47"/>
        <pc:sldMkLst>
          <pc:docMk/>
          <pc:sldMk cId="1055965943" sldId="606"/>
        </pc:sldMkLst>
      </pc:sldChg>
      <pc:sldChg chg="del">
        <pc:chgData name="Deepika Vatsa" userId="f7100972-27fe-4ee6-8fb4-ec9b7931b409" providerId="ADAL" clId="{BB4633DC-CD22-4EC8-A2AF-EB7AB12F3135}" dt="2025-07-29T11:09:21.620" v="988" actId="47"/>
        <pc:sldMkLst>
          <pc:docMk/>
          <pc:sldMk cId="3928892522" sldId="607"/>
        </pc:sldMkLst>
      </pc:sldChg>
      <pc:sldChg chg="del">
        <pc:chgData name="Deepika Vatsa" userId="f7100972-27fe-4ee6-8fb4-ec9b7931b409" providerId="ADAL" clId="{BB4633DC-CD22-4EC8-A2AF-EB7AB12F3135}" dt="2025-07-29T11:09:21.620" v="988" actId="47"/>
        <pc:sldMkLst>
          <pc:docMk/>
          <pc:sldMk cId="2914318388" sldId="608"/>
        </pc:sldMkLst>
      </pc:sldChg>
      <pc:sldChg chg="del">
        <pc:chgData name="Deepika Vatsa" userId="f7100972-27fe-4ee6-8fb4-ec9b7931b409" providerId="ADAL" clId="{BB4633DC-CD22-4EC8-A2AF-EB7AB12F3135}" dt="2025-07-29T11:09:21.620" v="988" actId="47"/>
        <pc:sldMkLst>
          <pc:docMk/>
          <pc:sldMk cId="726719763" sldId="609"/>
        </pc:sldMkLst>
      </pc:sldChg>
      <pc:sldChg chg="del">
        <pc:chgData name="Deepika Vatsa" userId="f7100972-27fe-4ee6-8fb4-ec9b7931b409" providerId="ADAL" clId="{BB4633DC-CD22-4EC8-A2AF-EB7AB12F3135}" dt="2025-07-29T11:09:21.620" v="988" actId="47"/>
        <pc:sldMkLst>
          <pc:docMk/>
          <pc:sldMk cId="3648386067" sldId="610"/>
        </pc:sldMkLst>
      </pc:sldChg>
      <pc:sldChg chg="del">
        <pc:chgData name="Deepika Vatsa" userId="f7100972-27fe-4ee6-8fb4-ec9b7931b409" providerId="ADAL" clId="{BB4633DC-CD22-4EC8-A2AF-EB7AB12F3135}" dt="2025-07-29T11:09:21.620" v="988" actId="47"/>
        <pc:sldMkLst>
          <pc:docMk/>
          <pc:sldMk cId="1440736019" sldId="611"/>
        </pc:sldMkLst>
      </pc:sldChg>
      <pc:sldChg chg="del">
        <pc:chgData name="Deepika Vatsa" userId="f7100972-27fe-4ee6-8fb4-ec9b7931b409" providerId="ADAL" clId="{BB4633DC-CD22-4EC8-A2AF-EB7AB12F3135}" dt="2025-07-29T11:09:21.620" v="988" actId="47"/>
        <pc:sldMkLst>
          <pc:docMk/>
          <pc:sldMk cId="1106724558" sldId="612"/>
        </pc:sldMkLst>
      </pc:sldChg>
      <pc:sldChg chg="addSp delSp modSp add mod">
        <pc:chgData name="Deepika Vatsa" userId="f7100972-27fe-4ee6-8fb4-ec9b7931b409" providerId="ADAL" clId="{BB4633DC-CD22-4EC8-A2AF-EB7AB12F3135}" dt="2025-07-29T10:43:53.008" v="150" actId="1076"/>
        <pc:sldMkLst>
          <pc:docMk/>
          <pc:sldMk cId="2817587655" sldId="613"/>
        </pc:sldMkLst>
        <pc:spChg chg="mod">
          <ac:chgData name="Deepika Vatsa" userId="f7100972-27fe-4ee6-8fb4-ec9b7931b409" providerId="ADAL" clId="{BB4633DC-CD22-4EC8-A2AF-EB7AB12F3135}" dt="2025-07-29T10:43:41.447" v="145" actId="20577"/>
          <ac:spMkLst>
            <pc:docMk/>
            <pc:sldMk cId="2817587655" sldId="613"/>
            <ac:spMk id="2" creationId="{00000000-0000-0000-0000-000000000000}"/>
          </ac:spMkLst>
        </pc:spChg>
        <pc:spChg chg="del">
          <ac:chgData name="Deepika Vatsa" userId="f7100972-27fe-4ee6-8fb4-ec9b7931b409" providerId="ADAL" clId="{BB4633DC-CD22-4EC8-A2AF-EB7AB12F3135}" dt="2025-07-29T10:43:44.378" v="146" actId="478"/>
          <ac:spMkLst>
            <pc:docMk/>
            <pc:sldMk cId="2817587655" sldId="613"/>
            <ac:spMk id="11" creationId="{06381CCD-359B-D8A2-1997-A5B56A02FD41}"/>
          </ac:spMkLst>
        </pc:spChg>
        <pc:picChg chg="add mod">
          <ac:chgData name="Deepika Vatsa" userId="f7100972-27fe-4ee6-8fb4-ec9b7931b409" providerId="ADAL" clId="{BB4633DC-CD22-4EC8-A2AF-EB7AB12F3135}" dt="2025-07-29T10:43:53.008" v="150" actId="1076"/>
          <ac:picMkLst>
            <pc:docMk/>
            <pc:sldMk cId="2817587655" sldId="613"/>
            <ac:picMk id="5" creationId="{FAABABB6-F692-887E-9824-776E30A59BFB}"/>
          </ac:picMkLst>
        </pc:picChg>
      </pc:sldChg>
      <pc:sldChg chg="addSp delSp modSp add mod">
        <pc:chgData name="Deepika Vatsa" userId="f7100972-27fe-4ee6-8fb4-ec9b7931b409" providerId="ADAL" clId="{BB4633DC-CD22-4EC8-A2AF-EB7AB12F3135}" dt="2025-08-04T09:21:06.881" v="2407" actId="478"/>
        <pc:sldMkLst>
          <pc:docMk/>
          <pc:sldMk cId="2856615692" sldId="614"/>
        </pc:sldMkLst>
        <pc:spChg chg="mod">
          <ac:chgData name="Deepika Vatsa" userId="f7100972-27fe-4ee6-8fb4-ec9b7931b409" providerId="ADAL" clId="{BB4633DC-CD22-4EC8-A2AF-EB7AB12F3135}" dt="2025-07-31T10:12:17.251" v="2324" actId="2711"/>
          <ac:spMkLst>
            <pc:docMk/>
            <pc:sldMk cId="2856615692" sldId="614"/>
            <ac:spMk id="11" creationId="{06381CCD-359B-D8A2-1997-A5B56A02FD41}"/>
          </ac:spMkLst>
        </pc:spChg>
        <pc:inkChg chg="add del mod">
          <ac:chgData name="Deepika Vatsa" userId="f7100972-27fe-4ee6-8fb4-ec9b7931b409" providerId="ADAL" clId="{BB4633DC-CD22-4EC8-A2AF-EB7AB12F3135}" dt="2025-08-04T09:21:06.881" v="2407" actId="478"/>
          <ac:inkMkLst>
            <pc:docMk/>
            <pc:sldMk cId="2856615692" sldId="614"/>
            <ac:inkMk id="4" creationId="{6AD1A2E8-F037-063E-1B1A-442304222FCE}"/>
          </ac:inkMkLst>
        </pc:inkChg>
      </pc:sldChg>
      <pc:sldChg chg="addSp modSp add mod">
        <pc:chgData name="Deepika Vatsa" userId="f7100972-27fe-4ee6-8fb4-ec9b7931b409" providerId="ADAL" clId="{BB4633DC-CD22-4EC8-A2AF-EB7AB12F3135}" dt="2025-08-04T09:20:58.626" v="2405"/>
        <pc:sldMkLst>
          <pc:docMk/>
          <pc:sldMk cId="4281246747" sldId="615"/>
        </pc:sldMkLst>
        <pc:spChg chg="mod">
          <ac:chgData name="Deepika Vatsa" userId="f7100972-27fe-4ee6-8fb4-ec9b7931b409" providerId="ADAL" clId="{BB4633DC-CD22-4EC8-A2AF-EB7AB12F3135}" dt="2025-07-29T11:00:55.893" v="813" actId="20577"/>
          <ac:spMkLst>
            <pc:docMk/>
            <pc:sldMk cId="4281246747" sldId="615"/>
            <ac:spMk id="11" creationId="{06381CCD-359B-D8A2-1997-A5B56A02FD41}"/>
          </ac:spMkLst>
        </pc:spChg>
        <pc:inkChg chg="add">
          <ac:chgData name="Deepika Vatsa" userId="f7100972-27fe-4ee6-8fb4-ec9b7931b409" providerId="ADAL" clId="{BB4633DC-CD22-4EC8-A2AF-EB7AB12F3135}" dt="2025-08-04T09:20:58.626" v="2405"/>
          <ac:inkMkLst>
            <pc:docMk/>
            <pc:sldMk cId="4281246747" sldId="615"/>
            <ac:inkMk id="4" creationId="{9C0FBA83-3892-CEE8-B110-35A6E240498D}"/>
          </ac:inkMkLst>
        </pc:inkChg>
      </pc:sldChg>
      <pc:sldChg chg="modSp add mod ord">
        <pc:chgData name="Deepika Vatsa" userId="f7100972-27fe-4ee6-8fb4-ec9b7931b409" providerId="ADAL" clId="{BB4633DC-CD22-4EC8-A2AF-EB7AB12F3135}" dt="2025-07-29T11:08:33.531" v="930" actId="20577"/>
        <pc:sldMkLst>
          <pc:docMk/>
          <pc:sldMk cId="3308904342" sldId="616"/>
        </pc:sldMkLst>
        <pc:spChg chg="mod">
          <ac:chgData name="Deepika Vatsa" userId="f7100972-27fe-4ee6-8fb4-ec9b7931b409" providerId="ADAL" clId="{BB4633DC-CD22-4EC8-A2AF-EB7AB12F3135}" dt="2025-07-29T11:08:33.531" v="930" actId="20577"/>
          <ac:spMkLst>
            <pc:docMk/>
            <pc:sldMk cId="3308904342" sldId="616"/>
            <ac:spMk id="11" creationId="{06381CCD-359B-D8A2-1997-A5B56A02FD41}"/>
          </ac:spMkLst>
        </pc:spChg>
      </pc:sldChg>
      <pc:sldChg chg="addSp delSp modSp add mod">
        <pc:chgData name="Deepika Vatsa" userId="f7100972-27fe-4ee6-8fb4-ec9b7931b409" providerId="ADAL" clId="{BB4633DC-CD22-4EC8-A2AF-EB7AB12F3135}" dt="2025-07-31T10:10:37.841" v="2279" actId="20577"/>
        <pc:sldMkLst>
          <pc:docMk/>
          <pc:sldMk cId="1200394302" sldId="617"/>
        </pc:sldMkLst>
        <pc:spChg chg="add mod">
          <ac:chgData name="Deepika Vatsa" userId="f7100972-27fe-4ee6-8fb4-ec9b7931b409" providerId="ADAL" clId="{BB4633DC-CD22-4EC8-A2AF-EB7AB12F3135}" dt="2025-07-31T10:10:37.841" v="2279" actId="20577"/>
          <ac:spMkLst>
            <pc:docMk/>
            <pc:sldMk cId="1200394302" sldId="617"/>
            <ac:spMk id="4" creationId="{E85DA90E-8E53-38D7-1312-67BA1ACDD980}"/>
          </ac:spMkLst>
        </pc:spChg>
        <pc:spChg chg="del mod">
          <ac:chgData name="Deepika Vatsa" userId="f7100972-27fe-4ee6-8fb4-ec9b7931b409" providerId="ADAL" clId="{BB4633DC-CD22-4EC8-A2AF-EB7AB12F3135}" dt="2025-07-31T10:02:17.950" v="1903" actId="478"/>
          <ac:spMkLst>
            <pc:docMk/>
            <pc:sldMk cId="1200394302" sldId="617"/>
            <ac:spMk id="11" creationId="{06381CCD-359B-D8A2-1997-A5B56A02FD41}"/>
          </ac:spMkLst>
        </pc:spChg>
        <pc:picChg chg="add mod">
          <ac:chgData name="Deepika Vatsa" userId="f7100972-27fe-4ee6-8fb4-ec9b7931b409" providerId="ADAL" clId="{BB4633DC-CD22-4EC8-A2AF-EB7AB12F3135}" dt="2025-07-31T10:09:11.784" v="2270" actId="1076"/>
          <ac:picMkLst>
            <pc:docMk/>
            <pc:sldMk cId="1200394302" sldId="617"/>
            <ac:picMk id="1026" creationId="{AA09EED7-E7D4-AAD1-DB0F-D3D9F4E1DF6A}"/>
          </ac:picMkLst>
        </pc:picChg>
      </pc:sldChg>
      <pc:sldChg chg="addSp delSp modSp add mod">
        <pc:chgData name="Deepika Vatsa" userId="f7100972-27fe-4ee6-8fb4-ec9b7931b409" providerId="ADAL" clId="{BB4633DC-CD22-4EC8-A2AF-EB7AB12F3135}" dt="2025-07-31T09:38:34.588" v="1654" actId="12"/>
        <pc:sldMkLst>
          <pc:docMk/>
          <pc:sldMk cId="2312988786" sldId="618"/>
        </pc:sldMkLst>
        <pc:spChg chg="mod">
          <ac:chgData name="Deepika Vatsa" userId="f7100972-27fe-4ee6-8fb4-ec9b7931b409" providerId="ADAL" clId="{BB4633DC-CD22-4EC8-A2AF-EB7AB12F3135}" dt="2025-07-29T11:09:10.944" v="984" actId="20577"/>
          <ac:spMkLst>
            <pc:docMk/>
            <pc:sldMk cId="2312988786" sldId="618"/>
            <ac:spMk id="2" creationId="{00000000-0000-0000-0000-000000000000}"/>
          </ac:spMkLst>
        </pc:spChg>
        <pc:spChg chg="add del">
          <ac:chgData name="Deepika Vatsa" userId="f7100972-27fe-4ee6-8fb4-ec9b7931b409" providerId="ADAL" clId="{BB4633DC-CD22-4EC8-A2AF-EB7AB12F3135}" dt="2025-07-31T09:14:11.927" v="1007" actId="478"/>
          <ac:spMkLst>
            <pc:docMk/>
            <pc:sldMk cId="2312988786" sldId="618"/>
            <ac:spMk id="5" creationId="{12BC89A9-8B69-4BF1-5855-AEAB4224689C}"/>
          </ac:spMkLst>
        </pc:spChg>
        <pc:spChg chg="add del mod">
          <ac:chgData name="Deepika Vatsa" userId="f7100972-27fe-4ee6-8fb4-ec9b7931b409" providerId="ADAL" clId="{BB4633DC-CD22-4EC8-A2AF-EB7AB12F3135}" dt="2025-07-31T09:14:15.426" v="1008" actId="478"/>
          <ac:spMkLst>
            <pc:docMk/>
            <pc:sldMk cId="2312988786" sldId="618"/>
            <ac:spMk id="6" creationId="{2D2128BD-E67B-FE8E-E7A7-64AE11555979}"/>
          </ac:spMkLst>
        </pc:spChg>
        <pc:spChg chg="add mod">
          <ac:chgData name="Deepika Vatsa" userId="f7100972-27fe-4ee6-8fb4-ec9b7931b409" providerId="ADAL" clId="{BB4633DC-CD22-4EC8-A2AF-EB7AB12F3135}" dt="2025-07-31T09:38:34.588" v="1654" actId="12"/>
          <ac:spMkLst>
            <pc:docMk/>
            <pc:sldMk cId="2312988786" sldId="618"/>
            <ac:spMk id="7" creationId="{774F17E9-FD22-86D8-DA03-6473A42BCE8C}"/>
          </ac:spMkLst>
        </pc:spChg>
        <pc:spChg chg="del mod">
          <ac:chgData name="Deepika Vatsa" userId="f7100972-27fe-4ee6-8fb4-ec9b7931b409" providerId="ADAL" clId="{BB4633DC-CD22-4EC8-A2AF-EB7AB12F3135}" dt="2025-07-29T11:09:17.067" v="987"/>
          <ac:spMkLst>
            <pc:docMk/>
            <pc:sldMk cId="2312988786" sldId="618"/>
            <ac:spMk id="11" creationId="{06381CCD-359B-D8A2-1997-A5B56A02FD41}"/>
          </ac:spMkLst>
        </pc:spChg>
      </pc:sldChg>
      <pc:sldChg chg="addSp delSp modSp add mod">
        <pc:chgData name="Deepika Vatsa" userId="f7100972-27fe-4ee6-8fb4-ec9b7931b409" providerId="ADAL" clId="{BB4633DC-CD22-4EC8-A2AF-EB7AB12F3135}" dt="2025-07-31T09:53:24.259" v="1902" actId="1038"/>
        <pc:sldMkLst>
          <pc:docMk/>
          <pc:sldMk cId="2829657241" sldId="619"/>
        </pc:sldMkLst>
        <pc:spChg chg="mod">
          <ac:chgData name="Deepika Vatsa" userId="f7100972-27fe-4ee6-8fb4-ec9b7931b409" providerId="ADAL" clId="{BB4633DC-CD22-4EC8-A2AF-EB7AB12F3135}" dt="2025-07-31T09:53:10.029" v="1892" actId="20577"/>
          <ac:spMkLst>
            <pc:docMk/>
            <pc:sldMk cId="2829657241" sldId="619"/>
            <ac:spMk id="7" creationId="{774F17E9-FD22-86D8-DA03-6473A42BCE8C}"/>
          </ac:spMkLst>
        </pc:spChg>
        <pc:grpChg chg="del mod">
          <ac:chgData name="Deepika Vatsa" userId="f7100972-27fe-4ee6-8fb4-ec9b7931b409" providerId="ADAL" clId="{BB4633DC-CD22-4EC8-A2AF-EB7AB12F3135}" dt="2025-07-31T09:51:11.163" v="1796"/>
          <ac:grpSpMkLst>
            <pc:docMk/>
            <pc:sldMk cId="2829657241" sldId="619"/>
            <ac:grpSpMk id="6" creationId="{0ABBE901-BE04-6908-6697-5E318AEE1E81}"/>
          </ac:grpSpMkLst>
        </pc:grpChg>
        <pc:grpChg chg="mod">
          <ac:chgData name="Deepika Vatsa" userId="f7100972-27fe-4ee6-8fb4-ec9b7931b409" providerId="ADAL" clId="{BB4633DC-CD22-4EC8-A2AF-EB7AB12F3135}" dt="2025-07-31T09:18:54.416" v="1086"/>
          <ac:grpSpMkLst>
            <pc:docMk/>
            <pc:sldMk cId="2829657241" sldId="619"/>
            <ac:grpSpMk id="11" creationId="{2055A1B4-1DFE-3D26-A6BC-BD4F342D23D6}"/>
          </ac:grpSpMkLst>
        </pc:grpChg>
        <pc:grpChg chg="mod">
          <ac:chgData name="Deepika Vatsa" userId="f7100972-27fe-4ee6-8fb4-ec9b7931b409" providerId="ADAL" clId="{BB4633DC-CD22-4EC8-A2AF-EB7AB12F3135}" dt="2025-07-31T09:18:59.159" v="1090"/>
          <ac:grpSpMkLst>
            <pc:docMk/>
            <pc:sldMk cId="2829657241" sldId="619"/>
            <ac:grpSpMk id="15" creationId="{48E81633-695F-ABB5-7A01-CF9EAD2AA692}"/>
          </ac:grpSpMkLst>
        </pc:grpChg>
        <pc:grpChg chg="mod">
          <ac:chgData name="Deepika Vatsa" userId="f7100972-27fe-4ee6-8fb4-ec9b7931b409" providerId="ADAL" clId="{BB4633DC-CD22-4EC8-A2AF-EB7AB12F3135}" dt="2025-07-31T09:19:07.616" v="1101"/>
          <ac:grpSpMkLst>
            <pc:docMk/>
            <pc:sldMk cId="2829657241" sldId="619"/>
            <ac:grpSpMk id="26" creationId="{F6A1E91F-9759-E39C-CB39-52CBD3F61072}"/>
          </ac:grpSpMkLst>
        </pc:grpChg>
        <pc:grpChg chg="mod">
          <ac:chgData name="Deepika Vatsa" userId="f7100972-27fe-4ee6-8fb4-ec9b7931b409" providerId="ADAL" clId="{BB4633DC-CD22-4EC8-A2AF-EB7AB12F3135}" dt="2025-07-31T09:19:07.616" v="1101"/>
          <ac:grpSpMkLst>
            <pc:docMk/>
            <pc:sldMk cId="2829657241" sldId="619"/>
            <ac:grpSpMk id="27" creationId="{27A291F9-72D1-39A2-03CA-BCDFD9383732}"/>
          </ac:grpSpMkLst>
        </pc:grpChg>
        <pc:grpChg chg="del mod">
          <ac:chgData name="Deepika Vatsa" userId="f7100972-27fe-4ee6-8fb4-ec9b7931b409" providerId="ADAL" clId="{BB4633DC-CD22-4EC8-A2AF-EB7AB12F3135}" dt="2025-07-31T09:20:12.906" v="1135"/>
          <ac:grpSpMkLst>
            <pc:docMk/>
            <pc:sldMk cId="2829657241" sldId="619"/>
            <ac:grpSpMk id="37" creationId="{01216EEF-45DD-91BF-8161-01C8799CAB6C}"/>
          </ac:grpSpMkLst>
        </pc:grpChg>
        <pc:grpChg chg="mod">
          <ac:chgData name="Deepika Vatsa" userId="f7100972-27fe-4ee6-8fb4-ec9b7931b409" providerId="ADAL" clId="{BB4633DC-CD22-4EC8-A2AF-EB7AB12F3135}" dt="2025-07-31T09:19:47.168" v="1111"/>
          <ac:grpSpMkLst>
            <pc:docMk/>
            <pc:sldMk cId="2829657241" sldId="619"/>
            <ac:grpSpMk id="38" creationId="{9E2B42C9-FDEA-2575-78AC-DBF7FEEE1673}"/>
          </ac:grpSpMkLst>
        </pc:grpChg>
        <pc:grpChg chg="mod">
          <ac:chgData name="Deepika Vatsa" userId="f7100972-27fe-4ee6-8fb4-ec9b7931b409" providerId="ADAL" clId="{BB4633DC-CD22-4EC8-A2AF-EB7AB12F3135}" dt="2025-07-31T09:19:47.168" v="1111"/>
          <ac:grpSpMkLst>
            <pc:docMk/>
            <pc:sldMk cId="2829657241" sldId="619"/>
            <ac:grpSpMk id="39" creationId="{5EE364D1-7A09-F89E-1E94-D9E5C30618BE}"/>
          </ac:grpSpMkLst>
        </pc:grpChg>
        <pc:grpChg chg="mod">
          <ac:chgData name="Deepika Vatsa" userId="f7100972-27fe-4ee6-8fb4-ec9b7931b409" providerId="ADAL" clId="{BB4633DC-CD22-4EC8-A2AF-EB7AB12F3135}" dt="2025-07-31T09:19:50.441" v="1117"/>
          <ac:grpSpMkLst>
            <pc:docMk/>
            <pc:sldMk cId="2829657241" sldId="619"/>
            <ac:grpSpMk id="45" creationId="{06E10B17-F72B-87BD-BD8A-38FEC2AD1F79}"/>
          </ac:grpSpMkLst>
        </pc:grpChg>
        <pc:grpChg chg="del mod">
          <ac:chgData name="Deepika Vatsa" userId="f7100972-27fe-4ee6-8fb4-ec9b7931b409" providerId="ADAL" clId="{BB4633DC-CD22-4EC8-A2AF-EB7AB12F3135}" dt="2025-07-31T09:19:59.337" v="1128"/>
          <ac:grpSpMkLst>
            <pc:docMk/>
            <pc:sldMk cId="2829657241" sldId="619"/>
            <ac:grpSpMk id="56" creationId="{61C4487C-36B4-EF35-B9F5-50DE908B0A1C}"/>
          </ac:grpSpMkLst>
        </pc:grpChg>
        <pc:grpChg chg="mod">
          <ac:chgData name="Deepika Vatsa" userId="f7100972-27fe-4ee6-8fb4-ec9b7931b409" providerId="ADAL" clId="{BB4633DC-CD22-4EC8-A2AF-EB7AB12F3135}" dt="2025-07-31T09:19:59.337" v="1128"/>
          <ac:grpSpMkLst>
            <pc:docMk/>
            <pc:sldMk cId="2829657241" sldId="619"/>
            <ac:grpSpMk id="57" creationId="{D5DDCFD3-808A-F9F2-443A-E76F4D642363}"/>
          </ac:grpSpMkLst>
        </pc:grpChg>
        <pc:grpChg chg="mod">
          <ac:chgData name="Deepika Vatsa" userId="f7100972-27fe-4ee6-8fb4-ec9b7931b409" providerId="ADAL" clId="{BB4633DC-CD22-4EC8-A2AF-EB7AB12F3135}" dt="2025-07-31T09:20:09.749" v="1131"/>
          <ac:grpSpMkLst>
            <pc:docMk/>
            <pc:sldMk cId="2829657241" sldId="619"/>
            <ac:grpSpMk id="60" creationId="{B857CA14-49FA-43FA-9C9C-6E1BA6CA23B7}"/>
          </ac:grpSpMkLst>
        </pc:grpChg>
        <pc:grpChg chg="mod">
          <ac:chgData name="Deepika Vatsa" userId="f7100972-27fe-4ee6-8fb4-ec9b7931b409" providerId="ADAL" clId="{BB4633DC-CD22-4EC8-A2AF-EB7AB12F3135}" dt="2025-07-31T09:20:12.906" v="1135"/>
          <ac:grpSpMkLst>
            <pc:docMk/>
            <pc:sldMk cId="2829657241" sldId="619"/>
            <ac:grpSpMk id="64" creationId="{0C0A8171-597D-14D6-E679-583D2E46C784}"/>
          </ac:grpSpMkLst>
        </pc:grpChg>
        <pc:grpChg chg="del mod">
          <ac:chgData name="Deepika Vatsa" userId="f7100972-27fe-4ee6-8fb4-ec9b7931b409" providerId="ADAL" clId="{BB4633DC-CD22-4EC8-A2AF-EB7AB12F3135}" dt="2025-07-31T09:23:41.354" v="1255"/>
          <ac:grpSpMkLst>
            <pc:docMk/>
            <pc:sldMk cId="2829657241" sldId="619"/>
            <ac:grpSpMk id="71" creationId="{4A36EC31-D8F4-52C9-F0E1-DEC2350D0F01}"/>
          </ac:grpSpMkLst>
        </pc:grpChg>
        <pc:grpChg chg="mod">
          <ac:chgData name="Deepika Vatsa" userId="f7100972-27fe-4ee6-8fb4-ec9b7931b409" providerId="ADAL" clId="{BB4633DC-CD22-4EC8-A2AF-EB7AB12F3135}" dt="2025-07-31T09:53:24.259" v="1902" actId="1038"/>
          <ac:grpSpMkLst>
            <pc:docMk/>
            <pc:sldMk cId="2829657241" sldId="619"/>
            <ac:grpSpMk id="75" creationId="{DAB7C444-254D-7CCE-0D0E-D8DA9FE38A7B}"/>
          </ac:grpSpMkLst>
        </pc:grpChg>
        <pc:grpChg chg="mod">
          <ac:chgData name="Deepika Vatsa" userId="f7100972-27fe-4ee6-8fb4-ec9b7931b409" providerId="ADAL" clId="{BB4633DC-CD22-4EC8-A2AF-EB7AB12F3135}" dt="2025-07-31T09:53:24.259" v="1902" actId="1038"/>
          <ac:grpSpMkLst>
            <pc:docMk/>
            <pc:sldMk cId="2829657241" sldId="619"/>
            <ac:grpSpMk id="82" creationId="{8FADEFC9-F3BD-6747-89BD-C3F89BF23CCD}"/>
          </ac:grpSpMkLst>
        </pc:grpChg>
        <pc:grpChg chg="mod">
          <ac:chgData name="Deepika Vatsa" userId="f7100972-27fe-4ee6-8fb4-ec9b7931b409" providerId="ADAL" clId="{BB4633DC-CD22-4EC8-A2AF-EB7AB12F3135}" dt="2025-07-31T09:53:24.259" v="1902" actId="1038"/>
          <ac:grpSpMkLst>
            <pc:docMk/>
            <pc:sldMk cId="2829657241" sldId="619"/>
            <ac:grpSpMk id="83" creationId="{355A60A8-6333-318F-4E9C-9D273CC84532}"/>
          </ac:grpSpMkLst>
        </pc:grpChg>
        <pc:grpChg chg="del mod">
          <ac:chgData name="Deepika Vatsa" userId="f7100972-27fe-4ee6-8fb4-ec9b7931b409" providerId="ADAL" clId="{BB4633DC-CD22-4EC8-A2AF-EB7AB12F3135}" dt="2025-07-31T09:22:38.010" v="1199"/>
          <ac:grpSpMkLst>
            <pc:docMk/>
            <pc:sldMk cId="2829657241" sldId="619"/>
            <ac:grpSpMk id="86" creationId="{09C50E6A-03FE-F752-D632-AD7CB4F152BA}"/>
          </ac:grpSpMkLst>
        </pc:grpChg>
        <pc:grpChg chg="mod">
          <ac:chgData name="Deepika Vatsa" userId="f7100972-27fe-4ee6-8fb4-ec9b7931b409" providerId="ADAL" clId="{BB4633DC-CD22-4EC8-A2AF-EB7AB12F3135}" dt="2025-07-31T09:53:24.259" v="1902" actId="1038"/>
          <ac:grpSpMkLst>
            <pc:docMk/>
            <pc:sldMk cId="2829657241" sldId="619"/>
            <ac:grpSpMk id="100" creationId="{74E7B369-7CF4-063F-178C-03A65D81DBB3}"/>
          </ac:grpSpMkLst>
        </pc:grpChg>
        <pc:grpChg chg="mod">
          <ac:chgData name="Deepika Vatsa" userId="f7100972-27fe-4ee6-8fb4-ec9b7931b409" providerId="ADAL" clId="{BB4633DC-CD22-4EC8-A2AF-EB7AB12F3135}" dt="2025-07-31T09:53:24.259" v="1902" actId="1038"/>
          <ac:grpSpMkLst>
            <pc:docMk/>
            <pc:sldMk cId="2829657241" sldId="619"/>
            <ac:grpSpMk id="101" creationId="{09571FBA-1DD1-11BE-7FA7-855B6AC3F1D6}"/>
          </ac:grpSpMkLst>
        </pc:grpChg>
        <pc:grpChg chg="mod">
          <ac:chgData name="Deepika Vatsa" userId="f7100972-27fe-4ee6-8fb4-ec9b7931b409" providerId="ADAL" clId="{BB4633DC-CD22-4EC8-A2AF-EB7AB12F3135}" dt="2025-07-31T09:53:24.259" v="1902" actId="1038"/>
          <ac:grpSpMkLst>
            <pc:docMk/>
            <pc:sldMk cId="2829657241" sldId="619"/>
            <ac:grpSpMk id="108" creationId="{F4CAC161-F5BE-1F68-A174-D169480CFD7A}"/>
          </ac:grpSpMkLst>
        </pc:grpChg>
        <pc:grpChg chg="del mod">
          <ac:chgData name="Deepika Vatsa" userId="f7100972-27fe-4ee6-8fb4-ec9b7931b409" providerId="ADAL" clId="{BB4633DC-CD22-4EC8-A2AF-EB7AB12F3135}" dt="2025-07-31T09:23:40.497" v="1253"/>
          <ac:grpSpMkLst>
            <pc:docMk/>
            <pc:sldMk cId="2829657241" sldId="619"/>
            <ac:grpSpMk id="111" creationId="{B27588CD-315B-E9A9-5565-CB2E07ED891B}"/>
          </ac:grpSpMkLst>
        </pc:grpChg>
        <pc:grpChg chg="del mod">
          <ac:chgData name="Deepika Vatsa" userId="f7100972-27fe-4ee6-8fb4-ec9b7931b409" providerId="ADAL" clId="{BB4633DC-CD22-4EC8-A2AF-EB7AB12F3135}" dt="2025-07-31T09:22:58.714" v="1215"/>
          <ac:grpSpMkLst>
            <pc:docMk/>
            <pc:sldMk cId="2829657241" sldId="619"/>
            <ac:grpSpMk id="114" creationId="{D1756340-C84D-FAA3-4B47-A2B01CC3DC93}"/>
          </ac:grpSpMkLst>
        </pc:grpChg>
        <pc:grpChg chg="mod">
          <ac:chgData name="Deepika Vatsa" userId="f7100972-27fe-4ee6-8fb4-ec9b7931b409" providerId="ADAL" clId="{BB4633DC-CD22-4EC8-A2AF-EB7AB12F3135}" dt="2025-07-31T09:53:24.259" v="1902" actId="1038"/>
          <ac:grpSpMkLst>
            <pc:docMk/>
            <pc:sldMk cId="2829657241" sldId="619"/>
            <ac:grpSpMk id="117" creationId="{9E518A00-2347-4BCA-F414-7FE3593E8715}"/>
          </ac:grpSpMkLst>
        </pc:grpChg>
        <pc:grpChg chg="mod">
          <ac:chgData name="Deepika Vatsa" userId="f7100972-27fe-4ee6-8fb4-ec9b7931b409" providerId="ADAL" clId="{BB4633DC-CD22-4EC8-A2AF-EB7AB12F3135}" dt="2025-07-31T09:23:06.153" v="1227"/>
          <ac:grpSpMkLst>
            <pc:docMk/>
            <pc:sldMk cId="2829657241" sldId="619"/>
            <ac:grpSpMk id="123" creationId="{08AC4DBD-EBC8-2D99-0994-6A14603EB166}"/>
          </ac:grpSpMkLst>
        </pc:grpChg>
        <pc:grpChg chg="mod">
          <ac:chgData name="Deepika Vatsa" userId="f7100972-27fe-4ee6-8fb4-ec9b7931b409" providerId="ADAL" clId="{BB4633DC-CD22-4EC8-A2AF-EB7AB12F3135}" dt="2025-07-31T09:23:05.618" v="1225"/>
          <ac:grpSpMkLst>
            <pc:docMk/>
            <pc:sldMk cId="2829657241" sldId="619"/>
            <ac:grpSpMk id="125" creationId="{D0BDA6C1-6D62-57EE-A165-953E08B7C775}"/>
          </ac:grpSpMkLst>
        </pc:grpChg>
        <pc:grpChg chg="mod">
          <ac:chgData name="Deepika Vatsa" userId="f7100972-27fe-4ee6-8fb4-ec9b7931b409" providerId="ADAL" clId="{BB4633DC-CD22-4EC8-A2AF-EB7AB12F3135}" dt="2025-07-31T09:53:24.259" v="1902" actId="1038"/>
          <ac:grpSpMkLst>
            <pc:docMk/>
            <pc:sldMk cId="2829657241" sldId="619"/>
            <ac:grpSpMk id="128" creationId="{7800F148-71CC-5C97-D8B9-D77974A6163E}"/>
          </ac:grpSpMkLst>
        </pc:grpChg>
        <pc:grpChg chg="mod">
          <ac:chgData name="Deepika Vatsa" userId="f7100972-27fe-4ee6-8fb4-ec9b7931b409" providerId="ADAL" clId="{BB4633DC-CD22-4EC8-A2AF-EB7AB12F3135}" dt="2025-07-31T09:53:24.259" v="1902" actId="1038"/>
          <ac:grpSpMkLst>
            <pc:docMk/>
            <pc:sldMk cId="2829657241" sldId="619"/>
            <ac:grpSpMk id="133" creationId="{35BF424D-5A05-FFA0-C162-683E96DAB353}"/>
          </ac:grpSpMkLst>
        </pc:grpChg>
        <pc:grpChg chg="del mod">
          <ac:chgData name="Deepika Vatsa" userId="f7100972-27fe-4ee6-8fb4-ec9b7931b409" providerId="ADAL" clId="{BB4633DC-CD22-4EC8-A2AF-EB7AB12F3135}" dt="2025-07-31T09:23:22.402" v="1249"/>
          <ac:grpSpMkLst>
            <pc:docMk/>
            <pc:sldMk cId="2829657241" sldId="619"/>
            <ac:grpSpMk id="139" creationId="{3C0A1740-9D62-2115-2A35-2E1B296A5435}"/>
          </ac:grpSpMkLst>
        </pc:grpChg>
        <pc:grpChg chg="mod">
          <ac:chgData name="Deepika Vatsa" userId="f7100972-27fe-4ee6-8fb4-ec9b7931b409" providerId="ADAL" clId="{BB4633DC-CD22-4EC8-A2AF-EB7AB12F3135}" dt="2025-07-31T09:53:24.259" v="1902" actId="1038"/>
          <ac:grpSpMkLst>
            <pc:docMk/>
            <pc:sldMk cId="2829657241" sldId="619"/>
            <ac:grpSpMk id="146" creationId="{A66CFC8C-24EB-0312-DC8C-96A9F282B710}"/>
          </ac:grpSpMkLst>
        </pc:grpChg>
        <pc:grpChg chg="mod">
          <ac:chgData name="Deepika Vatsa" userId="f7100972-27fe-4ee6-8fb4-ec9b7931b409" providerId="ADAL" clId="{BB4633DC-CD22-4EC8-A2AF-EB7AB12F3135}" dt="2025-07-31T09:53:24.259" v="1902" actId="1038"/>
          <ac:grpSpMkLst>
            <pc:docMk/>
            <pc:sldMk cId="2829657241" sldId="619"/>
            <ac:grpSpMk id="147" creationId="{08145375-C4CC-2072-821F-749BC771AB97}"/>
          </ac:grpSpMkLst>
        </pc:grpChg>
        <pc:grpChg chg="mod">
          <ac:chgData name="Deepika Vatsa" userId="f7100972-27fe-4ee6-8fb4-ec9b7931b409" providerId="ADAL" clId="{BB4633DC-CD22-4EC8-A2AF-EB7AB12F3135}" dt="2025-07-31T09:53:24.259" v="1902" actId="1038"/>
          <ac:grpSpMkLst>
            <pc:docMk/>
            <pc:sldMk cId="2829657241" sldId="619"/>
            <ac:grpSpMk id="151" creationId="{02BBBEB1-B630-AC51-7495-0917838F12F6}"/>
          </ac:grpSpMkLst>
        </pc:grpChg>
        <pc:grpChg chg="del mod">
          <ac:chgData name="Deepika Vatsa" userId="f7100972-27fe-4ee6-8fb4-ec9b7931b409" providerId="ADAL" clId="{BB4633DC-CD22-4EC8-A2AF-EB7AB12F3135}" dt="2025-07-31T09:51:36.627" v="1823"/>
          <ac:grpSpMkLst>
            <pc:docMk/>
            <pc:sldMk cId="2829657241" sldId="619"/>
            <ac:grpSpMk id="153" creationId="{6F9EA61A-B8BF-ABA8-450C-7AEE35CB5BCF}"/>
          </ac:grpSpMkLst>
        </pc:grpChg>
        <pc:grpChg chg="mod">
          <ac:chgData name="Deepika Vatsa" userId="f7100972-27fe-4ee6-8fb4-ec9b7931b409" providerId="ADAL" clId="{BB4633DC-CD22-4EC8-A2AF-EB7AB12F3135}" dt="2025-07-31T09:53:24.259" v="1902" actId="1038"/>
          <ac:grpSpMkLst>
            <pc:docMk/>
            <pc:sldMk cId="2829657241" sldId="619"/>
            <ac:grpSpMk id="157" creationId="{4FCE9C6C-F98D-93BF-893F-968060BE60F4}"/>
          </ac:grpSpMkLst>
        </pc:grpChg>
        <pc:grpChg chg="mod">
          <ac:chgData name="Deepika Vatsa" userId="f7100972-27fe-4ee6-8fb4-ec9b7931b409" providerId="ADAL" clId="{BB4633DC-CD22-4EC8-A2AF-EB7AB12F3135}" dt="2025-07-31T09:51:19.614" v="1808"/>
          <ac:grpSpMkLst>
            <pc:docMk/>
            <pc:sldMk cId="2829657241" sldId="619"/>
            <ac:grpSpMk id="169" creationId="{93AE9F86-0B94-3720-2519-059F0B521F45}"/>
          </ac:grpSpMkLst>
        </pc:grpChg>
        <pc:grpChg chg="mod">
          <ac:chgData name="Deepika Vatsa" userId="f7100972-27fe-4ee6-8fb4-ec9b7931b409" providerId="ADAL" clId="{BB4633DC-CD22-4EC8-A2AF-EB7AB12F3135}" dt="2025-07-31T09:51:19.614" v="1808"/>
          <ac:grpSpMkLst>
            <pc:docMk/>
            <pc:sldMk cId="2829657241" sldId="619"/>
            <ac:grpSpMk id="170" creationId="{C183E9DD-4E97-A88E-62BF-19D141339179}"/>
          </ac:grpSpMkLst>
        </pc:grpChg>
        <pc:grpChg chg="del mod">
          <ac:chgData name="Deepika Vatsa" userId="f7100972-27fe-4ee6-8fb4-ec9b7931b409" providerId="ADAL" clId="{BB4633DC-CD22-4EC8-A2AF-EB7AB12F3135}" dt="2025-07-31T09:51:39.968" v="1826"/>
          <ac:grpSpMkLst>
            <pc:docMk/>
            <pc:sldMk cId="2829657241" sldId="619"/>
            <ac:grpSpMk id="178" creationId="{84FE66AE-9E8A-0D93-1437-D725719C90D4}"/>
          </ac:grpSpMkLst>
        </pc:grpChg>
        <pc:grpChg chg="del mod">
          <ac:chgData name="Deepika Vatsa" userId="f7100972-27fe-4ee6-8fb4-ec9b7931b409" providerId="ADAL" clId="{BB4633DC-CD22-4EC8-A2AF-EB7AB12F3135}" dt="2025-07-31T09:51:59.280" v="1846"/>
          <ac:grpSpMkLst>
            <pc:docMk/>
            <pc:sldMk cId="2829657241" sldId="619"/>
            <ac:grpSpMk id="181" creationId="{F48012CF-9AEE-0BB3-0DE3-4DEFDE55531E}"/>
          </ac:grpSpMkLst>
        </pc:grpChg>
        <pc:grpChg chg="mod">
          <ac:chgData name="Deepika Vatsa" userId="f7100972-27fe-4ee6-8fb4-ec9b7931b409" providerId="ADAL" clId="{BB4633DC-CD22-4EC8-A2AF-EB7AB12F3135}" dt="2025-07-31T09:53:24.259" v="1902" actId="1038"/>
          <ac:grpSpMkLst>
            <pc:docMk/>
            <pc:sldMk cId="2829657241" sldId="619"/>
            <ac:grpSpMk id="192" creationId="{67449114-C487-E832-858C-B97FE8362F44}"/>
          </ac:grpSpMkLst>
        </pc:grpChg>
        <pc:grpChg chg="mod">
          <ac:chgData name="Deepika Vatsa" userId="f7100972-27fe-4ee6-8fb4-ec9b7931b409" providerId="ADAL" clId="{BB4633DC-CD22-4EC8-A2AF-EB7AB12F3135}" dt="2025-07-31T09:53:24.259" v="1902" actId="1038"/>
          <ac:grpSpMkLst>
            <pc:docMk/>
            <pc:sldMk cId="2829657241" sldId="619"/>
            <ac:grpSpMk id="193" creationId="{D993FB50-D749-E494-D9F1-AB1B2DF95EA3}"/>
          </ac:grpSpMkLst>
        </pc:grpChg>
        <pc:inkChg chg="add del mod">
          <ac:chgData name="Deepika Vatsa" userId="f7100972-27fe-4ee6-8fb4-ec9b7931b409" providerId="ADAL" clId="{BB4633DC-CD22-4EC8-A2AF-EB7AB12F3135}" dt="2025-07-31T09:51:11.163" v="1796"/>
          <ac:inkMkLst>
            <pc:docMk/>
            <pc:sldMk cId="2829657241" sldId="619"/>
            <ac:inkMk id="4" creationId="{8DE985AD-E07B-A8C3-8477-A9E0460416EB}"/>
          </ac:inkMkLst>
        </pc:inkChg>
        <pc:inkChg chg="add mod">
          <ac:chgData name="Deepika Vatsa" userId="f7100972-27fe-4ee6-8fb4-ec9b7931b409" providerId="ADAL" clId="{BB4633DC-CD22-4EC8-A2AF-EB7AB12F3135}" dt="2025-07-31T09:51:11.163" v="1796"/>
          <ac:inkMkLst>
            <pc:docMk/>
            <pc:sldMk cId="2829657241" sldId="619"/>
            <ac:inkMk id="5" creationId="{1401C9D3-6441-1359-B0F2-0B797CC4F808}"/>
          </ac:inkMkLst>
        </pc:inkChg>
        <pc:inkChg chg="add mod">
          <ac:chgData name="Deepika Vatsa" userId="f7100972-27fe-4ee6-8fb4-ec9b7931b409" providerId="ADAL" clId="{BB4633DC-CD22-4EC8-A2AF-EB7AB12F3135}" dt="2025-07-31T09:18:54.416" v="1086"/>
          <ac:inkMkLst>
            <pc:docMk/>
            <pc:sldMk cId="2829657241" sldId="619"/>
            <ac:inkMk id="8" creationId="{D5DA8F06-41ED-5993-1307-983F16EDDCF3}"/>
          </ac:inkMkLst>
        </pc:inkChg>
        <pc:inkChg chg="add mod">
          <ac:chgData name="Deepika Vatsa" userId="f7100972-27fe-4ee6-8fb4-ec9b7931b409" providerId="ADAL" clId="{BB4633DC-CD22-4EC8-A2AF-EB7AB12F3135}" dt="2025-07-31T09:18:54.416" v="1086"/>
          <ac:inkMkLst>
            <pc:docMk/>
            <pc:sldMk cId="2829657241" sldId="619"/>
            <ac:inkMk id="9" creationId="{EC307A41-30F0-EEAF-7269-CB37933DBCF9}"/>
          </ac:inkMkLst>
        </pc:inkChg>
        <pc:inkChg chg="add">
          <ac:chgData name="Deepika Vatsa" userId="f7100972-27fe-4ee6-8fb4-ec9b7931b409" providerId="ADAL" clId="{BB4633DC-CD22-4EC8-A2AF-EB7AB12F3135}" dt="2025-07-31T09:18:53.753" v="1085" actId="9405"/>
          <ac:inkMkLst>
            <pc:docMk/>
            <pc:sldMk cId="2829657241" sldId="619"/>
            <ac:inkMk id="10" creationId="{8033A3DB-D58A-26FD-CA9C-0ADC2D3DB64B}"/>
          </ac:inkMkLst>
        </pc:inkChg>
        <pc:inkChg chg="add mod">
          <ac:chgData name="Deepika Vatsa" userId="f7100972-27fe-4ee6-8fb4-ec9b7931b409" providerId="ADAL" clId="{BB4633DC-CD22-4EC8-A2AF-EB7AB12F3135}" dt="2025-07-31T09:18:59.159" v="1090"/>
          <ac:inkMkLst>
            <pc:docMk/>
            <pc:sldMk cId="2829657241" sldId="619"/>
            <ac:inkMk id="12" creationId="{0D253F24-62E1-2AB3-5ED3-B9CA2B725DB6}"/>
          </ac:inkMkLst>
        </pc:inkChg>
        <pc:inkChg chg="add mod">
          <ac:chgData name="Deepika Vatsa" userId="f7100972-27fe-4ee6-8fb4-ec9b7931b409" providerId="ADAL" clId="{BB4633DC-CD22-4EC8-A2AF-EB7AB12F3135}" dt="2025-07-31T09:18:59.159" v="1090"/>
          <ac:inkMkLst>
            <pc:docMk/>
            <pc:sldMk cId="2829657241" sldId="619"/>
            <ac:inkMk id="13" creationId="{83989106-ABDD-6CCE-9A0F-362F27237873}"/>
          </ac:inkMkLst>
        </pc:inkChg>
        <pc:inkChg chg="add mod">
          <ac:chgData name="Deepika Vatsa" userId="f7100972-27fe-4ee6-8fb4-ec9b7931b409" providerId="ADAL" clId="{BB4633DC-CD22-4EC8-A2AF-EB7AB12F3135}" dt="2025-07-31T09:18:59.159" v="1090"/>
          <ac:inkMkLst>
            <pc:docMk/>
            <pc:sldMk cId="2829657241" sldId="619"/>
            <ac:inkMk id="14" creationId="{933DF8BC-054B-C745-D778-AC7DEEA1B72D}"/>
          </ac:inkMkLst>
        </pc:inkChg>
        <pc:inkChg chg="add mod">
          <ac:chgData name="Deepika Vatsa" userId="f7100972-27fe-4ee6-8fb4-ec9b7931b409" providerId="ADAL" clId="{BB4633DC-CD22-4EC8-A2AF-EB7AB12F3135}" dt="2025-07-31T09:19:07.616" v="1101"/>
          <ac:inkMkLst>
            <pc:docMk/>
            <pc:sldMk cId="2829657241" sldId="619"/>
            <ac:inkMk id="16" creationId="{14F15DB3-C155-93EC-593D-D542F25054A6}"/>
          </ac:inkMkLst>
        </pc:inkChg>
        <pc:inkChg chg="add mod">
          <ac:chgData name="Deepika Vatsa" userId="f7100972-27fe-4ee6-8fb4-ec9b7931b409" providerId="ADAL" clId="{BB4633DC-CD22-4EC8-A2AF-EB7AB12F3135}" dt="2025-07-31T09:19:07.616" v="1101"/>
          <ac:inkMkLst>
            <pc:docMk/>
            <pc:sldMk cId="2829657241" sldId="619"/>
            <ac:inkMk id="17" creationId="{9787C952-4012-ED64-9001-CBD527C9E6DC}"/>
          </ac:inkMkLst>
        </pc:inkChg>
        <pc:inkChg chg="add mod">
          <ac:chgData name="Deepika Vatsa" userId="f7100972-27fe-4ee6-8fb4-ec9b7931b409" providerId="ADAL" clId="{BB4633DC-CD22-4EC8-A2AF-EB7AB12F3135}" dt="2025-07-31T09:19:07.616" v="1101"/>
          <ac:inkMkLst>
            <pc:docMk/>
            <pc:sldMk cId="2829657241" sldId="619"/>
            <ac:inkMk id="18" creationId="{987E634C-F2FA-CFF6-0142-77593A51201B}"/>
          </ac:inkMkLst>
        </pc:inkChg>
        <pc:inkChg chg="add mod">
          <ac:chgData name="Deepika Vatsa" userId="f7100972-27fe-4ee6-8fb4-ec9b7931b409" providerId="ADAL" clId="{BB4633DC-CD22-4EC8-A2AF-EB7AB12F3135}" dt="2025-07-31T09:19:07.616" v="1101"/>
          <ac:inkMkLst>
            <pc:docMk/>
            <pc:sldMk cId="2829657241" sldId="619"/>
            <ac:inkMk id="19" creationId="{EC036D66-A6F9-0BC6-C486-9533861E292E}"/>
          </ac:inkMkLst>
        </pc:inkChg>
        <pc:inkChg chg="add">
          <ac:chgData name="Deepika Vatsa" userId="f7100972-27fe-4ee6-8fb4-ec9b7931b409" providerId="ADAL" clId="{BB4633DC-CD22-4EC8-A2AF-EB7AB12F3135}" dt="2025-07-31T09:19:03.995" v="1095" actId="9405"/>
          <ac:inkMkLst>
            <pc:docMk/>
            <pc:sldMk cId="2829657241" sldId="619"/>
            <ac:inkMk id="20" creationId="{A4E9F2C4-6F50-0637-6FA3-09D00A879530}"/>
          </ac:inkMkLst>
        </pc:inkChg>
        <pc:inkChg chg="add mod">
          <ac:chgData name="Deepika Vatsa" userId="f7100972-27fe-4ee6-8fb4-ec9b7931b409" providerId="ADAL" clId="{BB4633DC-CD22-4EC8-A2AF-EB7AB12F3135}" dt="2025-07-31T09:19:07.616" v="1101"/>
          <ac:inkMkLst>
            <pc:docMk/>
            <pc:sldMk cId="2829657241" sldId="619"/>
            <ac:inkMk id="21" creationId="{75BFCAB7-97C7-72BB-2336-65DDB20E136D}"/>
          </ac:inkMkLst>
        </pc:inkChg>
        <pc:inkChg chg="add mod">
          <ac:chgData name="Deepika Vatsa" userId="f7100972-27fe-4ee6-8fb4-ec9b7931b409" providerId="ADAL" clId="{BB4633DC-CD22-4EC8-A2AF-EB7AB12F3135}" dt="2025-07-31T09:19:07.616" v="1101"/>
          <ac:inkMkLst>
            <pc:docMk/>
            <pc:sldMk cId="2829657241" sldId="619"/>
            <ac:inkMk id="22" creationId="{5E0FB4F8-5C4D-949A-BFA6-D4B988B25451}"/>
          </ac:inkMkLst>
        </pc:inkChg>
        <pc:inkChg chg="add mod">
          <ac:chgData name="Deepika Vatsa" userId="f7100972-27fe-4ee6-8fb4-ec9b7931b409" providerId="ADAL" clId="{BB4633DC-CD22-4EC8-A2AF-EB7AB12F3135}" dt="2025-07-31T09:19:07.616" v="1101"/>
          <ac:inkMkLst>
            <pc:docMk/>
            <pc:sldMk cId="2829657241" sldId="619"/>
            <ac:inkMk id="23" creationId="{A4B25BC9-9013-3375-CF5C-2414B7360861}"/>
          </ac:inkMkLst>
        </pc:inkChg>
        <pc:inkChg chg="add mod">
          <ac:chgData name="Deepika Vatsa" userId="f7100972-27fe-4ee6-8fb4-ec9b7931b409" providerId="ADAL" clId="{BB4633DC-CD22-4EC8-A2AF-EB7AB12F3135}" dt="2025-07-31T09:19:07.616" v="1101"/>
          <ac:inkMkLst>
            <pc:docMk/>
            <pc:sldMk cId="2829657241" sldId="619"/>
            <ac:inkMk id="24" creationId="{6794673C-FFB6-0F24-80F1-CF8A2A33760E}"/>
          </ac:inkMkLst>
        </pc:inkChg>
        <pc:inkChg chg="add mod">
          <ac:chgData name="Deepika Vatsa" userId="f7100972-27fe-4ee6-8fb4-ec9b7931b409" providerId="ADAL" clId="{BB4633DC-CD22-4EC8-A2AF-EB7AB12F3135}" dt="2025-07-31T09:19:07.616" v="1101"/>
          <ac:inkMkLst>
            <pc:docMk/>
            <pc:sldMk cId="2829657241" sldId="619"/>
            <ac:inkMk id="25" creationId="{700D7B37-A5AE-5329-DDC3-55A751CB23D2}"/>
          </ac:inkMkLst>
        </pc:inkChg>
        <pc:inkChg chg="add">
          <ac:chgData name="Deepika Vatsa" userId="f7100972-27fe-4ee6-8fb4-ec9b7931b409" providerId="ADAL" clId="{BB4633DC-CD22-4EC8-A2AF-EB7AB12F3135}" dt="2025-07-31T09:19:09.807" v="1102" actId="9405"/>
          <ac:inkMkLst>
            <pc:docMk/>
            <pc:sldMk cId="2829657241" sldId="619"/>
            <ac:inkMk id="28" creationId="{6CD93F60-59CB-9017-B302-8F5E5C86E828}"/>
          </ac:inkMkLst>
        </pc:inkChg>
        <pc:inkChg chg="add mod">
          <ac:chgData name="Deepika Vatsa" userId="f7100972-27fe-4ee6-8fb4-ec9b7931b409" providerId="ADAL" clId="{BB4633DC-CD22-4EC8-A2AF-EB7AB12F3135}" dt="2025-07-31T09:19:47.168" v="1111"/>
          <ac:inkMkLst>
            <pc:docMk/>
            <pc:sldMk cId="2829657241" sldId="619"/>
            <ac:inkMk id="29" creationId="{2ED430DC-7F79-3EB1-F51E-0909508728CF}"/>
          </ac:inkMkLst>
        </pc:inkChg>
        <pc:inkChg chg="add mod">
          <ac:chgData name="Deepika Vatsa" userId="f7100972-27fe-4ee6-8fb4-ec9b7931b409" providerId="ADAL" clId="{BB4633DC-CD22-4EC8-A2AF-EB7AB12F3135}" dt="2025-07-31T09:19:47.168" v="1111"/>
          <ac:inkMkLst>
            <pc:docMk/>
            <pc:sldMk cId="2829657241" sldId="619"/>
            <ac:inkMk id="30" creationId="{B00873D1-3ADF-FA3A-E3BD-C9C08CFE8ED4}"/>
          </ac:inkMkLst>
        </pc:inkChg>
        <pc:inkChg chg="add mod">
          <ac:chgData name="Deepika Vatsa" userId="f7100972-27fe-4ee6-8fb4-ec9b7931b409" providerId="ADAL" clId="{BB4633DC-CD22-4EC8-A2AF-EB7AB12F3135}" dt="2025-07-31T09:19:47.168" v="1111"/>
          <ac:inkMkLst>
            <pc:docMk/>
            <pc:sldMk cId="2829657241" sldId="619"/>
            <ac:inkMk id="31" creationId="{389883D7-0C6C-6969-DAC8-091B9690D22D}"/>
          </ac:inkMkLst>
        </pc:inkChg>
        <pc:inkChg chg="add mod">
          <ac:chgData name="Deepika Vatsa" userId="f7100972-27fe-4ee6-8fb4-ec9b7931b409" providerId="ADAL" clId="{BB4633DC-CD22-4EC8-A2AF-EB7AB12F3135}" dt="2025-07-31T09:19:47.168" v="1111"/>
          <ac:inkMkLst>
            <pc:docMk/>
            <pc:sldMk cId="2829657241" sldId="619"/>
            <ac:inkMk id="32" creationId="{3F1F5A68-9FF2-1143-5217-3941E37CE27E}"/>
          </ac:inkMkLst>
        </pc:inkChg>
        <pc:inkChg chg="add">
          <ac:chgData name="Deepika Vatsa" userId="f7100972-27fe-4ee6-8fb4-ec9b7931b409" providerId="ADAL" clId="{BB4633DC-CD22-4EC8-A2AF-EB7AB12F3135}" dt="2025-07-31T09:19:44.356" v="1107" actId="9405"/>
          <ac:inkMkLst>
            <pc:docMk/>
            <pc:sldMk cId="2829657241" sldId="619"/>
            <ac:inkMk id="33" creationId="{FBDDEA10-C43E-EB0D-69B5-146DD304567F}"/>
          </ac:inkMkLst>
        </pc:inkChg>
        <pc:inkChg chg="add mod">
          <ac:chgData name="Deepika Vatsa" userId="f7100972-27fe-4ee6-8fb4-ec9b7931b409" providerId="ADAL" clId="{BB4633DC-CD22-4EC8-A2AF-EB7AB12F3135}" dt="2025-07-31T09:20:12.906" v="1135"/>
          <ac:inkMkLst>
            <pc:docMk/>
            <pc:sldMk cId="2829657241" sldId="619"/>
            <ac:inkMk id="34" creationId="{4A58FAEA-5BE5-BBF6-E870-0335ADFC0752}"/>
          </ac:inkMkLst>
        </pc:inkChg>
        <pc:inkChg chg="add mod">
          <ac:chgData name="Deepika Vatsa" userId="f7100972-27fe-4ee6-8fb4-ec9b7931b409" providerId="ADAL" clId="{BB4633DC-CD22-4EC8-A2AF-EB7AB12F3135}" dt="2025-07-31T09:20:12.906" v="1135"/>
          <ac:inkMkLst>
            <pc:docMk/>
            <pc:sldMk cId="2829657241" sldId="619"/>
            <ac:inkMk id="35" creationId="{3F2A18BA-9C5D-C0E6-0A76-83CD7DAB178A}"/>
          </ac:inkMkLst>
        </pc:inkChg>
        <pc:inkChg chg="add mod">
          <ac:chgData name="Deepika Vatsa" userId="f7100972-27fe-4ee6-8fb4-ec9b7931b409" providerId="ADAL" clId="{BB4633DC-CD22-4EC8-A2AF-EB7AB12F3135}" dt="2025-07-31T09:20:12.906" v="1135"/>
          <ac:inkMkLst>
            <pc:docMk/>
            <pc:sldMk cId="2829657241" sldId="619"/>
            <ac:inkMk id="36" creationId="{B4F203B4-C0B3-77DA-AB3C-F8FFF8F3451A}"/>
          </ac:inkMkLst>
        </pc:inkChg>
        <pc:inkChg chg="add mod">
          <ac:chgData name="Deepika Vatsa" userId="f7100972-27fe-4ee6-8fb4-ec9b7931b409" providerId="ADAL" clId="{BB4633DC-CD22-4EC8-A2AF-EB7AB12F3135}" dt="2025-07-31T09:20:12.906" v="1135"/>
          <ac:inkMkLst>
            <pc:docMk/>
            <pc:sldMk cId="2829657241" sldId="619"/>
            <ac:inkMk id="40" creationId="{F8081515-F139-61D2-1128-7D5FA72ADD2A}"/>
          </ac:inkMkLst>
        </pc:inkChg>
        <pc:inkChg chg="add mod">
          <ac:chgData name="Deepika Vatsa" userId="f7100972-27fe-4ee6-8fb4-ec9b7931b409" providerId="ADAL" clId="{BB4633DC-CD22-4EC8-A2AF-EB7AB12F3135}" dt="2025-07-31T09:19:50.441" v="1117"/>
          <ac:inkMkLst>
            <pc:docMk/>
            <pc:sldMk cId="2829657241" sldId="619"/>
            <ac:inkMk id="41" creationId="{CC7443C5-B721-BFE8-C79A-2752815F9E86}"/>
          </ac:inkMkLst>
        </pc:inkChg>
        <pc:inkChg chg="add mod">
          <ac:chgData name="Deepika Vatsa" userId="f7100972-27fe-4ee6-8fb4-ec9b7931b409" providerId="ADAL" clId="{BB4633DC-CD22-4EC8-A2AF-EB7AB12F3135}" dt="2025-07-31T09:19:50.441" v="1117"/>
          <ac:inkMkLst>
            <pc:docMk/>
            <pc:sldMk cId="2829657241" sldId="619"/>
            <ac:inkMk id="42" creationId="{F7B3222B-40C2-2294-B2CE-D2A38DAAEE41}"/>
          </ac:inkMkLst>
        </pc:inkChg>
        <pc:inkChg chg="add mod">
          <ac:chgData name="Deepika Vatsa" userId="f7100972-27fe-4ee6-8fb4-ec9b7931b409" providerId="ADAL" clId="{BB4633DC-CD22-4EC8-A2AF-EB7AB12F3135}" dt="2025-07-31T09:19:50.441" v="1117"/>
          <ac:inkMkLst>
            <pc:docMk/>
            <pc:sldMk cId="2829657241" sldId="619"/>
            <ac:inkMk id="43" creationId="{2184E4BE-86C0-9B07-9AA2-FFF86106F30E}"/>
          </ac:inkMkLst>
        </pc:inkChg>
        <pc:inkChg chg="add">
          <ac:chgData name="Deepika Vatsa" userId="f7100972-27fe-4ee6-8fb4-ec9b7931b409" providerId="ADAL" clId="{BB4633DC-CD22-4EC8-A2AF-EB7AB12F3135}" dt="2025-07-31T09:19:49.824" v="1116" actId="9405"/>
          <ac:inkMkLst>
            <pc:docMk/>
            <pc:sldMk cId="2829657241" sldId="619"/>
            <ac:inkMk id="44" creationId="{0C299229-37A5-18C2-6F1A-AAAC0A3FF66F}"/>
          </ac:inkMkLst>
        </pc:inkChg>
        <pc:inkChg chg="add mod">
          <ac:chgData name="Deepika Vatsa" userId="f7100972-27fe-4ee6-8fb4-ec9b7931b409" providerId="ADAL" clId="{BB4633DC-CD22-4EC8-A2AF-EB7AB12F3135}" dt="2025-07-31T09:19:59.337" v="1128"/>
          <ac:inkMkLst>
            <pc:docMk/>
            <pc:sldMk cId="2829657241" sldId="619"/>
            <ac:inkMk id="46" creationId="{FB31EF15-8A2D-D571-4D4C-25A75ECF6C41}"/>
          </ac:inkMkLst>
        </pc:inkChg>
        <pc:inkChg chg="add mod">
          <ac:chgData name="Deepika Vatsa" userId="f7100972-27fe-4ee6-8fb4-ec9b7931b409" providerId="ADAL" clId="{BB4633DC-CD22-4EC8-A2AF-EB7AB12F3135}" dt="2025-07-31T09:19:59.337" v="1128"/>
          <ac:inkMkLst>
            <pc:docMk/>
            <pc:sldMk cId="2829657241" sldId="619"/>
            <ac:inkMk id="47" creationId="{FE1AA666-0E44-3B71-5260-9235A38B9B90}"/>
          </ac:inkMkLst>
        </pc:inkChg>
        <pc:inkChg chg="add mod">
          <ac:chgData name="Deepika Vatsa" userId="f7100972-27fe-4ee6-8fb4-ec9b7931b409" providerId="ADAL" clId="{BB4633DC-CD22-4EC8-A2AF-EB7AB12F3135}" dt="2025-07-31T09:19:59.337" v="1128"/>
          <ac:inkMkLst>
            <pc:docMk/>
            <pc:sldMk cId="2829657241" sldId="619"/>
            <ac:inkMk id="48" creationId="{C315EDC8-0715-8088-4F73-16EC431B505E}"/>
          </ac:inkMkLst>
        </pc:inkChg>
        <pc:inkChg chg="add mod">
          <ac:chgData name="Deepika Vatsa" userId="f7100972-27fe-4ee6-8fb4-ec9b7931b409" providerId="ADAL" clId="{BB4633DC-CD22-4EC8-A2AF-EB7AB12F3135}" dt="2025-07-31T09:19:59.337" v="1128"/>
          <ac:inkMkLst>
            <pc:docMk/>
            <pc:sldMk cId="2829657241" sldId="619"/>
            <ac:inkMk id="49" creationId="{C3FD126B-A997-4E56-76B2-293B15C9153E}"/>
          </ac:inkMkLst>
        </pc:inkChg>
        <pc:inkChg chg="add mod">
          <ac:chgData name="Deepika Vatsa" userId="f7100972-27fe-4ee6-8fb4-ec9b7931b409" providerId="ADAL" clId="{BB4633DC-CD22-4EC8-A2AF-EB7AB12F3135}" dt="2025-07-31T09:19:59.337" v="1128"/>
          <ac:inkMkLst>
            <pc:docMk/>
            <pc:sldMk cId="2829657241" sldId="619"/>
            <ac:inkMk id="50" creationId="{23CC4CB6-5D3B-2FCB-3EBF-5F53E60BCB95}"/>
          </ac:inkMkLst>
        </pc:inkChg>
        <pc:inkChg chg="add mod">
          <ac:chgData name="Deepika Vatsa" userId="f7100972-27fe-4ee6-8fb4-ec9b7931b409" providerId="ADAL" clId="{BB4633DC-CD22-4EC8-A2AF-EB7AB12F3135}" dt="2025-07-31T09:19:59.337" v="1128"/>
          <ac:inkMkLst>
            <pc:docMk/>
            <pc:sldMk cId="2829657241" sldId="619"/>
            <ac:inkMk id="51" creationId="{0E691160-45F7-9995-2FA4-0E4D8F45B51F}"/>
          </ac:inkMkLst>
        </pc:inkChg>
        <pc:inkChg chg="add mod">
          <ac:chgData name="Deepika Vatsa" userId="f7100972-27fe-4ee6-8fb4-ec9b7931b409" providerId="ADAL" clId="{BB4633DC-CD22-4EC8-A2AF-EB7AB12F3135}" dt="2025-07-31T09:19:59.337" v="1128"/>
          <ac:inkMkLst>
            <pc:docMk/>
            <pc:sldMk cId="2829657241" sldId="619"/>
            <ac:inkMk id="52" creationId="{DC193F09-8841-2DCA-A5E0-C125B55A8DFC}"/>
          </ac:inkMkLst>
        </pc:inkChg>
        <pc:inkChg chg="add mod">
          <ac:chgData name="Deepika Vatsa" userId="f7100972-27fe-4ee6-8fb4-ec9b7931b409" providerId="ADAL" clId="{BB4633DC-CD22-4EC8-A2AF-EB7AB12F3135}" dt="2025-07-31T09:19:59.337" v="1128"/>
          <ac:inkMkLst>
            <pc:docMk/>
            <pc:sldMk cId="2829657241" sldId="619"/>
            <ac:inkMk id="53" creationId="{F39BBF63-9421-26FC-05AD-A0ECE637B690}"/>
          </ac:inkMkLst>
        </pc:inkChg>
        <pc:inkChg chg="add mod">
          <ac:chgData name="Deepika Vatsa" userId="f7100972-27fe-4ee6-8fb4-ec9b7931b409" providerId="ADAL" clId="{BB4633DC-CD22-4EC8-A2AF-EB7AB12F3135}" dt="2025-07-31T09:19:59.337" v="1128"/>
          <ac:inkMkLst>
            <pc:docMk/>
            <pc:sldMk cId="2829657241" sldId="619"/>
            <ac:inkMk id="54" creationId="{09F90C11-46E7-0C6F-9D9E-A27871331A4C}"/>
          </ac:inkMkLst>
        </pc:inkChg>
        <pc:inkChg chg="add mod">
          <ac:chgData name="Deepika Vatsa" userId="f7100972-27fe-4ee6-8fb4-ec9b7931b409" providerId="ADAL" clId="{BB4633DC-CD22-4EC8-A2AF-EB7AB12F3135}" dt="2025-07-31T09:19:59.337" v="1128"/>
          <ac:inkMkLst>
            <pc:docMk/>
            <pc:sldMk cId="2829657241" sldId="619"/>
            <ac:inkMk id="55" creationId="{8E6A1413-4F29-CE21-FF49-A4D36D592113}"/>
          </ac:inkMkLst>
        </pc:inkChg>
        <pc:inkChg chg="add mod">
          <ac:chgData name="Deepika Vatsa" userId="f7100972-27fe-4ee6-8fb4-ec9b7931b409" providerId="ADAL" clId="{BB4633DC-CD22-4EC8-A2AF-EB7AB12F3135}" dt="2025-07-31T09:20:09.749" v="1131"/>
          <ac:inkMkLst>
            <pc:docMk/>
            <pc:sldMk cId="2829657241" sldId="619"/>
            <ac:inkMk id="58" creationId="{B8477059-88BE-AE54-9843-685A1206EA94}"/>
          </ac:inkMkLst>
        </pc:inkChg>
        <pc:inkChg chg="add mod">
          <ac:chgData name="Deepika Vatsa" userId="f7100972-27fe-4ee6-8fb4-ec9b7931b409" providerId="ADAL" clId="{BB4633DC-CD22-4EC8-A2AF-EB7AB12F3135}" dt="2025-07-31T09:20:09.749" v="1131"/>
          <ac:inkMkLst>
            <pc:docMk/>
            <pc:sldMk cId="2829657241" sldId="619"/>
            <ac:inkMk id="59" creationId="{F936DF1D-2CDE-D885-8472-5366F9683215}"/>
          </ac:inkMkLst>
        </pc:inkChg>
        <pc:inkChg chg="add">
          <ac:chgData name="Deepika Vatsa" userId="f7100972-27fe-4ee6-8fb4-ec9b7931b409" providerId="ADAL" clId="{BB4633DC-CD22-4EC8-A2AF-EB7AB12F3135}" dt="2025-07-31T09:20:10.602" v="1132" actId="9405"/>
          <ac:inkMkLst>
            <pc:docMk/>
            <pc:sldMk cId="2829657241" sldId="619"/>
            <ac:inkMk id="61" creationId="{E75918B0-8BEB-9913-DF6F-3B12D1F37E26}"/>
          </ac:inkMkLst>
        </pc:inkChg>
        <pc:inkChg chg="add mod">
          <ac:chgData name="Deepika Vatsa" userId="f7100972-27fe-4ee6-8fb4-ec9b7931b409" providerId="ADAL" clId="{BB4633DC-CD22-4EC8-A2AF-EB7AB12F3135}" dt="2025-07-31T09:20:12.906" v="1135"/>
          <ac:inkMkLst>
            <pc:docMk/>
            <pc:sldMk cId="2829657241" sldId="619"/>
            <ac:inkMk id="62" creationId="{8B81B891-8928-F916-9C58-A58945E7383B}"/>
          </ac:inkMkLst>
        </pc:inkChg>
        <pc:inkChg chg="add mod">
          <ac:chgData name="Deepika Vatsa" userId="f7100972-27fe-4ee6-8fb4-ec9b7931b409" providerId="ADAL" clId="{BB4633DC-CD22-4EC8-A2AF-EB7AB12F3135}" dt="2025-07-31T09:20:12.906" v="1135"/>
          <ac:inkMkLst>
            <pc:docMk/>
            <pc:sldMk cId="2829657241" sldId="619"/>
            <ac:inkMk id="63" creationId="{127597CA-CA3F-EDD1-0AA9-7C8A4B732DD9}"/>
          </ac:inkMkLst>
        </pc:inkChg>
        <pc:inkChg chg="add">
          <ac:chgData name="Deepika Vatsa" userId="f7100972-27fe-4ee6-8fb4-ec9b7931b409" providerId="ADAL" clId="{BB4633DC-CD22-4EC8-A2AF-EB7AB12F3135}" dt="2025-07-31T09:20:13.623" v="1136" actId="9405"/>
          <ac:inkMkLst>
            <pc:docMk/>
            <pc:sldMk cId="2829657241" sldId="619"/>
            <ac:inkMk id="65" creationId="{7D49A849-74A1-18E4-AE42-91E8BE4CC5BF}"/>
          </ac:inkMkLst>
        </pc:inkChg>
        <pc:inkChg chg="add del mod">
          <ac:chgData name="Deepika Vatsa" userId="f7100972-27fe-4ee6-8fb4-ec9b7931b409" providerId="ADAL" clId="{BB4633DC-CD22-4EC8-A2AF-EB7AB12F3135}" dt="2025-07-31T09:51:24.844" v="1812"/>
          <ac:inkMkLst>
            <pc:docMk/>
            <pc:sldMk cId="2829657241" sldId="619"/>
            <ac:inkMk id="66" creationId="{C2B4F634-1013-DE1A-8A47-EAB311A40C5D}"/>
          </ac:inkMkLst>
        </pc:inkChg>
        <pc:inkChg chg="add del mod">
          <ac:chgData name="Deepika Vatsa" userId="f7100972-27fe-4ee6-8fb4-ec9b7931b409" providerId="ADAL" clId="{BB4633DC-CD22-4EC8-A2AF-EB7AB12F3135}" dt="2025-07-31T09:51:24.112" v="1811"/>
          <ac:inkMkLst>
            <pc:docMk/>
            <pc:sldMk cId="2829657241" sldId="619"/>
            <ac:inkMk id="67" creationId="{1CF79473-86B7-0ABD-65A7-BBFC08308AF3}"/>
          </ac:inkMkLst>
        </pc:inkChg>
        <pc:inkChg chg="add del mod">
          <ac:chgData name="Deepika Vatsa" userId="f7100972-27fe-4ee6-8fb4-ec9b7931b409" providerId="ADAL" clId="{BB4633DC-CD22-4EC8-A2AF-EB7AB12F3135}" dt="2025-07-31T09:51:24.110" v="1810"/>
          <ac:inkMkLst>
            <pc:docMk/>
            <pc:sldMk cId="2829657241" sldId="619"/>
            <ac:inkMk id="68" creationId="{BA888227-BA61-23F4-1055-94D1C590327F}"/>
          </ac:inkMkLst>
        </pc:inkChg>
        <pc:inkChg chg="add mod">
          <ac:chgData name="Deepika Vatsa" userId="f7100972-27fe-4ee6-8fb4-ec9b7931b409" providerId="ADAL" clId="{BB4633DC-CD22-4EC8-A2AF-EB7AB12F3135}" dt="2025-07-31T09:51:59.280" v="1846"/>
          <ac:inkMkLst>
            <pc:docMk/>
            <pc:sldMk cId="2829657241" sldId="619"/>
            <ac:inkMk id="69" creationId="{7B25C703-B057-692F-2D7D-A55DDB44D7AC}"/>
          </ac:inkMkLst>
        </pc:inkChg>
        <pc:inkChg chg="add mod">
          <ac:chgData name="Deepika Vatsa" userId="f7100972-27fe-4ee6-8fb4-ec9b7931b409" providerId="ADAL" clId="{BB4633DC-CD22-4EC8-A2AF-EB7AB12F3135}" dt="2025-07-31T09:51:59.280" v="1846"/>
          <ac:inkMkLst>
            <pc:docMk/>
            <pc:sldMk cId="2829657241" sldId="619"/>
            <ac:inkMk id="70" creationId="{3E163C82-3DF3-A3DE-28B2-1247128EA83C}"/>
          </ac:inkMkLst>
        </pc:inkChg>
        <pc:inkChg chg="add mod">
          <ac:chgData name="Deepika Vatsa" userId="f7100972-27fe-4ee6-8fb4-ec9b7931b409" providerId="ADAL" clId="{BB4633DC-CD22-4EC8-A2AF-EB7AB12F3135}" dt="2025-07-31T09:22:19.399" v="1175"/>
          <ac:inkMkLst>
            <pc:docMk/>
            <pc:sldMk cId="2829657241" sldId="619"/>
            <ac:inkMk id="72" creationId="{7EAB0349-C623-AC83-A0FA-445D4B6D903C}"/>
          </ac:inkMkLst>
        </pc:inkChg>
        <pc:inkChg chg="add mod">
          <ac:chgData name="Deepika Vatsa" userId="f7100972-27fe-4ee6-8fb4-ec9b7931b409" providerId="ADAL" clId="{BB4633DC-CD22-4EC8-A2AF-EB7AB12F3135}" dt="2025-07-31T09:22:19.399" v="1175"/>
          <ac:inkMkLst>
            <pc:docMk/>
            <pc:sldMk cId="2829657241" sldId="619"/>
            <ac:inkMk id="73" creationId="{72591547-2DB0-F9B5-F4BC-A3334FD515B4}"/>
          </ac:inkMkLst>
        </pc:inkChg>
        <pc:inkChg chg="add mod">
          <ac:chgData name="Deepika Vatsa" userId="f7100972-27fe-4ee6-8fb4-ec9b7931b409" providerId="ADAL" clId="{BB4633DC-CD22-4EC8-A2AF-EB7AB12F3135}" dt="2025-07-31T09:53:24.259" v="1902" actId="1038"/>
          <ac:inkMkLst>
            <pc:docMk/>
            <pc:sldMk cId="2829657241" sldId="619"/>
            <ac:inkMk id="74" creationId="{B8DCC4F5-ADF2-0549-4E3E-146CCA1D3C2F}"/>
          </ac:inkMkLst>
        </pc:inkChg>
        <pc:inkChg chg="add mod">
          <ac:chgData name="Deepika Vatsa" userId="f7100972-27fe-4ee6-8fb4-ec9b7931b409" providerId="ADAL" clId="{BB4633DC-CD22-4EC8-A2AF-EB7AB12F3135}" dt="2025-07-31T09:22:27.230" v="1182"/>
          <ac:inkMkLst>
            <pc:docMk/>
            <pc:sldMk cId="2829657241" sldId="619"/>
            <ac:inkMk id="76" creationId="{CF4F771A-70BD-586A-3102-345E2FD14EB6}"/>
          </ac:inkMkLst>
        </pc:inkChg>
        <pc:inkChg chg="add mod">
          <ac:chgData name="Deepika Vatsa" userId="f7100972-27fe-4ee6-8fb4-ec9b7931b409" providerId="ADAL" clId="{BB4633DC-CD22-4EC8-A2AF-EB7AB12F3135}" dt="2025-07-31T09:22:27.230" v="1182"/>
          <ac:inkMkLst>
            <pc:docMk/>
            <pc:sldMk cId="2829657241" sldId="619"/>
            <ac:inkMk id="77" creationId="{8B09D8F7-2EDD-3D7A-3D16-345B90435943}"/>
          </ac:inkMkLst>
        </pc:inkChg>
        <pc:inkChg chg="add mod">
          <ac:chgData name="Deepika Vatsa" userId="f7100972-27fe-4ee6-8fb4-ec9b7931b409" providerId="ADAL" clId="{BB4633DC-CD22-4EC8-A2AF-EB7AB12F3135}" dt="2025-07-31T09:22:27.230" v="1182"/>
          <ac:inkMkLst>
            <pc:docMk/>
            <pc:sldMk cId="2829657241" sldId="619"/>
            <ac:inkMk id="78" creationId="{054CCB7B-B4BC-C214-DB4B-11C71FBD4179}"/>
          </ac:inkMkLst>
        </pc:inkChg>
        <pc:inkChg chg="add mod">
          <ac:chgData name="Deepika Vatsa" userId="f7100972-27fe-4ee6-8fb4-ec9b7931b409" providerId="ADAL" clId="{BB4633DC-CD22-4EC8-A2AF-EB7AB12F3135}" dt="2025-07-31T09:22:27.230" v="1182"/>
          <ac:inkMkLst>
            <pc:docMk/>
            <pc:sldMk cId="2829657241" sldId="619"/>
            <ac:inkMk id="79" creationId="{AB918B56-DA21-329E-FB30-915FD14EAA8F}"/>
          </ac:inkMkLst>
        </pc:inkChg>
        <pc:inkChg chg="add mod">
          <ac:chgData name="Deepika Vatsa" userId="f7100972-27fe-4ee6-8fb4-ec9b7931b409" providerId="ADAL" clId="{BB4633DC-CD22-4EC8-A2AF-EB7AB12F3135}" dt="2025-07-31T09:22:27.230" v="1182"/>
          <ac:inkMkLst>
            <pc:docMk/>
            <pc:sldMk cId="2829657241" sldId="619"/>
            <ac:inkMk id="80" creationId="{210CBA8C-B154-C55E-8E77-2CB2194AF259}"/>
          </ac:inkMkLst>
        </pc:inkChg>
        <pc:inkChg chg="add mod">
          <ac:chgData name="Deepika Vatsa" userId="f7100972-27fe-4ee6-8fb4-ec9b7931b409" providerId="ADAL" clId="{BB4633DC-CD22-4EC8-A2AF-EB7AB12F3135}" dt="2025-07-31T09:22:27.230" v="1182"/>
          <ac:inkMkLst>
            <pc:docMk/>
            <pc:sldMk cId="2829657241" sldId="619"/>
            <ac:inkMk id="81" creationId="{4387C785-6FC3-1F24-F1EA-9F432265564C}"/>
          </ac:inkMkLst>
        </pc:inkChg>
        <pc:inkChg chg="add mod">
          <ac:chgData name="Deepika Vatsa" userId="f7100972-27fe-4ee6-8fb4-ec9b7931b409" providerId="ADAL" clId="{BB4633DC-CD22-4EC8-A2AF-EB7AB12F3135}" dt="2025-07-31T09:22:38.010" v="1199"/>
          <ac:inkMkLst>
            <pc:docMk/>
            <pc:sldMk cId="2829657241" sldId="619"/>
            <ac:inkMk id="84" creationId="{C919973A-0492-79F6-E850-805B66F73A67}"/>
          </ac:inkMkLst>
        </pc:inkChg>
        <pc:inkChg chg="add mod">
          <ac:chgData name="Deepika Vatsa" userId="f7100972-27fe-4ee6-8fb4-ec9b7931b409" providerId="ADAL" clId="{BB4633DC-CD22-4EC8-A2AF-EB7AB12F3135}" dt="2025-07-31T09:22:38.010" v="1199"/>
          <ac:inkMkLst>
            <pc:docMk/>
            <pc:sldMk cId="2829657241" sldId="619"/>
            <ac:inkMk id="85" creationId="{A25B1EA0-359C-EB7F-991D-242917955665}"/>
          </ac:inkMkLst>
        </pc:inkChg>
        <pc:inkChg chg="add mod">
          <ac:chgData name="Deepika Vatsa" userId="f7100972-27fe-4ee6-8fb4-ec9b7931b409" providerId="ADAL" clId="{BB4633DC-CD22-4EC8-A2AF-EB7AB12F3135}" dt="2025-07-31T09:22:38.010" v="1199"/>
          <ac:inkMkLst>
            <pc:docMk/>
            <pc:sldMk cId="2829657241" sldId="619"/>
            <ac:inkMk id="87" creationId="{DC51B864-FE79-921C-D47B-091443D78339}"/>
          </ac:inkMkLst>
        </pc:inkChg>
        <pc:inkChg chg="add mod">
          <ac:chgData name="Deepika Vatsa" userId="f7100972-27fe-4ee6-8fb4-ec9b7931b409" providerId="ADAL" clId="{BB4633DC-CD22-4EC8-A2AF-EB7AB12F3135}" dt="2025-07-31T09:22:38.010" v="1199"/>
          <ac:inkMkLst>
            <pc:docMk/>
            <pc:sldMk cId="2829657241" sldId="619"/>
            <ac:inkMk id="88" creationId="{D9D3CF97-2512-0BBD-E11F-9A747FD41912}"/>
          </ac:inkMkLst>
        </pc:inkChg>
        <pc:inkChg chg="add mod">
          <ac:chgData name="Deepika Vatsa" userId="f7100972-27fe-4ee6-8fb4-ec9b7931b409" providerId="ADAL" clId="{BB4633DC-CD22-4EC8-A2AF-EB7AB12F3135}" dt="2025-07-31T09:22:38.010" v="1199"/>
          <ac:inkMkLst>
            <pc:docMk/>
            <pc:sldMk cId="2829657241" sldId="619"/>
            <ac:inkMk id="89" creationId="{73AA2291-5959-46F5-855B-5D0F30178C6F}"/>
          </ac:inkMkLst>
        </pc:inkChg>
        <pc:inkChg chg="add mod">
          <ac:chgData name="Deepika Vatsa" userId="f7100972-27fe-4ee6-8fb4-ec9b7931b409" providerId="ADAL" clId="{BB4633DC-CD22-4EC8-A2AF-EB7AB12F3135}" dt="2025-07-31T09:22:38.010" v="1199"/>
          <ac:inkMkLst>
            <pc:docMk/>
            <pc:sldMk cId="2829657241" sldId="619"/>
            <ac:inkMk id="90" creationId="{D9DF5952-B7E5-A034-1DC4-B62AE547122B}"/>
          </ac:inkMkLst>
        </pc:inkChg>
        <pc:inkChg chg="add mod">
          <ac:chgData name="Deepika Vatsa" userId="f7100972-27fe-4ee6-8fb4-ec9b7931b409" providerId="ADAL" clId="{BB4633DC-CD22-4EC8-A2AF-EB7AB12F3135}" dt="2025-07-31T09:22:38.010" v="1199"/>
          <ac:inkMkLst>
            <pc:docMk/>
            <pc:sldMk cId="2829657241" sldId="619"/>
            <ac:inkMk id="91" creationId="{9CE4EC56-5442-9DD0-8759-3C606D1FFB01}"/>
          </ac:inkMkLst>
        </pc:inkChg>
        <pc:inkChg chg="add mod">
          <ac:chgData name="Deepika Vatsa" userId="f7100972-27fe-4ee6-8fb4-ec9b7931b409" providerId="ADAL" clId="{BB4633DC-CD22-4EC8-A2AF-EB7AB12F3135}" dt="2025-07-31T09:22:38.010" v="1199"/>
          <ac:inkMkLst>
            <pc:docMk/>
            <pc:sldMk cId="2829657241" sldId="619"/>
            <ac:inkMk id="92" creationId="{BFE86004-2AF0-B9C8-9194-C73E3A4CC7AD}"/>
          </ac:inkMkLst>
        </pc:inkChg>
        <pc:inkChg chg="add mod">
          <ac:chgData name="Deepika Vatsa" userId="f7100972-27fe-4ee6-8fb4-ec9b7931b409" providerId="ADAL" clId="{BB4633DC-CD22-4EC8-A2AF-EB7AB12F3135}" dt="2025-07-31T09:22:38.010" v="1199"/>
          <ac:inkMkLst>
            <pc:docMk/>
            <pc:sldMk cId="2829657241" sldId="619"/>
            <ac:inkMk id="93" creationId="{FAED4DBA-6154-CCE8-F240-DE79978FCB39}"/>
          </ac:inkMkLst>
        </pc:inkChg>
        <pc:inkChg chg="add mod">
          <ac:chgData name="Deepika Vatsa" userId="f7100972-27fe-4ee6-8fb4-ec9b7931b409" providerId="ADAL" clId="{BB4633DC-CD22-4EC8-A2AF-EB7AB12F3135}" dt="2025-07-31T09:22:38.010" v="1199"/>
          <ac:inkMkLst>
            <pc:docMk/>
            <pc:sldMk cId="2829657241" sldId="619"/>
            <ac:inkMk id="94" creationId="{2C7E18B2-13FD-0BD3-E41F-C7A6DC066129}"/>
          </ac:inkMkLst>
        </pc:inkChg>
        <pc:inkChg chg="add mod">
          <ac:chgData name="Deepika Vatsa" userId="f7100972-27fe-4ee6-8fb4-ec9b7931b409" providerId="ADAL" clId="{BB4633DC-CD22-4EC8-A2AF-EB7AB12F3135}" dt="2025-07-31T09:22:38.010" v="1199"/>
          <ac:inkMkLst>
            <pc:docMk/>
            <pc:sldMk cId="2829657241" sldId="619"/>
            <ac:inkMk id="95" creationId="{E202CEDA-5F37-E54E-4C67-0FE779EDAA85}"/>
          </ac:inkMkLst>
        </pc:inkChg>
        <pc:inkChg chg="add mod">
          <ac:chgData name="Deepika Vatsa" userId="f7100972-27fe-4ee6-8fb4-ec9b7931b409" providerId="ADAL" clId="{BB4633DC-CD22-4EC8-A2AF-EB7AB12F3135}" dt="2025-07-31T09:22:38.010" v="1199"/>
          <ac:inkMkLst>
            <pc:docMk/>
            <pc:sldMk cId="2829657241" sldId="619"/>
            <ac:inkMk id="96" creationId="{6147C6DF-DBB1-2EB7-8788-1C0C1A97FFAC}"/>
          </ac:inkMkLst>
        </pc:inkChg>
        <pc:inkChg chg="add mod">
          <ac:chgData name="Deepika Vatsa" userId="f7100972-27fe-4ee6-8fb4-ec9b7931b409" providerId="ADAL" clId="{BB4633DC-CD22-4EC8-A2AF-EB7AB12F3135}" dt="2025-07-31T09:22:38.010" v="1199"/>
          <ac:inkMkLst>
            <pc:docMk/>
            <pc:sldMk cId="2829657241" sldId="619"/>
            <ac:inkMk id="97" creationId="{82142270-D9B0-8A29-2478-43F5654BF945}"/>
          </ac:inkMkLst>
        </pc:inkChg>
        <pc:inkChg chg="add mod">
          <ac:chgData name="Deepika Vatsa" userId="f7100972-27fe-4ee6-8fb4-ec9b7931b409" providerId="ADAL" clId="{BB4633DC-CD22-4EC8-A2AF-EB7AB12F3135}" dt="2025-07-31T09:22:38.010" v="1199"/>
          <ac:inkMkLst>
            <pc:docMk/>
            <pc:sldMk cId="2829657241" sldId="619"/>
            <ac:inkMk id="98" creationId="{115D176D-9CBB-7A2E-64DD-578D2A9D8D34}"/>
          </ac:inkMkLst>
        </pc:inkChg>
        <pc:inkChg chg="add mod">
          <ac:chgData name="Deepika Vatsa" userId="f7100972-27fe-4ee6-8fb4-ec9b7931b409" providerId="ADAL" clId="{BB4633DC-CD22-4EC8-A2AF-EB7AB12F3135}" dt="2025-07-31T09:22:38.010" v="1199"/>
          <ac:inkMkLst>
            <pc:docMk/>
            <pc:sldMk cId="2829657241" sldId="619"/>
            <ac:inkMk id="99" creationId="{DCADB5AD-7CD8-DC4F-4A78-222CED0478C0}"/>
          </ac:inkMkLst>
        </pc:inkChg>
        <pc:inkChg chg="add mod">
          <ac:chgData name="Deepika Vatsa" userId="f7100972-27fe-4ee6-8fb4-ec9b7931b409" providerId="ADAL" clId="{BB4633DC-CD22-4EC8-A2AF-EB7AB12F3135}" dt="2025-07-31T09:22:42.656" v="1206"/>
          <ac:inkMkLst>
            <pc:docMk/>
            <pc:sldMk cId="2829657241" sldId="619"/>
            <ac:inkMk id="102" creationId="{D092A4C8-0F53-9F4B-B97C-97718DF2DC39}"/>
          </ac:inkMkLst>
        </pc:inkChg>
        <pc:inkChg chg="add mod">
          <ac:chgData name="Deepika Vatsa" userId="f7100972-27fe-4ee6-8fb4-ec9b7931b409" providerId="ADAL" clId="{BB4633DC-CD22-4EC8-A2AF-EB7AB12F3135}" dt="2025-07-31T09:22:42.656" v="1206"/>
          <ac:inkMkLst>
            <pc:docMk/>
            <pc:sldMk cId="2829657241" sldId="619"/>
            <ac:inkMk id="103" creationId="{E6693FD5-BFB9-D7E4-BF9E-29BABA108EFB}"/>
          </ac:inkMkLst>
        </pc:inkChg>
        <pc:inkChg chg="add mod">
          <ac:chgData name="Deepika Vatsa" userId="f7100972-27fe-4ee6-8fb4-ec9b7931b409" providerId="ADAL" clId="{BB4633DC-CD22-4EC8-A2AF-EB7AB12F3135}" dt="2025-07-31T09:22:42.656" v="1206"/>
          <ac:inkMkLst>
            <pc:docMk/>
            <pc:sldMk cId="2829657241" sldId="619"/>
            <ac:inkMk id="104" creationId="{131F6433-72F8-A094-EF0E-0580B4F8F3FE}"/>
          </ac:inkMkLst>
        </pc:inkChg>
        <pc:inkChg chg="add mod">
          <ac:chgData name="Deepika Vatsa" userId="f7100972-27fe-4ee6-8fb4-ec9b7931b409" providerId="ADAL" clId="{BB4633DC-CD22-4EC8-A2AF-EB7AB12F3135}" dt="2025-07-31T09:22:42.656" v="1206"/>
          <ac:inkMkLst>
            <pc:docMk/>
            <pc:sldMk cId="2829657241" sldId="619"/>
            <ac:inkMk id="105" creationId="{05AB58AE-A2BB-2418-4B14-8941AD069F84}"/>
          </ac:inkMkLst>
        </pc:inkChg>
        <pc:inkChg chg="add mod">
          <ac:chgData name="Deepika Vatsa" userId="f7100972-27fe-4ee6-8fb4-ec9b7931b409" providerId="ADAL" clId="{BB4633DC-CD22-4EC8-A2AF-EB7AB12F3135}" dt="2025-07-31T09:22:42.656" v="1206"/>
          <ac:inkMkLst>
            <pc:docMk/>
            <pc:sldMk cId="2829657241" sldId="619"/>
            <ac:inkMk id="106" creationId="{965F2FE4-10BD-AE4A-463A-9DDCD8595E5B}"/>
          </ac:inkMkLst>
        </pc:inkChg>
        <pc:inkChg chg="add mod">
          <ac:chgData name="Deepika Vatsa" userId="f7100972-27fe-4ee6-8fb4-ec9b7931b409" providerId="ADAL" clId="{BB4633DC-CD22-4EC8-A2AF-EB7AB12F3135}" dt="2025-07-31T09:53:24.259" v="1902" actId="1038"/>
          <ac:inkMkLst>
            <pc:docMk/>
            <pc:sldMk cId="2829657241" sldId="619"/>
            <ac:inkMk id="107" creationId="{A2CDF179-7383-E832-76F3-3DF73BE8CC8A}"/>
          </ac:inkMkLst>
        </pc:inkChg>
        <pc:inkChg chg="add mod">
          <ac:chgData name="Deepika Vatsa" userId="f7100972-27fe-4ee6-8fb4-ec9b7931b409" providerId="ADAL" clId="{BB4633DC-CD22-4EC8-A2AF-EB7AB12F3135}" dt="2025-07-31T09:51:26.286" v="1815"/>
          <ac:inkMkLst>
            <pc:docMk/>
            <pc:sldMk cId="2829657241" sldId="619"/>
            <ac:inkMk id="109" creationId="{07F1613B-61E6-0877-4F88-890E7B384E8B}"/>
          </ac:inkMkLst>
        </pc:inkChg>
        <pc:inkChg chg="add mod">
          <ac:chgData name="Deepika Vatsa" userId="f7100972-27fe-4ee6-8fb4-ec9b7931b409" providerId="ADAL" clId="{BB4633DC-CD22-4EC8-A2AF-EB7AB12F3135}" dt="2025-07-31T09:51:26.286" v="1815"/>
          <ac:inkMkLst>
            <pc:docMk/>
            <pc:sldMk cId="2829657241" sldId="619"/>
            <ac:inkMk id="110" creationId="{2C7AAA28-B955-559D-08EA-A13AA5AE25FE}"/>
          </ac:inkMkLst>
        </pc:inkChg>
        <pc:inkChg chg="add mod">
          <ac:chgData name="Deepika Vatsa" userId="f7100972-27fe-4ee6-8fb4-ec9b7931b409" providerId="ADAL" clId="{BB4633DC-CD22-4EC8-A2AF-EB7AB12F3135}" dt="2025-07-31T09:22:58.714" v="1215"/>
          <ac:inkMkLst>
            <pc:docMk/>
            <pc:sldMk cId="2829657241" sldId="619"/>
            <ac:inkMk id="112" creationId="{A6B37CF9-09AF-3D84-A1E1-FC51E2C42128}"/>
          </ac:inkMkLst>
        </pc:inkChg>
        <pc:inkChg chg="add mod">
          <ac:chgData name="Deepika Vatsa" userId="f7100972-27fe-4ee6-8fb4-ec9b7931b409" providerId="ADAL" clId="{BB4633DC-CD22-4EC8-A2AF-EB7AB12F3135}" dt="2025-07-31T09:22:58.714" v="1215"/>
          <ac:inkMkLst>
            <pc:docMk/>
            <pc:sldMk cId="2829657241" sldId="619"/>
            <ac:inkMk id="113" creationId="{94952B9D-35C1-2902-D9C9-3A639BB9B4A9}"/>
          </ac:inkMkLst>
        </pc:inkChg>
        <pc:inkChg chg="add mod">
          <ac:chgData name="Deepika Vatsa" userId="f7100972-27fe-4ee6-8fb4-ec9b7931b409" providerId="ADAL" clId="{BB4633DC-CD22-4EC8-A2AF-EB7AB12F3135}" dt="2025-07-31T09:22:58.714" v="1215"/>
          <ac:inkMkLst>
            <pc:docMk/>
            <pc:sldMk cId="2829657241" sldId="619"/>
            <ac:inkMk id="115" creationId="{23C69802-FE6D-43EE-02CA-059FE8FAFB8C}"/>
          </ac:inkMkLst>
        </pc:inkChg>
        <pc:inkChg chg="add mod">
          <ac:chgData name="Deepika Vatsa" userId="f7100972-27fe-4ee6-8fb4-ec9b7931b409" providerId="ADAL" clId="{BB4633DC-CD22-4EC8-A2AF-EB7AB12F3135}" dt="2025-07-31T09:53:24.259" v="1902" actId="1038"/>
          <ac:inkMkLst>
            <pc:docMk/>
            <pc:sldMk cId="2829657241" sldId="619"/>
            <ac:inkMk id="116" creationId="{06698E97-5867-60B8-6C71-77585CFC83BC}"/>
          </ac:inkMkLst>
        </pc:inkChg>
        <pc:inkChg chg="add mod">
          <ac:chgData name="Deepika Vatsa" userId="f7100972-27fe-4ee6-8fb4-ec9b7931b409" providerId="ADAL" clId="{BB4633DC-CD22-4EC8-A2AF-EB7AB12F3135}" dt="2025-07-31T09:53:24.259" v="1902" actId="1038"/>
          <ac:inkMkLst>
            <pc:docMk/>
            <pc:sldMk cId="2829657241" sldId="619"/>
            <ac:inkMk id="118" creationId="{3DCEF402-42EB-6409-74A0-90DE12F9ABDE}"/>
          </ac:inkMkLst>
        </pc:inkChg>
        <pc:inkChg chg="add mod">
          <ac:chgData name="Deepika Vatsa" userId="f7100972-27fe-4ee6-8fb4-ec9b7931b409" providerId="ADAL" clId="{BB4633DC-CD22-4EC8-A2AF-EB7AB12F3135}" dt="2025-07-31T09:23:10.070" v="1231"/>
          <ac:inkMkLst>
            <pc:docMk/>
            <pc:sldMk cId="2829657241" sldId="619"/>
            <ac:inkMk id="119" creationId="{5119ABFC-195E-4BCE-6265-8B1B20C3F8BF}"/>
          </ac:inkMkLst>
        </pc:inkChg>
        <pc:inkChg chg="add mod">
          <ac:chgData name="Deepika Vatsa" userId="f7100972-27fe-4ee6-8fb4-ec9b7931b409" providerId="ADAL" clId="{BB4633DC-CD22-4EC8-A2AF-EB7AB12F3135}" dt="2025-07-31T09:23:10.070" v="1231"/>
          <ac:inkMkLst>
            <pc:docMk/>
            <pc:sldMk cId="2829657241" sldId="619"/>
            <ac:inkMk id="120" creationId="{A15BED12-4BC8-1EC7-2DC1-6581B433FD22}"/>
          </ac:inkMkLst>
        </pc:inkChg>
        <pc:inkChg chg="add del mod">
          <ac:chgData name="Deepika Vatsa" userId="f7100972-27fe-4ee6-8fb4-ec9b7931b409" providerId="ADAL" clId="{BB4633DC-CD22-4EC8-A2AF-EB7AB12F3135}" dt="2025-07-31T09:23:06.681" v="1228" actId="9405"/>
          <ac:inkMkLst>
            <pc:docMk/>
            <pc:sldMk cId="2829657241" sldId="619"/>
            <ac:inkMk id="121" creationId="{E4C3747A-3958-FE24-0698-18F47C802E8B}"/>
          </ac:inkMkLst>
        </pc:inkChg>
        <pc:inkChg chg="add del mod">
          <ac:chgData name="Deepika Vatsa" userId="f7100972-27fe-4ee6-8fb4-ec9b7931b409" providerId="ADAL" clId="{BB4633DC-CD22-4EC8-A2AF-EB7AB12F3135}" dt="2025-07-31T09:23:06.153" v="1227"/>
          <ac:inkMkLst>
            <pc:docMk/>
            <pc:sldMk cId="2829657241" sldId="619"/>
            <ac:inkMk id="122" creationId="{DD922A00-4610-2626-85E8-2105F17280E5}"/>
          </ac:inkMkLst>
        </pc:inkChg>
        <pc:inkChg chg="add del mod">
          <ac:chgData name="Deepika Vatsa" userId="f7100972-27fe-4ee6-8fb4-ec9b7931b409" providerId="ADAL" clId="{BB4633DC-CD22-4EC8-A2AF-EB7AB12F3135}" dt="2025-07-31T09:23:05.618" v="1225"/>
          <ac:inkMkLst>
            <pc:docMk/>
            <pc:sldMk cId="2829657241" sldId="619"/>
            <ac:inkMk id="124" creationId="{1998C5AC-ACC3-226D-4F8A-07FA4F4DEEB5}"/>
          </ac:inkMkLst>
        </pc:inkChg>
        <pc:inkChg chg="add mod">
          <ac:chgData name="Deepika Vatsa" userId="f7100972-27fe-4ee6-8fb4-ec9b7931b409" providerId="ADAL" clId="{BB4633DC-CD22-4EC8-A2AF-EB7AB12F3135}" dt="2025-07-31T09:23:10.070" v="1231"/>
          <ac:inkMkLst>
            <pc:docMk/>
            <pc:sldMk cId="2829657241" sldId="619"/>
            <ac:inkMk id="126" creationId="{169DF9D6-8E27-5613-19A8-DA8344406BFC}"/>
          </ac:inkMkLst>
        </pc:inkChg>
        <pc:inkChg chg="add mod">
          <ac:chgData name="Deepika Vatsa" userId="f7100972-27fe-4ee6-8fb4-ec9b7931b409" providerId="ADAL" clId="{BB4633DC-CD22-4EC8-A2AF-EB7AB12F3135}" dt="2025-07-31T09:23:10.070" v="1231"/>
          <ac:inkMkLst>
            <pc:docMk/>
            <pc:sldMk cId="2829657241" sldId="619"/>
            <ac:inkMk id="127" creationId="{CBA4A1DB-B9FE-AD43-B05F-C7C4515C875C}"/>
          </ac:inkMkLst>
        </pc:inkChg>
        <pc:inkChg chg="add mod">
          <ac:chgData name="Deepika Vatsa" userId="f7100972-27fe-4ee6-8fb4-ec9b7931b409" providerId="ADAL" clId="{BB4633DC-CD22-4EC8-A2AF-EB7AB12F3135}" dt="2025-07-31T09:53:24.259" v="1902" actId="1038"/>
          <ac:inkMkLst>
            <pc:docMk/>
            <pc:sldMk cId="2829657241" sldId="619"/>
            <ac:inkMk id="129" creationId="{C294B8F4-A102-7593-FED2-C83B343D8933}"/>
          </ac:inkMkLst>
        </pc:inkChg>
        <pc:inkChg chg="add mod">
          <ac:chgData name="Deepika Vatsa" userId="f7100972-27fe-4ee6-8fb4-ec9b7931b409" providerId="ADAL" clId="{BB4633DC-CD22-4EC8-A2AF-EB7AB12F3135}" dt="2025-07-31T09:23:14.769" v="1236"/>
          <ac:inkMkLst>
            <pc:docMk/>
            <pc:sldMk cId="2829657241" sldId="619"/>
            <ac:inkMk id="130" creationId="{187A0AC8-B716-F01D-ABD6-96CF968E5201}"/>
          </ac:inkMkLst>
        </pc:inkChg>
        <pc:inkChg chg="add mod">
          <ac:chgData name="Deepika Vatsa" userId="f7100972-27fe-4ee6-8fb4-ec9b7931b409" providerId="ADAL" clId="{BB4633DC-CD22-4EC8-A2AF-EB7AB12F3135}" dt="2025-07-31T09:23:14.769" v="1236"/>
          <ac:inkMkLst>
            <pc:docMk/>
            <pc:sldMk cId="2829657241" sldId="619"/>
            <ac:inkMk id="131" creationId="{87A9D91A-2117-90E5-0EC6-6812E2EDA01A}"/>
          </ac:inkMkLst>
        </pc:inkChg>
        <pc:inkChg chg="add mod">
          <ac:chgData name="Deepika Vatsa" userId="f7100972-27fe-4ee6-8fb4-ec9b7931b409" providerId="ADAL" clId="{BB4633DC-CD22-4EC8-A2AF-EB7AB12F3135}" dt="2025-07-31T09:23:14.769" v="1236"/>
          <ac:inkMkLst>
            <pc:docMk/>
            <pc:sldMk cId="2829657241" sldId="619"/>
            <ac:inkMk id="132" creationId="{7EED9916-28FB-2FBB-EC6B-9177551DBCB2}"/>
          </ac:inkMkLst>
        </pc:inkChg>
        <pc:inkChg chg="add mod">
          <ac:chgData name="Deepika Vatsa" userId="f7100972-27fe-4ee6-8fb4-ec9b7931b409" providerId="ADAL" clId="{BB4633DC-CD22-4EC8-A2AF-EB7AB12F3135}" dt="2025-07-31T09:23:22.402" v="1249"/>
          <ac:inkMkLst>
            <pc:docMk/>
            <pc:sldMk cId="2829657241" sldId="619"/>
            <ac:inkMk id="134" creationId="{2359690D-1862-BD8F-6BC0-D5F908D6E3F2}"/>
          </ac:inkMkLst>
        </pc:inkChg>
        <pc:inkChg chg="add mod">
          <ac:chgData name="Deepika Vatsa" userId="f7100972-27fe-4ee6-8fb4-ec9b7931b409" providerId="ADAL" clId="{BB4633DC-CD22-4EC8-A2AF-EB7AB12F3135}" dt="2025-07-31T09:23:22.402" v="1249"/>
          <ac:inkMkLst>
            <pc:docMk/>
            <pc:sldMk cId="2829657241" sldId="619"/>
            <ac:inkMk id="135" creationId="{59E68497-FCD1-38F2-CFE1-47661053E5F4}"/>
          </ac:inkMkLst>
        </pc:inkChg>
        <pc:inkChg chg="add mod">
          <ac:chgData name="Deepika Vatsa" userId="f7100972-27fe-4ee6-8fb4-ec9b7931b409" providerId="ADAL" clId="{BB4633DC-CD22-4EC8-A2AF-EB7AB12F3135}" dt="2025-07-31T09:23:22.402" v="1249"/>
          <ac:inkMkLst>
            <pc:docMk/>
            <pc:sldMk cId="2829657241" sldId="619"/>
            <ac:inkMk id="136" creationId="{55FDF6C7-9728-148F-0BA2-A046296254C8}"/>
          </ac:inkMkLst>
        </pc:inkChg>
        <pc:inkChg chg="add mod">
          <ac:chgData name="Deepika Vatsa" userId="f7100972-27fe-4ee6-8fb4-ec9b7931b409" providerId="ADAL" clId="{BB4633DC-CD22-4EC8-A2AF-EB7AB12F3135}" dt="2025-07-31T09:23:22.402" v="1249"/>
          <ac:inkMkLst>
            <pc:docMk/>
            <pc:sldMk cId="2829657241" sldId="619"/>
            <ac:inkMk id="137" creationId="{344306E2-DD48-55C7-85C9-AF9920B02A76}"/>
          </ac:inkMkLst>
        </pc:inkChg>
        <pc:inkChg chg="add mod">
          <ac:chgData name="Deepika Vatsa" userId="f7100972-27fe-4ee6-8fb4-ec9b7931b409" providerId="ADAL" clId="{BB4633DC-CD22-4EC8-A2AF-EB7AB12F3135}" dt="2025-07-31T09:53:24.259" v="1902" actId="1038"/>
          <ac:inkMkLst>
            <pc:docMk/>
            <pc:sldMk cId="2829657241" sldId="619"/>
            <ac:inkMk id="138" creationId="{2A27D8D8-6C14-0077-4093-8F5E91D6325F}"/>
          </ac:inkMkLst>
        </pc:inkChg>
        <pc:inkChg chg="add mod">
          <ac:chgData name="Deepika Vatsa" userId="f7100972-27fe-4ee6-8fb4-ec9b7931b409" providerId="ADAL" clId="{BB4633DC-CD22-4EC8-A2AF-EB7AB12F3135}" dt="2025-07-31T09:23:22.402" v="1249"/>
          <ac:inkMkLst>
            <pc:docMk/>
            <pc:sldMk cId="2829657241" sldId="619"/>
            <ac:inkMk id="140" creationId="{20DF9E99-DBD7-F763-E2EC-3772F3A4F641}"/>
          </ac:inkMkLst>
        </pc:inkChg>
        <pc:inkChg chg="add mod">
          <ac:chgData name="Deepika Vatsa" userId="f7100972-27fe-4ee6-8fb4-ec9b7931b409" providerId="ADAL" clId="{BB4633DC-CD22-4EC8-A2AF-EB7AB12F3135}" dt="2025-07-31T09:23:22.402" v="1249"/>
          <ac:inkMkLst>
            <pc:docMk/>
            <pc:sldMk cId="2829657241" sldId="619"/>
            <ac:inkMk id="141" creationId="{A8BDD896-6D56-65CF-47AB-80F1AA8394A2}"/>
          </ac:inkMkLst>
        </pc:inkChg>
        <pc:inkChg chg="add mod">
          <ac:chgData name="Deepika Vatsa" userId="f7100972-27fe-4ee6-8fb4-ec9b7931b409" providerId="ADAL" clId="{BB4633DC-CD22-4EC8-A2AF-EB7AB12F3135}" dt="2025-07-31T09:23:22.402" v="1249"/>
          <ac:inkMkLst>
            <pc:docMk/>
            <pc:sldMk cId="2829657241" sldId="619"/>
            <ac:inkMk id="142" creationId="{4ACE8431-0375-CE81-74D9-E9B011A92578}"/>
          </ac:inkMkLst>
        </pc:inkChg>
        <pc:inkChg chg="add mod">
          <ac:chgData name="Deepika Vatsa" userId="f7100972-27fe-4ee6-8fb4-ec9b7931b409" providerId="ADAL" clId="{BB4633DC-CD22-4EC8-A2AF-EB7AB12F3135}" dt="2025-07-31T09:23:22.402" v="1249"/>
          <ac:inkMkLst>
            <pc:docMk/>
            <pc:sldMk cId="2829657241" sldId="619"/>
            <ac:inkMk id="143" creationId="{B6672CFC-EAC3-48C1-8747-6462B4C08305}"/>
          </ac:inkMkLst>
        </pc:inkChg>
        <pc:inkChg chg="add mod">
          <ac:chgData name="Deepika Vatsa" userId="f7100972-27fe-4ee6-8fb4-ec9b7931b409" providerId="ADAL" clId="{BB4633DC-CD22-4EC8-A2AF-EB7AB12F3135}" dt="2025-07-31T09:23:22.402" v="1249"/>
          <ac:inkMkLst>
            <pc:docMk/>
            <pc:sldMk cId="2829657241" sldId="619"/>
            <ac:inkMk id="144" creationId="{06E07B5D-9A08-9E36-BC6B-802E5C9C8685}"/>
          </ac:inkMkLst>
        </pc:inkChg>
        <pc:inkChg chg="add mod">
          <ac:chgData name="Deepika Vatsa" userId="f7100972-27fe-4ee6-8fb4-ec9b7931b409" providerId="ADAL" clId="{BB4633DC-CD22-4EC8-A2AF-EB7AB12F3135}" dt="2025-07-31T09:23:22.402" v="1249"/>
          <ac:inkMkLst>
            <pc:docMk/>
            <pc:sldMk cId="2829657241" sldId="619"/>
            <ac:inkMk id="145" creationId="{3A189C70-D458-5E67-B2E8-715818FCA3FD}"/>
          </ac:inkMkLst>
        </pc:inkChg>
        <pc:inkChg chg="add del mod">
          <ac:chgData name="Deepika Vatsa" userId="f7100972-27fe-4ee6-8fb4-ec9b7931b409" providerId="ADAL" clId="{BB4633DC-CD22-4EC8-A2AF-EB7AB12F3135}" dt="2025-07-31T09:51:26.285" v="1813"/>
          <ac:inkMkLst>
            <pc:docMk/>
            <pc:sldMk cId="2829657241" sldId="619"/>
            <ac:inkMk id="148" creationId="{22EE9322-AF30-63CF-7ED4-EE6CC1F2503F}"/>
          </ac:inkMkLst>
        </pc:inkChg>
        <pc:inkChg chg="add del mod">
          <ac:chgData name="Deepika Vatsa" userId="f7100972-27fe-4ee6-8fb4-ec9b7931b409" providerId="ADAL" clId="{BB4633DC-CD22-4EC8-A2AF-EB7AB12F3135}" dt="2025-07-31T09:51:26.286" v="1814"/>
          <ac:inkMkLst>
            <pc:docMk/>
            <pc:sldMk cId="2829657241" sldId="619"/>
            <ac:inkMk id="149" creationId="{9AADBC9C-1D66-0CC6-872B-2E885C12B869}"/>
          </ac:inkMkLst>
        </pc:inkChg>
        <pc:inkChg chg="add del mod">
          <ac:chgData name="Deepika Vatsa" userId="f7100972-27fe-4ee6-8fb4-ec9b7931b409" providerId="ADAL" clId="{BB4633DC-CD22-4EC8-A2AF-EB7AB12F3135}" dt="2025-07-31T09:51:26.286" v="1815"/>
          <ac:inkMkLst>
            <pc:docMk/>
            <pc:sldMk cId="2829657241" sldId="619"/>
            <ac:inkMk id="150" creationId="{447F4ADE-3C27-B077-B5D5-090923383AB3}"/>
          </ac:inkMkLst>
        </pc:inkChg>
        <pc:inkChg chg="add del mod">
          <ac:chgData name="Deepika Vatsa" userId="f7100972-27fe-4ee6-8fb4-ec9b7931b409" providerId="ADAL" clId="{BB4633DC-CD22-4EC8-A2AF-EB7AB12F3135}" dt="2025-07-31T09:51:24.110" v="1809"/>
          <ac:inkMkLst>
            <pc:docMk/>
            <pc:sldMk cId="2829657241" sldId="619"/>
            <ac:inkMk id="152" creationId="{F74A5E98-A07E-CAE6-A799-064732DCA774}"/>
          </ac:inkMkLst>
        </pc:inkChg>
        <pc:inkChg chg="add mod">
          <ac:chgData name="Deepika Vatsa" userId="f7100972-27fe-4ee6-8fb4-ec9b7931b409" providerId="ADAL" clId="{BB4633DC-CD22-4EC8-A2AF-EB7AB12F3135}" dt="2025-07-31T09:53:24.259" v="1902" actId="1038"/>
          <ac:inkMkLst>
            <pc:docMk/>
            <pc:sldMk cId="2829657241" sldId="619"/>
            <ac:inkMk id="154" creationId="{F80831BD-B7D1-5AB0-C4EF-D59AD4BEB954}"/>
          </ac:inkMkLst>
        </pc:inkChg>
        <pc:inkChg chg="add mod">
          <ac:chgData name="Deepika Vatsa" userId="f7100972-27fe-4ee6-8fb4-ec9b7931b409" providerId="ADAL" clId="{BB4633DC-CD22-4EC8-A2AF-EB7AB12F3135}" dt="2025-07-31T09:23:52.671" v="1259"/>
          <ac:inkMkLst>
            <pc:docMk/>
            <pc:sldMk cId="2829657241" sldId="619"/>
            <ac:inkMk id="155" creationId="{F43F5B70-E3D8-E9F6-075B-40F8810E534D}"/>
          </ac:inkMkLst>
        </pc:inkChg>
        <pc:inkChg chg="add mod">
          <ac:chgData name="Deepika Vatsa" userId="f7100972-27fe-4ee6-8fb4-ec9b7931b409" providerId="ADAL" clId="{BB4633DC-CD22-4EC8-A2AF-EB7AB12F3135}" dt="2025-07-31T09:23:52.671" v="1259"/>
          <ac:inkMkLst>
            <pc:docMk/>
            <pc:sldMk cId="2829657241" sldId="619"/>
            <ac:inkMk id="156" creationId="{31C960E6-0742-7B0D-2669-8975DFCFC788}"/>
          </ac:inkMkLst>
        </pc:inkChg>
        <pc:inkChg chg="add del">
          <ac:chgData name="Deepika Vatsa" userId="f7100972-27fe-4ee6-8fb4-ec9b7931b409" providerId="ADAL" clId="{BB4633DC-CD22-4EC8-A2AF-EB7AB12F3135}" dt="2025-07-31T09:51:11.666" v="1797"/>
          <ac:inkMkLst>
            <pc:docMk/>
            <pc:sldMk cId="2829657241" sldId="619"/>
            <ac:inkMk id="158" creationId="{5BB05EB2-9287-7DBA-42D6-4E43160A57D0}"/>
          </ac:inkMkLst>
        </pc:inkChg>
        <pc:inkChg chg="add mod">
          <ac:chgData name="Deepika Vatsa" userId="f7100972-27fe-4ee6-8fb4-ec9b7931b409" providerId="ADAL" clId="{BB4633DC-CD22-4EC8-A2AF-EB7AB12F3135}" dt="2025-07-31T09:51:19.614" v="1808"/>
          <ac:inkMkLst>
            <pc:docMk/>
            <pc:sldMk cId="2829657241" sldId="619"/>
            <ac:inkMk id="159" creationId="{F41DD858-CAE3-1407-133D-F5B0C0E6116F}"/>
          </ac:inkMkLst>
        </pc:inkChg>
        <pc:inkChg chg="add mod">
          <ac:chgData name="Deepika Vatsa" userId="f7100972-27fe-4ee6-8fb4-ec9b7931b409" providerId="ADAL" clId="{BB4633DC-CD22-4EC8-A2AF-EB7AB12F3135}" dt="2025-07-31T09:51:19.614" v="1808"/>
          <ac:inkMkLst>
            <pc:docMk/>
            <pc:sldMk cId="2829657241" sldId="619"/>
            <ac:inkMk id="160" creationId="{89401ACC-7688-C58D-BB0E-EBD0DB60BF6F}"/>
          </ac:inkMkLst>
        </pc:inkChg>
        <pc:inkChg chg="add mod">
          <ac:chgData name="Deepika Vatsa" userId="f7100972-27fe-4ee6-8fb4-ec9b7931b409" providerId="ADAL" clId="{BB4633DC-CD22-4EC8-A2AF-EB7AB12F3135}" dt="2025-07-31T09:51:19.614" v="1808"/>
          <ac:inkMkLst>
            <pc:docMk/>
            <pc:sldMk cId="2829657241" sldId="619"/>
            <ac:inkMk id="161" creationId="{6AAC71CD-B74D-9197-49F3-A9CE5664CA8D}"/>
          </ac:inkMkLst>
        </pc:inkChg>
        <pc:inkChg chg="add mod">
          <ac:chgData name="Deepika Vatsa" userId="f7100972-27fe-4ee6-8fb4-ec9b7931b409" providerId="ADAL" clId="{BB4633DC-CD22-4EC8-A2AF-EB7AB12F3135}" dt="2025-07-31T09:51:19.614" v="1808"/>
          <ac:inkMkLst>
            <pc:docMk/>
            <pc:sldMk cId="2829657241" sldId="619"/>
            <ac:inkMk id="162" creationId="{DF0F5FFC-D4C9-6A3D-F25A-E151F5A865EC}"/>
          </ac:inkMkLst>
        </pc:inkChg>
        <pc:inkChg chg="add mod">
          <ac:chgData name="Deepika Vatsa" userId="f7100972-27fe-4ee6-8fb4-ec9b7931b409" providerId="ADAL" clId="{BB4633DC-CD22-4EC8-A2AF-EB7AB12F3135}" dt="2025-07-31T09:51:19.614" v="1808"/>
          <ac:inkMkLst>
            <pc:docMk/>
            <pc:sldMk cId="2829657241" sldId="619"/>
            <ac:inkMk id="163" creationId="{2C1BA27A-26F1-4E50-5E2E-11CFCBAA44B5}"/>
          </ac:inkMkLst>
        </pc:inkChg>
        <pc:inkChg chg="add mod">
          <ac:chgData name="Deepika Vatsa" userId="f7100972-27fe-4ee6-8fb4-ec9b7931b409" providerId="ADAL" clId="{BB4633DC-CD22-4EC8-A2AF-EB7AB12F3135}" dt="2025-07-31T09:51:19.614" v="1808"/>
          <ac:inkMkLst>
            <pc:docMk/>
            <pc:sldMk cId="2829657241" sldId="619"/>
            <ac:inkMk id="164" creationId="{5D38B178-4D22-348B-2E69-B446A8D37BE1}"/>
          </ac:inkMkLst>
        </pc:inkChg>
        <pc:inkChg chg="add mod">
          <ac:chgData name="Deepika Vatsa" userId="f7100972-27fe-4ee6-8fb4-ec9b7931b409" providerId="ADAL" clId="{BB4633DC-CD22-4EC8-A2AF-EB7AB12F3135}" dt="2025-07-31T09:51:19.614" v="1808"/>
          <ac:inkMkLst>
            <pc:docMk/>
            <pc:sldMk cId="2829657241" sldId="619"/>
            <ac:inkMk id="165" creationId="{C38D3FE9-90DB-0CFF-AD59-26D032FA0620}"/>
          </ac:inkMkLst>
        </pc:inkChg>
        <pc:inkChg chg="add mod">
          <ac:chgData name="Deepika Vatsa" userId="f7100972-27fe-4ee6-8fb4-ec9b7931b409" providerId="ADAL" clId="{BB4633DC-CD22-4EC8-A2AF-EB7AB12F3135}" dt="2025-07-31T09:51:19.614" v="1808"/>
          <ac:inkMkLst>
            <pc:docMk/>
            <pc:sldMk cId="2829657241" sldId="619"/>
            <ac:inkMk id="166" creationId="{FFDBA1DB-EFED-CF8A-F8F6-50F549C56308}"/>
          </ac:inkMkLst>
        </pc:inkChg>
        <pc:inkChg chg="add mod">
          <ac:chgData name="Deepika Vatsa" userId="f7100972-27fe-4ee6-8fb4-ec9b7931b409" providerId="ADAL" clId="{BB4633DC-CD22-4EC8-A2AF-EB7AB12F3135}" dt="2025-07-31T09:51:19.614" v="1808"/>
          <ac:inkMkLst>
            <pc:docMk/>
            <pc:sldMk cId="2829657241" sldId="619"/>
            <ac:inkMk id="167" creationId="{F1D986AE-1EC5-0911-FC0E-F23A185211CB}"/>
          </ac:inkMkLst>
        </pc:inkChg>
        <pc:inkChg chg="add mod">
          <ac:chgData name="Deepika Vatsa" userId="f7100972-27fe-4ee6-8fb4-ec9b7931b409" providerId="ADAL" clId="{BB4633DC-CD22-4EC8-A2AF-EB7AB12F3135}" dt="2025-07-31T09:51:19.614" v="1808"/>
          <ac:inkMkLst>
            <pc:docMk/>
            <pc:sldMk cId="2829657241" sldId="619"/>
            <ac:inkMk id="168" creationId="{38C41ECE-CF98-6508-E228-F850EB6BAED2}"/>
          </ac:inkMkLst>
        </pc:inkChg>
        <pc:inkChg chg="add del mod">
          <ac:chgData name="Deepika Vatsa" userId="f7100972-27fe-4ee6-8fb4-ec9b7931b409" providerId="ADAL" clId="{BB4633DC-CD22-4EC8-A2AF-EB7AB12F3135}" dt="2025-07-31T09:51:49.371" v="1828"/>
          <ac:inkMkLst>
            <pc:docMk/>
            <pc:sldMk cId="2829657241" sldId="619"/>
            <ac:inkMk id="171" creationId="{E11FE065-C350-5E85-5FBA-3BBDC50E1A02}"/>
          </ac:inkMkLst>
        </pc:inkChg>
        <pc:inkChg chg="add del mod">
          <ac:chgData name="Deepika Vatsa" userId="f7100972-27fe-4ee6-8fb4-ec9b7931b409" providerId="ADAL" clId="{BB4633DC-CD22-4EC8-A2AF-EB7AB12F3135}" dt="2025-07-31T09:51:49.373" v="1834"/>
          <ac:inkMkLst>
            <pc:docMk/>
            <pc:sldMk cId="2829657241" sldId="619"/>
            <ac:inkMk id="172" creationId="{F3B70E41-6B30-A4E2-6AA2-D6240AA4B7B0}"/>
          </ac:inkMkLst>
        </pc:inkChg>
        <pc:inkChg chg="add del mod">
          <ac:chgData name="Deepika Vatsa" userId="f7100972-27fe-4ee6-8fb4-ec9b7931b409" providerId="ADAL" clId="{BB4633DC-CD22-4EC8-A2AF-EB7AB12F3135}" dt="2025-07-31T09:51:49.373" v="1835"/>
          <ac:inkMkLst>
            <pc:docMk/>
            <pc:sldMk cId="2829657241" sldId="619"/>
            <ac:inkMk id="173" creationId="{DB6B4B05-EF34-B6A9-856B-353914AB47E5}"/>
          </ac:inkMkLst>
        </pc:inkChg>
        <pc:inkChg chg="add del mod">
          <ac:chgData name="Deepika Vatsa" userId="f7100972-27fe-4ee6-8fb4-ec9b7931b409" providerId="ADAL" clId="{BB4633DC-CD22-4EC8-A2AF-EB7AB12F3135}" dt="2025-07-31T09:51:49.372" v="1831"/>
          <ac:inkMkLst>
            <pc:docMk/>
            <pc:sldMk cId="2829657241" sldId="619"/>
            <ac:inkMk id="174" creationId="{9B6396F3-9AA0-4179-FFD1-B19E2414B98E}"/>
          </ac:inkMkLst>
        </pc:inkChg>
        <pc:inkChg chg="add del mod">
          <ac:chgData name="Deepika Vatsa" userId="f7100972-27fe-4ee6-8fb4-ec9b7931b409" providerId="ADAL" clId="{BB4633DC-CD22-4EC8-A2AF-EB7AB12F3135}" dt="2025-07-31T09:51:49.372" v="1830"/>
          <ac:inkMkLst>
            <pc:docMk/>
            <pc:sldMk cId="2829657241" sldId="619"/>
            <ac:inkMk id="175" creationId="{47BA2DE8-0902-7E7E-6350-C30906BABCBE}"/>
          </ac:inkMkLst>
        </pc:inkChg>
        <pc:inkChg chg="add del mod">
          <ac:chgData name="Deepika Vatsa" userId="f7100972-27fe-4ee6-8fb4-ec9b7931b409" providerId="ADAL" clId="{BB4633DC-CD22-4EC8-A2AF-EB7AB12F3135}" dt="2025-07-31T09:51:49.370" v="1827"/>
          <ac:inkMkLst>
            <pc:docMk/>
            <pc:sldMk cId="2829657241" sldId="619"/>
            <ac:inkMk id="176" creationId="{EFD9AA7C-C6F6-9461-E553-1ACA49C46629}"/>
          </ac:inkMkLst>
        </pc:inkChg>
        <pc:inkChg chg="add del mod">
          <ac:chgData name="Deepika Vatsa" userId="f7100972-27fe-4ee6-8fb4-ec9b7931b409" providerId="ADAL" clId="{BB4633DC-CD22-4EC8-A2AF-EB7AB12F3135}" dt="2025-07-31T09:51:49.371" v="1829"/>
          <ac:inkMkLst>
            <pc:docMk/>
            <pc:sldMk cId="2829657241" sldId="619"/>
            <ac:inkMk id="177" creationId="{61264A03-5215-9C4C-E3CA-45C52A40F04A}"/>
          </ac:inkMkLst>
        </pc:inkChg>
        <pc:inkChg chg="add del mod">
          <ac:chgData name="Deepika Vatsa" userId="f7100972-27fe-4ee6-8fb4-ec9b7931b409" providerId="ADAL" clId="{BB4633DC-CD22-4EC8-A2AF-EB7AB12F3135}" dt="2025-07-31T09:51:49.373" v="1833"/>
          <ac:inkMkLst>
            <pc:docMk/>
            <pc:sldMk cId="2829657241" sldId="619"/>
            <ac:inkMk id="179" creationId="{EFE41655-649B-6A57-1F65-C3711AA9EB61}"/>
          </ac:inkMkLst>
        </pc:inkChg>
        <pc:inkChg chg="add del mod">
          <ac:chgData name="Deepika Vatsa" userId="f7100972-27fe-4ee6-8fb4-ec9b7931b409" providerId="ADAL" clId="{BB4633DC-CD22-4EC8-A2AF-EB7AB12F3135}" dt="2025-07-31T09:51:49.372" v="1832"/>
          <ac:inkMkLst>
            <pc:docMk/>
            <pc:sldMk cId="2829657241" sldId="619"/>
            <ac:inkMk id="180" creationId="{F172BCFA-35BA-9A2F-8732-D846A8A24EF7}"/>
          </ac:inkMkLst>
        </pc:inkChg>
        <pc:inkChg chg="add mod">
          <ac:chgData name="Deepika Vatsa" userId="f7100972-27fe-4ee6-8fb4-ec9b7931b409" providerId="ADAL" clId="{BB4633DC-CD22-4EC8-A2AF-EB7AB12F3135}" dt="2025-07-31T09:51:59.280" v="1846"/>
          <ac:inkMkLst>
            <pc:docMk/>
            <pc:sldMk cId="2829657241" sldId="619"/>
            <ac:inkMk id="182" creationId="{CF28741D-7E56-8887-69F6-7D8C480CAEF3}"/>
          </ac:inkMkLst>
        </pc:inkChg>
        <pc:inkChg chg="add mod">
          <ac:chgData name="Deepika Vatsa" userId="f7100972-27fe-4ee6-8fb4-ec9b7931b409" providerId="ADAL" clId="{BB4633DC-CD22-4EC8-A2AF-EB7AB12F3135}" dt="2025-07-31T09:51:59.280" v="1846"/>
          <ac:inkMkLst>
            <pc:docMk/>
            <pc:sldMk cId="2829657241" sldId="619"/>
            <ac:inkMk id="183" creationId="{433EC432-2011-2569-6161-4711DFB2F0BD}"/>
          </ac:inkMkLst>
        </pc:inkChg>
        <pc:inkChg chg="add mod">
          <ac:chgData name="Deepika Vatsa" userId="f7100972-27fe-4ee6-8fb4-ec9b7931b409" providerId="ADAL" clId="{BB4633DC-CD22-4EC8-A2AF-EB7AB12F3135}" dt="2025-07-31T09:51:59.280" v="1846"/>
          <ac:inkMkLst>
            <pc:docMk/>
            <pc:sldMk cId="2829657241" sldId="619"/>
            <ac:inkMk id="184" creationId="{7A65D789-A407-E3F0-39D2-A708E7D21D3C}"/>
          </ac:inkMkLst>
        </pc:inkChg>
        <pc:inkChg chg="add mod">
          <ac:chgData name="Deepika Vatsa" userId="f7100972-27fe-4ee6-8fb4-ec9b7931b409" providerId="ADAL" clId="{BB4633DC-CD22-4EC8-A2AF-EB7AB12F3135}" dt="2025-07-31T09:51:59.280" v="1846"/>
          <ac:inkMkLst>
            <pc:docMk/>
            <pc:sldMk cId="2829657241" sldId="619"/>
            <ac:inkMk id="185" creationId="{B62684D4-1212-F37C-1E65-7CD0E5D3B34F}"/>
          </ac:inkMkLst>
        </pc:inkChg>
        <pc:inkChg chg="add mod">
          <ac:chgData name="Deepika Vatsa" userId="f7100972-27fe-4ee6-8fb4-ec9b7931b409" providerId="ADAL" clId="{BB4633DC-CD22-4EC8-A2AF-EB7AB12F3135}" dt="2025-07-31T09:51:59.280" v="1846"/>
          <ac:inkMkLst>
            <pc:docMk/>
            <pc:sldMk cId="2829657241" sldId="619"/>
            <ac:inkMk id="186" creationId="{E91129A1-1C35-F726-D5B4-5DEB3DE74F08}"/>
          </ac:inkMkLst>
        </pc:inkChg>
        <pc:inkChg chg="add mod">
          <ac:chgData name="Deepika Vatsa" userId="f7100972-27fe-4ee6-8fb4-ec9b7931b409" providerId="ADAL" clId="{BB4633DC-CD22-4EC8-A2AF-EB7AB12F3135}" dt="2025-07-31T09:51:59.280" v="1846"/>
          <ac:inkMkLst>
            <pc:docMk/>
            <pc:sldMk cId="2829657241" sldId="619"/>
            <ac:inkMk id="187" creationId="{B0CBFA30-D5D0-4D45-A911-935969895308}"/>
          </ac:inkMkLst>
        </pc:inkChg>
        <pc:inkChg chg="add mod">
          <ac:chgData name="Deepika Vatsa" userId="f7100972-27fe-4ee6-8fb4-ec9b7931b409" providerId="ADAL" clId="{BB4633DC-CD22-4EC8-A2AF-EB7AB12F3135}" dt="2025-07-31T09:51:59.280" v="1846"/>
          <ac:inkMkLst>
            <pc:docMk/>
            <pc:sldMk cId="2829657241" sldId="619"/>
            <ac:inkMk id="188" creationId="{33D812A1-6093-4AB5-90EC-4E65A41F64C6}"/>
          </ac:inkMkLst>
        </pc:inkChg>
        <pc:inkChg chg="add mod">
          <ac:chgData name="Deepika Vatsa" userId="f7100972-27fe-4ee6-8fb4-ec9b7931b409" providerId="ADAL" clId="{BB4633DC-CD22-4EC8-A2AF-EB7AB12F3135}" dt="2025-07-31T09:51:59.280" v="1846"/>
          <ac:inkMkLst>
            <pc:docMk/>
            <pc:sldMk cId="2829657241" sldId="619"/>
            <ac:inkMk id="189" creationId="{92791819-47B9-CD7A-6BE3-86A6C90EB039}"/>
          </ac:inkMkLst>
        </pc:inkChg>
        <pc:inkChg chg="add mod">
          <ac:chgData name="Deepika Vatsa" userId="f7100972-27fe-4ee6-8fb4-ec9b7931b409" providerId="ADAL" clId="{BB4633DC-CD22-4EC8-A2AF-EB7AB12F3135}" dt="2025-07-31T09:51:59.280" v="1846"/>
          <ac:inkMkLst>
            <pc:docMk/>
            <pc:sldMk cId="2829657241" sldId="619"/>
            <ac:inkMk id="190" creationId="{DA35A874-0CE2-AD0E-2BC6-4C7D6B465626}"/>
          </ac:inkMkLst>
        </pc:inkChg>
        <pc:inkChg chg="add mod">
          <ac:chgData name="Deepika Vatsa" userId="f7100972-27fe-4ee6-8fb4-ec9b7931b409" providerId="ADAL" clId="{BB4633DC-CD22-4EC8-A2AF-EB7AB12F3135}" dt="2025-07-31T09:51:59.280" v="1846"/>
          <ac:inkMkLst>
            <pc:docMk/>
            <pc:sldMk cId="2829657241" sldId="619"/>
            <ac:inkMk id="191" creationId="{B73B9FB9-4BBC-2901-6CEC-118B5C1971A7}"/>
          </ac:inkMkLst>
        </pc:inkChg>
      </pc:sldChg>
      <pc:sldChg chg="addSp delSp modSp add mod">
        <pc:chgData name="Deepika Vatsa" userId="f7100972-27fe-4ee6-8fb4-ec9b7931b409" providerId="ADAL" clId="{BB4633DC-CD22-4EC8-A2AF-EB7AB12F3135}" dt="2025-07-31T09:53:00.762" v="1888"/>
        <pc:sldMkLst>
          <pc:docMk/>
          <pc:sldMk cId="3131415720" sldId="620"/>
        </pc:sldMkLst>
        <pc:spChg chg="add del mod">
          <ac:chgData name="Deepika Vatsa" userId="f7100972-27fe-4ee6-8fb4-ec9b7931b409" providerId="ADAL" clId="{BB4633DC-CD22-4EC8-A2AF-EB7AB12F3135}" dt="2025-07-31T09:25:57.214" v="1323" actId="1076"/>
          <ac:spMkLst>
            <pc:docMk/>
            <pc:sldMk cId="3131415720" sldId="620"/>
            <ac:spMk id="7" creationId="{774F17E9-FD22-86D8-DA03-6473A42BCE8C}"/>
          </ac:spMkLst>
        </pc:spChg>
        <pc:grpChg chg="del">
          <ac:chgData name="Deepika Vatsa" userId="f7100972-27fe-4ee6-8fb4-ec9b7931b409" providerId="ADAL" clId="{BB4633DC-CD22-4EC8-A2AF-EB7AB12F3135}" dt="2025-07-31T09:24:19.903" v="1263" actId="478"/>
          <ac:grpSpMkLst>
            <pc:docMk/>
            <pc:sldMk cId="3131415720" sldId="620"/>
            <ac:grpSpMk id="6" creationId="{0ABBE901-BE04-6908-6697-5E318AEE1E81}"/>
          </ac:grpSpMkLst>
        </pc:grpChg>
        <pc:grpChg chg="del">
          <ac:chgData name="Deepika Vatsa" userId="f7100972-27fe-4ee6-8fb4-ec9b7931b409" providerId="ADAL" clId="{BB4633DC-CD22-4EC8-A2AF-EB7AB12F3135}" dt="2025-07-31T09:24:19.903" v="1263" actId="478"/>
          <ac:grpSpMkLst>
            <pc:docMk/>
            <pc:sldMk cId="3131415720" sldId="620"/>
            <ac:grpSpMk id="11" creationId="{2055A1B4-1DFE-3D26-A6BC-BD4F342D23D6}"/>
          </ac:grpSpMkLst>
        </pc:grpChg>
        <pc:grpChg chg="del">
          <ac:chgData name="Deepika Vatsa" userId="f7100972-27fe-4ee6-8fb4-ec9b7931b409" providerId="ADAL" clId="{BB4633DC-CD22-4EC8-A2AF-EB7AB12F3135}" dt="2025-07-31T09:24:19.903" v="1263" actId="478"/>
          <ac:grpSpMkLst>
            <pc:docMk/>
            <pc:sldMk cId="3131415720" sldId="620"/>
            <ac:grpSpMk id="15" creationId="{48E81633-695F-ABB5-7A01-CF9EAD2AA692}"/>
          </ac:grpSpMkLst>
        </pc:grpChg>
        <pc:grpChg chg="del">
          <ac:chgData name="Deepika Vatsa" userId="f7100972-27fe-4ee6-8fb4-ec9b7931b409" providerId="ADAL" clId="{BB4633DC-CD22-4EC8-A2AF-EB7AB12F3135}" dt="2025-07-31T09:24:19.903" v="1263" actId="478"/>
          <ac:grpSpMkLst>
            <pc:docMk/>
            <pc:sldMk cId="3131415720" sldId="620"/>
            <ac:grpSpMk id="26" creationId="{F6A1E91F-9759-E39C-CB39-52CBD3F61072}"/>
          </ac:grpSpMkLst>
        </pc:grpChg>
        <pc:grpChg chg="del">
          <ac:chgData name="Deepika Vatsa" userId="f7100972-27fe-4ee6-8fb4-ec9b7931b409" providerId="ADAL" clId="{BB4633DC-CD22-4EC8-A2AF-EB7AB12F3135}" dt="2025-07-31T09:24:19.903" v="1263" actId="478"/>
          <ac:grpSpMkLst>
            <pc:docMk/>
            <pc:sldMk cId="3131415720" sldId="620"/>
            <ac:grpSpMk id="27" creationId="{27A291F9-72D1-39A2-03CA-BCDFD9383732}"/>
          </ac:grpSpMkLst>
        </pc:grpChg>
        <pc:grpChg chg="del">
          <ac:chgData name="Deepika Vatsa" userId="f7100972-27fe-4ee6-8fb4-ec9b7931b409" providerId="ADAL" clId="{BB4633DC-CD22-4EC8-A2AF-EB7AB12F3135}" dt="2025-07-31T09:24:19.903" v="1263" actId="478"/>
          <ac:grpSpMkLst>
            <pc:docMk/>
            <pc:sldMk cId="3131415720" sldId="620"/>
            <ac:grpSpMk id="38" creationId="{9E2B42C9-FDEA-2575-78AC-DBF7FEEE1673}"/>
          </ac:grpSpMkLst>
        </pc:grpChg>
        <pc:grpChg chg="del">
          <ac:chgData name="Deepika Vatsa" userId="f7100972-27fe-4ee6-8fb4-ec9b7931b409" providerId="ADAL" clId="{BB4633DC-CD22-4EC8-A2AF-EB7AB12F3135}" dt="2025-07-31T09:24:19.903" v="1263" actId="478"/>
          <ac:grpSpMkLst>
            <pc:docMk/>
            <pc:sldMk cId="3131415720" sldId="620"/>
            <ac:grpSpMk id="39" creationId="{5EE364D1-7A09-F89E-1E94-D9E5C30618BE}"/>
          </ac:grpSpMkLst>
        </pc:grpChg>
        <pc:grpChg chg="del">
          <ac:chgData name="Deepika Vatsa" userId="f7100972-27fe-4ee6-8fb4-ec9b7931b409" providerId="ADAL" clId="{BB4633DC-CD22-4EC8-A2AF-EB7AB12F3135}" dt="2025-07-31T09:24:19.903" v="1263" actId="478"/>
          <ac:grpSpMkLst>
            <pc:docMk/>
            <pc:sldMk cId="3131415720" sldId="620"/>
            <ac:grpSpMk id="45" creationId="{06E10B17-F72B-87BD-BD8A-38FEC2AD1F79}"/>
          </ac:grpSpMkLst>
        </pc:grpChg>
        <pc:grpChg chg="del">
          <ac:chgData name="Deepika Vatsa" userId="f7100972-27fe-4ee6-8fb4-ec9b7931b409" providerId="ADAL" clId="{BB4633DC-CD22-4EC8-A2AF-EB7AB12F3135}" dt="2025-07-31T09:24:19.903" v="1263" actId="478"/>
          <ac:grpSpMkLst>
            <pc:docMk/>
            <pc:sldMk cId="3131415720" sldId="620"/>
            <ac:grpSpMk id="57" creationId="{D5DDCFD3-808A-F9F2-443A-E76F4D642363}"/>
          </ac:grpSpMkLst>
        </pc:grpChg>
        <pc:grpChg chg="del">
          <ac:chgData name="Deepika Vatsa" userId="f7100972-27fe-4ee6-8fb4-ec9b7931b409" providerId="ADAL" clId="{BB4633DC-CD22-4EC8-A2AF-EB7AB12F3135}" dt="2025-07-31T09:24:19.903" v="1263" actId="478"/>
          <ac:grpSpMkLst>
            <pc:docMk/>
            <pc:sldMk cId="3131415720" sldId="620"/>
            <ac:grpSpMk id="60" creationId="{B857CA14-49FA-43FA-9C9C-6E1BA6CA23B7}"/>
          </ac:grpSpMkLst>
        </pc:grpChg>
        <pc:grpChg chg="del">
          <ac:chgData name="Deepika Vatsa" userId="f7100972-27fe-4ee6-8fb4-ec9b7931b409" providerId="ADAL" clId="{BB4633DC-CD22-4EC8-A2AF-EB7AB12F3135}" dt="2025-07-31T09:24:19.903" v="1263" actId="478"/>
          <ac:grpSpMkLst>
            <pc:docMk/>
            <pc:sldMk cId="3131415720" sldId="620"/>
            <ac:grpSpMk id="64" creationId="{0C0A8171-597D-14D6-E679-583D2E46C784}"/>
          </ac:grpSpMkLst>
        </pc:grpChg>
        <pc:grpChg chg="del">
          <ac:chgData name="Deepika Vatsa" userId="f7100972-27fe-4ee6-8fb4-ec9b7931b409" providerId="ADAL" clId="{BB4633DC-CD22-4EC8-A2AF-EB7AB12F3135}" dt="2025-07-31T09:24:19.903" v="1263" actId="478"/>
          <ac:grpSpMkLst>
            <pc:docMk/>
            <pc:sldMk cId="3131415720" sldId="620"/>
            <ac:grpSpMk id="75" creationId="{DAB7C444-254D-7CCE-0D0E-D8DA9FE38A7B}"/>
          </ac:grpSpMkLst>
        </pc:grpChg>
        <pc:grpChg chg="del">
          <ac:chgData name="Deepika Vatsa" userId="f7100972-27fe-4ee6-8fb4-ec9b7931b409" providerId="ADAL" clId="{BB4633DC-CD22-4EC8-A2AF-EB7AB12F3135}" dt="2025-07-31T09:24:19.903" v="1263" actId="478"/>
          <ac:grpSpMkLst>
            <pc:docMk/>
            <pc:sldMk cId="3131415720" sldId="620"/>
            <ac:grpSpMk id="82" creationId="{8FADEFC9-F3BD-6747-89BD-C3F89BF23CCD}"/>
          </ac:grpSpMkLst>
        </pc:grpChg>
        <pc:grpChg chg="del">
          <ac:chgData name="Deepika Vatsa" userId="f7100972-27fe-4ee6-8fb4-ec9b7931b409" providerId="ADAL" clId="{BB4633DC-CD22-4EC8-A2AF-EB7AB12F3135}" dt="2025-07-31T09:24:19.903" v="1263" actId="478"/>
          <ac:grpSpMkLst>
            <pc:docMk/>
            <pc:sldMk cId="3131415720" sldId="620"/>
            <ac:grpSpMk id="83" creationId="{355A60A8-6333-318F-4E9C-9D273CC84532}"/>
          </ac:grpSpMkLst>
        </pc:grpChg>
        <pc:grpChg chg="del">
          <ac:chgData name="Deepika Vatsa" userId="f7100972-27fe-4ee6-8fb4-ec9b7931b409" providerId="ADAL" clId="{BB4633DC-CD22-4EC8-A2AF-EB7AB12F3135}" dt="2025-07-31T09:24:19.903" v="1263" actId="478"/>
          <ac:grpSpMkLst>
            <pc:docMk/>
            <pc:sldMk cId="3131415720" sldId="620"/>
            <ac:grpSpMk id="100" creationId="{74E7B369-7CF4-063F-178C-03A65D81DBB3}"/>
          </ac:grpSpMkLst>
        </pc:grpChg>
        <pc:grpChg chg="del">
          <ac:chgData name="Deepika Vatsa" userId="f7100972-27fe-4ee6-8fb4-ec9b7931b409" providerId="ADAL" clId="{BB4633DC-CD22-4EC8-A2AF-EB7AB12F3135}" dt="2025-07-31T09:24:19.903" v="1263" actId="478"/>
          <ac:grpSpMkLst>
            <pc:docMk/>
            <pc:sldMk cId="3131415720" sldId="620"/>
            <ac:grpSpMk id="101" creationId="{09571FBA-1DD1-11BE-7FA7-855B6AC3F1D6}"/>
          </ac:grpSpMkLst>
        </pc:grpChg>
        <pc:grpChg chg="del">
          <ac:chgData name="Deepika Vatsa" userId="f7100972-27fe-4ee6-8fb4-ec9b7931b409" providerId="ADAL" clId="{BB4633DC-CD22-4EC8-A2AF-EB7AB12F3135}" dt="2025-07-31T09:24:19.903" v="1263" actId="478"/>
          <ac:grpSpMkLst>
            <pc:docMk/>
            <pc:sldMk cId="3131415720" sldId="620"/>
            <ac:grpSpMk id="108" creationId="{F4CAC161-F5BE-1F68-A174-D169480CFD7A}"/>
          </ac:grpSpMkLst>
        </pc:grpChg>
        <pc:grpChg chg="del">
          <ac:chgData name="Deepika Vatsa" userId="f7100972-27fe-4ee6-8fb4-ec9b7931b409" providerId="ADAL" clId="{BB4633DC-CD22-4EC8-A2AF-EB7AB12F3135}" dt="2025-07-31T09:24:19.903" v="1263" actId="478"/>
          <ac:grpSpMkLst>
            <pc:docMk/>
            <pc:sldMk cId="3131415720" sldId="620"/>
            <ac:grpSpMk id="117" creationId="{9E518A00-2347-4BCA-F414-7FE3593E8715}"/>
          </ac:grpSpMkLst>
        </pc:grpChg>
        <pc:grpChg chg="mod">
          <ac:chgData name="Deepika Vatsa" userId="f7100972-27fe-4ee6-8fb4-ec9b7931b409" providerId="ADAL" clId="{BB4633DC-CD22-4EC8-A2AF-EB7AB12F3135}" dt="2025-07-31T09:25:28.386" v="1284"/>
          <ac:grpSpMkLst>
            <pc:docMk/>
            <pc:sldMk cId="3131415720" sldId="620"/>
            <ac:grpSpMk id="121" creationId="{875580FB-B7DE-69D1-C676-961C7A1FA4D0}"/>
          </ac:grpSpMkLst>
        </pc:grpChg>
        <pc:grpChg chg="add mod">
          <ac:chgData name="Deepika Vatsa" userId="f7100972-27fe-4ee6-8fb4-ec9b7931b409" providerId="ADAL" clId="{BB4633DC-CD22-4EC8-A2AF-EB7AB12F3135}" dt="2025-07-31T09:25:51.933" v="1322" actId="1035"/>
          <ac:grpSpMkLst>
            <pc:docMk/>
            <pc:sldMk cId="3131415720" sldId="620"/>
            <ac:grpSpMk id="122" creationId="{5A59C969-2762-5E62-4B33-52778D92F194}"/>
          </ac:grpSpMkLst>
        </pc:grpChg>
        <pc:grpChg chg="add mod">
          <ac:chgData name="Deepika Vatsa" userId="f7100972-27fe-4ee6-8fb4-ec9b7931b409" providerId="ADAL" clId="{BB4633DC-CD22-4EC8-A2AF-EB7AB12F3135}" dt="2025-07-31T09:25:51.933" v="1322" actId="1035"/>
          <ac:grpSpMkLst>
            <pc:docMk/>
            <pc:sldMk cId="3131415720" sldId="620"/>
            <ac:grpSpMk id="125" creationId="{7CAE532E-4F4C-6B45-C1D7-96A392DDF695}"/>
          </ac:grpSpMkLst>
        </pc:grpChg>
        <pc:grpChg chg="del">
          <ac:chgData name="Deepika Vatsa" userId="f7100972-27fe-4ee6-8fb4-ec9b7931b409" providerId="ADAL" clId="{BB4633DC-CD22-4EC8-A2AF-EB7AB12F3135}" dt="2025-07-31T09:24:19.903" v="1263" actId="478"/>
          <ac:grpSpMkLst>
            <pc:docMk/>
            <pc:sldMk cId="3131415720" sldId="620"/>
            <ac:grpSpMk id="128" creationId="{7800F148-71CC-5C97-D8B9-D77974A6163E}"/>
          </ac:grpSpMkLst>
        </pc:grpChg>
        <pc:grpChg chg="del">
          <ac:chgData name="Deepika Vatsa" userId="f7100972-27fe-4ee6-8fb4-ec9b7931b409" providerId="ADAL" clId="{BB4633DC-CD22-4EC8-A2AF-EB7AB12F3135}" dt="2025-07-31T09:24:19.903" v="1263" actId="478"/>
          <ac:grpSpMkLst>
            <pc:docMk/>
            <pc:sldMk cId="3131415720" sldId="620"/>
            <ac:grpSpMk id="133" creationId="{35BF424D-5A05-FFA0-C162-683E96DAB353}"/>
          </ac:grpSpMkLst>
        </pc:grpChg>
        <pc:grpChg chg="del">
          <ac:chgData name="Deepika Vatsa" userId="f7100972-27fe-4ee6-8fb4-ec9b7931b409" providerId="ADAL" clId="{BB4633DC-CD22-4EC8-A2AF-EB7AB12F3135}" dt="2025-07-31T09:24:19.903" v="1263" actId="478"/>
          <ac:grpSpMkLst>
            <pc:docMk/>
            <pc:sldMk cId="3131415720" sldId="620"/>
            <ac:grpSpMk id="146" creationId="{A66CFC8C-24EB-0312-DC8C-96A9F282B710}"/>
          </ac:grpSpMkLst>
        </pc:grpChg>
        <pc:grpChg chg="del">
          <ac:chgData name="Deepika Vatsa" userId="f7100972-27fe-4ee6-8fb4-ec9b7931b409" providerId="ADAL" clId="{BB4633DC-CD22-4EC8-A2AF-EB7AB12F3135}" dt="2025-07-31T09:24:19.903" v="1263" actId="478"/>
          <ac:grpSpMkLst>
            <pc:docMk/>
            <pc:sldMk cId="3131415720" sldId="620"/>
            <ac:grpSpMk id="147" creationId="{08145375-C4CC-2072-821F-749BC771AB97}"/>
          </ac:grpSpMkLst>
        </pc:grpChg>
        <pc:grpChg chg="del">
          <ac:chgData name="Deepika Vatsa" userId="f7100972-27fe-4ee6-8fb4-ec9b7931b409" providerId="ADAL" clId="{BB4633DC-CD22-4EC8-A2AF-EB7AB12F3135}" dt="2025-07-31T09:24:19.903" v="1263" actId="478"/>
          <ac:grpSpMkLst>
            <pc:docMk/>
            <pc:sldMk cId="3131415720" sldId="620"/>
            <ac:grpSpMk id="151" creationId="{02BBBEB1-B630-AC51-7495-0917838F12F6}"/>
          </ac:grpSpMkLst>
        </pc:grpChg>
        <pc:grpChg chg="del">
          <ac:chgData name="Deepika Vatsa" userId="f7100972-27fe-4ee6-8fb4-ec9b7931b409" providerId="ADAL" clId="{BB4633DC-CD22-4EC8-A2AF-EB7AB12F3135}" dt="2025-07-31T09:24:19.903" v="1263" actId="478"/>
          <ac:grpSpMkLst>
            <pc:docMk/>
            <pc:sldMk cId="3131415720" sldId="620"/>
            <ac:grpSpMk id="153" creationId="{6F9EA61A-B8BF-ABA8-450C-7AEE35CB5BCF}"/>
          </ac:grpSpMkLst>
        </pc:grpChg>
        <pc:grpChg chg="del">
          <ac:chgData name="Deepika Vatsa" userId="f7100972-27fe-4ee6-8fb4-ec9b7931b409" providerId="ADAL" clId="{BB4633DC-CD22-4EC8-A2AF-EB7AB12F3135}" dt="2025-07-31T09:24:22.570" v="1264" actId="478"/>
          <ac:grpSpMkLst>
            <pc:docMk/>
            <pc:sldMk cId="3131415720" sldId="620"/>
            <ac:grpSpMk id="157" creationId="{4FCE9C6C-F98D-93BF-893F-968060BE60F4}"/>
          </ac:grpSpMkLst>
        </pc:grpChg>
        <pc:grpChg chg="add mod">
          <ac:chgData name="Deepika Vatsa" userId="f7100972-27fe-4ee6-8fb4-ec9b7931b409" providerId="ADAL" clId="{BB4633DC-CD22-4EC8-A2AF-EB7AB12F3135}" dt="2025-07-31T09:25:51.933" v="1322" actId="1035"/>
          <ac:grpSpMkLst>
            <pc:docMk/>
            <pc:sldMk cId="3131415720" sldId="620"/>
            <ac:grpSpMk id="160" creationId="{E0EDDB15-2529-6895-9EC2-195DF6351ACC}"/>
          </ac:grpSpMkLst>
        </pc:grpChg>
        <pc:grpChg chg="add mod">
          <ac:chgData name="Deepika Vatsa" userId="f7100972-27fe-4ee6-8fb4-ec9b7931b409" providerId="ADAL" clId="{BB4633DC-CD22-4EC8-A2AF-EB7AB12F3135}" dt="2025-07-31T09:25:51.933" v="1322" actId="1035"/>
          <ac:grpSpMkLst>
            <pc:docMk/>
            <pc:sldMk cId="3131415720" sldId="620"/>
            <ac:grpSpMk id="165" creationId="{0D8E0455-4503-59DD-6C14-FAB5B2D55787}"/>
          </ac:grpSpMkLst>
        </pc:grpChg>
        <pc:grpChg chg="add mod">
          <ac:chgData name="Deepika Vatsa" userId="f7100972-27fe-4ee6-8fb4-ec9b7931b409" providerId="ADAL" clId="{BB4633DC-CD22-4EC8-A2AF-EB7AB12F3135}" dt="2025-07-31T09:25:51.933" v="1322" actId="1035"/>
          <ac:grpSpMkLst>
            <pc:docMk/>
            <pc:sldMk cId="3131415720" sldId="620"/>
            <ac:grpSpMk id="176" creationId="{65DAF1E4-356E-AC7E-23DB-7F847D601FE8}"/>
          </ac:grpSpMkLst>
        </pc:grpChg>
        <pc:grpChg chg="del mod">
          <ac:chgData name="Deepika Vatsa" userId="f7100972-27fe-4ee6-8fb4-ec9b7931b409" providerId="ADAL" clId="{BB4633DC-CD22-4EC8-A2AF-EB7AB12F3135}" dt="2025-07-31T09:52:42.067" v="1880"/>
          <ac:grpSpMkLst>
            <pc:docMk/>
            <pc:sldMk cId="3131415720" sldId="620"/>
            <ac:grpSpMk id="190" creationId="{8541057D-D037-5B61-4C60-593FFD36E97A}"/>
          </ac:grpSpMkLst>
        </pc:grpChg>
        <pc:grpChg chg="mod">
          <ac:chgData name="Deepika Vatsa" userId="f7100972-27fe-4ee6-8fb4-ec9b7931b409" providerId="ADAL" clId="{BB4633DC-CD22-4EC8-A2AF-EB7AB12F3135}" dt="2025-07-31T09:26:10.694" v="1340"/>
          <ac:grpSpMkLst>
            <pc:docMk/>
            <pc:sldMk cId="3131415720" sldId="620"/>
            <ac:grpSpMk id="201" creationId="{7F594E97-6603-695E-63AB-33A1506AD226}"/>
          </ac:grpSpMkLst>
        </pc:grpChg>
        <pc:grpChg chg="mod">
          <ac:chgData name="Deepika Vatsa" userId="f7100972-27fe-4ee6-8fb4-ec9b7931b409" providerId="ADAL" clId="{BB4633DC-CD22-4EC8-A2AF-EB7AB12F3135}" dt="2025-07-31T09:26:10.694" v="1340"/>
          <ac:grpSpMkLst>
            <pc:docMk/>
            <pc:sldMk cId="3131415720" sldId="620"/>
            <ac:grpSpMk id="202" creationId="{48FED3F9-7733-F83D-BEB6-605B97D09A50}"/>
          </ac:grpSpMkLst>
        </pc:grpChg>
        <pc:grpChg chg="mod">
          <ac:chgData name="Deepika Vatsa" userId="f7100972-27fe-4ee6-8fb4-ec9b7931b409" providerId="ADAL" clId="{BB4633DC-CD22-4EC8-A2AF-EB7AB12F3135}" dt="2025-07-31T09:26:10.694" v="1340"/>
          <ac:grpSpMkLst>
            <pc:docMk/>
            <pc:sldMk cId="3131415720" sldId="620"/>
            <ac:grpSpMk id="203" creationId="{3076F178-7345-1476-B298-881CF20A5B1D}"/>
          </ac:grpSpMkLst>
        </pc:grpChg>
        <pc:grpChg chg="del mod">
          <ac:chgData name="Deepika Vatsa" userId="f7100972-27fe-4ee6-8fb4-ec9b7931b409" providerId="ADAL" clId="{BB4633DC-CD22-4EC8-A2AF-EB7AB12F3135}" dt="2025-07-31T09:26:24.595" v="1358"/>
          <ac:grpSpMkLst>
            <pc:docMk/>
            <pc:sldMk cId="3131415720" sldId="620"/>
            <ac:grpSpMk id="210" creationId="{E0906629-7A9A-C540-5E4F-9D13CE42A8A6}"/>
          </ac:grpSpMkLst>
        </pc:grpChg>
        <pc:grpChg chg="mod">
          <ac:chgData name="Deepika Vatsa" userId="f7100972-27fe-4ee6-8fb4-ec9b7931b409" providerId="ADAL" clId="{BB4633DC-CD22-4EC8-A2AF-EB7AB12F3135}" dt="2025-07-31T09:26:24.595" v="1358"/>
          <ac:grpSpMkLst>
            <pc:docMk/>
            <pc:sldMk cId="3131415720" sldId="620"/>
            <ac:grpSpMk id="221" creationId="{DC4A631F-1101-E584-1327-5A19576F6753}"/>
          </ac:grpSpMkLst>
        </pc:grpChg>
        <pc:grpChg chg="mod">
          <ac:chgData name="Deepika Vatsa" userId="f7100972-27fe-4ee6-8fb4-ec9b7931b409" providerId="ADAL" clId="{BB4633DC-CD22-4EC8-A2AF-EB7AB12F3135}" dt="2025-07-31T09:26:31.369" v="1363"/>
          <ac:grpSpMkLst>
            <pc:docMk/>
            <pc:sldMk cId="3131415720" sldId="620"/>
            <ac:grpSpMk id="226" creationId="{0A5167F9-AE03-1D60-09FC-28FBB3D4722C}"/>
          </ac:grpSpMkLst>
        </pc:grpChg>
        <pc:grpChg chg="mod">
          <ac:chgData name="Deepika Vatsa" userId="f7100972-27fe-4ee6-8fb4-ec9b7931b409" providerId="ADAL" clId="{BB4633DC-CD22-4EC8-A2AF-EB7AB12F3135}" dt="2025-07-31T09:26:38.207" v="1366"/>
          <ac:grpSpMkLst>
            <pc:docMk/>
            <pc:sldMk cId="3131415720" sldId="620"/>
            <ac:grpSpMk id="229" creationId="{AD5E3D75-2578-23AE-AB69-FFFE5D55DD5C}"/>
          </ac:grpSpMkLst>
        </pc:grpChg>
        <pc:grpChg chg="add del mod">
          <ac:chgData name="Deepika Vatsa" userId="f7100972-27fe-4ee6-8fb4-ec9b7931b409" providerId="ADAL" clId="{BB4633DC-CD22-4EC8-A2AF-EB7AB12F3135}" dt="2025-07-31T09:26:45.175" v="1378"/>
          <ac:grpSpMkLst>
            <pc:docMk/>
            <pc:sldMk cId="3131415720" sldId="620"/>
            <ac:grpSpMk id="239" creationId="{C70AE9BC-F8D7-C55E-6485-DD1F9F092598}"/>
          </ac:grpSpMkLst>
        </pc:grpChg>
        <pc:grpChg chg="mod">
          <ac:chgData name="Deepika Vatsa" userId="f7100972-27fe-4ee6-8fb4-ec9b7931b409" providerId="ADAL" clId="{BB4633DC-CD22-4EC8-A2AF-EB7AB12F3135}" dt="2025-07-31T09:26:45.175" v="1378"/>
          <ac:grpSpMkLst>
            <pc:docMk/>
            <pc:sldMk cId="3131415720" sldId="620"/>
            <ac:grpSpMk id="240" creationId="{AE6D2671-9BAB-7728-FCFA-E647922FEF0B}"/>
          </ac:grpSpMkLst>
        </pc:grpChg>
        <pc:grpChg chg="mod">
          <ac:chgData name="Deepika Vatsa" userId="f7100972-27fe-4ee6-8fb4-ec9b7931b409" providerId="ADAL" clId="{BB4633DC-CD22-4EC8-A2AF-EB7AB12F3135}" dt="2025-07-31T09:26:45.175" v="1378"/>
          <ac:grpSpMkLst>
            <pc:docMk/>
            <pc:sldMk cId="3131415720" sldId="620"/>
            <ac:grpSpMk id="241" creationId="{D98C398B-0655-8488-6767-7D9F4A4BD771}"/>
          </ac:grpSpMkLst>
        </pc:grpChg>
        <pc:grpChg chg="mod">
          <ac:chgData name="Deepika Vatsa" userId="f7100972-27fe-4ee6-8fb4-ec9b7931b409" providerId="ADAL" clId="{BB4633DC-CD22-4EC8-A2AF-EB7AB12F3135}" dt="2025-07-31T09:26:50.322" v="1383"/>
          <ac:grpSpMkLst>
            <pc:docMk/>
            <pc:sldMk cId="3131415720" sldId="620"/>
            <ac:grpSpMk id="245" creationId="{E687C0DD-D393-B8F7-826D-72F0AFB2AC39}"/>
          </ac:grpSpMkLst>
        </pc:grpChg>
        <pc:grpChg chg="del mod">
          <ac:chgData name="Deepika Vatsa" userId="f7100972-27fe-4ee6-8fb4-ec9b7931b409" providerId="ADAL" clId="{BB4633DC-CD22-4EC8-A2AF-EB7AB12F3135}" dt="2025-07-31T09:27:00.870" v="1400"/>
          <ac:grpSpMkLst>
            <pc:docMk/>
            <pc:sldMk cId="3131415720" sldId="620"/>
            <ac:grpSpMk id="254" creationId="{EEA9C31F-DA26-B8F8-BE42-598C85D9F246}"/>
          </ac:grpSpMkLst>
        </pc:grpChg>
        <pc:grpChg chg="mod">
          <ac:chgData name="Deepika Vatsa" userId="f7100972-27fe-4ee6-8fb4-ec9b7931b409" providerId="ADAL" clId="{BB4633DC-CD22-4EC8-A2AF-EB7AB12F3135}" dt="2025-07-31T09:27:00.870" v="1400"/>
          <ac:grpSpMkLst>
            <pc:docMk/>
            <pc:sldMk cId="3131415720" sldId="620"/>
            <ac:grpSpMk id="262" creationId="{FB9B870D-88DE-0818-3C1B-0555FC9FD34D}"/>
          </ac:grpSpMkLst>
        </pc:grpChg>
        <pc:grpChg chg="mod">
          <ac:chgData name="Deepika Vatsa" userId="f7100972-27fe-4ee6-8fb4-ec9b7931b409" providerId="ADAL" clId="{BB4633DC-CD22-4EC8-A2AF-EB7AB12F3135}" dt="2025-07-31T09:27:09.325" v="1412"/>
          <ac:grpSpMkLst>
            <pc:docMk/>
            <pc:sldMk cId="3131415720" sldId="620"/>
            <ac:grpSpMk id="274" creationId="{C4528442-731B-41A7-8B49-CD121DDC9115}"/>
          </ac:grpSpMkLst>
        </pc:grpChg>
        <pc:grpChg chg="mod">
          <ac:chgData name="Deepika Vatsa" userId="f7100972-27fe-4ee6-8fb4-ec9b7931b409" providerId="ADAL" clId="{BB4633DC-CD22-4EC8-A2AF-EB7AB12F3135}" dt="2025-07-31T09:27:09.325" v="1412"/>
          <ac:grpSpMkLst>
            <pc:docMk/>
            <pc:sldMk cId="3131415720" sldId="620"/>
            <ac:grpSpMk id="275" creationId="{5FE9AB1A-F7D2-4AD4-2042-8A79EC303DEF}"/>
          </ac:grpSpMkLst>
        </pc:grpChg>
        <pc:grpChg chg="del mod">
          <ac:chgData name="Deepika Vatsa" userId="f7100972-27fe-4ee6-8fb4-ec9b7931b409" providerId="ADAL" clId="{BB4633DC-CD22-4EC8-A2AF-EB7AB12F3135}" dt="2025-07-31T09:27:15.284" v="1423"/>
          <ac:grpSpMkLst>
            <pc:docMk/>
            <pc:sldMk cId="3131415720" sldId="620"/>
            <ac:grpSpMk id="286" creationId="{D4FE5F09-2177-EA36-E0E6-E4375EC243FA}"/>
          </ac:grpSpMkLst>
        </pc:grpChg>
        <pc:grpChg chg="mod">
          <ac:chgData name="Deepika Vatsa" userId="f7100972-27fe-4ee6-8fb4-ec9b7931b409" providerId="ADAL" clId="{BB4633DC-CD22-4EC8-A2AF-EB7AB12F3135}" dt="2025-07-31T09:27:15.284" v="1423"/>
          <ac:grpSpMkLst>
            <pc:docMk/>
            <pc:sldMk cId="3131415720" sldId="620"/>
            <ac:grpSpMk id="287" creationId="{66503993-9605-CD81-7674-53CD9AC644DC}"/>
          </ac:grpSpMkLst>
        </pc:grpChg>
        <pc:grpChg chg="del mod">
          <ac:chgData name="Deepika Vatsa" userId="f7100972-27fe-4ee6-8fb4-ec9b7931b409" providerId="ADAL" clId="{BB4633DC-CD22-4EC8-A2AF-EB7AB12F3135}" dt="2025-07-31T09:52:32.535" v="1868"/>
          <ac:grpSpMkLst>
            <pc:docMk/>
            <pc:sldMk cId="3131415720" sldId="620"/>
            <ac:grpSpMk id="291" creationId="{9163FCDB-ABB1-4965-C2C1-8B0DBC5CFD63}"/>
          </ac:grpSpMkLst>
        </pc:grpChg>
        <pc:grpChg chg="del mod">
          <ac:chgData name="Deepika Vatsa" userId="f7100972-27fe-4ee6-8fb4-ec9b7931b409" providerId="ADAL" clId="{BB4633DC-CD22-4EC8-A2AF-EB7AB12F3135}" dt="2025-07-31T09:27:31.202" v="1432"/>
          <ac:grpSpMkLst>
            <pc:docMk/>
            <pc:sldMk cId="3131415720" sldId="620"/>
            <ac:grpSpMk id="294" creationId="{1F10B0FD-7AA0-9D7F-1AFC-56E18B421506}"/>
          </ac:grpSpMkLst>
        </pc:grpChg>
        <pc:grpChg chg="mod">
          <ac:chgData name="Deepika Vatsa" userId="f7100972-27fe-4ee6-8fb4-ec9b7931b409" providerId="ADAL" clId="{BB4633DC-CD22-4EC8-A2AF-EB7AB12F3135}" dt="2025-07-31T09:27:31.202" v="1432"/>
          <ac:grpSpMkLst>
            <pc:docMk/>
            <pc:sldMk cId="3131415720" sldId="620"/>
            <ac:grpSpMk id="296" creationId="{15BB71D5-8DBE-C5F4-1215-68780A96E418}"/>
          </ac:grpSpMkLst>
        </pc:grpChg>
        <pc:grpChg chg="del mod">
          <ac:chgData name="Deepika Vatsa" userId="f7100972-27fe-4ee6-8fb4-ec9b7931b409" providerId="ADAL" clId="{BB4633DC-CD22-4EC8-A2AF-EB7AB12F3135}" dt="2025-07-31T09:52:26.515" v="1863"/>
          <ac:grpSpMkLst>
            <pc:docMk/>
            <pc:sldMk cId="3131415720" sldId="620"/>
            <ac:grpSpMk id="304" creationId="{D4FC7B09-5898-B9CD-05D4-842456F5C5C7}"/>
          </ac:grpSpMkLst>
        </pc:grpChg>
        <pc:grpChg chg="mod">
          <ac:chgData name="Deepika Vatsa" userId="f7100972-27fe-4ee6-8fb4-ec9b7931b409" providerId="ADAL" clId="{BB4633DC-CD22-4EC8-A2AF-EB7AB12F3135}" dt="2025-07-31T09:52:26.515" v="1863"/>
          <ac:grpSpMkLst>
            <pc:docMk/>
            <pc:sldMk cId="3131415720" sldId="620"/>
            <ac:grpSpMk id="306" creationId="{505AB235-D563-9AEA-C25E-2BE024C78697}"/>
          </ac:grpSpMkLst>
        </pc:grpChg>
        <pc:grpChg chg="del mod">
          <ac:chgData name="Deepika Vatsa" userId="f7100972-27fe-4ee6-8fb4-ec9b7931b409" providerId="ADAL" clId="{BB4633DC-CD22-4EC8-A2AF-EB7AB12F3135}" dt="2025-07-31T09:52:42.067" v="1880"/>
          <ac:grpSpMkLst>
            <pc:docMk/>
            <pc:sldMk cId="3131415720" sldId="620"/>
            <ac:grpSpMk id="311" creationId="{3CC6A94A-149B-49FB-E815-9F1F7D5BCA14}"/>
          </ac:grpSpMkLst>
        </pc:grpChg>
        <pc:grpChg chg="mod">
          <ac:chgData name="Deepika Vatsa" userId="f7100972-27fe-4ee6-8fb4-ec9b7931b409" providerId="ADAL" clId="{BB4633DC-CD22-4EC8-A2AF-EB7AB12F3135}" dt="2025-07-31T09:52:42.067" v="1880"/>
          <ac:grpSpMkLst>
            <pc:docMk/>
            <pc:sldMk cId="3131415720" sldId="620"/>
            <ac:grpSpMk id="317" creationId="{214114E2-4166-E0C9-16E4-B9E17C7DFF6F}"/>
          </ac:grpSpMkLst>
        </pc:grpChg>
        <pc:grpChg chg="del mod">
          <ac:chgData name="Deepika Vatsa" userId="f7100972-27fe-4ee6-8fb4-ec9b7931b409" providerId="ADAL" clId="{BB4633DC-CD22-4EC8-A2AF-EB7AB12F3135}" dt="2025-07-31T09:53:00.762" v="1888"/>
          <ac:grpSpMkLst>
            <pc:docMk/>
            <pc:sldMk cId="3131415720" sldId="620"/>
            <ac:grpSpMk id="320" creationId="{BC4F88FB-1B7C-8873-577B-2DBD250B6249}"/>
          </ac:grpSpMkLst>
        </pc:grpChg>
        <pc:grpChg chg="mod">
          <ac:chgData name="Deepika Vatsa" userId="f7100972-27fe-4ee6-8fb4-ec9b7931b409" providerId="ADAL" clId="{BB4633DC-CD22-4EC8-A2AF-EB7AB12F3135}" dt="2025-07-31T09:53:00.762" v="1888"/>
          <ac:grpSpMkLst>
            <pc:docMk/>
            <pc:sldMk cId="3131415720" sldId="620"/>
            <ac:grpSpMk id="325" creationId="{FBA3701C-52FA-5FF3-D71D-ABFDA56ECC3C}"/>
          </ac:grpSpMkLst>
        </pc:grpChg>
        <pc:inkChg chg="del">
          <ac:chgData name="Deepika Vatsa" userId="f7100972-27fe-4ee6-8fb4-ec9b7931b409" providerId="ADAL" clId="{BB4633DC-CD22-4EC8-A2AF-EB7AB12F3135}" dt="2025-07-31T09:24:19.903" v="1263" actId="478"/>
          <ac:inkMkLst>
            <pc:docMk/>
            <pc:sldMk cId="3131415720" sldId="620"/>
            <ac:inkMk id="10" creationId="{8033A3DB-D58A-26FD-CA9C-0ADC2D3DB64B}"/>
          </ac:inkMkLst>
        </pc:inkChg>
        <pc:inkChg chg="del">
          <ac:chgData name="Deepika Vatsa" userId="f7100972-27fe-4ee6-8fb4-ec9b7931b409" providerId="ADAL" clId="{BB4633DC-CD22-4EC8-A2AF-EB7AB12F3135}" dt="2025-07-31T09:24:19.903" v="1263" actId="478"/>
          <ac:inkMkLst>
            <pc:docMk/>
            <pc:sldMk cId="3131415720" sldId="620"/>
            <ac:inkMk id="20" creationId="{A4E9F2C4-6F50-0637-6FA3-09D00A879530}"/>
          </ac:inkMkLst>
        </pc:inkChg>
        <pc:inkChg chg="del">
          <ac:chgData name="Deepika Vatsa" userId="f7100972-27fe-4ee6-8fb4-ec9b7931b409" providerId="ADAL" clId="{BB4633DC-CD22-4EC8-A2AF-EB7AB12F3135}" dt="2025-07-31T09:24:19.903" v="1263" actId="478"/>
          <ac:inkMkLst>
            <pc:docMk/>
            <pc:sldMk cId="3131415720" sldId="620"/>
            <ac:inkMk id="28" creationId="{6CD93F60-59CB-9017-B302-8F5E5C86E828}"/>
          </ac:inkMkLst>
        </pc:inkChg>
        <pc:inkChg chg="del">
          <ac:chgData name="Deepika Vatsa" userId="f7100972-27fe-4ee6-8fb4-ec9b7931b409" providerId="ADAL" clId="{BB4633DC-CD22-4EC8-A2AF-EB7AB12F3135}" dt="2025-07-31T09:24:19.903" v="1263" actId="478"/>
          <ac:inkMkLst>
            <pc:docMk/>
            <pc:sldMk cId="3131415720" sldId="620"/>
            <ac:inkMk id="33" creationId="{FBDDEA10-C43E-EB0D-69B5-146DD304567F}"/>
          </ac:inkMkLst>
        </pc:inkChg>
        <pc:inkChg chg="add">
          <ac:chgData name="Deepika Vatsa" userId="f7100972-27fe-4ee6-8fb4-ec9b7931b409" providerId="ADAL" clId="{BB4633DC-CD22-4EC8-A2AF-EB7AB12F3135}" dt="2025-07-31T09:25:17.764" v="1276" actId="9405"/>
          <ac:inkMkLst>
            <pc:docMk/>
            <pc:sldMk cId="3131415720" sldId="620"/>
            <ac:inkMk id="37" creationId="{E4022D42-E768-9F29-A878-0FA7BF3435B9}"/>
          </ac:inkMkLst>
        </pc:inkChg>
        <pc:inkChg chg="del">
          <ac:chgData name="Deepika Vatsa" userId="f7100972-27fe-4ee6-8fb4-ec9b7931b409" providerId="ADAL" clId="{BB4633DC-CD22-4EC8-A2AF-EB7AB12F3135}" dt="2025-07-31T09:24:19.903" v="1263" actId="478"/>
          <ac:inkMkLst>
            <pc:docMk/>
            <pc:sldMk cId="3131415720" sldId="620"/>
            <ac:inkMk id="44" creationId="{0C299229-37A5-18C2-6F1A-AAAC0A3FF66F}"/>
          </ac:inkMkLst>
        </pc:inkChg>
        <pc:inkChg chg="add del mod">
          <ac:chgData name="Deepika Vatsa" userId="f7100972-27fe-4ee6-8fb4-ec9b7931b409" providerId="ADAL" clId="{BB4633DC-CD22-4EC8-A2AF-EB7AB12F3135}" dt="2025-07-31T09:25:29.878" v="1288" actId="9405"/>
          <ac:inkMkLst>
            <pc:docMk/>
            <pc:sldMk cId="3131415720" sldId="620"/>
            <ac:inkMk id="56" creationId="{0DF7A0A8-E8A7-A36C-DC04-3E5A5C65E003}"/>
          </ac:inkMkLst>
        </pc:inkChg>
        <pc:inkChg chg="del">
          <ac:chgData name="Deepika Vatsa" userId="f7100972-27fe-4ee6-8fb4-ec9b7931b409" providerId="ADAL" clId="{BB4633DC-CD22-4EC8-A2AF-EB7AB12F3135}" dt="2025-07-31T09:24:19.903" v="1263" actId="478"/>
          <ac:inkMkLst>
            <pc:docMk/>
            <pc:sldMk cId="3131415720" sldId="620"/>
            <ac:inkMk id="61" creationId="{E75918B0-8BEB-9913-DF6F-3B12D1F37E26}"/>
          </ac:inkMkLst>
        </pc:inkChg>
        <pc:inkChg chg="del">
          <ac:chgData name="Deepika Vatsa" userId="f7100972-27fe-4ee6-8fb4-ec9b7931b409" providerId="ADAL" clId="{BB4633DC-CD22-4EC8-A2AF-EB7AB12F3135}" dt="2025-07-31T09:24:19.903" v="1263" actId="478"/>
          <ac:inkMkLst>
            <pc:docMk/>
            <pc:sldMk cId="3131415720" sldId="620"/>
            <ac:inkMk id="65" creationId="{7D49A849-74A1-18E4-AE42-91E8BE4CC5BF}"/>
          </ac:inkMkLst>
        </pc:inkChg>
        <pc:inkChg chg="add del mod">
          <ac:chgData name="Deepika Vatsa" userId="f7100972-27fe-4ee6-8fb4-ec9b7931b409" providerId="ADAL" clId="{BB4633DC-CD22-4EC8-A2AF-EB7AB12F3135}" dt="2025-07-31T09:25:29.265" v="1287" actId="9405"/>
          <ac:inkMkLst>
            <pc:docMk/>
            <pc:sldMk cId="3131415720" sldId="620"/>
            <ac:inkMk id="71" creationId="{1758FF8A-0374-16F9-9807-C367DFD8111F}"/>
          </ac:inkMkLst>
        </pc:inkChg>
        <pc:inkChg chg="del">
          <ac:chgData name="Deepika Vatsa" userId="f7100972-27fe-4ee6-8fb4-ec9b7931b409" providerId="ADAL" clId="{BB4633DC-CD22-4EC8-A2AF-EB7AB12F3135}" dt="2025-07-31T09:24:19.903" v="1263" actId="478"/>
          <ac:inkMkLst>
            <pc:docMk/>
            <pc:sldMk cId="3131415720" sldId="620"/>
            <ac:inkMk id="74" creationId="{B8DCC4F5-ADF2-0549-4E3E-146CCA1D3C2F}"/>
          </ac:inkMkLst>
        </pc:inkChg>
        <pc:inkChg chg="add del mod">
          <ac:chgData name="Deepika Vatsa" userId="f7100972-27fe-4ee6-8fb4-ec9b7931b409" providerId="ADAL" clId="{BB4633DC-CD22-4EC8-A2AF-EB7AB12F3135}" dt="2025-07-31T09:25:28.986" v="1286" actId="9405"/>
          <ac:inkMkLst>
            <pc:docMk/>
            <pc:sldMk cId="3131415720" sldId="620"/>
            <ac:inkMk id="86" creationId="{CDE604A4-3953-B27D-253A-077ECF1B4189}"/>
          </ac:inkMkLst>
        </pc:inkChg>
        <pc:inkChg chg="del">
          <ac:chgData name="Deepika Vatsa" userId="f7100972-27fe-4ee6-8fb4-ec9b7931b409" providerId="ADAL" clId="{BB4633DC-CD22-4EC8-A2AF-EB7AB12F3135}" dt="2025-07-31T09:24:19.903" v="1263" actId="478"/>
          <ac:inkMkLst>
            <pc:docMk/>
            <pc:sldMk cId="3131415720" sldId="620"/>
            <ac:inkMk id="107" creationId="{A2CDF179-7383-E832-76F3-3DF73BE8CC8A}"/>
          </ac:inkMkLst>
        </pc:inkChg>
        <pc:inkChg chg="add del mod">
          <ac:chgData name="Deepika Vatsa" userId="f7100972-27fe-4ee6-8fb4-ec9b7931b409" providerId="ADAL" clId="{BB4633DC-CD22-4EC8-A2AF-EB7AB12F3135}" dt="2025-07-31T09:25:28.743" v="1285" actId="9405"/>
          <ac:inkMkLst>
            <pc:docMk/>
            <pc:sldMk cId="3131415720" sldId="620"/>
            <ac:inkMk id="111" creationId="{4FBE0124-A728-017A-52C8-AC669468B73D}"/>
          </ac:inkMkLst>
        </pc:inkChg>
        <pc:inkChg chg="add del mod">
          <ac:chgData name="Deepika Vatsa" userId="f7100972-27fe-4ee6-8fb4-ec9b7931b409" providerId="ADAL" clId="{BB4633DC-CD22-4EC8-A2AF-EB7AB12F3135}" dt="2025-07-31T09:25:28.386" v="1284"/>
          <ac:inkMkLst>
            <pc:docMk/>
            <pc:sldMk cId="3131415720" sldId="620"/>
            <ac:inkMk id="114" creationId="{A604A4E0-0EB0-FB5F-49C3-0D9CE0A0D767}"/>
          </ac:inkMkLst>
        </pc:inkChg>
        <pc:inkChg chg="del">
          <ac:chgData name="Deepika Vatsa" userId="f7100972-27fe-4ee6-8fb4-ec9b7931b409" providerId="ADAL" clId="{BB4633DC-CD22-4EC8-A2AF-EB7AB12F3135}" dt="2025-07-31T09:24:19.903" v="1263" actId="478"/>
          <ac:inkMkLst>
            <pc:docMk/>
            <pc:sldMk cId="3131415720" sldId="620"/>
            <ac:inkMk id="116" creationId="{06698E97-5867-60B8-6C71-77585CFC83BC}"/>
          </ac:inkMkLst>
        </pc:inkChg>
        <pc:inkChg chg="del">
          <ac:chgData name="Deepika Vatsa" userId="f7100972-27fe-4ee6-8fb4-ec9b7931b409" providerId="ADAL" clId="{BB4633DC-CD22-4EC8-A2AF-EB7AB12F3135}" dt="2025-07-31T09:24:19.903" v="1263" actId="478"/>
          <ac:inkMkLst>
            <pc:docMk/>
            <pc:sldMk cId="3131415720" sldId="620"/>
            <ac:inkMk id="118" creationId="{3DCEF402-42EB-6409-74A0-90DE12F9ABDE}"/>
          </ac:inkMkLst>
        </pc:inkChg>
        <pc:inkChg chg="mod">
          <ac:chgData name="Deepika Vatsa" userId="f7100972-27fe-4ee6-8fb4-ec9b7931b409" providerId="ADAL" clId="{BB4633DC-CD22-4EC8-A2AF-EB7AB12F3135}" dt="2025-07-31T09:25:47.160" v="1290"/>
          <ac:inkMkLst>
            <pc:docMk/>
            <pc:sldMk cId="3131415720" sldId="620"/>
            <ac:inkMk id="123" creationId="{9C5575E7-28EF-A48E-BF09-56097E1BA073}"/>
          </ac:inkMkLst>
        </pc:inkChg>
        <pc:inkChg chg="mod">
          <ac:chgData name="Deepika Vatsa" userId="f7100972-27fe-4ee6-8fb4-ec9b7931b409" providerId="ADAL" clId="{BB4633DC-CD22-4EC8-A2AF-EB7AB12F3135}" dt="2025-07-31T09:25:47.160" v="1290"/>
          <ac:inkMkLst>
            <pc:docMk/>
            <pc:sldMk cId="3131415720" sldId="620"/>
            <ac:inkMk id="124" creationId="{AF0FE9E3-E463-57A4-E555-F7B655DAE24C}"/>
          </ac:inkMkLst>
        </pc:inkChg>
        <pc:inkChg chg="del">
          <ac:chgData name="Deepika Vatsa" userId="f7100972-27fe-4ee6-8fb4-ec9b7931b409" providerId="ADAL" clId="{BB4633DC-CD22-4EC8-A2AF-EB7AB12F3135}" dt="2025-07-31T09:24:19.903" v="1263" actId="478"/>
          <ac:inkMkLst>
            <pc:docMk/>
            <pc:sldMk cId="3131415720" sldId="620"/>
            <ac:inkMk id="129" creationId="{C294B8F4-A102-7593-FED2-C83B343D8933}"/>
          </ac:inkMkLst>
        </pc:inkChg>
        <pc:inkChg chg="del">
          <ac:chgData name="Deepika Vatsa" userId="f7100972-27fe-4ee6-8fb4-ec9b7931b409" providerId="ADAL" clId="{BB4633DC-CD22-4EC8-A2AF-EB7AB12F3135}" dt="2025-07-31T09:24:19.903" v="1263" actId="478"/>
          <ac:inkMkLst>
            <pc:docMk/>
            <pc:sldMk cId="3131415720" sldId="620"/>
            <ac:inkMk id="138" creationId="{2A27D8D8-6C14-0077-4093-8F5E91D6325F}"/>
          </ac:inkMkLst>
        </pc:inkChg>
        <pc:inkChg chg="mod">
          <ac:chgData name="Deepika Vatsa" userId="f7100972-27fe-4ee6-8fb4-ec9b7931b409" providerId="ADAL" clId="{BB4633DC-CD22-4EC8-A2AF-EB7AB12F3135}" dt="2025-07-31T09:25:47.160" v="1290"/>
          <ac:inkMkLst>
            <pc:docMk/>
            <pc:sldMk cId="3131415720" sldId="620"/>
            <ac:inkMk id="139" creationId="{4C05276D-2938-E711-AED2-24860DF8BEC4}"/>
          </ac:inkMkLst>
        </pc:inkChg>
        <pc:inkChg chg="del">
          <ac:chgData name="Deepika Vatsa" userId="f7100972-27fe-4ee6-8fb4-ec9b7931b409" providerId="ADAL" clId="{BB4633DC-CD22-4EC8-A2AF-EB7AB12F3135}" dt="2025-07-31T09:24:25.478" v="1265" actId="478"/>
          <ac:inkMkLst>
            <pc:docMk/>
            <pc:sldMk cId="3131415720" sldId="620"/>
            <ac:inkMk id="154" creationId="{F80831BD-B7D1-5AB0-C4EF-D59AD4BEB954}"/>
          </ac:inkMkLst>
        </pc:inkChg>
        <pc:inkChg chg="mod">
          <ac:chgData name="Deepika Vatsa" userId="f7100972-27fe-4ee6-8fb4-ec9b7931b409" providerId="ADAL" clId="{BB4633DC-CD22-4EC8-A2AF-EB7AB12F3135}" dt="2025-07-31T09:25:47.160" v="1290"/>
          <ac:inkMkLst>
            <pc:docMk/>
            <pc:sldMk cId="3131415720" sldId="620"/>
            <ac:inkMk id="158" creationId="{F8DDA109-75A6-8882-65D5-52EDA244B79E}"/>
          </ac:inkMkLst>
        </pc:inkChg>
        <pc:inkChg chg="add mod">
          <ac:chgData name="Deepika Vatsa" userId="f7100972-27fe-4ee6-8fb4-ec9b7931b409" providerId="ADAL" clId="{BB4633DC-CD22-4EC8-A2AF-EB7AB12F3135}" dt="2025-07-31T09:25:51.933" v="1322" actId="1035"/>
          <ac:inkMkLst>
            <pc:docMk/>
            <pc:sldMk cId="3131415720" sldId="620"/>
            <ac:inkMk id="159" creationId="{2BE695F7-2A52-3E89-62B8-207F92C21D67}"/>
          </ac:inkMkLst>
        </pc:inkChg>
        <pc:inkChg chg="mod">
          <ac:chgData name="Deepika Vatsa" userId="f7100972-27fe-4ee6-8fb4-ec9b7931b409" providerId="ADAL" clId="{BB4633DC-CD22-4EC8-A2AF-EB7AB12F3135}" dt="2025-07-31T09:25:47.160" v="1290"/>
          <ac:inkMkLst>
            <pc:docMk/>
            <pc:sldMk cId="3131415720" sldId="620"/>
            <ac:inkMk id="161" creationId="{3FEF3D5A-6B2A-1641-CC08-EEC5A94261E4}"/>
          </ac:inkMkLst>
        </pc:inkChg>
        <pc:inkChg chg="mod">
          <ac:chgData name="Deepika Vatsa" userId="f7100972-27fe-4ee6-8fb4-ec9b7931b409" providerId="ADAL" clId="{BB4633DC-CD22-4EC8-A2AF-EB7AB12F3135}" dt="2025-07-31T09:25:47.160" v="1290"/>
          <ac:inkMkLst>
            <pc:docMk/>
            <pc:sldMk cId="3131415720" sldId="620"/>
            <ac:inkMk id="162" creationId="{CCD57202-5BF5-B33F-70C8-9FD03F5E63DF}"/>
          </ac:inkMkLst>
        </pc:inkChg>
        <pc:inkChg chg="mod">
          <ac:chgData name="Deepika Vatsa" userId="f7100972-27fe-4ee6-8fb4-ec9b7931b409" providerId="ADAL" clId="{BB4633DC-CD22-4EC8-A2AF-EB7AB12F3135}" dt="2025-07-31T09:25:47.160" v="1290"/>
          <ac:inkMkLst>
            <pc:docMk/>
            <pc:sldMk cId="3131415720" sldId="620"/>
            <ac:inkMk id="163" creationId="{21B07889-DD97-FE4E-7522-D58B317CF939}"/>
          </ac:inkMkLst>
        </pc:inkChg>
        <pc:inkChg chg="add mod">
          <ac:chgData name="Deepika Vatsa" userId="f7100972-27fe-4ee6-8fb4-ec9b7931b409" providerId="ADAL" clId="{BB4633DC-CD22-4EC8-A2AF-EB7AB12F3135}" dt="2025-07-31T09:25:51.933" v="1322" actId="1035"/>
          <ac:inkMkLst>
            <pc:docMk/>
            <pc:sldMk cId="3131415720" sldId="620"/>
            <ac:inkMk id="164" creationId="{B69F9728-0D94-4187-AA30-B830141D6177}"/>
          </ac:inkMkLst>
        </pc:inkChg>
        <pc:inkChg chg="mod">
          <ac:chgData name="Deepika Vatsa" userId="f7100972-27fe-4ee6-8fb4-ec9b7931b409" providerId="ADAL" clId="{BB4633DC-CD22-4EC8-A2AF-EB7AB12F3135}" dt="2025-07-31T09:25:47.160" v="1290"/>
          <ac:inkMkLst>
            <pc:docMk/>
            <pc:sldMk cId="3131415720" sldId="620"/>
            <ac:inkMk id="166" creationId="{854EAFAA-3DD0-1F1E-384B-A816AC4CCAF2}"/>
          </ac:inkMkLst>
        </pc:inkChg>
        <pc:inkChg chg="mod">
          <ac:chgData name="Deepika Vatsa" userId="f7100972-27fe-4ee6-8fb4-ec9b7931b409" providerId="ADAL" clId="{BB4633DC-CD22-4EC8-A2AF-EB7AB12F3135}" dt="2025-07-31T09:25:47.160" v="1290"/>
          <ac:inkMkLst>
            <pc:docMk/>
            <pc:sldMk cId="3131415720" sldId="620"/>
            <ac:inkMk id="167" creationId="{FF4A9E5F-D97B-0CE9-9B8C-89A81F1BE484}"/>
          </ac:inkMkLst>
        </pc:inkChg>
        <pc:inkChg chg="mod">
          <ac:chgData name="Deepika Vatsa" userId="f7100972-27fe-4ee6-8fb4-ec9b7931b409" providerId="ADAL" clId="{BB4633DC-CD22-4EC8-A2AF-EB7AB12F3135}" dt="2025-07-31T09:25:47.160" v="1290"/>
          <ac:inkMkLst>
            <pc:docMk/>
            <pc:sldMk cId="3131415720" sldId="620"/>
            <ac:inkMk id="168" creationId="{1B35A2A1-8766-F2C4-75D0-70A7C55808D6}"/>
          </ac:inkMkLst>
        </pc:inkChg>
        <pc:inkChg chg="mod">
          <ac:chgData name="Deepika Vatsa" userId="f7100972-27fe-4ee6-8fb4-ec9b7931b409" providerId="ADAL" clId="{BB4633DC-CD22-4EC8-A2AF-EB7AB12F3135}" dt="2025-07-31T09:25:47.160" v="1290"/>
          <ac:inkMkLst>
            <pc:docMk/>
            <pc:sldMk cId="3131415720" sldId="620"/>
            <ac:inkMk id="169" creationId="{652398CF-9F97-518D-5B6B-F7204B4C6AAC}"/>
          </ac:inkMkLst>
        </pc:inkChg>
        <pc:inkChg chg="mod">
          <ac:chgData name="Deepika Vatsa" userId="f7100972-27fe-4ee6-8fb4-ec9b7931b409" providerId="ADAL" clId="{BB4633DC-CD22-4EC8-A2AF-EB7AB12F3135}" dt="2025-07-31T09:25:47.160" v="1290"/>
          <ac:inkMkLst>
            <pc:docMk/>
            <pc:sldMk cId="3131415720" sldId="620"/>
            <ac:inkMk id="170" creationId="{42521B3D-8DEA-1E0A-6EBE-9F0CA7596AC8}"/>
          </ac:inkMkLst>
        </pc:inkChg>
        <pc:inkChg chg="mod">
          <ac:chgData name="Deepika Vatsa" userId="f7100972-27fe-4ee6-8fb4-ec9b7931b409" providerId="ADAL" clId="{BB4633DC-CD22-4EC8-A2AF-EB7AB12F3135}" dt="2025-07-31T09:25:47.160" v="1290"/>
          <ac:inkMkLst>
            <pc:docMk/>
            <pc:sldMk cId="3131415720" sldId="620"/>
            <ac:inkMk id="171" creationId="{A3D48B25-76C7-733D-4B5B-D6C8FCD06550}"/>
          </ac:inkMkLst>
        </pc:inkChg>
        <pc:inkChg chg="mod">
          <ac:chgData name="Deepika Vatsa" userId="f7100972-27fe-4ee6-8fb4-ec9b7931b409" providerId="ADAL" clId="{BB4633DC-CD22-4EC8-A2AF-EB7AB12F3135}" dt="2025-07-31T09:25:47.160" v="1290"/>
          <ac:inkMkLst>
            <pc:docMk/>
            <pc:sldMk cId="3131415720" sldId="620"/>
            <ac:inkMk id="172" creationId="{E8E8ED52-F618-2FA8-FC52-0A28C4672C1B}"/>
          </ac:inkMkLst>
        </pc:inkChg>
        <pc:inkChg chg="mod">
          <ac:chgData name="Deepika Vatsa" userId="f7100972-27fe-4ee6-8fb4-ec9b7931b409" providerId="ADAL" clId="{BB4633DC-CD22-4EC8-A2AF-EB7AB12F3135}" dt="2025-07-31T09:25:47.160" v="1290"/>
          <ac:inkMkLst>
            <pc:docMk/>
            <pc:sldMk cId="3131415720" sldId="620"/>
            <ac:inkMk id="173" creationId="{1C311B68-0A85-EEB7-2FDB-48778A8E49E0}"/>
          </ac:inkMkLst>
        </pc:inkChg>
        <pc:inkChg chg="mod">
          <ac:chgData name="Deepika Vatsa" userId="f7100972-27fe-4ee6-8fb4-ec9b7931b409" providerId="ADAL" clId="{BB4633DC-CD22-4EC8-A2AF-EB7AB12F3135}" dt="2025-07-31T09:25:47.160" v="1290"/>
          <ac:inkMkLst>
            <pc:docMk/>
            <pc:sldMk cId="3131415720" sldId="620"/>
            <ac:inkMk id="174" creationId="{2533F40F-3DD8-B971-B5F7-AFC0AA4F98EF}"/>
          </ac:inkMkLst>
        </pc:inkChg>
        <pc:inkChg chg="mod">
          <ac:chgData name="Deepika Vatsa" userId="f7100972-27fe-4ee6-8fb4-ec9b7931b409" providerId="ADAL" clId="{BB4633DC-CD22-4EC8-A2AF-EB7AB12F3135}" dt="2025-07-31T09:25:47.160" v="1290"/>
          <ac:inkMkLst>
            <pc:docMk/>
            <pc:sldMk cId="3131415720" sldId="620"/>
            <ac:inkMk id="175" creationId="{4E5C460A-382A-58C2-6FFA-0BE5A7605C99}"/>
          </ac:inkMkLst>
        </pc:inkChg>
        <pc:inkChg chg="mod">
          <ac:chgData name="Deepika Vatsa" userId="f7100972-27fe-4ee6-8fb4-ec9b7931b409" providerId="ADAL" clId="{BB4633DC-CD22-4EC8-A2AF-EB7AB12F3135}" dt="2025-07-31T09:25:47.160" v="1290"/>
          <ac:inkMkLst>
            <pc:docMk/>
            <pc:sldMk cId="3131415720" sldId="620"/>
            <ac:inkMk id="177" creationId="{F63A0E40-BD14-49E1-DD5B-A9BAE62FC2D0}"/>
          </ac:inkMkLst>
        </pc:inkChg>
        <pc:inkChg chg="mod">
          <ac:chgData name="Deepika Vatsa" userId="f7100972-27fe-4ee6-8fb4-ec9b7931b409" providerId="ADAL" clId="{BB4633DC-CD22-4EC8-A2AF-EB7AB12F3135}" dt="2025-07-31T09:25:47.160" v="1290"/>
          <ac:inkMkLst>
            <pc:docMk/>
            <pc:sldMk cId="3131415720" sldId="620"/>
            <ac:inkMk id="178" creationId="{FB501CEE-2C54-F52C-4413-AC9FF845F8D6}"/>
          </ac:inkMkLst>
        </pc:inkChg>
        <pc:inkChg chg="mod">
          <ac:chgData name="Deepika Vatsa" userId="f7100972-27fe-4ee6-8fb4-ec9b7931b409" providerId="ADAL" clId="{BB4633DC-CD22-4EC8-A2AF-EB7AB12F3135}" dt="2025-07-31T09:25:47.160" v="1290"/>
          <ac:inkMkLst>
            <pc:docMk/>
            <pc:sldMk cId="3131415720" sldId="620"/>
            <ac:inkMk id="179" creationId="{7C3D5924-232E-3B7A-0153-DAD3FF7552A6}"/>
          </ac:inkMkLst>
        </pc:inkChg>
        <pc:inkChg chg="mod">
          <ac:chgData name="Deepika Vatsa" userId="f7100972-27fe-4ee6-8fb4-ec9b7931b409" providerId="ADAL" clId="{BB4633DC-CD22-4EC8-A2AF-EB7AB12F3135}" dt="2025-07-31T09:25:47.160" v="1290"/>
          <ac:inkMkLst>
            <pc:docMk/>
            <pc:sldMk cId="3131415720" sldId="620"/>
            <ac:inkMk id="180" creationId="{72DF2A47-B88F-199C-7716-84416984BC94}"/>
          </ac:inkMkLst>
        </pc:inkChg>
        <pc:inkChg chg="mod">
          <ac:chgData name="Deepika Vatsa" userId="f7100972-27fe-4ee6-8fb4-ec9b7931b409" providerId="ADAL" clId="{BB4633DC-CD22-4EC8-A2AF-EB7AB12F3135}" dt="2025-07-31T09:25:47.160" v="1290"/>
          <ac:inkMkLst>
            <pc:docMk/>
            <pc:sldMk cId="3131415720" sldId="620"/>
            <ac:inkMk id="181" creationId="{D204703C-2A3B-A52F-0A01-49AD7FC5F925}"/>
          </ac:inkMkLst>
        </pc:inkChg>
        <pc:inkChg chg="mod">
          <ac:chgData name="Deepika Vatsa" userId="f7100972-27fe-4ee6-8fb4-ec9b7931b409" providerId="ADAL" clId="{BB4633DC-CD22-4EC8-A2AF-EB7AB12F3135}" dt="2025-07-31T09:25:47.160" v="1290"/>
          <ac:inkMkLst>
            <pc:docMk/>
            <pc:sldMk cId="3131415720" sldId="620"/>
            <ac:inkMk id="182" creationId="{3497F396-0526-4BD5-EC13-8046467DC52B}"/>
          </ac:inkMkLst>
        </pc:inkChg>
        <pc:inkChg chg="add mod">
          <ac:chgData name="Deepika Vatsa" userId="f7100972-27fe-4ee6-8fb4-ec9b7931b409" providerId="ADAL" clId="{BB4633DC-CD22-4EC8-A2AF-EB7AB12F3135}" dt="2025-07-31T09:25:51.933" v="1322" actId="1035"/>
          <ac:inkMkLst>
            <pc:docMk/>
            <pc:sldMk cId="3131415720" sldId="620"/>
            <ac:inkMk id="183" creationId="{D1BD21F7-A0A0-C2FE-172E-E033A3DE9CD9}"/>
          </ac:inkMkLst>
        </pc:inkChg>
        <pc:inkChg chg="add del mod">
          <ac:chgData name="Deepika Vatsa" userId="f7100972-27fe-4ee6-8fb4-ec9b7931b409" providerId="ADAL" clId="{BB4633DC-CD22-4EC8-A2AF-EB7AB12F3135}" dt="2025-07-31T09:52:18.818" v="1853"/>
          <ac:inkMkLst>
            <pc:docMk/>
            <pc:sldMk cId="3131415720" sldId="620"/>
            <ac:inkMk id="184" creationId="{44723DCD-9206-5082-C49B-0895EF838434}"/>
          </ac:inkMkLst>
        </pc:inkChg>
        <pc:inkChg chg="add del mod">
          <ac:chgData name="Deepika Vatsa" userId="f7100972-27fe-4ee6-8fb4-ec9b7931b409" providerId="ADAL" clId="{BB4633DC-CD22-4EC8-A2AF-EB7AB12F3135}" dt="2025-07-31T09:52:31.110" v="1865"/>
          <ac:inkMkLst>
            <pc:docMk/>
            <pc:sldMk cId="3131415720" sldId="620"/>
            <ac:inkMk id="185" creationId="{53076FC0-3CAA-B193-94B6-92CA0080E88A}"/>
          </ac:inkMkLst>
        </pc:inkChg>
        <pc:inkChg chg="add del mod">
          <ac:chgData name="Deepika Vatsa" userId="f7100972-27fe-4ee6-8fb4-ec9b7931b409" providerId="ADAL" clId="{BB4633DC-CD22-4EC8-A2AF-EB7AB12F3135}" dt="2025-07-31T09:52:31.110" v="1866"/>
          <ac:inkMkLst>
            <pc:docMk/>
            <pc:sldMk cId="3131415720" sldId="620"/>
            <ac:inkMk id="186" creationId="{AA6675B2-6334-1449-E447-E8D0A737F9D0}"/>
          </ac:inkMkLst>
        </pc:inkChg>
        <pc:inkChg chg="add del mod">
          <ac:chgData name="Deepika Vatsa" userId="f7100972-27fe-4ee6-8fb4-ec9b7931b409" providerId="ADAL" clId="{BB4633DC-CD22-4EC8-A2AF-EB7AB12F3135}" dt="2025-07-31T09:52:31.109" v="1864"/>
          <ac:inkMkLst>
            <pc:docMk/>
            <pc:sldMk cId="3131415720" sldId="620"/>
            <ac:inkMk id="187" creationId="{C7A20F5C-9B27-EA0C-47EB-AFC4F5EC2D4B}"/>
          </ac:inkMkLst>
        </pc:inkChg>
        <pc:inkChg chg="add mod">
          <ac:chgData name="Deepika Vatsa" userId="f7100972-27fe-4ee6-8fb4-ec9b7931b409" providerId="ADAL" clId="{BB4633DC-CD22-4EC8-A2AF-EB7AB12F3135}" dt="2025-07-31T09:52:42.067" v="1880"/>
          <ac:inkMkLst>
            <pc:docMk/>
            <pc:sldMk cId="3131415720" sldId="620"/>
            <ac:inkMk id="188" creationId="{0686FA2F-2404-6AD2-FCDF-C160EA5E2DCD}"/>
          </ac:inkMkLst>
        </pc:inkChg>
        <pc:inkChg chg="add mod">
          <ac:chgData name="Deepika Vatsa" userId="f7100972-27fe-4ee6-8fb4-ec9b7931b409" providerId="ADAL" clId="{BB4633DC-CD22-4EC8-A2AF-EB7AB12F3135}" dt="2025-07-31T09:52:42.067" v="1880"/>
          <ac:inkMkLst>
            <pc:docMk/>
            <pc:sldMk cId="3131415720" sldId="620"/>
            <ac:inkMk id="189" creationId="{5D993B55-5DC7-30E4-60D1-F9150B3CBF4D}"/>
          </ac:inkMkLst>
        </pc:inkChg>
        <pc:inkChg chg="add mod">
          <ac:chgData name="Deepika Vatsa" userId="f7100972-27fe-4ee6-8fb4-ec9b7931b409" providerId="ADAL" clId="{BB4633DC-CD22-4EC8-A2AF-EB7AB12F3135}" dt="2025-07-31T09:26:10.694" v="1340"/>
          <ac:inkMkLst>
            <pc:docMk/>
            <pc:sldMk cId="3131415720" sldId="620"/>
            <ac:inkMk id="191" creationId="{9C9DB9AC-2BA4-C471-254C-C8F324BC505E}"/>
          </ac:inkMkLst>
        </pc:inkChg>
        <pc:inkChg chg="add mod">
          <ac:chgData name="Deepika Vatsa" userId="f7100972-27fe-4ee6-8fb4-ec9b7931b409" providerId="ADAL" clId="{BB4633DC-CD22-4EC8-A2AF-EB7AB12F3135}" dt="2025-07-31T09:26:10.694" v="1340"/>
          <ac:inkMkLst>
            <pc:docMk/>
            <pc:sldMk cId="3131415720" sldId="620"/>
            <ac:inkMk id="192" creationId="{708C693F-A4B5-9FF6-6102-C160562640A4}"/>
          </ac:inkMkLst>
        </pc:inkChg>
        <pc:inkChg chg="add">
          <ac:chgData name="Deepika Vatsa" userId="f7100972-27fe-4ee6-8fb4-ec9b7931b409" providerId="ADAL" clId="{BB4633DC-CD22-4EC8-A2AF-EB7AB12F3135}" dt="2025-07-31T09:26:05.809" v="1332" actId="9405"/>
          <ac:inkMkLst>
            <pc:docMk/>
            <pc:sldMk cId="3131415720" sldId="620"/>
            <ac:inkMk id="193" creationId="{8CAFB3F0-DDEA-74A1-C489-370D70F0C53E}"/>
          </ac:inkMkLst>
        </pc:inkChg>
        <pc:inkChg chg="add mod">
          <ac:chgData name="Deepika Vatsa" userId="f7100972-27fe-4ee6-8fb4-ec9b7931b409" providerId="ADAL" clId="{BB4633DC-CD22-4EC8-A2AF-EB7AB12F3135}" dt="2025-07-31T09:26:10.694" v="1340"/>
          <ac:inkMkLst>
            <pc:docMk/>
            <pc:sldMk cId="3131415720" sldId="620"/>
            <ac:inkMk id="194" creationId="{7D7FBF7B-4C57-7831-D42D-044C41A914E7}"/>
          </ac:inkMkLst>
        </pc:inkChg>
        <pc:inkChg chg="add mod">
          <ac:chgData name="Deepika Vatsa" userId="f7100972-27fe-4ee6-8fb4-ec9b7931b409" providerId="ADAL" clId="{BB4633DC-CD22-4EC8-A2AF-EB7AB12F3135}" dt="2025-07-31T09:26:10.694" v="1340"/>
          <ac:inkMkLst>
            <pc:docMk/>
            <pc:sldMk cId="3131415720" sldId="620"/>
            <ac:inkMk id="195" creationId="{6D10A1FF-FCDA-5F80-5C48-3C6325C5321E}"/>
          </ac:inkMkLst>
        </pc:inkChg>
        <pc:inkChg chg="add mod">
          <ac:chgData name="Deepika Vatsa" userId="f7100972-27fe-4ee6-8fb4-ec9b7931b409" providerId="ADAL" clId="{BB4633DC-CD22-4EC8-A2AF-EB7AB12F3135}" dt="2025-07-31T09:26:10.694" v="1340"/>
          <ac:inkMkLst>
            <pc:docMk/>
            <pc:sldMk cId="3131415720" sldId="620"/>
            <ac:inkMk id="196" creationId="{24822263-08FE-5DC1-7224-804D66E1E718}"/>
          </ac:inkMkLst>
        </pc:inkChg>
        <pc:inkChg chg="add mod">
          <ac:chgData name="Deepika Vatsa" userId="f7100972-27fe-4ee6-8fb4-ec9b7931b409" providerId="ADAL" clId="{BB4633DC-CD22-4EC8-A2AF-EB7AB12F3135}" dt="2025-07-31T09:26:10.694" v="1340"/>
          <ac:inkMkLst>
            <pc:docMk/>
            <pc:sldMk cId="3131415720" sldId="620"/>
            <ac:inkMk id="197" creationId="{7B6F71AD-A50E-CC87-2D89-83A4EB1B02AA}"/>
          </ac:inkMkLst>
        </pc:inkChg>
        <pc:inkChg chg="add mod">
          <ac:chgData name="Deepika Vatsa" userId="f7100972-27fe-4ee6-8fb4-ec9b7931b409" providerId="ADAL" clId="{BB4633DC-CD22-4EC8-A2AF-EB7AB12F3135}" dt="2025-07-31T09:26:10.694" v="1340"/>
          <ac:inkMkLst>
            <pc:docMk/>
            <pc:sldMk cId="3131415720" sldId="620"/>
            <ac:inkMk id="198" creationId="{F0DB9C75-31FA-BAFA-72CA-BB4EF3FA383B}"/>
          </ac:inkMkLst>
        </pc:inkChg>
        <pc:inkChg chg="add mod">
          <ac:chgData name="Deepika Vatsa" userId="f7100972-27fe-4ee6-8fb4-ec9b7931b409" providerId="ADAL" clId="{BB4633DC-CD22-4EC8-A2AF-EB7AB12F3135}" dt="2025-07-31T09:26:10.694" v="1340"/>
          <ac:inkMkLst>
            <pc:docMk/>
            <pc:sldMk cId="3131415720" sldId="620"/>
            <ac:inkMk id="199" creationId="{5B5F312E-CA5E-C740-712C-C519E2E02824}"/>
          </ac:inkMkLst>
        </pc:inkChg>
        <pc:inkChg chg="add mod">
          <ac:chgData name="Deepika Vatsa" userId="f7100972-27fe-4ee6-8fb4-ec9b7931b409" providerId="ADAL" clId="{BB4633DC-CD22-4EC8-A2AF-EB7AB12F3135}" dt="2025-07-31T09:26:10.694" v="1340"/>
          <ac:inkMkLst>
            <pc:docMk/>
            <pc:sldMk cId="3131415720" sldId="620"/>
            <ac:inkMk id="200" creationId="{01DFC0FD-5B06-793A-2C1A-4B6607AD4B98}"/>
          </ac:inkMkLst>
        </pc:inkChg>
        <pc:inkChg chg="add mod">
          <ac:chgData name="Deepika Vatsa" userId="f7100972-27fe-4ee6-8fb4-ec9b7931b409" providerId="ADAL" clId="{BB4633DC-CD22-4EC8-A2AF-EB7AB12F3135}" dt="2025-07-31T09:26:24.595" v="1358"/>
          <ac:inkMkLst>
            <pc:docMk/>
            <pc:sldMk cId="3131415720" sldId="620"/>
            <ac:inkMk id="204" creationId="{5DA40CE0-8769-C7C6-A5B5-9FF9403B1537}"/>
          </ac:inkMkLst>
        </pc:inkChg>
        <pc:inkChg chg="add mod">
          <ac:chgData name="Deepika Vatsa" userId="f7100972-27fe-4ee6-8fb4-ec9b7931b409" providerId="ADAL" clId="{BB4633DC-CD22-4EC8-A2AF-EB7AB12F3135}" dt="2025-07-31T09:26:24.595" v="1358"/>
          <ac:inkMkLst>
            <pc:docMk/>
            <pc:sldMk cId="3131415720" sldId="620"/>
            <ac:inkMk id="205" creationId="{2371D282-BA44-D00B-5A41-D4026DC598D7}"/>
          </ac:inkMkLst>
        </pc:inkChg>
        <pc:inkChg chg="add mod">
          <ac:chgData name="Deepika Vatsa" userId="f7100972-27fe-4ee6-8fb4-ec9b7931b409" providerId="ADAL" clId="{BB4633DC-CD22-4EC8-A2AF-EB7AB12F3135}" dt="2025-07-31T09:26:24.595" v="1358"/>
          <ac:inkMkLst>
            <pc:docMk/>
            <pc:sldMk cId="3131415720" sldId="620"/>
            <ac:inkMk id="206" creationId="{D92C535F-9C81-D8EC-ADC3-7FF3A2A50821}"/>
          </ac:inkMkLst>
        </pc:inkChg>
        <pc:inkChg chg="add mod">
          <ac:chgData name="Deepika Vatsa" userId="f7100972-27fe-4ee6-8fb4-ec9b7931b409" providerId="ADAL" clId="{BB4633DC-CD22-4EC8-A2AF-EB7AB12F3135}" dt="2025-07-31T09:26:24.595" v="1358"/>
          <ac:inkMkLst>
            <pc:docMk/>
            <pc:sldMk cId="3131415720" sldId="620"/>
            <ac:inkMk id="207" creationId="{C4C9F24C-D8F2-4976-C7BE-2F2BDECB5068}"/>
          </ac:inkMkLst>
        </pc:inkChg>
        <pc:inkChg chg="add mod">
          <ac:chgData name="Deepika Vatsa" userId="f7100972-27fe-4ee6-8fb4-ec9b7931b409" providerId="ADAL" clId="{BB4633DC-CD22-4EC8-A2AF-EB7AB12F3135}" dt="2025-07-31T09:26:24.595" v="1358"/>
          <ac:inkMkLst>
            <pc:docMk/>
            <pc:sldMk cId="3131415720" sldId="620"/>
            <ac:inkMk id="208" creationId="{558A3F2E-C10E-4471-A9C5-FC56CDCEC209}"/>
          </ac:inkMkLst>
        </pc:inkChg>
        <pc:inkChg chg="add mod">
          <ac:chgData name="Deepika Vatsa" userId="f7100972-27fe-4ee6-8fb4-ec9b7931b409" providerId="ADAL" clId="{BB4633DC-CD22-4EC8-A2AF-EB7AB12F3135}" dt="2025-07-31T09:26:24.595" v="1358"/>
          <ac:inkMkLst>
            <pc:docMk/>
            <pc:sldMk cId="3131415720" sldId="620"/>
            <ac:inkMk id="209" creationId="{5E14C462-ABAC-D032-E159-DD86640C78E3}"/>
          </ac:inkMkLst>
        </pc:inkChg>
        <pc:inkChg chg="add mod">
          <ac:chgData name="Deepika Vatsa" userId="f7100972-27fe-4ee6-8fb4-ec9b7931b409" providerId="ADAL" clId="{BB4633DC-CD22-4EC8-A2AF-EB7AB12F3135}" dt="2025-07-31T09:26:24.595" v="1358"/>
          <ac:inkMkLst>
            <pc:docMk/>
            <pc:sldMk cId="3131415720" sldId="620"/>
            <ac:inkMk id="211" creationId="{AC17C0E2-7020-E81B-22D0-538ED8A0DA7F}"/>
          </ac:inkMkLst>
        </pc:inkChg>
        <pc:inkChg chg="add mod">
          <ac:chgData name="Deepika Vatsa" userId="f7100972-27fe-4ee6-8fb4-ec9b7931b409" providerId="ADAL" clId="{BB4633DC-CD22-4EC8-A2AF-EB7AB12F3135}" dt="2025-07-31T09:26:24.595" v="1358"/>
          <ac:inkMkLst>
            <pc:docMk/>
            <pc:sldMk cId="3131415720" sldId="620"/>
            <ac:inkMk id="212" creationId="{CEFC1928-852D-ED7B-C57B-EE70D49441F3}"/>
          </ac:inkMkLst>
        </pc:inkChg>
        <pc:inkChg chg="add mod">
          <ac:chgData name="Deepika Vatsa" userId="f7100972-27fe-4ee6-8fb4-ec9b7931b409" providerId="ADAL" clId="{BB4633DC-CD22-4EC8-A2AF-EB7AB12F3135}" dt="2025-07-31T09:26:24.595" v="1358"/>
          <ac:inkMkLst>
            <pc:docMk/>
            <pc:sldMk cId="3131415720" sldId="620"/>
            <ac:inkMk id="213" creationId="{6A52225A-92A3-AFD6-AB58-48C70667A0E3}"/>
          </ac:inkMkLst>
        </pc:inkChg>
        <pc:inkChg chg="add mod">
          <ac:chgData name="Deepika Vatsa" userId="f7100972-27fe-4ee6-8fb4-ec9b7931b409" providerId="ADAL" clId="{BB4633DC-CD22-4EC8-A2AF-EB7AB12F3135}" dt="2025-07-31T09:26:24.595" v="1358"/>
          <ac:inkMkLst>
            <pc:docMk/>
            <pc:sldMk cId="3131415720" sldId="620"/>
            <ac:inkMk id="214" creationId="{B345C9BE-F72B-5020-51C6-00503E07AE9F}"/>
          </ac:inkMkLst>
        </pc:inkChg>
        <pc:inkChg chg="add mod">
          <ac:chgData name="Deepika Vatsa" userId="f7100972-27fe-4ee6-8fb4-ec9b7931b409" providerId="ADAL" clId="{BB4633DC-CD22-4EC8-A2AF-EB7AB12F3135}" dt="2025-07-31T09:26:24.595" v="1358"/>
          <ac:inkMkLst>
            <pc:docMk/>
            <pc:sldMk cId="3131415720" sldId="620"/>
            <ac:inkMk id="215" creationId="{92FF2B0D-1AE6-998F-8569-BC7D39390C96}"/>
          </ac:inkMkLst>
        </pc:inkChg>
        <pc:inkChg chg="add mod">
          <ac:chgData name="Deepika Vatsa" userId="f7100972-27fe-4ee6-8fb4-ec9b7931b409" providerId="ADAL" clId="{BB4633DC-CD22-4EC8-A2AF-EB7AB12F3135}" dt="2025-07-31T09:26:24.595" v="1358"/>
          <ac:inkMkLst>
            <pc:docMk/>
            <pc:sldMk cId="3131415720" sldId="620"/>
            <ac:inkMk id="216" creationId="{F96F8BD9-3E88-2D55-CF60-61FAC4952ECD}"/>
          </ac:inkMkLst>
        </pc:inkChg>
        <pc:inkChg chg="add mod">
          <ac:chgData name="Deepika Vatsa" userId="f7100972-27fe-4ee6-8fb4-ec9b7931b409" providerId="ADAL" clId="{BB4633DC-CD22-4EC8-A2AF-EB7AB12F3135}" dt="2025-07-31T09:26:24.595" v="1358"/>
          <ac:inkMkLst>
            <pc:docMk/>
            <pc:sldMk cId="3131415720" sldId="620"/>
            <ac:inkMk id="217" creationId="{5A275B68-0B2B-26FF-5774-9E3403860EEF}"/>
          </ac:inkMkLst>
        </pc:inkChg>
        <pc:inkChg chg="add mod">
          <ac:chgData name="Deepika Vatsa" userId="f7100972-27fe-4ee6-8fb4-ec9b7931b409" providerId="ADAL" clId="{BB4633DC-CD22-4EC8-A2AF-EB7AB12F3135}" dt="2025-07-31T09:26:24.595" v="1358"/>
          <ac:inkMkLst>
            <pc:docMk/>
            <pc:sldMk cId="3131415720" sldId="620"/>
            <ac:inkMk id="218" creationId="{4E599C9E-6C74-8F5D-59BC-B2C6A4331D41}"/>
          </ac:inkMkLst>
        </pc:inkChg>
        <pc:inkChg chg="add mod">
          <ac:chgData name="Deepika Vatsa" userId="f7100972-27fe-4ee6-8fb4-ec9b7931b409" providerId="ADAL" clId="{BB4633DC-CD22-4EC8-A2AF-EB7AB12F3135}" dt="2025-07-31T09:26:24.595" v="1358"/>
          <ac:inkMkLst>
            <pc:docMk/>
            <pc:sldMk cId="3131415720" sldId="620"/>
            <ac:inkMk id="219" creationId="{92DEA4E7-557D-5291-98D3-56743BF4EC19}"/>
          </ac:inkMkLst>
        </pc:inkChg>
        <pc:inkChg chg="add mod">
          <ac:chgData name="Deepika Vatsa" userId="f7100972-27fe-4ee6-8fb4-ec9b7931b409" providerId="ADAL" clId="{BB4633DC-CD22-4EC8-A2AF-EB7AB12F3135}" dt="2025-07-31T09:26:24.595" v="1358"/>
          <ac:inkMkLst>
            <pc:docMk/>
            <pc:sldMk cId="3131415720" sldId="620"/>
            <ac:inkMk id="220" creationId="{A8E60AE9-CF43-21B4-CFEC-563CD176378A}"/>
          </ac:inkMkLst>
        </pc:inkChg>
        <pc:inkChg chg="add mod">
          <ac:chgData name="Deepika Vatsa" userId="f7100972-27fe-4ee6-8fb4-ec9b7931b409" providerId="ADAL" clId="{BB4633DC-CD22-4EC8-A2AF-EB7AB12F3135}" dt="2025-07-31T09:26:31.369" v="1363"/>
          <ac:inkMkLst>
            <pc:docMk/>
            <pc:sldMk cId="3131415720" sldId="620"/>
            <ac:inkMk id="222" creationId="{400CAEA3-6E06-D969-5F0B-354F6C61F511}"/>
          </ac:inkMkLst>
        </pc:inkChg>
        <pc:inkChg chg="add mod">
          <ac:chgData name="Deepika Vatsa" userId="f7100972-27fe-4ee6-8fb4-ec9b7931b409" providerId="ADAL" clId="{BB4633DC-CD22-4EC8-A2AF-EB7AB12F3135}" dt="2025-07-31T09:26:31.369" v="1363"/>
          <ac:inkMkLst>
            <pc:docMk/>
            <pc:sldMk cId="3131415720" sldId="620"/>
            <ac:inkMk id="223" creationId="{30639AC3-0B2E-8B80-B865-78BD30CABFD3}"/>
          </ac:inkMkLst>
        </pc:inkChg>
        <pc:inkChg chg="add mod">
          <ac:chgData name="Deepika Vatsa" userId="f7100972-27fe-4ee6-8fb4-ec9b7931b409" providerId="ADAL" clId="{BB4633DC-CD22-4EC8-A2AF-EB7AB12F3135}" dt="2025-07-31T09:26:31.369" v="1363"/>
          <ac:inkMkLst>
            <pc:docMk/>
            <pc:sldMk cId="3131415720" sldId="620"/>
            <ac:inkMk id="224" creationId="{A493DF65-A07C-DCB0-67C2-B4233676D76F}"/>
          </ac:inkMkLst>
        </pc:inkChg>
        <pc:inkChg chg="add mod">
          <ac:chgData name="Deepika Vatsa" userId="f7100972-27fe-4ee6-8fb4-ec9b7931b409" providerId="ADAL" clId="{BB4633DC-CD22-4EC8-A2AF-EB7AB12F3135}" dt="2025-07-31T09:26:31.369" v="1363"/>
          <ac:inkMkLst>
            <pc:docMk/>
            <pc:sldMk cId="3131415720" sldId="620"/>
            <ac:inkMk id="225" creationId="{0DF168A5-F62E-50A0-2626-231649776CB8}"/>
          </ac:inkMkLst>
        </pc:inkChg>
        <pc:inkChg chg="add mod">
          <ac:chgData name="Deepika Vatsa" userId="f7100972-27fe-4ee6-8fb4-ec9b7931b409" providerId="ADAL" clId="{BB4633DC-CD22-4EC8-A2AF-EB7AB12F3135}" dt="2025-07-31T09:26:38.207" v="1366"/>
          <ac:inkMkLst>
            <pc:docMk/>
            <pc:sldMk cId="3131415720" sldId="620"/>
            <ac:inkMk id="227" creationId="{85B93747-0E73-FB7A-4FAC-EA8C009E61AD}"/>
          </ac:inkMkLst>
        </pc:inkChg>
        <pc:inkChg chg="add mod">
          <ac:chgData name="Deepika Vatsa" userId="f7100972-27fe-4ee6-8fb4-ec9b7931b409" providerId="ADAL" clId="{BB4633DC-CD22-4EC8-A2AF-EB7AB12F3135}" dt="2025-07-31T09:26:38.207" v="1366"/>
          <ac:inkMkLst>
            <pc:docMk/>
            <pc:sldMk cId="3131415720" sldId="620"/>
            <ac:inkMk id="228" creationId="{7FA38020-7563-7B48-E375-9CFD92F8236B}"/>
          </ac:inkMkLst>
        </pc:inkChg>
        <pc:inkChg chg="add mod">
          <ac:chgData name="Deepika Vatsa" userId="f7100972-27fe-4ee6-8fb4-ec9b7931b409" providerId="ADAL" clId="{BB4633DC-CD22-4EC8-A2AF-EB7AB12F3135}" dt="2025-07-31T09:26:45.175" v="1378"/>
          <ac:inkMkLst>
            <pc:docMk/>
            <pc:sldMk cId="3131415720" sldId="620"/>
            <ac:inkMk id="230" creationId="{21D0948C-B843-F7EF-FEE0-DFC8786E6B1C}"/>
          </ac:inkMkLst>
        </pc:inkChg>
        <pc:inkChg chg="add mod">
          <ac:chgData name="Deepika Vatsa" userId="f7100972-27fe-4ee6-8fb4-ec9b7931b409" providerId="ADAL" clId="{BB4633DC-CD22-4EC8-A2AF-EB7AB12F3135}" dt="2025-07-31T09:26:45.175" v="1378"/>
          <ac:inkMkLst>
            <pc:docMk/>
            <pc:sldMk cId="3131415720" sldId="620"/>
            <ac:inkMk id="231" creationId="{817DC04F-EA9F-E763-3AAF-EDE6257B4BE6}"/>
          </ac:inkMkLst>
        </pc:inkChg>
        <pc:inkChg chg="add">
          <ac:chgData name="Deepika Vatsa" userId="f7100972-27fe-4ee6-8fb4-ec9b7931b409" providerId="ADAL" clId="{BB4633DC-CD22-4EC8-A2AF-EB7AB12F3135}" dt="2025-07-31T09:26:40.158" v="1369" actId="9405"/>
          <ac:inkMkLst>
            <pc:docMk/>
            <pc:sldMk cId="3131415720" sldId="620"/>
            <ac:inkMk id="232" creationId="{5F0A7565-C30A-4693-8B17-D66A0744C0ED}"/>
          </ac:inkMkLst>
        </pc:inkChg>
        <pc:inkChg chg="add">
          <ac:chgData name="Deepika Vatsa" userId="f7100972-27fe-4ee6-8fb4-ec9b7931b409" providerId="ADAL" clId="{BB4633DC-CD22-4EC8-A2AF-EB7AB12F3135}" dt="2025-07-31T09:26:41.134" v="1370" actId="9405"/>
          <ac:inkMkLst>
            <pc:docMk/>
            <pc:sldMk cId="3131415720" sldId="620"/>
            <ac:inkMk id="233" creationId="{BCDB0BB7-C57B-69F4-BEDB-FAC7A36F7896}"/>
          </ac:inkMkLst>
        </pc:inkChg>
        <pc:inkChg chg="add mod">
          <ac:chgData name="Deepika Vatsa" userId="f7100972-27fe-4ee6-8fb4-ec9b7931b409" providerId="ADAL" clId="{BB4633DC-CD22-4EC8-A2AF-EB7AB12F3135}" dt="2025-07-31T09:26:45.175" v="1378"/>
          <ac:inkMkLst>
            <pc:docMk/>
            <pc:sldMk cId="3131415720" sldId="620"/>
            <ac:inkMk id="234" creationId="{8DF6266E-EB37-02B5-FFBD-1D8600D8E179}"/>
          </ac:inkMkLst>
        </pc:inkChg>
        <pc:inkChg chg="add mod">
          <ac:chgData name="Deepika Vatsa" userId="f7100972-27fe-4ee6-8fb4-ec9b7931b409" providerId="ADAL" clId="{BB4633DC-CD22-4EC8-A2AF-EB7AB12F3135}" dt="2025-07-31T09:26:45.175" v="1378"/>
          <ac:inkMkLst>
            <pc:docMk/>
            <pc:sldMk cId="3131415720" sldId="620"/>
            <ac:inkMk id="235" creationId="{BFE20F24-A6EA-14E6-5E7F-0402BC2918DA}"/>
          </ac:inkMkLst>
        </pc:inkChg>
        <pc:inkChg chg="add mod">
          <ac:chgData name="Deepika Vatsa" userId="f7100972-27fe-4ee6-8fb4-ec9b7931b409" providerId="ADAL" clId="{BB4633DC-CD22-4EC8-A2AF-EB7AB12F3135}" dt="2025-07-31T09:26:45.175" v="1378"/>
          <ac:inkMkLst>
            <pc:docMk/>
            <pc:sldMk cId="3131415720" sldId="620"/>
            <ac:inkMk id="236" creationId="{9EAFC7A4-617B-B95C-F755-9FC1754A3D29}"/>
          </ac:inkMkLst>
        </pc:inkChg>
        <pc:inkChg chg="add del mod">
          <ac:chgData name="Deepika Vatsa" userId="f7100972-27fe-4ee6-8fb4-ec9b7931b409" providerId="ADAL" clId="{BB4633DC-CD22-4EC8-A2AF-EB7AB12F3135}" dt="2025-07-31T09:26:45.537" v="1379" actId="9405"/>
          <ac:inkMkLst>
            <pc:docMk/>
            <pc:sldMk cId="3131415720" sldId="620"/>
            <ac:inkMk id="237" creationId="{677A7308-D8FC-3B80-107E-F151F86BF555}"/>
          </ac:inkMkLst>
        </pc:inkChg>
        <pc:inkChg chg="add del mod">
          <ac:chgData name="Deepika Vatsa" userId="f7100972-27fe-4ee6-8fb4-ec9b7931b409" providerId="ADAL" clId="{BB4633DC-CD22-4EC8-A2AF-EB7AB12F3135}" dt="2025-07-31T09:26:45.175" v="1378"/>
          <ac:inkMkLst>
            <pc:docMk/>
            <pc:sldMk cId="3131415720" sldId="620"/>
            <ac:inkMk id="238" creationId="{2A1E8F76-F081-A6CD-C027-7FA64A80A0DC}"/>
          </ac:inkMkLst>
        </pc:inkChg>
        <pc:inkChg chg="add mod">
          <ac:chgData name="Deepika Vatsa" userId="f7100972-27fe-4ee6-8fb4-ec9b7931b409" providerId="ADAL" clId="{BB4633DC-CD22-4EC8-A2AF-EB7AB12F3135}" dt="2025-07-31T09:26:50.322" v="1383"/>
          <ac:inkMkLst>
            <pc:docMk/>
            <pc:sldMk cId="3131415720" sldId="620"/>
            <ac:inkMk id="242" creationId="{FFF1F795-A196-0677-C594-6F85DCAC8632}"/>
          </ac:inkMkLst>
        </pc:inkChg>
        <pc:inkChg chg="add mod">
          <ac:chgData name="Deepika Vatsa" userId="f7100972-27fe-4ee6-8fb4-ec9b7931b409" providerId="ADAL" clId="{BB4633DC-CD22-4EC8-A2AF-EB7AB12F3135}" dt="2025-07-31T09:26:50.322" v="1383"/>
          <ac:inkMkLst>
            <pc:docMk/>
            <pc:sldMk cId="3131415720" sldId="620"/>
            <ac:inkMk id="243" creationId="{D861EE4E-75B5-2F51-A0BF-E0E265378975}"/>
          </ac:inkMkLst>
        </pc:inkChg>
        <pc:inkChg chg="add mod">
          <ac:chgData name="Deepika Vatsa" userId="f7100972-27fe-4ee6-8fb4-ec9b7931b409" providerId="ADAL" clId="{BB4633DC-CD22-4EC8-A2AF-EB7AB12F3135}" dt="2025-07-31T09:26:50.322" v="1383"/>
          <ac:inkMkLst>
            <pc:docMk/>
            <pc:sldMk cId="3131415720" sldId="620"/>
            <ac:inkMk id="244" creationId="{AAEE5228-72FC-C80F-D3D6-00BF84139753}"/>
          </ac:inkMkLst>
        </pc:inkChg>
        <pc:inkChg chg="add">
          <ac:chgData name="Deepika Vatsa" userId="f7100972-27fe-4ee6-8fb4-ec9b7931b409" providerId="ADAL" clId="{BB4633DC-CD22-4EC8-A2AF-EB7AB12F3135}" dt="2025-07-31T09:26:50.355" v="1384" actId="9405"/>
          <ac:inkMkLst>
            <pc:docMk/>
            <pc:sldMk cId="3131415720" sldId="620"/>
            <ac:inkMk id="246" creationId="{12167EB7-0B63-D0D7-F408-5EBF0174EA9A}"/>
          </ac:inkMkLst>
        </pc:inkChg>
        <pc:inkChg chg="add mod">
          <ac:chgData name="Deepika Vatsa" userId="f7100972-27fe-4ee6-8fb4-ec9b7931b409" providerId="ADAL" clId="{BB4633DC-CD22-4EC8-A2AF-EB7AB12F3135}" dt="2025-07-31T09:27:00.870" v="1400"/>
          <ac:inkMkLst>
            <pc:docMk/>
            <pc:sldMk cId="3131415720" sldId="620"/>
            <ac:inkMk id="247" creationId="{876FAF00-3B51-CF08-4363-E30C32F6C562}"/>
          </ac:inkMkLst>
        </pc:inkChg>
        <pc:inkChg chg="add mod">
          <ac:chgData name="Deepika Vatsa" userId="f7100972-27fe-4ee6-8fb4-ec9b7931b409" providerId="ADAL" clId="{BB4633DC-CD22-4EC8-A2AF-EB7AB12F3135}" dt="2025-07-31T09:27:00.870" v="1400"/>
          <ac:inkMkLst>
            <pc:docMk/>
            <pc:sldMk cId="3131415720" sldId="620"/>
            <ac:inkMk id="248" creationId="{8B6D02BD-609D-B971-2B89-8590AD90D6DF}"/>
          </ac:inkMkLst>
        </pc:inkChg>
        <pc:inkChg chg="add mod">
          <ac:chgData name="Deepika Vatsa" userId="f7100972-27fe-4ee6-8fb4-ec9b7931b409" providerId="ADAL" clId="{BB4633DC-CD22-4EC8-A2AF-EB7AB12F3135}" dt="2025-07-31T09:27:00.870" v="1400"/>
          <ac:inkMkLst>
            <pc:docMk/>
            <pc:sldMk cId="3131415720" sldId="620"/>
            <ac:inkMk id="249" creationId="{838FC906-B59C-CFD3-3CFB-A0B89E9BF28E}"/>
          </ac:inkMkLst>
        </pc:inkChg>
        <pc:inkChg chg="add mod">
          <ac:chgData name="Deepika Vatsa" userId="f7100972-27fe-4ee6-8fb4-ec9b7931b409" providerId="ADAL" clId="{BB4633DC-CD22-4EC8-A2AF-EB7AB12F3135}" dt="2025-07-31T09:27:00.870" v="1400"/>
          <ac:inkMkLst>
            <pc:docMk/>
            <pc:sldMk cId="3131415720" sldId="620"/>
            <ac:inkMk id="250" creationId="{10F32D84-C6CA-58AD-1D31-A125E8DDEB9B}"/>
          </ac:inkMkLst>
        </pc:inkChg>
        <pc:inkChg chg="add mod">
          <ac:chgData name="Deepika Vatsa" userId="f7100972-27fe-4ee6-8fb4-ec9b7931b409" providerId="ADAL" clId="{BB4633DC-CD22-4EC8-A2AF-EB7AB12F3135}" dt="2025-07-31T09:27:00.870" v="1400"/>
          <ac:inkMkLst>
            <pc:docMk/>
            <pc:sldMk cId="3131415720" sldId="620"/>
            <ac:inkMk id="251" creationId="{063509D4-4D1E-CBBB-F7D1-4920EDBE0D63}"/>
          </ac:inkMkLst>
        </pc:inkChg>
        <pc:inkChg chg="add mod">
          <ac:chgData name="Deepika Vatsa" userId="f7100972-27fe-4ee6-8fb4-ec9b7931b409" providerId="ADAL" clId="{BB4633DC-CD22-4EC8-A2AF-EB7AB12F3135}" dt="2025-07-31T09:27:00.870" v="1400"/>
          <ac:inkMkLst>
            <pc:docMk/>
            <pc:sldMk cId="3131415720" sldId="620"/>
            <ac:inkMk id="252" creationId="{E089417D-7C80-EE2D-EB00-29C702210D10}"/>
          </ac:inkMkLst>
        </pc:inkChg>
        <pc:inkChg chg="add mod">
          <ac:chgData name="Deepika Vatsa" userId="f7100972-27fe-4ee6-8fb4-ec9b7931b409" providerId="ADAL" clId="{BB4633DC-CD22-4EC8-A2AF-EB7AB12F3135}" dt="2025-07-31T09:27:00.870" v="1400"/>
          <ac:inkMkLst>
            <pc:docMk/>
            <pc:sldMk cId="3131415720" sldId="620"/>
            <ac:inkMk id="253" creationId="{73966928-6F38-9C3E-44DB-2F028AA1F533}"/>
          </ac:inkMkLst>
        </pc:inkChg>
        <pc:inkChg chg="add mod">
          <ac:chgData name="Deepika Vatsa" userId="f7100972-27fe-4ee6-8fb4-ec9b7931b409" providerId="ADAL" clId="{BB4633DC-CD22-4EC8-A2AF-EB7AB12F3135}" dt="2025-07-31T09:27:00.870" v="1400"/>
          <ac:inkMkLst>
            <pc:docMk/>
            <pc:sldMk cId="3131415720" sldId="620"/>
            <ac:inkMk id="255" creationId="{D7635653-0EF3-292A-68DE-23CDAC043DF5}"/>
          </ac:inkMkLst>
        </pc:inkChg>
        <pc:inkChg chg="add mod">
          <ac:chgData name="Deepika Vatsa" userId="f7100972-27fe-4ee6-8fb4-ec9b7931b409" providerId="ADAL" clId="{BB4633DC-CD22-4EC8-A2AF-EB7AB12F3135}" dt="2025-07-31T09:27:00.870" v="1400"/>
          <ac:inkMkLst>
            <pc:docMk/>
            <pc:sldMk cId="3131415720" sldId="620"/>
            <ac:inkMk id="256" creationId="{F5CC3BE8-390F-9953-F9DB-62663DBCB65C}"/>
          </ac:inkMkLst>
        </pc:inkChg>
        <pc:inkChg chg="add mod">
          <ac:chgData name="Deepika Vatsa" userId="f7100972-27fe-4ee6-8fb4-ec9b7931b409" providerId="ADAL" clId="{BB4633DC-CD22-4EC8-A2AF-EB7AB12F3135}" dt="2025-07-31T09:27:00.870" v="1400"/>
          <ac:inkMkLst>
            <pc:docMk/>
            <pc:sldMk cId="3131415720" sldId="620"/>
            <ac:inkMk id="257" creationId="{FAADF14A-43AD-6DC2-8F2B-BF936A73219A}"/>
          </ac:inkMkLst>
        </pc:inkChg>
        <pc:inkChg chg="add mod">
          <ac:chgData name="Deepika Vatsa" userId="f7100972-27fe-4ee6-8fb4-ec9b7931b409" providerId="ADAL" clId="{BB4633DC-CD22-4EC8-A2AF-EB7AB12F3135}" dt="2025-07-31T09:27:00.870" v="1400"/>
          <ac:inkMkLst>
            <pc:docMk/>
            <pc:sldMk cId="3131415720" sldId="620"/>
            <ac:inkMk id="258" creationId="{7F466B0B-F776-06E5-28C8-3849F9A43E84}"/>
          </ac:inkMkLst>
        </pc:inkChg>
        <pc:inkChg chg="add mod">
          <ac:chgData name="Deepika Vatsa" userId="f7100972-27fe-4ee6-8fb4-ec9b7931b409" providerId="ADAL" clId="{BB4633DC-CD22-4EC8-A2AF-EB7AB12F3135}" dt="2025-07-31T09:27:00.870" v="1400"/>
          <ac:inkMkLst>
            <pc:docMk/>
            <pc:sldMk cId="3131415720" sldId="620"/>
            <ac:inkMk id="259" creationId="{36AC47E5-C12B-4FB1-E643-F3DC1A51D6B1}"/>
          </ac:inkMkLst>
        </pc:inkChg>
        <pc:inkChg chg="add mod">
          <ac:chgData name="Deepika Vatsa" userId="f7100972-27fe-4ee6-8fb4-ec9b7931b409" providerId="ADAL" clId="{BB4633DC-CD22-4EC8-A2AF-EB7AB12F3135}" dt="2025-07-31T09:27:00.870" v="1400"/>
          <ac:inkMkLst>
            <pc:docMk/>
            <pc:sldMk cId="3131415720" sldId="620"/>
            <ac:inkMk id="260" creationId="{56978F64-D671-016D-87A9-A5CB4850E940}"/>
          </ac:inkMkLst>
        </pc:inkChg>
        <pc:inkChg chg="add mod">
          <ac:chgData name="Deepika Vatsa" userId="f7100972-27fe-4ee6-8fb4-ec9b7931b409" providerId="ADAL" clId="{BB4633DC-CD22-4EC8-A2AF-EB7AB12F3135}" dt="2025-07-31T09:27:00.870" v="1400"/>
          <ac:inkMkLst>
            <pc:docMk/>
            <pc:sldMk cId="3131415720" sldId="620"/>
            <ac:inkMk id="261" creationId="{45FD9E2D-0724-B1D8-40FE-B6A5BBAB36A8}"/>
          </ac:inkMkLst>
        </pc:inkChg>
        <pc:inkChg chg="add">
          <ac:chgData name="Deepika Vatsa" userId="f7100972-27fe-4ee6-8fb4-ec9b7931b409" providerId="ADAL" clId="{BB4633DC-CD22-4EC8-A2AF-EB7AB12F3135}" dt="2025-07-31T09:27:01.796" v="1401" actId="9405"/>
          <ac:inkMkLst>
            <pc:docMk/>
            <pc:sldMk cId="3131415720" sldId="620"/>
            <ac:inkMk id="263" creationId="{40D5BA68-8056-7418-12F6-26BDB61BD723}"/>
          </ac:inkMkLst>
        </pc:inkChg>
        <pc:inkChg chg="add mod">
          <ac:chgData name="Deepika Vatsa" userId="f7100972-27fe-4ee6-8fb4-ec9b7931b409" providerId="ADAL" clId="{BB4633DC-CD22-4EC8-A2AF-EB7AB12F3135}" dt="2025-07-31T09:27:09.325" v="1412"/>
          <ac:inkMkLst>
            <pc:docMk/>
            <pc:sldMk cId="3131415720" sldId="620"/>
            <ac:inkMk id="264" creationId="{D5F87559-5E0B-ECCA-D2F1-75F96C72026A}"/>
          </ac:inkMkLst>
        </pc:inkChg>
        <pc:inkChg chg="add mod">
          <ac:chgData name="Deepika Vatsa" userId="f7100972-27fe-4ee6-8fb4-ec9b7931b409" providerId="ADAL" clId="{BB4633DC-CD22-4EC8-A2AF-EB7AB12F3135}" dt="2025-07-31T09:27:09.325" v="1412"/>
          <ac:inkMkLst>
            <pc:docMk/>
            <pc:sldMk cId="3131415720" sldId="620"/>
            <ac:inkMk id="265" creationId="{325B62F2-BC95-84C4-D45B-AECB1EBD550F}"/>
          </ac:inkMkLst>
        </pc:inkChg>
        <pc:inkChg chg="add">
          <ac:chgData name="Deepika Vatsa" userId="f7100972-27fe-4ee6-8fb4-ec9b7931b409" providerId="ADAL" clId="{BB4633DC-CD22-4EC8-A2AF-EB7AB12F3135}" dt="2025-07-31T09:27:03.594" v="1404" actId="9405"/>
          <ac:inkMkLst>
            <pc:docMk/>
            <pc:sldMk cId="3131415720" sldId="620"/>
            <ac:inkMk id="266" creationId="{3007D165-3F87-76CB-DF65-5A5F6050CEE5}"/>
          </ac:inkMkLst>
        </pc:inkChg>
        <pc:inkChg chg="add">
          <ac:chgData name="Deepika Vatsa" userId="f7100972-27fe-4ee6-8fb4-ec9b7931b409" providerId="ADAL" clId="{BB4633DC-CD22-4EC8-A2AF-EB7AB12F3135}" dt="2025-07-31T09:27:04.493" v="1405" actId="9405"/>
          <ac:inkMkLst>
            <pc:docMk/>
            <pc:sldMk cId="3131415720" sldId="620"/>
            <ac:inkMk id="267" creationId="{760CC816-D009-499C-6393-7FEAD02BE699}"/>
          </ac:inkMkLst>
        </pc:inkChg>
        <pc:inkChg chg="add mod">
          <ac:chgData name="Deepika Vatsa" userId="f7100972-27fe-4ee6-8fb4-ec9b7931b409" providerId="ADAL" clId="{BB4633DC-CD22-4EC8-A2AF-EB7AB12F3135}" dt="2025-07-31T09:27:09.325" v="1412"/>
          <ac:inkMkLst>
            <pc:docMk/>
            <pc:sldMk cId="3131415720" sldId="620"/>
            <ac:inkMk id="268" creationId="{A2C2B6C7-EC80-3479-27C2-9CD9788B628D}"/>
          </ac:inkMkLst>
        </pc:inkChg>
        <pc:inkChg chg="add mod">
          <ac:chgData name="Deepika Vatsa" userId="f7100972-27fe-4ee6-8fb4-ec9b7931b409" providerId="ADAL" clId="{BB4633DC-CD22-4EC8-A2AF-EB7AB12F3135}" dt="2025-07-31T09:27:09.325" v="1412"/>
          <ac:inkMkLst>
            <pc:docMk/>
            <pc:sldMk cId="3131415720" sldId="620"/>
            <ac:inkMk id="269" creationId="{0BCE8610-6A90-FBA7-052F-105EF1AFFD43}"/>
          </ac:inkMkLst>
        </pc:inkChg>
        <pc:inkChg chg="add mod">
          <ac:chgData name="Deepika Vatsa" userId="f7100972-27fe-4ee6-8fb4-ec9b7931b409" providerId="ADAL" clId="{BB4633DC-CD22-4EC8-A2AF-EB7AB12F3135}" dt="2025-07-31T09:27:09.325" v="1412"/>
          <ac:inkMkLst>
            <pc:docMk/>
            <pc:sldMk cId="3131415720" sldId="620"/>
            <ac:inkMk id="270" creationId="{EB59F7CB-E5F9-53D7-B138-47E815D52414}"/>
          </ac:inkMkLst>
        </pc:inkChg>
        <pc:inkChg chg="add mod">
          <ac:chgData name="Deepika Vatsa" userId="f7100972-27fe-4ee6-8fb4-ec9b7931b409" providerId="ADAL" clId="{BB4633DC-CD22-4EC8-A2AF-EB7AB12F3135}" dt="2025-07-31T09:27:09.325" v="1412"/>
          <ac:inkMkLst>
            <pc:docMk/>
            <pc:sldMk cId="3131415720" sldId="620"/>
            <ac:inkMk id="271" creationId="{2010FB02-7EB7-82FF-C7EF-53AAD0B66576}"/>
          </ac:inkMkLst>
        </pc:inkChg>
        <pc:inkChg chg="add mod">
          <ac:chgData name="Deepika Vatsa" userId="f7100972-27fe-4ee6-8fb4-ec9b7931b409" providerId="ADAL" clId="{BB4633DC-CD22-4EC8-A2AF-EB7AB12F3135}" dt="2025-07-31T09:27:09.325" v="1412"/>
          <ac:inkMkLst>
            <pc:docMk/>
            <pc:sldMk cId="3131415720" sldId="620"/>
            <ac:inkMk id="272" creationId="{1291F059-1B08-CA06-1599-C5B47157E32A}"/>
          </ac:inkMkLst>
        </pc:inkChg>
        <pc:inkChg chg="add mod">
          <ac:chgData name="Deepika Vatsa" userId="f7100972-27fe-4ee6-8fb4-ec9b7931b409" providerId="ADAL" clId="{BB4633DC-CD22-4EC8-A2AF-EB7AB12F3135}" dt="2025-07-31T09:27:09.325" v="1412"/>
          <ac:inkMkLst>
            <pc:docMk/>
            <pc:sldMk cId="3131415720" sldId="620"/>
            <ac:inkMk id="273" creationId="{B5F9E219-2FE8-40CE-7677-9E5115FFB4F3}"/>
          </ac:inkMkLst>
        </pc:inkChg>
        <pc:inkChg chg="add mod">
          <ac:chgData name="Deepika Vatsa" userId="f7100972-27fe-4ee6-8fb4-ec9b7931b409" providerId="ADAL" clId="{BB4633DC-CD22-4EC8-A2AF-EB7AB12F3135}" dt="2025-07-31T09:27:15.284" v="1423"/>
          <ac:inkMkLst>
            <pc:docMk/>
            <pc:sldMk cId="3131415720" sldId="620"/>
            <ac:inkMk id="276" creationId="{43777644-A07C-BD3B-722F-EAB127711F3D}"/>
          </ac:inkMkLst>
        </pc:inkChg>
        <pc:inkChg chg="add mod">
          <ac:chgData name="Deepika Vatsa" userId="f7100972-27fe-4ee6-8fb4-ec9b7931b409" providerId="ADAL" clId="{BB4633DC-CD22-4EC8-A2AF-EB7AB12F3135}" dt="2025-07-31T09:27:15.284" v="1423"/>
          <ac:inkMkLst>
            <pc:docMk/>
            <pc:sldMk cId="3131415720" sldId="620"/>
            <ac:inkMk id="277" creationId="{75E31A6C-89E2-905C-084A-365DCE509AB2}"/>
          </ac:inkMkLst>
        </pc:inkChg>
        <pc:inkChg chg="add mod">
          <ac:chgData name="Deepika Vatsa" userId="f7100972-27fe-4ee6-8fb4-ec9b7931b409" providerId="ADAL" clId="{BB4633DC-CD22-4EC8-A2AF-EB7AB12F3135}" dt="2025-07-31T09:27:15.284" v="1423"/>
          <ac:inkMkLst>
            <pc:docMk/>
            <pc:sldMk cId="3131415720" sldId="620"/>
            <ac:inkMk id="278" creationId="{3131BA12-C6B1-4793-1595-E5A4B9EAB1FD}"/>
          </ac:inkMkLst>
        </pc:inkChg>
        <pc:inkChg chg="add mod">
          <ac:chgData name="Deepika Vatsa" userId="f7100972-27fe-4ee6-8fb4-ec9b7931b409" providerId="ADAL" clId="{BB4633DC-CD22-4EC8-A2AF-EB7AB12F3135}" dt="2025-07-31T09:27:15.284" v="1423"/>
          <ac:inkMkLst>
            <pc:docMk/>
            <pc:sldMk cId="3131415720" sldId="620"/>
            <ac:inkMk id="279" creationId="{70928921-9ED0-F00F-51CB-058BDDA7F0D9}"/>
          </ac:inkMkLst>
        </pc:inkChg>
        <pc:inkChg chg="add mod">
          <ac:chgData name="Deepika Vatsa" userId="f7100972-27fe-4ee6-8fb4-ec9b7931b409" providerId="ADAL" clId="{BB4633DC-CD22-4EC8-A2AF-EB7AB12F3135}" dt="2025-07-31T09:27:15.284" v="1423"/>
          <ac:inkMkLst>
            <pc:docMk/>
            <pc:sldMk cId="3131415720" sldId="620"/>
            <ac:inkMk id="280" creationId="{0903C357-B39F-E150-43C5-C87A67521B27}"/>
          </ac:inkMkLst>
        </pc:inkChg>
        <pc:inkChg chg="add mod">
          <ac:chgData name="Deepika Vatsa" userId="f7100972-27fe-4ee6-8fb4-ec9b7931b409" providerId="ADAL" clId="{BB4633DC-CD22-4EC8-A2AF-EB7AB12F3135}" dt="2025-07-31T09:27:15.284" v="1423"/>
          <ac:inkMkLst>
            <pc:docMk/>
            <pc:sldMk cId="3131415720" sldId="620"/>
            <ac:inkMk id="281" creationId="{6BF3AF20-4E24-01CF-EBB8-B49D3B403966}"/>
          </ac:inkMkLst>
        </pc:inkChg>
        <pc:inkChg chg="add mod">
          <ac:chgData name="Deepika Vatsa" userId="f7100972-27fe-4ee6-8fb4-ec9b7931b409" providerId="ADAL" clId="{BB4633DC-CD22-4EC8-A2AF-EB7AB12F3135}" dt="2025-07-31T09:27:15.284" v="1423"/>
          <ac:inkMkLst>
            <pc:docMk/>
            <pc:sldMk cId="3131415720" sldId="620"/>
            <ac:inkMk id="282" creationId="{DFD38ACA-45DD-2101-9CDE-B6F24B391704}"/>
          </ac:inkMkLst>
        </pc:inkChg>
        <pc:inkChg chg="add mod">
          <ac:chgData name="Deepika Vatsa" userId="f7100972-27fe-4ee6-8fb4-ec9b7931b409" providerId="ADAL" clId="{BB4633DC-CD22-4EC8-A2AF-EB7AB12F3135}" dt="2025-07-31T09:27:15.284" v="1423"/>
          <ac:inkMkLst>
            <pc:docMk/>
            <pc:sldMk cId="3131415720" sldId="620"/>
            <ac:inkMk id="283" creationId="{35022CF8-A53E-BF36-8367-0BC713D80877}"/>
          </ac:inkMkLst>
        </pc:inkChg>
        <pc:inkChg chg="add mod">
          <ac:chgData name="Deepika Vatsa" userId="f7100972-27fe-4ee6-8fb4-ec9b7931b409" providerId="ADAL" clId="{BB4633DC-CD22-4EC8-A2AF-EB7AB12F3135}" dt="2025-07-31T09:27:15.284" v="1423"/>
          <ac:inkMkLst>
            <pc:docMk/>
            <pc:sldMk cId="3131415720" sldId="620"/>
            <ac:inkMk id="284" creationId="{F2CA96CC-7980-9AD6-17E6-822DC917FBC0}"/>
          </ac:inkMkLst>
        </pc:inkChg>
        <pc:inkChg chg="add mod">
          <ac:chgData name="Deepika Vatsa" userId="f7100972-27fe-4ee6-8fb4-ec9b7931b409" providerId="ADAL" clId="{BB4633DC-CD22-4EC8-A2AF-EB7AB12F3135}" dt="2025-07-31T09:27:15.284" v="1423"/>
          <ac:inkMkLst>
            <pc:docMk/>
            <pc:sldMk cId="3131415720" sldId="620"/>
            <ac:inkMk id="285" creationId="{48446769-514C-B4D8-1609-39FECFD1A0DA}"/>
          </ac:inkMkLst>
        </pc:inkChg>
        <pc:inkChg chg="add del mod">
          <ac:chgData name="Deepika Vatsa" userId="f7100972-27fe-4ee6-8fb4-ec9b7931b409" providerId="ADAL" clId="{BB4633DC-CD22-4EC8-A2AF-EB7AB12F3135}" dt="2025-07-31T09:52:32.535" v="1868"/>
          <ac:inkMkLst>
            <pc:docMk/>
            <pc:sldMk cId="3131415720" sldId="620"/>
            <ac:inkMk id="288" creationId="{E63D61BB-67EF-7D77-B1AD-978759CCA7BB}"/>
          </ac:inkMkLst>
        </pc:inkChg>
        <pc:inkChg chg="add del mod">
          <ac:chgData name="Deepika Vatsa" userId="f7100972-27fe-4ee6-8fb4-ec9b7931b409" providerId="ADAL" clId="{BB4633DC-CD22-4EC8-A2AF-EB7AB12F3135}" dt="2025-07-31T09:52:32.536" v="1869"/>
          <ac:inkMkLst>
            <pc:docMk/>
            <pc:sldMk cId="3131415720" sldId="620"/>
            <ac:inkMk id="289" creationId="{95DA17EB-6CE4-DAD7-DD7E-6A70F056B068}"/>
          </ac:inkMkLst>
        </pc:inkChg>
        <pc:inkChg chg="add del mod">
          <ac:chgData name="Deepika Vatsa" userId="f7100972-27fe-4ee6-8fb4-ec9b7931b409" providerId="ADAL" clId="{BB4633DC-CD22-4EC8-A2AF-EB7AB12F3135}" dt="2025-07-31T09:52:32.535" v="1867"/>
          <ac:inkMkLst>
            <pc:docMk/>
            <pc:sldMk cId="3131415720" sldId="620"/>
            <ac:inkMk id="290" creationId="{3196D309-BBED-D326-170A-5E65A64CD7E6}"/>
          </ac:inkMkLst>
        </pc:inkChg>
        <pc:inkChg chg="add mod">
          <ac:chgData name="Deepika Vatsa" userId="f7100972-27fe-4ee6-8fb4-ec9b7931b409" providerId="ADAL" clId="{BB4633DC-CD22-4EC8-A2AF-EB7AB12F3135}" dt="2025-07-31T09:27:31.202" v="1432"/>
          <ac:inkMkLst>
            <pc:docMk/>
            <pc:sldMk cId="3131415720" sldId="620"/>
            <ac:inkMk id="292" creationId="{7B402636-C51A-43CB-A5A3-A19760CF9417}"/>
          </ac:inkMkLst>
        </pc:inkChg>
        <pc:inkChg chg="add mod">
          <ac:chgData name="Deepika Vatsa" userId="f7100972-27fe-4ee6-8fb4-ec9b7931b409" providerId="ADAL" clId="{BB4633DC-CD22-4EC8-A2AF-EB7AB12F3135}" dt="2025-07-31T09:27:31.202" v="1432"/>
          <ac:inkMkLst>
            <pc:docMk/>
            <pc:sldMk cId="3131415720" sldId="620"/>
            <ac:inkMk id="293" creationId="{879F12AB-4AB3-DEB9-1C11-4D3A4C84BBBB}"/>
          </ac:inkMkLst>
        </pc:inkChg>
        <pc:inkChg chg="add mod">
          <ac:chgData name="Deepika Vatsa" userId="f7100972-27fe-4ee6-8fb4-ec9b7931b409" providerId="ADAL" clId="{BB4633DC-CD22-4EC8-A2AF-EB7AB12F3135}" dt="2025-07-31T09:27:31.202" v="1432"/>
          <ac:inkMkLst>
            <pc:docMk/>
            <pc:sldMk cId="3131415720" sldId="620"/>
            <ac:inkMk id="295" creationId="{7800ED4D-FA03-6840-0425-3AECEA820AA7}"/>
          </ac:inkMkLst>
        </pc:inkChg>
        <pc:inkChg chg="add mod">
          <ac:chgData name="Deepika Vatsa" userId="f7100972-27fe-4ee6-8fb4-ec9b7931b409" providerId="ADAL" clId="{BB4633DC-CD22-4EC8-A2AF-EB7AB12F3135}" dt="2025-07-31T09:52:26.515" v="1863"/>
          <ac:inkMkLst>
            <pc:docMk/>
            <pc:sldMk cId="3131415720" sldId="620"/>
            <ac:inkMk id="297" creationId="{44BED9F5-DD41-9702-8B4C-13FDF793E47D}"/>
          </ac:inkMkLst>
        </pc:inkChg>
        <pc:inkChg chg="add mod">
          <ac:chgData name="Deepika Vatsa" userId="f7100972-27fe-4ee6-8fb4-ec9b7931b409" providerId="ADAL" clId="{BB4633DC-CD22-4EC8-A2AF-EB7AB12F3135}" dt="2025-07-31T09:52:26.515" v="1863"/>
          <ac:inkMkLst>
            <pc:docMk/>
            <pc:sldMk cId="3131415720" sldId="620"/>
            <ac:inkMk id="298" creationId="{C4DB3EC6-1D66-33EA-22A8-7FDF9E7F62BC}"/>
          </ac:inkMkLst>
        </pc:inkChg>
        <pc:inkChg chg="add mod">
          <ac:chgData name="Deepika Vatsa" userId="f7100972-27fe-4ee6-8fb4-ec9b7931b409" providerId="ADAL" clId="{BB4633DC-CD22-4EC8-A2AF-EB7AB12F3135}" dt="2025-07-31T09:52:26.515" v="1863"/>
          <ac:inkMkLst>
            <pc:docMk/>
            <pc:sldMk cId="3131415720" sldId="620"/>
            <ac:inkMk id="299" creationId="{8F47690E-B6EF-2995-097A-C1E58DB4345C}"/>
          </ac:inkMkLst>
        </pc:inkChg>
        <pc:inkChg chg="add mod">
          <ac:chgData name="Deepika Vatsa" userId="f7100972-27fe-4ee6-8fb4-ec9b7931b409" providerId="ADAL" clId="{BB4633DC-CD22-4EC8-A2AF-EB7AB12F3135}" dt="2025-07-31T09:52:26.515" v="1863"/>
          <ac:inkMkLst>
            <pc:docMk/>
            <pc:sldMk cId="3131415720" sldId="620"/>
            <ac:inkMk id="300" creationId="{2530EEF2-CD22-61A2-3E5F-39C265F0E91D}"/>
          </ac:inkMkLst>
        </pc:inkChg>
        <pc:inkChg chg="add mod">
          <ac:chgData name="Deepika Vatsa" userId="f7100972-27fe-4ee6-8fb4-ec9b7931b409" providerId="ADAL" clId="{BB4633DC-CD22-4EC8-A2AF-EB7AB12F3135}" dt="2025-07-31T09:52:26.515" v="1863"/>
          <ac:inkMkLst>
            <pc:docMk/>
            <pc:sldMk cId="3131415720" sldId="620"/>
            <ac:inkMk id="301" creationId="{FFF9C27D-E6F8-CDFC-0A0D-A56AC6429313}"/>
          </ac:inkMkLst>
        </pc:inkChg>
        <pc:inkChg chg="add mod">
          <ac:chgData name="Deepika Vatsa" userId="f7100972-27fe-4ee6-8fb4-ec9b7931b409" providerId="ADAL" clId="{BB4633DC-CD22-4EC8-A2AF-EB7AB12F3135}" dt="2025-07-31T09:52:26.515" v="1863"/>
          <ac:inkMkLst>
            <pc:docMk/>
            <pc:sldMk cId="3131415720" sldId="620"/>
            <ac:inkMk id="302" creationId="{6C2A3333-BB3F-9FC1-6D7D-803F6837C7B6}"/>
          </ac:inkMkLst>
        </pc:inkChg>
        <pc:inkChg chg="add mod">
          <ac:chgData name="Deepika Vatsa" userId="f7100972-27fe-4ee6-8fb4-ec9b7931b409" providerId="ADAL" clId="{BB4633DC-CD22-4EC8-A2AF-EB7AB12F3135}" dt="2025-07-31T09:52:26.515" v="1863"/>
          <ac:inkMkLst>
            <pc:docMk/>
            <pc:sldMk cId="3131415720" sldId="620"/>
            <ac:inkMk id="303" creationId="{A44942A3-FA66-8ADA-B06D-EACA79C53C74}"/>
          </ac:inkMkLst>
        </pc:inkChg>
        <pc:inkChg chg="add mod">
          <ac:chgData name="Deepika Vatsa" userId="f7100972-27fe-4ee6-8fb4-ec9b7931b409" providerId="ADAL" clId="{BB4633DC-CD22-4EC8-A2AF-EB7AB12F3135}" dt="2025-07-31T09:52:26.515" v="1863"/>
          <ac:inkMkLst>
            <pc:docMk/>
            <pc:sldMk cId="3131415720" sldId="620"/>
            <ac:inkMk id="305" creationId="{D25C346F-4067-6154-B3FB-742883B42620}"/>
          </ac:inkMkLst>
        </pc:inkChg>
        <pc:inkChg chg="add mod">
          <ac:chgData name="Deepika Vatsa" userId="f7100972-27fe-4ee6-8fb4-ec9b7931b409" providerId="ADAL" clId="{BB4633DC-CD22-4EC8-A2AF-EB7AB12F3135}" dt="2025-07-31T09:52:42.067" v="1880"/>
          <ac:inkMkLst>
            <pc:docMk/>
            <pc:sldMk cId="3131415720" sldId="620"/>
            <ac:inkMk id="307" creationId="{3CC6B8F4-0F8D-27BC-9B24-CABF74CB2A29}"/>
          </ac:inkMkLst>
        </pc:inkChg>
        <pc:inkChg chg="add mod">
          <ac:chgData name="Deepika Vatsa" userId="f7100972-27fe-4ee6-8fb4-ec9b7931b409" providerId="ADAL" clId="{BB4633DC-CD22-4EC8-A2AF-EB7AB12F3135}" dt="2025-07-31T09:52:42.067" v="1880"/>
          <ac:inkMkLst>
            <pc:docMk/>
            <pc:sldMk cId="3131415720" sldId="620"/>
            <ac:inkMk id="308" creationId="{DF00E2C4-82C8-B31E-045C-C10031D6AA4F}"/>
          </ac:inkMkLst>
        </pc:inkChg>
        <pc:inkChg chg="add mod">
          <ac:chgData name="Deepika Vatsa" userId="f7100972-27fe-4ee6-8fb4-ec9b7931b409" providerId="ADAL" clId="{BB4633DC-CD22-4EC8-A2AF-EB7AB12F3135}" dt="2025-07-31T09:52:42.067" v="1880"/>
          <ac:inkMkLst>
            <pc:docMk/>
            <pc:sldMk cId="3131415720" sldId="620"/>
            <ac:inkMk id="309" creationId="{11BE130F-53C7-CFD5-8188-862703946610}"/>
          </ac:inkMkLst>
        </pc:inkChg>
        <pc:inkChg chg="add mod">
          <ac:chgData name="Deepika Vatsa" userId="f7100972-27fe-4ee6-8fb4-ec9b7931b409" providerId="ADAL" clId="{BB4633DC-CD22-4EC8-A2AF-EB7AB12F3135}" dt="2025-07-31T09:52:42.067" v="1880"/>
          <ac:inkMkLst>
            <pc:docMk/>
            <pc:sldMk cId="3131415720" sldId="620"/>
            <ac:inkMk id="310" creationId="{C3C55103-C0F7-3508-CD62-A9A14BEB5191}"/>
          </ac:inkMkLst>
        </pc:inkChg>
        <pc:inkChg chg="add mod">
          <ac:chgData name="Deepika Vatsa" userId="f7100972-27fe-4ee6-8fb4-ec9b7931b409" providerId="ADAL" clId="{BB4633DC-CD22-4EC8-A2AF-EB7AB12F3135}" dt="2025-07-31T09:52:42.067" v="1880"/>
          <ac:inkMkLst>
            <pc:docMk/>
            <pc:sldMk cId="3131415720" sldId="620"/>
            <ac:inkMk id="312" creationId="{B702A4E0-D469-10F5-4731-4148239B91A7}"/>
          </ac:inkMkLst>
        </pc:inkChg>
        <pc:inkChg chg="add mod">
          <ac:chgData name="Deepika Vatsa" userId="f7100972-27fe-4ee6-8fb4-ec9b7931b409" providerId="ADAL" clId="{BB4633DC-CD22-4EC8-A2AF-EB7AB12F3135}" dt="2025-07-31T09:52:42.067" v="1880"/>
          <ac:inkMkLst>
            <pc:docMk/>
            <pc:sldMk cId="3131415720" sldId="620"/>
            <ac:inkMk id="313" creationId="{761C0381-209D-81CD-E9AC-C45BC18959C8}"/>
          </ac:inkMkLst>
        </pc:inkChg>
        <pc:inkChg chg="add mod">
          <ac:chgData name="Deepika Vatsa" userId="f7100972-27fe-4ee6-8fb4-ec9b7931b409" providerId="ADAL" clId="{BB4633DC-CD22-4EC8-A2AF-EB7AB12F3135}" dt="2025-07-31T09:52:42.067" v="1880"/>
          <ac:inkMkLst>
            <pc:docMk/>
            <pc:sldMk cId="3131415720" sldId="620"/>
            <ac:inkMk id="314" creationId="{ED32EC70-5A5B-08E4-B63A-977B9F89D7AC}"/>
          </ac:inkMkLst>
        </pc:inkChg>
        <pc:inkChg chg="add mod">
          <ac:chgData name="Deepika Vatsa" userId="f7100972-27fe-4ee6-8fb4-ec9b7931b409" providerId="ADAL" clId="{BB4633DC-CD22-4EC8-A2AF-EB7AB12F3135}" dt="2025-07-31T09:52:42.067" v="1880"/>
          <ac:inkMkLst>
            <pc:docMk/>
            <pc:sldMk cId="3131415720" sldId="620"/>
            <ac:inkMk id="315" creationId="{28BBA3C3-D45D-0075-9303-649F13B15AA0}"/>
          </ac:inkMkLst>
        </pc:inkChg>
        <pc:inkChg chg="add mod">
          <ac:chgData name="Deepika Vatsa" userId="f7100972-27fe-4ee6-8fb4-ec9b7931b409" providerId="ADAL" clId="{BB4633DC-CD22-4EC8-A2AF-EB7AB12F3135}" dt="2025-07-31T09:52:42.067" v="1880"/>
          <ac:inkMkLst>
            <pc:docMk/>
            <pc:sldMk cId="3131415720" sldId="620"/>
            <ac:inkMk id="316" creationId="{F15B3F1B-2024-A6EF-E62D-D0D6A054F1CF}"/>
          </ac:inkMkLst>
        </pc:inkChg>
        <pc:inkChg chg="add mod">
          <ac:chgData name="Deepika Vatsa" userId="f7100972-27fe-4ee6-8fb4-ec9b7931b409" providerId="ADAL" clId="{BB4633DC-CD22-4EC8-A2AF-EB7AB12F3135}" dt="2025-07-31T09:53:00.762" v="1888"/>
          <ac:inkMkLst>
            <pc:docMk/>
            <pc:sldMk cId="3131415720" sldId="620"/>
            <ac:inkMk id="318" creationId="{B40830CF-3CDE-5EB7-3296-B8AA10B1AC6E}"/>
          </ac:inkMkLst>
        </pc:inkChg>
        <pc:inkChg chg="add mod">
          <ac:chgData name="Deepika Vatsa" userId="f7100972-27fe-4ee6-8fb4-ec9b7931b409" providerId="ADAL" clId="{BB4633DC-CD22-4EC8-A2AF-EB7AB12F3135}" dt="2025-07-31T09:53:00.762" v="1888"/>
          <ac:inkMkLst>
            <pc:docMk/>
            <pc:sldMk cId="3131415720" sldId="620"/>
            <ac:inkMk id="319" creationId="{E96AB059-CE5C-2097-B785-7F249485C5AF}"/>
          </ac:inkMkLst>
        </pc:inkChg>
        <pc:inkChg chg="add mod">
          <ac:chgData name="Deepika Vatsa" userId="f7100972-27fe-4ee6-8fb4-ec9b7931b409" providerId="ADAL" clId="{BB4633DC-CD22-4EC8-A2AF-EB7AB12F3135}" dt="2025-07-31T09:53:00.762" v="1888"/>
          <ac:inkMkLst>
            <pc:docMk/>
            <pc:sldMk cId="3131415720" sldId="620"/>
            <ac:inkMk id="321" creationId="{37C7043C-1A93-1463-B556-20B862C06314}"/>
          </ac:inkMkLst>
        </pc:inkChg>
        <pc:inkChg chg="add mod">
          <ac:chgData name="Deepika Vatsa" userId="f7100972-27fe-4ee6-8fb4-ec9b7931b409" providerId="ADAL" clId="{BB4633DC-CD22-4EC8-A2AF-EB7AB12F3135}" dt="2025-07-31T09:53:00.762" v="1888"/>
          <ac:inkMkLst>
            <pc:docMk/>
            <pc:sldMk cId="3131415720" sldId="620"/>
            <ac:inkMk id="322" creationId="{2ACD6F25-227E-1A8E-01EF-068585911FDD}"/>
          </ac:inkMkLst>
        </pc:inkChg>
        <pc:inkChg chg="add mod">
          <ac:chgData name="Deepika Vatsa" userId="f7100972-27fe-4ee6-8fb4-ec9b7931b409" providerId="ADAL" clId="{BB4633DC-CD22-4EC8-A2AF-EB7AB12F3135}" dt="2025-07-31T09:53:00.762" v="1888"/>
          <ac:inkMkLst>
            <pc:docMk/>
            <pc:sldMk cId="3131415720" sldId="620"/>
            <ac:inkMk id="323" creationId="{9D795CC9-827D-13E8-E4F6-77D0F92E1272}"/>
          </ac:inkMkLst>
        </pc:inkChg>
        <pc:inkChg chg="add mod">
          <ac:chgData name="Deepika Vatsa" userId="f7100972-27fe-4ee6-8fb4-ec9b7931b409" providerId="ADAL" clId="{BB4633DC-CD22-4EC8-A2AF-EB7AB12F3135}" dt="2025-07-31T09:53:00.762" v="1888"/>
          <ac:inkMkLst>
            <pc:docMk/>
            <pc:sldMk cId="3131415720" sldId="620"/>
            <ac:inkMk id="324" creationId="{418E14DB-0899-C61D-F6AB-9F7A01A84947}"/>
          </ac:inkMkLst>
        </pc:inkChg>
      </pc:sldChg>
      <pc:sldChg chg="addSp modSp add mod">
        <pc:chgData name="Deepika Vatsa" userId="f7100972-27fe-4ee6-8fb4-ec9b7931b409" providerId="ADAL" clId="{BB4633DC-CD22-4EC8-A2AF-EB7AB12F3135}" dt="2025-07-31T09:30:08.393" v="1475" actId="114"/>
        <pc:sldMkLst>
          <pc:docMk/>
          <pc:sldMk cId="2155904544" sldId="621"/>
        </pc:sldMkLst>
        <pc:spChg chg="mod">
          <ac:chgData name="Deepika Vatsa" userId="f7100972-27fe-4ee6-8fb4-ec9b7931b409" providerId="ADAL" clId="{BB4633DC-CD22-4EC8-A2AF-EB7AB12F3135}" dt="2025-07-31T09:30:08.393" v="1475" actId="114"/>
          <ac:spMkLst>
            <pc:docMk/>
            <pc:sldMk cId="2155904544" sldId="621"/>
            <ac:spMk id="7" creationId="{774F17E9-FD22-86D8-DA03-6473A42BCE8C}"/>
          </ac:spMkLst>
        </pc:spChg>
        <pc:picChg chg="add mod">
          <ac:chgData name="Deepika Vatsa" userId="f7100972-27fe-4ee6-8fb4-ec9b7931b409" providerId="ADAL" clId="{BB4633DC-CD22-4EC8-A2AF-EB7AB12F3135}" dt="2025-07-31T09:29:51.962" v="1452" actId="1076"/>
          <ac:picMkLst>
            <pc:docMk/>
            <pc:sldMk cId="2155904544" sldId="621"/>
            <ac:picMk id="5" creationId="{7F22CECB-0CD8-9840-5136-0033F4A874A0}"/>
          </ac:picMkLst>
        </pc:picChg>
      </pc:sldChg>
      <pc:sldChg chg="delSp modSp add del mod">
        <pc:chgData name="Deepika Vatsa" userId="f7100972-27fe-4ee6-8fb4-ec9b7931b409" providerId="ADAL" clId="{BB4633DC-CD22-4EC8-A2AF-EB7AB12F3135}" dt="2025-07-31T09:33:00.051" v="1522" actId="47"/>
        <pc:sldMkLst>
          <pc:docMk/>
          <pc:sldMk cId="1613437870" sldId="622"/>
        </pc:sldMkLst>
        <pc:spChg chg="del mod">
          <ac:chgData name="Deepika Vatsa" userId="f7100972-27fe-4ee6-8fb4-ec9b7931b409" providerId="ADAL" clId="{BB4633DC-CD22-4EC8-A2AF-EB7AB12F3135}" dt="2025-07-31T09:32:54.655" v="1520"/>
          <ac:spMkLst>
            <pc:docMk/>
            <pc:sldMk cId="1613437870" sldId="622"/>
            <ac:spMk id="7" creationId="{774F17E9-FD22-86D8-DA03-6473A42BCE8C}"/>
          </ac:spMkLst>
        </pc:spChg>
        <pc:picChg chg="del">
          <ac:chgData name="Deepika Vatsa" userId="f7100972-27fe-4ee6-8fb4-ec9b7931b409" providerId="ADAL" clId="{BB4633DC-CD22-4EC8-A2AF-EB7AB12F3135}" dt="2025-07-31T09:32:54.641" v="1518" actId="478"/>
          <ac:picMkLst>
            <pc:docMk/>
            <pc:sldMk cId="1613437870" sldId="622"/>
            <ac:picMk id="5" creationId="{7F22CECB-0CD8-9840-5136-0033F4A874A0}"/>
          </ac:picMkLst>
        </pc:picChg>
      </pc:sldChg>
      <pc:sldChg chg="delSp modSp add mod">
        <pc:chgData name="Deepika Vatsa" userId="f7100972-27fe-4ee6-8fb4-ec9b7931b409" providerId="ADAL" clId="{BB4633DC-CD22-4EC8-A2AF-EB7AB12F3135}" dt="2025-07-31T09:50:08.592" v="1795" actId="20577"/>
        <pc:sldMkLst>
          <pc:docMk/>
          <pc:sldMk cId="89076527" sldId="623"/>
        </pc:sldMkLst>
        <pc:spChg chg="mod">
          <ac:chgData name="Deepika Vatsa" userId="f7100972-27fe-4ee6-8fb4-ec9b7931b409" providerId="ADAL" clId="{BB4633DC-CD22-4EC8-A2AF-EB7AB12F3135}" dt="2025-07-31T09:50:08.592" v="1795" actId="20577"/>
          <ac:spMkLst>
            <pc:docMk/>
            <pc:sldMk cId="89076527" sldId="623"/>
            <ac:spMk id="7" creationId="{774F17E9-FD22-86D8-DA03-6473A42BCE8C}"/>
          </ac:spMkLst>
        </pc:spChg>
        <pc:picChg chg="del">
          <ac:chgData name="Deepika Vatsa" userId="f7100972-27fe-4ee6-8fb4-ec9b7931b409" providerId="ADAL" clId="{BB4633DC-CD22-4EC8-A2AF-EB7AB12F3135}" dt="2025-07-31T09:33:02.941" v="1523" actId="478"/>
          <ac:picMkLst>
            <pc:docMk/>
            <pc:sldMk cId="89076527" sldId="623"/>
            <ac:picMk id="5" creationId="{7F22CECB-0CD8-9840-5136-0033F4A874A0}"/>
          </ac:picMkLst>
        </pc:picChg>
      </pc:sldChg>
      <pc:sldChg chg="add">
        <pc:chgData name="Deepika Vatsa" userId="f7100972-27fe-4ee6-8fb4-ec9b7931b409" providerId="ADAL" clId="{BB4633DC-CD22-4EC8-A2AF-EB7AB12F3135}" dt="2025-07-31T09:36:31.809" v="1634" actId="2890"/>
        <pc:sldMkLst>
          <pc:docMk/>
          <pc:sldMk cId="2878441112" sldId="624"/>
        </pc:sldMkLst>
      </pc:sldChg>
      <pc:sldChg chg="new del">
        <pc:chgData name="Deepika Vatsa" userId="f7100972-27fe-4ee6-8fb4-ec9b7931b409" providerId="ADAL" clId="{BB4633DC-CD22-4EC8-A2AF-EB7AB12F3135}" dt="2025-07-31T09:33:47.528" v="1593" actId="680"/>
        <pc:sldMkLst>
          <pc:docMk/>
          <pc:sldMk cId="4225858039" sldId="624"/>
        </pc:sldMkLst>
      </pc:sldChg>
      <pc:sldChg chg="modSp add mod">
        <pc:chgData name="Deepika Vatsa" userId="f7100972-27fe-4ee6-8fb4-ec9b7931b409" providerId="ADAL" clId="{BB4633DC-CD22-4EC8-A2AF-EB7AB12F3135}" dt="2025-07-31T09:49:43.961" v="1793" actId="207"/>
        <pc:sldMkLst>
          <pc:docMk/>
          <pc:sldMk cId="849132084" sldId="625"/>
        </pc:sldMkLst>
        <pc:spChg chg="mod">
          <ac:chgData name="Deepika Vatsa" userId="f7100972-27fe-4ee6-8fb4-ec9b7931b409" providerId="ADAL" clId="{BB4633DC-CD22-4EC8-A2AF-EB7AB12F3135}" dt="2025-07-31T09:49:43.961" v="1793" actId="207"/>
          <ac:spMkLst>
            <pc:docMk/>
            <pc:sldMk cId="849132084" sldId="625"/>
            <ac:spMk id="7" creationId="{774F17E9-FD22-86D8-DA03-6473A42BCE8C}"/>
          </ac:spMkLst>
        </pc:spChg>
      </pc:sldChg>
      <pc:sldChg chg="modSp add mod">
        <pc:chgData name="Deepika Vatsa" userId="f7100972-27fe-4ee6-8fb4-ec9b7931b409" providerId="ADAL" clId="{BB4633DC-CD22-4EC8-A2AF-EB7AB12F3135}" dt="2025-07-31T09:45:36.034" v="1697" actId="113"/>
        <pc:sldMkLst>
          <pc:docMk/>
          <pc:sldMk cId="2814166147" sldId="626"/>
        </pc:sldMkLst>
        <pc:spChg chg="mod">
          <ac:chgData name="Deepika Vatsa" userId="f7100972-27fe-4ee6-8fb4-ec9b7931b409" providerId="ADAL" clId="{BB4633DC-CD22-4EC8-A2AF-EB7AB12F3135}" dt="2025-07-31T09:45:36.034" v="1697" actId="113"/>
          <ac:spMkLst>
            <pc:docMk/>
            <pc:sldMk cId="2814166147" sldId="626"/>
            <ac:spMk id="7" creationId="{774F17E9-FD22-86D8-DA03-6473A42BCE8C}"/>
          </ac:spMkLst>
        </pc:spChg>
      </pc:sldChg>
      <pc:sldChg chg="addSp delSp modSp add mod">
        <pc:chgData name="Deepika Vatsa" userId="f7100972-27fe-4ee6-8fb4-ec9b7931b409" providerId="ADAL" clId="{BB4633DC-CD22-4EC8-A2AF-EB7AB12F3135}" dt="2025-07-31T10:11:44.501" v="2323"/>
        <pc:sldMkLst>
          <pc:docMk/>
          <pc:sldMk cId="3870959351" sldId="627"/>
        </pc:sldMkLst>
        <pc:spChg chg="mod">
          <ac:chgData name="Deepika Vatsa" userId="f7100972-27fe-4ee6-8fb4-ec9b7931b409" providerId="ADAL" clId="{BB4633DC-CD22-4EC8-A2AF-EB7AB12F3135}" dt="2025-07-31T10:11:06.484" v="2321" actId="20577"/>
          <ac:spMkLst>
            <pc:docMk/>
            <pc:sldMk cId="3870959351" sldId="627"/>
            <ac:spMk id="4" creationId="{E85DA90E-8E53-38D7-1312-67BA1ACDD980}"/>
          </ac:spMkLst>
        </pc:spChg>
        <pc:picChg chg="add mod">
          <ac:chgData name="Deepika Vatsa" userId="f7100972-27fe-4ee6-8fb4-ec9b7931b409" providerId="ADAL" clId="{BB4633DC-CD22-4EC8-A2AF-EB7AB12F3135}" dt="2025-07-31T10:11:44.501" v="2323"/>
          <ac:picMkLst>
            <pc:docMk/>
            <pc:sldMk cId="3870959351" sldId="627"/>
            <ac:picMk id="5" creationId="{BAE70515-A021-1A64-38F3-0DE8AD6CF512}"/>
          </ac:picMkLst>
        </pc:picChg>
        <pc:picChg chg="del">
          <ac:chgData name="Deepika Vatsa" userId="f7100972-27fe-4ee6-8fb4-ec9b7931b409" providerId="ADAL" clId="{BB4633DC-CD22-4EC8-A2AF-EB7AB12F3135}" dt="2025-07-31T10:11:40.387" v="2322" actId="478"/>
          <ac:picMkLst>
            <pc:docMk/>
            <pc:sldMk cId="3870959351" sldId="627"/>
            <ac:picMk id="1026" creationId="{AA09EED7-E7D4-AAD1-DB0F-D3D9F4E1DF6A}"/>
          </ac:picMkLst>
        </pc:picChg>
      </pc:sldChg>
      <pc:sldChg chg="addSp delSp modSp add mod">
        <pc:chgData name="Deepika Vatsa" userId="f7100972-27fe-4ee6-8fb4-ec9b7931b409" providerId="ADAL" clId="{BB4633DC-CD22-4EC8-A2AF-EB7AB12F3135}" dt="2025-08-04T08:46:46.729" v="2337" actId="1076"/>
        <pc:sldMkLst>
          <pc:docMk/>
          <pc:sldMk cId="690954253" sldId="628"/>
        </pc:sldMkLst>
        <pc:spChg chg="mod">
          <ac:chgData name="Deepika Vatsa" userId="f7100972-27fe-4ee6-8fb4-ec9b7931b409" providerId="ADAL" clId="{BB4633DC-CD22-4EC8-A2AF-EB7AB12F3135}" dt="2025-08-04T08:46:37.429" v="2335" actId="20577"/>
          <ac:spMkLst>
            <pc:docMk/>
            <pc:sldMk cId="690954253" sldId="628"/>
            <ac:spMk id="2" creationId="{00000000-0000-0000-0000-000000000000}"/>
          </ac:spMkLst>
        </pc:spChg>
        <pc:spChg chg="del">
          <ac:chgData name="Deepika Vatsa" userId="f7100972-27fe-4ee6-8fb4-ec9b7931b409" providerId="ADAL" clId="{BB4633DC-CD22-4EC8-A2AF-EB7AB12F3135}" dt="2025-08-04T08:46:26.953" v="2326" actId="478"/>
          <ac:spMkLst>
            <pc:docMk/>
            <pc:sldMk cId="690954253" sldId="628"/>
            <ac:spMk id="7" creationId="{774F17E9-FD22-86D8-DA03-6473A42BCE8C}"/>
          </ac:spMkLst>
        </pc:spChg>
        <pc:picChg chg="add mod">
          <ac:chgData name="Deepika Vatsa" userId="f7100972-27fe-4ee6-8fb4-ec9b7931b409" providerId="ADAL" clId="{BB4633DC-CD22-4EC8-A2AF-EB7AB12F3135}" dt="2025-08-04T08:46:46.729" v="2337" actId="1076"/>
          <ac:picMkLst>
            <pc:docMk/>
            <pc:sldMk cId="690954253" sldId="628"/>
            <ac:picMk id="5" creationId="{0F43D512-8C81-AC89-3A5E-1A225B72950B}"/>
          </ac:picMkLst>
        </pc:picChg>
      </pc:sldChg>
      <pc:sldChg chg="addSp delSp modSp add mod">
        <pc:chgData name="Deepika Vatsa" userId="f7100972-27fe-4ee6-8fb4-ec9b7931b409" providerId="ADAL" clId="{BB4633DC-CD22-4EC8-A2AF-EB7AB12F3135}" dt="2025-08-04T08:58:13.543" v="2404" actId="14100"/>
        <pc:sldMkLst>
          <pc:docMk/>
          <pc:sldMk cId="2104641596" sldId="629"/>
        </pc:sldMkLst>
        <pc:spChg chg="mod">
          <ac:chgData name="Deepika Vatsa" userId="f7100972-27fe-4ee6-8fb4-ec9b7931b409" providerId="ADAL" clId="{BB4633DC-CD22-4EC8-A2AF-EB7AB12F3135}" dt="2025-08-04T08:50:21.023" v="2362" actId="20577"/>
          <ac:spMkLst>
            <pc:docMk/>
            <pc:sldMk cId="2104641596" sldId="629"/>
            <ac:spMk id="2" creationId="{00000000-0000-0000-0000-000000000000}"/>
          </ac:spMkLst>
        </pc:spChg>
        <pc:spChg chg="add mod">
          <ac:chgData name="Deepika Vatsa" userId="f7100972-27fe-4ee6-8fb4-ec9b7931b409" providerId="ADAL" clId="{BB4633DC-CD22-4EC8-A2AF-EB7AB12F3135}" dt="2025-08-04T08:58:13.543" v="2404" actId="14100"/>
          <ac:spMkLst>
            <pc:docMk/>
            <pc:sldMk cId="2104641596" sldId="629"/>
            <ac:spMk id="6" creationId="{39762623-BB1D-1AE3-A6C9-348587A737FE}"/>
          </ac:spMkLst>
        </pc:spChg>
        <pc:picChg chg="del">
          <ac:chgData name="Deepika Vatsa" userId="f7100972-27fe-4ee6-8fb4-ec9b7931b409" providerId="ADAL" clId="{BB4633DC-CD22-4EC8-A2AF-EB7AB12F3135}" dt="2025-08-04T08:50:05.604" v="2339" actId="478"/>
          <ac:picMkLst>
            <pc:docMk/>
            <pc:sldMk cId="2104641596" sldId="629"/>
            <ac:picMk id="5" creationId="{0F43D512-8C81-AC89-3A5E-1A225B72950B}"/>
          </ac:picMkLst>
        </pc:pic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04T09:13:26.924"/>
    </inkml:context>
    <inkml:brush xml:id="br0">
      <inkml:brushProperty name="width" value="0.05292" units="cm"/>
      <inkml:brushProperty name="height" value="0.05292" units="cm"/>
      <inkml:brushProperty name="color" value="#FF0000"/>
    </inkml:brush>
  </inkml:definitions>
  <inkml:trace contextRef="#ctx0" brushRef="#br0">25978 657 656 0,'0'0'401'0,"0"0"-290"0,0 0 43 0,0 0-39 0,0 0-59 16,0 0-52-16,0 0-4 16,0 16 2-16,7 26 15 15,6 2-3-15,-4 4-4 16,17-3-3-16,3-9-7 15,0-4 0-15,19-10 0 0,-13-4-2 16,7-11 2-16,3-5 1 16,-4-2 1-16,-6 0 0 15,1-21 5-15,2-9 0 16,-2-6-1-16,-8-2-6 16,-12 1 6-16,-12-4-3 15,-4-1 0-15,0 6 0 16,0 4 0-16,-4 9 1 15,-8 9 10-15,2 7 12 16,0 7-3-16,7 0-7 16,-3 3-16-16,6 31-6 15,0 17 2-15,0 27 4 16,0 15 5-16,0 23-3 16,6 11 2-16,13 8-3 0,1 1-1 15,-1-15-1-15,-10-10 1 16,11-14 0-16,-20-20 0 15,0-14 0-15,0-20 2 16,0-20-2-16,0-14 1 16,0-9 3-16,-29-6 10 15,-26-32 8-15,-22-20-17 16,13-16-2-16,7-10-1 16,18 1-2-16,23 3 0 15,6 11 2-15,10 1-1 16,0 7-1-16,36 4 0 0,18 1 0 15,14 9-4 1,15 3-16-16,3 7-52 0,27 5-91 16,-11 5-100-16,-6 6-158 15</inkml:trace>
  <inkml:trace contextRef="#ctx0" brushRef="#br0" timeOffset="189.68">27194 915 347 0,'0'0'695'0,"0"0"-573"0,0 0-38 0,0 0-42 0,0 0-32 0,0 0-9 16,179-26-1-16,-118 23-7 16,-10 3-21-16,-12 0-75 15,-33 3-136-15,-6 29-132 16</inkml:trace>
  <inkml:trace contextRef="#ctx0" brushRef="#br0" timeOffset="305.64">27229 1177 257 0,'0'0'425'0,"0"0"-289"0,0 0 7 15,0 0-32-15,0 0-34 16,0 0 15-16,112 38-41 16,-35-53-41-16,10-5-10 15,12 4-4-15,10-2-40 16,-16-3-282-16</inkml:trace>
  <inkml:trace contextRef="#ctx0" brushRef="#br0" timeOffset="1139.14">28114 1041 723 0,'0'0'328'0,"0"0"-166"0,0 0-37 16,0 0-44-16,0 0-48 0,0 0-14 15,102-120 5-15,-54 117-5 0,-3 3-9 16,-3 0-4 0,3 7 2-16,0 19 6 0,-7 2 2 15,-6 11-6-15,-22 0-3 16,-1-1-6-16,-9-2 8 16,0-9-7-16,0-5 2 15,0-10-1-15,0-9-1 16,0-3 6-16,0 0 18 15,-9-25 41-15,9-8-48 16,0-13-10-16,0 0 4 16,0 2-8-16,35 6-5 15,4 11-2-15,-1 11 1 16,1 9-2-16,2 7 1 16,1 0 2-16,-4 7-4 0,7 13 3 15,-6 4 1-15,-4-1-1 16,-6-2-2-16,-10-1 1 15,-9-8 3-15,6-7-1 16,-7 2 0-16,-2-7-1 16,-4 0 1-16,0-4 5 15,16-19 8-15,4-8-13 16,-1 0 0-16,7 5 0 16,0 10 2-16,-10 8-2 15,0 1-3-15,-9 7 2 16,6 0-3-16,13 0 4 15,0 4-6-15,9 14 3 0,4 6 1 16,-16 6 1 0,-1 2 0-16,-5 2-11 0,2 1-55 15,-6-4-76-15,3-7-79 16,7-9-89-16</inkml:trace>
  <inkml:trace contextRef="#ctx0" brushRef="#br0" timeOffset="1655.84">29730 1011 1181 0,'0'0'138'0,"0"0"24"0,0 0-78 0,0 0-50 16,0 0-27-16,0 0-2 15,246-98 0-15,-207 98-3 16,-13 23-1-16,-10 8-1 16,-16 5 0-16,0 5 0 15,0-2-2-15,0-11-3 16,0-8-13-16,0-13-3 16,0-7-4-16,0 0 25 15,0-4 4-15,0-20 8 16,0-14-12-16,0 3 1 15,0-6 1-15,25 8 3 0,1 2-2 16,-4 5 1-16,-6 9 9 16,-9 11 14-16,-7 6-6 15,0 0-8-15,0 3-13 16,0 21 5-16,0 13-5 16,0 6 7-16,0 4 0 15,0-4-1-15,3-1-2 16,16-3-3-16,7-9 0 15,3-6-1-15,0-8 1 16,19-5-1-16,0-7-2 16,9-4 0-16,4 0 0 15,-3 0-15-15,16-10-28 16,-10-11-87-16,-6-2-167 16,-10 1-206-16</inkml:trace>
  <inkml:trace contextRef="#ctx0" brushRef="#br0" timeOffset="1855.02">30682 987 1048 0,'0'0'199'0,"0"0"12"0,0 0-103 0,0 0-66 16,0 0-20-16,0 0-4 15,166-30-9-15,-98 21-5 0,-10-2-3 16,6 6-1-1,-10-3-16-15,-6 4-86 16,-19-1-179-16,-10-1-142 0</inkml:trace>
  <inkml:trace contextRef="#ctx0" brushRef="#br0" timeOffset="2072.66">30974 831 943 0,'0'0'213'16,"0"0"-12"-16,0 0 21 15,0 0-123-15,0 0-51 16,0 0-27-16,-29-7-11 16,29 26-9-16,0 9 3 15,0 10 4-15,0 5 0 16,0 8-3-16,0-1-5 0,-7-1 0 16,-2-3-18-16,9-14-35 15,0-1-20-15,0-18-145 16,0-13-108-16,6 0-127 15</inkml:trace>
  <inkml:trace contextRef="#ctx0" brushRef="#br0" timeOffset="2358.9">31942 798 1024 0,'0'0'259'0,"0"0"-14"15,0 0-123-15,0 0-53 16,0 0-48-16,0 0-3 16,-64 6-7-16,16 21 0 15,12 8 1-15,-9 0-7 16,4 6-2-16,21-4-3 16,11 2 0-16,9-5-3 15,0-9 0-15,22-7 0 16,14-3 2-16,21-9 1 15,-2-6-9-15,12 0-13 16,16 0-31-16,1-18-63 16,2-3-115-16,-12-3-161 15</inkml:trace>
  <inkml:trace contextRef="#ctx0" brushRef="#br0" timeOffset="24289.27">19611 492 785 0,'0'0'131'0,"0"0"-22"0,0 0-11 0,0 0 24 16,0 0-44-16,0 0-17 16,0 0 0-16,0 0-15 0,-10-47-22 15,7 47-1-15,3 0-13 16,-6 0-3-16,6 0-5 15,-3 0-2-15,3 0 0 16,0 0-3-16,0 0 1 16,0 10 1-16,0 10-4 15,0 7 5-15,0 7 3 16,12 6 5-16,-2 3 6 16,6 8-13-16,-6 3 1 15,-1 8 1-15,4 3 5 16,-13 4-8-16,7 5 1 0,2 3-1 15,1 2 4 1,-1-5-2-16,4 1-1 0,-10-5-1 16,7-2 2-16,3 0-2 15,-3-2 0-15,6-2 0 16,-7-3 1-16,4-4-1 16,-7-6 0-16,14-5-1 15,-11-3 1-15,11-5 0 16,-11 2 3-16,1 2-3 15,3-3 0-15,-10 6 2 16,0-7-1-16,3 2 10 16,-2-1-11-16,5-8 2 15,-9-2 1-15,7-2 3 0,-4-5-3 16,-3 1-3 0,6-2 4-16,1-8-4 0,-4 1 2 15,0-5-2 1,-3-1 0-16,0-3 0 0,0 2 4 15,0 0-4-15,0 2 1 16,0-2-1-16,0 1 0 16,0-4 0-16,0-1-3 15,0-1 3-15,0-2 3 16,0 0-1-16,0 0-1 16,0 0 1-16,0 0-2 15,0 0 3-15,0 0 0 0,0 0-3 16,0 0 4-1,0 0 1-15,0 0 3 0,0 3 3 16,0-3-7 0,0 0 4-16,0 0-4 0,0 0-3 15,0 0-1-15,0 0 2 16,0 0-2-16,0 0 0 16,0 0-3-16,0 0 1 15,0 0 2-15,0 0-1 16,7 0 5-16,5 0-7 15,14 0 6-15,19 0-3 16,13 0 3-16,9-3 5 16,19-3-7-16,17 0 3 15,9-2-3-15,10-1 1 16,16 2-2-16,6 1-3 16,13-3 3-16,7 4 2 15,12-3-2-15,4-2 0 16,9 1 1-16,0-3 2 15,-3 1 1-15,-3 0-4 0,-20 2 0 16,-18 5 0-16,-11 1 4 16,-25 3-3-16,7-4-1 15,-4 1 1-15,0 3-1 16,-9-1 2-16,-17 1-1 16,7 0-1-16,-19 0 1 15,-7 0-1-15,-19 0 0 16,-12 0-1-16,-17 0 1 0,-3 0 0 15,-7 0 1-15,-5 0 2 16,-4 0-1-16,0 0 0 16,0 0 1-16,0 0-3 15,0 0-4-15,0 0 1 16,0 0-34-16,0 0-80 16,-48 1-214-16,3-1-350 15</inkml:trace>
  <inkml:trace contextRef="#ctx0" brushRef="#br0" timeOffset="25106.64">20458 1683 1004 0,'0'0'143'0,"0"0"-69"0,0 0 16 0,0 0-10 0,0 0-80 16,0 0-10-16,16 0-4 15,16 0-40-15,12 0-56 16,-5 0-183-16,-1 0-488 16</inkml:trace>
  <inkml:trace contextRef="#ctx0" brushRef="#br0" timeOffset="25258">20910 1965 812 0,'0'0'57'0,"0"0"89"15,0 0-10-15,0 0-63 16,0 0-41-16,0 0-32 16,38 27 0-16,-32-27-6 15,14 0-73-15,2 0-167 16,-9 0-296-16</inkml:trace>
  <inkml:trace contextRef="#ctx0" brushRef="#br0" timeOffset="25506.65">21801 1692 824 0,'0'0'162'16,"0"0"-39"-16,0 0-21 15,0 0-39-15,0 0-50 16,0 0-13-16,0 0 0 16,9 0-31-16,1-8-45 15,0-2-124-15,-10-7-310 16</inkml:trace>
  <inkml:trace contextRef="#ctx0" brushRef="#br0" timeOffset="25721.92">21432 1432 937 0,'0'0'92'0,"0"0"27"16,0 0-76-16,0 0-35 15,0 0-8-15,0 0-39 16,-45-31-113-16,36 23-246 0</inkml:trace>
  <inkml:trace contextRef="#ctx0" brushRef="#br0" timeOffset="25922.78">20672 1308 927 0,'0'0'133'16,"0"0"-35"-16,0 0-83 16,0 0-15-16,0 0-30 0,0 0-146 15,58-23-191-15</inkml:trace>
  <inkml:trace contextRef="#ctx0" brushRef="#br0" timeOffset="26139.52">22093 790 710 0,'0'0'275'15,"0"0"-172"-15,0 0-23 0,0 0-54 16,0 0-12-16,0 0-14 16,45-14-19-16,-26 14-76 15,0 0-231-15</inkml:trace>
  <inkml:trace contextRef="#ctx0" brushRef="#br0" timeOffset="26325.34">22772 915 820 0,'0'0'106'0,"0"0"8"0,0 0-32 16,0 0-24-1,0 0-41-15,0 0-17 0,84 0 0 16,-65 0-8-16,-9 0-107 15,-10 10-313-15</inkml:trace>
  <inkml:trace contextRef="#ctx0" brushRef="#br0" timeOffset="26523.51">22885 1385 665 0,'0'0'56'15,"0"0"82"-15,0 0-18 16,0 0-33-16,0 0-44 16,0 0-32-16,0 12-11 15,0-12-9-15,0 0-130 16,-29-7-332-16</inkml:trace>
  <inkml:trace contextRef="#ctx0" brushRef="#br0" timeOffset="26689.5">22359 1243 897 0,'0'0'143'0,"0"0"-10"0,0 0-72 16,0 0-54-16,0 0-7 15,0 0-65-15,-20-43-143 16,46 22-401-16</inkml:trace>
  <inkml:trace contextRef="#ctx0" brushRef="#br0" timeOffset="26873.05">23173 696 884 0,'0'0'18'16,"0"0"-3"-16,0 0 3 16,0 0-18-16,0 0-125 15,0 0-585-15</inkml:trace>
  <inkml:trace contextRef="#ctx0" brushRef="#br0" timeOffset="27057.25">23523 563 792 0,'0'0'120'0,"0"0"-35"0,0 0-31 16,0 0-51-16,0 0-3 15,0 0-45-15,83-2-164 16,-70 17-59-16</inkml:trace>
  <inkml:trace contextRef="#ctx0" brushRef="#br0" timeOffset="27256.24">23946 960 666 0,'0'0'146'0,"0"0"5"0,0 0-41 15,0 0-23-15,0 0-50 16,0 0-21-16,80 27-8 16,-77-27-8-16,0 0-10 15,-3 0-105-15,0 0-236 16</inkml:trace>
  <inkml:trace contextRef="#ctx0" brushRef="#br0" timeOffset="27456.3">23946 960 716 0,'-209'135'189'16,"209"-135"-37"-16,0 0-27 0,0 0-36 15,0 0-64-15,0-12-19 16,0 0-6-16,13-3-71 15,13 0-107-15,-7-5-227 16</inkml:trace>
  <inkml:trace contextRef="#ctx0" brushRef="#br0" timeOffset="29888.69">18887 2358 233 0,'0'0'268'0,"0"0"-187"15,0 0-5-15,0 0-32 0,0 0 56 0,0 0-57 16,-39 26-11-16,29-22 8 15,-9-1 20-15,13 0 1 16,-7 3 4-16,-6 1-16 16,6 1 5-16,-13 0 0 15,7-1-26-15,0 1 12 16,3-3-1-16,6 3-12 16,4-6-7-16,6-1 5 15,0 2-9-15,0-3 3 16,0 0 0-16,0 0 5 0,0 0-3 15,0 0-6 1,0 0-3-16,16 0-6 0,41-15 9 16,36-12 9-16,10-4-1 15,19-12-8-15,13-2-2 16,22-1 1-16,22-10-8 16,17 1 3-16,3-2-5 15,9 0-4-15,-13 2-1 16,-15-3-2-16,6 7 3 15,-3-3 0-15,-4 2 0 16,7-2 0-16,19-4 4 16,4-4 2-16,6 2-5 15,3-3 4-15,9-5 4 0,4 1-6 16,0-2 4 0,-16-1-5-16,9 0 2 0,1 1-1 15,2 2-1 1,7 4 1-16,-19 4-1 0,-23 6-2 15,-25 1-4-15,-13 9 4 16,-3 0-1-16,-10 2 4 16,-10 5-3-16,-31 6 0 15,-23 8-2-15,-20 0 2 16,-9 12 0-16,-19 1 2 16,-10 5-1-16,-12 0 0 15,-7 4 2-15,0 0 2 16,10 0 2-16,-10 0-6 15,0 0 1-15,0 0 3 0,0 0-5 16,0 0-6-16,0 0 4 16,0 0-3-16,0 0-27 15,-10 5-69-15,-38 12-144 16,-26 0-265-16</inkml:trace>
  <inkml:trace contextRef="#ctx0" brushRef="#br0" timeOffset="34258.08">23917 2485 833 0,'0'0'121'0,"0"0"-15"0,0 0-8 0,0 0-46 16,0 0-18-16,0 0-19 15,237-70-7-15,-208 82 18 16,-13 15 7-16,-3 7-9 0,-13 1 23 15,0 0-28 1,0-12-13-16,0-3 1 0,0-5-7 16,0-11 1-16,0-4 1 15,0 0 3-15,0 0 10 16,0-7 4-16,6-14-9 16,4-6-7-16,9-2-1 15,0 0-2-15,-3-5-2 16,7 3 2-16,-7-4-4 15,-7 5 10-15,4 10-6 16,-3 4 1-16,-10 12 4 16,0 4 4-16,0 0 6 15,0 0 0-15,0 16-4 16,-23 11-11-16,4 12 8 0,3 0-2 16,16 5 3-16,0-3-3 15,0-3-4 1,26-6-1-16,16-8-2 0,9-6 1 15,0-9 0-15,4-3-4 16,2-6 4-16,1 0-1 16,-10 0 1-16,0-3-17 15,-12-6-72-15,-1-6-153 16,-13-6-309-16</inkml:trace>
  <inkml:trace contextRef="#ctx0" brushRef="#br0" timeOffset="35488.75">18547 624 835 0,'0'0'137'0,"0"0"-2"0,0 0 1 0,0 0-9 0,0 0-33 15,0 0-58-15,0-32-15 0,0 32-12 16,0 7-9-1,0 18 0-15,0 8 0 0,0-2 1 16,9 4 2-16,14-8-2 16,2-4-2-16,4-3 1 15,10-10-2-15,-14-1 0 16,1-8 2-16,-7-1 0 16,4 0 0-16,-7 0 1 15,3-1 2-15,-6-21 4 16,3 3-5-16,-7-6 4 15,-9 2-4-15,0 5 0 16,0 5 4-16,0 6-1 16,0 3 8-16,0 4 4 15,0 0 3-15,0 0-12 16,0 0-8-16,0 6-4 0,0 22-3 16,20 16 7-16,-4 17 3 15,6 12 0-15,-3 13 1 16,-3 7-1-16,-16 0-1 15,0-12 0-15,0-16 0 16,0-18 0-16,0-16-1 16,-16-15 0-16,7-9 5 15,-14-7 1-15,1 0 30 16,-20-15-13-16,-3-16-8 16,4-9-9-16,5-8-7 15,11 1 2-15,25 0-2 16,0 1-1-16,0 6-3 15,25-5-8-15,43 3-14 16,25 5-35-16,9-1-67 0,10 8-152 16,-6 6-351-1</inkml:trace>
  <inkml:trace contextRef="#ctx0" brushRef="#br0" timeOffset="37342.69">28925 1745 547 0,'0'0'384'0,"0"0"-261"0,0 0-2 0,0 0 30 0,0 0-46 15,0 0-58-15,-32-44-19 16,32 44-17-16,0 0 6 16,0 10-17-16,0 24 6 15,0 6 1-15,16 11 16 16,0 8-2-16,0 4 6 16,3-2-16-16,0-4-3 15,4-9 2-15,-10-13-8 16,-1-7-1-16,-5-9 1 0,2-7-1 15,-2-5-1 1,-4-6 1-16,-3-1 0 0,3 0 2 16,-3 0 7-16,0 0-4 15,0-8 2-15,0-20-2 16,0-10-5-16,-3-6-1 16,-16-8-2-16,3-6-1 15,3-2 6-15,-3-6-8 16,13 3 6-16,-4 7-1 15,-2 9 0-15,9 12 0 16,-10 12 1-16,7 10 1 16,0 11 1-16,-7 2-1 15,7 0-4-15,-16 5 0 16,-7 22-1-16,-16 14 1 16,-9 6 2-16,0-3 0 0,6-2-2 15,10-13 2-15,6-12 0 16,16-9 0-16,10-8-1 15,3 0 1-15,0 0 1 16,0-23-1-16,0-11-5 16,0-7-2-16,22 1 2 15,7 7 3-15,13 5 2 16,-17 9-7-16,11 9 6 16,-4 5 0-16,3 2-3 15,13 3-2-15,10 0 6 16,3 3-14-16,0 14-35 15,6 8-54-15,3 7-71 0,1-2-42 16,-1-2-206-16</inkml:trace>
  <inkml:trace contextRef="#ctx0" brushRef="#br0" timeOffset="38288.76">31794 1500 896 0,'0'0'121'0,"0"0"16"0,0 0 8 0,0 0-30 0,0 0-75 15,0 0-34-15,-29 6 2 16,29 24-8-16,0 13 16 15,0 11 30-15,0 7-18 16,7 6-7-16,-7 3-11 16,0-6 3-16,0-5-5 15,0-16-4-15,0-15 0 16,0-11-2-16,0-13 1 16,0-4-2-16,0 0 2 0,0 0 6 15,0 0 3-15,0-9 5 16,0-13-2-16,0-15-15 15,-16-6 0-15,3-7-1 16,3-8 1-16,-6-8 0 16,4 1-1-16,-14 4 1 15,10 10 0-15,6 12 1 16,-12 15-1-16,12 8 2 16,1 8-3-16,-1 4 4 15,0 4 3-15,4 0 1 0,-13 0-7 16,-10 3-4-1,6 22 2-15,-12 4-1 0,0 2-2 16,-4-1 5-16,23-11 0 16,7-5-5-16,5-10 2 15,4-4-6-15,0 0 7 16,0 0 1-16,0-15-2 16,29-15-5-16,26-2 8 15,3-3 1-15,-1 8-1 16,-12 7 0-16,-3 5 0 15,-17 10-1-15,4 2-1 16,3 3 1-16,4 0-3 16,9 8 2-16,-1 14-1 15,5 5 3-15,-1 0-1 16,13 4-5-16,-10 4-13 16,3-3-109-16,-15 0-157 0,2-10-241 15</inkml:trace>
  <inkml:trace contextRef="#ctx0" brushRef="#br0" timeOffset="50789.29">28672 460 786 0,'0'0'108'0,"0"0"17"0,0 0-4 0,0 0-3 0,0 0-69 16,0 0 3-16,0 0 8 15,0 0-24-15,-58-69-8 16,58 69-13-16,0 0-5 15,0 0-7-15,0 0-3 16,0 0-3-16,0 11-2 16,0 15 5-16,16 5 3 15,3 8 2-15,4-1 9 16,-17 1-14-16,4-7 0 16,-10 0 1-16,0-6 1 15,0-8-1-15,0-8-1 16,0-6 0-16,0-4 1 15,0 0 5-15,0 0 3 0,0 0-2 16,-26 0-5 0,3-9 2-16,-2-3-4 0,6 2 3 15,6 4-1-15,-3 3 1 16,13 3-2-16,-4 0 4 16,7 0-1-16,0 0-4 15,0 0-4-15,0 0-4 16,0 13 4-16,0 4 4 15,0-4-3-15,16-1 5 16,-3-4-7-16,6-4 1 16,-9-1 4-16,6-3 0 15,3 0 0-15,4 0 0 0,9 0 0 16,9-8-2-16,-2-6-51 16,6-3-133-16,-7-1-110 15</inkml:trace>
  <inkml:trace contextRef="#ctx0" brushRef="#br0" timeOffset="51955.54">31983 310 674 0,'0'0'170'0,"0"0"-42"0,0 0-10 0,0 0 0 0,0 0-48 16,0 0-41-16,-48-39-6 16,48 39 0-16,0 0-23 15,0 15-9-15,0 15 9 16,0 14 14-16,4 2 6 16,-4 7-2-16,0 2-7 15,0-4-1-15,0-5-10 16,0-12 0-16,0-14 3 0,0-7-3 15,0-8 0-15,0-3 0 16,0-2 0-16,0 0 13 16,0 0 6-16,-4-4 1 15,-25-16-16-15,7 4-4 16,-4-3 0-16,-2 4 4 16,8 1 0-16,11 5 1 15,5 5 12-15,1 0-9 16,3 4 8-16,0 0-12 15,0 0-4-15,0 0-9 16,0 0-2-16,0 14 8 16,7 3 0-16,12-2 3 15,3-7 0-15,-6 0-4 0,10-5 2 16,-4-3 1-16,11 0 0 16,-1 0 0-16,12-11 1 15,-2-5 0-15,6-8-7 16,-3 2-50-16,0-1-93 15,-13 3-84-15,-13 2-230 16</inkml:trace>
  <inkml:trace contextRef="#ctx0" brushRef="#br0" timeOffset="63822.92">20666 1389 548 0,'0'0'119'0,"0"0"15"0,0 0-53 0,0 0 0 0,0 0-24 15,0 0-32-15,0 0 10 16,0 12-10-16,0-10-24 16,0-2-2-16,0 0 2 15,0 2-2-15,0 6-37 16,0-1-104-16,0 1-152 15</inkml:trace>
  <inkml:trace contextRef="#ctx0" brushRef="#br0" timeOffset="63972.83">20666 1389 323 0,'35'135'186'0,"-35"-135"-92"15,0 3-48-15,0-2-37 16,0 4-4-16,7-1 2 15,-1 7-7-15,0-5-19 16,1 4-154-16</inkml:trace>
  <inkml:trace contextRef="#ctx0" brushRef="#br0" timeOffset="64139.13">20807 1730 356 0,'0'0'151'0,"0"0"-96"0,0 0-15 16,0 0-17-16,0 0-21 16,0 0-2-16,6 46-12 15,4-37-30-15,-10 3-110 16,0 0-244-16</inkml:trace>
  <inkml:trace contextRef="#ctx0" brushRef="#br0" timeOffset="64359.11">20833 1935 275 0,'0'0'84'0,"0"0"10"0,0 0 5 16,0 0-48-16,0 0-8 15,0 0-18-15,0 48-6 16,6-39 1-16,-6-3 8 16,3 4-28-16,4-3-1 15,-1 2-6-15,-3-2-6 16,0-1-5-16,4 6 4 15,-7-2-25-15,0 4 0 16,0 3-7-16,0 1-37 16,0-2-46-16,3-5-185 15</inkml:trace>
  <inkml:trace contextRef="#ctx0" brushRef="#br0" timeOffset="64555.46">20881 2171 175 0,'0'0'131'0,"0"0"36"16,0 0-59-16,0 0-26 15,0 0-37-15,0 0 10 16,9 79-15-16,-9-73-38 15,0 2 11-15,7-3-7 16,-1 3-6-16,-3-3 0 16,1 0 0-16,5 3 0 15,-2-2-4-15,-7 3 4 16,3 3-23-16,3-1-51 16,-6 2-20-16,0 1-112 15,0 2 39-15</inkml:trace>
  <inkml:trace contextRef="#ctx0" brushRef="#br0" timeOffset="64757.54">20935 2442 328 0,'0'0'154'0,"0"0"-42"0,0 0-56 16,0 0 0-16,0 0 24 15,0 0-53-15,0 58 14 16,0-51-21-16,0 0 19 16,0-4-10-16,0 3-2 15,13-5-6-15,-13-1 13 16,0 3-6-16,0-3-26 15,0 4 4-15,0-4-4 16,0 1-2-16,0-1-1 16,6 0-26-16,-6 0-61 15,0 0-31-15,10 0-38 16,0 0-91-16</inkml:trace>
  <inkml:trace contextRef="#ctx0" brushRef="#br0" timeOffset="64889.34">20935 2442 350 0,'45'90'225'0,"-45"-90"-79"15,0 0 11-15,0 0-44 16,0 0-17-16,0-1-41 16,0-6-41-16,0 6-14 15,0-8-7-15,0 0-121 16,0-6-338-16</inkml:trace>
  <inkml:trace contextRef="#ctx0" brushRef="#br0" timeOffset="65938.64">20794 2685 704 0,'0'0'231'0,"0"0"-61"0,0 0-40 0,0 0-30 0,0 0-30 0,0 0-35 16,-19 0-7-16,19 0-9 16,0-6-15-16,10-3-3 15,18 3-1-15,-2 5-3 16,-4 1-2-16,7 0 5 16,7 0-2-16,-8 13-3 15,-8 8 3-15,-4 0 0 16,-10 0-5-16,-6-3 3 15,0-6 1-15,0-6-2 0,0-6 4 16,3 0-1 0,1 0 2-16,-4 0 5 0,9-4-5 15,1-19 5-15,-4 0-6 16,10-1 1-16,-13-1-6 16,10 7 2-16,-6 7-6 15,-7 7 10-15,0 1 1 16,0 3-1-16,0 0 0 15,0 4-8-15,0 16 0 16,0 13 8-16,0-2 0 16,3-2 0-16,23-2-4 15,2-5 3-15,11-7 0 16,-1-7-6-16,7-5 7 16,3-3-4-16,0 0 2 0,-3 0-21 15,0-4-58-15,-6-13-69 16,-10-4-137-16</inkml:trace>
  <inkml:trace contextRef="#ctx0" brushRef="#br0" timeOffset="67122.78">20653 1315 554 0,'0'0'190'0,"0"0"-65"0,0 0-65 0,0 0 29 16,0 0-39-16,0 0-13 15,0 0-6-15,0 5-6 0,0-5-8 16,0 0-10-16,0 2-7 15,0-2-2-15,0 0-3 16,0 1-12-16,0 3-76 16,-10 1-68-16,-9 2 9 15,-6 1-112-15</inkml:trace>
  <inkml:trace contextRef="#ctx0" brushRef="#br0" timeOffset="67305.7">20223 1410 378 0,'0'0'184'16,"0"0"-90"-16,0 0 26 16,0 0-41-16,0 0-16 0,0 0-32 15,-115 3-21-15,96-3-10 16,0 0 0-16,6 0-30 16,-10 0-73-16,10 0-70 15,-12 0-65-15</inkml:trace>
  <inkml:trace contextRef="#ctx0" brushRef="#br0" timeOffset="67456.14">19816 1430 400 0,'0'0'125'0,"0"0"-32"16,0 0-41-16,0 0 10 16,0 0-30-16,0 0-10 15,-83 12-22-15,77-12 0 16,-11 1-30-16,1-1-92 15,-3 1-187-15</inkml:trace>
  <inkml:trace contextRef="#ctx0" brushRef="#br0" timeOffset="67605.94">19816 1430 429 0,'-266'40'207'0,"260"-40"-94"16,6 0-31-16,0 0-12 15,0 0-36-15,0 0-32 16,0 0-2-16,0 0 0 0,0 0-72 16,-10 0-239-16</inkml:trace>
  <inkml:trace contextRef="#ctx0" brushRef="#br0" timeOffset="68205.58">19034 1544 689 0,'0'0'161'0,"0"0"-33"0,0 0-39 16,0 0-29-16,0 0-51 16,0 0-9-16,-16 4-10 15,16 15 10-15,0 1 2 16,0 1-1-16,10-3-2 16,-1-4 2-16,7-6 0 15,-6-3 0-15,-10-2-1 16,9-3 0-16,1 0 0 15,9 0 2-15,-9-12 16 16,6-6-1-16,-3-2-17 16,-10 4 0-16,0 1 6 0,-3 7-6 15,0 1 1-15,0 7-2 16,0 0 1-16,0 0-3 16,3 3-1-16,7 18 1 15,-4-2 3-15,-6 8 1 16,0 5 1-16,0 0-1 15,0-1-2-15,0-3 1 16,-9-8 0-16,-4-8 7 16,-3-10-6-16,6-2 10 15,-12 0-10-15,9 0 6 0,3 0-2 16,-6 0 0 0,13-5-2-16,3-4-3 0,0 0 0 15,0-5-9-15,3 1-42 16,36-2-123-16,9-5-254 15</inkml:trace>
  <inkml:trace contextRef="#ctx0" brushRef="#br0" timeOffset="77338.84">19422 2001 226 0,'0'0'296'0,"0"0"-158"0,0 0-74 15,0 0-4-15,0 0-26 16,0 0-23-16,0 0 8 16,0 0-17-16,103 0-2 15,-62-8-7-15,-6 1 2 0,-2-1-3 16,-8 4 0-16,-9 0 7 16,13 0-4-16,-13 3 0 15,3-2 5-15,4-1 5 16,2 2-4-16,4-3-1 15,-9 5 23-15,5-1 15 16,-12 1 20-16,6 0-7 16,-12 0-13-16,2 0-18 15,11-3-10-15,8 0-6 16,17-3-3-16,3-3-1 0,0-3-28 16,20-1-44-1,-4 2-35-15,-3-1 4 16,-13 6 52-16,-16 1 36 15,6 1 9-15,-22 4 6 0,4-1 16 16,-7-3 0 0,-4 4 72-16,4 0-22 0,-7 0-1 15,14 0-25-15,-1 0-1 16,6 0-37-16,1-4 1 16,-3 4-3-16,12-6 4 15,3 3-3-15,4 0-1 16,0 1-28-16,9-2-16 15,3-1-83-15,4-5-43 16,3 2-114-16</inkml:trace>
  <inkml:trace contextRef="#ctx0" brushRef="#br0" timeOffset="77488.61">21342 1785 467 0,'0'0'168'0,"0"0"17"0,0 0-90 0,0 0-19 0,0 0-29 15,0 0-27-15,36 0-16 16,-36 0-2-16,0 0-2 16,0 0-104-16,-26 0-324 15</inkml:trace>
  <inkml:trace contextRef="#ctx0" brushRef="#br0" timeOffset="78257.95">19015 2001 178 0,'0'0'661'0,"0"0"-490"0,0 0-55 0,0 0-29 16,0 0-49-16,0 0-35 0,-26 12-2 16,26 7 0-1,13 4 4-15,3 0-2 0,0-3-3 16,0-5 2-16,-3-3-2 15,-4-5 2-15,1-4 0 16,3-3-2-16,-7 0-1 16,-6 0 1-16,16-5 2 15,-12-12 4-15,-4 2-5 16,0 0 1-16,0 5 4 16,0 6-2-16,0 4 7 15,0 0 15-15,0 0-4 16,0 0-22-16,0 2-7 15,0 21 4-15,19 8 3 16,-3 7 10-16,-3 2 8 16,6 4-7-16,-9-4 2 0,-4-4-8 15,-6-10 0-15,0-8 0 16,0-9 7-16,0-8 0 16,0-1 22-16,-26 0 29 15,-6 0-29-15,3-1-11 16,-6-13-9-16,16-2-13 15,9 0 1-15,4-4-2 16,6 2-4-16,0 0-2 16,0 1-32-16,0 3-54 15,16-3-39-15,16 2-81 16,-6-3-129-16</inkml:trace>
  <inkml:trace contextRef="#ctx0" brushRef="#br0" timeOffset="79039.19">18627 1814 813 0,'0'0'234'0,"0"0"-116"0,0 0-72 0,0 0-46 0,0 0 6 16,0 0-1-16,13 81 30 15,19-52 3-15,-16-2-6 16,3-4 1-16,-6-5-6 16,-10-5-12-16,0-3-5 15,-3-6-2-15,7-4-2 16,-7 0 5-16,0 0 5 16,0 0 32-16,0-2 35 15,-7-11-23-15,-22-10-46 0,-19-4-5 16,3-4-8-16,7-4 5 15,3 4-6 1,3 5 0-16,19 13 2 0,0 7 11 16,10 6 9-16,3 0-9 15,0 0-11-15,0 0-2 16,0 7-18-16,0 17 12 16,16 10 3-16,6 6 3 15,13 4 5-15,-6-1-5 16,-6-5 1-16,-4-7-1 15,-3-6 0-15,-6-13 0 16,-1-4 0-16,-9-5 0 16,10-3 0-16,-10 0 3 15,0 0 8-15,0-12 1 0,0-11-11 16,-10-7 2-16,-9-6 1 16,-7-1-3-16,4 4-1 15,3 0-6-15,3 11 6 16,6 5 0-16,4 11 1 15,6 4-1-15,0 2 0 16,0 0-10-16,0 0-10 16,0 20-1-16,0 7-11 15,25 7-14-15,1 3-64 16,3 3-52-16,-7-1-97 16,4 2-107-16</inkml:trace>
  <inkml:trace contextRef="#ctx0" brushRef="#br0" timeOffset="109388.3">11795 16414 984 0,'0'0'119'0,"0"0"-32"0,0 0-15 0,0 0-1 0,0 0-35 16,0 0-22-16,0 0-14 16,0 0 7-16,0 0-5 15,35 36 0-15,13-2 24 16,-3-3 3-16,3-3-9 16,-10-2-9-16,-2-10-1 0,-17-8-5 15,0-5-3-15,0-3 2 16,7 0 3-16,16-16-4 15,22-25 2-15,13-13-1 16,16-9-4-16,9-6-8 16,11 6-70-16,2-4-70 15,-6 8-56-15,-3 3-138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04T09:15:33.564"/>
    </inkml:context>
    <inkml:brush xml:id="br0">
      <inkml:brushProperty name="width" value="0.05292" units="cm"/>
      <inkml:brushProperty name="height" value="0.05292" units="cm"/>
      <inkml:brushProperty name="color" value="#FF0000"/>
    </inkml:brush>
  </inkml:definitions>
  <inkml:trace contextRef="#ctx0" brushRef="#br0">11028 5044 422 0,'0'0'235'0,"0"0"-114"0,0 0-27 0,0 0-10 0,0 0-21 15,0 0-7-15,0 0 24 0,-128 0-35 16,115 0 25-16,7 0 11 15,3 0-22-15,3 0-16 16,-7 0-10-16,4 0-1 16,3 0-3-16,0 0-17 15,0 0 2-15,0 0-1 16,0 0-7-16,0 0-4 16,0 0-2-16,0 0 1 15,0 0 0-15,32 0 0 16,29 0 5-16,10 0 10 15,22 0-4-15,0 0 6 16,12 0-13-16,-5-1-4 16,2-6 6-16,4-1-6 15,10 2 6-15,-7 0-7 0,6-1 3 16,-3 2 1-16,10 1-2 16,0 1 3-16,9-5-5 15,-6-3-2-15,7 1 2 16,-14 1 0-16,-9-3 2 15,-16 6-2-15,-9-3-3 16,-1 0 2-16,0 0 2 16,-2-3-3-16,-11 6 5 15,1 0-3-15,2 0 0 16,-5 0 1-16,-4-3-1 16,-10 2 0-16,-6 3-1 15,-12 3 2-15,-17 1-1 16,-6 0 0-16,-10 0 1 0,-3 0-2 15,0 0-1-15,0 0 1 16,0 0-18-16,0 0-32 16,-35 0-59-16,-20 9-106 15,7 5-114-15,10-4-420 16</inkml:trace>
  <inkml:trace contextRef="#ctx0" brushRef="#br0" timeOffset="18084.5">3699 6116 866 0,'0'0'136'0,"0"0"-58"0,0 0 8 0,0 0 5 0,0 0-37 16,0 0-37-16,0 0-14 15,0 0 6-15,-64 37 10 16,170-37 53-16,22 0-37 16,42-9-6-16,35-8-25 15,13-1-4-15,0 3 1 16,-22-2 1-16,-26 2-1 16,-39-1-1-16,-19 8 1 15,-25-2-1-15,-23 6 0 16,-25-2-5-16,-4 2-23 15,-16 4-72-15,0 0-74 16,-9-8-176-16</inkml:trace>
  <inkml:trace contextRef="#ctx0" brushRef="#br0" timeOffset="28415.61">27639 5691 795 0,'0'0'79'0,"0"0"-28"0,0 0 33 0,0 0 11 15,0 0-34-15,0 0-52 16,0 0-1-16,0 0 10 16,42-3 18-16,-10 17-6 15,-13-1 13-15,-6 5-5 16,6-2-16-16,-9-1 5 15,3-1-3-15,-4-5-13 16,7-5 2-16,-6 0-5 0,0-4-1 16,15 0 4-16,26-19 8 15,39-24 8-15,16-11-20 16,19-8-7-16,-6 4-2 16,-17 7-10-16,-15 3-44 15,-4 4-139-15,-15 4-106 16,-4-1-407-16</inkml:trace>
  <inkml:trace contextRef="#ctx0" brushRef="#br0" timeOffset="35866.26">9826 7939 862 0,'0'0'120'0,"0"0"-20"0,0 0 8 0,0 0-10 0,0 0-12 0,0 0-60 16,0 0-10-16,-58 0-13 16,145 0 4-16,51 0 24 15,45-4-8-15,31-19-18 16,20-2-4-16,20 4 15 16,-17 6-15-16,-22 2-1 15,-20 6 1-15,-41 4 0 16,-22 3-1-16,-39 0-6 15,-10 0 6-15,-32 0 0 16,-25 0-4-16,-7 0-1 16,-3 0-36-16,-16 0-65 0,0 0-43 15,-6 0-170-15</inkml:trace>
  <inkml:trace contextRef="#ctx0" brushRef="#br0" timeOffset="50048.95">24869 8002 623 0,'0'0'80'0,"0"0"76"0,0 0-31 0,0 0 0 0,0 0-40 16,0 0-23-16,0 0-25 0,0 0-3 16,-151 0 8-16,151 0-10 15,0 0-8-15,0 0-9 16,0 0 3-16,20 0-9 16,53 0 11-16,43 0 2 15,31 0-8-15,26-12-10 16,4-1-5-16,9-2 1 15,-4-1 0-15,-2-1 0 16,-13 5 3-16,-26 0-3 16,-19 3-2-16,-26 3 2 15,-32 3 7-15,-29 1-7 16,-22 2-6-16,-7 0 6 0,-6 0-2 16,0 0-17-16,0 0-30 15,-6 0-56-15,-36 7-87 16,-28 6-124-16</inkml:trace>
  <inkml:trace contextRef="#ctx0" brushRef="#br0" timeOffset="63118.13">2263 7769 929 0,'0'0'144'0,"0"0"-89"0,0 0-33 0,0 0 10 16,0 0 44-16,0 0-24 0,0 0-15 15,115 136 10-15,-89-120 1 16,-4-8-25-16,-9-8-14 15,19 0 1-15,16-6 10 16,13-39 0-16,32-18 0 16,3-12-20-16,17-3-50 15,2-1-92-15,-12 2-123 16,-20 0-306-16</inkml:trace>
  <inkml:trace contextRef="#ctx0" brushRef="#br0" timeOffset="78216.44">20409 9004 714 0,'0'0'268'0,"0"0"-212"0,0 0-13 0,0 0 30 0,0 0-30 16,0 0-41-16,0 0 1 15,0 0 26-15,29 12 29 0,19-24-26 16,16-15-20-1,7-4-11-15,6-9-1 0,19-5-13 16,7-1-128-16,-1 0-182 16</inkml:trace>
  <inkml:trace contextRef="#ctx0" brushRef="#br0" timeOffset="81667.6">20384 224 667 0,'0'0'141'0,"0"0"-7"0,0 0 2 0,0 0-30 0,0 0-13 16,0 0-35-16,0 0 18 15,6-74-16-15,-6 71-13 16,0 3 0-16,10 0-19 15,-10 0-3-15,0 0-11 16,0 0-9-16,0 0-5 16,9 0-10-16,14 18 2 15,9 6 8-15,10 3 0 16,-17 6 3-16,20 7 1 0,-16 6-2 16,-7 9 4-1,-6 3-1-15,-6 7-1 0,3-1-3 16,-13 8 4-16,0-9-3 15,0-2 4-15,0-3-3 16,0-1 0-16,0 0 4 16,0-6-7-16,0-6 6 15,0-9-6-15,0-2 0 16,0-8 2-16,0-6-2 16,0-9 4-16,0-2-3 15,0-6-1-15,0 2 0 16,6 1 0-16,20-2 2 0,-4-4 1 15,14 0 3 1,2 0-3-16,7 0 2 0,-3 0-3 16,3 0-2-16,-7 0 0 15,-3 0-1-15,10 0 1 16,-13-4-11-16,13-3-9 16,6-2-27-16,-6-1-32 15,10-5-76-15,3-1-74 16,-1-8-145-16</inkml:trace>
  <inkml:trace contextRef="#ctx0" brushRef="#br0" timeOffset="81933.03">21708 735 864 0,'0'0'311'0,"0"0"-130"0,0 0-57 0,0 0-68 0,0 0-40 0,0 0-14 16,93-42-2-16,-35 34-7 16,-4 1 6-16,-15 7-31 15,-1 0-71-15,-12 0-41 0,-13 0-91 16,-13 10-111-1,0 16-228-15</inkml:trace>
  <inkml:trace contextRef="#ctx0" brushRef="#br0" timeOffset="82065.7">21708 735 498 0,'93'166'188'0,"-93"-157"-21"0,0-6-1 16,0-3-64-16,0 0-33 16,48 0 43-16,6 0-57 15,4-7-40-15,10-2-10 16,-4 1-5-16,0 7-26 15,-16 1-147-15,-10 0-327 16</inkml:trace>
  <inkml:trace contextRef="#ctx0" brushRef="#br0" timeOffset="87818.52">16732 905 821 0,'0'0'117'0,"0"0"-9"16,0 0 1-16,0 0 17 0,0 0-52 0,0 0-52 0,0 0-4 15,-22-31-18-15,22 54 4 16,16 17 4-16,16 5 11 16,-3 8 6-16,3-5-4 15,-20-6-12-15,1-9-5 16,-6-7-1-16,-4-13 4 0,6-6-5 16,-5-7 3-16,-4 0-3 15,0 0 45-15,0-12 29 16,0-23-17-16,-26-20-57 15,-9-12-1-15,6-13 0 16,-3-4-1-16,0 6 1 16,9 9-1-16,11 14 0 15,-1 19 0-15,13 14-2 16,0 10 0-16,0 7 2 16,0 5-5-16,0 0-4 15,48 12-8-15,16 20 17 16,13 3 1-16,6 15-1 15,-9 0-5-15,-7-3 5 16,-9-1 3-16,-10-15-3 0,-13-8-3 16,-12-7 3-16,-1-12-3 15,-12-4 2-15,3 0 1 16,-4-7 4-16,11-21 4 16,5-11 0-16,-6-10-6 15,10 0 0-15,-9 5-1 16,-1 5-1-16,-10 10 0 15,4 11 1-15,-10 10 0 16,-3 8 0-16,10 0-1 16,3 0-15-16,22 26 4 15,10 6 7-15,-3 7 4 16,3 7 0-16,-1 6 0 16,-11 2 0-16,-5 3-4 0,-8-3-2 15,-4-7-48-15,3-9-86 16,7-11-72-16,-4-13-137 15,-6-14-268-15</inkml:trace>
  <inkml:trace contextRef="#ctx0" brushRef="#br0" timeOffset="88165.3">18120 642 754 0,'0'0'239'0,"0"0"-60"0,0 0-97 0,0 0-53 0,0 0 14 16,0 0-2-16,-211 153-8 16,201-114-27-16,10-7-2 15,0-5-4-15,10 0 0 16,35 0 0-16,9-2 0 16,1-3 0-16,5-2-1 15,-2 3 1-15,-13-4 0 16,3-4 0-16,-25 1 4 15,-17-5-1-15,-6 1-3 16,0 3 2-16,0-2 3 16,-3 1 12-16,-36 2-16 15,-6-5 9-15,-3 1-10 0,-6-6-33 16,15-1-46-16,11-5-47 16,12 0-49-16,12-7-134 15,4-15-165-15</inkml:trace>
  <inkml:trace contextRef="#ctx0" brushRef="#br0" timeOffset="88420.3">18367 843 466 0,'0'0'310'16,"0"0"-106"-16,0 0-78 16,0 0-75-16,0 0-36 15,0 0 38-15,71 66 8 16,-58-24-32-16,6 3-18 0,0-1-6 15,0-1-4 1,4-7 4-16,9-7-5 0,-10-9 1 16,7-8-1-16,6-4 9 15,13-8 2-15,7 0 14 16,-7-13 5-16,16-14-21 16,-13-7-9-16,1-3 0 15,-14-3-63-15,-9-3-100 16,-13 1-188-16</inkml:trace>
  <inkml:trace contextRef="#ctx0" brushRef="#br0" timeOffset="88599.49">18518 800 789 0,'0'0'243'0,"0"0"-83"0,0 0-73 15,0 0-47-15,0 0-39 16,0 0 7-16,83-95-8 15,-44 87-5-15,6 7-18 16,-10 1-83-16,-13 0-84 16,-19 19-102-16,-3 13-33 15</inkml:trace>
  <inkml:trace contextRef="#ctx0" brushRef="#br0" timeOffset="88733.01">18518 800 159 0,'167'106'255'16,"-180"-79"-60"-16,13-12-54 15,0-6-2-15,0-6-13 16,32-3-36-16,9 0-15 15,14 0-10-15,12-12-42 0,-3 1-21 16,20-2-2-16,-17 2-70 16,-3 3-265-16</inkml:trace>
  <inkml:trace contextRef="#ctx0" brushRef="#br0" timeOffset="89265.36">18543 1669 888 0,'0'0'274'15,"0"0"-104"-15,0 0-17 16,0 0-99-16,0 0-48 15,0 0-2-15,-278 77 2 0,262-43-4 16,3 0 0-16,13-3-1 16,0 1-1-16,38-2 0 15,1-2 3-15,15 2-2 16,1-3 2-16,-7 0-3 16,-10-4 0-16,-9-3 0 15,-10-1 0-15,-19-3 4 16,0-4 0-16,0 4 4 15,-38-2 3-15,-7-1 0 16,-13-2 1-16,-12-3-6 16,-1-4-1-16,13-4-5 15,4 0-5-15,25 0-17 16,10-3-43-16,19-14-75 0,0-6-89 16,19-4-215-16</inkml:trace>
  <inkml:trace contextRef="#ctx0" brushRef="#br0" timeOffset="89665.69">19143 1757 886 0,'0'0'245'0,"0"0"-45"15,0 0-38-15,0 0-57 0,0 0-72 16,0 0-23-1,-48 8-10-15,6 19 0 0,-6 8 0 16,3-1 2-16,7 0-2 16,25-3-4-16,13-1 4 15,0-5 2-15,0 2-2 16,0-4-1-16,32-3 0 16,13 0 1-16,3-1-6 15,0-1 6-15,-3-2 0 16,-13-1-1-16,-3-3 0 15,-23-1 1-15,-6-2-1 16,0-1 1-16,0 6 0 16,-6-1 2-16,-26 1-1 15,-7-5 0-15,-6-1 5 0,1-4-6 16,5-2-27-16,4-2-42 16,12 0-51-16,14 0-59 15,9-17-87-15,0-10-121 16</inkml:trace>
  <inkml:trace contextRef="#ctx0" brushRef="#br0" timeOffset="89932.51">19364 1926 277 0,'0'0'487'16,"0"0"-262"-16,0 0-74 16,0 0-62-16,0 0-59 15,0 0-19-15,19 52 25 16,-2-17-3-16,-5 1 5 0,4-2 17 15,-6 1-28-15,3-1-27 16,6-2 0-16,3-6 3 16,4-7 3-16,9-5-5 15,10-7 3-15,3-7 1 16,26 0 0-16,-13-9 3 16,10-14-8-16,-20-2-6 15,3-2-27-15,-9 0-56 16,-13-3-65-16,-22 3-154 15,-10 4-319-15</inkml:trace>
  <inkml:trace contextRef="#ctx0" brushRef="#br0" timeOffset="90117.23">19355 1897 651 0,'0'0'264'0,"0"0"-125"15,0 0-59-15,0 0-65 16,0 0-13-16,0 0 0 16,195-79-2-16,-153 79-52 15,-7 0-127-15,-25 1-176 16</inkml:trace>
  <inkml:trace contextRef="#ctx0" brushRef="#br0" timeOffset="90267.87">19550 2069 521 0,'0'9'234'0,"0"-5"-48"0,0-3-57 16,19 2-44-16,23-3 1 16,-7 0-35-16,23 0-36 15,-10 0-11-15,16-5-4 16,13-9-57-16,-13 2-256 16</inkml:trace>
  <inkml:trace contextRef="#ctx0" brushRef="#br0" timeOffset="91266.48">23721 606 822 0,'0'0'237'0,"0"0"-30"0,0 0-54 0,0 0-11 16,0 0-72-16,0 0-33 15,-57-53-20-15,57 58-17 16,0 25-13-16,0 8 10 15,19 12 3-15,6 9 0 16,-12 1 6-16,-6 3-6 16,-4-3-5-16,-3-6-38 15,0-12-56-15,6-3-56 16,-6-12-27-16,0-13-131 16,0-6-90-16</inkml:trace>
  <inkml:trace contextRef="#ctx0" brushRef="#br0" timeOffset="91466.11">23308 1195 611 0,'0'0'162'0,"0"0"45"16,0 0-6-16,0 0-41 15,0 0-49-15,0 0-72 16,99 0 21-16,-9-15-33 16,16 3-16-16,3 2-4 15,3 4-7-15,-3 0 2 16,-13 1-2-16,-19 5-19 15,-10 0-58-15,-12 0-66 16,-17 0-56-16,-9 2-196 16</inkml:trace>
  <inkml:trace contextRef="#ctx0" brushRef="#br0" timeOffset="92133.26">23757 1669 672 0,'0'0'302'0,"0"0"-92"0,0 0-74 0,0 0-42 0,0 0-32 0,0 0-12 15,-29-71-9-15,29 40-24 16,41 4-8-16,14 0-5 15,6 7 2-15,-10 6-3 16,4 8-3-16,-4 6 0 16,-6 0-4-16,13 1 0 15,-14 25-1-15,-5 1 2 0,-20 5 3 16,0 3 0-16,-12-3 0 16,-7-2 0-16,0-11 0 15,0-7 1-15,0-7-1 16,0-5 1-16,0 0 6 15,0 0 8-15,0-18 5 16,0-12-16-16,0-6-4 16,0 3 0-16,9 2-2 15,17 8-2-15,-4 8 6 16,1 5-2-16,-7 0 0 16,16 6 0-16,-6 4 0 15,9 0-3-15,-3 4 2 16,-6 20 0-16,12 6-3 15,-6 6 4-15,-16 5 0 16,0 2-1-16,-13-1 5 0,-3 2-8 16,0-10-22-1,0-5-45-15,10-7-43 0,-10-8-56 16,0-5-154-16,16-9-440 16</inkml:trace>
  <inkml:trace contextRef="#ctx0" brushRef="#br0" timeOffset="97216.1">26382 465 563 0,'0'0'204'0,"0"0"-66"0,0 0-1 0,0 0-26 0,0 0-35 15,0 0-27-15,0 0-7 16,0 0-3-16,0 0 6 16,0 0-26-16,-28 3-6 0,-37 12-10 15,-15 11-3 1,-29 8 0-16,-6 0-5 0,-7 7 11 16,-3-3-1-16,10-6 2 15,9-5 6-15,32-7 3 16,26-8 1-16,29-1-3 15,12-10-9-15,7-1-5 16,0 0 3-16,0 0-3 16,0 0 0-16,42 0-1 15,28 3 1-15,23-3 25 16,10 0-13-16,9 0-4 16,10 0-3-16,-6 0-5 15,-4 0 4-15,-29 0-3 16,-19 1-1-16,-22 7-7 15,-23 2 4-15,-16 4 2 0,-3 8-6 16,-22 8 4-16,-52 6-2 16,-16 6 5-16,-12 5 6 15,-10 2-6-15,-7-2 0 16,10-1-3-16,16-10 6 16,29-11-5-16,29-9 2 15,15-10 0-15,17-3 0 16,3-1-1-16,0-2-2 15,0 4 3-15,0 2 0 16,23 4-3-16,28-3 3 16,7 0 4-16,9-2 2 15,0-4-4-15,7 0 1 0,-7-1 1 16,-3 0-2 0,4 0-2-16,-14-2 9 0,-6-10-9 15,-3 2 2-15,-16 0-2 16,3 3-12-16,-6-3-17 15,-4 3-38-15,4 1-81 16,0-5-132-16,-7-5-384 16</inkml:trace>
  <inkml:trace contextRef="#ctx0" brushRef="#br0" timeOffset="98002.45">27335 800 969 0,'0'0'127'0,"0"0"16"15,0 0 20-15,0 0-36 0,0 0-73 16,0 0-54-16,0-29-1 16,0 34-8-16,0 19 0 15,22 7 9-15,10 4 1 16,-3-4-1-16,9 0 0 16,-2-4 0-16,-4-4 0 15,3-10-1-15,0-5 1 0,-12-8-3 16,12 0 3-1,-16 0 3-15,10-21 0 0,3-5 6 16,-16-1-9-16,0-4 1 16,3-1 3-16,-19 5-4 15,0 5 5-15,0 9 3 16,0 6 4-16,0 7 14 16,0 0 1-16,0 0-14 15,0 0-9-15,0 0-4 16,0 11-16-16,0 28 7 15,10 19 9-15,9 19 8 16,-9 17 3-16,0 11-2 16,-10 3-3-16,0-8 10 15,0-11-10-15,0-9 1 0,-26-17-1 16,-6-13 2 0,6-16-3-16,4-17-3 0,-4-13 15 15,-3-4-5-15,-16 0 13 16,-6-8-6-16,0-23-8 15,-7-12-4-15,23-10-7 16,3-1-1-16,22 0-5 16,10 3-13-16,0-3-31 15,29 2-31-15,38-2-92 16,23-2-187-16,-10 8-356 16</inkml:trace>
  <inkml:trace contextRef="#ctx0" brushRef="#br0" timeOffset="98198.94">28155 964 321 0,'0'0'735'0,"0"0"-624"0,0 0 61 16,0 0-7-16,0 0-89 0,0 0-31 0,148-16-3 15,-74 4-36-15,-7-3-6 16,0 4-3-16,4 6-63 15,-14-3-106-15,-8 4-86 16,-5-6-111-16</inkml:trace>
  <inkml:trace contextRef="#ctx0" brushRef="#br0" timeOffset="98716.05">28909 766 886 0,'0'0'240'0,"0"0"-79"16,0 0-29-16,0 0-57 15,0 0-54-15,0 0-16 16,0 37 3-16,0-13 13 16,3 5-17-16,10 3-4 15,6-5 0-15,7 0 6 16,-1-6-4-16,7-8-4 16,-3-2 3-16,0-8-4 15,6-3-10-15,13 0 11 16,-12-8-6-16,2-11-3 15,-3-7 7-15,-2-1 4 0,-11 0-7 16,-9 0 15-16,-10 2-2 16,-3 6 13-16,0 5 7 15,0 6 6-15,0 7-14 16,0 1 13-16,0 0-24 16,0 0-7-16,0 27-22 15,0 19 22-15,0 20 5 16,0 17 2-16,16 16 7 15,13 2 4-15,16-1 18 16,-13-6-18-16,-26-13-9 16,-6-13 7-16,0-16-4 15,0-20-11-15,0-17 13 0,-29-11-9 16,-25-4 22-16,-10 0-9 16,-23-14-6-16,1-16-5 15,12-2-7-15,0 1-5 16,7-9-18-16,12 3-25 15,7-4-36-15,23-6-46 16,15-6-109-16,10-7-224 16</inkml:trace>
  <inkml:trace contextRef="#ctx0" brushRef="#br0" timeOffset="99149.17">28896 459 843 0,'0'0'282'0,"0"0"-81"0,0 0-56 0,0 0-99 0,0 0-42 15,0 0-4-15,-32 13-11 16,29 10 11-16,-4 0 0 15,-2-5-4-15,2-8 4 16,7-3 4-16,0-7-4 16,0 0 0-16,0 0 3 0,0 0 7 15,0-8 2 1,0-15-8-16,0-1 1 0,7 1-5 16,12 3 0-16,3 6 20 15,-12 2-15-15,3 8 16 16,-13 4 9-16,0 0-14 15,6 0-16-15,13 0-7 16,7 11-1-16,16 8 5 16,-7 1 5-16,0 0-4 15,-6 3-32-15,0 2-58 16,0-3-81-16,3-3-155 16,3-9-392-16</inkml:trace>
  <inkml:trace contextRef="#ctx0" brushRef="#br0" timeOffset="99432.37">29790 453 1287 0,'0'0'182'0,"0"0"-52"0,0 0-33 0,0 0-59 16,0 0-38-16,0 0 10 16,81 42-9-16,-20 1 29 15,9 10-24-15,-9 2-5 0,-7 11 0 16,-15 3-1-16,-20 5-13 16,-12-1-32-1,-7 4-35-15,-20-7-52 16,-60-7-30-16,-26-10-100 0,-44-11-191 15</inkml:trace>
  <inkml:trace contextRef="#ctx0" brushRef="#br0" timeOffset="99933.03">26693 651 727 0,'0'0'281'0,"0"0"-24"0,0 0-60 0,0 0-61 0,0 0-69 0,0 0-27 15,0-36-28-15,0 43-12 16,0 20-5-16,0 17 4 16,0 21 1-16,0 11 2 15,10 10 7-15,19 2-8 16,16-12-1-16,3-12-1 16,29-21-2-16,13-12-6 15,19-17-28-15,22-14-16 16,36 0-57-16,22-21-87 15,16-21-224-15</inkml:trace>
  <inkml:trace contextRef="#ctx0" brushRef="#br0" timeOffset="100399.45">30586 289 576 0,'0'0'375'0,"0"0"-191"15,0 0-29-15,0 0-75 16,0 0-21-16,0 0-29 16,189-18 1-16,-148 18-1 15,-2 3-16-15,-13 14-13 16,-17 10 0-16,-9 10 5 16,0 4 16-16,-29 4-6 15,-16-3 11-15,7-3-10 16,9-11-3-16,10-6 1 0,16-10-15 15,3-5 4 1,0-6-3-16,0 1 3 0,22-2 5 16,33 0 9-16,22 0-17 15,6-18-1-15,3-5-4 16,7 4-74-16,-16-6-180 16,-6-2-498-16</inkml:trace>
  <inkml:trace contextRef="#ctx0" brushRef="#br0" timeOffset="107199.41">27783 2113 614 0,'0'0'159'0,"0"0"-29"0,0 0-19 16,0 0-7-16,0 0-25 15,0 0-21-15,0 0-7 0,0 0 6 16,-3-10 10-16,3 10-14 16,0 0-12-16,0 0 1 15,0 0-21-15,-6 0-11 16,-1 0-9-16,7 0 6 16,0 0-7-16,0 6-8 15,0 12 3-15,13 10 5 16,19 6 2-16,7 3-1 15,-14 6 0-15,4 1-1 16,-19 1 0-16,3-3 0 16,-4 0 1-16,-9-9-1 15,10-3 9-15,-10-4-9 16,0-11 0-16,0-3-5 16,0-7 7-16,0-5-2 15,0 0 0-15,0 0 4 0,0 0 4 16,0 0 16-16,0 0 12 15,0-9 1 1,0-9-26-16,0-4-11 16,-19-8 2-16,-1-6 3 0,11-8-5 15,-14 2-4-15,7-2 4 16,10 5-1-16,-16 1 2 16,12 3 0-16,0 4-1 15,-6 7 0-15,7 3-1 16,2 1 2-16,-6 13-1 15,4 1 0-15,9 3 0 16,-10 3-1-16,10 0-2 0,-3 0-1 16,-3 4-10-1,-7 15 3-15,0 9 7 0,-10 3 4 16,4-4 0-16,13-1 1 16,6-10 1-16,-10-4-2 15,10-4-3-15,0-5 3 16,0-3-1-16,0 0 1 15,0 0 2-15,0 0 5 16,0-8-2-16,0-11-5 16,16-4-1-16,23-2 1 15,-10 7-3-15,-4 2 1 16,-2 8 0-16,-4 2 2 16,-3 5-4-16,13 1-4 0,0 0-4 15,16 0-4 1,3 7-30-16,0 4-48 15,0 2-53-15,-3-1-82 0,9-6-178 16</inkml:trace>
  <inkml:trace contextRef="#ctx0" brushRef="#br0" timeOffset="108116.58">29505 2094 610 0,'0'0'226'0,"0"0"-50"0,0 0-36 0,0 0 13 0,0 0-59 0,0 0-37 0,0-38-16 15,0 38-26-15,0 0-15 16,0 11-8-16,0 19-4 16,3 9 11-16,17 12 1 15,-4-1 1-15,12 4 0 16,-8-4 0-16,2-2 1 0,-9-7-1 15,-3-10 2 1,-1-10-3-16,-9-13 0 16,3-2 0-16,7-5 1 0,-10-1 0 15,0 0 15-15,0 0 8 16,0-13 25-16,0-18-27 16,0-10-21-16,0-7 0 15,0-6-1-15,0-3 0 16,0 2 0-16,-13 1 0 15,4 7 0-15,-1 6-6 16,4 16 14-16,6 4-9 16,-4 15 1-16,1 3 0 15,0 3 11-15,-10 0-8 16,3 0-6-16,-6 3-9 16,-12 13 12-16,2 10 0 15,4-1 0-15,-4 2-3 16,3-4 0-16,7 0 3 0,4-10 0 15,12-8-2-15,0-4-1 16,0-1-3-16,0 0 2 16,0 0 6-16,0 0-2 15,0-4 0-15,0-11 3 16,12-4-3-16,14 3 0 16,-7 5-2-16,4 3-6 15,-4 4 6-15,-9 4-6 16,6 0 8-16,19 0-9 15,0 8 3-15,0 7 1 0,1 0-2 16,12 0-10 0,-3 1-48-16,-7-8-55 0,10 0-60 15,-9-7-127 1,-10-1-203-16</inkml:trace>
  <inkml:trace contextRef="#ctx0" brushRef="#br0" timeOffset="112969.8">20890 1730 792 0,'0'0'146'0,"0"0"-14"0,0 0-8 16,0 0-20-16,0 0-71 0,0 0-26 0,0 0 6 15,-29-19-13-15,29 45-8 16,0 10 8-16,20 9 26 16,2 9-10-16,1 8 9 15,5 1 1-15,-2 4 0 16,-3 1-18-16,2-7-6 16,-6-4-2-16,-6-12 2 15,3-10-2-15,-3-12 7 16,-6-8-8-16,-7-6 1 15,0-6-5-15,0-3 5 16,0 0 15-16,0 0-1 16,0-3 41-16,0-16 2 15,0-13-49-15,0-12 0 0,-20-12-8 16,4-4 0-16,3-9-5 16,-6-4 9-16,3-4-5 15,-6 7 1-15,6 9 0 16,-23 13 1-16,20 13-1 15,0 12 0-15,3 9 13 16,6 9-3-16,7 1 6 16,-4 4-4-16,4 0-12 15,-6 7-10-15,-1 24-10 16,-16 12 20-16,-2 7 2 16,5-3 0-16,1-10-2 15,-4-8 0-15,13-10 0 16,13-11 2-16,-3-5-4 0,3-3 5 15,0 0-1-15,0 0 14 16,0-26 0-16,0-10-12 16,0-9-4-16,10-2-2 15,12 1-1-15,10 10 2 16,-9 9-1-16,-14 12 0 16,4 12 1-16,3 3-6 15,10 0-9-15,22 16 10 16,9 11 3-16,20 7 2 15,7 1-1-15,2 3-5 16,7-2-56-16,0-5-108 16,-6-8-132-16,-1-9-597 0</inkml:trace>
  <inkml:trace contextRef="#ctx0" brushRef="#br0" timeOffset="115423.14">7313 5028 475 0,'0'0'221'0,"0"0"-83"0,0 0-9 0,0 0-28 16,0 0-13-16,0 0-31 16,0 0-5-16,0-60 4 15,0 54-12-15,0 0 1 16,0 6-7-16,0 0-13 15,0 0-25-15,0 0-3 16,0 18-9-16,41 5 11 16,-9 0 1-16,10-3 1 15,-16-6-1-15,-7-9 1 16,19-5 0-16,1 0 2 16,15-15 6-16,14-16-9 0,5-8-9 15,24-3-75 1,-4-8-149-16,-1-8-351 0</inkml:trace>
  <inkml:trace contextRef="#ctx0" brushRef="#br0" timeOffset="120706.93">25780 10782 785 0,'0'0'109'0,"0"0"28"0,0 0-23 0,0 0-2 15,0 0-58-15,0 0-30 16,0 0-7-16,0 0-2 15,28-23-10-15,-18 25 15 0,16 10 6 16,-13 1-4-16,9 2-9 16,-9-1 1-16,0-1-1 15,3-2-5-15,-3-5 0 16,3-6 0-16,6 0 3 16,20 0 9-16,6-18 8 15,16-16-17-15,6-4-8 16,4-6-3-16,10 2-4 15,-8 0-42-15,-2 8-75 16,-10 9-116-16,-22 2-362 16</inkml:trace>
  <inkml:trace contextRef="#ctx0" brushRef="#br0" timeOffset="124432.87">24952 12051 97 0,'0'0'775'0,"0"0"-775"0,0 0 0 0,0 0 58 0,0 0-3 15,0 0-10 1,0 0 6-16,68 58-7 0,-62-51-6 16,1-5 18-16,-4-2-17 15,6 0-6-15,14-2 14 16,15-22-5-16,17-17-14 16,9-2-26-16,3-3-2 15,-3-3-20-15,13 0-71 16,-3-3-170-16,-7 4-290 15</inkml:trace>
  <inkml:trace contextRef="#ctx0" brushRef="#br0" timeOffset="-160463.74">20948 375 568 0,'0'0'107'0,"0"0"-22"0,0 0 58 0,0 0-78 0,0 0-15 16,0 0 4-16,0 0 11 15,-141-94 8-15,128 84-8 16,-3-2-35-1,3 7-8-15,4-2 6 0,2 3 7 16,4 1-17-16,-3 3-4 16,6-1 4-16,0 1-6 15,0 0-9-15,0 0 2 16,0 0-4-16,0 0-1 16,0 0 0-16,0 0-6 15,0 10 2-15,0 15 1 0,0 2 3 16,0 11 0-1,6 7-3-15,13 7 3 0,1 4 1 16,2 5-1 0,4 4 0-16,-10 0 2 0,-4-2 3 15,8-6 3-15,-4-8-8 16,3-7 5-16,0-8-5 16,10-2 0-16,-3-2 3 15,-7-3-2-15,0 0-1 16,0-3 5-16,-9-1 0 15,3-3-1-15,-7-2 0 16,7-1 2-16,-6-5 3 16,2 0-7-16,-9-5 4 15,16 0-5-15,3-3-1 0,10 0 1 16,13-1 3 0,19-3 0-16,9 0 6 15,23 0-10-15,0-10 13 0,0-5-13 16,-6 3 1-16,-20 0-1 15,-12 3 1-15,-17-3-1 16,-12 8 1-16,-10-1 0 16,-13 5 2-16,-3 0-1 15,0-2 1-15,0 2-3 16,0-3 0-16,0 2-8 16,0-2-37-16,0 0-105 15,0-6-178-15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8:42.813"/>
    </inkml:context>
    <inkml:brush xml:id="br0">
      <inkml:brushProperty name="width" value="0.05" units="cm"/>
      <inkml:brushProperty name="height" value="0.05" units="cm"/>
    </inkml:brush>
  </inkml:definitions>
  <inkml:trace contextRef="#ctx0" brushRef="#br0">0 29 15127,'0'0'6387,"137"-28"-6387,-111 28 0,-2 0-64,-3 0-464,-5 0-1297,-3 0-1233</inkml:trace>
  <inkml:trace contextRef="#ctx0" brushRef="#br0" timeOffset="1">95 136 10165,'0'0'9396,"34"54"-8580,0-54-592,-2-7-112,2-5-112,1 3-704,-7-3-1633,-1 2-4226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8:52.463"/>
    </inkml:context>
    <inkml:brush xml:id="br0">
      <inkml:brushProperty name="width" value="0.05" units="cm"/>
      <inkml:brushProperty name="height" value="0.05" units="cm"/>
    </inkml:brush>
  </inkml:definitions>
  <inkml:trace contextRef="#ctx0" brushRef="#br0">43 90 9172,'0'0'13406,"-2"-18"-12608,2 8-824,-4-46 872,2 50-296,2 43-197,2 127 456,-7 202-470,3-332-317,-5 35-2926,-8-31-7074,7-26 5171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8:52.814"/>
    </inkml:context>
    <inkml:brush xml:id="br0">
      <inkml:brushProperty name="width" value="0.05" units="cm"/>
      <inkml:brushProperty name="height" value="0.05" units="cm"/>
    </inkml:brush>
  </inkml:definitions>
  <inkml:trace contextRef="#ctx0" brushRef="#br0">7 0 11509,'0'0'8228,"-7"3"-7518,24 0-348,0-1 1,-1 0 0,1-1-1,0-1 1,23-2-1,6 1-72,469 1-944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8:53.751"/>
    </inkml:context>
    <inkml:brush xml:id="br0">
      <inkml:brushProperty name="width" value="0.05" units="cm"/>
      <inkml:brushProperty name="height" value="0.05" units="cm"/>
    </inkml:brush>
  </inkml:definitions>
  <inkml:trace contextRef="#ctx0" brushRef="#br0">8 302 10517,'0'0'8206,"-1"-4"-7523,-1-4-262,1 0 0,-1-1 0,2 1 0,-1-1 0,1 1 0,0-1 0,0 1 0,1-1 0,1 1-1,2-11 1,-1 11-315,0 0 0,0 0 0,1 0 0,0 1 0,0 0 0,1 0-1,0 0 1,0 0 0,1 1 0,11-10 0,-9 8-72,1 1-1,0 1 1,0 0-1,1 0 1,0 0 0,0 1-1,0 1 1,0 0 0,1 0-1,0 1 1,-1 0 0,1 1-1,1 1 1,-1-1 0,0 2-1,0-1 1,20 3-1,-28-1-33,-1 0-1,1 1 1,0-1-1,-1 1 1,1-1-1,-1 1 1,1 0-1,-1 0 0,0 0 1,0 0-1,0 1 1,0-1-1,0 0 1,-1 1-1,1-1 0,-1 1 1,1 0-1,-1-1 1,0 1-1,0 0 1,0 0-1,0 0 0,0 5 1,2 6 23,-1 0-1,0 0 1,-1 22 0,-1 61 102,0-96 94,3-45 285,2 28-499,2-1-1,0 1 0,1 1 0,1 0 1,0 0-1,1 0 0,1 1 0,0 1 1,0 0-1,2 0 0,0 2 0,0-1 1,1 1-1,24-14 0,-37 24-5,1 0 0,0 0 0,0 0 0,0 0 0,0 0 0,0 1 0,0-1 0,0 0 0,0 1 0,0 0 0,1-1 0,-1 1 0,0 0 0,0 0 0,0 0 0,0 0 0,0 1 0,1-1 0,-1 1 0,0-1 0,0 1 0,0 0 0,0 0 0,0-1 0,0 1 0,-1 1 0,1-1 0,0 0 0,0 0 0,-1 1 0,1-1 0,-1 1 0,1-1 0,-1 1 0,1 0 0,-1 0 0,2 3 0,3 7-9,0 1 0,-1-1 0,0 2 0,5 25 0,-3-11 8,4 12-724,-7-24 1040,0 1 0,1-1-1,1 0 1,11 22-1,-14-34-544,-1 0 0,1 0 0,0 0 0,0-1 0,0 1 0,1-1 0,-1 0 0,7 5 0,-6-6-373,-1 0 0,1-1 0,0 1 1,-1-1-1,1 1 0,0-1 1,0 0-1,0 0 0,0-1 1,0 1-1,6-1 0,0 0-6271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8:57.595"/>
    </inkml:context>
    <inkml:brush xml:id="br0">
      <inkml:brushProperty name="width" value="0.05" units="cm"/>
      <inkml:brushProperty name="height" value="0.05" units="cm"/>
    </inkml:brush>
  </inkml:definitions>
  <inkml:trace contextRef="#ctx0" brushRef="#br0">843 18 11125,'0'0'7070,"5"-3"-6464,13-11-104,-33 15 355,-53 19 355,53-15-1364,-137 42 464,-240 84 219,391-130-530,-12 4 13,1 0 1,-1 1-1,-21 15 0,32-19-10,-1-1-1,1 1 1,0 0-1,-1 1 0,1-1 1,0 0-1,0 0 0,0 1 1,1 0-1,-1-1 0,1 1 1,-1 0-1,1-1 1,0 1-1,0 0 0,0 0 1,0 0-1,1 0 0,-1 0 1,1 0-1,0 0 0,0 0 1,0 4-1,1-6 2,-1 1 0,1-1-1,0 0 1,0 0 0,-1 0 0,1 0 0,0 0-1,0 0 1,0-1 0,0 1 0,0 0-1,0 0 1,0-1 0,0 1 0,1-1 0,-1 1-1,0-1 1,0 1 0,0-1 0,1 0-1,-1 1 1,3-1 0,37 6 61,-31-5-44,167 19 157,-97-13-145,-1 3-1,136 36 1,-207-44-43,-1 1 1,1 0 0,-1 0-1,1 1 1,-1 0-1,12 9 1,-17-12 6,-1 1 1,1-1-1,-1 0 1,0 1-1,1-1 1,-1 1-1,0 0 0,0-1 1,0 1-1,0 0 1,0 0-1,-1 0 1,1 0-1,0 0 1,-1 0-1,1-1 0,-1 1 1,0 0-1,0 0 1,0 0-1,0 0 1,0 0-1,0 0 1,0 0-1,-1 0 1,1 0-1,-1 0 0,0 0 1,1 0-1,-1 0 1,0 0-1,0-1 1,0 1-1,0 0 1,-2 1-1,-1 3-3,-1 0-1,0 0 1,-1-1-1,0 0 1,1 0 0,-2 0-1,-12 7 1,-56 27 16,44-24-8,-317 135-25,158-71 46,174-73-24,6-2-2,-1 0 0,1 1 1,0 0-1,0 1 1,0 0-1,1 0 1,-14 14-1,22-20 2,1 0 0,-1 1 0,1-1 0,-1 1-1,1-1 1,-1 1 0,1-1 0,-1 1 0,1 0 0,-1-1 0,1 1 0,0 0 0,0-1 0,-1 1-1,1 0 1,0-1 0,0 1 0,0 0 0,0-1 0,-1 1 0,1 0 0,0-1 0,0 1 0,1 0-1,-1 0 1,0-1 0,0 1 0,0 0 0,0-1 0,1 2 0,0-1 1,0 0 1,1 0-1,-1 0 1,0 0-1,0 0 1,1 0-1,-1-1 1,1 1-1,-1 0 1,1-1-1,-1 1 1,1-1-1,2 1 0,59 3 70,-55-4-58,338 3 80,129 4-111,-427 0-858,-47-7 765,-1 0 0,1 0 1,-1 1-1,1-1 0,-1 0 1,1 0-1,-1 1 0,1-1 0,-1 0 1,0 0-1,1 1 0,-1-1 1,1 1-1,-1-1 0,0 0 1,1 1-1,-1-1 0,0 1 1,0-1-1,1 1 0,-1-1 1,0 1-1,0-1 0,0 1 1,1-1-1,-1 1 0,0-1 1,0 1-1,-1 1-188,1-1 0,-1 1 0,0-1 0,0 0 1,1 0-1,-1 1 0,0-1 0,0 0 0,0 0 0,0 0 0,-1 0 0,1 0 1,0 0-1,0 0 0,-3 1 0,-22 12-3834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8:58.079"/>
    </inkml:context>
    <inkml:brush xml:id="br0">
      <inkml:brushProperty name="width" value="0.05" units="cm"/>
      <inkml:brushProperty name="height" value="0.05" units="cm"/>
    </inkml:brush>
  </inkml:definitions>
  <inkml:trace contextRef="#ctx0" brushRef="#br0">0 18 11397,'0'0'9389,"0"-1"-9293,1-1 0,-1 1 0,1 0 0,-1 0 1,1-1-1,-1 1 0,1 0 0,0 0 1,0 0-1,-1 0 0,1 0 0,0 0 1,2-1-1,0 7 76,0 1 1,-1 0-1,1 0 1,-1 0-1,0 0 0,-1 1 1,1-1-1,-1 0 1,-1 1-1,1-1 1,-1 10-1,1 0-27,-2 49 108,0-12-820,6-20-2702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8:58.517"/>
    </inkml:context>
    <inkml:brush xml:id="br0">
      <inkml:brushProperty name="width" value="0.05" units="cm"/>
      <inkml:brushProperty name="height" value="0.05" units="cm"/>
    </inkml:brush>
  </inkml:definitions>
  <inkml:trace contextRef="#ctx0" brushRef="#br0">56 71 11301,'0'0'7417,"-2"-4"-7300,-1 0-119,-5-5 226,5 26 387,4-16-588,0-1 0,-1 1 0,1 0 0,0 0 1,-1-1-1,1 1 0,0 0 0,0-1 0,0 1 1,0-1-1,0 1 0,0-1 0,-1 1 0,1-1 1,0 0-1,0 1 0,0-1 0,0 0 0,0 0 1,0 0-1,1 0 0,-1 0 0,0 0 0,0 0 0,1 0 1,39 0 503,-31-1-366,-8 1-109,0 1 1,0-1-1,0 0 1,0 0-1,0-1 1,0 1-1,0 0 1,0-1-1,0 1 1,0-1-1,0 1 1,0-1-1,-1 0 1,1 0-1,0 0 1,-1 0-1,1 0 1,0 0-1,-1-1 1,1 1-1,-1-1 1,0 1-1,1-1 1,-1 1-1,0-1 1,0 1-1,0-1 1,0 0-1,0 0 1,-1 0-1,1 1 1,0-1-1,-1 0 0,1 0 1,-1 0-1,0 0 1,0 0-1,0 0 1,0 0-1,0 0 1,0 0-1,0 0 1,0 0-1,-1 0 1,1 0-1,-1 0 1,0 1-1,-1-4 1,1 4-33,0 0 1,0 0-1,-1-1 1,1 1 0,0 0-1,-1 0 1,1 0-1,-1 1 1,1-1-1,-1 0 1,0 0-1,1 1 1,-1-1 0,0 1-1,1 0 1,-1-1-1,0 1 1,0 0-1,1 0 1,-1 0-1,-2 1 1,-40 1-134,40-1-17,1 0 0,0 0 1,0 1-1,0-1 0,0 1 1,0-1-1,0 1 0,1 0 1,-1 0-1,1 0 1,-1 1-1,1-1 0,-3 4 1,-16 22-3964,16-21 2216,-9 14-4732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2.088"/>
    </inkml:context>
    <inkml:brush xml:id="br0">
      <inkml:brushProperty name="width" value="0.05" units="cm"/>
      <inkml:brushProperty name="height" value="0.05" units="cm"/>
    </inkml:brush>
  </inkml:definitions>
  <inkml:trace contextRef="#ctx0" brushRef="#br0">54 53 10613,'0'0'8201,"0"-11"-7355,1 5-904,0-27 1112,-1 31-416,1 24-327,-4 24 370,-2 0 0,-11 50 0,-4 33-187,8 269-270,12-302-248,0-82-15,1-1 1,0 1 0,0-1-1,2 1 1,-1-1-1,2 0 1,0 1-1,10 20 1,-11-28-172,0-1 0,0 0 0,0 0 0,1 0 0,0 0 0,0-1 1,1 0-1,-1 0 0,7 5 0,-6-6-280,0 0 1,0-1 0,0 1 0,1-1-1,-1 0 1,1 0 0,-1-1-1,1 0 1,0 0 0,11 1-1,38-2-7191,-28-2 545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2.892"/>
    </inkml:context>
    <inkml:brush xml:id="br0">
      <inkml:brushProperty name="width" value="0.05" units="cm"/>
      <inkml:brushProperty name="height" value="0.05" units="cm"/>
    </inkml:brush>
  </inkml:definitions>
  <inkml:trace contextRef="#ctx0" brushRef="#br0">1 20 8580,'0'0'10885,"0"-6"-10645,2-8-130,-2 26 96,-1 52 254,0-5-342,1-56-117,0 0 1,0 1 0,1-1 0,-1 0-1,1 0 1,0 0 0,0 0-1,0 0 1,1 0 0,-1 0 0,1 0-1,-1 0 1,1-1 0,0 1 0,0 0-1,0-1 1,0 0 0,1 1-1,-1-1 1,1 0 0,-1 0 0,1-1-1,0 1 1,0 0 0,0-1-1,0 0 1,0 1 0,0-1 0,0-1-1,0 1 1,6 1 0,6 0 25,0 0 0,0-1 1,0-1-1,0 0 0,24-3 1,-32 1-25,0 0 1,0-1 0,0 0 0,0 0-1,-1 0 1,1-1 0,-1 0-1,0 0 1,0 0 0,-1-1 0,1 0-1,-1 0 1,0-1 0,0 1 0,4-8-1,-3 5 54,1-1 0,-2 0 0,1 0 0,-1-1 0,-1 1 0,1-1 0,-2 0 0,1 0 0,3-21 0,-7 23 2265,0 14-1060,-13 105-444,-17 279-31,-1 6-576,29-383-207,1-1-1,0-1 1,-1 1 0,-1-1 0,0 0-1,0 0 1,-1 0 0,-1 0 0,-5 10-1,9-20 9,0-1 0,0 1 0,0 0 0,0 0 0,0 0 1,0-1-1,-1 1 0,1 0 0,0-1 0,0 0 0,-1 1 0,1-1 0,0 1 0,-1-1 0,1 0 0,0 0 0,-1 0 0,1 0 0,0 0 0,-1 0 0,1 0 0,0 0 0,-1-1 0,1 1 0,0-1 0,0 1 0,-1-1 0,1 1 0,0-1 0,0 1 0,0-1 0,0 0 0,-1 0 0,0-1 0,-36-31 120,29 21-127,-1 0 1,2 0-1,0-1 1,0-1-1,1 1 1,1-1-1,0 0 0,1-1 1,0 1-1,2-1 1,-1 0-1,2 0 1,0 0-1,1-1 1,0 1-1,2-16 1,-1 25-24,1-1 0,0 1 0,0-1 0,0 1-1,1-1 1,-1 1 0,2 0 0,-1 0 0,1 0 0,0 0 0,0 0 0,7-9 0,-2 5 79,1 1 1,-1-1-1,2 2 1,-1-1 0,2 1-1,10-7 1,4 0-600,46-22-1,21 0-4220,-60 26 1483,4-2-4336,-17 6 932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3.276"/>
    </inkml:context>
    <inkml:brush xml:id="br0">
      <inkml:brushProperty name="width" value="0.05" units="cm"/>
      <inkml:brushProperty name="height" value="0.05" units="cm"/>
    </inkml:brush>
  </inkml:definitions>
  <inkml:trace contextRef="#ctx0" brushRef="#br0">0 1 11221,'0'0'9842,"0"78"-6256,0 57-2950,0-76-5570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3.621"/>
    </inkml:context>
    <inkml:brush xml:id="br0">
      <inkml:brushProperty name="width" value="0.05" units="cm"/>
      <inkml:brushProperty name="height" value="0.05" units="cm"/>
    </inkml:brush>
  </inkml:definitions>
  <inkml:trace contextRef="#ctx0" brushRef="#br0">50 99 10869,'0'0'6611,"3"-24"-3249,8-16-818,-11 39-2481,1 0-1,-1 0 1,0 0-1,1 0 1,-1 0-1,0-1 1,0 1-1,0 0 1,0 0-1,0 0 0,0 0 1,0 0-1,0 0 1,0 0-1,-1-1 1,1 1-1,0 0 1,-1 0-1,1 0 1,-1 0-1,1 0 0,-1 0 1,1 0-1,-1 1 1,0-1-1,1 0 1,-1 0-1,0 0 1,0 1-1,0-1 1,-1-1-1,0 2-116,0-1 0,-1 1 0,1 0 0,0-1 0,0 1 1,0 0-1,-1 1 0,1-1 0,0 0 0,0 1 0,0-1 0,0 1 0,0-1 0,-1 1 0,1 0 0,0 0 1,1 0-1,-1 0 0,-4 3 0,5-2-230,0 1 0,0-1 0,0 1 0,0-1 0,1 1 0,-1-1 0,0 1 0,1 0 0,0-1 0,0 1 0,0 0 0,0-1 0,0 1 0,0 0 0,1-1 0,-1 1 0,2 2 0,-1-2-152,0 0 0,0 0-1,0 0 1,0 0-1,1-1 1,-1 1 0,1-1-1,0 1 1,0-1-1,0 1 1,0-1 0,0 0-1,0 0 1,1 0-1,-1 0 1,1-1-1,-1 1 1,5 2 0,32 15-6178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3.994"/>
    </inkml:context>
    <inkml:brush xml:id="br0">
      <inkml:brushProperty name="width" value="0.05" units="cm"/>
      <inkml:brushProperty name="height" value="0.05" units="cm"/>
    </inkml:brush>
  </inkml:definitions>
  <inkml:trace contextRef="#ctx0" brushRef="#br0">4 7 16263,'0'0'8343,"-4"0"-7932,315 0 1240,-283-3-5679,-17 1 23,6 0-4369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4.719"/>
    </inkml:context>
    <inkml:brush xml:id="br0">
      <inkml:brushProperty name="width" value="0.05" units="cm"/>
      <inkml:brushProperty name="height" value="0.05" units="cm"/>
    </inkml:brush>
  </inkml:definitions>
  <inkml:trace contextRef="#ctx0" brushRef="#br0">33 32 10869,'0'0'12115,"0"-7"-11846,0-17-240,-1 49 21,0 61 122,0-61-152,0-17-18,1 0 1,0 0-1,0 0 1,1 1-1,0-1 0,5 15 1,-5-20-2,0-1 1,0 1-1,1-1 0,0 0 1,-1 1-1,1-1 0,0 0 1,0 0-1,0-1 0,0 1 1,0 0-1,0 0 1,1-1-1,-1 0 0,1 1 1,-1-1-1,1 0 0,-1 0 1,1 0-1,0-1 0,-1 1 1,1-1-1,0 1 0,0-1 1,3 0-1,0 1 3,1-1-1,-1 1 0,1-1 1,-1-1-1,1 1 0,-1-1 1,0 0-1,1-1 1,-1 1-1,0-1 0,0-1 1,0 1-1,0-1 1,0 0-1,8-6 0,-6 2 20,-1 0 0,0 0 0,0-1 0,-1 0 0,0 0 0,0-1-1,-1 0 1,0 0 0,5-13 0,-6 15 229,-1 0-1,-1 0 1,1-1 0,-1 1 0,0-1 0,-1 1-1,1-13 722,-2 35-851,-16 359 329,29 56 169,-11-363-581,0-45-21,-1-10-18,0 0-1,-1 0 0,-1-1 1,1 1-1,-5 19 0,4-29 8,0 1 0,1-1 0,-1 0-1,-1 1 1,1-1 0,0 0 0,0 0-1,-1 1 1,1-1 0,-1 0 0,0 0 0,0-1-1,0 1 1,0 0 0,0-1 0,0 1-1,0-1 1,0 0 0,-1 1 0,1-1-1,0 0 1,-1 0 0,1-1 0,-1 1 0,1-1-1,-1 1 1,1-1 0,-1 0 0,1 1-1,-6-2 1,-2 0 10,0 0 1,1-1-1,-1 0 0,1 0 0,-1-1 0,1-1 1,0 1-1,0-1 0,0-1 0,0 0 0,1 0 1,0-1-1,0 0 0,1 0 0,-1-1 1,1 0-1,1 0 0,-1-1 0,-5-9 0,6 9-17,0 0-1,1 0 1,0-1-1,0 0 1,1 0-1,0-1 1,1 1-1,0-1 1,1 1-1,0-1 0,0 0 1,1 0-1,0 0 1,1 0-1,0 0 1,0 0-1,1 0 1,1 0-1,3-13 1,-2 15-5,1-1 0,1 1 1,0 1-1,0-1 1,0 1-1,1 0 0,0 0 1,0 0-1,1 1 0,0 0 1,7-6-1,20-12-62,40-21-1,-52 32 29,76-39-2201,-27 27-7624,-42 15 2922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5.096"/>
    </inkml:context>
    <inkml:brush xml:id="br0">
      <inkml:brushProperty name="width" value="0.05" units="cm"/>
      <inkml:brushProperty name="height" value="0.05" units="cm"/>
    </inkml:brush>
  </inkml:definitions>
  <inkml:trace contextRef="#ctx0" brushRef="#br0">1 0 13558,'0'0'9485,"3"3"-8344,2 5-900,0-1 0,-1 1-1,0 0 1,0 0-1,0 0 1,-1 0-1,0 1 1,-1-1-1,2 12 1,8 86-307,-9-74-73,0-13-1885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5.439"/>
    </inkml:context>
    <inkml:brush xml:id="br0">
      <inkml:brushProperty name="width" value="0.05" units="cm"/>
      <inkml:brushProperty name="height" value="0.05" units="cm"/>
    </inkml:brush>
  </inkml:definitions>
  <inkml:trace contextRef="#ctx0" brushRef="#br0">3 24 5539,'0'0'13526,"1"26"-11069,0-26-2337,0 0 1,0 1-1,0-1 0,0 0 0,0 1 1,0-1-1,0 0 0,0 0 1,0 0-1,1 0 0,-1 0 1,0 0-1,0 0 0,0 0 1,0-1-1,0 1 0,0 0 1,0-1-1,0 1 0,0 0 1,0-1-1,0 1 0,0-1 1,0 0-1,0 1 0,-1-1 1,1 0-1,0 1 0,0-1 1,1-2-1,2-33 997,-4 32-1141,-2 3-641,-1 1-1,1 0 0,-1 1 0,1-1 1,-1 0-1,1 1 0,-1-1 0,1 1 1,-1 0-1,-3 1 0,-2 9-5806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6.024"/>
    </inkml:context>
    <inkml:brush xml:id="br0">
      <inkml:brushProperty name="width" value="0.05" units="cm"/>
      <inkml:brushProperty name="height" value="0.05" units="cm"/>
    </inkml:brush>
  </inkml:definitions>
  <inkml:trace contextRef="#ctx0" brushRef="#br0">177 23 12854,'0'0'7611,"-12"11"-7202,-89 97 1570,87-91-1556,9-11-329,1-1-1,-1 1 1,0-1-1,0-1 1,0 1-1,-1-1 1,-5 4-1,8-39 1420,3 23-1487,0-1 1,1 0-1,0 1 1,0-1-1,1 0 1,0 1-1,1 0 0,0-1 1,0 1-1,1 0 1,0 1-1,0-1 1,1 1-1,0 0 0,0 0 1,0 0-1,1 0 1,0 1-1,1 0 1,7-5-1,-13 10-25,0 1 0,0-1 0,1 1 0,-1-1 0,0 1 0,1-1 0,-1 1 1,0 0-1,1-1 0,-1 1 0,1 0 0,-1 0 0,0 0 0,1 0 0,-1 0 0,1 1 0,-1-1 0,0 0 0,1 1 0,-1-1 0,0 1 0,1-1 1,-1 1-1,0 0 0,0-1 0,1 1 0,-1 0 0,0 0 0,0 0 0,0 0 0,0 0 0,0 0 0,0 0 0,0 0 0,-1 0 0,1 0 1,0 1-1,-1-1 0,2 2 0,4 8 4,-1 1 0,0 0 0,5 19 0,-4-14-4,-5-12-13,4 8-598,0 0 0,0-1 0,1 1 0,10 13-1,-14-23 352,0 0 0,0-1-1,1 1 1,-1 0-1,1-1 1,0 1-1,0-1 1,0 0 0,0 0-1,0 0 1,0-1-1,0 1 1,1-1-1,-1 1 1,0-1 0,1 0-1,-1 0 1,1-1-1,0 1 1,6-1-1,11 0-6356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6.628"/>
    </inkml:context>
    <inkml:brush xml:id="br0">
      <inkml:brushProperty name="width" value="0.05" units="cm"/>
      <inkml:brushProperty name="height" value="0.05" units="cm"/>
    </inkml:brush>
  </inkml:definitions>
  <inkml:trace contextRef="#ctx0" brushRef="#br0">0 88 11781,'0'0'11648,"0"-14"-10340,0-59 1416,23 86-2460,5 19-171,0 0 1,-3 1 0,0 2 0,-3 1-1,-1 0 1,18 42 0,-11-19-50,-2 2 0,-3 1 0,-2 1 1,-3 1-1,-3 1 0,-3 0 0,-3 1 0,2 118 1,-12-164-76,-1 1 1,-1-1 0,-1 1 0,0-1 0,-2 0 0,0-1 0,-1 1 0,-1-1 0,-1-1 0,-21 34 0,5-16-859,-2-2 0,-1 0 0,-1-2 0,-38 31 0,16-21-3342,3-13-2703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09.806"/>
    </inkml:context>
    <inkml:brush xml:id="br0">
      <inkml:brushProperty name="width" value="0.05" units="cm"/>
      <inkml:brushProperty name="height" value="0.05" units="cm"/>
    </inkml:brush>
  </inkml:definitions>
  <inkml:trace contextRef="#ctx0" brushRef="#br0">32 41 10501,'0'0'9263,"18"-7"-8922,58-20 89,-73 26-373,0 0 0,0 0 0,0 0 0,0 0 1,1 1-1,-1-1 0,0 1 0,0 0 0,1 0 0,-1 0 0,0 0 1,0 1-1,1-1 0,-1 1 0,0 0 0,0 0 0,3 1 1,-4-1-30,-1 1-1,1-1 1,0 0 0,-1 1 0,0-1 0,1 1 0,-1 0 0,0-1 0,0 1 0,0 0 0,0 0 0,0 0 0,0-1 0,0 1 0,-1 0 0,1 0 0,-1 0 0,1 0 0,-1 4 0,0 1 28,0 1 0,0 0 0,-1-1 0,0 1 0,0-1 0,-1 1-1,0-1 1,0 0 0,-1 1 0,-7 12 0,-5 3 84,-2-1-1,0-1 1,-2 0 0,-24 20-1,-21 25 641,63-66-722,0 1 0,0 0-1,1-1 1,-1 1 0,0 0-1,1 0 1,-1-1 0,0 1-1,1 0 1,0 0 0,-1 0-1,1 0 1,-1 0 0,1 0-1,0 0 1,0 0-1,-1 0 1,1 0 0,0 0-1,0 0 1,0 0 0,0 1-1,1-1-27,-1-1-1,1 1 1,0 0-1,-1-1 1,1 1-1,-1 0 1,1-1-1,0 1 1,0-1-1,-1 1 1,1-1 0,0 1-1,0-1 1,0 0-1,-1 0 1,1 1-1,0-1 1,0 0-1,0 0 1,1 0-1,59 0 200,-43-1-112,7 0-106,0-1 1,0-1-1,0-2 0,-1 0 1,1-1-1,-1-2 1,41-18-1,-54 23-290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2.568"/>
    </inkml:context>
    <inkml:brush xml:id="br0">
      <inkml:brushProperty name="width" value="0.05" units="cm"/>
      <inkml:brushProperty name="height" value="0.05" units="cm"/>
    </inkml:brush>
  </inkml:definitions>
  <inkml:trace contextRef="#ctx0" brushRef="#br0">0 1 13702,'0'0'9623,"13"0"-9348,264 0-950,-276 0 502,0 0-1,0 0 1,0 0-1,0 0 0,0 0 1,0 0-1,-1 0 1,1 0-1,0 0 1,0 0-1,0 1 1,0-1-1,0 0 1,-1 0-1,1 1 0,0-1 1,0 1-1,0-1 1,-1 1-1,1-1 1,0 1-1,-1-1 1,1 1-1,0-1 1,-1 1-1,1 0 1,-1 0-1,1-1 0,-1 1 1,1 0-1,-1 0 1,0-1-1,1 1 1,-1 1-1,0 0-241,0 0 0,0 0 0,-1 0-1,1-1 1,-1 1 0,0 0 0,1-1 0,-1 1-1,0 0 1,0-1 0,0 1 0,0-1 0,0 1-1,0-1 1,-1 0 0,1 1 0,-3 1 0,-33 23-6178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2.908"/>
    </inkml:context>
    <inkml:brush xml:id="br0">
      <inkml:brushProperty name="width" value="0.05" units="cm"/>
      <inkml:brushProperty name="height" value="0.05" units="cm"/>
    </inkml:brush>
  </inkml:definitions>
  <inkml:trace contextRef="#ctx0" brushRef="#br0">1 0 7491,'0'0'10885,"21"31"-9876,13-31-305,0 0-576,3 0 0,-2 0-128,-6 0-816,-6 0-2354,1 0-7811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3.239"/>
    </inkml:context>
    <inkml:brush xml:id="br0">
      <inkml:brushProperty name="width" value="0.05" units="cm"/>
      <inkml:brushProperty name="height" value="0.05" units="cm"/>
    </inkml:brush>
  </inkml:definitions>
  <inkml:trace contextRef="#ctx0" brushRef="#br0">0 0 17512,'0'0'8102,"0"5"-7947,2 305 2677,-2-149-4101,1 0-8490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3.614"/>
    </inkml:context>
    <inkml:brush xml:id="br0">
      <inkml:brushProperty name="width" value="0.05" units="cm"/>
      <inkml:brushProperty name="height" value="0.05" units="cm"/>
    </inkml:brush>
  </inkml:definitions>
  <inkml:trace contextRef="#ctx0" brushRef="#br0">0 12 15911,'0'0'6619,"26"0"-5608,176 0 382,145-6 347,-116 1-7436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4.355"/>
    </inkml:context>
    <inkml:brush xml:id="br0">
      <inkml:brushProperty name="width" value="0.05" units="cm"/>
      <inkml:brushProperty name="height" value="0.05" units="cm"/>
    </inkml:brush>
  </inkml:definitions>
  <inkml:trace contextRef="#ctx0" brushRef="#br0">31 237 10053,'-5'-5'15224,"-16"-23"-14318,20 22-876,0 0 0,0 0 0,0 0 0,0 0 0,1 0 0,0 1 0,0-1 0,1 0 0,0 0 0,0 0 0,0 0 0,1 0 0,-1 1 1,2-1-1,-1 0 0,0 1 0,1 0 0,0 0 0,0 0 0,1 0 0,-1 0 0,1 0 0,0 1 0,1 0 0,4-4 0,-2 1-12,1 1-1,1 0 1,-1 1-1,1 0 0,0 0 1,0 1-1,0 0 1,1 0-1,-1 1 1,1 0-1,0 1 0,0 0 1,0 1-1,11-1 1,-19 3-18,0-1 0,0 0 0,0 0 0,0 1 0,0-1 0,0 1 0,0-1 0,0 1 0,0 0 0,0 0 0,0 0 0,0 0 0,-1 0 0,1 0 0,0 1 0,-1-1 0,1 0 1,-1 1-1,1-1 0,1 3 0,0 1 7,-1 0 1,1 0-1,0 0 1,-1 0-1,0 1 1,0-1 0,1 9-1,0 8 34,0 1-1,-1 40 1,-2-60-40,1 57 383,1-68-375,1 0 1,0 0-1,0 0 1,1 0-1,0 1 1,0 0-1,1 0 0,8-10 1,50-54 27,-54 62-36,3-4-13,1 1 1,21-17 0,-29 26 7,0-1-1,0 1 1,0 1 0,0-1 0,0 1 0,1 0 0,-1 0 0,1 0-1,-1 1 1,1 0 0,-1 0 0,7 0 0,-10 1 3,-1 1 0,1-1 0,-1 1 0,0-1-1,1 1 1,-1 0 0,0 0 0,0-1 0,1 1 0,-1 0 0,0 0 0,0 0 0,0 1 0,0-1 0,0 0 0,0 0 0,-1 0 0,1 1 0,0-1 0,-1 0 0,1 1 0,-1-1 0,1 0 0,-1 1-1,1 2 1,9 44 67,-9-42-70,4 28 88,18 61-1,-19-83-169,0 0 1,1 0-1,0-1 0,1 0 0,1 0 0,0 0 0,0-1 1,12 14-1,-17-23-389,0 1 1,0-1-1,0 0 1,0 0-1,0 0 0,0 0 1,0-1-1,0 1 1,0 0-1,0-1 1,0 0-1,0 1 1,0-1-1,1 0 0,-1 0 1,0 0-1,3-1 1,1 1-1565,24 0-9852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8.291"/>
    </inkml:context>
    <inkml:brush xml:id="br0">
      <inkml:brushProperty name="width" value="0.05" units="cm"/>
      <inkml:brushProperty name="height" value="0.05" units="cm"/>
    </inkml:brush>
  </inkml:definitions>
  <inkml:trace contextRef="#ctx0" brushRef="#br0">22 45 12294,'0'0'11007,"0"-11"-9969,0-7-746,0 2 103,-10 47-71,7-20-281,0 1 0,1-1 0,0 1 0,1-1 0,0 1 0,1 0 0,1-1 0,0 1 0,0-1 0,6 23-1,-5-30-40,-1 1-1,1 0 0,0 0 0,1-1 1,-1 0-1,1 1 0,0-1 0,0 0 1,0 0-1,0 0 0,1-1 0,0 1 1,0-1-1,0 0 0,0 0 0,0 0 1,0-1-1,1 1 0,-1-1 0,1 0 0,0 0 1,0-1-1,0 1 0,0-1 0,0 0 1,0-1-1,5 1 0,0 0 20,1 0-1,-1-1 0,1 0 1,15-3-1,-22 2-13,0 0-1,0-1 1,0 1 0,0-1-1,0 0 1,0 0-1,-1 0 1,1 0 0,-1-1-1,1 1 1,-1-1 0,0 0-1,5-6 1,6-8-46,0-1-1,14-26 1,-23 37 242,-2 0-1,1-1 1,-1 1 0,0-1 0,0 0 0,-1 0 0,0 0-1,-1 0 1,1-11 0,-15 409 445,31 202-135,-14-336-489,-4-250-20,-1 0 0,0 0 0,-1 0 1,0 0-1,0 0 0,0-1 0,0 1 0,-1-1 1,0 1-1,0-1 0,-1 0 0,1 0 1,-1 0-1,-8 7 0,10-10 6,-1 0-1,1 0 1,0 0-1,-1-1 1,1 1-1,-1-1 1,1 1-1,-1-1 1,0 0-1,1 0 1,-1 0-1,0-1 1,0 1-1,0-1 1,0 1-1,0-1 1,1 0-1,-1 0 1,0 0-1,0-1 1,0 1-1,0-1 1,0 0-1,0 1 1,1-1-1,-1 0 1,0-1-1,1 1 1,-1 0-1,1-1 1,-1 1-1,1-1 1,-3-2 0,-1-2-2,1 0 0,-1 0 0,1 0 0,1-1 0,-1 0 0,1 0 0,0 0 1,1 0-1,0-1 0,0 1 0,0-1 0,1 0 0,-3-15 0,1-8-8,1 0-1,1-39 1,1 56-9,1 0 1,0 1-1,1-1 1,1 0-1,0 0 1,0 1-1,2-1 1,-1 1-1,2 0 1,0 0-1,0 1 1,1-1-1,1 1 1,0 0-1,1 1 1,9-12 0,9-4-337,1 2 0,1 0 1,1 2-1,1 1 1,39-21-1,9-8-4909,-3-6-6065,-44 29 1611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8.696"/>
    </inkml:context>
    <inkml:brush xml:id="br0">
      <inkml:brushProperty name="width" value="0.05" units="cm"/>
      <inkml:brushProperty name="height" value="0.05" units="cm"/>
    </inkml:brush>
  </inkml:definitions>
  <inkml:trace contextRef="#ctx0" brushRef="#br0">1 1 9989,'0'0'13168,"1"11"-12474,8 167 876,-9-98-5232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9.226"/>
    </inkml:context>
    <inkml:brush xml:id="br0">
      <inkml:brushProperty name="width" value="0.05" units="cm"/>
      <inkml:brushProperty name="height" value="0.05" units="cm"/>
    </inkml:brush>
  </inkml:definitions>
  <inkml:trace contextRef="#ctx0" brushRef="#br0">28 182 10421,'0'0'9044,"-2"-4"-8318,1 2-567,0-1 1,1 1-1,-1 0 1,1-1-1,-1 0 1,1 1-1,0-1 1,0 1-1,0-1 1,0 1-1,1-1 1,-1 1-1,1-1 1,-1 1-1,1-1 1,0 1-1,0-1 1,0 1-1,0 0 1,0 0-1,1-1 1,-1 1-1,1 0 1,-1 0-1,3-2 1,-1 0-87,1-1 94,-1-1-1,1 0 1,-1 1-1,-1-1 1,1 0-1,-1 0 1,0-1 0,0 1-1,-1 0 1,0-1-1,0 1 1,0-1-1,-1-10 1,-1 16-163,1 0 0,-1 0 1,0 0-1,1 1 0,-1-1 0,0 0 1,0 0-1,0 0 0,0 1 0,0-1 0,0 0 1,0 1-1,0-1 0,0 0 0,0 1 1,0 0-1,0-1 0,0 1 0,-1 0 0,1-1 1,0 1-1,0 0 0,0 0 0,0 0 1,-1 0-1,1 0 0,-2 1 0,2-1-38,-1-1 0,0 1-1,0 1 1,0-1 0,1 0-1,-1 0 1,0 1 0,0-1-1,1 0 1,-1 1 0,0 0-1,1-1 1,-1 1 0,1 0-1,-1 0 1,1 0 0,-1 0-1,1 0 1,-2 3 0,-5 30-2906,8-31 2297,0 1 1,1-1 0,-1 0 0,0 0 0,1 1 0,0-1-1,0 0 1,0 0 0,2 6 0,22 19-6935</inkml:trace>
  <inkml:trace contextRef="#ctx0" brushRef="#br0" timeOffset="1">565 403 8244,'0'0'16071,"-7"0"-15014,-14 0-425,16 0-174,19 0-92,76-2 128,174-26-1,-237 22-155,-3 1-1585,-7 3-9065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9.823"/>
    </inkml:context>
    <inkml:brush xml:id="br0">
      <inkml:brushProperty name="width" value="0.05" units="cm"/>
      <inkml:brushProperty name="height" value="0.05" units="cm"/>
    </inkml:brush>
  </inkml:definitions>
  <inkml:trace contextRef="#ctx0" brushRef="#br0">237 56 13206,'0'0'10986,"-1"-10"-9870,1 7-1009,-2-27 221,2 29-321,0 1 1,0-1-1,0 1 0,0-1 0,0 1 0,0-1 1,0 1-1,0-1 0,-1 1 0,1-1 0,0 1 1,0-1-1,0 1 0,-1 0 0,1-1 0,0 1 0,-1-1 1,1 1-1,0 0 0,-1-1 0,1 1 0,0 0 1,-1 0-1,1-1 0,-1 1 0,1 0 0,0 0 1,-1-1-1,1 1 0,-1 0 0,1 0 0,-1 0 1,1 0-1,-1 0 0,1 0 0,-1 0 0,1 0 0,-1 0 1,1 0-1,-1 0 0,1 0 0,0 0 0,-1 0 1,1 0-1,-1 0 0,1 0 0,-1 1 0,1-1 1,-1 0-1,1 0 0,0 1 0,-1-1 0,1 0 1,-1 0-1,1 1 0,0-1 0,-1 1 0,1-1 0,0 1 1,-17 15 125,1 0 0,1 2 1,0 0-1,2 0 0,0 1 1,1 1-1,1 0 1,-11 27-1,7-9-34,2 1-1,1 0 1,-12 76 0,17-63-71,2 0-1,2 1 0,3-1 1,12 96-1,-9-123-54,2 1-1,2-1 0,0 0 1,1 0-1,1 0 0,2-1 1,0-1-1,2 0 0,0-1 1,1 0-1,29 32 0,-34-44-150,2 0-1,-1-1 1,1 0-1,1 0 1,0-2-1,0 1 1,0-2-1,1 1 1,0-2-1,22 7 1,-9-5-1556,-1-2-1,1-2 1,0 0 0,49-1 0,-2-4-6243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4.239"/>
    </inkml:context>
    <inkml:brush xml:id="br0">
      <inkml:brushProperty name="width" value="0.05" units="cm"/>
      <inkml:brushProperty name="height" value="0.05" units="cm"/>
    </inkml:brush>
  </inkml:definitions>
  <inkml:trace contextRef="#ctx0" brushRef="#br0">41 155 1985,'0'0'14740,"-3"-4"-13585,-2 0-546,1-1 0,0 1 0,0-1 1,1 0-1,0 0 0,0-1 0,0 1 0,-3-9 0,5 12-540,1 0 1,-1 0-1,1 0 1,-1 0-1,1 0 0,0 0 1,0 0-1,0 0 0,0-1 1,0 1-1,1 0 1,-1 0-1,1 0 0,-1 0 1,1 0-1,0 0 1,0 0-1,0 0 0,0 0 1,0 1-1,0-1 0,0 0 1,0 1-1,1-1 1,-1 0-1,1 1 0,-1 0 1,1-1-1,0 1 1,3-2-1,4-3-43,0 1 1,1 1-1,-1-1 0,1 1 0,0 1 1,0 0-1,0 0 0,1 1 1,10-1-1,-17 3-28,0 0 1,0-1-1,0 1 1,0 1-1,0-1 1,0 1 0,0-1-1,0 1 1,0 0-1,0 1 1,0-1-1,0 1 1,0-1-1,-1 1 1,1 0-1,-1 0 1,1 1-1,-1-1 1,0 1-1,0 0 1,0 0-1,0 0 1,-1 0-1,1 0 1,2 5-1,2 8 17,-1 1 0,-1 0 0,0 0 0,-1 1 0,-1-1-1,-1 1 1,0 0 0,-1 0 0,-1-1 0,-1 1 0,-6 35 0,7-68 151,0 6-52,-1-1 0,2 0 1,-1 0-1,1 1 0,3-12 0,1 7-106,1 1 0,0 0 1,2 1-1,-1-1 0,1 1 0,16-17 0,-18 21-4,1 0-1,1 1 0,-1 0 1,2 0-1,-1 1 0,0 0 1,1 0-1,0 1 0,19-8 1,-26 12-7,1 0 1,0 1-1,0-1 1,0 1-1,-1-1 1,1 1-1,0 0 1,0 0-1,0 0 1,0 1-1,-1-1 1,1 1-1,0-1 1,0 1-1,-1 0 1,1 0-1,0 0 1,-1 1-1,1-1 1,-1 1-1,1-1 1,-1 1-1,0 0 1,0 0 0,0-1-1,0 2 1,0-1-1,0 0 1,0 0-1,-1 1 1,1-1-1,1 6 1,4 6-10,0 2 1,-2-1-1,0 1 0,5 24 1,-7-25 9,0 1-3,-3-12 4,0-1 0,1 1 1,-1-1-1,1 1 0,0-1 1,0 1-1,0-1 0,1 1 0,-1-1 1,3 5-1,-2-8 9,-1 0 0,0 0 0,0-1 0,0 1 0,1 0 0,-1 0 0,0-1 0,0 1 0,0-1 1,0 1-1,0-1 0,0 1 0,0-1 0,0 0 0,0 0 0,0 1 0,0-1 0,0 0 0,0 0 0,0 0 0,-1 0 0,1 0 0,0 0 0,-1 0 1,2-2-1,-1 1 1,13-16-47,-5 5 43,1 0 0,0 0 0,1 1 0,1 0 0,0 1 0,1 0 0,18-12 0,-28 22-7,-1 0 1,0 1-1,0-1 0,0 1 0,0-1 0,1 1 1,-1 0-1,0 0 0,0 0 0,0 0 0,1 0 0,-1 1 1,0-1-1,0 1 0,0-1 0,0 1 0,0 0 0,0 0 1,0 0-1,0 0 0,0 0 0,0 0 0,0 0 1,0 1-1,-1-1 0,1 1 0,-1-1 0,1 1 0,-1 0 1,0 0-1,1 0 0,1 3 0,6 9 28,-1 0 0,0 1 0,7 20-1,-10-23-54,3 9-96,12 24-1077,-4-29-2168,7-8-3389,-8-8 1234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4.865"/>
    </inkml:context>
    <inkml:brush xml:id="br0">
      <inkml:brushProperty name="width" value="0.05" units="cm"/>
      <inkml:brushProperty name="height" value="0.05" units="cm"/>
    </inkml:brush>
  </inkml:definitions>
  <inkml:trace contextRef="#ctx0" brushRef="#br0">1 81 9044,'0'0'9821,"14"-11"-9274,44-30 77,-57 40-600,0 1 1,0-1-1,0 0 1,0 0-1,0 1 1,0-1-1,0 1 1,0-1-1,0 1 1,0-1-1,1 1 1,-1-1-1,0 1 1,0 0-1,0 0 1,0 0-1,1 0 1,-1 0-1,0 0 1,0 0-1,0 0 1,1 0-1,-1 0 1,0 1-1,0-1 1,0 0-1,0 1 1,0-1-1,1 1 1,-1-1-1,0 1 1,0 0-1,0 0 1,0-1-1,-1 1 1,1 0-1,0 0 1,0 0-1,0 0 1,-1 0-1,1 0 1,1 2-1,0 2 60,-1 0 0,1 0 0,-1 0-1,0 0 1,0 0 0,0 9 0,0-12-30,0 8 12,0 0 0,-1-1-1,1 1 1,-2 0 0,0 0 0,0 0 0,0-1-1,-1 1 1,-1-1 0,0 1 0,0-1 0,-1 0-1,0 0 1,-9 15 0,-18 21-55,30-44-6,9-19 88,11-7-53,43-42-1,-48 54 11,0 0 0,-1-1-1,-1-1 1,0 1 0,-1-2 0,-1 0-1,0 0 1,-1-1 0,10-25 0,-38 85 2360,14-35-2416,1 0 0,0 0-1,1 0 1,0 1 0,0-1-1,-2 15 1,3-11 14,1-1 0,1 0 0,0 1-1,0-1 1,1 1 0,1-1 0,-1 1 0,2-1-1,5 17 1,-5-23-21,0 0 0,-1 0 0,2 0 0,-1-1 0,0 1 0,1-1 0,0 0 0,0 0 0,0 0 0,0-1 0,1 1 0,0-1 0,-1 0 0,1 0 0,0-1 0,0 1 0,1-1 0,-1-1 0,0 1 0,1-1 0,7 2 0,57 0-5944,-48-3-121,-6 0-1589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5.209"/>
    </inkml:context>
    <inkml:brush xml:id="br0">
      <inkml:brushProperty name="width" value="0.05" units="cm"/>
      <inkml:brushProperty name="height" value="0.05" units="cm"/>
    </inkml:brush>
  </inkml:definitions>
  <inkml:trace contextRef="#ctx0" brushRef="#br0">0 1 15303,'0'0'9594,"1"6"-9253,9 252 684,-9-252-1448,1 31 237,3-21-2441,3-10-4259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5.583"/>
    </inkml:context>
    <inkml:brush xml:id="br0">
      <inkml:brushProperty name="width" value="0.05" units="cm"/>
      <inkml:brushProperty name="height" value="0.05" units="cm"/>
    </inkml:brush>
  </inkml:definitions>
  <inkml:trace contextRef="#ctx0" brushRef="#br0">19 78 10181,'0'0'8574,"-17"7"-6146,18-7-2327,1 0 1,-1 0-1,1-1 0,-1 1 1,1-1-1,-1 1 0,1-1 0,-1 1 1,1-1-1,-1 0 0,0 0 1,1 0-1,-1 0 0,0 0 1,0 0-1,1 0 0,-1 0 1,0 0-1,0-1 0,0 1 0,-1 0 1,1-1-1,0 1 0,0-1 1,-1 1-1,1-1 0,0-1 1,1-4 129,-1 1 1,1 0-1,-1-1 1,0 1-1,-1-12 1,0 18-228,0 0 0,0-1 0,0 1 0,0 0 0,0-1 0,0 1 0,-1 0 0,1-1 1,0 1-1,0 0 0,0 0 0,-1-1 0,1 1 0,0 0 0,0 0 0,-1-1 0,1 1 0,0 0 0,-1 0 0,1-1 0,0 1 0,-1 0 0,1 0 1,0 0-1,-1 0 0,1 0 0,0 0 0,-1 0 0,1 0 0,0 0 0,-1 0 0,1 0 0,0 0 0,-1 0 0,1 0 0,-1 0 0,1 0 0,0 0 1,-1 0-1,1 0 0,0 0 0,-1 0 0,1 1 0,0-1 0,0 0 0,-1 0 0,-15 9-809,6 18-2496,7 3-3997,3-8-2816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6.017"/>
    </inkml:context>
    <inkml:brush xml:id="br0">
      <inkml:brushProperty name="width" value="0.05" units="cm"/>
      <inkml:brushProperty name="height" value="0.05" units="cm"/>
    </inkml:brush>
  </inkml:definitions>
  <inkml:trace contextRef="#ctx0" brushRef="#br0">12 109 13990,'0'0'10104,"-11"-4"-9077,29 1-844,0 1 1,29 1-1,16-1-130,4-4-28,1-4 0,-1-2 1,118-38-1,-166 40 723,-12 4-2612,-31 3-14537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6.361"/>
    </inkml:context>
    <inkml:brush xml:id="br0">
      <inkml:brushProperty name="width" value="0.05" units="cm"/>
      <inkml:brushProperty name="height" value="0.05" units="cm"/>
    </inkml:brush>
  </inkml:definitions>
  <inkml:trace contextRef="#ctx0" brushRef="#br0">13 43 7203,'0'0'12155,"-1"-8"-10437,-7-27-589,4 120 1982,8-9-2693,24 142 1,-27-215-479,-1 0-161,0 0 0,1 0 0,0 0 0,0 0 0,0 0 0,0 0 0,0 0 0,0 0 0,3 3 0,-4-5-68,1-1 0,0 1 0,0 0 1,0 0-1,0 0 0,0-1 1,0 1-1,0-1 0,0 1 1,0-1-1,0 1 0,1-1 0,-1 1 1,0-1-1,0 0 0,0 0 1,2 0-1,15 1-4887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6.689"/>
    </inkml:context>
    <inkml:brush xml:id="br0">
      <inkml:brushProperty name="width" value="0.05" units="cm"/>
      <inkml:brushProperty name="height" value="0.05" units="cm"/>
    </inkml:brush>
  </inkml:definitions>
  <inkml:trace contextRef="#ctx0" brushRef="#br0">235 61 4482,'0'0'20396,"-7"-12"-19686,4 6-627,-18-28 112,20 33-186,0 1 1,0-1 0,0 0 0,0 0-1,0 1 1,0-1 0,0 0-1,-1 1 1,1-1 0,0 1 0,0-1-1,0 1 1,-1 0 0,1 0-1,0-1 1,0 1 0,-1 0 0,1 0-1,0 0 1,-1 0 0,1 1-1,0-1 1,0 0 0,-1 0 0,1 1-1,0-1 1,0 1 0,0-1-1,-1 1 1,1-1 0,0 1 0,0 0-1,-1 1 1,-13 9 78,1 0 0,0 2 0,1 0 0,0 0 0,1 1 0,0 1 0,1 0 0,-10 19 0,15-24-84,1-1-1,1 1 0,-1 1 0,1-1 0,1 0 0,0 1 1,1 0-1,0 0 0,0-1 0,1 1 0,1 0 0,0 0 1,0 0-1,1 0 0,3 14 0,-3-21-2,1 0 0,0-1 0,0 1 0,0 0 1,0 0-1,0-1 0,1 0 0,0 1 0,-1-1 0,1 0 0,1 0 0,-1-1 0,0 1 0,1-1 0,-1 1 1,1-1-1,0 0 0,-1 0 0,1-1 0,0 1 0,0-1 0,0 0 0,8 1 0,8 2-67,1-1-1,-1-1 0,30-1 0,-46-1 44,17-1-460,0 0 0,-1-1 0,1-1 0,31-9 0,33-21-7107,-53 16 232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7.283"/>
    </inkml:context>
    <inkml:brush xml:id="br0">
      <inkml:brushProperty name="width" value="0.05" units="cm"/>
      <inkml:brushProperty name="height" value="0.05" units="cm"/>
    </inkml:brush>
  </inkml:definitions>
  <inkml:trace contextRef="#ctx0" brushRef="#br0">5 17 5523,'0'0'16162,"-1"-5"-14610,-2-7-105,7 18-132,15 20-897,16 16-314,-2 2 1,-2 1-1,-2 1 0,-2 1 0,-2 2 0,-2 1 0,-2 0 0,-3 2 0,14 59 0,-28-91-117,0 1 0,-2-1 0,0 1 0,-1 0 0,-2 0 0,0 0 0,-4 25 0,1-31-125,0 1 0,-1 0 0,0-1-1,-1 0 1,-1 0 0,-1-1 0,0 0-1,-1 0 1,-17 21 0,2-6-1371,-35 30 1,-3-9-3511,24-26-928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7.875"/>
    </inkml:context>
    <inkml:brush xml:id="br0">
      <inkml:brushProperty name="width" value="0.05" units="cm"/>
      <inkml:brushProperty name="height" value="0.05" units="cm"/>
    </inkml:brush>
  </inkml:definitions>
  <inkml:trace contextRef="#ctx0" brushRef="#br0">15 19 13190,'0'0'11773,"-3"-4"-11162,-9-11-209,32 39-91,24 29 278,191 255 865,-190-240-1374,-4 1 0,59 134 0,-86-167-74,-2 0 0,-1 1 0,-2 1 0,-2 0 0,5 76 0,-11-92-11,-1 0 0,-1 1 0,-1-1 0,-1 0 0,-1 0 0,-1 0 0,-1-1 0,-1 0 0,-1 0 0,0 0 0,-19 31 0,5-22-178,0 0 0,-2-1 0,-1-1 0,-1-2 0,-38 30 0,30-30-2186,0-1-1,-45 23 1,60-40-3879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58.376"/>
    </inkml:context>
    <inkml:brush xml:id="br0">
      <inkml:brushProperty name="width" value="0.05" units="cm"/>
      <inkml:brushProperty name="height" value="0.05" units="cm"/>
    </inkml:brush>
  </inkml:definitions>
  <inkml:trace contextRef="#ctx0" brushRef="#br0">0 31 5907,'0'0'11525,"23"-6"-10111,73-16-755,-93 21-596,0 1 1,1-1-1,0 1 0,-1-1 1,1 1-1,-1 0 0,1 1 1,-1-1-1,1 0 1,-1 1-1,5 1 0,-6-1-26,0 0 0,-1 0-1,1 0 1,-1 0 0,1 0-1,-1 0 1,0 0 0,1 0 0,-1 0-1,0 1 1,0-1 0,0 0-1,0 1 1,0-1 0,0 1-1,1 2 1,0 2 106,-1 0 0,0 0 0,0 1 0,0-1-1,0 0 1,-1 1 0,0-1 0,-2 10 0,1-2 252,1-10-294,-1 1 0,0-1 0,0 1 0,0-1 0,0 1 0,-1-1 0,0 0 0,0 1 0,0-1 0,0 0 0,0 0 0,-1-1 0,-6 8 0,-51 41 934,7-5-162,51-46-858,1 0-1,0 0 1,0 0 0,0 0-1,0 1 1,0-1 0,1 0 0,-1 1-1,0-1 1,1 0 0,-1 1-1,0-1 1,1 1 0,0-1 0,-1 1-1,1-1 1,0 1 0,0-1 0,0 3-1,0-3 0,1 0-1,-1 0 1,1 0 0,-1 0-1,1 0 1,0 0 0,-1 0-1,1 0 1,0-1 0,0 1-1,0 0 1,-1-1-1,1 1 1,0-1 0,0 1-1,0-1 1,0 1 0,0-1-1,0 1 1,2-1-1,7 3 66,1-2 0,-1 0 0,1 0 0,13-1 0,-17 0-56,85 2 68,-47 1-209,0-3 1,0-1-1,73-12 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0:08.796"/>
    </inkml:context>
    <inkml:brush xml:id="br0">
      <inkml:brushProperty name="width" value="0.05" units="cm"/>
      <inkml:brushProperty name="height" value="0.05" units="cm"/>
    </inkml:brush>
  </inkml:definitions>
  <inkml:trace contextRef="#ctx0" brushRef="#br0">10 6 8900,'0'0'10714,"-9"0"-6669,56-3-4000,-33 1-403,0 1-1,0 1 1,0 0-1,23 4 0,-36-4 232,-1 1-1,1-1 0,-1 1 0,0-1 1,1 1-1,-1-1 0,1 1 0,-1-1 0,0 1 1,0-1-1,1 1 0,-1 0 0,0-1 1,0 1-1,0 0 0,1-1 0,-1 1 1,0 0-1,0-1 0,0 1 0,0 0 1,0-1-1,0 1 0,-1-1 0,1 1 0,0 0 1,0-1-1,0 1 0,-1 0 0,1-1 1,-1 2-1,-9 20-2035,2-14 1378,-1 0-1,0 0 0,-1-1 0,-16 9 0,16-11 1107,1 1 0,0 0 0,1 1 0,-1 0-1,1 0 1,-10 12 0,33-15 3063,24-3-2750,23-1-612,-22 0-4507,-23 0-595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0:09.201"/>
    </inkml:context>
    <inkml:brush xml:id="br0">
      <inkml:brushProperty name="width" value="0.05" units="cm"/>
      <inkml:brushProperty name="height" value="0.05" units="cm"/>
    </inkml:brush>
  </inkml:definitions>
  <inkml:trace contextRef="#ctx0" brushRef="#br0">9 0 12694,'0'0'7670,"-1"6"-7006,-1 16-48,0-8-484,0 1 1,1 0 0,1 0-1,0 0 1,4 19 0,-4-32-138,1-1 0,0 1 0,0-1 1,0 0-1,0 1 0,1-1 0,-1 0 1,0 0-1,0 0 0,1 1 0,-1-2 0,1 1 1,-1 0-1,1 0 0,-1 0 0,1-1 1,-1 1-1,1-1 0,0 1 0,-1-1 1,1 1-1,0-1 0,2 0 0,47 1-60,-39-1 66,-8 0 37,0 0 0,0 0-1,1 0 1,-1-1 0,0 1 0,0-1 0,0 0-1,0 0 1,0-1 0,0 1 0,0-1 0,-1 0 0,1 0-1,-1 0 1,1 0 0,-1-1 0,1 1 0,-1-1 0,0 0-1,0 0 1,-1 0 0,1 0 0,-1 0 0,1-1 0,-1 1-1,0-1 1,0 0 0,-1 0 0,1 0 0,-1 0 0,0 1-1,0-2 1,0 1 0,0 0 0,-1 0 0,1 0 0,-1 0-1,-1-7 1,0 9-10,1 1 0,-1-1 0,0 1 0,1-1-1,-1 1 1,0-1 0,0 1 0,0 0 0,0 0 0,0 0 0,-1-1-1,1 1 1,0 0 0,-1 0 0,1 1 0,0-1 0,-1 0 0,1 0-1,-1 1 1,1-1 0,-1 1 0,1-1 0,-1 1 0,0 0 0,1-1-1,-1 1 1,-2 0 0,-55-5-579,53 5 328,-47-1-6164,29 1-1780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0:10.600"/>
    </inkml:context>
    <inkml:brush xml:id="br0">
      <inkml:brushProperty name="width" value="0.05" units="cm"/>
      <inkml:brushProperty name="height" value="0.05" units="cm"/>
    </inkml:brush>
  </inkml:definitions>
  <inkml:trace contextRef="#ctx0" brushRef="#br0">12 204 8676,'0'-2'13055,"-2"-4"-9785,-6-32-2942,8 33-287,-1 1 1,1 0-1,0 0 1,0 0-1,0 0 1,1 0-1,-1 0 1,1 0-1,0 0 1,0 0-1,0 0 1,1 1-1,0-1 1,-1 0-1,1 1 1,0-1-1,1 1 1,-1-1-1,4-3 1,-2 4-38,0 0-1,0 1 1,0-1 0,0 1-1,1-1 1,-1 1-1,1 0 1,-1 1 0,1-1-1,0 1 1,0 0 0,0 0-1,0 1 1,-1-1 0,10 2-1,-12-2-6,1 2 0,-1-1 0,0 0 1,1 0-1,-1 1 0,0-1 0,1 1 0,-1 0 0,0 0 0,0 0 0,0 0 0,0 0 0,0 0 0,0 0 0,0 1 0,0-1 0,0 1 0,0 0 0,-1-1 0,1 1 0,-1 0 0,1 0 0,-1 0 0,0 0 0,0 0 0,0 0 0,0 0 0,0 0 1,0 1-1,0 2 0,2 8 1,-1 0 0,0 0 0,-1 0 0,-1 21 0,0-33 103,3-3-88,-1 1 0,0-1 0,0 0-1,0 0 1,0 0 0,0 0-1,0 0 1,0-1 0,-1 1 0,1 0-1,-1-1 1,2-4 0,1 1 0,5-8-9,44-59 10,-47 66-17,-1 1 1,1 0 0,1 0 0,-1 0 0,1 1-1,0 0 1,15-8 0,-22 12-3,1 1-1,0 0 1,0 0 0,0 0-1,0 0 1,0 0 0,0 0-1,0 0 1,0 0 0,0 0-1,0 1 1,0-1 0,0 0-1,0 1 1,-1-1 0,1 0-1,0 1 1,0-1 0,0 1-1,0 0 1,-1-1 0,1 1-1,0-1 1,-1 1-1,1 0 1,0 0 0,-1-1-1,1 1 1,-1 0 0,1 0-1,-1 0 1,0 0 0,1 1-1,15 38 23,-12-30-25,5 18-323,-1 1 1,7 47 0,-6-27-10165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5.563"/>
    </inkml:context>
    <inkml:brush xml:id="br0">
      <inkml:brushProperty name="width" value="0.05" units="cm"/>
      <inkml:brushProperty name="height" value="0.05" units="cm"/>
    </inkml:brush>
  </inkml:definitions>
  <inkml:trace contextRef="#ctx0" brushRef="#br0">739 1 7860,'0'0'10893,"1"0"-10867,-1 0 0,0 0 0,1 0 1,-1 0-1,0 0 0,0 0 0,1 0 1,-1 0-1,0 0 0,0 0 1,1 0-1,-1 0 0,0 0 0,1 0 1,-1 0-1,0 0 0,0 0 0,1 0 1,-1 0-1,0 0 0,0 0 1,1 1-1,-1-1 0,0 0 0,0 0 1,0 0-1,1 0 0,-1 1 0,0-1 1,0 0-1,0 0 0,1 1 1,-1-1-1,0 0 0,0 0 0,0 0 1,0 1-1,0-1 0,0 0 0,0 1 1,0-1-1,1 0 0,-1 0 1,0 1-1,0-1 0,0 0 0,0 0 1,0 1-1,0-1 0,-1 0 0,1 1 1,0-1-1,0 0 0,0 0 1,0 1-1,0-1 0,0 0 0,-1 1 1,-12 8 185,-1-1 0,-1 0 0,0-1 1,0-1-1,0 0 0,-31 7 0,15-4 15,-147 44 786,-151 54 109,319-102-1043,1-1 0,-1 1 1,1 0-1,-15 12 1,23-16-74,0 0 0,0 0 0,0 0 0,0 0 0,0 0 1,0 1-1,0-1 0,0 0 0,1 0 0,-1 1 1,0-1-1,1 0 0,-1 1 0,1-1 0,-1 1 1,1-1-1,0 1 0,-1 1 0,2-2-5,-1 1 0,1-1-1,-1 0 1,1 1 0,0-1-1,-1 0 1,1 0 0,0 1 0,0-1-1,0 0 1,0 0 0,0 0-1,0 0 1,0 0 0,0 0 0,0 0-1,1 0 1,-1-1 0,0 1-1,1 0 1,-1-1 0,3 1 0,34 12 51,1-1 1,1-3 0,-1-1-1,73 5 1,-47-6-26,15 2-22,-42-7-1,0 2 0,-1 1 0,0 2 0,0 2 1,59 22-1,-93-30-7,-1 0 0,1 0 0,-1 1 0,0-1 0,1 0 0,-1 1 1,0 0-1,0-1 0,0 1 0,0 0 0,0 0 0,0 0 0,-1 0 0,1 1 1,0-1-1,-1 0 0,0 1 0,0-1 0,0 1 0,0-1 0,0 1 0,0 0 0,-1-1 1,1 1-1,-1 0 0,1-1 0,-1 4 0,-1-2-1,0 0 0,0 0 0,0-1 0,-1 1 0,1 0 0,-1 0 0,0-1 0,0 1 0,0-1 0,0 0 0,-1 0 0,1 0 0,-1 0 0,0 0 0,0 0-1,0-1 1,0 1 0,-4 1 0,-68 42 32,-149 66 0,52-30-1,148-69-19,7-5-4,1 0-1,0 1 0,1 1 0,0 1 0,-18 16 0,31-26 0,1 0 0,0 0-1,-1 1 1,1-1 0,0 0 0,0 1 0,0-1 0,0 1 0,0 0 0,0-1 0,0 1 0,0-1 0,1 1-1,-1 0 1,1 0 0,-1-1 0,1 1 0,0 0 0,0 0 0,-1 0 0,1 0 0,1 1 0,-1-1 1,1-1 1,0 1 0,0 0 0,0-1 0,0 0 0,0 1 0,0-1 0,0 1-1,1-1 1,-1 0 0,0 0 0,1 0 0,-1 0 0,1 0 0,-1 0 0,1 0-1,3 1 1,6 2 10,1-1 0,-1 0-1,1-1 1,-1 0 0,15 1 0,228-2 87,44 5-106,-293-6-108,0 0-1,0 1 0,0 0 1,1 0-1,-1 0 1,0 1-1,0-1 0,-1 1 1,7 4-1,-9-5-232,0 1-1,0 0 1,-1 0-1,1-1 0,-1 1 1,1 0-1,-1 1 1,0-1-1,0 0 1,0 0-1,0 0 1,0 1-1,-1-1 1,1 1-1,-1-1 0,1 0 1,-1 1-1,0-1 1,0 1-1,0 4 1,0 14-3225,0 2-1576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5.892"/>
    </inkml:context>
    <inkml:brush xml:id="br0">
      <inkml:brushProperty name="width" value="0.05" units="cm"/>
      <inkml:brushProperty name="height" value="0.05" units="cm"/>
    </inkml:brush>
  </inkml:definitions>
  <inkml:trace contextRef="#ctx0" brushRef="#br0">64 0 12102,'0'0'9863,"-3"13"-9002,-55 272 1527,56-263-2953,2-9-2559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6.240"/>
    </inkml:context>
    <inkml:brush xml:id="br0">
      <inkml:brushProperty name="width" value="0.05" units="cm"/>
      <inkml:brushProperty name="height" value="0.05" units="cm"/>
    </inkml:brush>
  </inkml:definitions>
  <inkml:trace contextRef="#ctx0" brushRef="#br0">51 139 13494,'0'0'6998,"0"0"-6958,0-1 0,-1 1-1,1 0 1,-1 0 0,1 0 0,0 0 0,-1 0 0,1 0-1,0 0 1,-1-1 0,1 1 0,0 0 0,-1 0-1,1-1 1,0 1 0,-1 0 0,1 0 0,0-1-1,0 1 1,-1 0 0,1-1 0,0 1 0,0 0-1,0-1 1,-1 1 0,1 0 0,0-1 0,0 1-1,0 0 1,0-1 0,0 1 0,0-1 0,0 1 0,0 0-1,0-1 1,0 1 0,0-1 0,9-7 776,-1 1-361,0 0 0,0-1 0,12-16 0,-18 22-402,-1 0 1,1-1-1,-1 1 0,0-1 0,0 1 0,0-1 0,0 1 0,0-1 0,0 0 0,-1 0 0,0 1 0,1-1 0,-1 0 0,0 0 0,0 1 0,0-1 1,-1 0-1,1 0 0,-1 0 0,-1-4 0,1 6-28,0 0 0,0 0 0,0 0 0,0 0 1,0 0-1,0 0 0,0 0 0,0 0 0,-1 0 0,1 1 1,0-1-1,-1 1 0,1-1 0,-1 1 0,1-1 1,0 1-1,-1 0 0,1-1 0,-1 1 0,1 0 0,-3 0 1,-40 1-66,31-1 30,12 0-62,0 0 1,1 0-1,-1 0 0,0 0 0,0 1 1,1-1-1,-1 0 0,0 0 0,1 1 1,-1-1-1,0 0 0,1 1 1,-1-1-1,0 0 0,1 1 0,-1-1 1,1 1-1,-1-1 0,1 1 0,-1 0 1,1-1-1,-1 1 0,1-1 1,-1 1-1,1 0 0,0-1 0,-1 1 1,1 0-1,0-1 0,0 1 0,0 0 1,-1 0-1,1-1 0,0 1 1,0 0-1,0 0 0,0-1 0,0 1 1,0 0-1,1 1 0,-1 0-449,0 0 0,1-1 0,-1 1 0,1 0 0,-1 0-1,1-1 1,-1 1 0,1 0 0,0-1 0,0 1 0,0 0 0,0-1-1,0 1 1,1-1 0,-1 0 0,3 3 0,20 8-7632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19:47.477"/>
    </inkml:context>
    <inkml:brush xml:id="br0">
      <inkml:brushProperty name="width" value="0.05" units="cm"/>
      <inkml:brushProperty name="height" value="0.05" units="cm"/>
    </inkml:brush>
  </inkml:definitions>
  <inkml:trace contextRef="#ctx0" brushRef="#br0">403 99 13382,'0'0'10301,"-23"-19"-9191,-1-1-730,-49-32 0,71 51-361,0 0 0,0 0 0,1 0 0,-1 0 0,0 1 0,0-1-1,0 1 1,0-1 0,0 1 0,0 0 0,0 0 0,0 0 0,0 0 0,0 0 0,0 0 0,0 0 0,0 1-1,0-1 1,0 1 0,0-1 0,0 1 0,0 0 0,1 0 0,-1 0 0,0 0 0,-2 1 0,0 2 25,0 0 1,0 1 0,0-1 0,1 1 0,-1 0 0,-3 8 0,0-1 40,-16 26 102,2 2 0,2 0 0,2 1 0,-14 48 0,9-12-20,-16 113 1,28-125-164,3 0-1,4 0 1,8 129 0,-2-167-41,1 0 0,1 1 0,1-2 0,2 1 0,0-1 0,2 0 0,1 0-1,1-2 1,1 1 0,1-2 0,34 44 0,-40-58-218,0 0 0,1-1 0,0 0 0,0-1 0,1 0-1,-1 0 1,2-1 0,-1-1 0,1 1 0,0-2 0,0 1 0,0-2 0,16 4 0,-13-4-848,1-2 0,0 1 0,0-2 1,-1 0-1,1-1 0,19-3 1,32-14-6139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0:11.925"/>
    </inkml:context>
    <inkml:brush xml:id="br0">
      <inkml:brushProperty name="width" value="0.05" units="cm"/>
      <inkml:brushProperty name="height" value="0.05" units="cm"/>
    </inkml:brush>
  </inkml:definitions>
  <inkml:trace contextRef="#ctx0" brushRef="#br0">1 12 12742,'0'0'5920,"11"-2"-5877,122-8-1666,-135 31-6722,0-17 7823,-1 0 0,0 0 0,-1 0 0,1-1 0,0 1-1,-1-1 1,0 0 0,-7 4 0,-20 18 2934,30-23-1931,0-1-1,-1 1 1,1-1-1,0 1 0,0 0 1,0 0-1,0-1 1,0 1-1,0 0 1,1 0-1,-1 0 0,0 0 1,1 0-1,0 0 1,-1 3-1,49-3 1011,0-2-4796,-17 0-1399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0:12.298"/>
    </inkml:context>
    <inkml:brush xml:id="br0">
      <inkml:brushProperty name="width" value="0.05" units="cm"/>
      <inkml:brushProperty name="height" value="0.05" units="cm"/>
    </inkml:brush>
  </inkml:definitions>
  <inkml:trace contextRef="#ctx0" brushRef="#br0">8 30 9957,'0'0'8889,"0"11"-8556,0-8-320,-3 45 92,3-46-101,0 1 0,0-1 0,0 1 0,0-1 0,0 1 0,1-1 0,-1 1 0,1-1 0,0 1 0,-1-1 0,1 1 0,0-1 0,1 0 0,-1 0 0,0 1 0,1-1 0,2 3 0,0-3 3,1 0 0,0 0-1,-1 0 1,1-1 0,0 0 0,0 0 0,0 0 0,0-1-1,0 1 1,0-1 0,0 0 0,0-1 0,0 1 0,-1-1-1,8-2 1,-8 2 59,0 0 0,0 0 0,-1 0 0,1-1 0,0 0 0,-1 0 0,0 0 0,1 0 0,-1 0 1,0 0-1,0-1 0,0 0 0,-1 0 0,1 0 0,-1 0 0,1 0 0,-1 0 0,0 0 0,3-7 0,-4 7 156,1-1 0,-1 0-1,0 0 1,0 0 0,0 0 0,0 0 0,-1 0 0,0 0-1,0 0 1,0 0 0,0 0 0,0 0 0,-1 0 0,-1-4-1,1 6-182,0 0-1,0 0 0,0 0 0,-1 0 0,1 1 0,-1-1 0,1 1 1,-1-1-1,1 1 0,-1-1 0,0 1 0,0 0 0,1 0 0,-1 0 1,0 0-1,0 0 0,0 0 0,0 0 0,0 1 0,-1-1 0,1 1 1,0-1-1,0 1 0,0 0 0,-5 0 0,-53-1-1613,18 2-4859,21 1-1487</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0:13.622"/>
    </inkml:context>
    <inkml:brush xml:id="br0">
      <inkml:brushProperty name="width" value="0.05" units="cm"/>
      <inkml:brushProperty name="height" value="0.05" units="cm"/>
    </inkml:brush>
  </inkml:definitions>
  <inkml:trace contextRef="#ctx0" brushRef="#br0">29 164 10085,'0'0'6880,"-18"8"1206,16-11-8003,1-1-1,-1 0 0,1 0 0,-1 0 0,1 0 0,1 0 0,-1-1 0,0 1 0,1 0 0,0 0 0,0 0 0,0-1 0,2-7 0,-1 0 77,-1 5-130,0 1 0,1 0 0,0 0 0,0-1 0,1 1 0,-1 0 0,1 0 0,4-6 0,-6 10-28,1 0-1,0 1 0,0-1 0,0 1 0,0-1 0,0 1 0,0 0 1,0-1-1,0 1 0,1 0 0,-1 0 0,0 0 0,1 0 0,-1 0 1,1 0-1,-1 0 0,1 0 0,0 1 0,-1-1 0,1 1 0,0-1 1,-1 1-1,1-1 0,0 1 0,0 0 0,-1 0 0,1 0 0,0 0 1,0 0-1,-1 0 0,1 1 0,0-1 0,0 1 0,-1-1 0,4 2 1,-4-1-2,1 0 0,0 1 0,0-1 1,-1 0-1,1 1 0,-1 0 1,1-1-1,-1 1 0,0 0 1,0-1-1,0 1 0,0 0 1,0 0-1,0 0 0,1 3 1,11 37 9,-9-27-7,-1-2-3,0 1 1,-1 0-1,-1 0 1,0 0-1,-1 14 1,1-27 27,0-3-19,1 1 1,0 0 0,-1 0-1,1-1 1,-1 1 0,0 0 0,1-1-1,-1 0 1,0 1 0,0-1 0,0 0-1,0 1 1,0-1 0,-1 0 0,1 0-1,0 0 1,-1 0 0,1 0 0,-1-3-1,3-2 12,6-15-19,2 1-1,14-22 1,-22 37-2,1 0 1,0 1-1,1-1 0,-1 1 1,1 0-1,0 0 1,1 0-1,-1 1 1,1-1-1,0 2 0,10-7 1,-14 10-2,0 0 0,0 0 0,-1 0 0,1 0 0,0 0 0,0 0 0,-1 1 0,1-1 0,0 0 0,-1 1 0,1 0 0,0-1 0,-1 1 0,1 0 0,-1 0 0,1 0 1,-1 0-1,0 0 0,1 0 0,-1 0 0,0 0 0,0 1 0,1-1 0,-1 1 0,0-1 0,0 0 0,-1 1 0,1 0 0,0-1 0,0 1 0,-1-1 0,1 3 0,20 57 8,-8-1-29,1 6-3091,-1-21-5274,-5-22-448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17.439"/>
    </inkml:context>
    <inkml:brush xml:id="br0">
      <inkml:brushProperty name="width" value="0.05" units="cm"/>
      <inkml:brushProperty name="height" value="0.05" units="cm"/>
    </inkml:brush>
  </inkml:definitions>
  <inkml:trace contextRef="#ctx0" brushRef="#br0">29 117 10453,'0'0'10442,"-4"-20"-9532,-11-57-150,11 58-205,4 38 51,-6 714 1066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17.856"/>
    </inkml:context>
    <inkml:brush xml:id="br0">
      <inkml:brushProperty name="width" value="0.05" units="cm"/>
      <inkml:brushProperty name="height" value="0.05" units="cm"/>
    </inkml:brush>
  </inkml:definitions>
  <inkml:trace contextRef="#ctx0" brushRef="#br0">32 22 14038,'0'0'6820,"-8"2"-6564,-16 7 70,38-5 235,65-4 526,-44-1-930,244-16 401,6-1-1142,-285 20-133,0 1 1,0 0-1,0-1 0,0 1 1,-1-1-1,1 0 1,-1 1-1,0-1 1,1 1-1,-1-1 1,-2 4-1,-16 13-7340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18.759"/>
    </inkml:context>
    <inkml:brush xml:id="br0">
      <inkml:brushProperty name="width" value="0.05" units="cm"/>
      <inkml:brushProperty name="height" value="0.05" units="cm"/>
    </inkml:brush>
  </inkml:definitions>
  <inkml:trace contextRef="#ctx0" brushRef="#br0">27 371 9812,'0'0'7495,"-1"-4"-6575,-10-47 2215,7 39-2569,1-1-1,0 1 1,1-1-1,-1-18 1,3 26-532,0-9 71,0-1-1,1 1 0,5-24 1,-5 32-97,1 1 0,0 0 0,0 0 0,1 0 0,-1 0 0,1 0 1,0 0-1,0 1 0,1-1 0,0 1 0,-1 0 0,9-7 0,-3 3 15,1 1-1,0-1 0,1 2 1,-1-1-1,1 2 1,19-8-1,-27 11-17,0 1 0,0 0 0,1 0 1,-1 1-1,0-1 0,1 1 0,-1-1 0,0 1 1,1 0-1,-1 0 0,0 1 0,1-1 0,-1 1 0,0-1 1,1 1-1,-1 0 0,0 0 0,0 1 0,0-1 1,0 1-1,0-1 0,0 1 0,0 0 0,-1 0 0,1 0 1,-1 1-1,1-1 0,2 5 0,1 0 14,-1 1 0,-1-1 0,0 1 0,0 1 0,0-1 0,-1 0 0,0 1 0,-1 0 0,3 15 0,-2 4 5,-3 52 0,0-38-14,0-41 36,1-27 95,2 13-135,1 0 1,0 0-1,0 0 1,1 1-1,1-1 1,12-19-1,4-2 0,27-32-1,-45 60 3,1 0 0,1 1 1,-1-1-1,1 1 0,0 0 0,0 0 0,0 1 1,0 0-1,1 0 0,9-4 0,-13 7 2,0 0 0,0 1 0,1-1 0,-1 0 0,1 1-1,-1 0 1,0 0 0,1 0 0,-1 0 0,1 0 0,-1 1 0,1 0 0,-1-1-1,0 1 1,0 0 0,1 1 0,-1-1 0,0 1 0,0-1 0,0 1 0,0 0-1,-1 0 1,1 0 0,0 0 0,2 3 0,6 7 28,-1-1 1,0 1-1,-1 1 1,0 0 0,0 0-1,-2 1 1,0 0-1,10 27 1,-4 3-349,15 78 1,-23-106-1710,2-9-2920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24.167"/>
    </inkml:context>
    <inkml:brush xml:id="br0">
      <inkml:brushProperty name="width" value="0.05" units="cm"/>
      <inkml:brushProperty name="height" value="0.05" units="cm"/>
    </inkml:brush>
  </inkml:definitions>
  <inkml:trace contextRef="#ctx0" brushRef="#br0">35 0 7652,'0'0'11890,"-6"5"-11564,4-4-266,0 1 0,0 1 0,0-1 0,0 0 0,0 0 0,0 1 0,0-1 0,1 1 0,0-1 0,-1 1 0,1 0 0,0 0 0,0 0 0,0-1 0,0 5 0,-2 54 739,3-49-739,0 35 70,0 53-2311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24.527"/>
    </inkml:context>
    <inkml:brush xml:id="br0">
      <inkml:brushProperty name="width" value="0.05" units="cm"/>
      <inkml:brushProperty name="height" value="0.05" units="cm"/>
    </inkml:brush>
  </inkml:definitions>
  <inkml:trace contextRef="#ctx0" brushRef="#br0">0 148 10901,'0'0'6133,"11"-8"-5540,87-67 1429,-96 74-1939,0 0-1,-1-1 1,1 1-1,-1-1 1,1 0 0,-1 1-1,0-1 1,0 0-1,0 0 1,0 0 0,0 0-1,0 0 1,0 0 0,0 0-1,-1 0 1,1 0-1,-1 0 1,0 0 0,0 0-1,0-4 1,0 4-40,-1 1 0,1 0 0,-1 0 0,1-1 0,-1 1 0,0 0 0,1 0 0,-1 0 1,0 0-1,0 0 0,0 0 0,0 0 0,0 0 0,0 0 0,0 1 0,0-1 0,0 0 0,-1 1 0,1-1 0,0 1 1,0-1-1,-1 1 0,1-1 0,0 1 0,0 0 0,-1 0 0,1 0 0,0-1 0,-1 1 0,1 1 0,-3-1 0,1 0-183,0 0-1,0 0 1,-1 0-1,1 0 0,0 0 1,0 1-1,0 0 1,-1 0-1,1 0 0,0 0 1,0 0-1,0 0 0,0 1 1,0-1-1,1 1 1,-5 3-1,5-2-128,0 0-1,0 0 1,0 0-1,1 0 1,-1 1-1,1-1 1,0 0-1,0 1 1,0-1-1,0 1 1,1-1 0,-1 1-1,1-1 1,0 1-1,0 5 1,0 17-4235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24.877"/>
    </inkml:context>
    <inkml:brush xml:id="br0">
      <inkml:brushProperty name="width" value="0.05" units="cm"/>
      <inkml:brushProperty name="height" value="0.05" units="cm"/>
    </inkml:brush>
  </inkml:definitions>
  <inkml:trace contextRef="#ctx0" brushRef="#br0">0 0 7860,'0'0'6787,"153"3"-6787,-137-3-80,-8 4-1105,-8 4-1344,0 3-977,0 6-1792</inkml:trace>
  <inkml:trace contextRef="#ctx0" brushRef="#br0" timeOffset="1">0 0 5715,'19'180'2577,"-27"-168"-800,8-7 224,0 0-705,5-5-79,24 0 495,10 0-1167,4-7-193,-4-3-272,1 1-80,-6 1-80,0 1-753,-5-2-2400,-5 2-2177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25.236"/>
    </inkml:context>
    <inkml:brush xml:id="br0">
      <inkml:brushProperty name="width" value="0.05" units="cm"/>
      <inkml:brushProperty name="height" value="0.05" units="cm"/>
    </inkml:brush>
  </inkml:definitions>
  <inkml:trace contextRef="#ctx0" brushRef="#br0">90 0 13030,'0'0'8358,"-7"8"-7845,0 1-418,0 1 1,0-1-1,1 1 1,0 0-1,1 1 1,0-1-1,1 1 0,0 0 1,1 0-1,0 0 1,0 1-1,1-1 1,0 15-1,2-24-96,-1 0-1,1 0 1,0 0-1,0 0 0,1 0 1,-1 0-1,0-1 1,0 1-1,1 0 1,-1 0-1,1 0 0,0 0 1,0-1-1,-1 1 1,1 0-1,0-1 1,0 1-1,1 0 1,1 2-1,0-3 0,0 0-1,0 0 1,0 0 0,0 0 0,0 0-1,0-1 1,0 1 0,0-1-1,0 0 1,0 0 0,5 0 0,-2 0 4,0 0 0,1-1 1,-1 1-1,0-1 0,0-1 0,0 1 1,0-1-1,0 0 0,0 0 1,-1-1-1,8-4 0,-10 5 6,0 0 0,0-1 0,0 1 0,0-1 0,-1 0 0,1 0 0,-1 0 0,0 0 0,0 0 0,0-1 0,0 1 0,0-1 0,-1 1 0,0-1 0,0 0 0,0 1 0,0-1-1,0 0 1,0-7 0,-1 9 2,0 0 0,1 0 0,-1 0 0,0 0 0,0-1-1,0 1 1,-1 0 0,1 0 0,0 0 0,-1 0 0,1 0-1,-1 0 1,0 0 0,0 0 0,1 0 0,-1 1 0,-1-1 0,1 0-1,0 0 1,0 1 0,-1-1 0,1 1 0,-1-1 0,1 1-1,-1-1 1,1 1 0,-1 0 0,0 0 0,-2-1 0,-4 0-26,1 0-1,-1 0 1,0 1 0,1 0 0,-1 1 0,-13 0 0,21 0 15,-46 0-1638,16 0-4267,11 0-5278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23.731"/>
    </inkml:context>
    <inkml:brush xml:id="br0">
      <inkml:brushProperty name="width" value="0.05" units="cm"/>
      <inkml:brushProperty name="height" value="0.05" units="cm"/>
    </inkml:brush>
  </inkml:definitions>
  <inkml:trace contextRef="#ctx0" brushRef="#br0">800 69 7924,'0'0'11701,"19"-11"-10874,57-35-173,-57 35 1117,-32 12-1664,0 1-1,0 1 1,1 0-1,-1 1 1,1 0-1,0 1 1,-22 12-1,-9 3-29,-62 23-62,-199 86 45,219-88-43,-118 77 0,162-85-66,40-32 47,0 0-1,0 0 1,1 0-1,-1 1 1,0-1 0,0 0-1,0 0 1,1 1-1,-1-1 1,1 0-1,-1 1 1,1-1-1,-1 1 1,1 1-1,0-2 3,0 0-1,1-1 0,-1 1 0,0 0 0,0 0 0,1-1 1,-1 1-1,1 0 0,-1-1 0,1 1 0,-1 0 1,1-1-1,-1 1 0,1-1 0,0 1 0,-1-1 0,1 1 1,0-1-1,-1 1 0,1-1 0,0 0 0,-1 1 0,1-1 1,0 0-1,0 0 0,0 1 0,-1-1 0,2 0 1,35 7 4,0-2 1,0-2 0,63-2-1,6 0 31,-21 4-86,-1-3 51,-1 4-1,0 4 0,122 30 1,-200-38-16,1 0 0,-1 0 0,1 0 0,-1 0 0,0 1 0,0 0 0,0 0 1,0 1-1,-1-1 0,5 6 0,-8-8 6,0 0 0,0 0 0,0 0 0,0 0-1,-1 0 1,1 1 0,0-1 0,-1 0 0,1 1 0,-1-1 0,0 0 0,1 1-1,-1-1 1,0 0 0,0 1 0,0-1 0,0 1 0,0 2 0,-1-2-4,0 0 0,0 1 0,0-1 0,0 0 0,0 0 0,-1 1 0,1-1 0,-1 0 0,1 0 0,-1 0 0,0-1 0,1 1 0,-1 0 0,-3 1 0,-39 26-87,-1-2 0,-2-2 0,-72 29 0,47-23 33,-3 2 46,-63 30 4,118-53 17,0 2 1,1 0-1,0 1 1,-23 22-1,40-34 1,1 1-1,-1-1 1,0 1-1,1-1 1,-1 1-1,1 0 0,-1-1 1,1 1-1,0 0 1,0 0-1,0 0 1,0 0-1,0 0 0,0 0 1,1 0-1,-1 0 1,0 1-1,1-1 1,0 0-1,0 0 0,-1 0 1,1 1-1,1 1 1,0-1-2,0-1 0,0 0 1,1 0-1,-1 0 0,0 0 0,1 0 1,0 0-1,-1 0 0,1-1 1,0 1-1,0-1 0,0 1 1,0-1-1,0 0 0,0 0 0,1 0 1,2 1-1,13 5-11,1-1 1,0-2-1,39 6 0,-50-9 12,140 12-248,224-7-1,-209-8-24,-142 0-1215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26.625"/>
    </inkml:context>
    <inkml:brush xml:id="br0">
      <inkml:brushProperty name="width" value="0.05" units="cm"/>
      <inkml:brushProperty name="height" value="0.05" units="cm"/>
    </inkml:brush>
  </inkml:definitions>
  <inkml:trace contextRef="#ctx0" brushRef="#br0">21 247 16,'0'0'16717,"-16"-4"-9025,14-5-7626,1-1 0,0 0 1,0 0-1,1 1 1,0-1-1,1 0 1,0 0-1,5-18 1,-5 24-51,0 1 0,1 0 0,-1-1 0,1 1 0,-1 0 0,1 0 0,0 0 0,1 0 1,-1 0-1,0 1 0,1-1 0,-1 1 0,1-1 0,0 1 0,0 0 0,0 0 0,0 0 0,0 1 0,0-1 0,1 1 0,-1 0 1,0-1-1,1 1 0,-1 1 0,1-1 0,-1 1 0,7-1 0,-5 0-18,0 1 0,0 0 1,0 0-1,0 0 0,-1 1 0,1-1 0,0 1 0,0 0 1,-1 1-1,1-1 0,0 1 0,-1 0 0,1 0 0,4 3 1,-5-1-1,0-1 0,-1 1 0,1 1 0,-1-1 1,0 0-1,0 1 0,0 0 0,-1-1 0,1 1 1,-1 0-1,0 0 0,1 8 0,1-1 5,-1-1 0,-1 1-1,0 0 1,0 0 0,-1 17-1,-1-29 86,1-12 160,3-3-255,0-1 0,1 1 0,1 0 0,0 0 0,1 1-1,1-1 1,0 2 0,1-1 0,0 1 0,1 1 0,1-1-1,0 2 1,0-1 0,1 2 0,21-15 0,-32 24 4,1 0 1,-1 1 0,1-1 0,-1 0-1,1 1 1,-1-1 0,1 1 0,-1 0-1,1-1 1,0 1 0,-1 0 0,1 0-1,-1 0 1,1 0 0,0 0-1,-1 0 1,1 1 0,0-1 0,-1 0-1,1 1 1,-1-1 0,1 1 0,-1 0-1,1 0 1,-1-1 0,0 1 0,1 0-1,-1 0 1,0 0 0,0 0 0,1 1-1,-1-1 1,0 0 0,2 3-1,2 4-9,-1 0-1,0 0 0,0 1 0,6 17 0,-5-10 31,17 65 25,-16-56-318,16 45 0,-19-63-332,0 0 0,1 0 1,0-1-1,0 1 0,10 11 0,4-2-3883,3-5-3554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28.588"/>
    </inkml:context>
    <inkml:brush xml:id="br0">
      <inkml:brushProperty name="width" value="0.05" units="cm"/>
      <inkml:brushProperty name="height" value="0.05" units="cm"/>
    </inkml:brush>
  </inkml:definitions>
  <inkml:trace contextRef="#ctx0" brushRef="#br0">1 42 13750,'0'0'4768,"24"-7"-4200,-13 3-503,88-22 685,-87 24-601,0 1 0,1 0 0,-1 0 0,0 1 0,0 1 0,1 0 0,-1 0 0,15 5 0,-19-4-107,-1 0-1,0 1 1,-1-1 0,1 1 0,0 1 0,-1-1 0,0 1-1,0 0 1,0 1 0,0 0 0,0 0 0,-1 0 0,0 0 0,0 1-1,-1 0 1,1 0 0,-1 0 0,-1 0 0,1 1 0,-1-1-1,0 1 1,-1 0 0,1 0 0,-1 0 0,-1 0 0,1 1-1,-1-1 1,-1 0 0,1 1 0,-1-1 0,0 0 0,-1 1-1,0-1 1,0 0 0,-1 1 0,0-1 0,0 0 0,0 0 0,-1 0-1,-4 8 1,-10 12 5,-1 0 1,-1-1-1,-2-1 0,0-1 0,-48 42 0,-38 42 284,84-71-115,23-37-207,-1 1 0,1 0 0,0-1 0,0 1 0,0 0 0,-1-1 0,1 1 0,0 0 0,0 0 0,0-1 0,0 1 0,0 0 0,0 0 0,0-1 0,1 1 0,-1 0 0,0 0 0,0-1 0,0 1 0,1 0 0,-1-1 0,0 1 0,1 0 0,-1-1 0,1 1 0,-1-1 0,1 1 0,-1-1-1,1 1 1,-1-1 0,1 1 0,-1-1 0,1 1 0,0-1 0,-1 1 0,1-1 0,0 0 0,-1 0 0,1 1 0,0-1 0,-1 0 0,1 0 0,0 0 0,0 0 0,-1 0 0,1 0 0,0 0 0,0 0 0,-1 0 0,1 0 0,1 0 0,70 1 310,1-3 1,-1-2-1,110-23 0,-123 14-1026,0-4-1,82-33 0,-103 31-5161,-20 8-417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29.461"/>
    </inkml:context>
    <inkml:brush xml:id="br0">
      <inkml:brushProperty name="width" value="0.05" units="cm"/>
      <inkml:brushProperty name="height" value="0.05" units="cm"/>
    </inkml:brush>
  </inkml:definitions>
  <inkml:trace contextRef="#ctx0" brushRef="#br0">537 61 2689,'0'0'18048,"0"-10"-17260,1 5-683,-1 3-84,0 1 0,1-1 0,-1 1 0,0-1 0,0 1 0,0 0 0,0-1 0,0 1 0,0-1 0,0 1 0,-1-1 0,1 1 0,0-1 0,-1 1 0,1 0 0,-1-1 0,1 1 0,-1 0 0,0-1 0,0 1 0,0 0 0,1 0 0,-1 0 0,0 0 1,0 0-1,-1 0 0,1 0 0,0 0 0,0 0 0,0 0 0,-1 1 0,1-1 0,0 0 0,-1 1 0,1-1 0,0 1 0,-1 0 0,1-1 0,-1 1 0,1 0 0,-1 0 0,1 0 0,0 0 0,-3 0 0,-39 0 225,-21-2-36,0 3 0,0 3 0,1 3 0,-85 19 0,145-25-203,0 0-1,0 0 0,1 1 1,-1-1-1,0 1 1,1 0-1,-1 0 0,1-1 1,0 2-1,0-1 1,-1 0-1,2 0 0,-1 1 1,0-1-1,0 1 1,1-1-1,-1 1 0,1 0 1,0 0-1,0-1 1,0 1-1,0 0 0,0 4 1,-2 9 48,1-1 1,0 1-1,2 22 0,0-15 16,15 488 1055,-7-358-820,47 474 233,-30-480-456,77 252 0,-98-382-66,1-1-1,1-1 1,16 30 0,-20-41-20,0 0 0,1-1-1,-1 1 1,1-1 0,0 1 0,0-1-1,0 0 1,1 0 0,-1-1 0,1 1-1,0-1 1,-1 1 0,1-1 0,0 0 0,0-1-1,1 1 1,-1-1 0,0 0 0,9 2-1,1-2 26,0-1 0,0-1 0,0 0 0,0 0 0,0-1 0,-1-1 0,1-1 0,24-8 0,4-7-231,54-31 0,-37 17-739,14-7-4102,-43 24-622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1.448"/>
    </inkml:context>
    <inkml:brush xml:id="br0">
      <inkml:brushProperty name="width" value="0.05" units="cm"/>
      <inkml:brushProperty name="height" value="0.05" units="cm"/>
    </inkml:brush>
  </inkml:definitions>
  <inkml:trace contextRef="#ctx0" brushRef="#br0">78 56 8868,'0'0'11277,"-9"-10"-10314,-27-31-635,36 41-326,0 0 1,0-1-1,-1 1 0,1 0 0,0 0 0,0-1 0,-1 1 0,1 0 0,0 0 0,0-1 0,-1 1 0,1 0 0,0 0 0,-1 0 0,1-1 0,0 1 0,-1 0 0,1 0 0,0 0 0,-1 0 0,1 0 0,0 0 0,-1 0 0,1 0 0,-1 0 0,1 0 0,0 0 0,-1 0 0,1 0 0,0 0 0,-1 0 0,1 0 0,0 0 0,-1 0 0,1 1 0,0-1 0,-1 0 0,1 0 0,0 0 0,-1 0 0,1 1 0,0-1 0,0 0 0,-1 1 0,1-1 0,0 0 0,0 0 0,-1 1 0,1-1 0,0 0 0,0 1 0,0-1 0,-5 19 64,5-18-38,-4 17 86,0-1 0,2 1 0,0-1 0,1 1 0,1 0 0,1 0 1,0-1-1,2 1 0,4 18 0,-6-30-114,1 0 0,0-1-1,0 1 1,1-1 0,-1 0 0,1 1-1,1-1 1,-1 0 0,1-1 0,-1 1-1,1-1 1,1 1 0,-1-1 0,0 0-1,1-1 1,0 1 0,0-1 0,0 0-1,0 0 1,1-1 0,-1 1 0,1-1-1,0 0 1,-1-1 0,1 1 0,0-1-1,0-1 1,0 1 0,0-1 0,7 0-1,-8 0 10,-1 0 0,1 0-1,0-1 1,-1 0-1,1 1 1,-1-2 0,0 1-1,1 0 1,-1-1-1,0 0 1,0 0 0,0 0-1,0 0 1,0-1-1,0 0 1,-1 0 0,1 0-1,-1 0 1,0 0-1,0-1 1,0 1 0,0-1-1,-1 0 1,1 0-1,-1 0 1,3-6 0,6-15 271,0 0 1,-1-1-1,9-38 1,-17 57-35,-1 23 197,1 1 0,8 31 0,-4-17-331,18 139 139,-8 2 1,-7 220 0,-8-375-244,-1 0 0,-1 0 1,0 0-1,-2-1 0,1 1 0,-2-1 0,0 1 1,-1-1-1,-1-1 0,-1 1 0,-16 28 1,22-42-4,0 0 0,0-1 0,0 1 0,0-1 0,-1 1 1,1-1-1,0 1 0,-1-1 0,1 0 0,-1 0 1,1 0-1,-1 0 0,0 0 0,0 0 0,1 0 0,-1-1 1,0 1-1,0 0 0,0-1 0,0 0 0,0 1 0,0-1 1,0 0-1,1 0 0,-1 0 0,0 0 0,0 0 1,0-1-1,0 1 0,0-1 0,0 1 0,0-1 0,1 0 1,-1 1-1,0-1 0,0 0 0,1 0 0,-1 0 1,1-1-1,-1 1 0,1 0 0,-1 0 0,1-1 0,0 1 1,-1-1-1,0-2 0,-7-6 30,1-1-1,1 1 1,0-2-1,0 1 1,-6-16-1,5 8-34,1 0 0,1-1 0,1 0 0,1 0 0,0-1-1,2 1 1,-1-36 0,3 43-1,1 0 1,0-1-1,1 1 0,1 0 0,0 0 1,0 1-1,1-1 0,1 1 1,0-1-1,1 1 0,0 1 0,15-22 1,-6 15-110,1 0 0,1 2 0,1 0 1,0 0-1,36-22 0,-8 12-3075,74-32-1,-59 29-2334,-22 5-1206,-12 1-848</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1.840"/>
    </inkml:context>
    <inkml:brush xml:id="br0">
      <inkml:brushProperty name="width" value="0.05" units="cm"/>
      <inkml:brushProperty name="height" value="0.05" units="cm"/>
    </inkml:brush>
  </inkml:definitions>
  <inkml:trace contextRef="#ctx0" brushRef="#br0">0 1 9588,'0'0'11446,"0"71"-11094,0-36 16,0 1-272,0-1-48,0-1-96,0-8 16,0-5-928,0-7-1618,0-4-1760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2.189"/>
    </inkml:context>
    <inkml:brush xml:id="br0">
      <inkml:brushProperty name="width" value="0.05" units="cm"/>
      <inkml:brushProperty name="height" value="0.05" units="cm"/>
    </inkml:brush>
  </inkml:definitions>
  <inkml:trace contextRef="#ctx0" brushRef="#br0">25 101 10101,'0'0'6949,"-1"0"-6876,1 0-1,-1 0 0,1 0 0,0 0 0,-1-1 0,1 1 0,0 0 0,-1 0 0,1 0 0,0 0 0,-1-1 0,1 1 0,0 0 0,-1 0 0,1-1 0,0 1 0,0 0 0,-1-1 0,1 1 0,0 0 0,0-1 0,0 1 0,-1 0 0,1-1 0,0 1 0,0 0 0,0-1 0,0 1 0,0-1 0,0 1 0,0 0 1,0-1-1,0 1 0,0 0 0,0-1 0,0 1 0,0-1 0,0 1 0,0 0 0,0-1 0,1 0 0,2-4 284,0-1-1,0 1 1,-1-1 0,1 0-1,-1 0 1,-1-1 0,1 1 0,-1 0-1,0 0 1,0-1 0,-1-8-1,0 15-358,-1-1 0,1 1 0,-1-1 0,0 1 0,1-1 0,-1 1 0,0-1 0,1 1 0,-1 0-1,0-1 1,0 1 0,0 0 0,1-1 0,-1 1 0,0 0 0,0 0 0,0 0 0,1 0 0,-1 0-1,0 0 1,0 0 0,0 0 0,0 0 0,1 0 0,-1 1 0,0-1 0,0 0 0,0 0 0,1 1-1,-1-1 1,0 1 0,1-1 0,-1 0 0,0 1 0,1-1 0,-1 1 0,0 0 0,1-1 0,-1 1-1,1 0 1,-1-1 0,0 2 0,-1 4-556,0 1 0,1-1 0,0 1 0,0-1 0,0 1 0,1 11-1,6 20-5800,14-12-1110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2.560"/>
    </inkml:context>
    <inkml:brush xml:id="br0">
      <inkml:brushProperty name="width" value="0.05" units="cm"/>
      <inkml:brushProperty name="height" value="0.05" units="cm"/>
    </inkml:brush>
  </inkml:definitions>
  <inkml:trace contextRef="#ctx0" brushRef="#br0">6 24 16023,'0'0'8450,"-5"1"-8072,5 0 226,14 0-164,43 1 64,73-4-171,-35-10-260,-62 7-100,52-3 0,-78 7 254</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2.935"/>
    </inkml:context>
    <inkml:brush xml:id="br0">
      <inkml:brushProperty name="width" value="0.05" units="cm"/>
      <inkml:brushProperty name="height" value="0.05" units="cm"/>
    </inkml:brush>
  </inkml:definitions>
  <inkml:trace contextRef="#ctx0" brushRef="#br0">330 89 10837,'0'0'10351,"-20"-16"-9497,-67-49-46,85 64-787,0 0 0,-1 0 0,1 0-1,0 0 1,0 0 0,-1 1-1,1-1 1,-1 1 0,1-1 0,-1 1-1,1 0 1,0 0 0,-1 0-1,1 0 1,-1 1 0,1-1 0,-1 1-1,1-1 1,0 1 0,-1 0-1,1 0 1,0 0 0,0 0 0,-1 0-1,1 1 1,0-1 0,0 1-1,1-1 1,-1 1 0,0 0 0,0-1-1,1 1 1,-1 0 0,1 0-1,0 0 1,-1 1 0,0 1 0,-6 6 69,-6 8 59,1 0-1,0 0 0,2 1 1,0 1-1,1 0 1,0 1-1,2-1 0,1 2 1,-7 30-1,5-2-9,2 1 1,3-1-1,2 56 0,3-79-127,1-1 0,2 1-1,0-1 1,2 1 0,1-2 0,1 1-1,1-1 1,2 0 0,17 31 0,-17-36-99,0-2 0,1 1 1,1-2-1,1 0 0,1 0 0,0-1 1,1-1-1,0-1 0,2 0 0,-1-1 1,36 19-1,-40-26-425,-1-1-1,1-1 1,-1 0-1,1-1 1,0-1-1,17 2 1,43-4-7685,-43-3-447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3.910"/>
    </inkml:context>
    <inkml:brush xml:id="br0">
      <inkml:brushProperty name="width" value="0.05" units="cm"/>
      <inkml:brushProperty name="height" value="0.05" units="cm"/>
    </inkml:brush>
  </inkml:definitions>
  <inkml:trace contextRef="#ctx0" brushRef="#br0">13 108 10005,'0'0'9180,"-2"-7"-8500,-8-22-80,10 27-546,0 1-1,1 0 0,-1 0 1,1 0-1,-1 0 1,0 0-1,1 0 0,0 0 1,-1 0-1,1 0 0,0 0 1,-1 1-1,1-1 1,0 0-1,0 0 0,0 0 1,0 1-1,0-1 0,0 1 1,0-1-1,0 1 1,0-1-1,0 1 0,0-1 1,0 1-1,0 0 0,0 0 1,2-1-1,30-7 1003,-29 8-993,0-1-1,0 0 1,0 1 0,0 0-1,0 0 1,0 0-1,0 0 1,0 1-1,-1 0 1,1-1 0,0 2-1,0-1 1,0 0-1,-1 1 1,1-1 0,-1 1-1,1 0 1,-1 0-1,0 0 1,0 1-1,0-1 1,0 1 0,3 3-1,-2 0-38,-1 0-1,0 0 0,0 0 1,0 0-1,-1 0 1,0 1-1,0-1 0,-1 1 1,0 0-1,0-1 1,0 1-1,-1 13 0,0-18 10,0 0 0,0-1 0,0 1 0,0 0 0,0 0 0,0-1 0,-1 1 0,1 0 0,-1 0 0,1-1 0,-1 1 0,0 0 0,1-1 0,-1 1 0,0-1 0,0 1 0,0-1 0,0 1 0,0-1 0,-1 0 0,-2 3 0,4-4 87,-8-20 923,8 13-1040,0 1-1,0-1 0,0 0 1,1 1-1,0-1 0,0 1 1,1-1-1,-1 1 1,2 0-1,-1 0 0,1 0 1,-1 0-1,2 0 0,-1 0 1,1 1-1,0-1 1,0 1-1,0 0 0,1 1 1,-1-1-1,1 1 0,1-1 1,-1 1-1,0 1 1,1-1-1,8-3 0,-12 6-8,0 0-1,0 0 1,0 0-1,0 0 1,0 0-1,1 1 1,-1-1-1,0 1 0,0-1 1,1 1-1,-1 0 1,0 0-1,1 0 1,-1 0-1,0 0 1,1 0-1,-1 1 1,0-1-1,0 1 1,1 0-1,-1 0 0,3 1 1,-2 0 2,0 1 0,0 0 0,0-1 1,0 1-1,0 0 0,-1 0 0,1 1 0,-1-1 1,0 0-1,0 1 0,0-1 0,1 5 0,2 6 13,0-1-1,-2 1 1,1 0-1,-2 1 0,0-1 1,0 20-1,20-77 112,-17 30-118,1 1 0,1-1 1,0 1-1,0 1 0,2-1 0,-1 1 0,1 1 1,1-1-1,0 2 0,0-1 0,13-8 1,-21 17-6,-1 0 0,0 0 0,1 1 1,0-1-1,-1 0 0,1 1 0,-1-1 1,1 1-1,0-1 0,-1 1 1,1 0-1,0 0 0,-1 0 0,1 0 1,0 0-1,-1 0 0,1 0 0,0 0 1,-1 1-1,1-1 0,-1 1 1,1-1-1,0 1 0,-1 0 0,1-1 1,-1 1-1,0 0 0,1 0 0,-1 0 1,0 0-1,1 0 0,-1 0 0,0 1 1,0-1-1,0 0 0,2 3 1,2 6-10,0-1 0,-1 0 0,0 1 1,5 19-1,-2-8 6,0 1-369,-1 0-1,-1 0 0,-2 1 1,3 34-1,-6-56 133,0 0 0,0 0 0,0 0 0,0 0 0,0 0 0,1 0 0,-1 0 0,0 0 0,0 0 0,1 0 0,-1 0 0,1 0 0,-1-1 0,1 1 0,-1 0 0,1 0 0,0 0 0,-1-1 0,1 1 0,0 0 0,-1-1 0,1 1 0,0-1 0,0 1 0,0-1 0,0 1 0,-1-1 0,1 1 0,0-1 0,0 0 0,0 0 0,0 1 0,0-1 0,0 0 0,0 0 0,2 0 0,12 0-5792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4.505"/>
    </inkml:context>
    <inkml:brush xml:id="br0">
      <inkml:brushProperty name="width" value="0.05" units="cm"/>
      <inkml:brushProperty name="height" value="0.05" units="cm"/>
    </inkml:brush>
  </inkml:definitions>
  <inkml:trace contextRef="#ctx0" brushRef="#br0">0 70 8260,'0'0'10562,"13"-9"-10247,42-24-72,-54 32-234,0 1 0,-1-1 0,1 1 0,0-1 0,0 1 0,-1 0 0,1 0 0,0-1 0,0 1 0,0 0 0,0 0 0,0 0 0,-1 0 0,1 0 0,0 0 0,0 0 0,0 0 1,0 0-1,0 0 0,0 0 0,-1 0 0,1 1 0,0-1 0,0 0 0,0 1 0,-1-1 0,1 1 0,0-1 0,0 1 0,-1-1 0,1 1 0,0-1 0,-1 1 0,1-1 0,-1 1 0,1 0 1,-1 0-1,1-1 0,-1 1 0,1 0 0,-1 0 0,1 1 0,4 32 445,-5-31-382,1 11 13,-1-1 1,0 1 0,-1 0 0,-1 0 0,0-1 0,0 1 0,-2-1-1,0 0 1,0 0 0,-9 17 0,7-12-69,5-12-63,5-8-181,16-21 242,7-5-4,-1-1 0,-2-1-1,-1-1 1,-1-1 0,28-57 0,-55 99 1775,-5 11-1557,0 1 0,2 1 1,0-1-1,-8 44 0,15-54-223,0 0 1,1 0-1,0 0 0,1 0 1,0 0-1,4 15 0,-3-22-68,-1-1 1,1 1-1,0-1 0,1 0 0,-1 0 0,1 1 0,0-2 0,0 1 1,0 0-1,0-1 0,1 1 0,0-1 0,-1 0 0,1 0 0,0-1 0,0 1 1,1-1-1,4 3 0,58 18-3762,-20-14-2426,-12-6-3050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4.890"/>
    </inkml:context>
    <inkml:brush xml:id="br0">
      <inkml:brushProperty name="width" value="0.05" units="cm"/>
      <inkml:brushProperty name="height" value="0.05" units="cm"/>
    </inkml:brush>
  </inkml:definitions>
  <inkml:trace contextRef="#ctx0" brushRef="#br0">1 0 14070,'0'0'9237,"0"76"-8501,0-36-336,0 5 32,10 3-208,-2 1-224,-5-4 65,-1-9-130,-2-10 65,0-9-1312,0-10-1297</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5.312"/>
    </inkml:context>
    <inkml:brush xml:id="br0">
      <inkml:brushProperty name="width" value="0.05" units="cm"/>
      <inkml:brushProperty name="height" value="0.05" units="cm"/>
    </inkml:brush>
  </inkml:definitions>
  <inkml:trace contextRef="#ctx0" brushRef="#br0">14 19 9220,'0'0'14919,"-14"-19"-14983,28 19-48,7 7-672,0 10-1906,2-1-2240,1 1-6819</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5.665"/>
    </inkml:context>
    <inkml:brush xml:id="br0">
      <inkml:brushProperty name="width" value="0.05" units="cm"/>
      <inkml:brushProperty name="height" value="0.05" units="cm"/>
    </inkml:brush>
  </inkml:definitions>
  <inkml:trace contextRef="#ctx0" brushRef="#br0">1 230 11573,'0'0'10968,"4"-6"-10570,-1 2-340,1-1 1,0 1 0,0 1 0,0-1 0,1 1 0,0-1 0,-1 1 0,1 0 0,0 1 0,0-1 0,1 1 0,-1 0 0,10-2 0,90-17 532,-72 16-530,255-38-1533,-287 43 1154,9-2-1942</inkml:trace>
  <inkml:trace contextRef="#ctx0" brushRef="#br0" timeOffset="1">267 15 13382,'0'0'10994,"-4"-5"-10569,3 5-418,1-1 0,-1 0 0,1 1 1,-1-1-1,1 0 0,-1 1 0,0-1 0,1 1 1,-1-1-1,0 1 0,0-1 0,1 1 0,-1-1 1,0 1-1,0 0 0,0-1 0,1 1 0,-1 0 1,0 0-1,-1-1 0,-3 14 360,12 44 241,26 169-771,-22-183-2098,5-17-3146,-3-14 85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6.039"/>
    </inkml:context>
    <inkml:brush xml:id="br0">
      <inkml:brushProperty name="width" value="0.05" units="cm"/>
      <inkml:brushProperty name="height" value="0.05" units="cm"/>
    </inkml:brush>
  </inkml:definitions>
  <inkml:trace contextRef="#ctx0" brushRef="#br0">271 17 15463,'0'0'10122,"-11"-5"-9746,8 3-364,0 1-1,-1-1 1,1 1-1,-1 0 1,1 0-1,-1 0 1,1 0-1,-1 0 1,1 1 0,-1 0-1,0 0 1,1 0-1,-1 0 1,0 0-1,1 1 1,-1 0-1,0-1 1,1 1-1,-1 1 1,1-1-1,0 0 1,-1 1-1,1 0 1,0 0-1,0 0 1,0 0 0,-4 3-1,-10 10 38,1 1 1,0 0-1,1 1 1,1 0-1,1 1 1,-16 28-1,23-36-47,1 0-1,0 1 1,0-1 0,1 1-1,1 0 1,-1 0 0,2 0-1,0 1 1,0-1 0,1 0-1,0 1 1,1-1 0,1 1-1,2 15 1,-2-25-2,0 0-1,0 0 1,0 0-1,0 0 1,0 0 0,0 0-1,1 0 1,-1 0 0,1-1-1,-1 1 1,1-1 0,0 1-1,0-1 1,0 0 0,0 0-1,0 0 1,0 0-1,0 0 1,0 0 0,0 0-1,0-1 1,0 1 0,0-1-1,1 1 1,2-1 0,64 4-203,-55-5 103,9 1-371,-1-2 0,1-1 0,-1 0 1,0-2-1,36-12 0,-32 7-3076,-1 0 1,28-18-1,-27 12-5857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6.399"/>
    </inkml:context>
    <inkml:brush xml:id="br0">
      <inkml:brushProperty name="width" value="0.05" units="cm"/>
      <inkml:brushProperty name="height" value="0.05" units="cm"/>
    </inkml:brush>
  </inkml:definitions>
  <inkml:trace contextRef="#ctx0" brushRef="#br0">3 34 16680,'0'0'8668,"-1"-8"-8391,0-15-170,1 23-102,0 0 0,0 0 0,0 0 0,1-1 0,-1 1 0,0 0 0,0 0 0,0 0 0,1-1 0,-1 1 0,0 0 0,1 0 0,-1 0 0,0 0 0,0 0 0,1 0 1,-1 0-1,0-1 0,1 1 0,-1 0 0,0 0 0,1 0 0,-1 0 0,0 0 0,0 0 0,1 1 0,-1-1 0,0 0 0,1 0 0,-1 0 0,0 0 0,1 0 0,-1 0 0,0 0 0,0 1 1,1-1-1,-1 0 0,45 38 413,-34-28-359,27 26 71,-1 2 0,-3 1 0,-1 1 0,-2 2 0,44 77 0,-63-96-165,-1 0 1,0 1 0,-2 1-1,-1-1 1,-1 1 0,-1 0-1,-1 1 1,-1-1 0,-1 1 0,-2 0-1,0 0 1,-2 0 0,-6 38-1,2-44-276,-1 1 0,-1-1 0,-1 0 0,-1-1 0,0 0 0,-2 0 0,0-1 0,-1-1 0,-18 21 0,16-21-1297,-1-1-1,-1-1 1,0 0 0,-1-1-1,-23 14 1,-13 2-9179</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7.206"/>
    </inkml:context>
    <inkml:brush xml:id="br0">
      <inkml:brushProperty name="width" value="0.05" units="cm"/>
      <inkml:brushProperty name="height" value="0.05" units="cm"/>
    </inkml:brush>
  </inkml:definitions>
  <inkml:trace contextRef="#ctx0" brushRef="#br0">0 103 13094,'0'0'8791,"2"-4"-8239,0 2-511,1-1 0,-1 0 0,1 1 0,0-1 0,0 1 0,0 0 0,0 0 0,0 0 0,0 1 0,1-1 0,-1 1 0,1-1 0,-1 1 0,1 0 0,3 0 0,72-13 422,-34 7-179,146-40 442,-189 47-539,13 53 119,-7-9-186,-2 0 0,-2 0 0,-2 0-1,-4 60 1,0-18-9,-14 418 489,32 400-474,-16-891-127,0 0 0,-1 0 0,0 0 1,-1 0-1,-6 21 0,6-29 9,0 0 0,0-1 0,-1 1 0,1-1 1,-1 1-1,0-1 0,0 0 0,0 0 0,-1 0 0,1-1 0,-1 1 1,0-1-1,0 0 0,-1 0 0,1 0 0,-10 4 0,-3 0 167,0-1-1,0-1 0,-1 0 1,0-1-1,0-1 0,0-1 1,-27 0-1,-29-2-5662,38 0-1416</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39.681"/>
    </inkml:context>
    <inkml:brush xml:id="br0">
      <inkml:brushProperty name="width" value="0.05" units="cm"/>
      <inkml:brushProperty name="height" value="0.05" units="cm"/>
    </inkml:brush>
  </inkml:definitions>
  <inkml:trace contextRef="#ctx0" brushRef="#br0">202 63 11301,'0'0'10965,"1"-14"-10116,0-12-645,0 25-182,-1 0 0,1 0 0,-1 0 0,0 0-1,0 0 1,0 0 0,0 0 0,0 0 0,0-1 0,0 1 0,0 0 0,0 0 0,0 0 0,0 0 0,-1 0 0,1 0 0,0 0 0,-1 0 0,0-2 0,-25 48 340,-4 14-87,3 1-1,3 1 1,2 2-1,3 0 1,3 0-1,3 2 1,-9 106-1,19-113-238,3-1 0,2 1 0,3-1 1,21 98-1,-22-135-130,2 0 1,0-1-1,1 0 1,1 0-1,1-1 1,0 0-1,2 0 1,0-1-1,1-1 1,0 0-1,1 0 1,1-2-1,1 1 1,0-2-1,0 0 1,34 20-1,-39-27-382,0-2 0,0 1 0,0-2-1,1 1 1,-1-1 0,20 2 0,33-1-4544,-17-4-1834</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40.183"/>
    </inkml:context>
    <inkml:brush xml:id="br0">
      <inkml:brushProperty name="width" value="0.05" units="cm"/>
      <inkml:brushProperty name="height" value="0.05" units="cm"/>
    </inkml:brush>
  </inkml:definitions>
  <inkml:trace contextRef="#ctx0" brushRef="#br0">40 22 13654,'0'0'9893,"-9"-2"-9330,-1-1-456,-10-3 288,46 3 10,99 5 194,139-4-457,-247-2-187,-7 2-1916,0 1-4463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40.897"/>
    </inkml:context>
    <inkml:brush xml:id="br0">
      <inkml:brushProperty name="width" value="0.05" units="cm"/>
      <inkml:brushProperty name="height" value="0.05" units="cm"/>
    </inkml:brush>
  </inkml:definitions>
  <inkml:trace contextRef="#ctx0" brushRef="#br0">0 76 13350,'0'0'8780,"16"-12"-8430,52-37 127,-65 47-443,-1 0-1,0 1 1,1 0-1,-1-1 0,1 1 1,0 0-1,-1 0 1,1 0-1,0 0 1,-1 1-1,1-1 0,0 1 1,0 0-1,0 0 1,-1 0-1,1 0 1,0 0-1,0 0 1,0 1-1,-1 0 0,1-1 1,0 1-1,0 0 1,-1 0-1,1 0 1,-1 1-1,1-1 1,-1 1-1,0-1 0,1 1 1,-1 0-1,0 0 1,0 0-1,0 0 1,0 0-1,-1 0 1,1 1-1,-1-1 0,1 0 1,1 5-1,1 3 42,1 0 0,-2 0-1,1 0 1,-2 0 0,1 1 0,-1-1-1,-1 1 1,1 14 0,-1-16-56,-1 1 0,0-1 1,-1 1-1,1 0 0,-2-1 1,1 0-1,-2 1 1,1-1-1,-1 0 0,0 0 1,-1 0-1,0-1 0,-1 1 1,1-1-1,-10 11 0,-50 46-5,106-106-161,-2-2 0,-1-2 0,-2-1 1,47-80-1,-83 124 159,0 1 42,1-2 0,-1 1 0,0 0 1,0 0-1,0 0 0,0-1 0,0 1 1,-1 0-1,1-1 0,0-2 0,-1 4 570,0 7-471,-2 11-153,0 0 0,-1-1 1,-10 32-1,7-27 3,1 1 0,-3 25 0,5-30 17,2 0 0,1 0 0,0 0 0,1 0 0,4 25 0,-4-38-111,1 1 0,-1 0 1,1-1-1,0 0 1,0 1-1,0-1 1,1 0-1,0 0 0,0 0 1,0 0-1,0-1 1,0 1-1,1-1 1,-1 0-1,1 0 1,0 0-1,0 0 0,0-1 1,1 1-1,-1-1 1,0 0-1,1-1 1,8 3-1,-2-2-1349,0 0 0,0-1 0,0 0 0,16-1 1,-14 0-1231,14 0-6078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41.256"/>
    </inkml:context>
    <inkml:brush xml:id="br0">
      <inkml:brushProperty name="width" value="0.05" units="cm"/>
      <inkml:brushProperty name="height" value="0.05" units="cm"/>
    </inkml:brush>
  </inkml:definitions>
  <inkml:trace contextRef="#ctx0" brushRef="#br0">0 1 12598,'0'0'9863,"0"3"-9551,2 99 2395,-1 8-3883,-1-109 896,1 6-1844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41.601"/>
    </inkml:context>
    <inkml:brush xml:id="br0">
      <inkml:brushProperty name="width" value="0.05" units="cm"/>
      <inkml:brushProperty name="height" value="0.05" units="cm"/>
    </inkml:brush>
  </inkml:definitions>
  <inkml:trace contextRef="#ctx0" brushRef="#br0">14 109 11157,'0'0'7633,"5"-3"-6851,8-7-347,-9 8-193,0 0-1,0 0 0,-1-1 1,1 1-1,-1-1 1,1 0-1,-1 0 0,0 0 1,0-1-1,-1 1 0,1-1 1,0 1-1,-1-1 0,0 0 1,0 0-1,0 0 0,-1 0 1,1 0-1,-1-1 0,0 1 1,0 0-1,0-8 0,-2 12-229,0-1 0,0 0 0,0 0 0,0 0 0,0 0 0,0 1 0,-1-1 0,1 1 0,0-1 0,0 1 0,-1-1-1,1 1 1,0 0 0,0-1 0,-1 1 0,1 0 0,-1 0 0,1 0 0,0 0 0,-1 0 0,-1 1 0,-33 2-699,34 0 285,0-1 0,-1 1-1,1-1 1,0 1 0,1 0-1,-1 0 1,0-1 0,1 1 0,-1 0-1,1 1 1,0-1 0,0 0-1,1 0 1,-1 0 0,0 1 0,1-1-1,0 0 1,0 6 0,0 14-5948</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41.959"/>
    </inkml:context>
    <inkml:brush xml:id="br0">
      <inkml:brushProperty name="width" value="0.05" units="cm"/>
      <inkml:brushProperty name="height" value="0.05" units="cm"/>
    </inkml:brush>
  </inkml:definitions>
  <inkml:trace contextRef="#ctx0" brushRef="#br0">1 30 17624,'0'0'9162,"2"-8"-8824,-2 7-334,0 0-1,0 1 1,0-1-1,0 0 0,0 0 1,0 0-1,0 0 0,1 0 1,-1 1-1,0-1 1,1 0-1,-1 0 0,0 0 1,1 1-1,-1-1 1,1 0-1,-1 1 0,1-1 1,0 0-1,-1 1 0,1-1 1,0 1-1,-1-1 1,1 1-1,0-1 0,0 1 1,-1-1-1,1 1 0,0 0 1,0-1-1,0 1 1,0 0-1,-1 0 0,1 0 1,0 0-1,0 0 1,0 0-1,0 0 0,0 0 1,0 0-1,-1 0 0,1 0 1,0 0-1,0 0 1,0 1-1,0-1 0,-1 0 1,1 1-1,0-1 0,1 1 1,7 5 56,0 1 0,0 0 0,16 16 0,-11-10 13,8 9-37,-1 1-1,-1 1 1,-2 0 0,0 1 0,-1 2-1,-2-1 1,-1 2 0,0 0-1,11 40 1,-9-19-41,-4 1 1,-1 1-1,-2 0 0,3 95 0,-11-127-103,-1-1 0,-1 0 0,0 0-1,-1 0 1,-1 0 0,-1 0 0,-1 0 0,0-1-1,-1 0 1,-1 0 0,-1 0 0,0-1-1,-13 19 1,-19 21-2350,-55 59-1,22-38-2693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53.825"/>
    </inkml:context>
    <inkml:brush xml:id="br0">
      <inkml:brushProperty name="width" value="0.05" units="cm"/>
      <inkml:brushProperty name="height" value="0.05" units="cm"/>
    </inkml:brush>
  </inkml:definitions>
  <inkml:trace contextRef="#ctx0" brushRef="#br0">75 1 2513,'0'0'15127,"-13"4"-14345,-36 14 31,36-10 1552,19-4-1738,12-3-374,52 0-2,6 0 74,-1-3 1,94-14-1,-127 16-8193,-34 0 2786</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54.751"/>
    </inkml:context>
    <inkml:brush xml:id="br0">
      <inkml:brushProperty name="width" value="0.05" units="cm"/>
      <inkml:brushProperty name="height" value="0.05" units="cm"/>
    </inkml:brush>
  </inkml:definitions>
  <inkml:trace contextRef="#ctx0" brushRef="#br0">18 232 9316,'0'0'9818,"-3"-23"-8569,-10-72-169,13 91-991,-1 1 0,1-1 0,-1 0 0,1 1 0,1-1 0,-1 0 0,0 0 0,1 1 0,0-1 0,0 0 0,0 1-1,0-1 1,0 1 0,1-1 0,0 1 0,0 0 0,0 0 0,0-1 0,0 1 0,0 1 0,1-1 0,-1 0 0,1 1 0,0-1 0,0 1 0,0 0 0,0 0 0,0 0 0,1 0-1,5-2 1,3 0 66,0 1-1,0 0 0,0 1 0,0 0 0,0 1 0,21 0 1,-26 1-153,-1 0 1,0 1 0,1 0 0,-1 0-1,0 0 1,0 1 0,1 0 0,-2 0-1,1 1 1,0-1 0,0 1 0,-1 0 0,1 1-1,-1-1 1,0 1 0,6 6 0,-4-2-1,-1-1 1,0 1-1,0 0 1,-1 1 0,0-1-1,0 1 1,-1 0 0,0 1-1,4 16 1,-3-10 1,-2 0 0,0 1 0,-1-1 0,-1 0 0,-1 1 0,0-1 0,-1 1 0,0-1 0,-2 0 0,0 1 0,0-1 0,-11 25 0,-15 15 24,-2-2-1,-3-1 1,-71 85-1,4-6 2,89-105-25,12-27-4,0 1 1,0-1-1,0 1 1,0 0-1,1-1 1,-1 1-1,0-1 0,0 1 1,0-1-1,1 1 1,-1-1-1,0 1 0,0-1 1,1 1-1,-1-1 1,1 1-1,-1-1 0,0 1 1,1-1-1,-1 1 1,1-1-1,-1 0 0,1 1 1,-1-1-1,1 0 1,0 1-1,4 0 4,0 0-1,1 0 1,-1 0-1,1-1 1,-1 1-1,0-1 1,7-1-1,3 0 4,59-2-15,-1-4 0,102-23 0,-51 7 0,-104 21 1068,-13 1-4286</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57.228"/>
    </inkml:context>
    <inkml:brush xml:id="br0">
      <inkml:brushProperty name="width" value="0.05" units="cm"/>
      <inkml:brushProperty name="height" value="0.05" units="cm"/>
    </inkml:brush>
  </inkml:definitions>
  <inkml:trace contextRef="#ctx0" brushRef="#br0">61 148 10757,'0'0'7777,"-14"0"-7428,-29 0 212,40 0-203,6 0 32,32 0 380,352-26 384,-3-32-909,-17 3 127,-236 47-327,-130 9-160,0 0 0,0 1-1,-1-1 1,1 0-1,0 1 1,-1-1-1,1 0 1,-1 1-1,0-1 1,1 1 0,-1-1-1,0 1 1,0-1-1,0 1 1,0-1-1,0 1 1,0-1 0,0 1-1,-1-1 1,1 1-1,0-1 1,-1 1-1,1-1 1,-1 0-1,-1 2 1,-2 2-1025,-1 0 0,0-1 1,0 0-1,0 0 0,-10 5 0,12-7 442,-27 17-5859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58.086"/>
    </inkml:context>
    <inkml:brush xml:id="br0">
      <inkml:brushProperty name="width" value="0.05" units="cm"/>
      <inkml:brushProperty name="height" value="0.05" units="cm"/>
    </inkml:brush>
  </inkml:definitions>
  <inkml:trace contextRef="#ctx0" brushRef="#br0">43 247 9732,'0'0'7308,"-3"0"-6332,1 0-814,1 0-1,-1 0 0,1 1 1,0-2-1,-1 1 0,1 0 1,-1 0-1,1 0 0,0-1 1,-1 1-1,1 0 0,-1-1 1,1 0-1,0 1 1,0-1-1,-1 0 0,1 1 1,0-1-1,0 0 0,0 0 1,0 0-1,0 0 0,0 0 1,-1-2-1,0-1 47,1 0 0,0 0 0,0 0 0,1 0 1,-1-1-1,1 1 0,0 0 0,0-7 0,0 4-146,0-1 1,0 0-1,1 1 1,0-1-1,0 1 1,1-1-1,0 1 1,0 0-1,7-14 1,-6 16-41,1 0 1,0 0 0,0 1 0,0-1 0,0 1 0,1 0-1,-1 0 1,1 1 0,0-1 0,0 1 0,1 0 0,-1 0 0,9-2-1,-9 3 14,0 0 0,0 0 0,0 0 0,0 1 0,0 0 0,0 0 0,1 1 0,-1-1-1,0 1 1,0 0 0,1 1 0,9 1 0,-12-1-30,0 0 0,0 0 1,0 0-1,0 1 0,-1-1 0,1 1 0,0 0 1,-1 0-1,1 0 0,-1 0 0,1 0 0,-1 1 1,0-1-1,0 1 0,0-1 0,0 1 0,-1 0 1,1 0-1,-1-1 0,0 1 0,2 5 0,2 10 6,-1-1-1,0 0 0,-2 1 0,0 0 1,-1 0-1,-1 0 0,0-1 0,-6 31 1,-4-23 38,4-18 25,3-19 269,3 3-323,2 0 0,-1 0 0,1 0 1,0 1-1,1-1 0,0 1 0,8-16 0,37-59-17,-38 66 5,-2 4 0,0 1 1,1 0-1,1 1 1,0 0-1,21-19 1,-29 28-6,0 0 1,0 0-1,1 0 0,-1 1 1,1-1-1,-1 1 1,1-1-1,-1 1 0,1 0 1,0 0-1,-1 0 0,1 0 1,0 1-1,0-1 0,0 1 1,0-1-1,0 1 1,0 0-1,-1 0 0,1 0 1,0 1-1,0-1 0,0 1 1,0 0-1,0-1 0,-1 1 1,1 0-1,0 1 1,-1-1-1,1 0 0,-1 1 1,1 0-1,-1-1 0,0 1 1,1 0-1,2 4 0,13 17 22,-1 1-1,-1 1 0,-1 0 1,16 38-1,-13-25-139,27 41 0,-18-48-2940,-1-19-4153,-10-9-836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01.314"/>
    </inkml:context>
    <inkml:brush xml:id="br0">
      <inkml:brushProperty name="width" value="0.05" units="cm"/>
      <inkml:brushProperty name="height" value="0.05" units="cm"/>
    </inkml:brush>
  </inkml:definitions>
  <inkml:trace contextRef="#ctx0" brushRef="#br0">646 35 9380,'0'0'7622,"17"-7"-6960,51-18-206,-53 22-216,-18 9 97,-19 11-27,0-2 1,-1-1-1,-1-1 1,0 0-1,-34 11 1,11-4-270,-66 31 98,32-18 187,2 4-1,-133 86 1,210-122-300,-1 0 0,1 1 0,-1-1 0,1 1 0,0 0 0,0 0 0,0 0 0,0 0 0,0 0 0,0 0 0,0 1 0,1-1 0,-1 0 0,1 1 0,0-1 0,0 1 0,0 0 0,0-1 0,0 1 0,0 0 0,1 0 0,-1 0 0,1 3 0,0-5-23,1 0 0,0 0 0,0 0 0,-1 0 0,1 0 0,0 0 0,0-1 0,0 1 0,0 0 0,0 0 0,0-1 0,0 1 0,0-1 0,0 1 0,0-1 0,0 1 0,1-1 0,-1 0 0,0 1 0,0-1 0,0 0 0,1 0 0,-1 0 0,2 0 0,39 4 53,-36-3-43,201 0 340,-151-3-346,0 1 1,1 4-1,-1 1 0,77 17 0,-130-20-9,0-1 0,-1 1-1,1 0 1,0 0 0,0 0-1,-1 0 1,1 0 0,-1 1-1,1-1 1,-1 1 0,0 0-1,0 0 1,0 0 0,0 0-1,0 0 1,0 0 0,0 0-1,0 1 1,-1-1 0,1 0-1,-1 1 1,0 0 0,0-1-1,1 4 1,-2-3 2,0 0-1,0-1 1,0 1 0,0 0 0,0 0 0,-1 0-1,0 0 1,1 0 0,-1-1 0,0 1-1,0 0 1,-1-1 0,1 1 0,0-1 0,-1 1-1,0-1 1,1 0 0,-1 1 0,0-1-1,0 0 1,0 0 0,-1 0 0,-3 2-1,-44 30 42,-2-2 0,-104 47 0,78-42-65,8-3 36,9-6 91,-100 64 1,160-91-110,-1-1 1,1 1-1,0 0 1,0-1-1,-1 1 1,1 0-1,0 0 1,0 0-1,0 0 1,0 0-1,0 0 1,0 0-1,1 0 1,-1 1-1,0-1 1,0 0-1,1 0 1,-1 1-1,1-1 1,-1 0-1,1 1 1,0-1-1,-1 1 1,1 1-1,1-1 3,-1-1 0,1 0 0,0 0 0,0 0 0,0 0 1,0 0-1,0 0 0,0 0 0,0 0 0,1-1 0,-1 1 0,0 0 0,0-1 0,1 1 0,-1-1 0,0 1 0,1-1 0,-1 1 0,2-1 0,13 3 2,0 0 0,30 0 0,129-1-6,1-7 0,225-35-1,-338 28-20,10-3-134,-23 12-3439,-53 14-2729,-15 6 796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01.722"/>
    </inkml:context>
    <inkml:brush xml:id="br0">
      <inkml:brushProperty name="width" value="0.05" units="cm"/>
      <inkml:brushProperty name="height" value="0.05" units="cm"/>
    </inkml:brush>
  </inkml:definitions>
  <inkml:trace contextRef="#ctx0" brushRef="#br0">24 0 14295,'0'0'7011,"-2"12"-6792,-17 187 1870,16-110-9218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02.085"/>
    </inkml:context>
    <inkml:brush xml:id="br0">
      <inkml:brushProperty name="width" value="0.05" units="cm"/>
      <inkml:brushProperty name="height" value="0.05" units="cm"/>
    </inkml:brush>
  </inkml:definitions>
  <inkml:trace contextRef="#ctx0" brushRef="#br0">9 51 10229,'0'0'8049,"-1"-1"-7900,1 0 1,-1 1-1,0-1 1,0 0 0,0 0-1,1-1 1,-1 1-1,1 0 1,-1 0 0,1 0-1,-1 0 1,1-1-1,-1-1 1,21-27 2779,-13 27-2212,-8 21-1671,1-18 928,-7 56-4437,10-19-2517,5-17 219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08.921"/>
    </inkml:context>
    <inkml:brush xml:id="br0">
      <inkml:brushProperty name="width" value="0.05" units="cm"/>
      <inkml:brushProperty name="height" value="0.05" units="cm"/>
    </inkml:brush>
  </inkml:definitions>
  <inkml:trace contextRef="#ctx0" brushRef="#br0">1 3 11221,'0'0'10917,"7"0"-10466,26 0 31,-12-2-416,0 2 1,0 0 0,0 2 0,0 0 0,33 8 0,-53-10-234,0 0-1,0 1 1,-1-1-1,1 0 1,0 1 0,0-1-1,0 0 1,0 1-1,0-1 1,-1 1 0,1-1-1,0 1 1,0-1-1,-1 1 1,1 0 0,0-1-1,-1 1 1,1 0-1,-1 0 1,1-1 0,-1 1-1,1 0 1,-1 0-1,0 0 1,1 0 0,-1 0-1,0 0 1,0-1-1,1 1 1,-1 0-1,0 0 1,0 0 0,0 0-1,0 0 1,0 0-1,-1 0 1,1 0 0,0 0-1,0 0 1,0 0-1,-1-1 1,1 1 0,-1 0-1,1 0 1,-1 0-1,0 1 1,-2 2-602,0 0 0,0-1 0,0 1 0,0-1 0,-1 1 0,1-1 0,-6 3 0,-28 18-287,-3 0 1852,4 4 4053,53-27 542,13 1-5326,14-2 107,18 0-1290,-21-1-3285,-9-1-2590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09.286"/>
    </inkml:context>
    <inkml:brush xml:id="br0">
      <inkml:brushProperty name="width" value="0.05" units="cm"/>
      <inkml:brushProperty name="height" value="0.05" units="cm"/>
    </inkml:brush>
  </inkml:definitions>
  <inkml:trace contextRef="#ctx0" brushRef="#br0">27 4 8772,'0'0'12536,"-1"5"-12087,-2 30-13,-1-8-65,2 1 1,2 29-1,0-54-373,1-1 1,0 0 0,0 0 0,0 0-1,0-1 1,1 1 0,-1 0 0,0 0-1,1-1 1,0 1 0,-1 0 0,1-1-1,0 0 1,0 1 0,-1-1 0,1 0-1,0 0 1,0 0 0,0 0 0,1 0-1,-1-1 1,0 1 0,0-1 0,0 1-1,0-1 1,1 0 0,-1 0 0,0 0-1,0 0 1,4 0 0,-1 0 0,0 0 0,1 0 0,-1 0-1,1-1 1,-1 1 0,0-1 0,0 0 0,1-1 0,-1 0 0,0 1 0,0-2-1,5-2 1,-5 1 72,0-1-1,-1 0 1,0 0-1,0 0 1,0 0-1,-1-1 1,1 1-1,-1-1 1,-1 0-1,1 0 1,-1 0-1,0 0 1,0-1-1,-1 1 0,0 0 1,0-1-1,0 1 1,-1-1-1,0 1 1,0-1-1,-1 1 1,0-1-1,-2-7 1,3 12-55,-1 1 0,-1-1 0,1 0 0,0 1-1,0 0 1,0-1 0,-1 1 0,1 0 0,-1 0 0,1-1 0,-1 1 0,1 0 0,-1 1 0,0-1 0,1 0 0,-1 0 0,0 1 0,0-1 0,0 1 0,1-1 0,-1 1 0,-2 0 0,-48-2-414,39 2 34,6 0-664,0 1 1,-1-1-1,1 1 1,0 1-1,0-1 1,-10 5-1,-15 7-9494</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0.673"/>
    </inkml:context>
    <inkml:brush xml:id="br0">
      <inkml:brushProperty name="width" value="0.05" units="cm"/>
      <inkml:brushProperty name="height" value="0.05" units="cm"/>
    </inkml:brush>
  </inkml:definitions>
  <inkml:trace contextRef="#ctx0" brushRef="#br0">6 133 9476,'0'0'7484,"-1"-7"-2351,-3-24-3597,4 28-1477,0 0-1,0 0 1,0 0-1,0 1 1,1-1-1,-1 0 1,1 0-1,0 1 1,0-1-1,0 0 1,0 1-1,0-1 1,0 1-1,1-1 1,-1 1-1,3-3 1,1 1-17,0 0 1,0 0-1,0 1 0,0 0 1,1 0-1,9-3 1,-7 2-14,1 1 0,0 0 1,0 0-1,0 1 0,1 0 1,-1 1-1,18-1 0,-23 2-23,-1 0 1,1 1-1,0-1 0,-1 0 0,1 1 0,-1 0 1,1 0-1,0 0 0,-1 0 0,0 1 0,1-1 1,-1 1-1,0 0 0,0 0 0,0 0 0,0 0 1,0 1-1,0-1 0,-1 1 0,1 0 0,3 6 1,0 4 7,-1 1 0,0 0 0,-1 0 0,-1 0 0,0 0 0,-1 1 1,-1-1-1,0 1 0,0-1 0,-4 26 0,2 3 12,1-43 126,4-27 163,4 7-308,1 0-1,1 1 1,0 1 0,18-25 0,-19 32-4,-1 0-1,2 0 1,-1 1 0,1 0 0,1 0-1,0 1 1,20-13 0,-30 21-4,1 0 0,0 0 1,0 1-1,0-1 0,0 0 0,0 1 1,-1-1-1,1 1 0,0-1 0,0 1 1,1 0-1,-1 0 0,0 0 1,0 0-1,0 0 0,0 1 0,0-1 1,0 0-1,0 1 0,-1 0 0,4 1 1,-2 0-3,0 0-1,0 0 1,0 0 0,0 1 0,-1-1 0,0 1 0,1 0 0,-1-1 0,0 1 0,0 0 0,2 5 0,3 8-12,-1 0-1,0 0 1,6 33 0,-12-45 14,13 93 149,-4-22-1143,2-27-2533,-4-29-677,4-4-2899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3.226"/>
    </inkml:context>
    <inkml:brush xml:id="br0">
      <inkml:brushProperty name="width" value="0.05" units="cm"/>
      <inkml:brushProperty name="height" value="0.05" units="cm"/>
    </inkml:brush>
  </inkml:definitions>
  <inkml:trace contextRef="#ctx0" brushRef="#br0">0 98 2593,'0'0'15967,"17"-14"-15478,54-45 63,-67 56-494,0 1 1,0-1-1,1 1 1,-1 0-1,0 1 0,1-1 1,-1 1-1,1-1 1,-1 1-1,1 1 0,0-1 1,0 1-1,-1-1 1,1 1-1,0 1 0,-1-1 1,1 1-1,5 1 1,3 0 138,-9-1-144,1 0-1,-1 0 1,0 0-1,0 1 1,0 0-1,0 0 0,0 0 1,-1 0-1,1 1 1,0 0-1,-1-1 1,0 1-1,0 1 1,0-1-1,0 0 1,0 1-1,0-1 0,-1 1 1,0 0-1,0 0 1,0 0-1,0 0 1,-1 0-1,1 0 1,-1 0-1,1 9 1,1 1 17,0 1 1,-2 0-1,0-1 1,0 1-1,-2 0 1,-3 28-1,2-34-61,-1 0 0,0 0 0,0 0 0,-1-1 0,0 0-1,-1 1 1,0-1 0,0-1 0,-1 1 0,0-1 0,0 0-1,-10 9 1,15-16 31,9-3 27,30-25-40,-1-2 0,47-49 0,-72 67-15,0-1 0,-1-1-1,0 0 1,-1-1 0,-1 0 0,0 0 0,-2-1-1,1 0 1,-2 0 0,6-19 0,-12 34 41,0 1 0,1-1 0,-1 0 1,0 1-1,1-1 0,-1 0 0,0 0 1,0 1-1,0-1 0,0 0 0,0 0 0,0 0 1,0 1-1,0-1 0,0 0 0,0 0 1,0 1-1,0-1 0,0 0 0,-1 0 1,1 1-1,0-1 0,0 0 0,-1 1 0,0-2 1,-13 14 171,-15 34-308,22-32 107,1 0 1,1 0 0,0 0-1,1 0 1,0 1 0,-3 23 0,2 90 49,5-120-65,0-4-11,0 1 0,1-1 0,0 1 0,-1-1 1,1 1-1,1-1 0,-1 1 0,1-1 0,0 0 0,0 0 1,0 0-1,0 0 0,1 0 0,-1 0 0,1 0 1,0-1-1,0 0 0,1 1 0,-1-1 0,1 0 0,-1-1 1,1 1-1,0-1 0,0 1 0,0-1 0,0 0 0,1-1 1,-1 1-1,0-1 0,1 0 0,4 1 0,9 1-505,1 0 0,-1-1 0,0-1 1,1-1-1,-1 0 0,31-6 0,11-13-5026,-35 11 621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3.631"/>
    </inkml:context>
    <inkml:brush xml:id="br0">
      <inkml:brushProperty name="width" value="0.05" units="cm"/>
      <inkml:brushProperty name="height" value="0.05" units="cm"/>
    </inkml:brush>
  </inkml:definitions>
  <inkml:trace contextRef="#ctx0" brushRef="#br0">1 11 10741,'0'0'12211,"0"-10"-11755,0 141 525,0-72-7693</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3.989"/>
    </inkml:context>
    <inkml:brush xml:id="br0">
      <inkml:brushProperty name="width" value="0.05" units="cm"/>
      <inkml:brushProperty name="height" value="0.05" units="cm"/>
    </inkml:brush>
  </inkml:definitions>
  <inkml:trace contextRef="#ctx0" brushRef="#br0">64 86 5859,'0'0'11578,"-4"0"-11052,-11-2 385,34-1 1801,-18 2-2604,0 0 1,0 0-1,0 1 0,0-1 0,0 0 1,0 0-1,0 0 0,0-1 1,-1 1-1,1 0 0,0 0 1,-1 0-1,1 0 0,0-1 1,-1 1-1,0 0 0,1-1 0,-1 1 1,0 0-1,0-1 0,1 1 1,-1-1-1,0 1 0,-1-2 1,0-36 1030,0 38-1134,0 0-1,1 0 1,-1 1 0,0-1-1,0 0 1,0 1 0,0-1-1,0 0 1,0 1 0,1-1-1,-1 1 1,0-1 0,-1 1-1,1 0 1,0 0 0,0-1-1,0 1 1,0 0 0,0 0-1,0 0 1,0 0 0,0 0-1,0 0 1,0 0-1,0 0 1,-1 1 0,0-1-1,0 0-32,0 1 0,-1-1 0,1 0 0,0 1 0,0-1 0,0 1 0,-1 0 0,1-1 0,0 1 0,0 0 0,0 1-1,0-1 1,0 0 0,-1 2 0,0 2-532,1 1 0,0-1 0,0 1 0,1 0 0,0 0 0,0-1 0,0 1 0,0 0 0,2 11 0,-2-7-1238,1 21-5861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7.673"/>
    </inkml:context>
    <inkml:brush xml:id="br0">
      <inkml:brushProperty name="width" value="0.05" units="cm"/>
      <inkml:brushProperty name="height" value="0.05" units="cm"/>
    </inkml:brush>
  </inkml:definitions>
  <inkml:trace contextRef="#ctx0" brushRef="#br0">20 14 12406,'0'0'9898,"-5"2"-8959,-9 4-485,17-3 294,33-2 386,-24-1-1173,27 0 173,8 2-93,0-3 0,0-2 0,80-16 1,-103 15-1142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5.327"/>
    </inkml:context>
    <inkml:brush xml:id="br0">
      <inkml:brushProperty name="width" value="0.05" units="cm"/>
      <inkml:brushProperty name="height" value="0.05" units="cm"/>
    </inkml:brush>
  </inkml:definitions>
  <inkml:trace contextRef="#ctx0" brushRef="#br0">129 95 2593,'0'0'16514,"0"-16"-15164,0-47 19,0 47 1326,0 18-2381,-1 17-188,-1 0 1,-1-1-1,-1 1 0,-10 29 0,-4 14 134,-15 119 35,8 1 0,7 1 0,7 205 0,12-340-302,1-1 0,18 94 0,-14-115-41,1-1 0,1 0 1,1-1-1,1 1 0,2-2 0,0 0 1,16 22-1,-22-36-171,1 0 0,0-1 1,1 0-1,0 0 0,0 0 1,1-1-1,0-1 0,0 1 1,13 5-1,-10-6-644,0-1 0,1 0-1,-1-1 1,1 0 0,0-1 0,0-1 0,18 1 0,35-1-5839</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6.542"/>
    </inkml:context>
    <inkml:brush xml:id="br0">
      <inkml:brushProperty name="width" value="0.05" units="cm"/>
      <inkml:brushProperty name="height" value="0.05" units="cm"/>
    </inkml:brush>
  </inkml:definitions>
  <inkml:trace contextRef="#ctx0" brushRef="#br0">17 38 12886,'0'0'9434,"-2"-9"-8626,2 5-744,-5-20 198,2 24-118,2 20 37,-1 11 66,0 2-110,1 1-1,2 0 1,1-1 0,7 42 0,-7-67-136,0 0 0,0 1 0,1-1 0,0 0 0,1-1 0,-1 1 0,1 0 0,1-1 0,0 0 0,0 0 0,0-1 0,0 1 0,1-1 0,0 0 0,1 0 1,-1-1-1,1 0 0,0 0 0,1-1 0,-1 0 0,1 0 0,9 3 0,-9-4 12,0 0-1,1-1 1,-1 0 0,1 0-1,0-1 1,-1 0-1,1-1 1,0 1 0,0-2-1,-1 1 1,18-5 0,-20 3-3,1 0 1,-1-1 0,1 1 0,-1-2 0,0 1 0,0-1 0,0 0 0,0 0-1,-1-1 1,0 1 0,1-1 0,-2 0 0,1-1 0,7-11 0,-5 4 190,0-1-1,-1 0 1,-1 0 0,-1 0 0,0-1-1,0 1 1,-2-1 0,0 0 0,0 0-1,-1 0 1,-2-21 0,2 231-186,-4 242 191,2-406-191,-2 1-1,-1-1 0,-1 0 1,-2-1-1,-1 0 0,-1 0 1,-2 0-1,-1-1 0,-1-1 0,-20 31 1,32-57-12,0 0 1,0 0-1,0 0 1,-1 0-1,1 0 1,-1 0-1,0-1 1,1 1 0,-1-1-1,0 1 1,0-1-1,0 1 1,0-1-1,0 0 1,0 0-1,0 0 1,0 0-1,-1 0 1,1-1-1,0 1 1,0-1-1,-1 1 1,-4-1-1,4-1 9,0 0 0,0 0-1,1 0 1,-1 0 0,0-1-1,0 1 1,1-1 0,-1 0-1,1 0 1,-1 0 0,1 0 0,0 0-1,0 0 1,0-1 0,-3-3-1,-4-9 35,0 1 0,1-2 0,1 1 0,0-1 0,-5-21 0,6 18-42,1 0 1,1-1-1,1 0 1,1 0 0,1-39-1,1 52-9,0 0 0,1 0 0,1-1 0,-1 1 0,1 0 0,0 0 0,1 0 0,-1 1 0,2-1 0,-1 1 0,1-1 0,-1 1 0,2 0 0,-1 0 1,1 1-1,0-1 0,0 1 0,0 0 0,8-5 0,14-6-109,1 2 0,0 0 0,1 2 1,1 1-1,0 1 0,34-5 1,27-11-3984,-4-7-5750,-60 19 3206</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6.904"/>
    </inkml:context>
    <inkml:brush xml:id="br0">
      <inkml:brushProperty name="width" value="0.05" units="cm"/>
      <inkml:brushProperty name="height" value="0.05" units="cm"/>
    </inkml:brush>
  </inkml:definitions>
  <inkml:trace contextRef="#ctx0" brushRef="#br0">1 1 5699,'0'0'16594,"0"45"-14783,0 56-1109,0-58-4381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7.277"/>
    </inkml:context>
    <inkml:brush xml:id="br0">
      <inkml:brushProperty name="width" value="0.05" units="cm"/>
      <inkml:brushProperty name="height" value="0.05" units="cm"/>
    </inkml:brush>
  </inkml:definitions>
  <inkml:trace contextRef="#ctx0" brushRef="#br0">9 54 11269,'0'0'8580,"-1"0"-8524,1 0 0,-1 0-1,1 0 1,0 0 0,-1-1 0,1 1-1,-1 0 1,1 0 0,-1-1-1,1 1 1,0 0 0,-1-1 0,1 1-1,0 0 1,-1-1 0,1 1 0,0-1-1,0 1 1,-1 0 0,1-1 0,0 1-1,0-1 1,0 1 0,-1-1 0,1 1-1,0-1 1,0 0 0,3-1 275,-1 1-156,0 1 1,0-1-1,-1 0 1,1 0 0,0 0-1,-1 0 1,1 0-1,-1-1 1,0 1 0,1 0-1,-1-1 1,0 1-1,0-1 1,0 1-1,0-1 1,0 1 0,0-1-1,0 0 1,0 0-1,-1 1 1,1-1 0,-1 0-1,1 0 1,-1 0-1,0 0 1,1-3-1,-15 12-215,12-2-171,0-1 0,0 0 0,0 1 0,0 0-1,1-1 1,-1 1 0,1 0 0,1 0-1,-1 0 1,1-1 0,-1 1 0,2 7 0,-1-5-785,0 0 1,1 0-1,0 0 1,0 0 0,1-1-1,-1 1 1,2 0 0,3 9-1,18 15-7178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8.939"/>
    </inkml:context>
    <inkml:brush xml:id="br0">
      <inkml:brushProperty name="width" value="0.05" units="cm"/>
      <inkml:brushProperty name="height" value="0.05" units="cm"/>
    </inkml:brush>
  </inkml:definitions>
  <inkml:trace contextRef="#ctx0" brushRef="#br0">53 25 9700,'0'0'7169,"-5"-1"-6705,4 1-421,0 0 0,0 0 0,0 0 0,0 0 1,0 0-1,0 0 0,0 0 0,0 0 0,0 0 0,0 0 0,0 1 0,0-1 0,0 0 0,0 1 0,0-1 0,0 1 0,0-1 0,0 1 0,0-1 0,0 1 0,0 0 0,1-1 0,-1 1 0,0 0 0,1 0 1,-2 1-1,1 1 78,0 0 0,0 0 0,1 0 0,-1 0 0,1 0 0,0 0 0,0 0 0,0 0 0,0 0 0,0 0 0,1 3 0,0-4-100,0-1 1,-1 1 0,1-1-1,0 1 1,0-1 0,0 0-1,0 1 1,0-1-1,0 0 1,0 0 0,0 1-1,0-1 1,0 0 0,1 0-1,-1 0 1,1 0-1,-1-1 1,1 1 0,-1 0-1,1-1 1,-1 1 0,1-1-1,-1 1 1,1-1-1,0 0 1,-1 0 0,3 1-1,53 1 668,-46-2-385,-10 0-271,0 0 1,0-1 0,1 1-1,-1 0 1,0-1 0,0 1-1,0-1 1,0 1 0,0-1-1,0 1 1,0-1-1,0 0 1,0 0 0,0 1-1,0-1 1,0 0 0,-1 0-1,1 0 1,0 0 0,-1 0-1,1 0 1,0 0-1,-1 0 1,1 0 0,-1 0-1,0 0 1,1 0 0,-1-1-1,0 1 1,0 0 0,1-2-1,1-43 792,-2 36-485,-1 9-323,1 0 0,-1 0 0,1 0 0,-1 0 0,1 0-1,-1 0 1,0 0 0,1 0 0,-1 0 0,0 0 0,0 0 0,0 0 0,0 0 0,0 1 0,0-1 0,0 0 0,0 1 0,0-1 0,0 1 0,0-1-1,0 1 1,0-1 0,0 1 0,-1 0 0,1 0 0,0-1 0,0 1 0,0 0 0,-1 0 0,-1 1 0,-50-2-97,40 2 38,11-1-162,0 0 1,0 1-1,0-1 1,-1 0-1,1 1 0,0-1 1,0 1-1,0 0 1,0 0-1,0 0 1,0 0-1,1 0 1,-1 0-1,0 1 0,0-1 1,1 0-1,-1 1 1,1 0-1,-1-1 1,1 1-1,0 0 1,-1-1-1,1 1 1,0 0-1,0 0 0,-1 4 1,-4 13-5797</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19.926"/>
    </inkml:context>
    <inkml:brush xml:id="br0">
      <inkml:brushProperty name="width" value="0.05" units="cm"/>
      <inkml:brushProperty name="height" value="0.05" units="cm"/>
    </inkml:brush>
  </inkml:definitions>
  <inkml:trace contextRef="#ctx0" brushRef="#br0">4 88 12726,'0'0'10498,"0"-15"-9631,-2-43-203,2 43-333,0 41-112,0 2-54,-2 1-84,3 0-1,0 0 1,2 0-1,12 53 1,-14-75-79,1-1 0,1 0 0,-1 0 0,1 0 0,0 0 0,0 0 0,1 0 1,0-1-1,0 0 0,0 1 0,0-1 0,1-1 0,0 1 0,0-1 0,0 0 1,0 0-1,1 0 0,0-1 0,0 0 0,0 0 0,0 0 0,0-1 0,0 0 0,1 0 1,-1-1-1,1 0 0,8 1 0,-10-1 12,0-1-1,0 0 1,0 0-1,0 0 1,0 0 0,-1-1-1,1 0 1,0 0-1,0 0 1,0-1 0,-1 0-1,1 0 1,-1 0 0,0 0-1,1 0 1,-1-1-1,5-4 1,-2 0-5,0 0-1,-1-1 1,0 0 0,-1 0-1,0 0 1,0 0-1,0-1 1,2-9 0,0 1 139,-2 0 0,0-1 0,-1 1 0,0-1 0,-2 0 0,0 0 0,-1-24 0,-1 42 244,0 20-378,10 888 172,-10-886-183,0-1 0,-7 36 0,5-50 9,1-1-1,-1 1 1,0-1 0,0 0-1,-1 0 1,0 0 0,0 0-1,0 0 1,-1 0 0,0-1-1,0 0 1,-7 8 0,9-12 13,1 0 1,-1 0 0,1 0 0,-1 0-1,0 0 1,1 0 0,-1-1 0,0 1-1,0-1 1,1 1 0,-1-1 0,0 1-1,0-1 1,0 0 0,0 0 0,0 0-1,1 0 1,-1 0 0,0-1 0,0 1-1,0 0 1,1-1 0,-1 1 0,0-1-1,0 0 1,1 0 0,-1 1 0,0-1 0,1 0-1,-1 0 1,1-1 0,-1 1 0,-1-2-1,-5-5 84,-1 0 0,1-1-1,-14-19 1,18 22-133,-8-9 30,1-1 0,1 1 1,0-2-1,1 1 1,1-1-1,1-1 1,0 0-1,1 1 1,1-2-1,1 1 1,0-1-1,2 1 1,-1-25-1,3 39-13,1-1 0,0 1-1,0 0 1,1 0 0,-1 0-1,1 0 1,0 0 0,0 0 0,0 1-1,0-1 1,1 1 0,-1-1-1,1 1 1,0 0 0,0 0 0,0 0-1,1 0 1,-1 0 0,1 1-1,4-3 1,12-7-200,1 1 0,30-13-1,-40 19 25,82-30-2221,-26 11-1934,-3-5-4820,-35 12 2259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20.290"/>
    </inkml:context>
    <inkml:brush xml:id="br0">
      <inkml:brushProperty name="width" value="0.05" units="cm"/>
      <inkml:brushProperty name="height" value="0.05" units="cm"/>
    </inkml:brush>
  </inkml:definitions>
  <inkml:trace contextRef="#ctx0" brushRef="#br0">1 0 3618,'0'0'17570,"3"4"-16719,1 1-626,-1 0 0,1 1 0,-1-1 0,-1 1 0,1 0 0,-1 0 0,0 0 0,-1 0 0,1 0 0,-1 0 0,0 0 0,0 8 0,1 91-3053,-2-79-1134</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20.636"/>
    </inkml:context>
    <inkml:brush xml:id="br0">
      <inkml:brushProperty name="width" value="0.05" units="cm"/>
      <inkml:brushProperty name="height" value="0.05" units="cm"/>
    </inkml:brush>
  </inkml:definitions>
  <inkml:trace contextRef="#ctx0" brushRef="#br0">11 35 12838,'0'0'7782,"39"-11"-2564,-39 10-5212,1 1 36,0 0-1,-1-1 1,1 0 0,0 1 0,-1-1 0,1 1 0,-1-1 0,1 0 0,-1 1 0,1-1-1,-1 0 1,1 0 0,-1 1 0,0-1 0,1 0 0,-1 0 0,0 1 0,0-1 0,0 0-1,1 0 1,-1 0 0,0 0 0,0 1 0,0-1 0,0 0 0,-1 0 0,1 0 0,0 0 0,0 0-1,-2 0-246,0 1-1,0 0 0,0 0 0,-1 0 0,1 0 1,0 1-1,0-1 0,0 0 0,1 1 0,-1 0 1,0-1-1,0 1 0,-3 2 0,-14 25-8214,11-13-176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21.124"/>
    </inkml:context>
    <inkml:brush xml:id="br0">
      <inkml:brushProperty name="width" value="0.05" units="cm"/>
      <inkml:brushProperty name="height" value="0.05" units="cm"/>
    </inkml:brush>
  </inkml:definitions>
  <inkml:trace contextRef="#ctx0" brushRef="#br0">231 6 13286,'0'0'8174,"-12"28"-7274,-39 95-52,43-104-719,-1 0 1,-1 0-1,0-2 0,-2 1 0,0-1 1,-1-1-1,-1 0 0,0-1 0,-1 0 1,-23 17-1,38-32-113,0 0 1,0 0-1,0 1 1,0-1-1,0 0 1,-1 0-1,1 1 1,0-1-1,0 0 1,0 0-1,-1 0 1,1 1-1,0-1 1,0 0-1,-1 0 1,1 0-1,0 0 1,-1 0-1,1 0 1,0 1-1,0-1 1,-1 0-1,1 0 1,0 0-1,-1 0 1,1 0-1,0 0 1,0 0-1,-1 0 1,1 0-1,0 0 1,-1-1-1,1 1 1,0 0-1,0 0 1,-1 0-1,1 0 1,0 0-1,0 0 1,-1-1-1,1 1 1,0 0-1,0 0 1,-1 0-1,1-1 1,0 1-1,0 0 1,0 0-1,0 0 1,-1-1-1,1 1 1,0-1-1,0-22 350,12-31-248,8 3-63,26-48-1,-39 85 3,0 2 0,1-1 0,0 1 0,1 0-1,1 1 1,0 0 0,0 0 0,1 1 0,12-8 0,-22 17-50,1 0 1,-1 0-1,1 0 1,-1 0-1,1 1 1,-1-1-1,1 1 1,0-1 0,-1 1-1,1 0 1,0-1-1,-1 1 1,1 0-1,0 0 1,-1 0-1,1 0 1,0 1-1,-1-1 1,1 0 0,0 1-1,-1-1 1,1 1-1,-1 0 1,1-1-1,-1 1 1,1 0-1,-1 0 1,1 0 0,-1 0-1,0 0 1,0 0-1,1 0 1,0 2-1,5 5 29,-1 0 0,-1 0 0,1 1 0,5 13 0,-3-7-22,62 127-957,5 8-1899,-62-131-2091,3-6-3124</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21.859"/>
    </inkml:context>
    <inkml:brush xml:id="br0">
      <inkml:brushProperty name="width" value="0.05" units="cm"/>
      <inkml:brushProperty name="height" value="0.05" units="cm"/>
    </inkml:brush>
  </inkml:definitions>
  <inkml:trace contextRef="#ctx0" brushRef="#br0">16 88 12374,'0'0'11085,"-3"-14"-10074,-7-45-176,7 45-171,21 32-245,9 16-227,-2 0 0,-1 2 1,-2 0-1,24 56 0,57 167 183,-103-258-374,25 70 28,-4 1 0,13 76 0,-27-102-189,-2 0 0,-1 1 0,-3-1 0,-6 69 0,2-97-326,0-1 0,-1 0-1,-1 1 1,-1-1 0,0-1-1,-1 0 1,-1 0 0,0 0-1,-17 23 1,-38 41-5368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51.833"/>
    </inkml:context>
    <inkml:brush xml:id="br0">
      <inkml:brushProperty name="width" value="0.05" units="cm"/>
      <inkml:brushProperty name="height" value="0.05" units="cm"/>
    </inkml:brush>
  </inkml:definitions>
  <inkml:trace contextRef="#ctx0" brushRef="#br0">2 1 14983,'0'0'6824,"0"0"-6807,0 0 0,0 1-1,0-1 1,-1 1-1,1-1 1,0 1 0,0-1-1,0 1 1,0-1-1,0 1 1,0-1 0,0 0-1,0 1 1,0-1-1,0 1 1,0-1 0,0 1-1,0-1 1,0 1-1,1-1 1,-1 1 0,0-1-1,0 0 1,0 1-1,1-1 1,-1 1 0,0-1-1,1 0 1,-1 1 0,0-1-1,1 0 1,-1 1-1,0-1 1,1 0 0,-1 0-1,0 1 1,1-1-1,-1 0 1,2 0 0,7 3 60,2-1 0,-1-1 0,0 1 0,0-2 0,0 0 0,16-1 0,7 0-40,-19 1-82,0 1 0,0 0 0,0 1 0,-1 1 0,21 5 0,-31-7-203,0 1-1,1-1 0,-1 1 1,0 0-1,0 0 1,0 0-1,0 0 1,0 1-1,-1-1 1,5 6-1,-5-6-231,0 1 0,-1 0-1,0 0 1,1 0 0,-1-1 0,0 1 0,0 0-1,0 1 1,-1-1 0,1 0 0,-1 0-1,0 0 1,0 0 0,0 4 0,0-5 85,0 1 0,0-1 1,-1 0-1,1 0 0,0 0 1,-1 0-1,0 0 1,1 0-1,-1-1 0,0 1 1,-1 2-1,-27 24-5693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52.193"/>
    </inkml:context>
    <inkml:brush xml:id="br0">
      <inkml:brushProperty name="width" value="0.05" units="cm"/>
      <inkml:brushProperty name="height" value="0.05" units="cm"/>
    </inkml:brush>
  </inkml:definitions>
  <inkml:trace contextRef="#ctx0" brushRef="#br0">93 0 4610,'0'0'13991,"-93"76"-12759,125-76-207,5 0-545,13 0-128,0 0-240,-3 0-224,-2-7-16,-8 0-2946,-8 0-5105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45.066"/>
    </inkml:context>
    <inkml:brush xml:id="br0">
      <inkml:brushProperty name="width" value="0.05" units="cm"/>
      <inkml:brushProperty name="height" value="0.05" units="cm"/>
      <inkml:brushProperty name="color" value="#E71224"/>
    </inkml:brush>
  </inkml:definitions>
  <inkml:trace contextRef="#ctx0" brushRef="#br0">6 38 9236,'0'0'7569,"-1"-6"-6683,-2-19 24,2 18 2398,16 27-2751,-6-5-386,-1 1 0,0 0 0,-1 0-1,-1 1 1,-1 0 0,0 0 0,3 32 0,4 128 206,-11-115-186,54 658 363,28-238-529,3 18 14,-81-468-34,87 529 73,-16-208 37,-41-134-6,-33-217-112,2-9-184,1-9-484,-3-42-5578,-2 17-2187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48.942"/>
    </inkml:context>
    <inkml:brush xml:id="br0">
      <inkml:brushProperty name="width" value="0.05" units="cm"/>
      <inkml:brushProperty name="height" value="0.05" units="cm"/>
      <inkml:brushProperty name="color" value="#E71224"/>
    </inkml:brush>
  </inkml:definitions>
  <inkml:trace contextRef="#ctx0" brushRef="#br0">0 508 9124,'0'0'7334,"3"-2"-6739,3-1-324,1 0 0,-1 0 0,1 1 0,0 0 0,0 0-1,-1 0 1,1 1 0,14-1 0,66 2 866,-48 1-622,406 10 912,301-7-1163,-427-5-218,657 1 103,29-25-185,-830 19 48,-159 4-4,1 0-1,-1-1 1,1-1-1,22-8 0,-21 6 1,1 1-1,32-5 0,473-1 0,-464 12 2,1030 6 61,-891-7-119,-196-1 49,1 1 0,-1-1 0,1 0 0,-1 0 0,0 0 0,0 0 0,1-1 0,-1 1 0,3-3 0,24-9 3,51-4 4,1 3-1,115-3 1,172 14 34,-205 4-25,-87-20 3,438-11 9,-62 6-128,217-13 121,0 33 53,-462 4-33,490-22-164,-129 0 190,182-4 48,-349 4-145,283-21-36,947-55 98,103 132 42,-1601-24-133,656 59-23,-714-55 87,-53-9 160,0 0 1,38 1 0,-61 28 300,2 2014 3139,2-1888-3290,6 0-1,53 269 1,-54-384-264,57 347 141,-65-383-220,0 24-21,-1-32 14,0 0 0,-1 0-1,1 0 1,0 0 0,-1 0-1,1-1 1,0 1 0,-1 0-1,1 0 1,-1 0 0,0 0-1,1 0 1,-1-1-1,1 1 1,-1 0 0,0-1-1,0 1 1,0 0 0,1-1-1,-1 1 1,0-1 0,0 1-1,0-1 1,0 1 0,0-1-1,0 0 1,0 1-1,-1-1 1,-15 2-1535,1-1 1,-35-2-1,46 1 1103,-66-4-6488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3:51.721"/>
    </inkml:context>
    <inkml:brush xml:id="br0">
      <inkml:brushProperty name="width" value="0.05" units="cm"/>
      <inkml:brushProperty name="height" value="0.05" units="cm"/>
      <inkml:brushProperty name="color" value="#E71224"/>
    </inkml:brush>
  </inkml:definitions>
  <inkml:trace contextRef="#ctx0" brushRef="#br0">11 323 7908,'0'0'9148,"-2"-17"-6208,0 21-2887,1 0 0,-1 1 0,1-1 0,0 0 0,0 1 0,1-1 0,-1 1 0,1-1 0,0 1 0,0-1 0,1 1 0,-1-1 0,1 1 0,2 5 0,-2-7 1,1 1 1,0-1-1,-1 0 0,1 0 1,0 0-1,1-1 0,-1 1 1,1 0-1,-1-1 0,1 1 1,0-1-1,-1 0 0,1 0 1,0 0-1,1-1 0,-1 1 1,0-1-1,5 2 0,30 10 338,1-2 0,0-2 0,47 4-1,125 4 219,-160-14-484,427 3 22,-379-7-147,267-12-34,50 0 61,-213 13 17,1649 5 801,-1083 17-417,107 1-90,-15-18-171,569-4 8,619-76-24,-1136 38 75,-6 1 35,-137-33-117,29-2 24,-240 21-276,-372 32 86,492-8 87,-425 22-52,261-19-35,-218 6 8,-134 13-4,108-8-12,335-7 147,-598 18-78,-1 0-1,0-1 1,1 0 0,-1 0 0,0-1-1,0 0 1,0 0 0,0 0 0,9-7-1,-15 9-1,-2 0-44,0 0 1,0 1 0,0-1 0,0 1-1,0-1 1,0 1 0,0-1 0,0 1-1,0 0 1,0-1 0,0 1 0,0 0-1,0 0 1,0 0 0,0-1 0,0 1-1,-2 1 1,1-2-20,-92-5-1704,-17-3-6280,22-2-8810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4.656"/>
    </inkml:context>
    <inkml:brush xml:id="br0">
      <inkml:brushProperty name="width" value="0.05" units="cm"/>
      <inkml:brushProperty name="height" value="0.05" units="cm"/>
    </inkml:brush>
  </inkml:definitions>
  <inkml:trace contextRef="#ctx0" brushRef="#br0">56 343 13062,'0'0'7777,"0"8"-7225,1 48 260,-3 0 0,-2 0-1,-14 68 1,9-90-698,3-10 66,0 0-1,1 0 1,-1 37 757,10-111-16,-6-88-1,0 45-851,12-88 143,-7 156-145,1 0 1,1 1-1,1-1 1,2 1-1,11-26 0,-19 49-66,1 0 0,-1 0 0,0 0 0,1 0 0,-1 1 0,1-1 0,-1 0 0,1 0 0,-1 0 0,1 1 0,-1-1 0,1 0 0,0 1 0,-1-1-1,1 1 1,0-1 0,0 1 0,-1-1 0,1 1 0,0-1 0,0 1 0,0 0 0,0-1 0,0 1 0,-1 0 0,1 0 0,0 0 0,0-1 0,0 1-1,0 0 1,0 0 0,0 1 0,0-1 0,0 0 0,0 0 0,-1 0 0,1 0 0,0 1 0,0-1 0,0 1 0,0-1 0,0 0 0,-1 1-1,1-1 1,0 1 0,0 0 0,-1-1 0,1 1 0,0 0 0,-1-1 0,1 1 0,-1 0 0,1-1 0,-1 1 0,1 0 0,0 1 0,30 50-36,-29-49 49,20 46 17,30 100 1,-15-36-37,-36-111 6,-1 1 0,1-1 0,1 1 0,-1-1-1,0 1 1,0-1 0,1 0 0,-1 0 0,1 0 0,0 0-1,0 0 1,0 0 0,0 0 0,0 0 0,0-1 0,3 3 0,-3-4-1,0 1 1,0-1 0,0 1 0,0-1-1,-1 0 1,1 1 0,0-1 0,0 0-1,0 0 1,0-1 0,0 1 0,0 0-1,-1-1 1,1 1 0,0-1 0,0 1-1,3-3 1,2-1 6,0-1 0,0 0-1,0 0 1,-1-1 0,1 0-1,-1 0 1,-1-1 0,8-10-1,9-15-1,-2-2 0,-2-1 0,27-69 0,27-120 75,-49 147-36,-23 77-38,0 0-1,0 0 0,0-1 0,0 1 1,0 0-1,0 0 0,0 0 0,0-1 1,0 1-1,0 0 0,0 0 1,0 0-1,0 0 0,0-1 0,0 1 1,0 0-1,0 0 0,0 0 0,0-1 1,1 1-1,-1 0 0,0 0 1,0 0-1,0 0 0,0 0 0,0-1 1,1 1-1,-1 0 0,0 0 0,0 0 1,0 0-1,0 0 0,1 0 0,-1 0 1,0 0-1,0 0 0,0 0 1,1 0-1,-1 0 0,0 0 0,0 0 1,0 0-1,1 0 0,-1 0 0,0 0 1,0 0-1,0 0 0,0 0 1,1 0-1,-1 0 0,0 0 0,0 0 1,0 0-1,1 0 0,-1 0 0,0 1 1,0-1-1,0 0 0,0 0 0,1 0 1,9 18 35,4 27-100,-1 24 100,-2 2 0,-4-1-1,-3 1 1,-7 87 0,1-65-26,17 158 1,-7-224-208,-7-27 76,-1 1 0,0-1 0,0 1 0,1-1 0,-1 0 0,0 1 0,0-1 0,1 0 0,-1 0 0,0 1 0,1-1 0,-1 0 0,1 0 0,-1 1 0,0-1 0,1 0 0,-1 0 0,1 0 0,-1 0 0,0 1 0,1-1 0,-1 0 0,1 0 0,-1 0 0,1 0 0,-1 0 0,0 0 0,1 0 0,0-1 0,1 0-376,0 0 1,-1-1-1,1 1 0,-1-1 0,1 1 0,-1-1 0,0 0 0,1 0 0,-1 1 1,0-1-1,0 0 0,0 0 0,-1 0 0,1 0 0,0 0 0,-1-1 0,1-3 0,5-24-5969</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5.110"/>
    </inkml:context>
    <inkml:brush xml:id="br0">
      <inkml:brushProperty name="width" value="0.05" units="cm"/>
      <inkml:brushProperty name="height" value="0.05" units="cm"/>
    </inkml:brush>
  </inkml:definitions>
  <inkml:trace contextRef="#ctx0" brushRef="#br0">300 69 1521,'0'0'21377,"-3"-12"-20670,2 6-619,-12-31 148,13 36-221,-1 0 0,0 0 1,1 0-1,-1 1 0,1-1 0,-1 0 0,0 0 1,0 1-1,0-1 0,1 0 0,-1 1 1,0-1-1,0 1 0,0-1 0,0 1 0,0-1 1,0 1-1,0 0 0,0-1 0,0 1 0,0 0 1,0 0-1,0 0 0,0 0 0,0 0 1,0 0-1,0 0 0,0 0 0,0 0 0,0 1 1,0-1-1,0 0 0,0 1 0,0-1 1,0 1-1,0-1 0,-2 2 0,-10 6 144,0 0-1,1 1 0,-1 1 1,2 0-1,-1 0 0,-15 20 1,22-23-96,-1 0 1,1 0 0,0 0 0,1 1-1,0-1 1,0 1 0,0 0 0,1 0-1,0 1 1,1-1 0,0 1 0,0-1-1,0 12 1,2-15-65,0-1 0,0 1 1,0 0-1,1 0 0,0 0 0,0-1 0,0 1 0,1 0 1,-1-1-1,1 1 0,4 7 0,-2-7-1,1 0 1,0 0-1,0 0 0,0 0 0,0-1 1,1 0-1,11 7 0,172 91 29,-186-101-26,-1 1 0,1-1 0,-1 1 0,1 0 0,-1 0 0,0 0 0,0 0 0,0 1 0,0-1 0,-1 1 0,1-1 0,-1 1 0,1-1 0,-1 1 0,0 0 0,0-1 0,0 1 0,1 4 0,-2-5 3,0 0 0,0 0 0,-1 0-1,1 0 1,0-1 0,-1 1-1,1 0 1,-1 0 0,0 0 0,0 0-1,1-1 1,-1 1 0,0 0 0,-1-1-1,1 1 1,0-1 0,0 1-1,-1-1 1,1 1 0,0-1 0,-1 0-1,0 0 1,1 0 0,-1 0-1,0 0 1,-3 2 0,-29 12 33,-1 0 0,-1-2 0,0-2 1,-69 13-1,50-18-3235,1-3-3384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5.470"/>
    </inkml:context>
    <inkml:brush xml:id="br0">
      <inkml:brushProperty name="width" value="0.05" units="cm"/>
      <inkml:brushProperty name="height" value="0.05" units="cm"/>
    </inkml:brush>
  </inkml:definitions>
  <inkml:trace contextRef="#ctx0" brushRef="#br0">28 8 7411,'0'0'15640,"4"-7"-14531,-3 13-902,-1 1 0,0 0 0,0 0 0,0-1 0,-1 1 0,0 0 0,-1-1-1,1 1 1,-5 11 0,-4 24 286,4 1-269,3 1 0,1 1 0,6 72 0,-3-114-220,0 1 0,1 0 0,-1 0 0,1-1 0,0 1 0,0-1-1,0 1 1,0-1 0,0 0 0,1 0 0,-1 0 0,1 0 0,0 0 0,0-1 0,0 1 0,0-1 0,1 0 0,-1 0 0,1 0-1,-1 0 1,1 0 0,0-1 0,-1 0 0,1 0 0,0 0 0,0 0 0,0 0 0,7-1 0,2 2 1,-1-1-1,1-1 1,0 0 0,0-1 0,-1 0-1,1-1 1,24-6 0,-28 4-127,0 1-1,0-2 1,0 1-1,0-1 1,-1-1-1,0 0 1,0 0-1,0 0 1,11-13-1,-14 13-485,0-1 0,0 1-1,-1-1 1,0 0 0,4-9-1,-5 10-407,-1 0 0,0 0 0,-1 0 0,1 0 0,-1 0 0,0 0 0,-1-9 0,0-8-5187</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5.826"/>
    </inkml:context>
    <inkml:brush xml:id="br0">
      <inkml:brushProperty name="width" value="0.05" units="cm"/>
      <inkml:brushProperty name="height" value="0.05" units="cm"/>
    </inkml:brush>
  </inkml:definitions>
  <inkml:trace contextRef="#ctx0" brushRef="#br0">1 159 7892,'0'0'15719,"47"-123"-15223,-12 111 32,1 0-320,4 5-112,2 2-64,-5 5-32,-8 0-32,-8 0-432,-8 21-1281,-10 3-1152,-3 2-1329,-3 3-3137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6.172"/>
    </inkml:context>
    <inkml:brush xml:id="br0">
      <inkml:brushProperty name="width" value="0.05" units="cm"/>
      <inkml:brushProperty name="height" value="0.05" units="cm"/>
    </inkml:brush>
  </inkml:definitions>
  <inkml:trace contextRef="#ctx0" brushRef="#br0">1 0 6531,'0'0'15911,"76"14"-14710,-36-14-737,-3 0-272,-3 0-160,-3 0-32,-7 0-64,-8 0-816,-3 0-2562,-2 0-1616</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7.521"/>
    </inkml:context>
    <inkml:brush xml:id="br0">
      <inkml:brushProperty name="width" value="0.05" units="cm"/>
      <inkml:brushProperty name="height" value="0.05" units="cm"/>
    </inkml:brush>
  </inkml:definitions>
  <inkml:trace contextRef="#ctx0" brushRef="#br0">38 317 14711,'0'0'8470,"12"53"-6194,-9-11-1925,-2-1 0,-2 1 0,-1 0 0,-9 43 0,11-85-322,0 1-1,1-1 0,-1 1 0,0-1 0,0 1 1,0-1-1,0 1 0,0-1 0,0 1 0,-1 0 0,1-1 1,0 1-1,0-1 0,0 1 0,0-1 0,-1 1 1,1-1-1,0 0 0,0 1 0,-1-1 0,1 1 0,0-1 1,-1 1-1,1-1 0,0 0 0,-1 1 0,1-1 1,-1 0-1,1 0 0,-1 1 0,1-1 0,-1 0 0,1 0 1,-1 1-1,0-1 0,-8-17 473,-4-34-285,6-15-37,5-135 0,3 160-180,-1 25 34,1-1 0,0 1 0,1-1 0,1 1 0,1 0 0,0 0 0,1 0 0,1 0 0,0 1 0,9-15 0,-14 29-29,-1 0 0,1 0-1,-1 1 1,1-1 0,-1 1 0,1-1-1,0 1 1,-1-1 0,1 1-1,0-1 1,0 1 0,-1-1 0,1 1-1,0 0 1,0 0 0,0-1-1,-1 1 1,1 0 0,0 0 0,0 0-1,0 0 1,0 0 0,-1 0-1,1 0 1,0 0 0,0 0-1,0 0 1,0 0 0,-1 1 0,1-1-1,0 0 1,0 1 0,0-1-1,-1 0 1,1 1 0,0-1 0,-1 1-1,1-1 1,0 1 0,-1 0-1,1-1 1,-1 1 0,1-1 0,0 2-1,30 37 106,-24-29-99,18 26 0,-2 1 1,23 50 0,10 17 5,-55-103-18,-1 0 0,1 0 1,0 0-1,-1 0 0,1 0 1,0 0-1,0-1 0,0 1 0,0 0 1,0 0-1,0-1 0,0 1 1,0 0-1,0-1 0,0 1 0,0-1 1,0 1-1,0-1 0,0 0 1,0 1-1,1-1 0,-1 0 1,0 0-1,0 0 0,0 0 0,1 0 1,-1 0-1,0 0 0,0 0 1,0 0-1,1-1 0,-1 1 1,0 0-1,0-1 0,0 1 0,0-1 1,0 1-1,0-1 0,0 0 1,0 1-1,0-1 0,0 0 0,0 0 1,0 0-1,-1 0 0,1 0 1,0 0-1,1-1 0,6-8 14,0 0 0,0-1 0,9-17-1,-12 20-4,96-186 24,-48 86 2,-53 108-27,0-1 0,1 0 0,-1 0 0,0 1-1,0-1 1,1 0 0,-1 0 0,1 1 0,-1-1-1,0 0 1,1 1 0,-1-1 0,1 1-1,0-1 1,-1 0 0,1 1 0,-1-1 0,1 1-1,0 0 1,-1-1 0,1 1 0,0 0 0,0-1-1,-1 1 1,1 0 0,0 0 0,0-1-1,-1 1 1,1 0 0,1 0 0,-1 1-2,0 0 0,0 0 0,0 0 0,0 0 0,0 0 1,0 0-1,0 0 0,0 0 0,-1 0 0,1 0 0,0 1 0,-1-1 0,1 0 1,-1 1-1,1 1 0,14 70 34,-13-63-9,6 64 48,0 110 0,-5-51-869,0-105 399,7-9-3679,-8-18 3486,-1 1 0,1-1 0,0 0 0,0 0 0,-1 0 0,1-1 0,0 1 0,0 0 0,0-1-1,0 1 1,0-1 0,0 0 0,0 0 0,0 0 0,0 0 0,0 0 0,0 0 0,0 0 0,0 0 0,0-1 0,0 1 0,3-2 0,16-6-6279</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7.911"/>
    </inkml:context>
    <inkml:brush xml:id="br0">
      <inkml:brushProperty name="width" value="0.05" units="cm"/>
      <inkml:brushProperty name="height" value="0.05" units="cm"/>
    </inkml:brush>
  </inkml:definitions>
  <inkml:trace contextRef="#ctx0" brushRef="#br0">191 46 6371,'0'0'17640,"1"-9"-16495,0 4-1054,-3-22 358,1 27-435,1-1 0,-1 1 1,0-1-1,0 1 0,0-1 0,0 1 1,0 0-1,1 0 0,-1-1 0,0 1 1,0 0-1,0 0 0,0 0 0,0 0 0,0 0 1,0 0-1,0 0 0,0 0 0,0 1 1,0-1-1,0 0 0,1 0 0,-1 1 1,0-1-1,0 1 0,0-1 0,0 1 1,1-1-1,-1 1 0,0-1 0,0 1 1,1 0-1,-2 0 0,-16 10 242,0 0 0,0 1-1,1 1 1,-28 28 0,41-36-243,-1 0 0,1 0-1,0 0 1,1 1 0,-1-1 0,1 1 0,0 0-1,0 0 1,1 0 0,0 0 0,0 1-1,1-1 1,-1 1 0,1-1 0,1 1 0,-1-1-1,1 1 1,0 0 0,1-1 0,1 8-1,-1-9-8,1 0-1,0-1 0,0 1 0,0-1 1,0 0-1,1 1 0,0-1 0,0 0 1,0-1-1,0 1 0,1 0 0,-1-1 1,1 0-1,6 4 0,68 40 27,-52-33-7,-21-11-15,7 4-13,0-1 0,-1 2 0,19 15 0,-29-22 4,1 1-1,-1-1 1,1 1 0,-1 0-1,0 0 1,1-1 0,-1 1-1,0 0 1,0 0 0,0 0-1,-1 0 1,1 0 0,1 4-1,-2-5 3,-1 1-1,1-1 0,0 0 1,0 1-1,0-1 1,-1 0-1,1 1 0,-1-1 1,1 0-1,-1 0 0,0 0 1,1 1-1,-1-1 0,0 0 1,0 0-1,0 0 1,0 0-1,0 0 0,0 0 1,0 0-1,0-1 0,0 1 1,0 0-1,-2 0 0,-7 5 30,0-1-1,-1-1 0,1 0 1,-1 0-1,0-1 0,0 0 0,-16 1 1,-81 2-4002,107-6 3784,1 0 1,-1 0-1,1 0 1,0 0-1,-1 0 0,1 0 1,-1 0-1,1 0 1,-1 0-1,1 0 1,0 0-1,-1 0 1,1 0-1,-1-1 0,1 1 1,0 0-1,-1 0 1,1 0-1,-1-1 1,1 1-1,0 0 1,-1 0-1,1-1 1,0 1-1,0 0 0,-1-1 1,1 1-1,0 0 1,0-1-1,-1 1 1,1 0-1,0-1 1,0 1-1,0-1 1,-1 1-1,1 0 0,0-1 1,0 1-1,0-1 1,0 1-1,0 0 1,0-1-1,0 1 1,0-1-1,0 1 1,0-1-1,0 1 0,0 0 1,1-1-1,-1-1-380,0-14-6273</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8.240"/>
    </inkml:context>
    <inkml:brush xml:id="br0">
      <inkml:brushProperty name="width" value="0.05" units="cm"/>
      <inkml:brushProperty name="height" value="0.05" units="cm"/>
    </inkml:brush>
  </inkml:definitions>
  <inkml:trace contextRef="#ctx0" brushRef="#br0">6 0 10725,'0'0'12707,"1"8"-11752,2 47-42,-7 79-1,-1-12-264,5-118-647,0 0 1,0 0-1,0 0 0,1 0 0,0 0 1,0 0-1,0 0 0,0 0 0,0 0 0,1-1 1,0 1-1,0 0 0,0-1 0,0 0 0,0 1 1,1-1-1,-1 0 0,1 0 0,0 0 0,0 0 1,0-1-1,0 1 0,0-1 0,1 0 0,-1 0 1,1 0-1,0-1 0,-1 1 0,1-1 0,6 2 1,7 1-1,1-1-1,0-1 1,-1-1 0,1 0 0,29-4 0,-38 2-54,1 0 1,-1-1-1,0 0 0,0 0 1,0-1-1,0-1 0,-1 1 1,1-2-1,9-5 0,-13 7-358,0-1-1,-1 0 0,1 0 1,-1 0-1,0 0 1,7-10-1,-9 11-323,0 0 0,0 0 0,0 0-1,-1-1 1,1 1 0,-1-1 0,0 1 0,0-1 0,-1 1 0,1-1 0,0-7-1,-1-10-7166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8.610"/>
    </inkml:context>
    <inkml:brush xml:id="br0">
      <inkml:brushProperty name="width" value="0.05" units="cm"/>
      <inkml:brushProperty name="height" value="0.05" units="cm"/>
    </inkml:brush>
  </inkml:definitions>
  <inkml:trace contextRef="#ctx0" brushRef="#br0">0 164 14551,'0'0'10837,"77"-137"-10277,-43 125-112,-2 2-272,-1 6-80,-7 4-96,-3 0-96,-5 0-48,-6 4-928,-4 15-1169,-6 3-1137,0 1-1056,-21 3-2689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18.969"/>
    </inkml:context>
    <inkml:brush xml:id="br0">
      <inkml:brushProperty name="width" value="0.05" units="cm"/>
      <inkml:brushProperty name="height" value="0.05" units="cm"/>
    </inkml:brush>
  </inkml:definitions>
  <inkml:trace contextRef="#ctx0" brushRef="#br0">0 0 8516,'24'109'10757,"-24"-104"-8948,0-3 15,24 1-543,5-1-336,5-2-257,0 0-368,-2 0-224,-3 0-96,-3 0-48,-5 0-432,-2 0-1457,-6 0-2209,0 0-3618</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2.787"/>
    </inkml:context>
    <inkml:brush xml:id="br0">
      <inkml:brushProperty name="width" value="0.05" units="cm"/>
      <inkml:brushProperty name="height" value="0.05" units="cm"/>
    </inkml:brush>
  </inkml:definitions>
  <inkml:trace contextRef="#ctx0" brushRef="#br0">235 590 12854,'0'0'9762,"-10"-8"-8941,5 4-750,3 1-50,-1 0 0,0 1 1,1-1-1,-1 1 0,0 0 1,-1 0-1,1 0 0,0 0 0,0 0 1,-1 1-1,1-1 0,-1 1 1,1 0-1,-1 0 0,0 0 1,1 1-1,-1-1 0,0 1 1,0 0-1,1 0 0,-1 0 1,0 0-1,0 1 0,1 0 1,-1 0-1,0 0 0,1 0 0,-1 0 1,-4 3-1,0 1-5,1 0 0,-1 1 1,1 0-1,0 0 0,1 1 0,-1 0 0,1 0 0,1 0 0,-1 1 1,1 0-1,0 0 0,1 1 0,-5 13 0,3-5 6,1 0-1,2 1 0,-1-1 1,2 1-1,0 0 1,2 21-1,0-34-22,0 0 1,1 0-1,0-1 0,0 1 0,0 0 0,1-1 0,-1 1 1,1-1-1,0 1 0,0-1 0,1 0 0,-1 0 0,1 0 0,0 0 1,0 0-1,0-1 0,1 1 0,-1-1 0,1 0 0,0 0 1,0 0-1,0-1 0,0 1 0,1-1 0,-1 0 0,8 3 1,1-1-2,-1 0 0,1-1 1,0 0-1,0-1 0,0-1 1,0 0-1,0 0 1,26-3-1,-35 1 4,0 0 0,0 0 1,0 0-1,0-1 0,0 1 1,0-1-1,-1 0 0,1 0 0,0 0 1,-1-1-1,0 1 0,0-1 1,1 0-1,-1 0 0,-1 0 0,1 0 1,0 0-1,-1 0 0,0-1 0,0 0 1,0 1-1,0-1 0,0 0 1,-1 0-1,0 0 0,0 0 0,0 0 1,0 0-1,0 0 0,-1 0 1,0-7-1,1 1-2,-1 0 0,0 0 0,-1 1 0,0-1 1,-1 0-1,0 0 0,0 0 0,-1 1 0,0-1 0,-1 1 0,0 0 0,-6-11 1,-61-76 50,30 41 37,-38-67 0,69 105-63,1-1-1,1 0 1,0 0-1,2-1 1,0 1-1,1-2 1,1 1-1,-3-30 1,6 39-1,1 0 0,0-1 0,0 1 0,1 0 0,1-1 0,-1 1 0,2 0 0,3-12 0,-3 16-19,0 0-1,1 0 1,0 0 0,0 1 0,0-1 0,0 1-1,1 0 1,0 1 0,0-1 0,0 1-1,1 0 1,-1 0 0,11-4 0,-2 0-12,0 1 1,1 1-1,0 1 1,1 0-1,-1 1 1,27-4-1,-1 4-200,56 1 1,-94 2 45,0 2 0,0-1 1,0 0-1,1 1 0,-1-1 1,0 1-1,0 0 0,0 0 1,0 0-1,0 0 1,0 1-1,0-1 0,0 1 1,-1 0-1,1 0 0,-1 0 1,1 0-1,-1 0 0,0 0 1,4 6-1,-3-4-692,0 0-1,-1 1 1,0-1 0,0 1 0,0-1-1,-1 1 1,1 0 0,0 6 0,1 20-9549</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3.285"/>
    </inkml:context>
    <inkml:brush xml:id="br0">
      <inkml:brushProperty name="width" value="0.05" units="cm"/>
      <inkml:brushProperty name="height" value="0.05" units="cm"/>
    </inkml:brush>
  </inkml:definitions>
  <inkml:trace contextRef="#ctx0" brushRef="#br0">0 36 15783,'0'0'7425,"3"-3"-7129,-1 0-280,0 2 0,0-1 1,0 0-1,1 0 0,-1 1 0,1-1 0,-1 1 1,1 0-1,0 0 0,-1 0 0,1 0 0,0 0 1,0 0-1,0 1 0,0-1 0,-1 1 0,1 0 1,0 0-1,0 0 0,0 0 0,0 1 0,4 0 1,11 0 34,710-10 359,-439 4-510,-143 5-1074,-142-1 610,7 3-1353,-8 4-2728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4.079"/>
    </inkml:context>
    <inkml:brush xml:id="br0">
      <inkml:brushProperty name="width" value="0.05" units="cm"/>
      <inkml:brushProperty name="height" value="0.05" units="cm"/>
    </inkml:brush>
  </inkml:definitions>
  <inkml:trace contextRef="#ctx0" brushRef="#br0">424 581 13478,'0'0'8946,"-22"-2"-8149,-73-6-340,91 8-423,-1 1 0,0-1 0,0 1 0,1 0 0,-1 1 0,1-1 0,-1 1 0,1 0 0,0 0 0,-1 0 0,1 0 0,0 1 0,0 0 0,1 0 0,-1 0 0,1 0 0,-1 1 0,1-1 0,0 1 0,0 0 0,-4 8 0,-3 0 53,3-2-70,0 0 1,1 0-1,0 0 1,1 1-1,0 0 1,0 0 0,1 0-1,1 1 1,0 0-1,0-1 1,1 1-1,1 0 1,0 0 0,0 0-1,1 0 1,2 14-1,-1-23-16,0-1-1,0 1 0,0 0 0,0-1 1,0 1-1,1-1 0,-1 1 0,1-1 1,0 0-1,0 0 0,-1 1 0,1-1 1,0-1-1,1 1 0,-1 0 0,0 0 1,1-1-1,-1 1 0,1-1 0,-1 0 0,1 0 1,-1 0-1,1 0 0,0 0 0,0 0 1,-1-1-1,1 1 0,0-1 0,4 0 1,14 2 11,0-1 1,40-3 0,-47 1 0,-7 0-12,-1 0 0,1 0 0,-1 0 0,1-1 0,-1 0 0,0 0 0,0 0-1,0-1 1,0 0 0,0 0 0,-1-1 0,1 1 0,-1-1 0,0-1 0,0 1 0,0-1 0,-1 1 0,0-1 0,6-8 0,-8 9 4,1-1 0,-1 1 0,0-1 1,0 1-1,-1-1 0,1 0 0,-1 1 0,0-1 1,0 0-1,-1 0 0,1 0 0,-1 0 1,0 0-1,0 0 0,-1 0 0,0 1 1,1-1-1,-2 0 0,1 0 0,0 0 1,-1 1-1,0-1 0,0 1 0,-1-1 1,1 1-1,-6-7 0,-15-15 52,0 1 0,-2 2 0,0 0 0,-33-21 0,-1-2 106,40 30-148,-13-10 115,0-1 0,-49-57 0,74 75-100,0 0 1,0 0 0,1 0 0,1-1-1,-1 0 1,2 0 0,-1-1 0,2 1-1,-1-1 1,1 0 0,1 0 0,0 0-1,0 0 1,1 0 0,1-17 0,1 23-32,0 0 0,1-1 0,0 1-1,0 0 1,0 0 0,0 0 0,1 0 0,0 1 0,0-1 0,0 1 0,1 0 0,-1-1 0,1 2 0,0-1 0,0 0 0,1 1 0,-1 0 0,1-1-1,-1 2 1,8-4 0,13-7-79,0 2-1,43-14 0,-65 24 71,23-7-525,1 1-1,-1 1 1,30-3 0,-42 8-664,0 1 1,-1 0 0,1 0 0,21 4 0,-7 6-4028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5.157"/>
    </inkml:context>
    <inkml:brush xml:id="br0">
      <inkml:brushProperty name="width" value="0.05" units="cm"/>
      <inkml:brushProperty name="height" value="0.05" units="cm"/>
    </inkml:brush>
  </inkml:definitions>
  <inkml:trace contextRef="#ctx0" brushRef="#br0">1 123 10213,'0'0'8473,"3"-13"-7539,11-39-147,-13 50-722,-1 0 0,1 0-1,0 0 1,0 0 0,0 1 0,0-1 0,0 0 0,1 1 0,-1-1 0,1 1 0,-1-1 0,1 1 0,-1-1 0,1 1-1,0 0 1,-1 0 0,1 0 0,0 0 0,0 0 0,0 0 0,0 1 0,0-1 0,2 0 0,44 1 885,-37 1-822,-7 0-103,0 0 1,0 0 0,-1 0 0,1 0 0,0 1 0,-1-1 0,1 1 0,-1 0-1,0 1 1,1-1 0,-1 0 0,0 1 0,0 0 0,-1-1 0,1 1 0,0 0 0,-1 1-1,0-1 1,0 0 0,0 1 0,0-1 0,0 1 0,-1-1 0,0 1 0,2 5-1,1 5-3,0 0-1,-1 1 0,0-1 0,-1 1 1,0 22-1,-2-2 289,0-26 217,0-22-83,1 1-397,0 1 0,1 0 0,1 0 0,0 0 1,0 0-1,1 1 0,0-1 0,1 1 0,0 0 1,0 0-1,1 1 0,1-1 0,0 2 0,0-1 1,1 0-1,-1 1 0,2 1 0,-1 0 0,1 0 1,0 0-1,1 1 0,0 0 0,0 1 0,0 0 1,16-5-1,-24 9-44,0 1 1,0-1 0,1 0-1,-1 1 1,0-1 0,0 1-1,1 0 1,-1-1 0,0 1-1,1 0 1,-1 1 0,0-1-1,1 0 1,-1 1 0,0-1-1,1 1 1,-1 0 0,0-1-1,0 1 1,0 0 0,0 1-1,0-1 1,0 0-1,0 1 1,0-1 0,0 1-1,-1-1 1,1 1 0,0 0-1,-1-1 1,0 1 0,1 0-1,-1 0 1,0 0 0,0 0-1,0 1 1,0-1 0,0 0-1,-1 0 1,2 5 0,1 9-2,-1 1-1,0 0 1,-1 0 0,-2 29 0,0-18 9,1 15-11,0-42 35,11-43 93,-6 27-125,0-1 1,1 1-1,0 1 0,1-1 0,1 1 0,0 0 1,1 1-1,1 0 0,19-22 0,-28 35-2,0-1 0,-1 0 0,1 1-1,0-1 1,0 1 0,-1-1 0,1 1-1,0-1 1,0 1 0,0-1 0,0 1 0,0 0-1,0 0 1,0-1 0,0 1 0,0 0 0,0 0-1,-1 0 1,1 0 0,0 0 0,0 0-1,0 0 1,0 0 0,0 1 0,0-1 0,0 0-1,0 1 1,0-1 0,0 0 0,0 1 0,-1-1-1,1 1 1,0-1 0,0 1 0,-1 0-1,1-1 1,0 1 0,0 0 0,-1-1 0,1 2-1,22 37 44,-19-29-40,10 21-215,-1 1-1,-1 0 1,12 63 0,-16-75-2486,3-15-2933,-1-5-1013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06.332"/>
    </inkml:context>
    <inkml:brush xml:id="br0">
      <inkml:brushProperty name="width" value="0.05" units="cm"/>
      <inkml:brushProperty name="height" value="0.05" units="cm"/>
    </inkml:brush>
  </inkml:definitions>
  <inkml:trace contextRef="#ctx0" brushRef="#br0">1 1 10517,'0'0'11269,"63"0"-11253,-29 0 16,1 0 64,-7 0-96,-4 0-32,-8 0-624,-3 0-1777</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2:06.703"/>
    </inkml:context>
    <inkml:brush xml:id="br0">
      <inkml:brushProperty name="width" value="0.05" units="cm"/>
      <inkml:brushProperty name="height" value="0.05" units="cm"/>
    </inkml:brush>
  </inkml:definitions>
  <inkml:trace contextRef="#ctx0" brushRef="#br0">1 0 2625,'0'0'17944,"60"29"-17735,-25-29-209,-4 0-16,-2 0-705,-5-10-3825,0-2-8900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6.343"/>
    </inkml:context>
    <inkml:brush xml:id="br0">
      <inkml:brushProperty name="width" value="0.05" units="cm"/>
      <inkml:brushProperty name="height" value="0.05" units="cm"/>
    </inkml:brush>
  </inkml:definitions>
  <inkml:trace contextRef="#ctx0" brushRef="#br0">1 252 12310,'0'0'8329,"2"5"-8060,2 6 19,-1 1-1,0-1 0,0 1 0,-1 0 1,-1 0-1,1 13 0,-4 83 1022,0-40-955,2-46-358,0-14 287,0-14 1244,-1-76-1015,4-141-135,0 182-212,2 0 0,2 0 1,16-55-1,-23 95-143,0-1 0,0 1 0,0 0 0,1-1 0,-1 1 0,1-1 0,-1 1 0,1 0 0,-1-1 0,1 1 0,0 0 0,0 0 0,0 0 0,0-1 0,0 1 0,0 0 0,0 0 0,0 0 0,0 1 0,0-1 0,3-1 0,-3 2-18,0 0 0,0 1 0,-1-1 0,1 1 0,0-1 0,0 1 0,0-1 0,0 1 0,0-1 0,0 1 0,-1 0 0,1 0 0,0-1 0,-1 1 0,1 0 1,0 0-1,-1 0 0,1 0 0,-1 0 0,1 0 0,0 2 0,22 70-114,-21-66 151,23 134-46,-20-101-9,1 0 0,18 57-1,-24-96 15,1 0-1,-1 0 1,0 0-1,1 0 1,-1 0-1,0 0 1,1 0-1,-1 0 0,1-1 1,-1 1-1,1 0 1,0 0-1,-1-1 1,1 1-1,0 0 1,-1-1-1,1 1 1,0 0-1,0-1 1,0 1-1,0-1 1,-1 0-1,1 1 0,0-1 1,0 0-1,2 1 1,-1-1-1,-1 0 0,1-1 0,0 1 1,0-1-1,-1 1 0,1-1 0,0 1 0,-1-1 1,1 0-1,-1 0 0,1 0 0,-1 0 1,3-2-1,3-4-2,1 0 0,-1 0 0,11-17 0,-5 3 0,-2 0-1,0-1 1,-2 0 0,12-37-1,-11 28 43,21-42 0,-31 73-40,0-1 0,0 1 0,0-1 0,1 0 0,-1 1 0,0-1 0,0 0 0,1 1 0,-1-1 0,0 1 1,1-1-1,-1 1 0,1-1 0,-1 1 0,0-1 0,1 1 0,-1-1 0,1 1 0,0 0 0,-1-1 0,1 1 0,-1 0 0,1-1 0,0 1 0,-1 0 0,1 0 0,-1-1 0,1 1 0,0 0 0,-1 0 0,1 0 0,0 0 0,-1 0 0,1 0 0,1 0 0,-1 1 1,0 1-1,1-1 1,-1 0-1,0 0 1,0 1 0,0-1-1,0 1 1,0-1 0,0 1-1,0-1 1,-1 1 0,2 3-1,12 54-1,-6 35-71,-6 133 0,-3-116-2921,24-115-9820,-6-13 5210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6.764"/>
    </inkml:context>
    <inkml:brush xml:id="br0">
      <inkml:brushProperty name="width" value="0.05" units="cm"/>
      <inkml:brushProperty name="height" value="0.05" units="cm"/>
    </inkml:brush>
  </inkml:definitions>
  <inkml:trace contextRef="#ctx0" brushRef="#br0">197 19 12342,'0'0'10282,"-6"-5"-9546,5 4-711,-1-1 0,1 1 0,-1 0 0,1 0 0,-1 0 0,0 0 0,0 0 0,1 0 0,-1 0 0,0 1 0,0-1 0,0 1 0,0-1 0,0 1 0,0 0-1,0 0 1,1 0 0,-1 0 0,0 0 0,0 0 0,-4 1 0,1 1 55,-1 1 0,1 0 1,0-1-1,0 2 0,0-1 0,1 0 0,-1 1 0,-5 6 0,4-4-28,0 1-1,1-1 1,-1 1 0,2-1-1,-1 2 1,1-1-1,0 0 1,0 1 0,1 0-1,-5 15 1,7-19-52,0 0 1,1 0-1,-1 0 0,1 1 0,-1-1 0,1 0 1,1 1-1,-1-1 0,0 0 0,1 0 1,0 0-1,0 1 0,0-1 0,1 0 1,0 0-1,-1 0 0,1-1 0,0 1 1,1 0-1,-1-1 0,1 1 0,5 5 1,35 24 68,-35-29-66,-1 1 0,0 0-1,0 0 1,0 1 0,0 0 0,-1 0 0,0 1 0,-1 0 0,1 0 0,5 9 0,-10-13 5,0 0 0,-1-1 0,1 1 0,0 0 0,-1 0-1,1 0 1,-1 0 0,0-1 0,0 1 0,0 0 0,-1 0 0,1 0 0,0 0 0,-1-1 0,0 1 0,0 0 0,0-1-1,0 1 1,0 0 0,0-1 0,-1 1 0,1-1 0,-1 0 0,0 1 0,0-1 0,0 0 0,0 0 0,0 0 0,0-1 0,0 1-1,-1 0 1,1-1 0,0 1 0,-1-1 0,0 0 0,-2 1 0,-11 5-7,1-1 0,-2 0 0,1-2 1,-28 5-1,38-7-564,-17 1 304,11-5-6325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7.124"/>
    </inkml:context>
    <inkml:brush xml:id="br0">
      <inkml:brushProperty name="width" value="0.05" units="cm"/>
      <inkml:brushProperty name="height" value="0.05" units="cm"/>
    </inkml:brush>
  </inkml:definitions>
  <inkml:trace contextRef="#ctx0" brushRef="#br0">25 0 10565,'0'0'11496,"-13"70"-8770,9-52-2662,1 0-1,1 0 0,0 0 1,1 1-1,1-1 1,1 1-1,4 21 0,-4-37-61,-1 0 0,1-1 0,1 1 0,-1-1-1,0 0 1,1 1 0,-1-1 0,1 0 0,0 0 0,0 0 0,-1 0-1,1 0 1,1 0 0,-1-1 0,0 1 0,0-1 0,1 1-1,-1-1 1,0 0 0,1 0 0,0 0 0,-1 0 0,1-1 0,-1 1-1,6 0 1,8 1 17,-1-1 0,1 0 1,22-2-1,-11 0-5,-19 0-22,0 0 1,0 0-1,0-1 1,0 0-1,0-1 1,0 1-1,0-2 0,-1 1 1,1-1-1,-1 0 1,0 0-1,6-6 1,33-31-1749,-13-6-3377,-24 22-571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7.495"/>
    </inkml:context>
    <inkml:brush xml:id="br0">
      <inkml:brushProperty name="width" value="0.05" units="cm"/>
      <inkml:brushProperty name="height" value="0.05" units="cm"/>
    </inkml:brush>
  </inkml:definitions>
  <inkml:trace contextRef="#ctx0" brushRef="#br0">1 188 14487,'0'0'7939,"52"-125"-7314,-12 108-129,-1 0-64,3 6-336,-7 1-16,-6 3-80,-8 7 0,-6 0-224,-1 0-1041,-12 5-1616,-2 14-2145,0 2-5475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7.851"/>
    </inkml:context>
    <inkml:brush xml:id="br0">
      <inkml:brushProperty name="width" value="0.05" units="cm"/>
      <inkml:brushProperty name="height" value="0.05" units="cm"/>
    </inkml:brush>
  </inkml:definitions>
  <inkml:trace contextRef="#ctx0" brushRef="#br0">1 24 8340,'0'0'12822,"139"-5"-12534,-107-2-272,-3 0-16,0 5-32,-8-1-785,-3 3-1712,1 0-4482</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1:58.335"/>
    </inkml:context>
    <inkml:brush xml:id="br0">
      <inkml:brushProperty name="width" value="0.05" units="cm"/>
      <inkml:brushProperty name="height" value="0.05" units="cm"/>
    </inkml:brush>
  </inkml:definitions>
  <inkml:trace contextRef="#ctx0" brushRef="#br0">319 32 8932,'0'0'10077,"0"-6"-9320,0 5-723,1 1 0,-1-1 0,0 0 0,0 0 0,0 0 0,0 0 0,-1 0 0,1 0 0,0 0 0,0 0 0,0 0 0,-1 1 0,1-1 0,-1 0 0,1 0 0,0 0 0,-1 0 1,1 1-1,-1-1 0,0 0 0,1 1 0,-1-1 0,0 0 0,1 1 0,-1-1 0,-1 0 0,-31-2 692,23 3-765,3-1 103,-1 1-1,1 0 1,0 1-1,-1-1 0,1 1 1,0 1-1,0 0 0,0 0 1,0 0-1,0 1 0,0 0 1,0 0-1,1 0 1,0 1-1,-1 0 0,2 1 1,-1-1-1,0 1 0,1 0 1,0 0-1,0 1 0,0 0 1,1-1-1,0 2 1,0-1-1,0 0 0,-5 14 1,-7 39 222,2 0 0,-9 79 1,8-44-106,9-57-326,-1-4-777,2 0 0,0 37 0,20-70-11310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17.762"/>
    </inkml:context>
    <inkml:brush xml:id="br0">
      <inkml:brushProperty name="width" value="0.05" units="cm"/>
      <inkml:brushProperty name="height" value="0.05" units="cm"/>
    </inkml:brush>
  </inkml:definitions>
  <inkml:trace contextRef="#ctx0" brushRef="#br0">1 0 24575,'0'0'-8191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47"/>
    </inkml:context>
    <inkml:brush xml:id="br0">
      <inkml:brushProperty name="width" value="0.05" units="cm"/>
      <inkml:brushProperty name="height" value="0.05" units="cm"/>
    </inkml:brush>
  </inkml:definitions>
  <inkml:trace contextRef="#ctx0" brushRef="#br0">0 1 13702,'0'0'9623,"13"0"-9348,264 0-950,-276 0 502,0 0-1,0 0 1,0 0-1,0 0 0,0 0 1,0 0-1,-1 0 1,1 0-1,0 0 1,0 0-1,0 1 1,0-1-1,0 0 1,-1 0-1,1 1 0,0-1 1,0 1-1,0-1 1,-1 1-1,1-1 1,0 1-1,-1-1 1,1 1-1,0-1 1,-1 1-1,1 0 1,-1 0-1,1-1 0,-1 1 1,1 0-1,-1 0 1,0-1-1,1 1 1,-1 1-1,0 0-241,0 0 0,0 0 0,-1 0-1,1-1 1,-1 1 0,0 0 0,1-1 0,-1 1-1,0 0 1,0-1 0,0 1 0,0-1 0,0 1-1,0-1 1,-1 0 0,1 1 0,-3 1 0,-33 23-6178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48"/>
    </inkml:context>
    <inkml:brush xml:id="br0">
      <inkml:brushProperty name="width" value="0.05" units="cm"/>
      <inkml:brushProperty name="height" value="0.05" units="cm"/>
    </inkml:brush>
  </inkml:definitions>
  <inkml:trace contextRef="#ctx0" brushRef="#br0">1 0 7491,'0'0'10885,"21"31"-9876,13-31-305,0 0-576,3 0 0,-2 0-128,-6 0-816,-6 0-2354,1 0-7811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49"/>
    </inkml:context>
    <inkml:brush xml:id="br0">
      <inkml:brushProperty name="width" value="0.05" units="cm"/>
      <inkml:brushProperty name="height" value="0.05" units="cm"/>
    </inkml:brush>
  </inkml:definitions>
  <inkml:trace contextRef="#ctx0" brushRef="#br0">0 0 17512,'0'0'8102,"0"5"-7947,2 305 2677,-2-149-4101,1 0-8490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0"/>
    </inkml:context>
    <inkml:brush xml:id="br0">
      <inkml:brushProperty name="width" value="0.05" units="cm"/>
      <inkml:brushProperty name="height" value="0.05" units="cm"/>
    </inkml:brush>
  </inkml:definitions>
  <inkml:trace contextRef="#ctx0" brushRef="#br0">0 12 15911,'0'0'6619,"26"0"-5608,176 0 382,145-6 347,-116 1-7436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1"/>
    </inkml:context>
    <inkml:brush xml:id="br0">
      <inkml:brushProperty name="width" value="0.05" units="cm"/>
      <inkml:brushProperty name="height" value="0.05" units="cm"/>
    </inkml:brush>
  </inkml:definitions>
  <inkml:trace contextRef="#ctx0" brushRef="#br0">31 237 10053,'-5'-5'15224,"-16"-23"-14318,20 22-876,0 0 0,0 0 0,0 0 0,0 0 0,1 0 0,0 1 0,0-1 0,1 0 0,0 0 0,0 0 0,0 0 0,1 0 0,-1 1 1,2-1-1,-1 0 0,0 1 0,1 0 0,0 0 0,0 0 0,1 0 0,-1 0 0,1 0 0,0 1 0,1 0 0,4-4 0,-2 1-12,1 1-1,1 0 1,-1 1-1,1 0 0,0 0 1,0 1-1,0 0 1,1 0-1,-1 1 1,1 0-1,0 1 0,0 0 1,0 1-1,11-1 1,-19 3-18,0-1 0,0 0 0,0 0 0,0 1 0,0-1 0,0 1 0,0-1 0,0 1 0,0 0 0,0 0 0,0 0 0,0 0 0,-1 0 0,1 0 0,0 1 0,-1-1 0,1 0 1,-1 1-1,1-1 0,1 3 0,0 1 7,-1 0 1,1 0-1,0 0 1,-1 0-1,0 1 1,0-1 0,1 9-1,0 8 34,0 1-1,-1 40 1,-2-60-40,1 57 383,1-68-375,1 0 1,0 0-1,0 0 1,1 0-1,0 1 1,0 0-1,1 0 0,8-10 1,50-54 27,-54 62-36,3-4-13,1 1 1,21-17 0,-29 26 7,0-1-1,0 1 1,0 1 0,0-1 0,0 1 0,1 0 0,-1 0 0,1 0-1,-1 1 1,1 0 0,-1 0 0,7 0 0,-10 1 3,-1 1 0,1-1 0,-1 1 0,0-1-1,1 1 1,-1 0 0,0 0 0,0-1 0,1 1 0,-1 0 0,0 0 0,0 0 0,0 1 0,0-1 0,0 0 0,0 0 0,-1 0 0,1 1 0,0-1 0,-1 0 0,1 1 0,-1-1 0,1 0 0,-1 1-1,1 2 1,9 44 67,-9-42-70,4 28 88,18 61-1,-19-83-169,0 0 1,1 0-1,0-1 0,1 0 0,1 0 0,0 0 0,0-1 1,12 14-1,-17-23-389,0 1 1,0-1-1,0 0 1,0 0-1,0 0 0,0 0 1,0-1-1,0 1 1,0 0-1,0-1 1,0 0-1,0 1 1,0-1-1,1 0 0,-1 0 1,0 0-1,3-1 1,1 1-1565,24 0-9852</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2"/>
    </inkml:context>
    <inkml:brush xml:id="br0">
      <inkml:brushProperty name="width" value="0.05" units="cm"/>
      <inkml:brushProperty name="height" value="0.05" units="cm"/>
    </inkml:brush>
  </inkml:definitions>
  <inkml:trace contextRef="#ctx0" brushRef="#br0">22 45 12294,'0'0'11007,"0"-11"-9969,0-7-746,0 2 103,-10 47-71,7-20-281,0 1 0,1-1 0,0 1 0,1-1 0,0 1 0,1 0 0,1-1 0,0 1 0,0-1 0,6 23-1,-5-30-40,-1 1-1,1 0 0,0 0 0,1-1 1,-1 0-1,1 1 0,0-1 0,0 0 1,0 0-1,0 0 0,1-1 0,0 1 1,0-1-1,0 0 0,0 0 0,0 0 1,0-1-1,1 1 0,-1-1 0,1 0 0,0 0 1,0-1-1,0 1 0,0-1 0,0 0 1,0-1-1,5 1 0,0 0 20,1 0-1,-1-1 0,1 0 1,15-3-1,-22 2-13,0 0-1,0-1 1,0 1 0,0-1-1,0 0 1,0 0-1,-1 0 1,1 0 0,-1-1-1,1 1 1,-1-1 0,0 0-1,5-6 1,6-8-46,0-1-1,14-26 1,-23 37 242,-2 0-1,1-1 1,-1 1 0,0-1 0,0 0 0,-1 0 0,0 0-1,-1 0 1,1-11 0,-15 409 445,31 202-135,-14-336-489,-4-250-20,-1 0 0,0 0 0,-1 0 1,0 0-1,0 0 0,0-1 0,0 1 0,-1-1 1,0 1-1,0-1 0,-1 0 0,1 0 1,-1 0-1,-8 7 0,10-10 6,-1 0-1,1 0 1,0 0-1,-1-1 1,1 1-1,-1-1 1,1 1-1,-1-1 1,0 0-1,1 0 1,-1 0-1,0-1 1,0 1-1,0-1 1,0 1-1,0-1 1,1 0-1,-1 0 1,0 0-1,0-1 1,0 1-1,0-1 1,0 0-1,0 1 1,1-1-1,-1 0 1,0-1-1,1 1 1,-1 0-1,1-1 1,-1 1-1,1-1 1,-3-2 0,-1-2-2,1 0 0,-1 0 0,1 0 0,1-1 0,-1 0 0,1 0 0,0 0 1,1 0-1,0-1 0,0 1 0,0-1 0,1 0 0,-3-15 0,1-8-8,1 0-1,1-39 1,1 56-9,1 0 1,0 1-1,1-1 1,1 0-1,0 0 1,0 1-1,2-1 1,-1 1-1,2 0 1,0 0-1,0 1 1,1-1-1,1 1 1,0 0-1,1 1 1,9-12 0,9-4-337,1 2 0,1 0 1,1 2-1,1 1 1,39-21-1,9-8-4909,-3-6-6065,-44 29 1611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3"/>
    </inkml:context>
    <inkml:brush xml:id="br0">
      <inkml:brushProperty name="width" value="0.05" units="cm"/>
      <inkml:brushProperty name="height" value="0.05" units="cm"/>
    </inkml:brush>
  </inkml:definitions>
  <inkml:trace contextRef="#ctx0" brushRef="#br0">1 1 9989,'0'0'13168,"1"11"-12474,8 167 876,-9-98-5232</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4"/>
    </inkml:context>
    <inkml:brush xml:id="br0">
      <inkml:brushProperty name="width" value="0.05" units="cm"/>
      <inkml:brushProperty name="height" value="0.05" units="cm"/>
    </inkml:brush>
  </inkml:definitions>
  <inkml:trace contextRef="#ctx0" brushRef="#br0">28 182 10421,'0'0'9044,"-2"-4"-8318,1 2-567,0-1 1,1 1-1,-1 0 1,1-1-1,-1 0 1,1 1-1,0-1 1,0 1-1,0-1 1,0 1-1,1-1 1,-1 1-1,1-1 1,-1 1-1,1-1 1,0 1-1,0-1 1,0 1-1,0 0 1,0 0-1,1-1 1,-1 1-1,1 0 1,-1 0-1,3-2 1,-1 0-87,1-1 94,-1-1-1,1 0 1,-1 1-1,-1-1 1,1 0-1,-1 0 1,0-1 0,0 1-1,-1 0 1,0-1-1,0 1 1,0-1-1,-1-10 1,-1 16-163,1 0 0,-1 0 1,0 0-1,1 1 0,-1-1 0,0 0 1,0 0-1,0 0 0,0 1 0,0-1 0,0 0 1,0 1-1,0-1 0,0 0 0,0 1 1,0 0-1,0-1 0,0 1 0,-1 0 0,1-1 1,0 1-1,0 0 0,0 0 0,0 0 1,-1 0-1,1 0 0,-2 1 0,2-1-38,-1-1 0,0 1-1,0 1 1,0-1 0,1 0-1,-1 0 1,0 1 0,0-1-1,1 0 1,-1 1 0,0 0-1,1-1 1,-1 1 0,1 0-1,-1 0 1,1 0 0,-1 0-1,1 0 1,-2 3 0,-5 30-2906,8-31 2297,0 1 1,1-1 0,-1 0 0,0 0 0,1 1 0,0-1-1,0 0 1,0 0 0,2 6 0,22 19-6935</inkml:trace>
  <inkml:trace contextRef="#ctx0" brushRef="#br0" timeOffset="1">565 403 8244,'0'0'16071,"-7"0"-15014,-14 0-425,16 0-174,19 0-92,76-2 128,174-26-1,-237 22-155,-3 1-1585,-7 3-9065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6"/>
    </inkml:context>
    <inkml:brush xml:id="br0">
      <inkml:brushProperty name="width" value="0.05" units="cm"/>
      <inkml:brushProperty name="height" value="0.05" units="cm"/>
    </inkml:brush>
  </inkml:definitions>
  <inkml:trace contextRef="#ctx0" brushRef="#br0">237 56 13206,'0'0'10986,"-1"-10"-9870,1 7-1009,-2-27 221,2 29-321,0 1 1,0-1-1,0 1 0,0-1 0,0 1 0,0-1 1,0 1-1,0-1 0,-1 1 0,1-1 0,0 1 1,0-1-1,0 1 0,-1 0 0,1-1 0,0 1 0,-1-1 1,1 1-1,0 0 0,-1-1 0,1 1 0,0 0 1,-1 0-1,1-1 0,-1 1 0,1 0 0,0 0 1,-1-1-1,1 1 0,-1 0 0,1 0 0,-1 0 1,1 0-1,-1 0 0,1 0 0,-1 0 0,1 0 0,-1 0 1,1 0-1,-1 0 0,1 0 0,0 0 0,-1 0 1,1 0-1,-1 0 0,1 0 0,-1 1 0,1-1 1,-1 0-1,1 0 0,0 1 0,-1-1 0,1 0 1,-1 0-1,1 1 0,0-1 0,-1 1 0,1-1 0,0 1 1,-17 15 125,1 0 0,1 2 1,0 0-1,2 0 0,0 1 1,1 1-1,1 0 1,-11 27-1,7-9-34,2 1-1,1 0 1,-12 76 0,17-63-71,2 0-1,2 1 0,3-1 1,12 96-1,-9-123-54,2 1-1,2-1 0,0 0 1,1 0-1,1 0 0,2-1 1,0-1-1,2 0 0,0-1 1,1 0-1,29 32 0,-34-44-150,2 0-1,-1-1 1,1 0-1,1 0 1,0-2-1,0 1 1,0-2-1,1 1 1,0-2-1,22 7 1,-9-5-1556,-1-2-1,1-2 1,0 0 0,49-1 0,-2-4-6243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7"/>
    </inkml:context>
    <inkml:brush xml:id="br0">
      <inkml:brushProperty name="width" value="0.05" units="cm"/>
      <inkml:brushProperty name="height" value="0.05" units="cm"/>
    </inkml:brush>
  </inkml:definitions>
  <inkml:trace contextRef="#ctx0" brushRef="#br0">41 155 1985,'0'0'14740,"-3"-4"-13585,-2 0-546,1-1 0,0 1 0,0-1 1,1 0-1,0 0 0,0-1 0,0 1 0,-3-9 0,5 12-540,1 0 1,-1 0-1,1 0 1,-1 0-1,1 0 0,0 0 1,0 0-1,0 0 0,0-1 1,0 1-1,1 0 1,-1 0-1,1 0 0,-1 0 1,1 0-1,0 0 1,0 0-1,0 0 0,0 0 1,0 1-1,0-1 0,0 0 1,0 1-1,1-1 1,-1 0-1,1 1 0,-1 0 1,1-1-1,0 1 1,3-2-1,4-3-43,0 1 1,1 1-1,-1-1 0,1 1 0,0 1 1,0 0-1,0 0 0,1 1 1,10-1-1,-17 3-28,0 0 1,0-1-1,0 1 1,0 1-1,0-1 1,0 1 0,0-1-1,0 1 1,0 0-1,0 1 1,0-1-1,0 1 1,0-1-1,-1 1 1,1 0-1,-1 0 1,1 1-1,-1-1 1,0 1-1,0 0 1,0 0-1,0 0 1,-1 0-1,1 0 1,2 5-1,2 8 17,-1 1 0,-1 0 0,0 0 0,-1 1 0,-1-1-1,-1 1 1,0 0 0,-1 0 0,-1-1 0,-1 1 0,-6 35 0,7-68 151,0 6-52,-1-1 0,2 0 1,-1 0-1,1 1 0,3-12 0,1 7-106,1 1 0,0 0 1,2 1-1,-1-1 0,1 1 0,16-17 0,-18 21-4,1 0-1,1 1 0,-1 0 1,2 0-1,-1 1 0,0 0 1,1 0-1,0 1 0,19-8 1,-26 12-7,1 0 1,0 1-1,0-1 1,0 1-1,-1-1 1,1 1-1,0 0 1,0 0-1,0 0 1,0 1-1,-1-1 1,1 1-1,0-1 1,0 1-1,-1 0 1,1 0-1,0 0 1,-1 1-1,1-1 1,-1 1-1,1-1 1,-1 1-1,0 0 1,0 0 0,0-1-1,0 2 1,0-1-1,0 0 1,0 0-1,-1 1 1,1-1-1,1 6 1,4 6-10,0 2 1,-2-1-1,0 1 0,5 24 1,-7-25 9,0 1-3,-3-12 4,0-1 0,1 1 1,-1-1-1,1 1 0,0-1 1,0 1-1,0-1 0,1 1 0,-1-1 1,3 5-1,-2-8 9,-1 0 0,0 0 0,0-1 0,0 1 0,1 0 0,-1 0 0,0-1 0,0 1 0,0-1 1,0 1-1,0-1 0,0 1 0,0-1 0,0 0 0,0 0 0,0 1 0,0-1 0,0 0 0,0 0 0,0 0 0,-1 0 0,1 0 0,0 0 0,-1 0 1,2-2-1,-1 1 1,13-16-47,-5 5 43,1 0 0,0 0 0,1 1 0,1 0 0,0 1 0,1 0 0,18-12 0,-28 22-7,-1 0 1,0 1-1,0-1 0,0 1 0,0-1 0,1 1 1,-1 0-1,0 0 0,0 0 0,0 0 0,1 0 0,-1 1 1,0-1-1,0 1 0,0-1 0,0 1 0,0 0 0,0 0 1,0 0-1,0 0 0,0 0 0,0 0 0,0 0 1,0 1-1,-1-1 0,1 1 0,-1-1 0,1 1 0,-1 0 1,0 0-1,1 0 0,1 3 0,6 9 28,-1 0 0,0 1 0,7 20-1,-10-23-54,3 9-96,12 24-1077,-4-29-2168,7-8-3389,-8-8 1234</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8"/>
    </inkml:context>
    <inkml:brush xml:id="br0">
      <inkml:brushProperty name="width" value="0.05" units="cm"/>
      <inkml:brushProperty name="height" value="0.05" units="cm"/>
    </inkml:brush>
  </inkml:definitions>
  <inkml:trace contextRef="#ctx0" brushRef="#br0">1 81 9044,'0'0'9821,"14"-11"-9274,44-30 77,-57 40-600,0 1 1,0-1-1,0 0 1,0 0-1,0 1 1,0-1-1,0 1 1,0-1-1,0 1 1,0-1-1,1 1 1,-1-1-1,0 1 1,0 0-1,0 0 1,0 0-1,1 0 1,-1 0-1,0 0 1,0 0-1,0 0 1,1 0-1,-1 0 1,0 1-1,0-1 1,0 0-1,0 1 1,0-1-1,1 1 1,-1-1-1,0 1 1,0 0-1,0 0 1,0-1-1,-1 1 1,1 0-1,0 0 1,0 0-1,0 0 1,-1 0-1,1 0 1,1 2-1,0 2 60,-1 0 0,1 0 0,-1 0-1,0 0 1,0 0 0,0 9 0,0-12-30,0 8 12,0 0 0,-1-1-1,1 1 1,-2 0 0,0 0 0,0 0 0,0-1-1,-1 1 1,-1-1 0,0 1 0,0-1 0,-1 0-1,0 0 1,-9 15 0,-18 21-55,30-44-6,9-19 88,11-7-53,43-42-1,-48 54 11,0 0 0,-1-1-1,-1-1 1,0 1 0,-1-2 0,-1 0-1,0 0 1,-1-1 0,10-25 0,-38 85 2360,14-35-2416,1 0 0,0 0-1,1 0 1,0 1 0,0-1-1,-2 15 1,3-11 14,1-1 0,1 0 0,0 1-1,0-1 1,1 1 0,1-1 0,-1 1 0,2-1-1,5 17 1,-5-23-21,0 0 0,-1 0 0,2 0 0,-1-1 0,0 1 0,1-1 0,0 0 0,0 0 0,0 0 0,0-1 0,1 1 0,0-1 0,-1 0 0,1 0 0,0-1 0,0 1 0,1-1 0,-1-1 0,0 1 0,1-1 0,7 2 0,57 0-5944,-48-3-121,-6 0-1589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59"/>
    </inkml:context>
    <inkml:brush xml:id="br0">
      <inkml:brushProperty name="width" value="0.05" units="cm"/>
      <inkml:brushProperty name="height" value="0.05" units="cm"/>
    </inkml:brush>
  </inkml:definitions>
  <inkml:trace contextRef="#ctx0" brushRef="#br0">0 1 15303,'0'0'9594,"1"6"-9253,9 252 684,-9-252-1448,1 31 237,3-21-2441,3-10-4259</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0"/>
    </inkml:context>
    <inkml:brush xml:id="br0">
      <inkml:brushProperty name="width" value="0.05" units="cm"/>
      <inkml:brushProperty name="height" value="0.05" units="cm"/>
    </inkml:brush>
  </inkml:definitions>
  <inkml:trace contextRef="#ctx0" brushRef="#br0">19 78 10181,'0'0'8574,"-17"7"-6146,18-7-2327,1 0 1,-1 0-1,1-1 0,-1 1 1,1-1-1,-1 1 0,1-1 0,-1 1 1,1-1-1,-1 0 0,0 0 1,1 0-1,-1 0 0,0 0 1,0 0-1,1 0 0,-1 0 1,0 0-1,0-1 0,0 1 0,-1 0 1,1-1-1,0 1 0,0-1 1,-1 1-1,1-1 0,0-1 1,1-4 129,-1 1 1,1 0-1,-1-1 1,0 1-1,-1-12 1,0 18-228,0 0 0,0-1 0,0 1 0,0 0 0,0-1 0,0 1 0,-1 0 0,1-1 1,0 1-1,0 0 0,0 0 0,-1-1 0,1 1 0,0 0 0,0 0 0,-1-1 0,1 1 0,0 0 0,-1 0 0,1-1 0,0 1 0,-1 0 0,1 0 1,0 0-1,-1 0 0,1 0 0,0 0 0,-1 0 0,1 0 0,0 0 0,-1 0 0,1 0 0,0 0 0,-1 0 0,1 0 0,-1 0 0,1 0 0,0 0 1,-1 0-1,1 0 0,0 0 0,-1 0 0,1 1 0,0-1 0,0 0 0,-1 0 0,-15 9-809,6 18-2496,7 3-3997,3-8-2816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1"/>
    </inkml:context>
    <inkml:brush xml:id="br0">
      <inkml:brushProperty name="width" value="0.05" units="cm"/>
      <inkml:brushProperty name="height" value="0.05" units="cm"/>
    </inkml:brush>
  </inkml:definitions>
  <inkml:trace contextRef="#ctx0" brushRef="#br0">12 109 13990,'0'0'10104,"-11"-4"-9077,29 1-844,0 1 1,29 1-1,16-1-130,4-4-28,1-4 0,-1-2 1,118-38-1,-166 40 723,-12 4-2612,-31 3-14537</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2"/>
    </inkml:context>
    <inkml:brush xml:id="br0">
      <inkml:brushProperty name="width" value="0.05" units="cm"/>
      <inkml:brushProperty name="height" value="0.05" units="cm"/>
    </inkml:brush>
  </inkml:definitions>
  <inkml:trace contextRef="#ctx0" brushRef="#br0">13 43 7203,'0'0'12155,"-1"-8"-10437,-7-27-589,4 120 1982,8-9-2693,24 142 1,-27-215-479,-1 0-161,0 0 0,1 0 0,0 0 0,0 0 0,0 0 0,0 0 0,0 0 0,0 0 0,3 3 0,-4-5-68,1-1 0,0 1 0,0 0 1,0 0-1,0 0 0,0-1 1,0 1-1,0-1 0,0 1 1,0-1-1,0 1 0,1-1 0,-1 1 1,0-1-1,0 0 0,0 0 1,2 0-1,15 1-4887</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3"/>
    </inkml:context>
    <inkml:brush xml:id="br0">
      <inkml:brushProperty name="width" value="0.05" units="cm"/>
      <inkml:brushProperty name="height" value="0.05" units="cm"/>
    </inkml:brush>
  </inkml:definitions>
  <inkml:trace contextRef="#ctx0" brushRef="#br0">235 61 4482,'0'0'20396,"-7"-12"-19686,4 6-627,-18-28 112,20 33-186,0 1 1,0-1 0,0 0 0,0 0-1,0 1 1,0-1 0,0 0-1,-1 1 1,1-1 0,0 1 0,0-1-1,0 1 1,-1 0 0,1 0-1,0-1 1,0 1 0,-1 0 0,1 0-1,0 0 1,-1 0 0,1 1-1,0-1 1,0 0 0,-1 0 0,1 1-1,0-1 1,0 1 0,0-1-1,-1 1 1,1-1 0,0 1 0,0 0-1,-1 1 1,-13 9 78,1 0 0,0 2 0,1 0 0,0 0 0,1 1 0,0 1 0,1 0 0,-10 19 0,15-24-84,1-1-1,1 1 0,-1 1 0,1-1 0,1 0 0,0 1 1,1 0-1,0 0 0,0-1 0,1 1 0,1 0 0,0 0 1,0 0-1,1 0 0,3 14 0,-3-21-2,1 0 0,0-1 0,0 1 0,0 0 1,0 0-1,0-1 0,1 0 0,0 1 0,-1-1 0,1 0 0,1 0 0,-1-1 0,0 1 0,1-1 0,-1 1 1,1-1-1,0 0 0,-1 0 0,1-1 0,0 1 0,0-1 0,0 0 0,8 1 0,8 2-67,1-1-1,-1-1 0,30-1 0,-46-1 44,17-1-460,0 0 0,-1-1 0,1-1 0,31-9 0,33-21-7107,-53 16 232</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4"/>
    </inkml:context>
    <inkml:brush xml:id="br0">
      <inkml:brushProperty name="width" value="0.05" units="cm"/>
      <inkml:brushProperty name="height" value="0.05" units="cm"/>
    </inkml:brush>
  </inkml:definitions>
  <inkml:trace contextRef="#ctx0" brushRef="#br0">5 17 5523,'0'0'16162,"-1"-5"-14610,-2-7-105,7 18-132,15 20-897,16 16-314,-2 2 1,-2 1-1,-2 1 0,-2 1 0,-2 2 0,-2 1 0,-2 0 0,-3 2 0,14 59 0,-28-91-117,0 1 0,-2-1 0,0 1 0,-1 0 0,-2 0 0,0 0 0,-4 25 0,1-31-125,0 1 0,-1 0 0,0-1-1,-1 0 1,-1 0 0,-1-1 0,0 0-1,-1 0 1,-17 21 0,2-6-1371,-35 30 1,-3-9-3511,24-26-928</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5"/>
    </inkml:context>
    <inkml:brush xml:id="br0">
      <inkml:brushProperty name="width" value="0.05" units="cm"/>
      <inkml:brushProperty name="height" value="0.05" units="cm"/>
    </inkml:brush>
  </inkml:definitions>
  <inkml:trace contextRef="#ctx0" brushRef="#br0">15 19 13190,'0'0'11773,"-3"-4"-11162,-9-11-209,32 39-91,24 29 278,191 255 865,-190-240-1374,-4 1 0,59 134 0,-86-167-74,-2 0 0,-1 1 0,-2 1 0,-2 0 0,5 76 0,-11-92-11,-1 0 0,-1 1 0,-1-1 0,-1 0 0,-1 0 0,-1 0 0,-1-1 0,-1 0 0,-1 0 0,0 0 0,-19 31 0,5-22-178,0 0 0,-2-1 0,-1-1 0,-1-2 0,-38 30 0,30-30-2186,0-1-1,-45 23 1,60-40-3879</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6"/>
    </inkml:context>
    <inkml:brush xml:id="br0">
      <inkml:brushProperty name="width" value="0.05" units="cm"/>
      <inkml:brushProperty name="height" value="0.05" units="cm"/>
    </inkml:brush>
  </inkml:definitions>
  <inkml:trace contextRef="#ctx0" brushRef="#br0">0 31 5907,'0'0'11525,"23"-6"-10111,73-16-755,-93 21-596,0 1 1,1-1-1,0 1 0,-1-1 1,1 1-1,-1 0 0,1 1 1,-1-1-1,1 0 1,-1 1-1,5 1 0,-6-1-26,0 0 0,-1 0-1,1 0 1,-1 0 0,1 0-1,-1 0 1,0 0 0,1 0 0,-1 0-1,0 1 1,0-1 0,0 0-1,0 1 1,0-1 0,0 1-1,1 2 1,0 2 106,-1 0 0,0 0 0,0 1 0,0-1-1,0 0 1,-1 1 0,0-1 0,-2 10 0,1-2 252,1-10-294,-1 1 0,0-1 0,0 1 0,0-1 0,0 1 0,-1-1 0,0 0 0,0 1 0,0-1 0,0 0 0,0 0 0,-1-1 0,-6 8 0,-51 41 934,7-5-162,51-46-858,1 0-1,0 0 1,0 0 0,0 0-1,0 1 1,0-1 0,1 0 0,-1 1-1,0-1 1,1 0 0,-1 1-1,0-1 1,1 1 0,0-1 0,-1 1-1,1-1 1,0 1 0,0-1 0,0 3-1,0-3 0,1 0-1,-1 0 1,1 0 0,-1 0-1,1 0 1,0 0 0,-1 0-1,1 0 1,0-1 0,0 1-1,0 0 1,-1-1-1,1 1 1,0-1 0,0 1-1,0-1 1,0 1 0,0-1-1,0 1 1,2-1-1,7 3 66,1-2 0,-1 0 0,1 0 0,13-1 0,-17 0-56,85 2 68,-47 1-209,0-3 1,0-1-1,73-12 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7"/>
    </inkml:context>
    <inkml:brush xml:id="br0">
      <inkml:brushProperty name="width" value="0.05" units="cm"/>
      <inkml:brushProperty name="height" value="0.05" units="cm"/>
    </inkml:brush>
  </inkml:definitions>
  <inkml:trace contextRef="#ctx0" brushRef="#br0">739 1 7860,'0'0'10893,"1"0"-10867,-1 0 0,0 0 0,1 0 1,-1 0-1,0 0 0,0 0 0,1 0 1,-1 0-1,0 0 0,0 0 1,1 0-1,-1 0 0,0 0 0,1 0 1,-1 0-1,0 0 0,0 0 0,1 0 1,-1 0-1,0 0 0,0 0 1,1 1-1,-1-1 0,0 0 0,0 0 1,0 0-1,1 0 0,-1 1 0,0-1 1,0 0-1,0 0 0,1 1 1,-1-1-1,0 0 0,0 0 0,0 0 1,0 1-1,0-1 0,0 0 0,0 1 1,0-1-1,1 0 0,-1 0 1,0 1-1,0-1 0,0 0 0,0 0 1,0 1-1,0-1 0,-1 0 0,1 1 1,0-1-1,0 0 0,0 0 1,0 1-1,0-1 0,0 0 0,-1 1 1,-12 8 185,-1-1 0,-1 0 0,0-1 1,0-1-1,0 0 0,-31 7 0,15-4 15,-147 44 786,-151 54 109,319-102-1043,1-1 0,-1 1 1,1 0-1,-15 12 1,23-16-74,0 0 0,0 0 0,0 0 0,0 0 0,0 0 1,0 1-1,0-1 0,0 0 0,1 0 0,-1 1 1,0-1-1,1 0 0,-1 1 0,1-1 0,-1 1 1,1-1-1,0 1 0,-1 1 0,2-2-5,-1 1 0,1-1-1,-1 0 1,1 1 0,0-1-1,-1 0 1,1 0 0,0 1 0,0-1-1,0 0 1,0 0 0,0 0-1,0 0 1,0 0 0,0 0 0,0 0-1,1 0 1,-1-1 0,0 1-1,1 0 1,-1-1 0,3 1 0,34 12 51,1-1 1,1-3 0,-1-1-1,73 5 1,-47-6-26,15 2-22,-42-7-1,0 2 0,-1 1 0,0 2 0,0 2 1,59 22-1,-93-30-7,-1 0 0,1 0 0,-1 1 0,0-1 0,1 0 0,-1 1 1,0 0-1,0-1 0,0 1 0,0 0 0,0 0 0,0 0 0,-1 0 0,1 1 1,0-1-1,-1 0 0,0 1 0,0-1 0,0 1 0,0-1 0,0 1 0,0 0 0,-1-1 1,1 1-1,-1 0 0,1-1 0,-1 4 0,-1-2-1,0 0 0,0 0 0,0-1 0,-1 1 0,1 0 0,-1 0 0,0-1 0,0 1 0,0-1 0,0 0 0,-1 0 0,1 0 0,-1 0 0,0 0 0,0 0-1,0-1 1,0 1 0,-4 1 0,-68 42 32,-149 66 0,52-30-1,148-69-19,7-5-4,1 0-1,0 1 0,1 1 0,0 1 0,-18 16 0,31-26 0,1 0 0,0 0-1,-1 1 1,1-1 0,0 0 0,0 1 0,0-1 0,0 1 0,0 0 0,0-1 0,0 1 0,0-1 0,1 1-1,-1 0 1,1 0 0,-1-1 0,1 1 0,0 0 0,0 0 0,-1 0 0,1 0 0,1 1 0,-1-1 1,1-1 1,0 1 0,0 0 0,0-1 0,0 0 0,0 1 0,0-1 0,0 1-1,1-1 1,-1 0 0,0 0 0,1 0 0,-1 0 0,1 0 0,-1 0 0,1 0-1,3 1 1,6 2 10,1-1 0,-1 0-1,1-1 1,-1 0 0,15 1 0,228-2 87,44 5-106,-293-6-108,0 0-1,0 1 0,0 0 1,1 0-1,-1 0 1,0 1-1,0-1 0,-1 1 1,7 4-1,-9-5-232,0 1-1,0 0 1,-1 0-1,1-1 0,-1 1 1,1 0-1,-1 1 1,0-1-1,0 0 1,0 0-1,0 0 1,0 1-1,-1-1 1,1 1-1,-1-1 0,1 0 1,-1 1-1,0-1 1,0 1-1,0 4 1,0 14-3225,0 2-1576</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8"/>
    </inkml:context>
    <inkml:brush xml:id="br0">
      <inkml:brushProperty name="width" value="0.05" units="cm"/>
      <inkml:brushProperty name="height" value="0.05" units="cm"/>
    </inkml:brush>
  </inkml:definitions>
  <inkml:trace contextRef="#ctx0" brushRef="#br0">64 0 12102,'0'0'9863,"-3"13"-9002,-55 272 1527,56-263-2953,2-9-2559</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69"/>
    </inkml:context>
    <inkml:brush xml:id="br0">
      <inkml:brushProperty name="width" value="0.05" units="cm"/>
      <inkml:brushProperty name="height" value="0.05" units="cm"/>
    </inkml:brush>
  </inkml:definitions>
  <inkml:trace contextRef="#ctx0" brushRef="#br0">51 139 13494,'0'0'6998,"0"0"-6958,0-1 0,-1 1-1,1 0 1,-1 0 0,1 0 0,0 0 0,-1 0 0,1 0-1,0 0 1,-1-1 0,1 1 0,0 0 0,-1 0-1,1-1 1,0 1 0,-1 0 0,1 0 0,0-1-1,0 1 1,-1 0 0,1-1 0,0 1 0,0 0-1,0-1 1,-1 1 0,1 0 0,0-1 0,0 1-1,0 0 1,0-1 0,0 1 0,0-1 0,0 1 0,0 0-1,0-1 1,0 1 0,0-1 0,9-7 776,-1 1-361,0 0 0,0-1 0,12-16 0,-18 22-402,-1 0 1,1-1-1,-1 1 0,0-1 0,0 1 0,0-1 0,0 1 0,0-1 0,0 0 0,-1 0 0,0 1 0,1-1 0,-1 0 0,0 0 0,0 1 0,0-1 1,-1 0-1,1 0 0,-1 0 0,-1-4 0,1 6-28,0 0 0,0 0 0,0 0 0,0 0 1,0 0-1,0 0 0,0 0 0,0 0 0,-1 0 0,1 1 1,0-1-1,-1 1 0,1-1 0,-1 1 0,1-1 1,0 1-1,-1 0 0,1-1 0,-1 1 0,1 0 0,-3 0 1,-40 1-66,31-1 30,12 0-62,0 0 1,1 0-1,-1 0 0,0 0 0,0 1 1,1-1-1,-1 0 0,0 0 0,1 1 1,-1-1-1,0 0 0,1 1 1,-1-1-1,0 0 0,1 1 0,-1-1 1,1 1-1,-1-1 0,1 1 0,-1 0 1,1-1-1,-1 1 0,1-1 1,-1 1-1,1 0 0,0-1 0,-1 1 1,1 0-1,0-1 0,0 1 0,0 0 1,-1 0-1,1-1 0,0 1 1,0 0-1,0 0 0,0-1 0,0 1 1,0 0-1,1 1 0,-1 0-449,0 0 0,1-1 0,-1 1 0,1 0 0,-1 0-1,1-1 1,-1 1 0,1 0 0,0-1 0,0 1 0,0 0 0,0-1-1,0 1 1,1-1 0,-1 0 0,3 3 0,20 8-7632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70"/>
    </inkml:context>
    <inkml:brush xml:id="br0">
      <inkml:brushProperty name="width" value="0.05" units="cm"/>
      <inkml:brushProperty name="height" value="0.05" units="cm"/>
    </inkml:brush>
  </inkml:definitions>
  <inkml:trace contextRef="#ctx0" brushRef="#br0">403 99 13382,'0'0'10301,"-23"-19"-9191,-1-1-730,-49-32 0,71 51-361,0 0 0,0 0 0,1 0 0,-1 0 0,0 1 0,0-1-1,0 1 1,0-1 0,0 1 0,0 0 0,0 0 0,0 0 0,0 0 0,0 0 0,0 0 0,0 0 0,0 1-1,0-1 1,0 1 0,0-1 0,0 1 0,0 0 0,1 0 0,-1 0 0,0 0 0,-2 1 0,0 2 25,0 0 1,0 1 0,0-1 0,1 1 0,-1 0 0,-3 8 0,0-1 40,-16 26 102,2 2 0,2 0 0,2 1 0,-14 48 0,9-12-20,-16 113 1,28-125-164,3 0-1,4 0 1,8 129 0,-2-167-41,1 0 0,1 1 0,1-2 0,2 1 0,0-1 0,2 0 0,1 0-1,1-2 1,1 1 0,1-2 0,34 44 0,-40-58-218,0 0 0,1-1 0,0 0 0,0-1 0,1 0-1,-1 0 1,2-1 0,-1-1 0,1 1 0,0-2 0,0 1 0,0-2 0,16 4 0,-13-4-848,1-2 0,0 1 0,0-2 1,-1 0-1,1-1 0,19-3 1,32-14-6139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71"/>
    </inkml:context>
    <inkml:brush xml:id="br0">
      <inkml:brushProperty name="width" value="0.05" units="cm"/>
      <inkml:brushProperty name="height" value="0.05" units="cm"/>
    </inkml:brush>
  </inkml:definitions>
  <inkml:trace contextRef="#ctx0" brushRef="#br0">1 12 12742,'0'0'5920,"11"-2"-5877,122-8-1666,-135 31-6722,0-17 7823,-1 0 0,0 0 0,-1 0 0,1-1 0,0 1-1,-1-1 1,0 0 0,-7 4 0,-20 18 2934,30-23-1931,0-1-1,-1 1 1,1-1-1,0 1 0,0 0 1,0 0-1,0-1 1,0 1-1,0 0 1,1 0-1,-1 0 0,0 0 1,1 0-1,0 0 1,-1 3-1,49-3 1011,0-2-4796,-17 0-1399</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72"/>
    </inkml:context>
    <inkml:brush xml:id="br0">
      <inkml:brushProperty name="width" value="0.05" units="cm"/>
      <inkml:brushProperty name="height" value="0.05" units="cm"/>
    </inkml:brush>
  </inkml:definitions>
  <inkml:trace contextRef="#ctx0" brushRef="#br0">8 30 9957,'0'0'8889,"0"11"-8556,0-8-320,-3 45 92,3-46-101,0 1 0,0-1 0,0 1 0,0-1 0,0 1 0,1-1 0,-1 1 0,1-1 0,0 1 0,-1-1 0,1 1 0,0-1 0,1 0 0,-1 0 0,0 1 0,1-1 0,2 3 0,0-3 3,1 0 0,0 0-1,-1 0 1,1-1 0,0 0 0,0 0 0,0 0 0,0-1-1,0 1 1,0-1 0,0 0 0,0-1 0,0 1 0,-1-1-1,8-2 1,-8 2 59,0 0 0,0 0 0,-1 0 0,1-1 0,0 0 0,-1 0 0,0 0 0,1 0 0,-1 0 1,0 0-1,0-1 0,0 0 0,-1 0 0,1 0 0,-1 0 0,1 0 0,-1 0 0,0 0 0,3-7 0,-4 7 156,1-1 0,-1 0-1,0 0 1,0 0 0,0 0 0,0 0 0,-1 0 0,0 0-1,0 0 1,0 0 0,0 0 0,0 0 0,-1 0 0,-1-4-1,1 6-182,0 0-1,0 0 0,0 0 0,-1 0 0,1 1 0,-1-1 0,1 1 1,-1-1-1,1 1 0,-1-1 0,0 1 0,0 0 0,1 0 0,-1 0 1,0 0-1,0 0 0,0 0 0,0 0 0,0 1 0,-1-1 0,1 1 1,0-1-1,0 1 0,0 0 0,-5 0 0,-53-1-1613,18 2-4859,21 1-1487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5:47.173"/>
    </inkml:context>
    <inkml:brush xml:id="br0">
      <inkml:brushProperty name="width" value="0.05" units="cm"/>
      <inkml:brushProperty name="height" value="0.05" units="cm"/>
    </inkml:brush>
  </inkml:definitions>
  <inkml:trace contextRef="#ctx0" brushRef="#br0">29 164 10085,'0'0'6880,"-18"8"1206,16-11-8003,1-1-1,-1 0 0,1 0 0,-1 0 0,1 0 0,1 0 0,-1-1 0,0 1 0,1 0 0,0 0 0,0 0 0,0-1 0,2-7 0,-1 0 77,-1 5-130,0 1 0,1 0 0,0 0 0,0-1 0,1 1 0,-1 0 0,1 0 0,4-6 0,-6 10-28,1 0-1,0 1 0,0-1 0,0 1 0,0-1 0,0 1 0,0 0 1,0-1-1,0 1 0,1 0 0,-1 0 0,0 0 0,1 0 0,-1 0 1,1 0-1,-1 0 0,1 0 0,0 1 0,-1-1 0,1 1 0,0-1 1,-1 1-1,1-1 0,0 1 0,0 0 0,-1 0 0,1 0 0,0 0 1,0 0-1,-1 0 0,1 1 0,0-1 0,0 1 0,-1-1 0,4 2 1,-4-1-2,1 0 0,0 1 0,0-1 1,-1 0-1,1 1 0,-1 0 1,1-1-1,-1 1 0,0 0 1,0-1-1,0 1 0,0 0 1,0 0-1,0 0 0,1 3 1,11 37 9,-9-27-7,-1-2-3,0 1 1,-1 0-1,-1 0 1,0 0-1,-1 14 1,1-27 27,0-3-19,1 1 1,0 0 0,-1 0-1,1-1 1,-1 1 0,0 0 0,1-1-1,-1 0 1,0 1 0,0-1 0,0 0-1,0 1 1,0-1 0,-1 0 0,1 0-1,0 0 1,-1 0 0,1 0 0,-1-3-1,3-2 12,6-15-19,2 1-1,14-22 1,-22 37-2,1 0 1,0 1-1,1-1 0,-1 1 1,1 0-1,0 0 1,1 0-1,-1 1 1,1-1-1,0 2 0,10-7 1,-14 10-2,0 0 0,0 0 0,-1 0 0,1 0 0,0 0 0,0 0 0,-1 1 0,1-1 0,0 0 0,-1 1 0,1 0 0,0-1 0,-1 1 0,1 0 0,-1 0 0,1 0 1,-1 0-1,0 0 0,1 0 0,-1 0 0,0 0 0,0 1 0,1-1 0,-1 1 0,0-1 0,0 0 0,-1 1 0,1 0 0,0-1 0,0 1 0,-1-1 0,1 3 0,20 57 8,-8-1-29,1 6-3091,-1-21-5274,-5-22-448</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4.653"/>
    </inkml:context>
    <inkml:brush xml:id="br0">
      <inkml:brushProperty name="width" value="0.05" units="cm"/>
      <inkml:brushProperty name="height" value="0.05" units="cm"/>
    </inkml:brush>
  </inkml:definitions>
  <inkml:trace contextRef="#ctx0" brushRef="#br0">1 87 9989,'0'0'14219,"0"-17"-13199,2-49-311,0 63-133,3 11-471,4 15-68,0 19 354,-1 1-1,3 79 1,-11 92 41,-1-39-313,1-140-156,-1-17-62,2-1 0,0 1 1,0 0-1,2 0 0,7 29 1,-1-39-1440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5.043"/>
    </inkml:context>
    <inkml:brush xml:id="br0">
      <inkml:brushProperty name="width" value="0.05" units="cm"/>
      <inkml:brushProperty name="height" value="0.05" units="cm"/>
    </inkml:brush>
  </inkml:definitions>
  <inkml:trace contextRef="#ctx0" brushRef="#br0">0 8 15127,'0'0'8745,"4"2"-8323,7 2-284,0 0 0,-1-1 0,1 0 1,0-1-1,0 0 0,0-1 0,1 0 0,-1 0 0,0-2 1,18-1-1,11 1 31,720-23 28,-727 22-884,-19 1-3375,-14 16-5059</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5.808"/>
    </inkml:context>
    <inkml:brush xml:id="br0">
      <inkml:brushProperty name="width" value="0.05" units="cm"/>
      <inkml:brushProperty name="height" value="0.05" units="cm"/>
    </inkml:brush>
  </inkml:definitions>
  <inkml:trace contextRef="#ctx0" brushRef="#br0">19 296 11813,'0'0'10592,"-4"-8"-9706,2 5-807,0 0 1,0 0 0,1-1 0,-1 1 0,1 0-1,0 0 1,0-1 0,0 1 0,0-1-1,1 1 1,0 0 0,-1-1 0,1 1 0,0-1-1,1 1 1,-1-1 0,1 1 0,-1-1-1,1 1 1,0-1 0,0 1 0,1 0 0,-1 0-1,1 0 1,-1 0 0,1 0 0,0 0-1,0 0 1,0 0 0,3-2 0,5-6-19,0 1 1,1 0-1,0 1 1,0 0-1,1 1 1,0 0-1,1 1 1,0 0-1,0 1 1,0 0-1,1 1 1,-1 1-1,1 0 1,0 1-1,1 1 1,-1 0-1,0 0 1,27 2-1,-37 0-53,-1 1 0,0-1-1,0 1 1,1 0 0,-1 0-1,0 0 1,0 1 0,0-1-1,0 1 1,0-1 0,0 1-1,-1 0 1,1 0 0,-1 0 0,1 0-1,-1 1 1,3 2 0,-1 1-1,-1-1 0,0 0-1,0 1 1,0 0 0,-1 0 0,1 0 0,-2 0 0,3 9 0,-1 4 28,-1-1 0,-1 1 0,0-1 0,-2 1 0,-3 23 0,-13 21 45,15-61-18,2-1 191,1-14-162,1 0-1,0 1 1,1-1-1,0 1 1,1 0 0,1 0-1,0 0 1,0 1-1,1-1 1,1 1 0,0 1-1,0-1 1,15-15-1,9-7-136,0 2-1,56-44 1,-80 69 44,1 0 1,-1 0-1,1 1 1,1 0-1,-1 1 1,11-5-1,-17 9 1,0-1 0,0 1 0,0-1-1,1 1 1,-1 0 0,0 0 0,0 0 0,1 0 0,-1 0-1,0 0 1,0 0 0,1 1 0,-1-1 0,0 1 0,0 0-1,0 0 1,0 0 0,0 0 0,0 0 0,0 0-1,0 0 1,0 1 0,-1-1 0,1 0 0,0 1 0,-1 0-1,1-1 1,-1 1 0,0 0 0,1 0 0,0 3 0,7 10 15,-1 0 0,-1 1 0,-1 0 0,0 0 0,-1 0 1,-1 1-1,4 25 0,2 125-250,-6-72-1256,1-75-957,9-16-2862,1-4-991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7.666"/>
    </inkml:context>
    <inkml:brush xml:id="br0">
      <inkml:brushProperty name="width" value="0.05" units="cm"/>
      <inkml:brushProperty name="height" value="0.05" units="cm"/>
    </inkml:brush>
  </inkml:definitions>
  <inkml:trace contextRef="#ctx0" brushRef="#br0">9 0 17688,'0'0'7812,"-8"67"-7428,8-41-176,2 0-80,1-5-112,0-2-16,-3 0-16,0-5-256,0-4-1009,0-5-1632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8.004"/>
    </inkml:context>
    <inkml:brush xml:id="br0">
      <inkml:brushProperty name="width" value="0.05" units="cm"/>
      <inkml:brushProperty name="height" value="0.05" units="cm"/>
    </inkml:brush>
  </inkml:definitions>
  <inkml:trace contextRef="#ctx0" brushRef="#br0">1 47 16472,'0'0'7395,"31"-47"-7603,-7 47-1265,2 0-1040,-2 5-1921,-5 7-2833</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8.346"/>
    </inkml:context>
    <inkml:brush xml:id="br0">
      <inkml:brushProperty name="width" value="0.05" units="cm"/>
      <inkml:brushProperty name="height" value="0.05" units="cm"/>
    </inkml:brush>
  </inkml:definitions>
  <inkml:trace contextRef="#ctx0" brushRef="#br0">32 0 13718,'0'0'11958,"-31"31"-11510,31-29 80,24 1-288,10-3-80,11 0-128,2 0-32,-5 0-64,-2 0-448,-11 0-704,-11 0-1634,-8 0-1088</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8.690"/>
    </inkml:context>
    <inkml:brush xml:id="br0">
      <inkml:brushProperty name="width" value="0.05" units="cm"/>
      <inkml:brushProperty name="height" value="0.05" units="cm"/>
    </inkml:brush>
  </inkml:definitions>
  <inkml:trace contextRef="#ctx0" brushRef="#br0">0 17 1265,'0'0'19032,"58"0"-19000,-32 0-32,3 0-48,6 0-544,-1-7-2097,5-2-3058</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9.065"/>
    </inkml:context>
    <inkml:brush xml:id="br0">
      <inkml:brushProperty name="width" value="0.05" units="cm"/>
      <inkml:brushProperty name="height" value="0.05" units="cm"/>
    </inkml:brush>
  </inkml:definitions>
  <inkml:trace contextRef="#ctx0" brushRef="#br0">151 29 13910,'0'0'10749,"-14"2"-10317,3 0-308,7-2-85,-1 0-1,1 1 1,-1-1 0,1 1 0,0 0 0,0 0-1,0 1 1,-1-1 0,1 1 0,0 0 0,1 0-1,-1 0 1,0 1 0,1-1 0,-1 1-1,1 0 1,0 0 0,0 0 0,-5 6 0,1 3-20,1 0 0,1 1 0,-1-1 0,2 1 0,0 0 0,1 0 0,0 1 0,0-1 0,2 0 0,0 1 1,0 0-1,2 16 0,0-28-19,-1 0 0,0 0 0,1-1 0,-1 1 1,1 0-1,-1 0 0,1-1 0,0 1 0,-1 0 1,1-1-1,0 1 0,0-1 0,1 1 0,-1-1 0,0 1 1,0-1-1,1 0 0,-1 0 0,1 1 0,-1-1 1,4 1-1,-1 1-11,1-1 0,0-1 1,0 1-1,0-1 1,0 1-1,0-1 0,0-1 1,6 1-1,-2 0-7,1-1 0,-1-1-1,0 1 1,1-1 0,-1-1-1,0 0 1,0 0 0,16-7 0,-18 5 25,-1 0 0,1-1 1,-1 0-1,0 0 1,-1 0-1,1-1 1,-1 0-1,0 0 0,-1 0 1,1 0-1,-1-1 1,-1 0-1,1 0 1,-1 0-1,3-9 0,-5 12 13,1-1-1,-1 0 0,0 1 1,0-1-1,-1 0 0,0 0 1,1 0-1,-2 0 0,1 1 1,0-1-1,-1 0 0,0 0 1,0 0-1,-1 1 0,1-1 1,-1 1-1,0-1 0,0 1 1,0-1-1,-1 1 0,1 0 1,-1 0-1,0 0 0,-1 1 1,-2-4-1,-4-1-169,0 2-1,0-1 1,0 1-1,-1 0 1,1 1-1,-1 1 1,-1 0-1,1 0 1,0 1-1,-19-3 1,2 0-3120,16 1-4034</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7.241"/>
    </inkml:context>
    <inkml:brush xml:id="br0">
      <inkml:brushProperty name="width" value="0.05" units="cm"/>
      <inkml:brushProperty name="height" value="0.05" units="cm"/>
    </inkml:brush>
  </inkml:definitions>
  <inkml:trace contextRef="#ctx0" brushRef="#br0">759 8 11557,'0'0'7641,"13"-2"-7073,38-3-45,-51 5-510,1 0 0,-1 0 0,1 0 0,0 0 0,-1 0 0,1 0 1,-1 0-1,1 0 0,-1 1 0,1-1 0,0 0 0,-1 0 0,1 1 0,-1-1 0,1 1 0,-1-1 0,0 0 0,1 1 0,-1-1 0,1 1 0,-1-1 0,0 1 0,1-1 0,-1 1 0,0-1 0,1 1 0,-1-1 0,0 1 0,0-1 0,0 1 0,0-1 0,1 1 0,-1 0 0,0-1 0,0 1 0,0-1 1,0 2-1,-6 19 409,4-16-339,-1 0 1,-1-1-1,1 1 0,-1-1 0,1 0 0,-1 0 1,-1 0-1,1 0 0,0-1 0,-1 1 1,-6 2-1,-62 31 312,44-24-298,-163 73 228,83-40 296,-192 113-1,297-156-581,-46 36 348,48-38-373,0 1 0,0-1 0,1 1 0,-1 0 0,1 0 0,0-1 0,-1 1 0,1 0 0,0 0 1,0 0-1,0 1 0,0-1 0,1 0 0,-1 0 0,1 0 0,-1 1 0,1-1 0,0 0 0,0 0 0,0 1 0,0-1 0,0 0 0,1 4 0,0-5 1,0 0-1,1 1 0,-1-1 0,1 0 0,-1 0 1,1 0-1,-1 0 0,1 0 0,0-1 0,0 1 0,-1 0 1,1-1-1,0 1 0,0-1 0,0 0 0,0 1 1,0-1-1,-1 0 0,1 0 0,3-1 0,3 2 49,377 28 587,48 7-607,-427-35-46,3 0-16,1 0 1,-1 1-1,0 0 1,0 1-1,9 3 0,-17-5 12,0-1 1,1 1-1,-1 0 0,0-1 0,0 1 0,0 0 0,0 0 1,0 0-1,0 0 0,0 0 0,0 0 0,0 0 0,0 0 1,0 0-1,-1 1 0,1-1 0,0 0 0,-1 0 1,1 1-1,-1-1 0,1 0 0,-1 1 0,0-1 0,0 0 1,1 1-1,-1-1 0,0 1 0,0-1 0,-1 0 0,1 1 1,0-1-1,0 1 0,-1-1 0,1 0 0,0 1 1,-1-1-1,0 0 0,1 0 0,-1 1 0,-1 1 0,-4 4 3,0 0-1,0-1 0,-1 1 0,0-1 0,0-1 1,0 1-1,-1-1 0,0-1 0,0 1 0,0-1 1,-13 4-1,-7 6 4,-52 26-15,-5 1-58,-151 101 1,228-136 69,0 0 1,0 1-1,0 0 1,1 0-1,-12 16 1,17-20-2,0 1 0,0 0-1,0 0 1,0 0 0,1 0 0,-1 0 0,1 0-1,0 0 1,1 0 0,-1 0 0,1 1 0,-1-1-1,1 0 1,0 0 0,1 1 0,0 5 0,0-9 4,-1 0 0,1 1 1,0-1-1,0 0 0,0 0 0,-1 1 1,1-1-1,0 0 0,1 0 1,-1 0-1,0 0 0,0 0 1,0-1-1,0 1 0,1 0 1,-1 0-1,0-1 0,1 1 1,-1-1-1,1 1 0,-1-1 0,1 0 1,-1 1-1,3-1 0,44 4 5,-38-4-4,125 1-13,0-7 0,0-5-1,-1-6 1,197-51 0,-321 66-73,1-1-187,0 1 0,-1-2-1,1 1 1,18-11 0,-60 14-14315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9.907"/>
    </inkml:context>
    <inkml:brush xml:id="br0">
      <inkml:brushProperty name="width" value="0.05" units="cm"/>
      <inkml:brushProperty name="height" value="0.05" units="cm"/>
    </inkml:brush>
  </inkml:definitions>
  <inkml:trace contextRef="#ctx0" brushRef="#br0">1 108 9316,'0'0'10949,"3"-9"-10175,0 4-660,0-1 0,0 1 1,0 0-1,0 0 0,1 0 0,0 1 1,0-1-1,0 1 0,1 0 0,-1 0 1,1 0-1,0 1 0,0 0 0,0 0 0,1 0 1,-1 0-1,1 1 0,-1 0 0,1 0 1,0 1-1,7-2 0,-9 2-84,0 0 0,0 1 0,1-1 0,-1 1 0,0 0 0,0 0 0,0 1 0,0-1 0,0 1 0,0 0 0,0 0 0,0 0-1,0 0 1,0 1 0,0 0 0,0-1 0,-1 1 0,1 1 0,4 3 0,-4-2-13,0 1 0,0 0 1,-1 0-1,1 1 0,-1-1 0,0 1 0,-1 0 0,1 0 0,-1-1 0,0 2 1,-1-1-1,2 8 0,0 6 156,-1-1 0,-1 1 0,-1 27 0,-1-5-3,1-41 32,0-2-94,0-1 0,-1 0 0,1 0-1,1 1 1,-1-1 0,0 0 0,0 1-1,1-1 1,-1 0 0,0 1 0,1-1-1,0 0 1,1-2 0,-1 1 51,6-16-87,1 0-1,0 1 1,1 1 0,1-1 0,1 2 0,0-1 0,1 1-1,1 1 1,0 0 0,2 1 0,-1 1 0,22-16 0,-34 28-71,0 0 0,-1 0 0,1-1 0,0 1 0,0 1 0,0-1 0,0 0 0,0 0 0,0 1 0,0-1 0,0 1 0,0 0 0,0-1 0,0 1 0,1 0 0,-1 0 0,0 1 0,0-1 0,0 0 0,0 1 0,0-1 0,0 1 1,0-1-1,0 1 0,0 0 0,0 0 0,0 0 0,0 0 0,-1 0 0,1 1 0,0-1 0,-1 0 0,1 1 0,-1-1 0,0 1 0,1 0 0,-1-1 0,0 1 0,2 3 0,4 7-11,-1 1 0,0 0 0,0 1 1,5 23-1,-5-20-12,-2-1-61,-1-1-1,-1 1 0,0 0 1,-1 0-1,0 18 0,0 17-2670,7 0-4731,1-27-1236</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14.523"/>
    </inkml:context>
    <inkml:brush xml:id="br0">
      <inkml:brushProperty name="width" value="0.05" units="cm"/>
      <inkml:brushProperty name="height" value="0.05" units="cm"/>
    </inkml:brush>
  </inkml:definitions>
  <inkml:trace contextRef="#ctx0" brushRef="#br0">463 94 11093,'0'0'6419,"-3"6"-5493,1-1-756,0 0 0,-1-1 0,1 1 1,-1-1-1,0 1 0,-1-1 0,1 0 0,-1-1 0,0 1 1,0 0-1,0-1 0,-8 5 0,1-1 88,0-1 0,-1-1 1,0 0-1,-24 7 0,5-5 49,1-1 1,-1-2-1,-55 1 1,83-5-259,0-1-1,0 1 1,0-1 0,1 1 0,-1-1 0,0 0 0,0 0 0,1 0 0,-1-1 0,0 1 0,1 0 0,-1-1-1,1 0 1,0 0 0,-1 0 0,1 0 0,0 0 0,0 0 0,1 0 0,-1-1 0,0 1 0,1-1 0,-1 1-1,1-1 1,0 0 0,0 1 0,0-1 0,0 0 0,0 0 0,1 0 0,-1 0 0,1 1 0,0-1 0,0 0-1,0-4 1,0 2-29,-1-1-1,2 1 0,-1 0 1,0-1-1,1 1 0,0 0 1,0 0-1,1 0 0,0-1 1,0 1-1,0 1 0,0-1 1,1 0-1,-1 1 1,1-1-1,0 1 0,1 0 1,-1 0-1,6-5 0,-1 4-18,-1 0-1,1 1 1,0 0-1,0 0 1,0 1-1,1 0 1,-1 0-1,1 1 1,-1 0-1,1 1 1,12-1-1,-16 2-1,0 0-1,1 0 0,-1 1 0,0 0 0,0 0 1,1 0-1,-1 1 0,0-1 0,0 1 1,0 1-1,-1-1 0,1 0 0,0 1 1,-1 0-1,0 0 0,1 1 0,-1-1 0,-1 1 1,7 7-1,-2 0 8,-1 0 0,-1 0 0,0 1 1,0-1-1,-1 1 0,-1 0 0,0 1 0,0-1 1,-1 1-1,-1 0 0,0 0 0,-1-1 0,0 1 1,-1 0-1,-1 0 0,0 0 0,-1 0 0,0 0 1,-1 0-1,0-1 0,-1 1 0,0-1 0,-1 0 0,-10 17 1,-5 0 9,-1-2 0,-2 0 0,-39 35 0,46-47-18,-1-1 0,0-1 0,-1-1 0,-1 0 0,0-1 0,-36 14 0,52-24 6,0 0 0,1 0 0,-1 0 0,0 0 0,0-1 0,1 1-1,-1-1 1,0 0 0,0 0 0,0 0 0,0-1 0,-3 0 0,4 1 1,1-1 0,0 1 0,-1-1 0,1 0 1,0 1-1,0-1 0,-1 0 0,1 0 0,0 0 0,0 0 0,0 0 1,0 0-1,0 0 0,1 0 0,-1 0 0,0-1 0,0 1 0,0-2 1,-1-4 12,0 0 0,1-1 1,-1 0-1,2 1 0,-1-1 1,1 0-1,1-8 0,-1 2-22,-1 12 9,1 0 0,0 0 1,0 0-1,0 0 0,1 0 0,-1 0 0,0 0 0,1 0 1,-1 0-1,1 1 0,0-1 0,-1 0 0,1 0 0,0 0 0,0 1 1,0-1-1,1 1 0,-1-1 0,0 1 0,0-1 0,1 1 1,-1-1-1,1 1 0,2-1 0,-1 0 3,0 1 1,0 1-1,0-1 1,0 0-1,0 1 0,0-1 1,1 1-1,-1 0 1,0 0-1,0 0 0,0 1 1,1-1-1,3 2 1,6 2 14,0 0 1,0 1-1,0 0 1,-1 1-1,0 1 1,12 8-1,264 183 89,-280-192-671,0-1 0,0 0-1,1 0 1,-1-1 0,1 0 0,12 4-1,33-2-9369,-28-6 1083</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15.085"/>
    </inkml:context>
    <inkml:brush xml:id="br0">
      <inkml:brushProperty name="width" value="0.05" units="cm"/>
      <inkml:brushProperty name="height" value="0.05" units="cm"/>
    </inkml:brush>
  </inkml:definitions>
  <inkml:trace contextRef="#ctx0" brushRef="#br0">238 62 11861,'0'0'10557,"-6"-12"-9524,3 7-899,-17-30 142,19 34-264,0 0-1,1 1 0,-1-1 1,0 0-1,0 1 0,1-1 1,-1 0-1,0 1 0,0-1 1,0 1-1,0-1 0,0 1 1,0 0-1,0-1 0,0 1 1,0 0-1,0 0 0,0-1 1,0 1-1,0 0 0,0 0 1,0 0-1,0 0 0,0 1 1,0-1-1,0 0 0,0 0 0,0 0 1,0 1-1,0-1 0,1 1 1,-1-1-1,0 1 0,0-1 1,0 1-1,0-1 0,0 1 1,1 0-1,-1-1 0,-1 2 1,-10 12 189,0 0 1,1 0 0,0 2 0,1-1-1,1 1 1,0 0 0,-12 33-1,6-4 153,-20 88 0,25-75-221,2 1 0,3 0-1,2 1 1,10 113 0,-3-149-191,1 0-1,1 0 0,0-1 1,2 0-1,1-1 1,1 1-1,1-2 1,0 1-1,2-2 0,0 1 1,2-2-1,0 0 1,1-1-1,1 0 1,0-2-1,1 0 0,1-1 1,1 0-1,0-2 1,1 0-1,23 10 1,-34-20-471,0 0 0,0 0 1,0-1-1,18 2 0,41-2-5872,-59-2 5145,25 0-5950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15.823"/>
    </inkml:context>
    <inkml:brush xml:id="br0">
      <inkml:brushProperty name="width" value="0.05" units="cm"/>
      <inkml:brushProperty name="height" value="0.05" units="cm"/>
    </inkml:brush>
  </inkml:definitions>
  <inkml:trace contextRef="#ctx0" brushRef="#br0">24 7 13142,'0'0'10055,"-3"-4"-9857,3 4-195,0 0 1,0-1-1,-1 1 0,1 0 1,0 0-1,0 0 1,-1 0-1,1 0 1,0-1-1,0 1 0,-1 0 1,1 0-1,0 0 1,0 0-1,-1 0 0,1 0 1,0 0-1,-1 0 1,1 0-1,0 0 1,0 0-1,-1 0 0,1 0 1,0 0-1,-1 0 1,1 0-1,0 0 1,0 0-1,-1 0 0,1 0 1,0 1-1,0-1 1,-1 0-1,1 0 1,0 0-1,0 0 0,0 1 1,-1-1-1,1 0 1,0 0-1,0 1 1,0-1-1,-1 0 0,1 0 1,0 1-1,0-1 1,0 0-1,0 0 0,0 1 1,0-1-1,0 0 1,0 0-1,0 1 1,0-1-1,0 0 0,0 1 1,0-1-1,0 0 1,0 0-1,0 1 1,0-1-1,0 1 0,-5 40 214,3 69 89,2-90-279,0-13-27,0-1 0,0 1 0,1-1-1,0 1 1,0-1 0,0 1 0,1-1-1,0 0 1,0 1 0,1-1 0,3 6-1,-4-9 1,0 0 0,1 0 0,0 0 0,-1-1 0,1 1 0,0-1 0,0 0-1,0 0 1,1 0 0,-1 0 0,0-1 0,1 1 0,-1-1 0,1 0 0,0 0 0,-1 0-1,1 0 1,0-1 0,0 1 0,6-1 0,-5 0 5,1 0-1,-1 0 0,1 0 1,-1-1-1,1 0 1,-1 0-1,0-1 1,0 1-1,1-1 1,-1 0-1,0-1 0,0 1 1,-1-1-1,1 0 1,8-7-1,-6 3-1,0 0 0,0-1 1,0 0-1,-1-1 0,-1 1 0,1-1 0,7-19 0,-5 10 215,-2-1-1,0-1 0,-1 0 1,-1 1-1,0-1 1,-2-1-1,0-20 1,-2 41 267,0 8-213,2 271 239,-5 335 1283,0-541-1650,-16 90-1,12-129-95,0 0 0,-2-1-1,-2 1 1,-26 54 0,34-80-35,-1-1-1,0 0 1,-1-1 0,0 1-1,0-1 1,-7 8 0,11-13-3,-1 0 1,1 0 0,0 0 0,-1 0 0,1 0-1,-1 0 1,1 0 0,-1 0 0,1-1 0,-1 1-1,1-1 1,-1 1 0,0-1 0,1 1 0,-1-1-1,0 0 1,1 0 0,-1 0 0,0 0 0,0 0-1,1 0 1,-1 0 0,0-1 0,1 1 0,-1-1-1,1 1 1,-1-1 0,0 1 0,1-1 0,-1 0-1,1 0 1,-1 0 0,1 0 0,0 0-1,-1 0 1,-1-2 0,-5-7 11,-1 0-1,1-1 1,1 0-1,0 0 1,0-1-1,1 0 1,1 0 0,0 0-1,1-1 1,0 0-1,1 0 1,-3-17-1,1-14-39,1-1 1,2-61-1,4 87 5,0-1 0,2 1 0,0 0 0,1 0 1,1 0-1,0 1 0,2 0 0,0 0 0,1 1 0,1 0 0,0 0 0,22-25 1,8-5-633,2 2 1,82-68 0,-101 94-697,0 2 0,32-18 1,-19 16-3287,1 0-3825,-13 8-2641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16.201"/>
    </inkml:context>
    <inkml:brush xml:id="br0">
      <inkml:brushProperty name="width" value="0.05" units="cm"/>
      <inkml:brushProperty name="height" value="0.05" units="cm"/>
    </inkml:brush>
  </inkml:definitions>
  <inkml:trace contextRef="#ctx0" brushRef="#br0">0 0 8468,'0'0'14054,"5"78"-13301,1-45-321,-4 1-384,1-1 0,-3-5-48,0-2-160,0-4-577,0-6-927,0-6-1234</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16.554"/>
    </inkml:context>
    <inkml:brush xml:id="br0">
      <inkml:brushProperty name="width" value="0.05" units="cm"/>
      <inkml:brushProperty name="height" value="0.05" units="cm"/>
    </inkml:brush>
  </inkml:definitions>
  <inkml:trace contextRef="#ctx0" brushRef="#br0">13 142 11685,'0'0'8292,"-4"-5"-8076,3 4-176,1 1-1,-1-1 0,0 1 1,1-1-1,-1 0 0,1 0 0,-1 1 1,1-1-1,-1 0 0,1 0 1,-1 0-1,1 1 0,0-1 1,0 0-1,-1 0 0,1 0 1,0 0-1,0 0 0,0 0 1,0 0-1,0 1 0,0-1 1,0 0-1,0 0 0,0 0 1,1 0-1,-1 0 0,0 0 0,0 0 1,1 1-1,-1-1 0,1 0 1,-1 0-1,1 0 0,-1 1 1,1-1-1,-1 0 0,1 1 1,0-1-1,-1 0 0,1 1 1,0-1-1,0 1 0,-1-1 1,1 1-1,0 0 0,0-1 1,0 1-1,-1 0 0,1-1 1,0 1-1,1 0 0,21-16 772,-19 14-681,0-1 1,0 0-1,0-1 1,0 1-1,-1-1 1,1 1-1,-1-1 0,0 0 1,0-1-1,0 1 1,0 0-1,-1-1 1,0 0-1,0 1 1,0-1-1,-1 0 0,1 0 1,0-6-1,-34 12 76,29-1-240,1 1 0,-1 0 0,1 0-1,0 1 1,0-1 0,-1 0 0,1 1 0,0 0 0,0-1 0,0 1 0,0 0 0,1 0 0,-1 0 0,0 0-1,1 0 1,0 0 0,-1 1 0,1-1 0,0 0 0,0 1 0,0-1 0,0 1 0,1-1 0,-1 5 0,-2 7-1666,2 0 1,0 0 0,1 20 0,0-20-1326,0 12-4902</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17.244"/>
    </inkml:context>
    <inkml:brush xml:id="br0">
      <inkml:brushProperty name="width" value="0.05" units="cm"/>
      <inkml:brushProperty name="height" value="0.05" units="cm"/>
    </inkml:brush>
  </inkml:definitions>
  <inkml:trace contextRef="#ctx0" brushRef="#br0">39 62 11141,'0'0'10624,"-6"0"-9080,-16 0-185,12 0 231,19 0 264,221-8-1742,-189 3-106,0-1 0,-1-2 0,64-21 0,-97 24-518</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19.566"/>
    </inkml:context>
    <inkml:brush xml:id="br0">
      <inkml:brushProperty name="width" value="0.05" units="cm"/>
      <inkml:brushProperty name="height" value="0.05" units="cm"/>
    </inkml:brush>
  </inkml:definitions>
  <inkml:trace contextRef="#ctx0" brushRef="#br0">126 36 9204,'0'0'8970,"0"-6"-7823,0-18-147,0 19 388,0 8-1100,-1 10-45,-2-1 0,0 1 0,0-1 0,-1 1 0,-11 22 1,-3 12 263,-3 20-281,4 1 0,3 0-1,3 1 1,3 1 0,3 0 0,3-1-1,9 93 1,-4-140-211,0 0 0,2 0 0,0 0 0,2 0 0,0-1 0,1 0 0,2 0 0,0-1 0,19 29 0,-21-38-139,-1-1-1,1 0 0,1 0 0,0-1 0,0 0 0,1-1 0,0 0 0,0-1 1,1 1-1,0-2 0,0 0 0,1 0 0,-1-1 0,1 0 0,1-1 0,-1-1 1,0 0-1,17 2 0,-9-3-1471,0-1 1,0 0 0,0-2-1,0 0 1,34-7-1,-9-11-4550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0.518"/>
    </inkml:context>
    <inkml:brush xml:id="br0">
      <inkml:brushProperty name="width" value="0.05" units="cm"/>
      <inkml:brushProperty name="height" value="0.05" units="cm"/>
    </inkml:brush>
  </inkml:definitions>
  <inkml:trace contextRef="#ctx0" brushRef="#br0">62 143 3410,'0'0'16055,"-8"-12"-14831,-28-35-31,34 45-1049,1 0 1,-1 1-1,1-1 1,-1 0-1,1 0 0,0 0 1,0 0-1,0 0 1,0 0-1,0-1 0,0 1 1,0 0-1,1 0 0,-1-1 1,1 1-1,0 0 1,-1-1-1,1 1 0,0-1 1,0 1-1,1 0 1,-1-1-1,1 1 0,-1 0 1,1-1-1,-1 1 0,3-4 1,-1 4-123,0 1-1,0-1 1,0 0 0,0 1-1,0-1 1,1 1 0,-1 0 0,1-1-1,-1 1 1,1 1 0,-1-1-1,1 0 1,-1 0 0,1 1 0,0 0-1,-1-1 1,1 1 0,3 0-1,0 1-12,0-1 0,1 1 0,-1 0 0,0 1-1,0-1 1,0 1 0,0 0 0,-1 1-1,1 0 1,0-1 0,-1 2 0,0-1 0,0 1-1,0-1 1,0 2 0,-1-1 0,1 0 0,-1 1-1,0 0 1,0 0 0,-1 0 0,1 0 0,-1 0-1,-1 1 1,5 9 0,-1 0 12,-1-1 0,-1 1 0,0 0 1,-1 0-1,-1 0 0,0 0 0,-1 0 0,0 1 0,-3 23 1,-8-5 210,5-27 306,2-23-95,4 5-430,0 1 0,1-1 0,1 1 0,-1 0 0,2 0 0,-1 0 0,1 0 0,1 1 0,-1-1 0,2 1 0,-1 1 0,1-1 0,10-10 0,3-3-33,1 1 1,1 1 0,38-29 0,-56 46 17,1 1 0,-1-1 0,1 1 1,0 0-1,0 0 0,0 0 0,0 0 0,0 1 1,0-1-1,0 1 0,1 0 0,-1 0 1,8 0-1,-9 2-1,0-1 0,0 1 0,0 0 0,0 0 1,0 0-1,-1 0 0,1 0 0,0 1 0,-1-1 0,1 1 0,-1-1 0,1 1 0,-1 0 0,0 0 1,0 0-1,0 1 0,0-1 0,0 0 0,0 1 0,1 3 0,6 6 4,-2 1-1,0 1 0,0-1 1,-1 1-1,-1 0 1,0 1-1,-1-1 0,0 1 1,-1 0-1,-1 0 1,-1 0-1,0 18 0,-1-32 19,2-4-9,0 1 0,-1-1 1,1 0-1,-1 1 0,0-1 0,0 0 0,0 0 0,0 0 0,1-5 0,1-3 7,6-16-25,2 1 1,1 0 0,2 1 0,0 0 0,30-38 0,-44 63 6,0-1-1,1 1 1,-1-1 0,0 1 0,1-1-1,-1 1 1,1-1 0,-1 1-1,1 0 1,-1-1 0,1 1 0,-1-1-1,1 1 1,0 0 0,-1 0 0,1-1-1,-1 1 1,1 0 0,0 0 0,-1 0-1,1 0 1,0 0 0,-1 0-1,1 0 1,0 0 0,-1 0 0,1 0-1,-1 0 1,1 0 0,0 0 0,-1 1-1,1-1 1,0 0 0,-1 0 0,1 1-1,-1-1 1,1 0 0,-1 1 0,1-1-1,-1 1 1,1-1 0,-1 0-1,1 1 1,-1-1 0,0 1 0,1 0-1,-1-1 1,1 1 0,17 35-86,-14-27 78,4 11-23,-1 0 0,-1 0 0,-1 1 0,0 0 0,-2 0 0,2 36 0,-2-29-274,-3-23 5,1 0 0,-1 1 0,1-1 1,1 0-1,-1 0 0,1 0 1,2 6-1,-3-10-137,0 1-1,0-1 1,0 0 0,0 1 0,1-1 0,-1 0-1,0 0 1,1 1 0,-1-1 0,1 0 0,-1 0-1,1-1 1,-1 1 0,1 0 0,0 0 0,-1-1-1,1 1 1,0-1 0,0 0 0,0 1 0,-1-1-1,1 0 1,0 0 0,2 0 0,19 0-7011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1.079"/>
    </inkml:context>
    <inkml:brush xml:id="br0">
      <inkml:brushProperty name="width" value="0.05" units="cm"/>
      <inkml:brushProperty name="height" value="0.05" units="cm"/>
    </inkml:brush>
  </inkml:definitions>
  <inkml:trace contextRef="#ctx0" brushRef="#br0">1 104 13750,'0'0'7374,"22"-5"-7230,70-9-40,-90 14-98,0 0 0,-1 0 0,1 0 0,-1 0 1,1 0-1,0 0 0,-1 1 0,1-1 0,-1 1 0,1-1 0,-1 1 0,1-1 0,-1 1 0,1 0 0,-1 0 0,0 0 0,1 0 0,-1 0 0,0 0 0,0 0 0,0 0 0,0 0 0,0 1 0,0-1 0,0 0 0,0 1 0,0-1 0,-1 1 0,2 2 0,-1 1 11,0 0 0,0 0 1,0 1-1,-1-1 0,1 1 1,-2 6-1,1-4 23,1 3-17,-1-1 1,0 0-1,-1 0 1,0 0-1,-1 0 0,0 0 1,0 0-1,-1 0 0,0 0 1,-1-1-1,0 1 1,-6 9-1,3-6 207,12-18-123,26-32-101,-3 3-5,1 1 31,-2 0-1,-2-2 1,-1-1-1,31-60 1,-54 95 244,0-3 1074,-2 6-502,-8 20-629,0-1 0,-7 30 1,15-36-174,-1 1 0,2-1 0,0 1 1,1-1-1,1 0 0,0 1 0,1-1 1,0 0-1,9 21 0,-9-28-279,0 1 0,1-1 0,1 0 0,-1 0 0,1-1 0,1 1 0,-1-1 0,1 0 0,0-1 0,1 1 0,0-1 0,0 0 0,0-1 0,0 0 0,1 0-1,0-1 1,13 6 0,9-5-7725,-15-5 208</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1.439"/>
    </inkml:context>
    <inkml:brush xml:id="br0">
      <inkml:brushProperty name="width" value="0.05" units="cm"/>
      <inkml:brushProperty name="height" value="0.05" units="cm"/>
    </inkml:brush>
  </inkml:definitions>
  <inkml:trace contextRef="#ctx0" brushRef="#br0">0 1 12294,'0'0'11925,"0"66"-11141,0-30-303,0 1-273,0 4-80,0-1-96,0 0-32,0-7 0,0-2-96,0-9-897,0-8-1088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1.783"/>
    </inkml:context>
    <inkml:brush xml:id="br0">
      <inkml:brushProperty name="width" value="0.05" units="cm"/>
      <inkml:brushProperty name="height" value="0.05" units="cm"/>
    </inkml:brush>
  </inkml:definitions>
  <inkml:trace contextRef="#ctx0" brushRef="#br0">0 57 8100,'0'0'15719,"29"-57"-15735,-2 57-961,2 15-1328,-8 3-2449,2 4-6739</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2.140"/>
    </inkml:context>
    <inkml:brush xml:id="br0">
      <inkml:brushProperty name="width" value="0.05" units="cm"/>
      <inkml:brushProperty name="height" value="0.05" units="cm"/>
    </inkml:brush>
  </inkml:definitions>
  <inkml:trace contextRef="#ctx0" brushRef="#br0">16 86 16840,'0'0'8652,"-4"-2"-8164,-8-6-238,14 3-55,28 2 16,-14 2-197,90-6-14,-34 4-303,0-2-1,0-4 0,89-23 1,-156 30-223,11-6-4193</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2.501"/>
    </inkml:context>
    <inkml:brush xml:id="br0">
      <inkml:brushProperty name="width" value="0.05" units="cm"/>
      <inkml:brushProperty name="height" value="0.05" units="cm"/>
    </inkml:brush>
  </inkml:definitions>
  <inkml:trace contextRef="#ctx0" brushRef="#br0">8 1 15655,'0'0'9837,"0"0"-9828,0 0 0,-1 0 0,1 0 0,0 0 0,-1 0 0,1 1 0,0-1 0,-1 0 0,1 0 1,0 0-1,-1 1 0,1-1 0,0 0 0,0 0 0,-1 0 0,1 1 0,0-1 0,0 0 0,-1 1 0,1-1 0,0 0 1,0 1-1,0-1 0,0 0 0,0 1 0,-1-1 0,1 0 0,0 1 0,0-1 0,0 0 0,0 1 0,0-1 0,0 0 1,0 1-1,0-1 0,0 0 0,0 1 0,0-1 0,0 1 0,1-1 0,-1 1 0,-1 17 224,1 0 1,1 0-1,0 0 0,1 0 0,8 28 1,2 24-41,2 127-1479,-10-173-1369,-4-23 2281,1 0 0,0-1 0,-1 1 0,1 0 0,-1-1 0,1 1 0,0-1-1,0 1 1,-1-1 0,1 1 0,0-1 0,0 0 0,-1 1 0,1-1 0,0 0 0,0 0 0,0 1 0,0-1 0,0 0 0,0 0 0,-1 0 0,1 0 0,2 0 0,17 0-11917</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2.863"/>
    </inkml:context>
    <inkml:brush xml:id="br0">
      <inkml:brushProperty name="width" value="0.05" units="cm"/>
      <inkml:brushProperty name="height" value="0.05" units="cm"/>
    </inkml:brush>
  </inkml:definitions>
  <inkml:trace contextRef="#ctx0" brushRef="#br0">337 23 18536,'0'0'7831,"-21"-6"-7612,8 2-185,7 2-16,1 0 0,-1 0 0,1 0 0,-1 1-1,0 0 1,0 0 0,0 0 0,1 1 0,-1 0 0,0 0 0,0 0-1,0 1 1,0 0 0,0 0 0,1 0 0,-1 1 0,1 0 0,-1 0 0,1 0-1,-1 1 1,1 0 0,-9 7 0,-7 7 79,2 2 0,1 0 0,0 1 0,-22 33 0,34-43-96,-1 1 0,2-1 0,0 1 0,0 0 1,1 1-1,0-1 0,1 1 0,0 0 0,1-1 0,0 1 0,1 0 0,1 16 0,0-25-5,1-1 0,0 1 0,0-1 0,0 1 1,0-1-1,0 1 0,0-1 0,1 1 0,-1-1 0,1 0 0,0 0 0,0 0 0,-1 0 1,1 0-1,1 0 0,-1-1 0,0 1 0,0 0 0,1-1 0,-1 0 0,0 0 0,1 0 1,-1 0-1,1 0 0,0 0 0,2 0 0,9 3-33,1-1 0,-1 0 0,23 1-1,1-2-401,-1-2-1,1-1 0,68-11 0,-36-6-3267,0-6-4414,-39 9-2399</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3.223"/>
    </inkml:context>
    <inkml:brush xml:id="br0">
      <inkml:brushProperty name="width" value="0.05" units="cm"/>
      <inkml:brushProperty name="height" value="0.05" units="cm"/>
    </inkml:brush>
  </inkml:definitions>
  <inkml:trace contextRef="#ctx0" brushRef="#br0">66 102 11045,'0'0'15471,"-6"-18"-14900,-14-54-253,20 72-315,0-1-1,0 1 1,0 0 0,0-1 0,0 1 0,0 0 0,0-1 0,0 1 0,0-1 0,0 1 0,0 0 0,0-1 0,0 1 0,0 0 0,0-1 0,0 1 0,1 0 0,-1-1 0,0 1 0,0 0 0,0-1 0,0 1 0,1 0 0,-1-1-1,0 1 1,0 0 0,1 0 0,-1-1 0,0 1 0,1 0 0,-1 0 0,0 0 0,1-1 0,-1 1 0,0 0 0,1 0 0,-1 0 0,0 0 0,1 0 0,17 6 70,18 20 64,-35-26-132,28 25 70,0 2 0,-2 0 0,-1 2 0,-2 1 1,0 1-1,-3 1 0,22 41 0,-30-49-71,-2 1 0,-1 0 0,-1 0 0,-1 1 0,-1 0 0,-1 1 0,-2-1 0,0 1-1,-2 0 1,-1 0 0,-3 32 0,-1-41-32,0-1 0,-2 0-1,0-1 1,0 1 0,-2-1-1,0 0 1,-1 0 0,-1-1-1,0 0 1,-1-1 0,0 0 0,-16 16-1,1-3-994,-2-1 0,-1-1 1,-1-2-1,-54 34 0,29-28-4126,9-13-4042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3.645"/>
    </inkml:context>
    <inkml:brush xml:id="br0">
      <inkml:brushProperty name="width" value="0.05" units="cm"/>
      <inkml:brushProperty name="height" value="0.05" units="cm"/>
    </inkml:brush>
  </inkml:definitions>
  <inkml:trace contextRef="#ctx0" brushRef="#br0">92 31 13366,'0'0'12403,"-2"-8"-11656,-7-13-263,7 19-233,2 6-21,23 46 86,-9-25-214,188 345 548,-183-326-651,-1 2 1,-2 0 0,-3 0-1,-1 2 1,-3-1 0,6 83-1,-13-102-92,-1-1 0,-2 1-1,-1-1 1,-1 1 0,-1-1-1,-1 0 1,-2 0-1,-1 0 1,-1-1 0,-1 0-1,-1-1 1,-25 41 0,-153 189-4601,88-125-4627,64-80 341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9.323"/>
    </inkml:context>
    <inkml:brush xml:id="br0">
      <inkml:brushProperty name="width" value="0.05" units="cm"/>
      <inkml:brushProperty name="height" value="0.05" units="cm"/>
    </inkml:brush>
  </inkml:definitions>
  <inkml:trace contextRef="#ctx0" brushRef="#br0">95 39 12246,'0'0'11466,"0"-8"-10647,1-10-548,0 5 143,-6 33-224,-27 87 482,19-66-244,-12 54 1,15-20-291,2 1 0,4 0 0,8 117 0,-2-178-141,1 0 0,0 0 0,1 0 0,0 0-1,1-1 1,1 1 0,1-1 0,-1-1 0,2 1-1,0-1 1,1 0 0,0-1 0,1 0 0,0-1 0,24 21-1,-20-21-322,0 0 0,0-1 0,1 0 0,1-1 0,0-1 0,0 0 0,0-1 0,1-1 0,0-1 0,0 0 0,1-2 0,-1 1 0,28 0 0,63-4-6645,-58 0-142</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29.672"/>
    </inkml:context>
    <inkml:brush xml:id="br0">
      <inkml:brushProperty name="width" value="0.05" units="cm"/>
      <inkml:brushProperty name="height" value="0.05" units="cm"/>
    </inkml:brush>
  </inkml:definitions>
  <inkml:trace contextRef="#ctx0" brushRef="#br0">6 67 17336,'0'0'9076,"-2"-4"-8649,1 4-418,1-1 1,0 1-1,-1 0 0,1-1 1,0 1-1,0-1 0,0 1 1,-1 0-1,1-1 0,0 1 1,0-1-1,0 1 1,0-1-1,0 1 0,0-1 1,0 1-1,0-1 0,0 1 1,0 0-1,0-1 0,0 1 1,0-1-1,0 1 0,0-1 1,1 1-1,-1-1 0,0 1 1,0 0-1,1-1 1,-1 1-1,0-1 0,0 1 1,1 0-1,-1-1 0,0 1 1,1 0-1,-1-1 0,1 1 1,26-10 204,54 4 15,-54 4-117,94-10 61,13-1-673,-45 10-9756</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30.026"/>
    </inkml:context>
    <inkml:brush xml:id="br0">
      <inkml:brushProperty name="width" value="0.05" units="cm"/>
      <inkml:brushProperty name="height" value="0.05" units="cm"/>
    </inkml:brush>
  </inkml:definitions>
  <inkml:trace contextRef="#ctx0" brushRef="#br0">1 3 14935,'0'0'12051,"0"-3"-11616,1 10-366,5 28 140,-3 1-1,-1 0 1,-4 59 0,0-63-519,1 0 1,2 0-1,1 0 1,1 0 0,13 55-1,-14-82-190,8 21-2200,2-14-4078,-2-8-1132</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30.386"/>
    </inkml:context>
    <inkml:brush xml:id="br0">
      <inkml:brushProperty name="width" value="0.05" units="cm"/>
      <inkml:brushProperty name="height" value="0.05" units="cm"/>
    </inkml:brush>
  </inkml:definitions>
  <inkml:trace contextRef="#ctx0" brushRef="#br0">19 0 17896,'0'0'9010,"4"9"-8818,76 148 953,17 38-639,-80-152-480,-2 1 0,-2 0 0,-2 2 1,10 83-1,-19-108-164,-1 1-1,-1 0 1,-1-1 0,-1 1 0,-1-1 0,-1 0 0,-1 0 0,0 0 0,-2 0 0,0-1 0,-2 0-1,-16 29 1,6-19-1067,-2-1 0,0 0 0,-49 47 0,-10-8-4235</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37.253"/>
    </inkml:context>
    <inkml:brush xml:id="br0">
      <inkml:brushProperty name="width" value="0.05" units="cm"/>
      <inkml:brushProperty name="height" value="0.05" units="cm"/>
    </inkml:brush>
  </inkml:definitions>
  <inkml:trace contextRef="#ctx0" brushRef="#br0">1 0 15719,'0'0'6035,"139"10"-5875,-99-10-160,-6 2 16,-2 3-48,-3-3-352,-6 6-1681,-12-1-1921,-11 4-2385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37.627"/>
    </inkml:context>
    <inkml:brush xml:id="br0">
      <inkml:brushProperty name="width" value="0.05" units="cm"/>
      <inkml:brushProperty name="height" value="0.05" units="cm"/>
    </inkml:brush>
  </inkml:definitions>
  <inkml:trace contextRef="#ctx0" brushRef="#br0">0 10 8708,'0'0'13078,"90"22"-12502,-43-22-432,-2-7-112,-3 2-64,-3 0-96,-7-2-1681,-3 0-3777</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39.033"/>
    </inkml:context>
    <inkml:brush xml:id="br0">
      <inkml:brushProperty name="width" value="0.05" units="cm"/>
      <inkml:brushProperty name="height" value="0.05" units="cm"/>
    </inkml:brush>
  </inkml:definitions>
  <inkml:trace contextRef="#ctx0" brushRef="#br0">64 1 8244,'0'0'16634,"-12"1"-16284,-39 8-121,106-1 254,261-7 476,-240-1-4453,2-1-4411,-60 1-1672</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39.658"/>
    </inkml:context>
    <inkml:brush xml:id="br0">
      <inkml:brushProperty name="width" value="0.05" units="cm"/>
      <inkml:brushProperty name="height" value="0.05" units="cm"/>
    </inkml:brush>
  </inkml:definitions>
  <inkml:trace contextRef="#ctx0" brushRef="#br0">141 104 16568,'0'0'6765,"10"-16"-6362,38-51 80,-43 65-438,-1-1 0,1 0-1,-1 1 1,1 0 0,0 0-1,0 1 1,0-1 0,0 1 0,0 0-1,0 1 1,0-1 0,0 1-1,0 0 1,0 0 0,0 0 0,1 1-1,-1 0 1,0 0 0,0 0-1,5 2 1,-5 0-15,0-1-1,0 1 0,-1 0 1,1 0-1,-1 0 0,0 0 1,0 1-1,0 0 0,0 0 1,-1 0-1,1 0 0,-1 0 1,0 1-1,-1-1 1,1 1-1,-1 0 0,0 0 1,0 0-1,0 0 0,0 0 1,0 10-1,2 5 41,-2-1 1,0 0-1,-1 1 1,-3 33-1,0-41-64,0-1 0,-1 0 0,0 0-1,-1 0 1,0 0 0,-1-1 0,0 1 0,-1-1 0,0 0 0,-1-1 0,0 0 0,-16 17-1,-11 8 1,-68 53-1,73-64 4,-117 100 919,146-123-818,3 0-22,-1 0-82,136 1 224,192-25 1,-227 15-1169,-59 8-9065</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40.157"/>
    </inkml:context>
    <inkml:brush xml:id="br0">
      <inkml:brushProperty name="width" value="0.05" units="cm"/>
      <inkml:brushProperty name="height" value="0.05" units="cm"/>
    </inkml:brush>
  </inkml:definitions>
  <inkml:trace contextRef="#ctx0" brushRef="#br0">48 166 12838,'0'0'11877,"-11"-4"-11530,2 1-303,-18-9 165,27 12-206,0-1-1,0 1 1,0 0 0,0 0 0,0 0 0,0-1 0,-1 1 0,1 0-1,0 0 1,0 0 0,0-1 0,0 1 0,1 0 0,-1 0-1,0-1 1,0 1 0,0 0 0,0 0 0,0 0 0,0-1-1,0 1 1,0 0 0,0 0 0,0 0 0,0 0 0,1-1 0,-1 1-1,0 0 1,0 0 0,0 0 0,0 0 0,1 0 0,-1-1-1,0 1 1,0 0 0,0 0 0,1 0 0,-1 0 0,0 0-1,0 0 1,0 0 0,1 0 0,26-8 126,277-45 206,2 14-1,399 0 0,354 52-128,-1060-13-210,1 0 0,0 0 0,0 0-1,0 0 1,0 0 0,0 0 0,0 1 0,0-1 0,0 0 0,0 0 0,0 0-1,0 0 1,0 0 0,0 0 0,0 0 0,0 0 0,0 1 0,0-1 0,0 0-1,0 0 1,0 0 0,0 0 0,0 0 0,0 0 0,0 0 0,0 0 0,0 0-1,0 1 1,0-1 0,0 0 0,0 0 0,0 0 0,0 0 0,0 0 0,1 0 0,-1 0-1,0 0 1,0 0 0,0 0 0,0 0 0,-22 9-237,-57 13-908,24-6-944,-13 6-2403,1 1-3678</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41.132"/>
    </inkml:context>
    <inkml:brush xml:id="br0">
      <inkml:brushProperty name="width" value="0.05" units="cm"/>
      <inkml:brushProperty name="height" value="0.05" units="cm"/>
    </inkml:brush>
  </inkml:definitions>
  <inkml:trace contextRef="#ctx0" brushRef="#br0">41 238 10805,'0'0'10989,"-6"-5"-9994,3 1-706,-1-1-1,1 1 1,-1-1-1,1 0 1,1 0-1,-1 0 1,1 0-1,0 0 1,-2-8 0,3 10-238,0 0 1,0 0 0,0 0 0,1 0 0,0 0 0,-1 0 0,1 0 0,0 0 0,0 0 0,1 0-1,-1-1 1,1 1 0,0 0 0,-1 0 0,1 1 0,0-1 0,1 0 0,-1 0 0,0 0 0,1 1 0,0-1-1,3-4 1,2 2-43,1 0-1,-1 0 0,1 1 1,-1 0-1,1 0 0,1 1 1,-1 0-1,0 0 0,1 1 0,-1 0 1,1 0-1,0 1 0,0 1 1,-1-1-1,1 1 0,11 2 1,-16-1-1,0-1 0,-1 2-1,1-1 1,-1 0 0,0 1 0,1-1 0,-1 1 0,0 0 0,0 0 0,0 0 0,0 0 0,0 1 0,0-1 0,-1 1-1,1 0 1,-1 0 0,0 0 0,0 0 0,0 0 0,0 0 0,0 1 0,-1-1 0,1 1 0,-1-1 0,1 7 0,3 6 34,-1 1 0,-1-1 0,0 0 0,0 26 0,-2-26-42,-3 64 54,2-75-49,-1 0 0,0 0-1,0-1 1,-1 1 0,1 0 0,-1-1-1,0 0 1,0 1 0,0-1 0,-1 0-1,0 0 1,1 0 0,-2 0 0,-2 3-1,5-6 23,1-8 69,2-10-84,0 1 0,1-1 0,0 1 0,2-1 0,0 1 0,1 1 0,0-1 0,1 1 0,1 0 0,0 1 0,15-20 0,-3 7-3,1 0 0,1 2 0,1 1 0,49-40 0,-69 62-3,-1 0-1,1 0 1,0 0-1,0 0 0,-1 0 1,1 1-1,1-1 0,-1 1 1,0 0-1,0 0 1,0 0-1,1 0 0,-1 1 1,0-1-1,1 1 1,-1 0-1,1 0 0,4 0 1,-5 1-2,0 0 0,0 1 0,0-1 0,0 1 0,0-1 0,0 1 0,-1 0 0,1 0 0,-1 0-1,1 0 1,-1 0 0,0 1 0,0-1 0,0 1 0,3 5 0,4 9 14,-1 0-1,-1 1 0,0 0 0,-1 0 0,3 22 0,-6-29-3,15 86 74,-14-68-119,1-1-1,2 1 1,0-1-1,13 28 1,-19-53-112,0-1 0,0 1 0,0 0 0,1-1 0,0 1-1,-1-1 1,1 0 0,0 0 0,0 1 0,0-1 0,0 0 0,0-1 0,1 1 0,-1 0 0,5 2 0,28 1-6100,-9-5-2113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42.241"/>
    </inkml:context>
    <inkml:brush xml:id="br0">
      <inkml:brushProperty name="width" value="0.05" units="cm"/>
      <inkml:brushProperty name="height" value="0.05" units="cm"/>
    </inkml:brush>
  </inkml:definitions>
  <inkml:trace contextRef="#ctx0" brushRef="#br0">958 4 14006,'0'0'7468,"5"-2"-6945,4 0-222,-11 5-27,-22 10 223,-50 23 456,-224 74 176,172-67-737,-166 80 0,288-121-387,-76 44 216,72-41-204,1 0 0,0 0 0,0 1 0,1 0 0,0 1 0,0-1 0,-10 15 0,15-20-16,0 0-1,1 0 0,-1 0 1,0 0-1,0 0 0,1 0 0,-1 0 1,1 0-1,-1 1 0,1-1 1,-1 0-1,1 0 0,0 0 1,0 1-1,-1-1 0,1 0 1,0 0-1,0 1 0,0-1 0,0 0 1,1 0-1,-1 1 0,0-1 1,0 0-1,1 0 0,-1 0 1,1 1-1,-1-1 0,1 0 0,-1 0 1,1 0-1,0 0 0,0 0 1,-1 0-1,1 0 0,0 0 1,0 0-1,0 0 0,0-1 0,0 1 1,0 0-1,0-1 0,2 2 1,5 1 10,0-1 0,0 0 0,0-1 0,0 1 1,14-1-1,-18 0-6,451 6 267,-263-10-301,-34 2-21,180 3-55,-336-2 104,0 0 0,0 0 0,0 0 0,1 0 0,-1 1 0,0-1 0,0 0 0,0 1 0,0 0 0,0-1 0,0 1 0,0 0 0,0 0 0,-1 0 0,1 0 0,0 0 0,0 1 0,-1-1 0,1 0 0,-1 1 0,1 0 0,-1-1 0,2 4 0,-2-3 2,-1 0 0,0 0 1,0 0-1,0 0 0,0-1 1,-1 1-1,1 0 0,0 0 1,-1 0-1,0 0 0,1 0 1,-1-1-1,0 1 0,0 0 1,0 0-1,0-1 0,0 1 1,0-1-1,0 1 0,-1-1 1,1 1-1,0-1 0,-1 0 1,0 0-1,1 0 0,-1 0 1,-1 1-1,-30 20-7,-1-2 0,-1-2 0,-39 16 0,11-6 3,-236 104 20,83-39-4,196-85-14,8-3-3,0 0 0,0 1 1,1 0-1,-1 0 0,1 1 0,0 1 1,1 0-1,-13 13 0,22-21 3,0 1 0,1-1 0,-1 1 0,0 0 0,1-1 0,-1 1 0,1 0 0,-1-1 0,1 1-1,-1 0 1,1 0 0,-1-1 0,1 1 0,0 0 0,0 0 0,-1 0 0,1-1 0,0 1 0,0 0 0,0 0 0,0 0 0,0 0 0,0 0 0,0 0 0,0-1-1,0 1 1,0 0 0,1 0 0,-1 0 0,0 0 0,1-1 0,-1 1 0,0 0 0,1 0 0,-1 0 0,1-1 0,-1 1 0,1 0 0,-1-1 0,1 1 0,0-1-1,-1 1 1,1 0 0,1 0 0,36 10 6,44-1 2,0-5 0,105-6 0,-66 0-54,184-11 301,2 0-3667,-310 27-3371,-14 1 429</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42.648"/>
    </inkml:context>
    <inkml:brush xml:id="br0">
      <inkml:brushProperty name="width" value="0.05" units="cm"/>
      <inkml:brushProperty name="height" value="0.05" units="cm"/>
    </inkml:brush>
  </inkml:definitions>
  <inkml:trace contextRef="#ctx0" brushRef="#br0">11 1 15479,'0'0'9380,"-11"19"-9140,11 16 289,5 1-257,1-1-80,-4-1-160,1-6-16,-3-4-16,0-3-144,0-7-544,0-4-1890,0-6-559</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43.018"/>
    </inkml:context>
    <inkml:brush xml:id="br0">
      <inkml:brushProperty name="width" value="0.05" units="cm"/>
      <inkml:brushProperty name="height" value="0.05" units="cm"/>
    </inkml:brush>
  </inkml:definitions>
  <inkml:trace contextRef="#ctx0" brushRef="#br0">0 86 15591,'0'0'8884,"63"-85"-8900,-47 85 0,3 0-192,2 12-1377,0 4-1232,-3 8-1873,-2 0-3954</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48.321"/>
    </inkml:context>
    <inkml:brush xml:id="br0">
      <inkml:brushProperty name="width" value="0.05" units="cm"/>
      <inkml:brushProperty name="height" value="0.05" units="cm"/>
    </inkml:brush>
  </inkml:definitions>
  <inkml:trace contextRef="#ctx0" brushRef="#br0">37 0 11589,'0'0'12339,"-9"2"-11874,-19 5-247,54-3 19,66-2 30,-78-2-305,25-1-1631,67 9-1,-91-3-1470,-12 4-1996,-3 0-1139</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48.694"/>
    </inkml:context>
    <inkml:brush xml:id="br0">
      <inkml:brushProperty name="width" value="0.05" units="cm"/>
      <inkml:brushProperty name="height" value="0.05" units="cm"/>
    </inkml:brush>
  </inkml:definitions>
  <inkml:trace contextRef="#ctx0" brushRef="#br0">8 0 8212,'0'0'10565,"-7"36"-9493,30-36-576,4 0-400,2 0-192,0 0 80,0 0-1456,-1 0-3523,-4 0-7042</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49.053"/>
    </inkml:context>
    <inkml:brush xml:id="br0">
      <inkml:brushProperty name="width" value="0.05" units="cm"/>
      <inkml:brushProperty name="height" value="0.05" units="cm"/>
    </inkml:brush>
  </inkml:definitions>
  <inkml:trace contextRef="#ctx0" brushRef="#br0">13 78 8420,'0'0'13574,"0"-13"-12147,0-39-261,0 39 155,-1 31-993,-4 27-222,3-26-101,0-1-1,0 1 1,2-1 0,0 1-1,3 19 1,-2-34-8,0 0-1,0-1 1,0 1 0,0 0 0,0-1 0,1 1 0,0-1 0,-1 1 0,1-1-1,1 0 1,-1 0 0,0 1 0,1-2 0,-1 1 0,1 0 0,0-1 0,0 1 0,0-1-1,1 0 1,-1 0 0,0 0 0,1 0 0,-1 0 0,1-1 0,-1 0 0,1 0-1,0 0 1,0 0 0,6 0 0,0 1 4,0-1 0,0-1 0,0 0 0,0 0 0,-1-1 0,1 0 1,0-1-1,0 0 0,-1 0 0,1-1 0,17-8 0,-22 8 2,-1 0 0,0 0 0,1 0 0,-1 0 0,-1-1 0,1 0 0,0 0 0,-1 0 0,0 0 0,0 0 0,0-1 0,0 1 0,-1-1 0,0 0 0,0 0 0,0 0 0,0 0 0,-1 0 0,0 0 0,0 0 0,0-1 0,-1 1 0,0-11 0,0 10 16,0-1-1,0 1 0,-1-1 1,1 1-1,-1 0 1,-1-1-1,0 1 0,1 0 1,-7-12-1,6 15-20,-1-1 1,0 0 0,0 1-1,0 0 1,0 0-1,-1 0 1,1 0-1,-1 0 1,0 1-1,1-1 1,-1 1-1,0 0 1,-1 0-1,1 1 1,-5-2-1,-5-1-16,0 0-1,0 2 1,0 0-1,-27-1 0,-1 2-3265,29 1 1200,-1 0-4729</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0.353"/>
    </inkml:context>
    <inkml:brush xml:id="br0">
      <inkml:brushProperty name="width" value="0.05" units="cm"/>
      <inkml:brushProperty name="height" value="0.05" units="cm"/>
    </inkml:brush>
  </inkml:definitions>
  <inkml:trace contextRef="#ctx0" brushRef="#br0">14 139 11493,'0'0'9655,"-13"-16"-4997,13 11-4561,0 1 0,0 0 1,0-1-1,1 1 0,0 0 0,-1 0 0,2 0 0,-1 0 0,0 0 0,1 0 0,0 0 0,0 0 0,4-7 0,-1 7-82,-1-1 0,1 1 0,0 0 0,0 0 1,0 1-1,1 0 0,-1 0 0,1 0 0,7-3 1,-6 3-7,0 0 0,1 0 0,-1 1 1,1 0-1,-1 0 0,1 1 1,0 0-1,0 0 0,0 0 1,0 1-1,-1 1 0,1-1 1,0 1-1,8 2 0,-10 0-6,-1-1 0,1 0 0,-1 1 0,0 0 0,0 0 0,0 1-1,-1-1 1,1 1 0,-1 0 0,0 1 0,0-1 0,0 0 0,0 1 0,-1 0 0,0 0 0,0 0-1,0 1 1,3 8 0,-1-1-7,-1 0-1,0 0 0,-1 0 1,-1 0-1,0 0 0,1 16 1,-3-23 5,0 0 0,0 0 0,0 0 0,-1 0 1,0 1-1,0-1 0,0-1 0,-1 1 0,0 0 1,0 0-1,-1 0 0,1-1 0,-1 0 1,0 1-1,-5 5 0,4-13 203,4-10-168,5-19-65,-1 22 26,1 0 0,-1 1 0,2 0 0,-1 0 0,1 0 0,0 0 1,8-6-1,56-50-20,-41 39 13,-25 21 7,44-34-30,-45 37 32,0-1-1,1 0 1,-1 1 0,0 0-1,1-1 1,-1 2 0,1-1-1,-1 0 1,1 1-1,-1-1 1,1 1 0,0 0-1,-1 0 1,6 1 0,-6 0 1,-1 0 1,0 0-1,0 1 0,0-1 1,0 0-1,0 1 1,0 0-1,0-1 1,0 1-1,-1 0 1,1 0-1,-1 0 1,1 0-1,-1 0 0,0 0 1,2 5-1,17 41 9,-19-46-9,22 86-274,-20-68 7,2 0 0,0 0 0,2-1 0,13 31 0,-18-47-382,0 1-1,0-1 1,0 0-1,0 0 1,1 0 0,-1-1-1,1 1 1,0-1 0,5 5-1,13 5-6262</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3.902"/>
    </inkml:context>
    <inkml:brush xml:id="br0">
      <inkml:brushProperty name="width" value="0.05" units="cm"/>
      <inkml:brushProperty name="height" value="0.05" units="cm"/>
    </inkml:brush>
  </inkml:definitions>
  <inkml:trace contextRef="#ctx0" brushRef="#br0">1 69 5394,'0'0'16058,"3"-15"-14892,-1 2-995,6-27 520,-7 40-682,-1 0-1,0 0 1,0 0 0,0 0-1,0 0 1,0 0-1,0 0 1,0 0-1,0 0 1,0 0-1,0 0 1,0 0 0,1 0-1,-1 0 1,0 0-1,0 0 1,0 0-1,0 0 1,0 0 0,0 0-1,0 0 1,0 0-1,0 0 1,0 0-1,1 0 1,-1 0 0,0 0-1,0 0 1,0 0-1,0 0 1,0 0-1,0 0 1,0 0 0,0 0-1,0 0 1,0 0-1,0 0 1,1 0-1,-1 0 1,0 0 0,0-1-1,0 1 1,0 0-1,0 0 1,0 0-1,1 30 348,-3 69 47,0-32-7,8 92 0,-5-151-397,1 0 1,-1 1-1,1-1 0,1 0 0,-1 0 1,1 0-1,1-1 0,-1 1 1,1-1-1,1 0 0,-1 0 0,8 9 1,-8-12 0,0 0 1,1-1 0,-1 1 0,1-1 0,0 0-1,0 0 1,0 0 0,0-1 0,0 1-1,0-1 1,1-1 0,-1 1 0,1-1-1,-1 0 1,1 0 0,0-1 0,-1 1 0,11-2-1,-12 1 5,-1-1-1,1 0 0,0 0 0,-1-1 0,1 1 1,-1-1-1,1 0 0,-1 0 0,0 0 1,1 0-1,-1 0 0,0-1 0,-1 1 1,1-1-1,0 0 0,-1 0 0,5-6 1,34-62 60,-36 60-63,5-9 43,-1-1 0,-1-1 0,0 1-1,-2-1 1,-1 0 0,0-1 0,-2 1-1,2-33 1,-5 54 694,0 23-677,-13 436 602,2-323-615,-40 183 1,47-296-42,-1-1 1,-1 1 0,-1-1-1,-1-1 1,-1 1 0,0-2-1,-22 34 1,30-52-4,0 1-1,0-1 1,0 1-1,0-1 1,-1 0-1,1 0 1,0 0-1,0 0 1,-1 0-1,1 0 1,-1 0-1,1 0 1,-1 0 0,1-1-1,-1 1 1,1 0-1,-1-1 1,0 0-1,1 1 1,-1-1-1,0 0 1,1 0-1,-1 0 1,0 0-1,1 0 1,-1 0 0,0 0-1,1-1 1,-1 1-1,0 0 1,1-1-1,-1 0 1,1 1-1,-1-1 1,1 0-1,-1 0 1,1 0 0,0 0-1,-1 0 1,1 0-1,0 0 1,0 0-1,-1 0 1,0-2-1,-6-6 12,1-1-1,0 0 0,0 0 0,-8-19 1,13 26-20,-9-23 8,0 0 0,2-1 0,1 0 0,2-1-1,0 1 1,2-1 0,0 0 0,3 0-1,0-1 1,1 1 0,5-28 0,-3 45-52,-1 0-1,1 0 1,1 1 0,0-1 0,1 0-1,0 1 1,0 0 0,1 0 0,1 1 0,-1-1-1,2 1 1,-1 0 0,11-10 0,-6 8 219,1 1 0,0 0 0,1 1 0,0 0 0,0 1-1,1 0 1,0 1 0,22-7 0,-5 4-988,1 1-1,0 1 1,43-4-1,10 5-4815,-6 5-3837,-54 2-377</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4.296"/>
    </inkml:context>
    <inkml:brush xml:id="br0">
      <inkml:brushProperty name="width" value="0.05" units="cm"/>
      <inkml:brushProperty name="height" value="0.05" units="cm"/>
    </inkml:brush>
  </inkml:definitions>
  <inkml:trace contextRef="#ctx0" brushRef="#br0">0 0 14583,'0'0'7907,"14"71"-7202,-9-38-353,-3-2-192,1-2-160,-3-6-16,0-1-160,0-8-577,0-2-1440,0-8-1056</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4.622"/>
    </inkml:context>
    <inkml:brush xml:id="br0">
      <inkml:brushProperty name="width" value="0.05" units="cm"/>
      <inkml:brushProperty name="height" value="0.05" units="cm"/>
    </inkml:brush>
  </inkml:definitions>
  <inkml:trace contextRef="#ctx0" brushRef="#br0">0 121 12630,'0'0'7441,"12"-10"-6817,39-30 358,-49 39-861,0 0 0,0 0 0,0-1 0,0 1 0,-1-1 1,1 1-1,-1-1 0,1 0 0,-1 0 0,0 1 1,0-1-1,1 0 0,-1 0 0,0 0 0,-1-1 0,1 1 1,0 0-1,-1 0 0,1 0 0,-1 0 0,0-1 0,1 1 1,-1 0-1,0-1 0,-1 1 0,1 0 0,0 0 0,-1 0 1,1-1-1,-2-2 0,2 4-124,-1 1 1,1-1-1,-1 1 1,1-1-1,-1 1 1,0-1-1,1 1 1,-1-1-1,0 1 0,1-1 1,-1 1-1,0 0 1,1 0-1,-1-1 1,0 1-1,0 0 1,1 0-1,-1 0 1,0 0-1,0 0 0,1 0 1,-1 0-1,0 0 1,0 0-1,1 0 1,-1 0-1,0 0 1,0 0-1,1 1 1,-1-1-1,0 0 0,0 1 1,1-1-1,-1 0 1,1 1-1,-1-1 1,-1 2-1,-20 19-1829,-2 32-6294,11-26-417</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5.015"/>
    </inkml:context>
    <inkml:brush xml:id="br0">
      <inkml:brushProperty name="width" value="0.05" units="cm"/>
      <inkml:brushProperty name="height" value="0.05" units="cm"/>
    </inkml:brush>
  </inkml:definitions>
  <inkml:trace contextRef="#ctx0" brushRef="#br0">235 7 14647,'0'0'7571,"-23"-2"-6826,9 1-667,5-1-38,0 1 0,0 1 0,0 0 0,0 0 0,0 0 0,-11 3 0,16-2-3,0 0-1,1 1 1,-1-1-1,0 1 0,1 0 1,-1 0-1,1 0 1,-1 0-1,1 1 0,0-1 1,0 1-1,0 0 1,0 0-1,1 0 0,-1 0 1,1 0-1,0 1 0,0-1 1,0 1-1,-3 7 1,-7 23 200,1 1 0,2 0 0,2 0 0,1 1 0,-2 39 0,3 190 284,6-177-397,-1-45-102,0 57 21,14 123 0,-9-190-87,1 0 0,2-1 0,1 0-1,1-1 1,2 0 0,1 0 0,29 50 0,-24-55-657,0 1 0,35 35 0,18 2-4282,-18-26-1962</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5.561"/>
    </inkml:context>
    <inkml:brush xml:id="br0">
      <inkml:brushProperty name="width" value="0.05" units="cm"/>
      <inkml:brushProperty name="height" value="0.05" units="cm"/>
    </inkml:brush>
  </inkml:definitions>
  <inkml:trace contextRef="#ctx0" brushRef="#br0">43 7 13926,'0'0'9223,"-10"-1"-8743,-22-4 105,67 9 663,52 8-882,93 0-1,-65-10-6383,-90-2-87</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6.444"/>
    </inkml:context>
    <inkml:brush xml:id="br0">
      <inkml:brushProperty name="width" value="0.05" units="cm"/>
      <inkml:brushProperty name="height" value="0.05" units="cm"/>
    </inkml:brush>
  </inkml:definitions>
  <inkml:trace contextRef="#ctx0" brushRef="#br0">108 39 10309,'0'0'11640,"-7"-10"-10458,4 6-1065,2 1-71,-1 1 1,1 0-1,-1 0 1,0 0-1,1 0 1,-1 0-1,0 0 1,0 0-1,0 1 1,-4-3-1,5 4-38,1 0 0,-1 0 0,1 0-1,-1 0 1,1 0 0,-1 0 0,1 0-1,0 0 1,-1 0 0,1 0 0,-1 0-1,1 0 1,-1 1 0,1-1 0,0 0-1,-1 0 1,1 0 0,-1 1 0,1-1-1,0 0 1,-1 0 0,1 1 0,0-1-1,-1 0 1,1 1 0,0-1-1,-1 1 1,-9 26 262,-8 67 666,-8 150 1,18 98-668,8-324-270,1 1-1,0-1 1,2 1-1,0-1 1,1 0-1,1 0 1,1 0-1,1-1 1,13 28-1,-13-33-55,1 0-1,0-1 0,0 0 0,1 0 0,1-1 0,0 0 1,0-1-1,0 0 0,1-1 0,1 0 0,0 0 0,0-1 1,22 9-1,-22-12-435,0 0-1,1-1 1,-1 0 0,25 2 0,53-5-5256,-25-6-1788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7.319"/>
    </inkml:context>
    <inkml:brush xml:id="br0">
      <inkml:brushProperty name="width" value="0.05" units="cm"/>
      <inkml:brushProperty name="height" value="0.05" units="cm"/>
    </inkml:brush>
  </inkml:definitions>
  <inkml:trace contextRef="#ctx0" brushRef="#br0">1 150 10037,'0'0'10196,"1"-19"-9302,6-61 45,-6 78-883,-1-1 0,1 1 0,1-1-1,-1 1 1,0-1 0,0 1 0,1 0 0,0 0-1,-1 0 1,1 0 0,0 0 0,0 0 0,0 0-1,0 1 1,0-1 0,0 1 0,1-1 0,-1 1-1,0 0 1,1 0 0,-1 0 0,1 0 0,0 0-1,-1 1 1,1-1 0,-1 1 0,1-1 0,0 1-1,-1 0 1,4 0 0,3-1 68,2-1-22,0 1 0,0 0 0,1 0 0,-1 1 0,0 1 0,0 0 0,0 0 0,0 1-1,12 4 1,-19-4-87,1 0 0,0 0 0,-1 0 0,1 1-1,-1 0 1,0 0 0,0 0 0,0 1 0,0-1-1,-1 1 1,1 0 0,-1 0 0,0 0 0,0 0-1,0 1 1,-1-1 0,0 1 0,0 0 0,0 0-1,0-1 1,1 11 0,1 0 5,-1 1 1,-1-1 0,-1 1-1,0 0 1,-2 16-1,1-25-11,0-1 0,-1 0 0,0 1 0,0-1-1,-1 0 1,0 0 0,0 0 0,0 0 0,-1 0-1,0 0 1,0-1 0,0 1 0,-1-1-1,0 0 1,-5 6 0,6-54 1026,3 33-1026,0-1-1,1 1 1,0-1 0,1 1-1,0 0 1,0 0-1,1 0 1,0 0 0,1 0-1,0 1 1,1-1-1,0 1 1,0 0 0,1 1-1,0-1 1,1 1-1,9-9 1,-11 10-6,1 0-1,0 0 1,1 1 0,0 0-1,-1 0 1,2 0 0,-1 1-1,1 0 1,0 1 0,0 0-1,0 0 1,0 1 0,1 0-1,-1 0 1,1 1 0,0 0-1,0 0 1,12 0 0,-17 3-3,-1 0 0,1 0 1,0 0-1,-1 1 0,1-1 0,-1 1 1,0 0-1,1 0 0,-1 0 1,0 1-1,0-1 0,0 1 1,-1-1-1,1 1 0,-1 0 1,1 0-1,-1 0 0,0 1 1,0-1-1,0 0 0,-1 1 1,2 3-1,4 8 21,-1 0 1,0 0-1,6 31 1,-9-27-40,-1-1 1,-1 1-1,-1 20 0,0-9-2,0-29 52,7-13 43,8-16-67,1 0 1,1 2-1,1 0 1,2 1-1,41-42 1,-60 66-10,0 0 0,0 0 1,0 0-1,0 1 0,1-1 0,-1 0 1,0 0-1,0 1 0,0-1 1,1 1-1,-1-1 0,0 1 0,1-1 1,-1 1-1,1 0 0,-1 0 1,0-1-1,1 1 0,-1 0 0,1 1 1,-1-1-1,0 0 0,1 0 1,-1 0-1,0 1 0,1-1 0,-1 1 1,2 0-1,-1 1 1,1 0 0,0 0 0,-1 1 0,0-1 0,0 1 0,0-1 0,0 1 0,0 0-1,0 0 1,-1 0 0,3 5 0,3 11-5,-1 0 0,-1 0 0,3 22-1,-7-37 1,5 57 53,1 4-1103,5-26-3698,-4-27 281,2-6-2798</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7.902"/>
    </inkml:context>
    <inkml:brush xml:id="br0">
      <inkml:brushProperty name="width" value="0.05" units="cm"/>
      <inkml:brushProperty name="height" value="0.05" units="cm"/>
    </inkml:brush>
  </inkml:definitions>
  <inkml:trace contextRef="#ctx0" brushRef="#br0">0 69 14263,'0'0'6973,"22"-9"-6548,72-25 1,-92 34-407,0-1-1,0 0 0,0 0 1,0 1-1,1 0 1,-1-1-1,0 1 0,0 0 1,0 0-1,1 0 0,-1 0 1,0 0-1,0 1 0,0-1 1,1 1-1,-1-1 0,0 1 1,0 0-1,0 0 0,0 0 1,0 0-1,0 0 1,-1 0-1,1 1 0,0-1 1,0 1-1,-1-1 0,1 1 1,-1-1-1,0 1 0,1 0 1,-1 0-1,0 0 0,0 0 1,2 4-1,-1 1 34,0 1 1,0-1-1,0 1 1,-1 0-1,-1 0 0,1 13 1,-1-14-52,0 0 0,0 0 1,0 0-1,-1 0 0,0 0 1,-1 0-1,1 0 0,-1 0 1,-1-1-1,1 1 0,-1-1 1,0 0-1,-5 7 0,8-12 37,3-12-1,18-19-36,31-32 1,-31 38 55,-1-1 1,30-47 0,-68 125 2733,13-34-2755,1 0 0,1 1 0,1 0 0,1-1 0,1 1 0,0 0 0,5 25 0,-4-40-51,0-1 0,0 0 0,0 0-1,1 0 1,0 0 0,-1 0 0,2 0 0,-1 0 0,0 0 0,1-1 0,0 1 0,-1-1 0,2 0 0,-1 0 0,0 0 0,0 0-1,1-1 1,0 1 0,-1-1 0,1 0 0,0 0 0,0 0 0,6 1 0,44 7-2248,3-8-3353,-25-2-1129</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8.304"/>
    </inkml:context>
    <inkml:brush xml:id="br0">
      <inkml:brushProperty name="width" value="0.05" units="cm"/>
      <inkml:brushProperty name="height" value="0.05" units="cm"/>
    </inkml:brush>
  </inkml:definitions>
  <inkml:trace contextRef="#ctx0" brushRef="#br0">1 0 9188,'0'0'12419,"0"4"-11437,2 142 1913,0-69-4217,-1-2-6112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8.659"/>
    </inkml:context>
    <inkml:brush xml:id="br0">
      <inkml:brushProperty name="width" value="0.05" units="cm"/>
      <inkml:brushProperty name="height" value="0.05" units="cm"/>
    </inkml:brush>
  </inkml:definitions>
  <inkml:trace contextRef="#ctx0" brushRef="#br0">0 12 17352,'0'0'5603,"40"-12"-6596,-24 38-1328,-6 0-2641,-7 3-6596</inkml:trace>
  <inkml:trace contextRef="#ctx0" brushRef="#br0" timeOffset="1">361 431 15255,'0'0'9820,"10"-1"-9425,155-18 329,54-8-1221,-214 27-96,8-2-444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9.005"/>
    </inkml:context>
    <inkml:brush xml:id="br0">
      <inkml:brushProperty name="width" value="0.05" units="cm"/>
      <inkml:brushProperty name="height" value="0.05" units="cm"/>
    </inkml:brush>
  </inkml:definitions>
  <inkml:trace contextRef="#ctx0" brushRef="#br0">28 34 15527,'0'0'9786,"-5"-8"-9301,4 6-451,-14-19 87,8 18-21,8 17 112,33 116 323,-22-93-731,-2 0 0,10 76 0,-19-98-425,2 21-2341,8-17-2971,1-12-2295</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9.379"/>
    </inkml:context>
    <inkml:brush xml:id="br0">
      <inkml:brushProperty name="width" value="0.05" units="cm"/>
      <inkml:brushProperty name="height" value="0.05" units="cm"/>
    </inkml:brush>
  </inkml:definitions>
  <inkml:trace contextRef="#ctx0" brushRef="#br0">227 10 9780,'0'0'15712,"-11"-4"-15251,8 3-431,-1 0 0,1 0-1,-1 0 1,1 1 0,-1-1-1,1 1 1,-1 0 0,1 0-1,-1 0 1,1 0 0,-1 1-1,1-1 1,-1 1 0,1 0-1,-1 0 1,1 0 0,-4 2-1,0 2 21,0 0 0,0 0 0,1 0-1,-1 0 1,1 1 0,0 0 0,1 1-1,-6 8 1,0-2-16,1 1-1,1 1 1,0 0-1,1 0 1,1 1-1,0 0 1,2 0-1,-1 1 1,2-1-1,0 1 1,1 0-1,1 0 1,-1 30 0,3-44-37,1-1 1,-1 1 0,0-1 0,1 1 0,0-1 0,-1 0-1,1 1 1,0-1 0,0 0 0,0 1 0,1-1-1,-1 0 1,0 0 0,1 0 0,0 0 0,-1-1 0,1 1-1,0 0 1,0-1 0,0 1 0,0-1 0,0 1 0,0-1-1,0 0 1,1 0 0,-1 0 0,0 0 0,1 0 0,-1-1-1,0 1 1,5 0 0,10 1-62,-1 0 1,1-1-1,29-1 0,-24-1-54,-9 1-466,0 0 0,0-2 0,0 1 0,-1-2 0,18-5 0,30-18-6576,-24 5-1743</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59.754"/>
    </inkml:context>
    <inkml:brush xml:id="br0">
      <inkml:brushProperty name="width" value="0.05" units="cm"/>
      <inkml:brushProperty name="height" value="0.05" units="cm"/>
    </inkml:brush>
  </inkml:definitions>
  <inkml:trace contextRef="#ctx0" brushRef="#br0">71 13 16664,'0'0'9233,"0"-1"-9224,0 1 0,0 0 0,0 0 0,0-1-1,-1 1 1,1 0 0,0-1 0,0 1 0,0 0 0,0-1-1,0 1 1,0 0 0,0-1 0,0 1 0,0 0 0,0-1-1,0 1 1,0 0 0,0-1 0,0 1 0,0 0 0,0-1-1,0 1 1,0 0 0,0-1 0,1 1 0,-1 0 0,0 0-1,0-1 1,0 1 0,1 0 0,-1 0 0,0-1 0,0 1 0,1 0-1,-1 0 1,0-1 0,0 1 0,1 0 0,-1 0 0,0 0-1,1 0 1,-1 0 0,0-1 0,0 1 0,1 0 0,0 0-1,4 3 13,0 0-1,-1 0 1,1 0-1,-1 1 0,0 0 1,1 0-1,-1 0 1,-1 0-1,5 7 1,39 53 166,-42-56-170,17 25 33,-1 0 1,-2 1 0,26 65 0,-39-82-55,0 1 1,-2 0-1,0 0 0,-1 0 1,-1 0-1,0 0 0,-1 1 0,-2-1 1,1 1-1,-6 22 0,3-28-110,0-1-1,-2 0 1,0 0 0,0-1-1,-1 1 1,0-1-1,-1-1 1,0 1-1,-1-1 1,0 0 0,0-1-1,-13 12 1,-53 38-3043,-3-13-3561,16-16-4602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0.159"/>
    </inkml:context>
    <inkml:brush xml:id="br0">
      <inkml:brushProperty name="width" value="0.05" units="cm"/>
      <inkml:brushProperty name="height" value="0.05" units="cm"/>
    </inkml:brush>
  </inkml:definitions>
  <inkml:trace contextRef="#ctx0" brushRef="#br0">1 46 14791,'0'0'9882,"2"-10"-9349,-1 4-477,-1 3-25,1 1 0,-1 0 1,1-1-1,-1 1 0,1 0 0,0-1 0,0 1 0,0 0 0,0 0 0,2-4 0,9 6 179,6 16 41,22 36-93,-3 1-1,-2 2 0,-2 1 1,-3 1-1,-2 2 1,-3 1-1,18 67 1,-34-95-166,-2 0 1,-1 1-1,-1-1 1,-2 1-1,-1 0 1,-2 0 0,-1 0-1,-7 40 1,4-57-144,-1 0 0,0 0 0,-1-1 1,-1 0-1,-1 0 0,0 0 0,-1-1 1,-11 15-1,-13 11-2646,-47 47 1,12-21-2625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1.795"/>
    </inkml:context>
    <inkml:brush xml:id="br0">
      <inkml:brushProperty name="width" value="0.05" units="cm"/>
      <inkml:brushProperty name="height" value="0.05" units="cm"/>
    </inkml:brush>
  </inkml:definitions>
  <inkml:trace contextRef="#ctx0" brushRef="#br0">1 3 12726,'0'0'11618,"23"0"-11324,274-2-572,-297 2 160,0-1 0,1 1 0,-1 0 0,1 0 0,-1 0-1,0 0 1,1 0 0,-1 1 0,0-1 0,1 0 0,-1 0-1,0 0 1,1 0 0,-1 0 0,0 0 0,1 0 0,-1 1-1,0-1 1,1 0 0,-1 0 0,0 1 0,1-1 0,-1 0-1,0 0 1,0 1 0,0-1 0,1 0 0,-1 1 0,0-1-1,0 0 1,0 1 0,0-1 0,1 0 0,-1 1 0,0-1-1,0 0 1,0 1 0,0-1 0,0 0 0,0 1 0,0-1-1,0 0 1,0 1 0,0-1 0,0 1 0,0-1 0,0 0-1,0 1 1,-1-1 0,1 0 0,0 1 0,0-1 0,0 0-1,0 1 1,-1-1 0,1 0 0,0 0 0,0 1 0,-1-1-1,1 0 1,0 0 0,-1 1 0,1-1 0,0 0 0,-1 0-1,-19 21-4586,-52 26-1994,9-7 8783,50-32-262,0 2 1,1-1-1,1 2 1,0-1 0,-11 14-1,22-23-1717,-1-1 0,1 0 0,0 0-1,0 1 1,-1-1 0,1 0 0,0 1-1,0-1 1,0 0 0,-1 1 0,1-1-1,0 0 1,0 1 0,0-1 0,0 0-1,0 1 1,0-1 0,0 1 0,0-1-1,0 0 1,0 1 0,0-1-1,0 0 1,0 1 0,0-1 0,0 1-1,0-1 1,0 0 0,0 1 0,0-1-1,1 0 1,-1 1 0,0-1 0,0 1-1,16 4 1411,32-5-1297,-34 0 117,20 0-450,57-1-2,-30-1-3704,-19 0-3342</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2.533"/>
    </inkml:context>
    <inkml:brush xml:id="br0">
      <inkml:brushProperty name="width" value="0.05" units="cm"/>
      <inkml:brushProperty name="height" value="0.05" units="cm"/>
    </inkml:brush>
  </inkml:definitions>
  <inkml:trace contextRef="#ctx0" brushRef="#br0">1 10 14038,'0'0'9978,"2"0"-9356,214-5 957,-106 2-2537,1 2-5460,-103 1-321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3.109"/>
    </inkml:context>
    <inkml:brush xml:id="br0">
      <inkml:brushProperty name="width" value="0.05" units="cm"/>
      <inkml:brushProperty name="height" value="0.05" units="cm"/>
    </inkml:brush>
  </inkml:definitions>
  <inkml:trace contextRef="#ctx0" brushRef="#br0">2 102 15655,'0'0'8292,"22"-17"-7868,9-6-226,35-20-1,-59 40-163,1 0 0,0 0 0,-1 0-1,1 1 1,0 1 0,0-1 0,0 1 0,1 0 0,-1 1 0,0 0-1,0 1 1,0-1 0,0 1 0,0 1 0,0 0 0,0 0 0,0 0 0,0 1-1,-1 0 1,0 1 0,1-1 0,-1 2 0,0-1 0,-1 1 0,9 7-1,-9-7-24,0 0-1,-1 0 0,0 1 0,0-1 1,0 1-1,-1 1 0,1-1 0,-2 1 1,1-1-1,-1 1 0,0 0 0,0 0 1,-1 1-1,0-1 0,0 1 0,0-1 1,-1 1-1,-1-1 0,1 1 0,-1-1 1,0 1-1,-1 0 0,0-1 0,0 1 1,-1-1-1,0 1 0,0-1 0,0 0 1,-1 0-1,0 0 0,-1 0 0,-5 8 1,-11 8-8,-2-2 0,0-1 0,-1 0 0,-1-2 0,0 0 0,-2-2 0,-32 16 0,-61 41-28,116-71 39,0 0 0,1 0 0,-1 1 0,0-1 0,1 1 0,-1-1 0,1 1-1,-4 5 1,6-8-6,0 1 0,0-1 1,0 1-1,-1-1 0,1 0 0,0 1 0,0-1 0,0 1 0,0-1 0,0 1 0,0-1 0,0 1 0,0-1 0,0 1 0,0-1 0,0 0 0,0 1 0,1-1 0,-1 1 0,0-1 0,0 1 0,0-1 0,0 0 0,1 1 0,-1-1 0,0 1 0,1-1 0,-1 0 0,0 1 0,1-1 0,-1 0 0,0 1 1,1-1-1,-1 0 0,0 0 0,1 1 0,6 1 40,0 0 1,-1-1 0,1 1-1,0-1 1,-1-1 0,1 1 0,7-2-1,79 3 14,0-5 0,0-4 0,101-20 0,-124 9-800,-46 11-487,45-8 1,-65 15 412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3.591"/>
    </inkml:context>
    <inkml:brush xml:id="br0">
      <inkml:brushProperty name="width" value="0.05" units="cm"/>
      <inkml:brushProperty name="height" value="0.05" units="cm"/>
    </inkml:brush>
  </inkml:definitions>
  <inkml:trace contextRef="#ctx0" brushRef="#br0">0 65 16408,'0'0'7272,"1"-4"-7101,-1 3-160,0 0 0,0 0 0,0 0 0,0 1 0,0-1 0,1 0 0,-1 0 0,0 0 0,1 1 0,-1-1 0,1 0 0,-1 1 0,1-1 0,-1 0 1,1 1-1,-1-1 0,1 0 0,-1 1 0,1-1 0,0 1 0,-1-1 0,1 1 0,0 0 0,0-1 0,-1 1 0,1 0 0,0-1 0,1 1 0,18-4 171,1 1 0,-1 1 1,36 1-1,1-1-4,1654-28-48,-1702 30-150,-26 2-782,-1 0 0,1 1 0,0 1 0,0 0 0,-26 12 1,40-15 655,-63 24-4782</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4.492"/>
    </inkml:context>
    <inkml:brush xml:id="br0">
      <inkml:brushProperty name="width" value="0.05" units="cm"/>
      <inkml:brushProperty name="height" value="0.05" units="cm"/>
    </inkml:brush>
  </inkml:definitions>
  <inkml:trace contextRef="#ctx0" brushRef="#br0">16 179 9925,'0'0'10636,"-3"-6"-9251,1-1-912,-1 0 1,1 1-1,1-1 0,-1 0 0,1 0 1,0-12-1,1 16-406,0 0-1,0 0 1,0-1-1,0 1 1,1 0 0,0 0-1,0-1 1,0 1-1,0 0 1,0 0-1,0 0 1,1 0 0,0 1-1,-1-1 1,1 0-1,0 1 1,0-1 0,1 1-1,2-3 1,4-2-45,1 1 0,-1 0 1,1 1-1,1 0 0,-1 1 0,1 0 0,-1 1 1,1 0-1,0 0 0,0 1 0,1 1 1,-1 0-1,0 0 0,15 2 0,-24-1-19,0 0-1,1 1 0,-1 0 1,0-1-1,0 1 1,0 0-1,0 0 0,0 1 1,0-1-1,0 0 0,0 0 1,-1 1-1,1-1 1,0 1-1,-1 0 0,1-1 1,-1 1-1,0 0 0,1 0 1,-1 0-1,0 0 1,0 0-1,0 0 0,0 0 1,-1 1-1,1-1 0,-1 0 1,1 0-1,-1 1 1,0 2-1,3 12 17,-1 0 1,-1 32-1,-1-42-20,-2 59 95,2-59 199,2-32-44,-1 12-213,1 6-29,-1-1-1,1 1 0,1 0 1,-1-1-1,1 1 1,1 0-1,-1 0 0,1 1 1,0-1-1,1 1 0,0 0 1,0 0-1,0 0 1,0 1-1,12-9 0,-10 8 1,1 1 1,-1-1-1,1 1 0,0 1 0,1 0 0,-1 0 1,1 0-1,0 1 0,0 1 0,0-1 1,0 2-1,0-1 0,10 0 0,-16 3-1,0 0-1,0 0 1,1 1-1,-1-1 0,0 0 1,0 1-1,-1 0 1,1 0-1,0 0 1,0 0-1,-1 0 1,0 1-1,1-1 1,-1 1-1,0-1 1,3 6-1,36 55 18,-35-53-21,4 9 5,0 1 1,10 35 0,1 1-1125,-11-38-1567,1-12-4093</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5.938"/>
    </inkml:context>
    <inkml:brush xml:id="br0">
      <inkml:brushProperty name="width" value="0.05" units="cm"/>
      <inkml:brushProperty name="height" value="0.05" units="cm"/>
    </inkml:brush>
  </inkml:definitions>
  <inkml:trace contextRef="#ctx0" brushRef="#br0">701 1 12038,'0'0'7838,"15"0"-5787,-22 5-1698,0 0 0,-1 0 0,0-1 0,-15 6 0,20-8-277,-237 88 1543,171-68-1225,1 3 0,1 3-1,-115 66 1,181-93-391,0-1 0,-1 1 1,1 0-1,0 0 0,-1 0 1,1 0-1,0 0 0,0 0 1,0 0-1,0 0 0,0 1 1,0-1-1,0 0 0,0 1 1,0-1-1,1 1 0,-1-1 1,0 1-1,0 1 0,2-2 1,-1 0-1,0 0 0,0 0 0,1 0 1,-1 0-1,0-1 0,1 1 0,-1 0 1,1 0-1,-1 0 0,1-1 0,0 1 1,-1 0-1,1-1 0,0 1 1,-1 0-1,1-1 0,0 1 0,0-1 1,0 1-1,-1-1 0,1 0 0,1 1 1,7 3 26,1-1 1,-1 0 0,1-1 0,14 2-1,306 28 45,58 10-37,-377-40-47,0 0 0,0 1 0,0 0 0,16 8 0,-26-11 8,0 1 0,0-1 0,0 1 0,1-1 0,-1 1 0,0 0 1,0-1-1,0 1 0,0 0 0,0-1 0,0 1 0,0 0 0,0 0 0,-1 0 0,1 0 0,0 0 1,0 0-1,-1 0 0,1 0 0,-1 1 0,1-1 0,-1 0 0,1 0 0,-1 0 0,0 1 0,1-1 0,-1 0 1,0 0-1,0 1 0,0-1 0,0 0 0,0 0 0,0 1 0,-1-1 0,1 0 0,0 0 0,0 1 1,-1-1-1,1 0 0,-1 0 0,1 0 0,-1 0 0,0 1 0,0-1 0,1 0 0,-1 0 0,0 0 1,0-1-1,0 1 0,0 0 0,0 0 0,0 0 0,-2 1 0,-10 7-5,-1-1-1,0 0 1,0 0-1,0-2 1,-1 0-1,-31 9 1,6-2-21,-156 53 22,69-26 18,-212 100 0,332-137-12,4-2-1,1 0 0,-1 0 1,1 0-1,-1 0 0,1 0 0,0 1 0,-1-1 0,1 1 0,0-1 0,0 1 0,0 0 0,0 0 0,0 0 0,0 0 0,1 0 1,-1 0-1,1 1 0,0-1 0,-1 0 0,1 1 0,0-1 0,0 1 0,0 3 0,1-5-1,0 0 0,1 0 0,-1 0-1,1 0 1,-1 0 0,1 0 0,0 0 0,-1 0 0,1 0-1,0 0 1,0-1 0,0 1 0,-1 0 0,1 0-1,0-1 1,0 1 0,0 0 0,0-1 0,0 1 0,0-1-1,0 0 1,1 1 0,-1-1 0,2 1 0,34 7 35,-34-8-31,90 10 10,0-4-1,104-7 1,-68-1-14,511 2-17,-638 0-65,-24 10-12347,-3-1 1719</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6.374"/>
    </inkml:context>
    <inkml:brush xml:id="br0">
      <inkml:brushProperty name="width" value="0.05" units="cm"/>
      <inkml:brushProperty name="height" value="0.05" units="cm"/>
    </inkml:brush>
  </inkml:definitions>
  <inkml:trace contextRef="#ctx0" brushRef="#br0">11 0 15463,'0'0'8740,"-1"6"-7988,-3 20-378,1 1-1,1-1 0,3 51 0,0-21-7060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6.727"/>
    </inkml:context>
    <inkml:brush xml:id="br0">
      <inkml:brushProperty name="width" value="0.05" units="cm"/>
      <inkml:brushProperty name="height" value="0.05" units="cm"/>
    </inkml:brush>
  </inkml:definitions>
  <inkml:trace contextRef="#ctx0" brushRef="#br0">11 71 16247,'0'0'8660,"-10"-71"-8660,20 71-64,6 0-384,-3 7-432,6 5-2146,4 0-815,1 2-3875</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7.076"/>
    </inkml:context>
    <inkml:brush xml:id="br0">
      <inkml:brushProperty name="width" value="0.05" units="cm"/>
      <inkml:brushProperty name="height" value="0.05" units="cm"/>
    </inkml:brush>
  </inkml:definitions>
  <inkml:trace contextRef="#ctx0" brushRef="#br0">29 1 12726,'0'0'10047,"16"0"-8502,135 5-1166,-150-5-534,0 0 0,0 0 0,-1 0 0,1 0 0,0 0 0,0 0 0,0 0 0,0 1 0,0-1 0,0 0 0,-1 0 0,1 1 0,0-1 0,0 0 0,0 1 0,-1-1 0,1 1 0,0-1 1,0 1-1,-1-1 0,1 1 0,0 0 0,-1-1 0,1 1 0,-1 0 0,1 0 0,-1-1 0,1 1 0,-1 0 0,0 0 0,1 0 0,-1-1 0,0 1 0,0 0 0,1 0 0,-1 0 0,0 0 0,0 0 1,0 0-1,0-1 0,0 1 0,0 0 0,0 0 0,-1 0 0,1 0 0,0 0 0,-1 1 0,-1 2-706,1-1-1,-1 0 1,0 1 0,0-1 0,-1 0 0,1 0-1,-1 0 1,1-1 0,-6 5 0,-27 19-5833</inkml:trace>
  <inkml:trace contextRef="#ctx0" brushRef="#br0" timeOffset="1">29 1 3890,'-5'189'4258,"-11"-177"-2241,8-5 1296,8-2-1088,0-3-1200,0 1-449,16-3 416,13 0-479,3 0-433,2 0-160,3-5-80,-1-7-1425,1 0-4850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7.406"/>
    </inkml:context>
    <inkml:brush xml:id="br0">
      <inkml:brushProperty name="width" value="0.05" units="cm"/>
      <inkml:brushProperty name="height" value="0.05" units="cm"/>
    </inkml:brush>
  </inkml:definitions>
  <inkml:trace contextRef="#ctx0" brushRef="#br0">72 96 7027,'0'0'13612,"0"6"-13028,0 120 1081,0-124-1667,0-1 0,0 1 0,0 0 0,1 0 0,-1-1 0,1 1 0,-1 0 0,1-1 0,0 1 0,0-1 0,-1 1 0,1-1 0,0 1 0,0-1 0,1 1 0,-1-1 0,0 0 0,0 0 0,1 0 0,-1 1 0,0-1 0,3 1 0,0 0 3,1 0 0,0 0 0,0 0 0,0 0 0,0-1-1,0 1 1,9 0 0,-6-1 8,0-1 0,0 1 0,0-1 0,-1-1-1,1 0 1,0 0 0,-1 0 0,1-1 0,0 0 0,13-6 0,-16 5 48,0-1 0,0 0 0,0 0 1,0 0-1,-1-1 0,0 0 1,0 0-1,0 0 0,-1 0 1,1-1-1,-1 1 0,0-1 1,-1 0-1,1 1 0,-1-1 1,-1-1-1,1 1 0,-1 0 1,0 0-1,0 0 0,-1-1 1,0 1-1,0-1 0,-1-9 1,0 10-19,0 1 0,0-1 0,-1 1 0,1-1 0,-1 1 0,-1 0 1,1 0-1,-1 0 0,0 0 0,0 0 0,0 0 0,0 1 0,-1 0 1,0-1-1,0 1 0,0 1 0,0-1 0,-1 1 0,0-1 1,1 1-1,-1 1 0,0-1 0,0 1 0,-1-1 0,1 1 0,0 1 1,-11-3-1,2 2-132,-1 0 0,0 2 0,0-1 0,1 2 0,-20 2 0,27-2-766,1 0 0,-1 1 1,1-1-1,0 2 0,-1-1 0,1 1 1,0 0-1,-8 5 0,-10 12-10936</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08.435"/>
    </inkml:context>
    <inkml:brush xml:id="br0">
      <inkml:brushProperty name="width" value="0.05" units="cm"/>
      <inkml:brushProperty name="height" value="0.05" units="cm"/>
    </inkml:brush>
  </inkml:definitions>
  <inkml:trace contextRef="#ctx0" brushRef="#br0">39 183 8772,'0'0'11995,"-6"-11"-10808,3 6-1084,-20-42 1031,22 44-1015,0 0 0,0-1 1,0 1-1,0 0 0,0-1 0,1 1 1,-1-1-1,1 1 0,0-1 1,0 1-1,1-1 0,-1 1 1,1-1-1,-1 1 0,3-5 0,-1 4-75,0 1 0,0 0 0,1 0 0,-1 0 0,1 0-1,0 1 1,0-1 0,0 1 0,0-1 0,1 1-1,-1 0 1,0 0 0,1 1 0,0-1 0,-1 1-1,1-1 1,0 1 0,-1 0 0,1 1 0,0-1 0,0 1-1,0 0 1,0 0 0,0 0 0,4 1 0,-2-1-38,1 0 1,-1 1-1,0 0 1,1 0 0,-1 1-1,0 0 1,0 0-1,0 1 1,0-1-1,-1 1 1,1 0 0,-1 1-1,1-1 1,6 8-1,-7-6 0,-1 0 0,0 0-1,0 1 1,0-1 0,-1 1-1,0 0 1,0 0 0,0 1 0,-1-1-1,3 12 1,-2 1 4,-1-1-1,-1 33 1,-2-42-3,1-9 62,1-20 153,1 10-221,1 0-1,0 1 1,0-1-1,1 1 1,0 0 0,0 0-1,1 0 1,0 1-1,1 0 1,10-13 0,-6 9-2,1 1 1,0 0 0,0 0 0,1 1 0,1 1-1,16-10 1,-26 17 1,0 1 0,-1-1 0,1 1 0,0-1-1,0 1 1,0 0 0,0 1 0,0-1 0,1 0-1,-1 1 1,0 0 0,0-1 0,0 1 0,0 0 0,1 1-1,-1-1 1,0 1 0,0-1 0,0 1 0,4 2-1,-3-1 3,0 0 0,0 1-1,-1 0 1,0-1-1,1 1 1,-1 1 0,0-1-1,0 0 1,-1 1-1,1-1 1,-1 1-1,0 0 1,2 4 0,4 10 3,-2 0 0,0 0 0,-1 1 0,-1-1 1,3 34-1,-6-43-135,-1 2-309,2 0-1,-1 0 1,7 19-1,-7-26-479,1 0-1,-1 0 1,1-1-1,0 1 1,1-1 0,-1 1-1,1-1 1,3 4-1,10 6-8392</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0.269"/>
    </inkml:context>
    <inkml:brush xml:id="br0">
      <inkml:brushProperty name="width" value="0.05" units="cm"/>
      <inkml:brushProperty name="height" value="0.05" units="cm"/>
    </inkml:brush>
  </inkml:definitions>
  <inkml:trace contextRef="#ctx0" brushRef="#br0">122 48 4770,'0'0'12726,"6"-8"-11584,25-31 987,-70 58 824,38-19-2845,0-1-1,0 1 1,1 0 0,-1 0-1,0 0 1,0 0 0,1 0-1,-1 0 1,0 0 0,0 0-1,0 0 1,1 0-1,-1 0 1,0 1 0,0-1-1,1 0 1,-1 0 0,0 1-1,1-1 1,-1 0-1,0 1 1,1-1 0,-1 1-1,0-1 1,1 1 0,-1-1-1,1 1 1,-1 0 0,1-1-1,-1 1 1,1 0-1,-40 235 94,-17 452-1,56-644-187,2 0 0,3-1 1,1 1-1,19 77 0,-20-108-118,0-1-1,1 1 0,1-1 1,0 0-1,1-1 0,0 1 0,1-1 1,15 16-1,-16-20-144,0 0 1,1-1-1,0 0 0,0 0 0,1-1 1,-1 0-1,1-1 0,0 0 1,1 0-1,-1-1 0,1 0 0,-1-1 1,12 2-1,77 0-5656,-82-4 4315,38 0-6236</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1.036"/>
    </inkml:context>
    <inkml:brush xml:id="br0">
      <inkml:brushProperty name="width" value="0.05" units="cm"/>
      <inkml:brushProperty name="height" value="0.05" units="cm"/>
    </inkml:brush>
  </inkml:definitions>
  <inkml:trace contextRef="#ctx0" brushRef="#br0">7 90 8932,'0'0'14802,"-1"-17"-14005,-4-56-223,5 88-449,0 11 11,1 1 1,0 0-1,7 28 1,-7-48-137,1 0 1,0 0-1,0 0 1,1 0 0,0 0-1,0-1 1,0 1-1,1-1 1,0 0-1,0 0 1,1 0-1,-1-1 1,1 0-1,1 0 1,-1 0 0,11 7-1,-11-9-3,1-1-1,0 0 1,-1 0-1,1-1 1,0 1 0,0-1-1,0-1 1,0 1-1,0-1 1,0 0-1,0 0 1,0-1 0,0 0-1,0 0 1,0 0-1,0-1 1,-1 0-1,1 0 1,0 0 0,-1-1-1,0 0 1,1 0-1,-1 0 1,0 0-1,-1-1 1,1 0 0,6-7-1,-3 1 85,0-1 0,0 0-1,-1-1 1,0 0 0,-1 0-1,0 0 1,-1-1 0,-1 0-1,0 0 1,-1 0 0,0 0 0,-1-1-1,0 1 1,-1-1 0,-1-22-1,0 36 56,-1 15-85,-2 9 25,-12 49 1,-1-2 2,1 63 213,4 238 0,5-57-19,6-306-268,-1 14 3,0 0 0,-1 0 0,-2-1 0,0 1 0,-1-1 0,-16 42 0,21-63-4,-1 0 1,1 0-1,-1 0 1,1 0-1,-1-1 1,0 1-1,1 0 1,-1 0-1,0 0 1,0-1-1,1 1 1,-1 0-1,0-1 0,0 1 1,0 0-1,0-1 1,0 1-1,0-1 1,0 0-1,0 1 1,0-1-1,0 0 1,0 0-1,0 1 1,0-1-1,0 0 1,0 0-1,0 0 0,0 0 1,-1-1-1,1 1 1,0 0-1,0 0 1,0-1-1,0 1 1,0 0-1,0-1 1,0 1-1,0-1 1,0 1-1,1-1 0,-3-1 1,-1-1 11,-1-1-1,1 0 1,-1 0 0,1 0-1,0 0 1,-5-9-1,-6-12-16,1-1 0,1 0 0,1-1 0,1-1 0,2 0 0,1 0-1,1 0 1,1-1 0,2 0 0,1-1 0,1 1 0,1 0 0,7-56-1,-3 74-9,0 0 0,0 1-1,2-1 1,-1 1-1,1-1 1,1 1 0,0 1-1,0-1 1,1 1-1,0 0 1,0 1-1,1-1 1,1 1 0,-1 1-1,1 0 1,0 0-1,14-7 1,14-8-1502,2 1-1,1 2 1,44-15 0,5-5-7865,-53 20 2271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1.427"/>
    </inkml:context>
    <inkml:brush xml:id="br0">
      <inkml:brushProperty name="width" value="0.05" units="cm"/>
      <inkml:brushProperty name="height" value="0.05" units="cm"/>
    </inkml:brush>
  </inkml:definitions>
  <inkml:trace contextRef="#ctx0" brushRef="#br0">1 0 7908,'0'0'16391,"0"50"-15687,0-19-335,0 2-177,0-4-176,0-1-16,0-4 0,0-5-64,0-5-577,0-7-1007,2-2-1170,4-5-927</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1.772"/>
    </inkml:context>
    <inkml:brush xml:id="br0">
      <inkml:brushProperty name="width" value="0.05" units="cm"/>
      <inkml:brushProperty name="height" value="0.05" units="cm"/>
    </inkml:brush>
  </inkml:definitions>
  <inkml:trace contextRef="#ctx0" brushRef="#br0">12 123 11877,'0'0'7839,"21"-14"-5027,-17 10-2626,0-1 1,-1 0 0,0 0 0,0 0-1,-1 0 1,1-1 0,-1 1 0,0-1-1,0 0 1,-1 0 0,0 1 0,0-1-1,0 0 1,-1 0 0,0 0 0,0-8-1,-2 13-166,1 0 0,0 0 0,-1 0 0,1 1 0,-1-1 0,0 0-1,1 1 1,-1 0 0,1-1 0,-1 1 0,0 0 0,0-1-1,1 1 1,-1 0 0,0 0 0,1 1 0,-1-1 0,0 0 0,1 0-1,-1 1 1,0-1 0,1 1 0,-1-1 0,-1 2 0,0 2-125,1-1 1,-1 1 0,1 0 0,0-1-1,1 1 1,-1 0 0,1 0-1,-1 0 1,1 1 0,0-1 0,1 0-1,-1 0 1,1 6 0,-1-2-817,1-1 0,0 0 0,0 0 0,0 0 0,1 0 0,0 0 0,4 13 0,15 7-5453</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2.181"/>
    </inkml:context>
    <inkml:brush xml:id="br0">
      <inkml:brushProperty name="width" value="0.05" units="cm"/>
      <inkml:brushProperty name="height" value="0.05" units="cm"/>
    </inkml:brush>
  </inkml:definitions>
  <inkml:trace contextRef="#ctx0" brushRef="#br0">0 55 17464,'0'0'8118,"8"0"-7664,38 0-689,115-4 2149,-80-10-3574,-66 10 51,-1-1-1,0 0 1,18-11-1,-18 9-5697</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2.856"/>
    </inkml:context>
    <inkml:brush xml:id="br0">
      <inkml:brushProperty name="width" value="0.05" units="cm"/>
      <inkml:brushProperty name="height" value="0.05" units="cm"/>
    </inkml:brush>
  </inkml:definitions>
  <inkml:trace contextRef="#ctx0" brushRef="#br0">183 52 9764,'0'0'12374,"-1"-9"-10965,-8-29-644,9 38-759,0 0 0,0-1 0,0 1 0,0 0 0,0 0 0,0 0 0,0 0 0,0-1 0,0 1 0,0 0 0,0 0 0,0 0 0,0 0 0,0 0 0,0-1 0,0 1 0,-1 0 0,1 0 0,0 0 0,0 0 0,0 0 0,0 0 0,0 0 0,0-1 0,-1 1 0,1 0 0,0 0 0,0 0 0,0 0 0,0 0 0,0 0 0,-1 0 0,1 0 0,0 0 0,0 0 0,0 0 0,0 0 0,-1 0 0,1 0 0,0 0 0,0 0 0,0 0 0,0 0 0,0 0 0,-1 0 0,1 0 0,0 0 0,0 0-1,0 1 1,0-1 0,0 0 0,-1 0 0,1 0 0,0 0 0,0 0 0,0 0 0,0 0 0,0 0 0,0 1 0,-10 13 133,-3 17 81,7-11-119,1 1 0,1-1 0,1 1 0,0 0 0,2 0 0,2 41 0,-1-59-103,1 0 0,-1 1 0,0-1 1,1 0-1,0 0 0,0 0 0,0 0 0,0 0 0,0 0 0,0-1 0,1 1 1,-1 0-1,1-1 0,0 1 0,0-1 0,0 1 0,0-1 0,0 0 0,1 0 0,-1 0 1,0 0-1,1 0 0,0 0 0,-1-1 0,1 0 0,5 2 0,2 1 4,0-2 0,1 1 0,0-1 0,0-1 0,-1 0 0,17-1 0,-23-1 1,1 0 0,-1 0 1,0 0-1,1-1 0,-1 0 1,0 0-1,0 0 0,-1 0 1,1-1-1,0 1 0,-1-1 1,1 0-1,-1 0 0,0 0 1,0-1-1,0 1 0,0-1 1,-1 1-1,3-6 0,5-6 10,-1-1 0,0-1-1,8-23 1,-6-3 129,-7 29 731,-3 44-541,-20 230 257,11-174-465,-6 39 34,-4 0 0,-6-2 0,-49 146 0,68-254-148,2-2 1,-1-1 1,0 0-1,-2 0 1,1 0-1,-1-1 1,-1 0-1,-11 15 0,18-25-2,-1 0-1,-1 0 1,1 0 0,0 0-1,0 0 1,0 0-1,0-1 1,-1 1-1,1 0 1,0-1-1,-1 1 1,1-1-1,-1 1 1,1-1-1,0 0 1,-1 1-1,1-1 1,-1 0-1,1 0 1,-1 0-1,1 0 1,-1 0 0,1-1-1,-1 1 1,1 0-1,0-1 1,-1 1-1,1-1 1,0 1-1,-1-1 1,1 0-1,0 1 1,-1-1-1,1 0 1,0 0-1,-2-2 1,-2-2 20,-1 0 0,1-1-1,0 0 1,0 0 0,-5-9 0,-4-9-25,0 0 0,2 0 1,2-1-1,0 0 0,1-1 1,2-1-1,0 1 0,2-1 0,1 0 1,1 0-1,1 0 0,3-45 1,2 59-7,0 1-1,0-1 1,1 1 0,1 0 0,0 1 0,1-1 0,0 1 0,0 0 0,1 0 0,1 1 0,0 0-1,0 0 1,1 1 0,0 0 0,1 0 0,0 1 0,11-7 0,6-3-239,1 1 0,0 1 0,1 1 0,0 2 0,52-16 0,-4 11-3024,-10 2-6860,-44 9 2615</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3.201"/>
    </inkml:context>
    <inkml:brush xml:id="br0">
      <inkml:brushProperty name="width" value="0.05" units="cm"/>
      <inkml:brushProperty name="height" value="0.05" units="cm"/>
    </inkml:brush>
  </inkml:definitions>
  <inkml:trace contextRef="#ctx0" brushRef="#br0">1 1 13062,'0'0'11104,"2"8"-10293,10 33-119,-2 0 1,5 54-1,-7 32-4762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3.543"/>
    </inkml:context>
    <inkml:brush xml:id="br0">
      <inkml:brushProperty name="width" value="0.05" units="cm"/>
      <inkml:brushProperty name="height" value="0.05" units="cm"/>
    </inkml:brush>
  </inkml:definitions>
  <inkml:trace contextRef="#ctx0" brushRef="#br0">116 6 15143,'0'0'5723,"-3"7"-5078,1-1-536,-5 15 901,7-20-949,1-1-1,-1 1 0,0 0 0,1-1 0,-1 1 1,1-1-1,-1 1 0,1 0 0,-1-1 0,1 0 1,-1 1-1,1-1 0,-1 1 0,1-1 0,0 1 1,-1-1-1,1 0 0,0 0 0,-1 1 0,1-1 1,0 0-1,-1 0 0,1 0 0,0 0 0,-1 0 1,1 0-1,0 0 0,0 0 0,-1 0 1,1 0-1,0 0 0,-1 0 0,1 0 0,0 0 1,-1-1-1,1 1 0,0-1 0,1 1-12,-1-1-1,0 0 1,1 0 0,-1 0-1,0 0 1,0-1-1,0 1 1,0 0 0,0 0-1,0-1 1,0 1-1,-1 0 1,1-1 0,0 1-1,-1-1 1,1 1-1,-1-1 1,1 1 0,-1-1-1,0 1 1,0-1-1,0 0 1,0 1 0,0-1-1,0 1 1,0-1-1,0 1 1,0-1 0,-1 0-1,1 1 1,-2-3-1,-3 3-212,0 1 0,0-1-1,0 1 1,0 0-1,0 1 1,0-1 0,-9 3-1,7 0-692,1 0 1,0 1-1,0 0 0,1 1 1,-7 5-1,-12 9-4163,-2-1-2791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3.931"/>
    </inkml:context>
    <inkml:brush xml:id="br0">
      <inkml:brushProperty name="width" value="0.05" units="cm"/>
      <inkml:brushProperty name="height" value="0.05" units="cm"/>
    </inkml:brush>
  </inkml:definitions>
  <inkml:trace contextRef="#ctx0" brushRef="#br0">127 75 13190,'0'0'9068,"-2"6"-8350,-1 8-551,-2-1 0,1 1 0,-1-1 0,-1-1 0,-1 1-1,0-1 1,0 0 0,-1-1 0,0 1 0,-1-2 0,-1 1 0,0-1 0,-16 13 0,26-23-161,-1 0 0,1 0 0,0 0 0,0 1-1,0-1 1,0 0 0,-1 0 0,1 0 0,0 0 0,0 0 0,0 0 0,0 0 0,-1 0-1,1 0 1,0 0 0,0 0 0,0 0 0,0 0 0,-1 0 0,1 0 0,0 0 0,0 0 0,0 0-1,0-1 1,-1 1 0,1 0 0,0 0 0,0 0 0,0 0 0,0 0 0,0 0 0,-1 0 0,1-1-1,0 1 1,0 0 0,0 0 0,0 0 0,0 0 0,0 0 0,0-1 0,0 1 0,-1 0 0,1 0-1,0 0 1,0 0 0,0-1 0,-2-14 72,2-20-101,0 31 40,1-9 64,1-1 0,1 1-1,0 0 1,1 0-1,0 0 1,1 0 0,0 0-1,1 1 1,1 0 0,0 1-1,0-1 1,1 1-1,16-17 1,-23 27-58,1 0 1,-1-1-1,1 1 1,-1 0-1,1 0 0,-1 0 1,1 1-1,0-1 1,-1 0-1,1 0 0,0 1 1,0-1-1,-1 1 1,1 0-1,0-1 1,0 1-1,0 0 0,0 0 1,-1 0-1,1 1 1,3-1-1,-2 2-11,1-1 0,-1 0 0,0 1 0,0-1 0,0 1 0,0 0 0,0 0 0,0 1 0,-1-1 0,5 5 0,3 5-6,0 0 0,-1 1 1,13 26-1,-21-37 5,7 16-4,0 0-1,7 27 1,7 21-1421,0-27-2434,-7-26-725,3-6-3033</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14.380"/>
    </inkml:context>
    <inkml:brush xml:id="br0">
      <inkml:brushProperty name="width" value="0.05" units="cm"/>
      <inkml:brushProperty name="height" value="0.05" units="cm"/>
    </inkml:brush>
  </inkml:definitions>
  <inkml:trace contextRef="#ctx0" brushRef="#br0">29 52 14535,'0'0'11191,"-5"-12"-10588,-14-21-335,15 27-134,15 25 75,68 108 691,-40-67-571,50 102 0,-68-114-339,-2 1 0,-2 1 1,-2 1-1,-2 0 0,-3 1 0,-2 0 0,-2 0 0,-3 1 0,-2 0 0,-8 82 0,2-109-289,-1 0 0,-1-1 0,-1 0 0,-2 0-1,-22 43 1,0-13-3296,-47 64 0,23-44-4364</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24.895"/>
    </inkml:context>
    <inkml:brush xml:id="br0">
      <inkml:brushProperty name="width" value="0.05" units="cm"/>
      <inkml:brushProperty name="height" value="0.05" units="cm"/>
      <inkml:brushProperty name="color" value="#E71224"/>
    </inkml:brush>
  </inkml:definitions>
  <inkml:trace contextRef="#ctx0" brushRef="#br0">0 0 10981,'0'0'9428,"0"4"-8889,17 293 3221,59 148-2560,65 589-207,-98-621-698,0-138-199,-34-231-83,3-1-1,1-1 0,2 0 1,26 50-1,-41-91-26,1 1 0,0-1 1,0 1-1,-1-1 0,1 1 0,0-1 1,0 0-1,0 0 0,1 1 1,-1-1-1,0 0 0,0 0 0,1 0 1,-1 0-1,0 0 0,1-1 0,-1 1 1,1 0-1,2 0 0,-3-1-24,0 0 0,1 0 0,-1 0 0,0 0 0,0-1 0,1 1 0,-1 0 0,0-1-1,1 1 1,-1-1 0,0 1 0,0-1 0,0 0 0,0 1 0,0-1 0,0 0 0,0 0 0,2-2 0,4-5-418,0-1 0,0 0 1,-1 0-1,8-17 1,-8 14-146,10-19-2350,-2 0-1,11-36 1,2-15-6854</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27.251"/>
    </inkml:context>
    <inkml:brush xml:id="br0">
      <inkml:brushProperty name="width" value="0.05" units="cm"/>
      <inkml:brushProperty name="height" value="0.05" units="cm"/>
      <inkml:brushProperty name="color" value="#E71224"/>
    </inkml:brush>
  </inkml:definitions>
  <inkml:trace contextRef="#ctx0" brushRef="#br0">30 490 6739,'0'0'7476,"-5"-3"-6473,-14-9-123,14 8 868,13 4-1047,181-1 1339,415 17-686,29 21-776,3-32-584,-583-5-22,554-28-34,-213 4 124,934-82-89,373-1 596,-1169 72-541,40-1 106,1321-20 306,-1197 46-231,274-16-124,153-11 134,-152 12-99,457-13 125,-267 38 217,-1090 3-366,0 3 0,109 23 0,-176-28-46,0 1-1,0-1 1,0 1 0,-1 0-1,1 1 1,0-1 0,-1 0-1,0 1 1,0 0 0,0 0 0,0 0-1,0 0 1,0 1 0,-1-1-1,0 1 1,1-1 0,-1 1-1,-1 0 1,1 0 0,1 4-1,5 15 107,-1-1 0,6 34-1,-8-33-78,11 70 77,8 165-1,-17-143-49,3 621 448,-31-464-378,-2 88-113,49 197 110,-24-540-167,22 165-10,0 303 0,-24-478-126,0-1 1,-1 1-1,0-1 1,0 1-1,-1-1 1,0 0-1,0 0 1,0 0-1,-1 0 1,0 0-1,0 0 1,0 0-1,-1-1 0,0 0 1,-7 8-1,6-8-532,-1 0 0,-1 0-1,1 0 1,-1 0 0,0-1-1,0-1 1,-13 6 0,-35 10-6148</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7:30.183"/>
    </inkml:context>
    <inkml:brush xml:id="br0">
      <inkml:brushProperty name="width" value="0.05" units="cm"/>
      <inkml:brushProperty name="height" value="0.05" units="cm"/>
      <inkml:brushProperty name="color" value="#E71224"/>
    </inkml:brush>
  </inkml:definitions>
  <inkml:trace contextRef="#ctx0" brushRef="#br0">6 96 7171,'0'0'8236,"-1"-13"-7310,-3-40 168,4 52-1003,0 0 1,0 0 0,0 0 0,0 0-1,1-1 1,-1 1 0,0 0 0,1 0-1,-1 0 1,1 0 0,-1 0 0,1 0 0,-1 0-1,1 0 1,0 0 0,0 0 0,-1 0-1,1 1 1,0-1 0,0 0 0,0 0-1,0 1 1,0-1 0,0 1 0,0-1-1,0 0 1,0 1 0,0 0 0,0-1-1,0 1 1,2 0 0,32-3 1106,-30 4-1050,-3-2-122,1 1 1,-1-1 0,1 1 0,-1 0-1,1 0 1,-1 0 0,1 1 0,-1-1-1,1 1 1,-1-1 0,1 1 0,-1 0-1,1 0 1,-1 0 0,0 0 0,1 0-1,-1 0 1,0 1 0,0-1 0,0 1-1,0 0 1,0-1 0,-1 1 0,1 0-1,0 0 1,-1 0 0,1 0 0,-1 1-1,0-1 1,0 0 0,0 0 0,0 1-1,0-1 1,0 1 0,-1-1 0,1 1-1,0 3 1,5 23 124,-1 0-1,-2 1 1,0-1 0,-2 1-1,-4 41 1,1 2 74,0 66 131,5 158-176,-3-288-178,1 0 0,-1 0 0,2 0 0,-1 0-1,1 0 1,1 0 0,0 0 0,0-1 0,0 1 0,1-1 0,0 0 0,1 0 0,0-1 0,0 1 0,1-1 0,0 0 0,0 0 0,0-1 0,1 0-1,0 0 1,0-1 0,1 1 0,0-2 0,-1 1 0,2-1 0,-1 0 0,0-1 0,11 4 0,33 4 14,0-2 1,1-2-1,104 1 0,-68-6 15,692 5-45,-603-9 63,393-8-125,132-1 5,614-22 303,-470-11-30,266-16 100,809-61 306,-1739 109-688,974-47 182,2175 33 130,-2142-7-69,-593 12-294,-355 14 156,74-6 14,-76-22-2,-212 31-1,-1 0-1,29-10 1,-53 12-28,0 0 1,0-1-1,0 1 1,0-1-1,0 1 0,-1-1 1,1 0-1,-1-1 1,0 1-1,3-5 0,13-15 79,-7 14-74,0 0 0,1 2 0,14-8 0,-15 10-1,-2-1 0,1 0 0,0-1 1,-1 0-1,13-12 0,-22 19-24,1-1-1,-1 1 1,1 0 0,-1-1-1,0 1 1,1 0-1,-1-1 1,1 1-1,-1-1 1,0 1 0,1-1-1,-1 1 1,0 0-1,0-1 1,1 1 0,-1-1-1,0 0 1,0 1-1,0-1 1,0 1 0,0-1-1,0 1 1,1-1-1,-1 1 1,0-1 0,-1 1-1,1-1 1,0 0-1,0 1 1,0-1 0,0 1-1,0-1 1,0 1-1,-1-1 1,1 1-1,0-1 1,0 1 0,-1-1-1,1 1 1,0 0-1,-1-1 1,1 1 0,-1-1-1,1 1 1,0 0-1,-1-1 1,0 1 0,-26-8-2795,20 7 1588,-22-4-4709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22.538"/>
    </inkml:context>
    <inkml:brush xml:id="br0">
      <inkml:brushProperty name="width" value="0.05" units="cm"/>
      <inkml:brushProperty name="height" value="0.05" units="cm"/>
    </inkml:brush>
  </inkml:definitions>
  <inkml:trace contextRef="#ctx0" brushRef="#br0">90 15 5923,'0'0'13985,"-3"-4"-13486,-8-6-307,6 14 395,5 28 890,0-8-1001,-29 387 1601,17-299-2089,12-111-94,0-1 0,0 1 1,0-1-1,0 1 0,1-1 1,-1 1-1,0-1 0,0 1 1,0 0-1,0-1 0,0 1 1,0-1-1,-1 1 0,1-1 1,0 1-1,0-1 1,0 1-1,0-1 0,-1 1 1,1-1-1,0 1 0,0-1 1,-1 1-1,1-1 0,0 0 1,-1 1-1,1-1 0,-1 0 1,1 1-1,0-1 0,-1 0 1,1 1-1,-1-1 0,1 0 1,-1 0-1,1 1 1,-1-1-1,1 0 0,-1 0 1,1 0-1,-1 0 0,1 0 1,-1 0-1,1 0 0,-1 0 1,1 0-1,-1 0 0,0 0 1,0 0-1,0-1-329,0 0-1,0 0 1,0 0-1,0 0 1,0 0-1,0 0 1,0 0-1,0 0 1,1 0 0,-1 0-1,0-1 1,1 1-1,-1 0 1,1-1-1,-1 1 1,1 0-1,-1-3 1,0-18-3663,1-3-926</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22.934"/>
    </inkml:context>
    <inkml:brush xml:id="br0">
      <inkml:brushProperty name="width" value="0.05" units="cm"/>
      <inkml:brushProperty name="height" value="0.05" units="cm"/>
    </inkml:brush>
  </inkml:definitions>
  <inkml:trace contextRef="#ctx0" brushRef="#br0">0 133 8436,'0'0'10415,"4"-20"-9041,14-63-459,-18 81-877,0 1 0,1-1 0,0 0 0,0 1 0,-1-1 0,1 1 0,0 0 0,0-1 0,0 1 0,0 0 0,0-1 0,1 1 0,-1 0 0,0 0 0,1 0 0,-1 0 0,0 0 0,1 0 0,-1 0 0,1 1 0,0-1 0,-1 1 1,1-1-1,-1 1 0,1-1 0,0 1 0,-1 0 0,1 0 0,0 0 0,0 0 0,-1 0 0,1 0 0,0 0 0,-1 1 0,1-1 0,0 0 0,-1 1 0,1-1 0,-1 1 0,3 1 0,0-1 52,4 2 8,-1-1 1,0 1-1,0 1 1,-1-1-1,1 1 1,-1 0-1,1 1 0,8 7 1,48 51 269,-36-35-251,-1-2-147,-2 1-1,0 1 0,-2 1 0,-1 1 0,-1 1 0,21 46 0,-31-62-2716,-10-14 2422,1 0 0,0-1 1,-1 1-1,1-1 0,0 1 0,-1-1 0,1 1 1,0-1-1,0 0 0,-1 1 0,1-1 0,0 0 1,0 0-1,0 0 0,-1 1 0,1-1 0,0 0 1,0 0-1,0 0 0,0 0 0,-1 0 1,1-1-1,0 1 0,0 0 0,0 0 0,-1 0 1,1-1-1,0 1 0,0 0 0,-1-1 0,1 1 1,0-1-1,1 0 0,14-13-5203</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23.412"/>
    </inkml:context>
    <inkml:brush xml:id="br0">
      <inkml:brushProperty name="width" value="0.05" units="cm"/>
      <inkml:brushProperty name="height" value="0.05" units="cm"/>
    </inkml:brush>
  </inkml:definitions>
  <inkml:trace contextRef="#ctx0" brushRef="#br0">198 114 9300,'0'0'11958,"2"-8"-11561,1-4-327,1-4-5,-13 27 78,-8 13 77,-2 0 0,-1-1-1,0-2 1,-2 0 0,-1-1 0,-29 20 0,45-37-215,-10 7 188,18-45 154,-1 19-313,1 9-26,1 1 1,0-1-1,1 0 1,0 0-1,0 1 0,0 0 1,1-1-1,0 1 1,0 1-1,1-1 0,6-6 1,63-60 216,-63 62-119,4-5 94,-12 11-107,1 0-1,-1 0 1,1 0 0,0 1 0,0-1 0,0 1 0,0 0 0,0 0-1,1 1 1,-1-1 0,1 1 0,0 0 0,6-2 0,-9 5-91,-1-1 1,0 1-1,0-1 1,0 1 0,0-1-1,0 1 1,0 0-1,0 0 1,0 0 0,-1-1-1,1 1 1,0 0 0,0 0-1,-1 0 1,1 0-1,0 0 1,-1 0 0,1 0-1,-1 1 1,1-1-1,-1 2 1,12 31 4,-10-26 6,6 30 163,-1 1 0,-2 0 1,-2 1-1,-1-1 0,-7 67 1,3-53-99,-3 25 156,0 24-3565,6-104 2687,-1-1 1,1 1-1,0-1 1,0 1-1,1 0 1,-1-1-1,0 1 0,1 0 1,-1 0-1,1 0 1,0 0-1,0 0 1,0 1-1,0-1 0,3-2 1,4-3-3045,9-11-4057</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23.988"/>
    </inkml:context>
    <inkml:brush xml:id="br0">
      <inkml:brushProperty name="width" value="0.05" units="cm"/>
      <inkml:brushProperty name="height" value="0.05" units="cm"/>
    </inkml:brush>
  </inkml:definitions>
  <inkml:trace contextRef="#ctx0" brushRef="#br0">175 86 10069,'0'0'11135,"6"-14"-9825,19-43-37,-25 57-1243,0 0 0,1-1 0,-1 1 0,0-1 0,0 1 0,0 0 0,0-1 0,0 1 0,1-1 0,-1 1 0,0 0 0,0-1 0,0 1 0,0-1 0,0 1 0,0 0 0,-1-1 0,1 1 0,0-1 0,0 1 0,0 0 0,0-1 0,0 1 0,-1-1 0,1 1 0,0 0 0,0-1 0,0 1 0,-1 0 0,1-1 0,0 1 0,-1 0 0,1 0 0,0-1 0,-1 1 0,1 0-1,0 0 1,-1-1 0,1 1 0,0 0 0,-1 0 0,1 0 0,-1 0 0,1 0 0,-1 0 0,1-1 0,0 1 0,-1 0 0,0 0 0,-20 1 3,19-1 78,-5 1-69,0 1-1,0-1 0,0 1 0,1 1 0,-1-1 1,0 1-1,1 1 0,0-1 0,-1 1 0,2 0 1,-1 0-1,0 1 0,1 0 0,-10 10 1,8-8-17,-1 2 1,1-1 0,1 1 0,-1 0 0,1 0 0,1 1 0,0 0 0,0 0 0,-4 15 0,8-21-25,0-1 0,0 1 0,0 0-1,1 0 1,0 0 0,-1 0 0,1 0 0,1 0-1,-1 0 1,1 0 0,-1-1 0,1 1 0,0 0 0,0 0-1,1 0 1,-1-1 0,1 1 0,0-1 0,0 1 0,0-1-1,0 0 1,1 0 0,4 6 0,4-1 3,0-1 0,0 0 1,0 0-1,1-1 0,24 9 0,22 6 37,-39-15-40,1 2 1,-1-1-1,0 2 1,29 19-1,-47-28-1,1 1-1,-1-1 0,0 1 0,1 0 0,-1 0 1,0 0-1,0-1 0,0 1 0,0 0 0,0 0 1,0 1-1,0-1 0,0 0 0,0 0 0,-1 0 1,1 1-1,0-1 0,-1 0 0,1 1 0,-1-1 1,1 1-1,-1-1 0,0 0 0,1 1 0,-1-1 1,0 1-1,0-1 0,0 1 0,0-1 0,0 1 1,-1-1-1,1 0 0,0 1 0,-1-1 0,1 1 1,-1-1-1,1 0 0,-1 1 0,0-1 0,0 0 1,1 0-1,-1 1 0,0-1 0,0 0 0,0 0 1,0 0-1,0 0 0,0 0 0,-1 0 0,1-1 1,-2 2-1,-6 4 18,1-1 1,-1-1 0,-1 0-1,1 0 1,-19 5-1,-7-1-237,0-2-1,-1-2 0,-65 0 0,132-11-20975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24.411"/>
    </inkml:context>
    <inkml:brush xml:id="br0">
      <inkml:brushProperty name="width" value="0.05" units="cm"/>
      <inkml:brushProperty name="height" value="0.05" units="cm"/>
    </inkml:brush>
  </inkml:definitions>
  <inkml:trace contextRef="#ctx0" brushRef="#br0">25 13 12758,'0'0'9932,"0"-4"-9507,1-5-132,0 11 186,-2 25 736,-6 43 103,0-27-1157,1 1 0,2 0-1,3 49 1,1-90-161,0 0 0,0 0 1,1-1-1,-1 1 0,1 0 0,-1 0 0,1-1 1,0 1-1,0-1 0,0 1 0,1-1 0,-1 1 0,1-1 1,-1 1-1,1-1 0,0 0 0,-1 0 0,1 0 1,4 3-1,-1-2 7,0 1 1,1-1-1,-1-1 0,1 1 1,-1-1-1,1 0 1,0 0-1,10 1 1,8 0 9,-1-1 1,1-1 0,39-4-1,-53 2-69,1-1-1,0 0 0,-1-1 1,1 0-1,-1-1 1,19-9-1,-23 10-293,0 0 1,0-1-1,0 0 0,-1 0 0,1 0 1,-1-1-1,0 0 0,0 0 1,0 0-1,-1 0 0,6-11 1,-6-12-6496,-4 13 534</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24.757"/>
    </inkml:context>
    <inkml:brush xml:id="br0">
      <inkml:brushProperty name="width" value="0.05" units="cm"/>
      <inkml:brushProperty name="height" value="0.05" units="cm"/>
    </inkml:brush>
  </inkml:definitions>
  <inkml:trace contextRef="#ctx0" brushRef="#br0">0 219 12614,'0'0'8524,"10"-22"-7865,32-70 112,-38 87-707,-1 0 0,1-1 0,0 1 0,0 1 0,1-1 0,0 1 1,-1 0-1,1 0 0,1 0 0,-1 1 0,1-1 0,-1 1 0,1 1 0,0-1 1,0 1-1,10-3 0,4-2 1,57-17 209,-70 23-374,1-1 1,-1 1-1,0 0 0,1 1 0,-1 0 0,1 0 0,-1 0 0,15 4 1,-21-4-46,0 1 0,0-1 1,-1 1-1,1 0 1,0-1-1,0 1 0,0 0 1,-1-1-1,1 1 1,0 0-1,-1 0 0,1 0 1,-1 0-1,1 0 0,-1 0 1,1 0-1,-1-1 1,1 1-1,-1 0 0,0 1 1,0-1-1,0 0 1,1 0-1,-1 1 0,0 32-5301,-1-23 2371,1 13-4269</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25.116"/>
    </inkml:context>
    <inkml:brush xml:id="br0">
      <inkml:brushProperty name="width" value="0.05" units="cm"/>
      <inkml:brushProperty name="height" value="0.05" units="cm"/>
    </inkml:brush>
  </inkml:definitions>
  <inkml:trace contextRef="#ctx0" brushRef="#br0">1 0 3506,'0'0'16631,"4"1"-15708,132 1 1628,-14-2-5256,-94 6-4838,-18-3 439</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26.006"/>
    </inkml:context>
    <inkml:brush xml:id="br0">
      <inkml:brushProperty name="width" value="0.05" units="cm"/>
      <inkml:brushProperty name="height" value="0.05" units="cm"/>
    </inkml:brush>
  </inkml:definitions>
  <inkml:trace contextRef="#ctx0" brushRef="#br0">85 1 7780,'0'0'6328,"-21"12"-2289,-42 75-3209,63-85-773</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1.667"/>
    </inkml:context>
    <inkml:brush xml:id="br0">
      <inkml:brushProperty name="width" value="0.05" units="cm"/>
      <inkml:brushProperty name="height" value="0.05" units="cm"/>
    </inkml:brush>
  </inkml:definitions>
  <inkml:trace contextRef="#ctx0" brushRef="#br0">1 46 8756,'0'0'16071,"71"-19"-16007,-13 12-64,2-3 0,-7 3 0,-8 5-48,-14 2-464,-12 0-608,-6 0-1490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26:02.043"/>
    </inkml:context>
    <inkml:brush xml:id="br0">
      <inkml:brushProperty name="width" value="0.05" units="cm"/>
      <inkml:brushProperty name="height" value="0.05" units="cm"/>
    </inkml:brush>
  </inkml:definitions>
  <inkml:trace contextRef="#ctx0" brushRef="#br0">1 1 9300,'0'0'11189,"100"21"-11189,-61-21-16,1 0 0,-6 0-320,0-7-2385,-5 2-5619</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36.266"/>
    </inkml:context>
    <inkml:brush xml:id="br0">
      <inkml:brushProperty name="width" value="0.05" units="cm"/>
      <inkml:brushProperty name="height" value="0.05" units="cm"/>
    </inkml:brush>
  </inkml:definitions>
  <inkml:trace contextRef="#ctx0" brushRef="#br0">215 483 9204,'0'0'11213,"-15"-16"-8521,11 16-2633,0 0 0,0 1-1,0-1 1,0 1 0,0 0 0,0 1-1,0-1 1,0 1 0,0-1-1,0 1 1,1 0 0,-1 1-1,1-1 1,-7 6 0,4-2-16,-1 1 0,1 0 0,0 1 0,1-1 0,0 1-1,-6 13 1,3-5-36,1 1-1,0 1 0,2-1 0,0 1 0,1 0 1,-3 26-1,7-40-2,-1 7 8,0 0 0,1 1 0,0-1-1,0 0 1,1 0 0,4 13 0,-4-21-9,0 0 0,0 0 0,0 0 0,1 0 0,0 0 1,-1-1-1,1 1 0,0-1 0,0 1 0,1-1 0,-1 0 0,0 0 0,1 0 0,-1 0 0,1 0 1,0 0-1,-1-1 0,1 1 0,0-1 0,0 0 0,0 0 0,0 0 0,0 0 0,0-1 0,1 1 0,3 0 1,3 0 11,1 0 1,0 0 0,-1-1 0,1 0 0,0-1-1,-1 0 1,1-1 0,-1 0 0,13-5 0,-19 6-9,-1-1 0,1 1 0,0-1 0,0 0 0,-1-1 0,1 1 0,-1-1 0,0 1 0,0-1 0,0 0 0,0 0 0,0 0 0,-1-1 0,1 1 0,-1-1-1,0 1 1,0-1 0,0 0 0,0 0 0,-1 0 0,0 0 0,1 0 0,-2 0 0,1 0 0,0 0 0,-1-6 0,1 4 1,-2-1 0,1 0 0,-1 0 0,0 0 0,0 1 0,-1-1-1,1 1 1,-2-1 0,1 1 0,-1-1 0,0 1 0,0 0 0,-8-10-1,-4-2 42,0 0 0,-32-27 0,-10-10-4,43 40 1,1 0-1,0-2 1,1 1-1,0-1 1,2-1 0,0 0-1,1-1 1,1 0 0,0 0-1,2-1 1,0 1 0,1-1-1,1-1 1,1 1 0,1-1-1,1 1 1,1-22 0,1 37-39,0 0-1,0 0 1,0 0 0,1 0 0,-1 1 0,1-1 0,0 0 0,1 1 0,-1 0 0,1-1 0,0 1 0,0 0 0,0 0 0,4-3 0,1 0 2,0 0 0,0 1 0,0 0 1,0 1-1,1 0 0,16-7 0,-4 4-10,1 1-1,-1 1 1,1 1-1,1 1 1,37-3 0,-46 6-47,0 0 36,0 1 0,-1 0 0,1 1 0,14 2 0,-23-2-161,0 0 0,-1 1 0,1-1 0,-1 1 0,0 0 0,1 0 0,-1 1 0,0-1 0,0 1 0,-1 0 0,1 0 0,-1 0 0,1 1 0,-1-1 0,5 7 0,-4-3-1261,1 0 0,-1 0 0,0 1 0,0-1 0,4 14 0,0 9-7474</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36.828"/>
    </inkml:context>
    <inkml:brush xml:id="br0">
      <inkml:brushProperty name="width" value="0.05" units="cm"/>
      <inkml:brushProperty name="height" value="0.05" units="cm"/>
    </inkml:brush>
  </inkml:definitions>
  <inkml:trace contextRef="#ctx0" brushRef="#br0">201 18 14231,'0'0'4962,"-26"-3"-2964,-11-2-1343,-29-2-169,-6 5 3207,583 28-3379,-133-2-230,-26-18-142,-200-5-3342</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37.694"/>
    </inkml:context>
    <inkml:brush xml:id="br0">
      <inkml:brushProperty name="width" value="0.05" units="cm"/>
      <inkml:brushProperty name="height" value="0.05" units="cm"/>
    </inkml:brush>
  </inkml:definitions>
  <inkml:trace contextRef="#ctx0" brushRef="#br0">272 492 13238,'0'0'9263,"-16"-6"-8516,-55-17-181,67 22-525,0 0 1,0 0 0,1 0-1,-1 1 1,0 0 0,0 0-1,0 0 1,0 0 0,0 0-1,0 1 1,0 0 0,0 0 0,0 0-1,0 0 1,1 1 0,-1-1-1,0 1 1,1 0 0,-1 0-1,-4 4 1,0 1 14,0 1-1,0 0 1,0 1-1,1-1 1,-6 12-1,7-11-2,0 1-37,0 0-1,1 1 1,0 0-1,1 0 0,0 1 1,1-1-1,0 1 1,1 0-1,0 0 0,1-1 1,0 1-1,2 24 1,-1-32-14,1 0 1,-1-1-1,1 1 1,0 0-1,0-1 1,0 1 0,0 0-1,0-1 1,1 0-1,0 1 1,0-1-1,0 0 1,0 0 0,0 0-1,0 0 1,1 0-1,0 0 1,-1-1-1,1 1 1,0-1 0,0 0-1,1 0 1,-1 0-1,0 0 1,1 0-1,-1-1 1,1 1 0,-1-1-1,7 1 1,6 2 12,0-1 0,0-1 0,1 0 0,-1-1 0,26-2 1,-40 1-14,1 0 0,0 0 0,-1-1 0,1 1 1,0-1-1,-1 0 0,1 0 0,-1 0 0,1 0 1,-1 0-1,1 0 0,-1-1 0,0 1 0,0-1 1,1 0-1,-1 1 0,0-1 0,-1 0 0,1 0 0,2-4 1,-1 2 5,-1-1 1,0 1 0,0-1 0,0 0-1,0 0 1,-1 0 0,0 0 0,0 0-1,-1 0 1,1-7 0,-1 0 5,0 1-1,-1 0 1,0-1 0,-1 1 0,0 0 0,-1 0-1,-1 0 1,1 0 0,-8-14 0,-56-78 145,39 62 113,-41-79-1,63 106-238,0 1 0,1-1 1,1 0-1,0-1 0,1 1 0,0-1 0,1 1 0,1-1 1,0 0-1,2-22 0,1 31-27,0 0-1,0 0 1,1 1 0,0-1-1,0 0 1,0 1 0,0 0-1,1-1 1,0 1-1,0 1 1,1-1 0,-1 1-1,1-1 1,0 1 0,0 1-1,0-1 1,1 1 0,-1 0-1,8-4 1,8-3 0,0 1 0,0 1 1,0 0-1,26-5 0,-34 10-38,0 1 0,0 0 0,-1 0 1,1 1-1,0 1 0,0 0 0,0 1 0,24 5 0,-31-5-220,-1 1-1,1 0 0,0 1 1,-1-1-1,0 1 0,0 0 1,0 1-1,8 5 0,-8-4-441,0 1-1,0-1 0,-1 1 1,0-1-1,0 1 1,0 0-1,-1 1 1,4 8-1,3 13-5804,-4 1-4869</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38.161"/>
    </inkml:context>
    <inkml:brush xml:id="br0">
      <inkml:brushProperty name="width" value="0.05" units="cm"/>
      <inkml:brushProperty name="height" value="0.05" units="cm"/>
    </inkml:brush>
  </inkml:definitions>
  <inkml:trace contextRef="#ctx0" brushRef="#br0">371 22 12102,'0'0'10580,"0"0"-10513,0-1 0,1 1-1,-1-1 1,0 0 0,0 1 0,0-1-1,0 1 1,0-1 0,0 1-1,0-1 1,0 1 0,0-1-1,0 1 1,0-1 0,-1 1 0,1-1-1,0 0 1,0 1 0,-1-1-1,1 1 1,0 0 0,0-1-1,-1 1 1,1-1 0,0 1 0,-1-1-1,-4-1 23,1 1 1,-1 0-1,0-1 0,1 2 0,-1-1 1,0 0-1,1 1 0,-1 0 0,0 0 0,0 1 1,-5 0-1,-10 0 129,7 0-157,1 1 1,0 0 0,0 1-1,0 0 1,0 1-1,0 0 1,1 1 0,0 0-1,0 1 1,0 0-1,-14 12 1,11-9-8,2 1 0,-1 1 1,1 0-1,1 1 0,0 0 0,1 1 1,0 0-1,-11 20 0,18-30-53,1 1 1,0 0-1,0 1 0,1-1 1,-1 0-1,1 0 1,0 1-1,0-1 0,0 1 1,0-1-1,1 1 0,0-1 1,0 1-1,0-1 1,1 1-1,-1-1 0,1 1 1,0-1-1,0 0 0,1 1 1,-1-1-1,1 0 0,0 0 1,0 0-1,1 0 1,-1 0-1,1 0 0,-1-1 1,1 1-1,0-1 0,1 0 1,-1 0-1,1 0 1,-1 0-1,1-1 0,0 1 1,0-1-1,5 2 0,7 2 19,0 0-1,1-2 0,-1 0 0,1-1 0,28 2 1,89-4-148,-70-2-334,-57 1 51,-1-1 0,1 1 0,-1-1 0,0 0 0,0-1 0,0 1 0,9-4 0,-8 1-1148,0 1-1,-1-1 1,1 0 0,-1-1 0,10-8-1,10-12-9381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39.525"/>
    </inkml:context>
    <inkml:brush xml:id="br0">
      <inkml:brushProperty name="width" value="0.05" units="cm"/>
      <inkml:brushProperty name="height" value="0.05" units="cm"/>
    </inkml:brush>
  </inkml:definitions>
  <inkml:trace contextRef="#ctx0" brushRef="#br0">98 238 9236,'0'0'9247,"-1"-1"-9194,0 1 1,1 0-1,-1-1 1,1 1-1,-1 0 0,0 0 1,1 0-1,-1-1 0,0 1 1,1 0-1,-1 0 0,0 0 1,1 0-1,-1 0 0,0 0 1,1 0-1,-1 1 1,0-1-1,1 0 0,-1 0 1,0 0-1,1 1 0,-1-1 1,1 0-1,-1 1 0,1-1 1,-1 0-1,0 1 1,0 0-1,-12 26 488,1 0-1,1 0 1,1 2 0,2-1-1,1 1 1,1 0 0,1 0-1,-1 58 1,7-133-28,2 1 1,2 0-1,3 0 0,19-72 1,-14 72-422,-9 25-16,1 0 0,1 0 0,1 1 0,0 0 0,1 0 0,2 1 0,0 0 0,16-22 0,-25 39-73,-1-1-1,1 1 1,0 0 0,0 0-1,0 0 1,0 0 0,0 0 0,1 1-1,-1-1 1,0 0 0,0 0-1,0 1 1,1-1 0,-1 1-1,0-1 1,1 1 0,-1 0 0,1-1-1,-1 1 1,0 0 0,1 0-1,-1 0 1,1 0 0,-1 0-1,0 0 1,1 0 0,-1 1 0,1-1-1,-1 1 1,0-1 0,1 1-1,-1-1 1,0 1 0,0-1-1,1 1 1,-1 0 0,0 0 0,0 0-1,0 0 1,0 0 0,0 0-1,0 0 1,0 0 0,0 0-1,-1 0 1,1 0 0,0 1 0,-1-1-1,1 0 1,0 2 0,4 7-11,0 0 1,0 0-1,-1 0 1,-1 1 0,3 10-1,-2 2 11,-1-1-1,-1 34 1,-2-40 0,0 0-1,1 0 1,1 1 0,0-1 0,1-1-1,10 28 1,-13-43-5,1 1 1,-1 0-1,1-1 0,-1 1 0,1-1 1,-1 0-1,1 1 0,-1-1 0,1 1 1,0-1-1,-1 0 0,1 1 0,0-1 1,-1 0-1,1 0 0,0 0 0,0 0 1,-1 1-1,1-1 0,0 0 0,-1 0 1,1 0-1,0 0 0,0-1 0,-1 1 1,1 0-1,0 0 0,-1 0 0,1-1 1,0 1-1,0 0 0,-1 0 0,1-1 1,-1 1-1,1-1 0,0 1 0,-1-1 1,1 1-1,0-2 0,22-17 13,-7-5 17,-1 0-1,21-48 1,-23 45-19,0 0 0,26-37 0,-38 64-11,-1 0 0,0 0 1,1-1-1,-1 1 0,0 0 1,1 0-1,-1 0 0,1 0 1,-1 0-1,0-1 0,1 1 1,-1 0-1,1 0 0,-1 0 1,0 0-1,1 0 0,-1 0 1,1 0-1,-1 1 0,1-1 1,-1 0-1,0 0 0,1 0 1,-1 0-1,0 0 0,1 1 1,-1-1-1,1 0 1,-1 0-1,0 1 0,1-1 1,-1 0-1,0 0 0,0 1 1,1-1-1,-1 0 0,0 1 1,0-1-1,1 0 0,-1 1 1,0-1-1,0 1 0,0-1 1,0 0-1,0 1 0,0-1 1,1 1-1,-1-1 0,0 0 1,0 2-1,8 20-11,-8-22 15,8 27 30,-2-1 0,-1 1 0,-1 0 0,0 28 0,-5 114-573,-1-67-3459</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40.085"/>
    </inkml:context>
    <inkml:brush xml:id="br0">
      <inkml:brushProperty name="width" value="0.05" units="cm"/>
      <inkml:brushProperty name="height" value="0.05" units="cm"/>
    </inkml:brush>
  </inkml:definitions>
  <inkml:trace contextRef="#ctx0" brushRef="#br0">196 65 10597,'0'0'10850,"2"-10"-9761,5-30-89,-7 39-966,0 1 1,0-1-1,0 0 0,0 1 0,-1-1 1,1 0-1,0 1 0,0-1 0,0 1 1,-1-1-1,1 1 0,0-1 0,-1 0 1,1 1-1,-1-1 0,1 1 0,0 0 1,-1-1-1,1 1 0,-1-1 0,1 1 1,-1 0-1,1-1 0,-1 1 0,0 0 1,1-1-1,-1 1 0,1 0 0,-1 0 1,0 0-1,1 0 0,-1-1 0,0 1 1,1 0-1,-1 0 0,1 0 0,-1 0 1,0 0-1,1 1 0,-1-1 0,0 0 1,1 0-1,-1 0 0,1 1 0,-1-1 1,-1 1-1,0-1 122,-6 0-95,0 1-1,-1-1 1,1 2-1,0-1 1,0 1-1,0 0 1,1 1-1,-1 0 1,1 0-1,-14 8 1,17-9-38,1 1-1,-1 0 1,1-1-1,-1 1 1,1 1 0,0-1-1,0 0 1,1 1-1,-1-1 1,1 1 0,-1 0-1,1 0 1,0 0 0,1 0-1,-1 0 1,1 1-1,-1-1 1,1 0 0,1 1-1,-1-1 1,0 8-1,1-7-20,0 1-1,0-1 0,1 0 0,0 0 0,0 1 0,0-1 0,0 0 0,1 0 0,0 0 1,0 0-1,3 5 0,0-3 1,0 0 0,1-1-1,0 0 1,0 0 0,0 0 0,10 6 0,4 2-1,0 1 2,-1 0 1,29 29-1,-44-40-2,-1-1 0,0 1 0,0 0-1,0-1 1,0 1 0,-1 0 0,0 1-1,0-1 1,0 0 0,0 1-1,0-1 1,-1 1 0,0 0 0,0-1-1,0 1 1,-1 0 0,0 0 0,0-1-1,0 1 1,-1 5 0,0-8 2,0 0 0,0 0 0,0 0 1,-1-1-1,1 1 0,0 0 0,-1-1 1,0 1-1,1-1 0,-1 1 0,0-1 0,0 0 1,0 0-1,0 0 0,0 0 0,0 0 1,0 0-1,0 0 0,0-1 0,-4 1 0,-51 10 14,52-10-16,-13 2-423,0-2-1,0 1 1,-1-2 0,1 0-1,-20-4 1,37 4 208,1 0 1,-1-1-1,1 1 1,0 0-1,-1-1 1,1 1-1,-1 0 1,1-1-1,0 1 1,-1-1-1,1 1 1,0 0-1,0-1 1,-1 1-1,1-1 1,0 1-1,0-1 1,0 1-1,0-1 1,0 1-1,-1-1 1,1 1 0,0-1-1,0 1 1,0-1-1,0 1 1,1-1-1,-1 1 1,0-1-1,0 1 1,0-2-1,0-2-2153,0-7-4740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40.541"/>
    </inkml:context>
    <inkml:brush xml:id="br0">
      <inkml:brushProperty name="width" value="0.05" units="cm"/>
      <inkml:brushProperty name="height" value="0.05" units="cm"/>
    </inkml:brush>
  </inkml:definitions>
  <inkml:trace contextRef="#ctx0" brushRef="#br0">1 4 11573,'0'0'10651,"1"-4"-9739,3 37 2495,-4 93-2543,0-104-626,0 6-182,-1-16-35,1 0 0,0 0 0,1 0 0,0 0 0,1 0 1,4 17-1,-4-26-15,-1 1 0,1-1 0,0 0-1,0 0 1,0 0 0,0 0 0,1 0 0,-1 0 0,1-1 0,-1 1 0,1-1 0,0 0-1,0 0 1,0 0 0,1 0 0,-1 0 0,0-1 0,1 1 0,-1-1 0,1 0 0,-1 0 0,1 0-1,-1-1 1,1 1 0,7-1 0,11 2 42,0 0 0,1-2 1,-1-1-1,0-1 0,27-5 0,-39 5-209,-1-1 0,0 0-1,-1 0 1,1-1 0,-1 0-1,11-7 1,-13 6-351,0 1 1,0-1-1,0 0 0,-1-1 1,0 1-1,0-1 0,-1 0 1,8-12-1,-11 16-123,0-1 0,0 1 0,0 0 0,0-1 0,0 1 0,-1 0 0,1-1 0,-1 1 0,0-1 0,1-4 0,-1-10-5060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40.902"/>
    </inkml:context>
    <inkml:brush xml:id="br0">
      <inkml:brushProperty name="width" value="0.05" units="cm"/>
      <inkml:brushProperty name="height" value="0.05" units="cm"/>
    </inkml:brush>
  </inkml:definitions>
  <inkml:trace contextRef="#ctx0" brushRef="#br0">14 164 10885,'0'0'11365,"-3"-16"-10252,-7-49-369,10 63-702,-1 1 0,1-1 0,0 0 0,0 0-1,1 1 1,-1-1 0,0 0 0,0 0 0,1 1 0,-1-1 0,1 1 0,0-1 0,-1 0-1,1 1 1,0-1 0,0 1 0,0-1 0,0 1 0,0 0 0,0-1 0,0 1 0,1 0-1,-1 0 1,0 0 0,3-2 0,36-12 173,-30 12-153,6-2-251,0 0 0,0 1 0,0 0 0,1 2 1,0 0-1,0 1 0,-1 0 0,1 2 0,20 2 0,-36-2-167,-1 0 0,1 0-1,0 0 1,0 1 0,0-1-1,-1 0 1,1 1 0,-1-1 0,1 1-1,-1-1 1,0 0 0,1 1-1,-1-1 1,0 1 0,0-1 0,0 1-1,0-1 1,0 1 0,0-1-1,0 1 1,-2 2 0,2 3-2168,0 13-4871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41.244"/>
    </inkml:context>
    <inkml:brush xml:id="br0">
      <inkml:brushProperty name="width" value="0.05" units="cm"/>
      <inkml:brushProperty name="height" value="0.05" units="cm"/>
    </inkml:brush>
  </inkml:definitions>
  <inkml:trace contextRef="#ctx0" brushRef="#br0">0 12 11909,'0'0'10117,"61"0"-9269,-40 0-159,5 0-417,0-2-272,1 0 48,-1-3-48,-5 5-160,0-2-769,-5 2-383,0 0-1265,0 0-1825,-1 0-3474</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57.735"/>
    </inkml:context>
    <inkml:brush xml:id="br0">
      <inkml:brushProperty name="width" value="0.05" units="cm"/>
      <inkml:brushProperty name="height" value="0.05" units="cm"/>
    </inkml:brush>
  </inkml:definitions>
  <inkml:trace contextRef="#ctx0" brushRef="#br0">40 156 9540,'0'0'7302,"6"-20"-5394,5-23-1164,0-1 495,3-4 2706,-16 83-1001,2 2-3087,-30 156 440,-7 51-154,24-16-940,14-227 631,-1-1 0,0 0 1,1 0-1,-1 0 0,1 1 1,-1-1-1,0 0 1,1 0-1,-1 0 0,1 0 1,-1 0-1,0 0 0,1 0 1,-1 0-1,1 0 0,-1 0 1,1 0-1,-1 0 0,0 0 1,1 0-1,-1-1 0,1 1 1,-1 0-1,0 0 0,1 0 1,-1 0-1,0-1 0,1 1 1,-1 0-1,0 0 1,1-1-1,-1 1 0,0 0 1,1-1-1,14-10-2691,-4-10-1684,-1-6-2134</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58.123"/>
    </inkml:context>
    <inkml:brush xml:id="br0">
      <inkml:brushProperty name="width" value="0.05" units="cm"/>
      <inkml:brushProperty name="height" value="0.05" units="cm"/>
    </inkml:brush>
  </inkml:definitions>
  <inkml:trace contextRef="#ctx0" brushRef="#br0">1 90 10741,'0'0'11680,"10"-15"-11005,-3 5-544,-5 5-91,0 1-1,1 0 1,-1 0 0,1 0-1,0 0 1,0 1 0,0-1-1,1 1 1,-1 0 0,1 0-1,0 0 1,0 0 0,0 1-1,0-1 1,0 1 0,0 0-1,1 0 1,-1 1 0,1-1-1,0 1 1,-1 0 0,1 0-1,5 0 1,10 2 79,0 0-1,-1 0 1,0 2-1,1 1 1,-1 0-1,-1 1 1,1 1-1,26 13 1,-34-14-89,-1 1-1,0 0 1,0 1 0,0 0-1,-1 1 1,1 0 0,-2 0-1,0 1 1,0 0 0,0 1 0,-1-1-1,0 2 1,-1-1 0,-1 1-1,6 11 1,-8-13-8,1 0 1,-1 1-1,-1-1 0,0 1 0,0 0 1,-1-1-1,0 1 0,-1 0 0,0 0 0,-1 0 1,1-1-1,-2 1 0,0 0 0,-4 14 1,1-13-8,0 1-1,0-2 1,-1 1 0,0-1 0,-1 1 0,0-2 0,-1 1 0,0-1 0,-1 0 0,1-1-1,-13 9 1,4-4 7,0-1 0,-1 0 0,-1-1 0,0-1 0,0-1 0,-1 0 0,0-2 0,0 0-1,-34 6 1,1-7-3453,-2-3-3692</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58.704"/>
    </inkml:context>
    <inkml:brush xml:id="br0">
      <inkml:brushProperty name="width" value="0.05" units="cm"/>
      <inkml:brushProperty name="height" value="0.05" units="cm"/>
    </inkml:brush>
  </inkml:definitions>
  <inkml:trace contextRef="#ctx0" brushRef="#br0">135 13 7876,'0'0'12064,"11"-12"-6763,-15 13-5243,-1 0 0,0 1-1,1-1 1,-1 1 0,1 0 0,-1 0 0,1 1-1,0-1 1,0 1 0,0 0 0,0 0 0,0 0 0,1 1-1,-1-1 1,1 1 0,-3 5 0,-5 4-6,1 0 1,1 1-1,-12 24 0,16-25-39,1 1 0,0 0 0,1 0 0,0 0 0,1 0 0,1 0-1,0 0 1,1 1 0,1-1 0,3 20 0,-3-31-11,0 1 0,0-1 0,1 1-1,-1-1 1,1 1 0,0-1 0,0 0 0,0 0 0,0 0 0,1 0 0,-1 0 0,1 0 0,0-1-1,-1 1 1,1-1 0,1 0 0,-1 0 0,0 0 0,0 0 0,1-1 0,-1 1 0,1-1 0,-1 0-1,1 0 1,0 0 0,4 0 0,12 3-6,1-1-1,0-2 1,28 0-1,-39-1-17,0 0-301,0 0 1,-1-1-1,1 0 1,0-1 0,0 0-1,-1 0 1,1-1-1,-1 0 1,17-9 0,-11 3-3362,-1 0 0,23-20 0,-16 12-3696</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59.046"/>
    </inkml:context>
    <inkml:brush xml:id="br0">
      <inkml:brushProperty name="width" value="0.05" units="cm"/>
      <inkml:brushProperty name="height" value="0.05" units="cm"/>
    </inkml:brush>
  </inkml:definitions>
  <inkml:trace contextRef="#ctx0" brushRef="#br0">1 12 13430,'0'0'10341,"5"-12"-9989,21 12 0,6 0-112,2 0-224,3 0 0,0 0-16,-5 0 0,-9 7-528,-7 3-913,-11-1-1776,-5 5-1281,0 1-3122</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59.420"/>
    </inkml:context>
    <inkml:brush xml:id="br0">
      <inkml:brushProperty name="width" value="0.05" units="cm"/>
      <inkml:brushProperty name="height" value="0.05" units="cm"/>
    </inkml:brush>
  </inkml:definitions>
  <inkml:trace contextRef="#ctx0" brushRef="#br0">1 0 9076,'0'0'11509,"68"19"-10964,-41-19-337,-1 0-80,3 0-128,3 0-64,-6 0-1217,-8 0-2993,-4 0-5554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1T09:52:59.879"/>
    </inkml:context>
    <inkml:brush xml:id="br0">
      <inkml:brushProperty name="width" value="0.05" units="cm"/>
      <inkml:brushProperty name="height" value="0.05" units="cm"/>
    </inkml:brush>
  </inkml:definitions>
  <inkml:trace contextRef="#ctx0" brushRef="#br0">101 43 8084,'0'0'10346,"1"-6"-9234,6-30 3474,-46 36-4241,35 0-548,1-1 0,-1 1 1,1 1-1,-1-1 1,1 0-1,-1 1 1,1 0-1,-7 2 1,-11 14-5213,11-6-567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7309F-D4B8-452D-BC77-DEB69A8603D9}" type="datetimeFigureOut">
              <a:rPr lang="en-IN" smtClean="0"/>
              <a:t>04-08-2025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5701-B17A-4AA0-909E-FBEBBC4DE68B}" type="slidenum">
              <a:rPr lang="en-IN" smtClean="0"/>
              <a:t>‹#›</a:t>
            </a:fld>
            <a:endParaRPr lang="en-IN"/>
          </a:p>
        </p:txBody>
      </p:sp>
    </p:spTree>
    <p:extLst>
      <p:ext uri="{BB962C8B-B14F-4D97-AF65-F5344CB8AC3E}">
        <p14:creationId xmlns:p14="http://schemas.microsoft.com/office/powerpoint/2010/main" val="53602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06BDB1-8E0A-45C9-A0E9-4C66032D1CFA}" type="slidenum">
              <a:rPr lang="en-US" smtClean="0"/>
              <a:pPr/>
              <a:t>1</a:t>
            </a:fld>
            <a:endParaRPr lang="en-US"/>
          </a:p>
        </p:txBody>
      </p:sp>
    </p:spTree>
    <p:extLst>
      <p:ext uri="{BB962C8B-B14F-4D97-AF65-F5344CB8AC3E}">
        <p14:creationId xmlns:p14="http://schemas.microsoft.com/office/powerpoint/2010/main" val="297882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78725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5234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0431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04-08-2025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92579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04-08-2025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543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04-08-2025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791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04-08-2025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3824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04-08-2025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53632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04-08-2025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8098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499765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66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04-08-2025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2935578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17" Type="http://schemas.openxmlformats.org/officeDocument/2006/relationships/image" Target="../media/image60.png"/><Relationship Id="rId21" Type="http://schemas.openxmlformats.org/officeDocument/2006/relationships/image" Target="../media/image12.png"/><Relationship Id="rId42" Type="http://schemas.openxmlformats.org/officeDocument/2006/relationships/customXml" Target="../ink/ink23.xml"/><Relationship Id="rId63" Type="http://schemas.openxmlformats.org/officeDocument/2006/relationships/image" Target="../media/image33.png"/><Relationship Id="rId84" Type="http://schemas.openxmlformats.org/officeDocument/2006/relationships/customXml" Target="../ink/ink44.xml"/><Relationship Id="rId138" Type="http://schemas.openxmlformats.org/officeDocument/2006/relationships/image" Target="../media/image70.png"/><Relationship Id="rId159" Type="http://schemas.openxmlformats.org/officeDocument/2006/relationships/customXml" Target="../ink/ink82.xml"/><Relationship Id="rId170" Type="http://schemas.openxmlformats.org/officeDocument/2006/relationships/image" Target="../media/image86.png"/><Relationship Id="rId191" Type="http://schemas.openxmlformats.org/officeDocument/2006/relationships/image" Target="../media/image96.png"/><Relationship Id="rId205" Type="http://schemas.openxmlformats.org/officeDocument/2006/relationships/image" Target="../media/image103.png"/><Relationship Id="rId226" Type="http://schemas.openxmlformats.org/officeDocument/2006/relationships/customXml" Target="../ink/ink116.xml"/><Relationship Id="rId247" Type="http://schemas.openxmlformats.org/officeDocument/2006/relationships/image" Target="../media/image124.png"/><Relationship Id="rId107" Type="http://schemas.openxmlformats.org/officeDocument/2006/relationships/image" Target="../media/image55.png"/><Relationship Id="rId11" Type="http://schemas.openxmlformats.org/officeDocument/2006/relationships/image" Target="../media/image7.png"/><Relationship Id="rId32" Type="http://schemas.openxmlformats.org/officeDocument/2006/relationships/customXml" Target="../ink/ink18.xml"/><Relationship Id="rId53" Type="http://schemas.openxmlformats.org/officeDocument/2006/relationships/image" Target="../media/image28.png"/><Relationship Id="rId74" Type="http://schemas.openxmlformats.org/officeDocument/2006/relationships/customXml" Target="../ink/ink39.xml"/><Relationship Id="rId128" Type="http://schemas.openxmlformats.org/officeDocument/2006/relationships/image" Target="../media/image65.png"/><Relationship Id="rId149" Type="http://schemas.openxmlformats.org/officeDocument/2006/relationships/customXml" Target="../ink/ink77.xml"/><Relationship Id="rId5" Type="http://schemas.openxmlformats.org/officeDocument/2006/relationships/image" Target="../media/image4.png"/><Relationship Id="rId95" Type="http://schemas.openxmlformats.org/officeDocument/2006/relationships/image" Target="../media/image49.png"/><Relationship Id="rId160" Type="http://schemas.openxmlformats.org/officeDocument/2006/relationships/image" Target="../media/image81.png"/><Relationship Id="rId181" Type="http://schemas.openxmlformats.org/officeDocument/2006/relationships/customXml" Target="../ink/ink93.xml"/><Relationship Id="rId216" Type="http://schemas.openxmlformats.org/officeDocument/2006/relationships/customXml" Target="../ink/ink111.xml"/><Relationship Id="rId237" Type="http://schemas.openxmlformats.org/officeDocument/2006/relationships/image" Target="../media/image119.png"/><Relationship Id="rId22" Type="http://schemas.openxmlformats.org/officeDocument/2006/relationships/customXml" Target="../ink/ink13.xml"/><Relationship Id="rId43" Type="http://schemas.openxmlformats.org/officeDocument/2006/relationships/image" Target="../media/image23.png"/><Relationship Id="rId64" Type="http://schemas.openxmlformats.org/officeDocument/2006/relationships/customXml" Target="../ink/ink34.xml"/><Relationship Id="rId118" Type="http://schemas.openxmlformats.org/officeDocument/2006/relationships/customXml" Target="../ink/ink61.xml"/><Relationship Id="rId139" Type="http://schemas.openxmlformats.org/officeDocument/2006/relationships/customXml" Target="../ink/ink72.xml"/><Relationship Id="rId85" Type="http://schemas.openxmlformats.org/officeDocument/2006/relationships/image" Target="../media/image44.png"/><Relationship Id="rId150" Type="http://schemas.openxmlformats.org/officeDocument/2006/relationships/image" Target="../media/image76.png"/><Relationship Id="rId171" Type="http://schemas.openxmlformats.org/officeDocument/2006/relationships/customXml" Target="../ink/ink88.xml"/><Relationship Id="rId192" Type="http://schemas.openxmlformats.org/officeDocument/2006/relationships/customXml" Target="../ink/ink99.xml"/><Relationship Id="rId206" Type="http://schemas.openxmlformats.org/officeDocument/2006/relationships/customXml" Target="../ink/ink106.xml"/><Relationship Id="rId227" Type="http://schemas.openxmlformats.org/officeDocument/2006/relationships/image" Target="../media/image114.png"/><Relationship Id="rId248" Type="http://schemas.openxmlformats.org/officeDocument/2006/relationships/customXml" Target="../ink/ink127.xml"/><Relationship Id="rId12" Type="http://schemas.openxmlformats.org/officeDocument/2006/relationships/customXml" Target="../ink/ink8.xml"/><Relationship Id="rId33" Type="http://schemas.openxmlformats.org/officeDocument/2006/relationships/image" Target="../media/image18.png"/><Relationship Id="rId108" Type="http://schemas.openxmlformats.org/officeDocument/2006/relationships/customXml" Target="../ink/ink56.xml"/><Relationship Id="rId129" Type="http://schemas.openxmlformats.org/officeDocument/2006/relationships/customXml" Target="../ink/ink67.xml"/><Relationship Id="rId54" Type="http://schemas.openxmlformats.org/officeDocument/2006/relationships/customXml" Target="../ink/ink29.xml"/><Relationship Id="rId75" Type="http://schemas.openxmlformats.org/officeDocument/2006/relationships/image" Target="../media/image39.png"/><Relationship Id="rId96" Type="http://schemas.openxmlformats.org/officeDocument/2006/relationships/customXml" Target="../ink/ink50.xml"/><Relationship Id="rId140" Type="http://schemas.openxmlformats.org/officeDocument/2006/relationships/image" Target="../media/image71.png"/><Relationship Id="rId161" Type="http://schemas.openxmlformats.org/officeDocument/2006/relationships/customXml" Target="../ink/ink83.xml"/><Relationship Id="rId182" Type="http://schemas.openxmlformats.org/officeDocument/2006/relationships/image" Target="../media/image92.png"/><Relationship Id="rId217" Type="http://schemas.openxmlformats.org/officeDocument/2006/relationships/image" Target="../media/image109.png"/><Relationship Id="rId6" Type="http://schemas.openxmlformats.org/officeDocument/2006/relationships/customXml" Target="../ink/ink5.xml"/><Relationship Id="rId238" Type="http://schemas.openxmlformats.org/officeDocument/2006/relationships/customXml" Target="../ink/ink122.xml"/><Relationship Id="rId23" Type="http://schemas.openxmlformats.org/officeDocument/2006/relationships/image" Target="../media/image13.png"/><Relationship Id="rId119" Type="http://schemas.openxmlformats.org/officeDocument/2006/relationships/image" Target="../media/image61.png"/><Relationship Id="rId44" Type="http://schemas.openxmlformats.org/officeDocument/2006/relationships/customXml" Target="../ink/ink24.xml"/><Relationship Id="rId65" Type="http://schemas.openxmlformats.org/officeDocument/2006/relationships/image" Target="../media/image34.png"/><Relationship Id="rId86" Type="http://schemas.openxmlformats.org/officeDocument/2006/relationships/customXml" Target="../ink/ink45.xml"/><Relationship Id="rId130" Type="http://schemas.openxmlformats.org/officeDocument/2006/relationships/image" Target="../media/image66.png"/><Relationship Id="rId151" Type="http://schemas.openxmlformats.org/officeDocument/2006/relationships/customXml" Target="../ink/ink78.xml"/><Relationship Id="rId172" Type="http://schemas.openxmlformats.org/officeDocument/2006/relationships/image" Target="../media/image87.png"/><Relationship Id="rId193" Type="http://schemas.openxmlformats.org/officeDocument/2006/relationships/image" Target="../media/image97.png"/><Relationship Id="rId207" Type="http://schemas.openxmlformats.org/officeDocument/2006/relationships/image" Target="../media/image104.png"/><Relationship Id="rId228" Type="http://schemas.openxmlformats.org/officeDocument/2006/relationships/customXml" Target="../ink/ink117.xml"/><Relationship Id="rId249" Type="http://schemas.openxmlformats.org/officeDocument/2006/relationships/image" Target="../media/image125.png"/><Relationship Id="rId13" Type="http://schemas.openxmlformats.org/officeDocument/2006/relationships/image" Target="../media/image8.png"/><Relationship Id="rId109" Type="http://schemas.openxmlformats.org/officeDocument/2006/relationships/image" Target="../media/image56.png"/><Relationship Id="rId34" Type="http://schemas.openxmlformats.org/officeDocument/2006/relationships/customXml" Target="../ink/ink19.xml"/><Relationship Id="rId55" Type="http://schemas.openxmlformats.org/officeDocument/2006/relationships/image" Target="../media/image29.png"/><Relationship Id="rId76" Type="http://schemas.openxmlformats.org/officeDocument/2006/relationships/customXml" Target="../ink/ink40.xml"/><Relationship Id="rId97" Type="http://schemas.openxmlformats.org/officeDocument/2006/relationships/image" Target="../media/image50.png"/><Relationship Id="rId120" Type="http://schemas.openxmlformats.org/officeDocument/2006/relationships/customXml" Target="../ink/ink62.xml"/><Relationship Id="rId141" Type="http://schemas.openxmlformats.org/officeDocument/2006/relationships/customXml" Target="../ink/ink73.xml"/><Relationship Id="rId7" Type="http://schemas.openxmlformats.org/officeDocument/2006/relationships/image" Target="../media/image5.png"/><Relationship Id="rId162" Type="http://schemas.openxmlformats.org/officeDocument/2006/relationships/image" Target="../media/image82.png"/><Relationship Id="rId183" Type="http://schemas.openxmlformats.org/officeDocument/2006/relationships/customXml" Target="../ink/ink94.xml"/><Relationship Id="rId218" Type="http://schemas.openxmlformats.org/officeDocument/2006/relationships/customXml" Target="../ink/ink112.xml"/><Relationship Id="rId239" Type="http://schemas.openxmlformats.org/officeDocument/2006/relationships/image" Target="../media/image120.png"/><Relationship Id="rId250" Type="http://schemas.openxmlformats.org/officeDocument/2006/relationships/customXml" Target="../ink/ink128.xml"/><Relationship Id="rId24" Type="http://schemas.openxmlformats.org/officeDocument/2006/relationships/customXml" Target="../ink/ink14.xml"/><Relationship Id="rId45" Type="http://schemas.openxmlformats.org/officeDocument/2006/relationships/image" Target="../media/image24.png"/><Relationship Id="rId66" Type="http://schemas.openxmlformats.org/officeDocument/2006/relationships/customXml" Target="../ink/ink35.xml"/><Relationship Id="rId87" Type="http://schemas.openxmlformats.org/officeDocument/2006/relationships/image" Target="../media/image45.png"/><Relationship Id="rId110" Type="http://schemas.openxmlformats.org/officeDocument/2006/relationships/customXml" Target="../ink/ink57.xml"/><Relationship Id="rId131" Type="http://schemas.openxmlformats.org/officeDocument/2006/relationships/customXml" Target="../ink/ink68.xml"/><Relationship Id="rId152" Type="http://schemas.openxmlformats.org/officeDocument/2006/relationships/image" Target="../media/image77.png"/><Relationship Id="rId173" Type="http://schemas.openxmlformats.org/officeDocument/2006/relationships/customXml" Target="../ink/ink89.xml"/><Relationship Id="rId194" Type="http://schemas.openxmlformats.org/officeDocument/2006/relationships/customXml" Target="../ink/ink100.xml"/><Relationship Id="rId208" Type="http://schemas.openxmlformats.org/officeDocument/2006/relationships/customXml" Target="../ink/ink107.xml"/><Relationship Id="rId229" Type="http://schemas.openxmlformats.org/officeDocument/2006/relationships/image" Target="../media/image115.png"/><Relationship Id="rId240" Type="http://schemas.openxmlformats.org/officeDocument/2006/relationships/customXml" Target="../ink/ink123.xml"/><Relationship Id="rId14" Type="http://schemas.openxmlformats.org/officeDocument/2006/relationships/customXml" Target="../ink/ink9.xml"/><Relationship Id="rId35" Type="http://schemas.openxmlformats.org/officeDocument/2006/relationships/image" Target="../media/image19.png"/><Relationship Id="rId56" Type="http://schemas.openxmlformats.org/officeDocument/2006/relationships/customXml" Target="../ink/ink30.xml"/><Relationship Id="rId77" Type="http://schemas.openxmlformats.org/officeDocument/2006/relationships/image" Target="../media/image40.png"/><Relationship Id="rId100" Type="http://schemas.openxmlformats.org/officeDocument/2006/relationships/customXml" Target="../ink/ink52.xml"/><Relationship Id="rId8" Type="http://schemas.openxmlformats.org/officeDocument/2006/relationships/customXml" Target="../ink/ink6.xml"/><Relationship Id="rId98" Type="http://schemas.openxmlformats.org/officeDocument/2006/relationships/customXml" Target="../ink/ink51.xml"/><Relationship Id="rId121" Type="http://schemas.openxmlformats.org/officeDocument/2006/relationships/customXml" Target="../ink/ink63.xml"/><Relationship Id="rId142" Type="http://schemas.openxmlformats.org/officeDocument/2006/relationships/image" Target="../media/image72.png"/><Relationship Id="rId163" Type="http://schemas.openxmlformats.org/officeDocument/2006/relationships/customXml" Target="../ink/ink84.xml"/><Relationship Id="rId184" Type="http://schemas.openxmlformats.org/officeDocument/2006/relationships/image" Target="../media/image93.png"/><Relationship Id="rId219" Type="http://schemas.openxmlformats.org/officeDocument/2006/relationships/image" Target="../media/image110.png"/><Relationship Id="rId230" Type="http://schemas.openxmlformats.org/officeDocument/2006/relationships/customXml" Target="../ink/ink118.xml"/><Relationship Id="rId251" Type="http://schemas.openxmlformats.org/officeDocument/2006/relationships/image" Target="../media/image126.png"/><Relationship Id="rId25" Type="http://schemas.openxmlformats.org/officeDocument/2006/relationships/image" Target="../media/image14.png"/><Relationship Id="rId46" Type="http://schemas.openxmlformats.org/officeDocument/2006/relationships/customXml" Target="../ink/ink25.xml"/><Relationship Id="rId67" Type="http://schemas.openxmlformats.org/officeDocument/2006/relationships/image" Target="../media/image35.png"/><Relationship Id="rId88" Type="http://schemas.openxmlformats.org/officeDocument/2006/relationships/customXml" Target="../ink/ink46.xml"/><Relationship Id="rId111" Type="http://schemas.openxmlformats.org/officeDocument/2006/relationships/image" Target="../media/image57.png"/><Relationship Id="rId132" Type="http://schemas.openxmlformats.org/officeDocument/2006/relationships/image" Target="../media/image67.png"/><Relationship Id="rId153" Type="http://schemas.openxmlformats.org/officeDocument/2006/relationships/customXml" Target="../ink/ink79.xml"/><Relationship Id="rId174" Type="http://schemas.openxmlformats.org/officeDocument/2006/relationships/image" Target="../media/image88.png"/><Relationship Id="rId195" Type="http://schemas.openxmlformats.org/officeDocument/2006/relationships/image" Target="../media/image98.png"/><Relationship Id="rId209" Type="http://schemas.openxmlformats.org/officeDocument/2006/relationships/image" Target="../media/image105.png"/><Relationship Id="rId220" Type="http://schemas.openxmlformats.org/officeDocument/2006/relationships/customXml" Target="../ink/ink113.xml"/><Relationship Id="rId241" Type="http://schemas.openxmlformats.org/officeDocument/2006/relationships/image" Target="../media/image121.png"/><Relationship Id="rId15" Type="http://schemas.openxmlformats.org/officeDocument/2006/relationships/image" Target="../media/image9.png"/><Relationship Id="rId36" Type="http://schemas.openxmlformats.org/officeDocument/2006/relationships/customXml" Target="../ink/ink20.xml"/><Relationship Id="rId57" Type="http://schemas.openxmlformats.org/officeDocument/2006/relationships/image" Target="../media/image30.png"/><Relationship Id="rId78" Type="http://schemas.openxmlformats.org/officeDocument/2006/relationships/customXml" Target="../ink/ink41.xml"/><Relationship Id="rId99" Type="http://schemas.openxmlformats.org/officeDocument/2006/relationships/image" Target="../media/image51.png"/><Relationship Id="rId101" Type="http://schemas.openxmlformats.org/officeDocument/2006/relationships/image" Target="../media/image52.png"/><Relationship Id="rId122" Type="http://schemas.openxmlformats.org/officeDocument/2006/relationships/image" Target="../media/image62.png"/><Relationship Id="rId143" Type="http://schemas.openxmlformats.org/officeDocument/2006/relationships/customXml" Target="../ink/ink74.xml"/><Relationship Id="rId164" Type="http://schemas.openxmlformats.org/officeDocument/2006/relationships/image" Target="../media/image83.png"/><Relationship Id="rId185" Type="http://schemas.openxmlformats.org/officeDocument/2006/relationships/customXml" Target="../ink/ink95.xml"/><Relationship Id="rId9" Type="http://schemas.openxmlformats.org/officeDocument/2006/relationships/image" Target="../media/image6.png"/><Relationship Id="rId210" Type="http://schemas.openxmlformats.org/officeDocument/2006/relationships/customXml" Target="../ink/ink108.xml"/><Relationship Id="rId26" Type="http://schemas.openxmlformats.org/officeDocument/2006/relationships/customXml" Target="../ink/ink15.xml"/><Relationship Id="rId231" Type="http://schemas.openxmlformats.org/officeDocument/2006/relationships/image" Target="../media/image116.png"/><Relationship Id="rId252" Type="http://schemas.openxmlformats.org/officeDocument/2006/relationships/customXml" Target="../ink/ink129.xml"/><Relationship Id="rId47" Type="http://schemas.openxmlformats.org/officeDocument/2006/relationships/image" Target="../media/image25.png"/><Relationship Id="rId68" Type="http://schemas.openxmlformats.org/officeDocument/2006/relationships/customXml" Target="../ink/ink36.xml"/><Relationship Id="rId89" Type="http://schemas.openxmlformats.org/officeDocument/2006/relationships/image" Target="../media/image46.png"/><Relationship Id="rId112" Type="http://schemas.openxmlformats.org/officeDocument/2006/relationships/customXml" Target="../ink/ink58.xml"/><Relationship Id="rId133" Type="http://schemas.openxmlformats.org/officeDocument/2006/relationships/customXml" Target="../ink/ink69.xml"/><Relationship Id="rId154" Type="http://schemas.openxmlformats.org/officeDocument/2006/relationships/image" Target="../media/image78.png"/><Relationship Id="rId175" Type="http://schemas.openxmlformats.org/officeDocument/2006/relationships/customXml" Target="../ink/ink90.xml"/><Relationship Id="rId196" Type="http://schemas.openxmlformats.org/officeDocument/2006/relationships/customXml" Target="../ink/ink101.xml"/><Relationship Id="rId200" Type="http://schemas.openxmlformats.org/officeDocument/2006/relationships/customXml" Target="../ink/ink103.xml"/><Relationship Id="rId16" Type="http://schemas.openxmlformats.org/officeDocument/2006/relationships/customXml" Target="../ink/ink10.xml"/><Relationship Id="rId221" Type="http://schemas.openxmlformats.org/officeDocument/2006/relationships/image" Target="../media/image111.png"/><Relationship Id="rId242" Type="http://schemas.openxmlformats.org/officeDocument/2006/relationships/customXml" Target="../ink/ink124.xml"/><Relationship Id="rId37" Type="http://schemas.openxmlformats.org/officeDocument/2006/relationships/image" Target="../media/image20.png"/><Relationship Id="rId58" Type="http://schemas.openxmlformats.org/officeDocument/2006/relationships/customXml" Target="../ink/ink31.xml"/><Relationship Id="rId79" Type="http://schemas.openxmlformats.org/officeDocument/2006/relationships/image" Target="../media/image41.png"/><Relationship Id="rId102" Type="http://schemas.openxmlformats.org/officeDocument/2006/relationships/customXml" Target="../ink/ink53.xml"/><Relationship Id="rId123" Type="http://schemas.openxmlformats.org/officeDocument/2006/relationships/customXml" Target="../ink/ink64.xml"/><Relationship Id="rId144" Type="http://schemas.openxmlformats.org/officeDocument/2006/relationships/image" Target="../media/image73.png"/><Relationship Id="rId90" Type="http://schemas.openxmlformats.org/officeDocument/2006/relationships/customXml" Target="../ink/ink47.xml"/><Relationship Id="rId165" Type="http://schemas.openxmlformats.org/officeDocument/2006/relationships/customXml" Target="../ink/ink85.xml"/><Relationship Id="rId186" Type="http://schemas.openxmlformats.org/officeDocument/2006/relationships/image" Target="../media/image94.png"/><Relationship Id="rId211" Type="http://schemas.openxmlformats.org/officeDocument/2006/relationships/image" Target="../media/image106.png"/><Relationship Id="rId232" Type="http://schemas.openxmlformats.org/officeDocument/2006/relationships/customXml" Target="../ink/ink119.xml"/><Relationship Id="rId253" Type="http://schemas.openxmlformats.org/officeDocument/2006/relationships/image" Target="../media/image127.png"/><Relationship Id="rId27" Type="http://schemas.openxmlformats.org/officeDocument/2006/relationships/image" Target="../media/image15.png"/><Relationship Id="rId48" Type="http://schemas.openxmlformats.org/officeDocument/2006/relationships/customXml" Target="../ink/ink26.xml"/><Relationship Id="rId69" Type="http://schemas.openxmlformats.org/officeDocument/2006/relationships/image" Target="../media/image36.png"/><Relationship Id="rId113" Type="http://schemas.openxmlformats.org/officeDocument/2006/relationships/image" Target="../media/image58.png"/><Relationship Id="rId134" Type="http://schemas.openxmlformats.org/officeDocument/2006/relationships/image" Target="../media/image68.png"/><Relationship Id="rId80" Type="http://schemas.openxmlformats.org/officeDocument/2006/relationships/customXml" Target="../ink/ink42.xml"/><Relationship Id="rId155" Type="http://schemas.openxmlformats.org/officeDocument/2006/relationships/customXml" Target="../ink/ink80.xml"/><Relationship Id="rId176" Type="http://schemas.openxmlformats.org/officeDocument/2006/relationships/image" Target="../media/image89.png"/><Relationship Id="rId197" Type="http://schemas.openxmlformats.org/officeDocument/2006/relationships/image" Target="../media/image99.png"/><Relationship Id="rId201" Type="http://schemas.openxmlformats.org/officeDocument/2006/relationships/image" Target="../media/image101.png"/><Relationship Id="rId222" Type="http://schemas.openxmlformats.org/officeDocument/2006/relationships/customXml" Target="../ink/ink114.xml"/><Relationship Id="rId243" Type="http://schemas.openxmlformats.org/officeDocument/2006/relationships/image" Target="../media/image122.png"/><Relationship Id="rId17" Type="http://schemas.openxmlformats.org/officeDocument/2006/relationships/image" Target="../media/image10.png"/><Relationship Id="rId38" Type="http://schemas.openxmlformats.org/officeDocument/2006/relationships/customXml" Target="../ink/ink21.xml"/><Relationship Id="rId59" Type="http://schemas.openxmlformats.org/officeDocument/2006/relationships/image" Target="../media/image31.png"/><Relationship Id="rId103" Type="http://schemas.openxmlformats.org/officeDocument/2006/relationships/image" Target="../media/image53.png"/><Relationship Id="rId124" Type="http://schemas.openxmlformats.org/officeDocument/2006/relationships/image" Target="../media/image63.png"/><Relationship Id="rId70" Type="http://schemas.openxmlformats.org/officeDocument/2006/relationships/customXml" Target="../ink/ink37.xml"/><Relationship Id="rId91" Type="http://schemas.openxmlformats.org/officeDocument/2006/relationships/image" Target="../media/image47.png"/><Relationship Id="rId145" Type="http://schemas.openxmlformats.org/officeDocument/2006/relationships/customXml" Target="../ink/ink75.xml"/><Relationship Id="rId166" Type="http://schemas.openxmlformats.org/officeDocument/2006/relationships/image" Target="../media/image84.png"/><Relationship Id="rId187" Type="http://schemas.openxmlformats.org/officeDocument/2006/relationships/customXml" Target="../ink/ink96.xml"/><Relationship Id="rId1" Type="http://schemas.openxmlformats.org/officeDocument/2006/relationships/slideLayout" Target="../slideLayouts/slideLayout2.xml"/><Relationship Id="rId212" Type="http://schemas.openxmlformats.org/officeDocument/2006/relationships/customXml" Target="../ink/ink109.xml"/><Relationship Id="rId233" Type="http://schemas.openxmlformats.org/officeDocument/2006/relationships/image" Target="../media/image117.png"/><Relationship Id="rId254" Type="http://schemas.openxmlformats.org/officeDocument/2006/relationships/customXml" Target="../ink/ink130.xml"/><Relationship Id="rId28" Type="http://schemas.openxmlformats.org/officeDocument/2006/relationships/customXml" Target="../ink/ink16.xml"/><Relationship Id="rId49" Type="http://schemas.openxmlformats.org/officeDocument/2006/relationships/image" Target="../media/image26.png"/><Relationship Id="rId114" Type="http://schemas.openxmlformats.org/officeDocument/2006/relationships/customXml" Target="../ink/ink59.xml"/><Relationship Id="rId60" Type="http://schemas.openxmlformats.org/officeDocument/2006/relationships/customXml" Target="../ink/ink32.xml"/><Relationship Id="rId81" Type="http://schemas.openxmlformats.org/officeDocument/2006/relationships/image" Target="../media/image42.png"/><Relationship Id="rId135" Type="http://schemas.openxmlformats.org/officeDocument/2006/relationships/customXml" Target="../ink/ink70.xml"/><Relationship Id="rId156" Type="http://schemas.openxmlformats.org/officeDocument/2006/relationships/image" Target="../media/image79.png"/><Relationship Id="rId177" Type="http://schemas.openxmlformats.org/officeDocument/2006/relationships/customXml" Target="../ink/ink91.xml"/><Relationship Id="rId198" Type="http://schemas.openxmlformats.org/officeDocument/2006/relationships/customXml" Target="../ink/ink102.xml"/><Relationship Id="rId202" Type="http://schemas.openxmlformats.org/officeDocument/2006/relationships/customXml" Target="../ink/ink104.xml"/><Relationship Id="rId223" Type="http://schemas.openxmlformats.org/officeDocument/2006/relationships/image" Target="../media/image112.png"/><Relationship Id="rId244" Type="http://schemas.openxmlformats.org/officeDocument/2006/relationships/customXml" Target="../ink/ink125.xml"/><Relationship Id="rId18" Type="http://schemas.openxmlformats.org/officeDocument/2006/relationships/customXml" Target="../ink/ink11.xml"/><Relationship Id="rId39" Type="http://schemas.openxmlformats.org/officeDocument/2006/relationships/image" Target="../media/image21.png"/><Relationship Id="rId50" Type="http://schemas.openxmlformats.org/officeDocument/2006/relationships/customXml" Target="../ink/ink27.xml"/><Relationship Id="rId104" Type="http://schemas.openxmlformats.org/officeDocument/2006/relationships/customXml" Target="../ink/ink54.xml"/><Relationship Id="rId125" Type="http://schemas.openxmlformats.org/officeDocument/2006/relationships/customXml" Target="../ink/ink65.xml"/><Relationship Id="rId146" Type="http://schemas.openxmlformats.org/officeDocument/2006/relationships/image" Target="../media/image74.png"/><Relationship Id="rId167" Type="http://schemas.openxmlformats.org/officeDocument/2006/relationships/customXml" Target="../ink/ink86.xml"/><Relationship Id="rId188" Type="http://schemas.openxmlformats.org/officeDocument/2006/relationships/customXml" Target="../ink/ink97.xml"/><Relationship Id="rId71" Type="http://schemas.openxmlformats.org/officeDocument/2006/relationships/image" Target="../media/image37.png"/><Relationship Id="rId92" Type="http://schemas.openxmlformats.org/officeDocument/2006/relationships/customXml" Target="../ink/ink48.xml"/><Relationship Id="rId213" Type="http://schemas.openxmlformats.org/officeDocument/2006/relationships/image" Target="../media/image107.png"/><Relationship Id="rId234" Type="http://schemas.openxmlformats.org/officeDocument/2006/relationships/customXml" Target="../ink/ink120.xml"/><Relationship Id="rId2" Type="http://schemas.openxmlformats.org/officeDocument/2006/relationships/customXml" Target="../ink/ink3.xml"/><Relationship Id="rId29" Type="http://schemas.openxmlformats.org/officeDocument/2006/relationships/image" Target="../media/image16.png"/><Relationship Id="rId255" Type="http://schemas.openxmlformats.org/officeDocument/2006/relationships/image" Target="../media/image128.png"/><Relationship Id="rId40" Type="http://schemas.openxmlformats.org/officeDocument/2006/relationships/customXml" Target="../ink/ink22.xml"/><Relationship Id="rId115" Type="http://schemas.openxmlformats.org/officeDocument/2006/relationships/image" Target="../media/image59.png"/><Relationship Id="rId136" Type="http://schemas.openxmlformats.org/officeDocument/2006/relationships/image" Target="../media/image69.png"/><Relationship Id="rId157" Type="http://schemas.openxmlformats.org/officeDocument/2006/relationships/customXml" Target="../ink/ink81.xml"/><Relationship Id="rId178" Type="http://schemas.openxmlformats.org/officeDocument/2006/relationships/image" Target="../media/image90.png"/><Relationship Id="rId61" Type="http://schemas.openxmlformats.org/officeDocument/2006/relationships/image" Target="../media/image32.png"/><Relationship Id="rId82" Type="http://schemas.openxmlformats.org/officeDocument/2006/relationships/customXml" Target="../ink/ink43.xml"/><Relationship Id="rId199" Type="http://schemas.openxmlformats.org/officeDocument/2006/relationships/image" Target="../media/image100.png"/><Relationship Id="rId203" Type="http://schemas.openxmlformats.org/officeDocument/2006/relationships/image" Target="../media/image102.png"/><Relationship Id="rId19" Type="http://schemas.openxmlformats.org/officeDocument/2006/relationships/image" Target="../media/image11.png"/><Relationship Id="rId224" Type="http://schemas.openxmlformats.org/officeDocument/2006/relationships/customXml" Target="../ink/ink115.xml"/><Relationship Id="rId245" Type="http://schemas.openxmlformats.org/officeDocument/2006/relationships/image" Target="../media/image123.png"/><Relationship Id="rId30" Type="http://schemas.openxmlformats.org/officeDocument/2006/relationships/customXml" Target="../ink/ink17.xml"/><Relationship Id="rId105" Type="http://schemas.openxmlformats.org/officeDocument/2006/relationships/image" Target="../media/image54.png"/><Relationship Id="rId126" Type="http://schemas.openxmlformats.org/officeDocument/2006/relationships/image" Target="../media/image64.png"/><Relationship Id="rId147" Type="http://schemas.openxmlformats.org/officeDocument/2006/relationships/customXml" Target="../ink/ink76.xml"/><Relationship Id="rId168" Type="http://schemas.openxmlformats.org/officeDocument/2006/relationships/image" Target="../media/image85.png"/><Relationship Id="rId51" Type="http://schemas.openxmlformats.org/officeDocument/2006/relationships/image" Target="../media/image27.png"/><Relationship Id="rId72" Type="http://schemas.openxmlformats.org/officeDocument/2006/relationships/customXml" Target="../ink/ink38.xml"/><Relationship Id="rId93" Type="http://schemas.openxmlformats.org/officeDocument/2006/relationships/image" Target="../media/image48.png"/><Relationship Id="rId189" Type="http://schemas.openxmlformats.org/officeDocument/2006/relationships/image" Target="../media/image95.png"/><Relationship Id="rId3" Type="http://schemas.openxmlformats.org/officeDocument/2006/relationships/image" Target="../media/image310.png"/><Relationship Id="rId214" Type="http://schemas.openxmlformats.org/officeDocument/2006/relationships/customXml" Target="../ink/ink110.xml"/><Relationship Id="rId235" Type="http://schemas.openxmlformats.org/officeDocument/2006/relationships/image" Target="../media/image118.png"/><Relationship Id="rId116" Type="http://schemas.openxmlformats.org/officeDocument/2006/relationships/customXml" Target="../ink/ink60.xml"/><Relationship Id="rId137" Type="http://schemas.openxmlformats.org/officeDocument/2006/relationships/customXml" Target="../ink/ink71.xml"/><Relationship Id="rId158" Type="http://schemas.openxmlformats.org/officeDocument/2006/relationships/image" Target="../media/image80.png"/><Relationship Id="rId20" Type="http://schemas.openxmlformats.org/officeDocument/2006/relationships/customXml" Target="../ink/ink12.xml"/><Relationship Id="rId41" Type="http://schemas.openxmlformats.org/officeDocument/2006/relationships/image" Target="../media/image22.png"/><Relationship Id="rId62" Type="http://schemas.openxmlformats.org/officeDocument/2006/relationships/customXml" Target="../ink/ink33.xml"/><Relationship Id="rId83" Type="http://schemas.openxmlformats.org/officeDocument/2006/relationships/image" Target="../media/image43.png"/><Relationship Id="rId179" Type="http://schemas.openxmlformats.org/officeDocument/2006/relationships/customXml" Target="../ink/ink92.xml"/><Relationship Id="rId190" Type="http://schemas.openxmlformats.org/officeDocument/2006/relationships/customXml" Target="../ink/ink98.xml"/><Relationship Id="rId204" Type="http://schemas.openxmlformats.org/officeDocument/2006/relationships/customXml" Target="../ink/ink105.xml"/><Relationship Id="rId225" Type="http://schemas.openxmlformats.org/officeDocument/2006/relationships/image" Target="../media/image113.png"/><Relationship Id="rId246" Type="http://schemas.openxmlformats.org/officeDocument/2006/relationships/customXml" Target="../ink/ink126.xml"/><Relationship Id="rId106" Type="http://schemas.openxmlformats.org/officeDocument/2006/relationships/customXml" Target="../ink/ink55.xml"/><Relationship Id="rId127" Type="http://schemas.openxmlformats.org/officeDocument/2006/relationships/customXml" Target="../ink/ink66.xml"/><Relationship Id="rId10" Type="http://schemas.openxmlformats.org/officeDocument/2006/relationships/customXml" Target="../ink/ink7.xml"/><Relationship Id="rId31" Type="http://schemas.openxmlformats.org/officeDocument/2006/relationships/image" Target="../media/image17.png"/><Relationship Id="rId52" Type="http://schemas.openxmlformats.org/officeDocument/2006/relationships/customXml" Target="../ink/ink28.xml"/><Relationship Id="rId73" Type="http://schemas.openxmlformats.org/officeDocument/2006/relationships/image" Target="../media/image38.png"/><Relationship Id="rId94" Type="http://schemas.openxmlformats.org/officeDocument/2006/relationships/customXml" Target="../ink/ink49.xml"/><Relationship Id="rId148" Type="http://schemas.openxmlformats.org/officeDocument/2006/relationships/image" Target="../media/image75.png"/><Relationship Id="rId169" Type="http://schemas.openxmlformats.org/officeDocument/2006/relationships/customXml" Target="../ink/ink87.xml"/><Relationship Id="rId4" Type="http://schemas.openxmlformats.org/officeDocument/2006/relationships/customXml" Target="../ink/ink4.xml"/><Relationship Id="rId180" Type="http://schemas.openxmlformats.org/officeDocument/2006/relationships/image" Target="../media/image91.png"/><Relationship Id="rId215" Type="http://schemas.openxmlformats.org/officeDocument/2006/relationships/image" Target="../media/image108.png"/><Relationship Id="rId236" Type="http://schemas.openxmlformats.org/officeDocument/2006/relationships/customXml" Target="../ink/ink121.xml"/></Relationships>
</file>

<file path=ppt/slides/_rels/slide14.xml.rels><?xml version="1.0" encoding="UTF-8" standalone="yes"?>
<Relationships xmlns="http://schemas.openxmlformats.org/package/2006/relationships"><Relationship Id="rId117" Type="http://schemas.openxmlformats.org/officeDocument/2006/relationships/customXml" Target="../ink/ink189.xml"/><Relationship Id="rId21" Type="http://schemas.openxmlformats.org/officeDocument/2006/relationships/image" Target="../media/image29.png"/><Relationship Id="rId63" Type="http://schemas.openxmlformats.org/officeDocument/2006/relationships/image" Target="../media/image133.png"/><Relationship Id="rId159" Type="http://schemas.openxmlformats.org/officeDocument/2006/relationships/customXml" Target="../ink/ink210.xml"/><Relationship Id="rId170" Type="http://schemas.openxmlformats.org/officeDocument/2006/relationships/image" Target="../media/image186.png"/><Relationship Id="rId226" Type="http://schemas.openxmlformats.org/officeDocument/2006/relationships/image" Target="../media/image214.png"/><Relationship Id="rId107" Type="http://schemas.openxmlformats.org/officeDocument/2006/relationships/customXml" Target="../ink/ink184.xml"/><Relationship Id="rId11" Type="http://schemas.openxmlformats.org/officeDocument/2006/relationships/image" Target="../media/image24.png"/><Relationship Id="rId32" Type="http://schemas.openxmlformats.org/officeDocument/2006/relationships/customXml" Target="../ink/ink146.xml"/><Relationship Id="rId53" Type="http://schemas.openxmlformats.org/officeDocument/2006/relationships/image" Target="../media/image48.png"/><Relationship Id="rId74" Type="http://schemas.openxmlformats.org/officeDocument/2006/relationships/customXml" Target="../ink/ink167.xml"/><Relationship Id="rId128" Type="http://schemas.openxmlformats.org/officeDocument/2006/relationships/image" Target="../media/image165.png"/><Relationship Id="rId149" Type="http://schemas.openxmlformats.org/officeDocument/2006/relationships/customXml" Target="../ink/ink205.xml"/><Relationship Id="rId5" Type="http://schemas.openxmlformats.org/officeDocument/2006/relationships/image" Target="../media/image21.png"/><Relationship Id="rId95" Type="http://schemas.openxmlformats.org/officeDocument/2006/relationships/customXml" Target="../ink/ink178.xml"/><Relationship Id="rId160" Type="http://schemas.openxmlformats.org/officeDocument/2006/relationships/image" Target="../media/image181.png"/><Relationship Id="rId181" Type="http://schemas.openxmlformats.org/officeDocument/2006/relationships/customXml" Target="../ink/ink221.xml"/><Relationship Id="rId216" Type="http://schemas.openxmlformats.org/officeDocument/2006/relationships/image" Target="../media/image209.png"/><Relationship Id="rId237" Type="http://schemas.openxmlformats.org/officeDocument/2006/relationships/customXml" Target="../ink/ink249.xml"/><Relationship Id="rId258" Type="http://schemas.openxmlformats.org/officeDocument/2006/relationships/image" Target="../media/image230.png"/><Relationship Id="rId22" Type="http://schemas.openxmlformats.org/officeDocument/2006/relationships/customXml" Target="../ink/ink141.xml"/><Relationship Id="rId43" Type="http://schemas.openxmlformats.org/officeDocument/2006/relationships/image" Target="../media/image43.png"/><Relationship Id="rId64" Type="http://schemas.openxmlformats.org/officeDocument/2006/relationships/customXml" Target="../ink/ink162.xml"/><Relationship Id="rId118" Type="http://schemas.openxmlformats.org/officeDocument/2006/relationships/image" Target="../media/image160.png"/><Relationship Id="rId139" Type="http://schemas.openxmlformats.org/officeDocument/2006/relationships/customXml" Target="../ink/ink200.xml"/><Relationship Id="rId85" Type="http://schemas.openxmlformats.org/officeDocument/2006/relationships/customXml" Target="../ink/ink173.xml"/><Relationship Id="rId150" Type="http://schemas.openxmlformats.org/officeDocument/2006/relationships/image" Target="../media/image176.png"/><Relationship Id="rId171" Type="http://schemas.openxmlformats.org/officeDocument/2006/relationships/customXml" Target="../ink/ink216.xml"/><Relationship Id="rId192" Type="http://schemas.openxmlformats.org/officeDocument/2006/relationships/image" Target="../media/image197.png"/><Relationship Id="rId206" Type="http://schemas.openxmlformats.org/officeDocument/2006/relationships/image" Target="../media/image204.png"/><Relationship Id="rId227" Type="http://schemas.openxmlformats.org/officeDocument/2006/relationships/customXml" Target="../ink/ink244.xml"/><Relationship Id="rId248" Type="http://schemas.openxmlformats.org/officeDocument/2006/relationships/image" Target="../media/image225.png"/><Relationship Id="rId12" Type="http://schemas.openxmlformats.org/officeDocument/2006/relationships/customXml" Target="../ink/ink136.xml"/><Relationship Id="rId33" Type="http://schemas.openxmlformats.org/officeDocument/2006/relationships/image" Target="../media/image35.png"/><Relationship Id="rId108" Type="http://schemas.openxmlformats.org/officeDocument/2006/relationships/image" Target="../media/image155.png"/><Relationship Id="rId129" Type="http://schemas.openxmlformats.org/officeDocument/2006/relationships/customXml" Target="../ink/ink195.xml"/><Relationship Id="rId54" Type="http://schemas.openxmlformats.org/officeDocument/2006/relationships/customXml" Target="../ink/ink157.xml"/><Relationship Id="rId75" Type="http://schemas.openxmlformats.org/officeDocument/2006/relationships/image" Target="../media/image139.png"/><Relationship Id="rId96" Type="http://schemas.openxmlformats.org/officeDocument/2006/relationships/image" Target="../media/image149.png"/><Relationship Id="rId140" Type="http://schemas.openxmlformats.org/officeDocument/2006/relationships/image" Target="../media/image171.png"/><Relationship Id="rId161" Type="http://schemas.openxmlformats.org/officeDocument/2006/relationships/customXml" Target="../ink/ink211.xml"/><Relationship Id="rId182" Type="http://schemas.openxmlformats.org/officeDocument/2006/relationships/image" Target="../media/image192.png"/><Relationship Id="rId217" Type="http://schemas.openxmlformats.org/officeDocument/2006/relationships/customXml" Target="../ink/ink239.xml"/><Relationship Id="rId6" Type="http://schemas.openxmlformats.org/officeDocument/2006/relationships/customXml" Target="../ink/ink133.xml"/><Relationship Id="rId238" Type="http://schemas.openxmlformats.org/officeDocument/2006/relationships/image" Target="../media/image220.png"/><Relationship Id="rId259" Type="http://schemas.openxmlformats.org/officeDocument/2006/relationships/customXml" Target="../ink/ink260.xml"/><Relationship Id="rId23" Type="http://schemas.openxmlformats.org/officeDocument/2006/relationships/image" Target="../media/image30.png"/><Relationship Id="rId119" Type="http://schemas.openxmlformats.org/officeDocument/2006/relationships/customXml" Target="../ink/ink190.xml"/><Relationship Id="rId44" Type="http://schemas.openxmlformats.org/officeDocument/2006/relationships/customXml" Target="../ink/ink152.xml"/><Relationship Id="rId65" Type="http://schemas.openxmlformats.org/officeDocument/2006/relationships/image" Target="../media/image134.png"/><Relationship Id="rId86" Type="http://schemas.openxmlformats.org/officeDocument/2006/relationships/image" Target="../media/image144.png"/><Relationship Id="rId130" Type="http://schemas.openxmlformats.org/officeDocument/2006/relationships/image" Target="../media/image166.png"/><Relationship Id="rId151" Type="http://schemas.openxmlformats.org/officeDocument/2006/relationships/customXml" Target="../ink/ink206.xml"/><Relationship Id="rId172" Type="http://schemas.openxmlformats.org/officeDocument/2006/relationships/image" Target="../media/image187.png"/><Relationship Id="rId193" Type="http://schemas.openxmlformats.org/officeDocument/2006/relationships/customXml" Target="../ink/ink227.xml"/><Relationship Id="rId207" Type="http://schemas.openxmlformats.org/officeDocument/2006/relationships/customXml" Target="../ink/ink234.xml"/><Relationship Id="rId228" Type="http://schemas.openxmlformats.org/officeDocument/2006/relationships/image" Target="../media/image215.png"/><Relationship Id="rId249" Type="http://schemas.openxmlformats.org/officeDocument/2006/relationships/customXml" Target="../ink/ink255.xml"/><Relationship Id="rId13" Type="http://schemas.openxmlformats.org/officeDocument/2006/relationships/image" Target="../media/image25.png"/><Relationship Id="rId109" Type="http://schemas.openxmlformats.org/officeDocument/2006/relationships/customXml" Target="../ink/ink185.xml"/><Relationship Id="rId260" Type="http://schemas.openxmlformats.org/officeDocument/2006/relationships/image" Target="../media/image231.png"/><Relationship Id="rId34" Type="http://schemas.openxmlformats.org/officeDocument/2006/relationships/customXml" Target="../ink/ink147.xml"/><Relationship Id="rId55" Type="http://schemas.openxmlformats.org/officeDocument/2006/relationships/image" Target="../media/image49.png"/><Relationship Id="rId76" Type="http://schemas.openxmlformats.org/officeDocument/2006/relationships/customXml" Target="../ink/ink168.xml"/><Relationship Id="rId97" Type="http://schemas.openxmlformats.org/officeDocument/2006/relationships/customXml" Target="../ink/ink179.xml"/><Relationship Id="rId120" Type="http://schemas.openxmlformats.org/officeDocument/2006/relationships/image" Target="../media/image161.png"/><Relationship Id="rId141" Type="http://schemas.openxmlformats.org/officeDocument/2006/relationships/customXml" Target="../ink/ink201.xml"/><Relationship Id="rId7" Type="http://schemas.openxmlformats.org/officeDocument/2006/relationships/image" Target="../media/image22.png"/><Relationship Id="rId162" Type="http://schemas.openxmlformats.org/officeDocument/2006/relationships/image" Target="../media/image182.png"/><Relationship Id="rId183" Type="http://schemas.openxmlformats.org/officeDocument/2006/relationships/customXml" Target="../ink/ink222.xml"/><Relationship Id="rId218" Type="http://schemas.openxmlformats.org/officeDocument/2006/relationships/image" Target="../media/image210.png"/><Relationship Id="rId239" Type="http://schemas.openxmlformats.org/officeDocument/2006/relationships/customXml" Target="../ink/ink250.xml"/><Relationship Id="rId250" Type="http://schemas.openxmlformats.org/officeDocument/2006/relationships/image" Target="../media/image226.png"/><Relationship Id="rId24" Type="http://schemas.openxmlformats.org/officeDocument/2006/relationships/customXml" Target="../ink/ink142.xml"/><Relationship Id="rId45" Type="http://schemas.openxmlformats.org/officeDocument/2006/relationships/image" Target="../media/image44.png"/><Relationship Id="rId66" Type="http://schemas.openxmlformats.org/officeDocument/2006/relationships/customXml" Target="../ink/ink163.xml"/><Relationship Id="rId87" Type="http://schemas.openxmlformats.org/officeDocument/2006/relationships/customXml" Target="../ink/ink174.xml"/><Relationship Id="rId110" Type="http://schemas.openxmlformats.org/officeDocument/2006/relationships/image" Target="../media/image156.png"/><Relationship Id="rId131" Type="http://schemas.openxmlformats.org/officeDocument/2006/relationships/customXml" Target="../ink/ink196.xml"/><Relationship Id="rId152" Type="http://schemas.openxmlformats.org/officeDocument/2006/relationships/image" Target="../media/image177.png"/><Relationship Id="rId173" Type="http://schemas.openxmlformats.org/officeDocument/2006/relationships/customXml" Target="../ink/ink217.xml"/><Relationship Id="rId194" Type="http://schemas.openxmlformats.org/officeDocument/2006/relationships/image" Target="../media/image198.png"/><Relationship Id="rId208" Type="http://schemas.openxmlformats.org/officeDocument/2006/relationships/image" Target="../media/image205.png"/><Relationship Id="rId229" Type="http://schemas.openxmlformats.org/officeDocument/2006/relationships/customXml" Target="../ink/ink245.xml"/><Relationship Id="rId240" Type="http://schemas.openxmlformats.org/officeDocument/2006/relationships/image" Target="../media/image221.png"/><Relationship Id="rId261" Type="http://schemas.openxmlformats.org/officeDocument/2006/relationships/customXml" Target="../ink/ink261.xml"/><Relationship Id="rId14" Type="http://schemas.openxmlformats.org/officeDocument/2006/relationships/customXml" Target="../ink/ink137.xml"/><Relationship Id="rId35" Type="http://schemas.openxmlformats.org/officeDocument/2006/relationships/image" Target="../media/image36.png"/><Relationship Id="rId56" Type="http://schemas.openxmlformats.org/officeDocument/2006/relationships/customXml" Target="../ink/ink158.xml"/><Relationship Id="rId77" Type="http://schemas.openxmlformats.org/officeDocument/2006/relationships/image" Target="../media/image140.png"/><Relationship Id="rId100" Type="http://schemas.openxmlformats.org/officeDocument/2006/relationships/image" Target="../media/image151.png"/><Relationship Id="rId8" Type="http://schemas.openxmlformats.org/officeDocument/2006/relationships/customXml" Target="../ink/ink134.xml"/><Relationship Id="rId98" Type="http://schemas.openxmlformats.org/officeDocument/2006/relationships/image" Target="../media/image150.png"/><Relationship Id="rId121" Type="http://schemas.openxmlformats.org/officeDocument/2006/relationships/customXml" Target="../ink/ink191.xml"/><Relationship Id="rId142" Type="http://schemas.openxmlformats.org/officeDocument/2006/relationships/image" Target="../media/image172.png"/><Relationship Id="rId163" Type="http://schemas.openxmlformats.org/officeDocument/2006/relationships/customXml" Target="../ink/ink212.xml"/><Relationship Id="rId184" Type="http://schemas.openxmlformats.org/officeDocument/2006/relationships/image" Target="../media/image193.png"/><Relationship Id="rId219" Type="http://schemas.openxmlformats.org/officeDocument/2006/relationships/customXml" Target="../ink/ink240.xml"/><Relationship Id="rId230" Type="http://schemas.openxmlformats.org/officeDocument/2006/relationships/image" Target="../media/image216.png"/><Relationship Id="rId251" Type="http://schemas.openxmlformats.org/officeDocument/2006/relationships/customXml" Target="../ink/ink256.xml"/><Relationship Id="rId25" Type="http://schemas.openxmlformats.org/officeDocument/2006/relationships/image" Target="../media/image31.png"/><Relationship Id="rId46" Type="http://schemas.openxmlformats.org/officeDocument/2006/relationships/customXml" Target="../ink/ink153.xml"/><Relationship Id="rId67" Type="http://schemas.openxmlformats.org/officeDocument/2006/relationships/image" Target="../media/image135.png"/><Relationship Id="rId88" Type="http://schemas.openxmlformats.org/officeDocument/2006/relationships/image" Target="../media/image145.png"/><Relationship Id="rId111" Type="http://schemas.openxmlformats.org/officeDocument/2006/relationships/customXml" Target="../ink/ink186.xml"/><Relationship Id="rId132" Type="http://schemas.openxmlformats.org/officeDocument/2006/relationships/image" Target="../media/image167.png"/><Relationship Id="rId153" Type="http://schemas.openxmlformats.org/officeDocument/2006/relationships/customXml" Target="../ink/ink207.xml"/><Relationship Id="rId174" Type="http://schemas.openxmlformats.org/officeDocument/2006/relationships/image" Target="../media/image188.png"/><Relationship Id="rId195" Type="http://schemas.openxmlformats.org/officeDocument/2006/relationships/customXml" Target="../ink/ink228.xml"/><Relationship Id="rId209" Type="http://schemas.openxmlformats.org/officeDocument/2006/relationships/customXml" Target="../ink/ink235.xml"/><Relationship Id="rId220" Type="http://schemas.openxmlformats.org/officeDocument/2006/relationships/image" Target="../media/image211.png"/><Relationship Id="rId241" Type="http://schemas.openxmlformats.org/officeDocument/2006/relationships/customXml" Target="../ink/ink251.xml"/><Relationship Id="rId15" Type="http://schemas.openxmlformats.org/officeDocument/2006/relationships/image" Target="../media/image26.png"/><Relationship Id="rId36" Type="http://schemas.openxmlformats.org/officeDocument/2006/relationships/customXml" Target="../ink/ink148.xml"/><Relationship Id="rId57" Type="http://schemas.openxmlformats.org/officeDocument/2006/relationships/image" Target="../media/image130.png"/><Relationship Id="rId262" Type="http://schemas.openxmlformats.org/officeDocument/2006/relationships/image" Target="../media/image232.png"/><Relationship Id="rId78" Type="http://schemas.openxmlformats.org/officeDocument/2006/relationships/customXml" Target="../ink/ink169.xml"/><Relationship Id="rId99" Type="http://schemas.openxmlformats.org/officeDocument/2006/relationships/customXml" Target="../ink/ink180.xml"/><Relationship Id="rId101" Type="http://schemas.openxmlformats.org/officeDocument/2006/relationships/customXml" Target="../ink/ink181.xml"/><Relationship Id="rId122" Type="http://schemas.openxmlformats.org/officeDocument/2006/relationships/image" Target="../media/image162.png"/><Relationship Id="rId143" Type="http://schemas.openxmlformats.org/officeDocument/2006/relationships/customXml" Target="../ink/ink202.xml"/><Relationship Id="rId164" Type="http://schemas.openxmlformats.org/officeDocument/2006/relationships/image" Target="../media/image183.png"/><Relationship Id="rId185" Type="http://schemas.openxmlformats.org/officeDocument/2006/relationships/customXml" Target="../ink/ink223.xml"/><Relationship Id="rId9" Type="http://schemas.openxmlformats.org/officeDocument/2006/relationships/image" Target="../media/image23.png"/><Relationship Id="rId210" Type="http://schemas.openxmlformats.org/officeDocument/2006/relationships/image" Target="../media/image206.png"/><Relationship Id="rId26" Type="http://schemas.openxmlformats.org/officeDocument/2006/relationships/customXml" Target="../ink/ink143.xml"/><Relationship Id="rId231" Type="http://schemas.openxmlformats.org/officeDocument/2006/relationships/customXml" Target="../ink/ink246.xml"/><Relationship Id="rId252" Type="http://schemas.openxmlformats.org/officeDocument/2006/relationships/image" Target="../media/image227.png"/><Relationship Id="rId47" Type="http://schemas.openxmlformats.org/officeDocument/2006/relationships/image" Target="../media/image45.png"/><Relationship Id="rId68" Type="http://schemas.openxmlformats.org/officeDocument/2006/relationships/customXml" Target="../ink/ink164.xml"/><Relationship Id="rId89" Type="http://schemas.openxmlformats.org/officeDocument/2006/relationships/customXml" Target="../ink/ink175.xml"/><Relationship Id="rId112" Type="http://schemas.openxmlformats.org/officeDocument/2006/relationships/image" Target="../media/image157.png"/><Relationship Id="rId133" Type="http://schemas.openxmlformats.org/officeDocument/2006/relationships/customXml" Target="../ink/ink197.xml"/><Relationship Id="rId154" Type="http://schemas.openxmlformats.org/officeDocument/2006/relationships/image" Target="../media/image178.png"/><Relationship Id="rId175" Type="http://schemas.openxmlformats.org/officeDocument/2006/relationships/customXml" Target="../ink/ink218.xml"/><Relationship Id="rId196" Type="http://schemas.openxmlformats.org/officeDocument/2006/relationships/image" Target="../media/image199.png"/><Relationship Id="rId200" Type="http://schemas.openxmlformats.org/officeDocument/2006/relationships/image" Target="../media/image201.png"/><Relationship Id="rId16" Type="http://schemas.openxmlformats.org/officeDocument/2006/relationships/customXml" Target="../ink/ink138.xml"/><Relationship Id="rId221" Type="http://schemas.openxmlformats.org/officeDocument/2006/relationships/customXml" Target="../ink/ink241.xml"/><Relationship Id="rId242" Type="http://schemas.openxmlformats.org/officeDocument/2006/relationships/image" Target="../media/image222.png"/><Relationship Id="rId263" Type="http://schemas.openxmlformats.org/officeDocument/2006/relationships/customXml" Target="../ink/ink262.xml"/><Relationship Id="rId37" Type="http://schemas.openxmlformats.org/officeDocument/2006/relationships/image" Target="../media/image37.png"/><Relationship Id="rId58" Type="http://schemas.openxmlformats.org/officeDocument/2006/relationships/customXml" Target="../ink/ink159.xml"/><Relationship Id="rId79" Type="http://schemas.openxmlformats.org/officeDocument/2006/relationships/image" Target="../media/image141.png"/><Relationship Id="rId102" Type="http://schemas.openxmlformats.org/officeDocument/2006/relationships/image" Target="../media/image152.png"/><Relationship Id="rId123" Type="http://schemas.openxmlformats.org/officeDocument/2006/relationships/customXml" Target="../ink/ink192.xml"/><Relationship Id="rId144" Type="http://schemas.openxmlformats.org/officeDocument/2006/relationships/image" Target="../media/image173.png"/><Relationship Id="rId90" Type="http://schemas.openxmlformats.org/officeDocument/2006/relationships/image" Target="../media/image146.png"/><Relationship Id="rId165" Type="http://schemas.openxmlformats.org/officeDocument/2006/relationships/customXml" Target="../ink/ink213.xml"/><Relationship Id="rId186" Type="http://schemas.openxmlformats.org/officeDocument/2006/relationships/image" Target="../media/image194.png"/><Relationship Id="rId211" Type="http://schemas.openxmlformats.org/officeDocument/2006/relationships/customXml" Target="../ink/ink236.xml"/><Relationship Id="rId232" Type="http://schemas.openxmlformats.org/officeDocument/2006/relationships/image" Target="../media/image217.png"/><Relationship Id="rId253" Type="http://schemas.openxmlformats.org/officeDocument/2006/relationships/customXml" Target="../ink/ink257.xml"/><Relationship Id="rId27" Type="http://schemas.openxmlformats.org/officeDocument/2006/relationships/image" Target="../media/image32.png"/><Relationship Id="rId48" Type="http://schemas.openxmlformats.org/officeDocument/2006/relationships/customXml" Target="../ink/ink154.xml"/><Relationship Id="rId69" Type="http://schemas.openxmlformats.org/officeDocument/2006/relationships/image" Target="../media/image136.png"/><Relationship Id="rId113" Type="http://schemas.openxmlformats.org/officeDocument/2006/relationships/customXml" Target="../ink/ink187.xml"/><Relationship Id="rId134" Type="http://schemas.openxmlformats.org/officeDocument/2006/relationships/image" Target="../media/image168.png"/><Relationship Id="rId80" Type="http://schemas.openxmlformats.org/officeDocument/2006/relationships/customXml" Target="../ink/ink170.xml"/><Relationship Id="rId155" Type="http://schemas.openxmlformats.org/officeDocument/2006/relationships/customXml" Target="../ink/ink208.xml"/><Relationship Id="rId176" Type="http://schemas.openxmlformats.org/officeDocument/2006/relationships/image" Target="../media/image189.png"/><Relationship Id="rId197" Type="http://schemas.openxmlformats.org/officeDocument/2006/relationships/customXml" Target="../ink/ink229.xml"/><Relationship Id="rId201" Type="http://schemas.openxmlformats.org/officeDocument/2006/relationships/customXml" Target="../ink/ink231.xml"/><Relationship Id="rId222" Type="http://schemas.openxmlformats.org/officeDocument/2006/relationships/image" Target="../media/image212.png"/><Relationship Id="rId243" Type="http://schemas.openxmlformats.org/officeDocument/2006/relationships/customXml" Target="../ink/ink252.xml"/><Relationship Id="rId264" Type="http://schemas.openxmlformats.org/officeDocument/2006/relationships/image" Target="../media/image233.png"/><Relationship Id="rId17" Type="http://schemas.openxmlformats.org/officeDocument/2006/relationships/image" Target="../media/image27.png"/><Relationship Id="rId38" Type="http://schemas.openxmlformats.org/officeDocument/2006/relationships/customXml" Target="../ink/ink149.xml"/><Relationship Id="rId59" Type="http://schemas.openxmlformats.org/officeDocument/2006/relationships/image" Target="../media/image131.png"/><Relationship Id="rId103" Type="http://schemas.openxmlformats.org/officeDocument/2006/relationships/customXml" Target="../ink/ink182.xml"/><Relationship Id="rId124" Type="http://schemas.openxmlformats.org/officeDocument/2006/relationships/image" Target="../media/image163.png"/><Relationship Id="rId70" Type="http://schemas.openxmlformats.org/officeDocument/2006/relationships/customXml" Target="../ink/ink165.xml"/><Relationship Id="rId91" Type="http://schemas.openxmlformats.org/officeDocument/2006/relationships/customXml" Target="../ink/ink176.xml"/><Relationship Id="rId145" Type="http://schemas.openxmlformats.org/officeDocument/2006/relationships/customXml" Target="../ink/ink203.xml"/><Relationship Id="rId166" Type="http://schemas.openxmlformats.org/officeDocument/2006/relationships/image" Target="../media/image184.png"/><Relationship Id="rId187" Type="http://schemas.openxmlformats.org/officeDocument/2006/relationships/customXml" Target="../ink/ink224.xml"/><Relationship Id="rId1" Type="http://schemas.openxmlformats.org/officeDocument/2006/relationships/slideLayout" Target="../slideLayouts/slideLayout2.xml"/><Relationship Id="rId212" Type="http://schemas.openxmlformats.org/officeDocument/2006/relationships/image" Target="../media/image207.png"/><Relationship Id="rId233" Type="http://schemas.openxmlformats.org/officeDocument/2006/relationships/customXml" Target="../ink/ink247.xml"/><Relationship Id="rId254" Type="http://schemas.openxmlformats.org/officeDocument/2006/relationships/image" Target="../media/image228.png"/><Relationship Id="rId28" Type="http://schemas.openxmlformats.org/officeDocument/2006/relationships/customXml" Target="../ink/ink144.xml"/><Relationship Id="rId49" Type="http://schemas.openxmlformats.org/officeDocument/2006/relationships/image" Target="../media/image46.png"/><Relationship Id="rId114" Type="http://schemas.openxmlformats.org/officeDocument/2006/relationships/image" Target="../media/image158.png"/><Relationship Id="rId60" Type="http://schemas.openxmlformats.org/officeDocument/2006/relationships/customXml" Target="../ink/ink160.xml"/><Relationship Id="rId81" Type="http://schemas.openxmlformats.org/officeDocument/2006/relationships/image" Target="../media/image142.png"/><Relationship Id="rId135" Type="http://schemas.openxmlformats.org/officeDocument/2006/relationships/customXml" Target="../ink/ink198.xml"/><Relationship Id="rId156" Type="http://schemas.openxmlformats.org/officeDocument/2006/relationships/image" Target="../media/image179.png"/><Relationship Id="rId177" Type="http://schemas.openxmlformats.org/officeDocument/2006/relationships/customXml" Target="../ink/ink219.xml"/><Relationship Id="rId198" Type="http://schemas.openxmlformats.org/officeDocument/2006/relationships/image" Target="../media/image200.png"/><Relationship Id="rId202" Type="http://schemas.openxmlformats.org/officeDocument/2006/relationships/image" Target="../media/image202.png"/><Relationship Id="rId223" Type="http://schemas.openxmlformats.org/officeDocument/2006/relationships/customXml" Target="../ink/ink242.xml"/><Relationship Id="rId244" Type="http://schemas.openxmlformats.org/officeDocument/2006/relationships/image" Target="../media/image223.png"/><Relationship Id="rId18" Type="http://schemas.openxmlformats.org/officeDocument/2006/relationships/customXml" Target="../ink/ink139.xml"/><Relationship Id="rId39" Type="http://schemas.openxmlformats.org/officeDocument/2006/relationships/image" Target="../media/image38.png"/><Relationship Id="rId265" Type="http://schemas.openxmlformats.org/officeDocument/2006/relationships/customXml" Target="../ink/ink263.xml"/><Relationship Id="rId50" Type="http://schemas.openxmlformats.org/officeDocument/2006/relationships/customXml" Target="../ink/ink155.xml"/><Relationship Id="rId104" Type="http://schemas.openxmlformats.org/officeDocument/2006/relationships/image" Target="../media/image153.png"/><Relationship Id="rId125" Type="http://schemas.openxmlformats.org/officeDocument/2006/relationships/customXml" Target="../ink/ink193.xml"/><Relationship Id="rId146" Type="http://schemas.openxmlformats.org/officeDocument/2006/relationships/image" Target="../media/image174.png"/><Relationship Id="rId167" Type="http://schemas.openxmlformats.org/officeDocument/2006/relationships/customXml" Target="../ink/ink214.xml"/><Relationship Id="rId188" Type="http://schemas.openxmlformats.org/officeDocument/2006/relationships/image" Target="../media/image195.png"/><Relationship Id="rId71" Type="http://schemas.openxmlformats.org/officeDocument/2006/relationships/image" Target="../media/image137.png"/><Relationship Id="rId92" Type="http://schemas.openxmlformats.org/officeDocument/2006/relationships/image" Target="../media/image147.png"/><Relationship Id="rId213" Type="http://schemas.openxmlformats.org/officeDocument/2006/relationships/customXml" Target="../ink/ink237.xml"/><Relationship Id="rId234" Type="http://schemas.openxmlformats.org/officeDocument/2006/relationships/image" Target="../media/image218.png"/><Relationship Id="rId2" Type="http://schemas.openxmlformats.org/officeDocument/2006/relationships/customXml" Target="../ink/ink131.xml"/><Relationship Id="rId29" Type="http://schemas.openxmlformats.org/officeDocument/2006/relationships/image" Target="../media/image33.png"/><Relationship Id="rId255" Type="http://schemas.openxmlformats.org/officeDocument/2006/relationships/customXml" Target="../ink/ink258.xml"/><Relationship Id="rId40" Type="http://schemas.openxmlformats.org/officeDocument/2006/relationships/customXml" Target="../ink/ink150.xml"/><Relationship Id="rId115" Type="http://schemas.openxmlformats.org/officeDocument/2006/relationships/customXml" Target="../ink/ink188.xml"/><Relationship Id="rId136" Type="http://schemas.openxmlformats.org/officeDocument/2006/relationships/image" Target="../media/image169.png"/><Relationship Id="rId157" Type="http://schemas.openxmlformats.org/officeDocument/2006/relationships/customXml" Target="../ink/ink209.xml"/><Relationship Id="rId178" Type="http://schemas.openxmlformats.org/officeDocument/2006/relationships/image" Target="../media/image190.png"/><Relationship Id="rId61" Type="http://schemas.openxmlformats.org/officeDocument/2006/relationships/image" Target="../media/image132.png"/><Relationship Id="rId82" Type="http://schemas.openxmlformats.org/officeDocument/2006/relationships/customXml" Target="../ink/ink171.xml"/><Relationship Id="rId199" Type="http://schemas.openxmlformats.org/officeDocument/2006/relationships/customXml" Target="../ink/ink230.xml"/><Relationship Id="rId203" Type="http://schemas.openxmlformats.org/officeDocument/2006/relationships/customXml" Target="../ink/ink232.xml"/><Relationship Id="rId19" Type="http://schemas.openxmlformats.org/officeDocument/2006/relationships/image" Target="../media/image28.png"/><Relationship Id="rId224" Type="http://schemas.openxmlformats.org/officeDocument/2006/relationships/image" Target="../media/image213.png"/><Relationship Id="rId245" Type="http://schemas.openxmlformats.org/officeDocument/2006/relationships/customXml" Target="../ink/ink253.xml"/><Relationship Id="rId266" Type="http://schemas.openxmlformats.org/officeDocument/2006/relationships/image" Target="../media/image234.png"/><Relationship Id="rId30" Type="http://schemas.openxmlformats.org/officeDocument/2006/relationships/customXml" Target="../ink/ink145.xml"/><Relationship Id="rId105" Type="http://schemas.openxmlformats.org/officeDocument/2006/relationships/customXml" Target="../ink/ink183.xml"/><Relationship Id="rId126" Type="http://schemas.openxmlformats.org/officeDocument/2006/relationships/image" Target="../media/image164.png"/><Relationship Id="rId147" Type="http://schemas.openxmlformats.org/officeDocument/2006/relationships/customXml" Target="../ink/ink204.xml"/><Relationship Id="rId168" Type="http://schemas.openxmlformats.org/officeDocument/2006/relationships/image" Target="../media/image185.png"/><Relationship Id="rId51" Type="http://schemas.openxmlformats.org/officeDocument/2006/relationships/image" Target="../media/image47.png"/><Relationship Id="rId72" Type="http://schemas.openxmlformats.org/officeDocument/2006/relationships/customXml" Target="../ink/ink166.xml"/><Relationship Id="rId93" Type="http://schemas.openxmlformats.org/officeDocument/2006/relationships/customXml" Target="../ink/ink177.xml"/><Relationship Id="rId189" Type="http://schemas.openxmlformats.org/officeDocument/2006/relationships/customXml" Target="../ink/ink225.xml"/><Relationship Id="rId3" Type="http://schemas.openxmlformats.org/officeDocument/2006/relationships/image" Target="../media/image129.png"/><Relationship Id="rId214" Type="http://schemas.openxmlformats.org/officeDocument/2006/relationships/image" Target="../media/image208.png"/><Relationship Id="rId235" Type="http://schemas.openxmlformats.org/officeDocument/2006/relationships/customXml" Target="../ink/ink248.xml"/><Relationship Id="rId256" Type="http://schemas.openxmlformats.org/officeDocument/2006/relationships/image" Target="../media/image229.png"/><Relationship Id="rId116" Type="http://schemas.openxmlformats.org/officeDocument/2006/relationships/image" Target="../media/image159.png"/><Relationship Id="rId137" Type="http://schemas.openxmlformats.org/officeDocument/2006/relationships/customXml" Target="../ink/ink199.xml"/><Relationship Id="rId158" Type="http://schemas.openxmlformats.org/officeDocument/2006/relationships/image" Target="../media/image180.png"/><Relationship Id="rId20" Type="http://schemas.openxmlformats.org/officeDocument/2006/relationships/customXml" Target="../ink/ink140.xml"/><Relationship Id="rId41" Type="http://schemas.openxmlformats.org/officeDocument/2006/relationships/image" Target="../media/image39.png"/><Relationship Id="rId62" Type="http://schemas.openxmlformats.org/officeDocument/2006/relationships/customXml" Target="../ink/ink161.xml"/><Relationship Id="rId83" Type="http://schemas.openxmlformats.org/officeDocument/2006/relationships/customXml" Target="../ink/ink172.xml"/><Relationship Id="rId179" Type="http://schemas.openxmlformats.org/officeDocument/2006/relationships/customXml" Target="../ink/ink220.xml"/><Relationship Id="rId190" Type="http://schemas.openxmlformats.org/officeDocument/2006/relationships/image" Target="../media/image196.png"/><Relationship Id="rId204" Type="http://schemas.openxmlformats.org/officeDocument/2006/relationships/image" Target="../media/image203.png"/><Relationship Id="rId225" Type="http://schemas.openxmlformats.org/officeDocument/2006/relationships/customXml" Target="../ink/ink243.xml"/><Relationship Id="rId246" Type="http://schemas.openxmlformats.org/officeDocument/2006/relationships/image" Target="../media/image224.png"/><Relationship Id="rId106" Type="http://schemas.openxmlformats.org/officeDocument/2006/relationships/image" Target="../media/image154.png"/><Relationship Id="rId127" Type="http://schemas.openxmlformats.org/officeDocument/2006/relationships/customXml" Target="../ink/ink194.xml"/><Relationship Id="rId10" Type="http://schemas.openxmlformats.org/officeDocument/2006/relationships/customXml" Target="../ink/ink135.xml"/><Relationship Id="rId31" Type="http://schemas.openxmlformats.org/officeDocument/2006/relationships/image" Target="../media/image34.png"/><Relationship Id="rId52" Type="http://schemas.openxmlformats.org/officeDocument/2006/relationships/customXml" Target="../ink/ink156.xml"/><Relationship Id="rId73" Type="http://schemas.openxmlformats.org/officeDocument/2006/relationships/image" Target="../media/image138.png"/><Relationship Id="rId94" Type="http://schemas.openxmlformats.org/officeDocument/2006/relationships/image" Target="../media/image148.png"/><Relationship Id="rId148" Type="http://schemas.openxmlformats.org/officeDocument/2006/relationships/image" Target="../media/image175.png"/><Relationship Id="rId169" Type="http://schemas.openxmlformats.org/officeDocument/2006/relationships/customXml" Target="../ink/ink215.xml"/><Relationship Id="rId4" Type="http://schemas.openxmlformats.org/officeDocument/2006/relationships/customXml" Target="../ink/ink132.xml"/><Relationship Id="rId180" Type="http://schemas.openxmlformats.org/officeDocument/2006/relationships/image" Target="../media/image191.png"/><Relationship Id="rId215" Type="http://schemas.openxmlformats.org/officeDocument/2006/relationships/customXml" Target="../ink/ink238.xml"/><Relationship Id="rId236" Type="http://schemas.openxmlformats.org/officeDocument/2006/relationships/image" Target="../media/image219.png"/><Relationship Id="rId257" Type="http://schemas.openxmlformats.org/officeDocument/2006/relationships/customXml" Target="../ink/ink259.xml"/><Relationship Id="rId42" Type="http://schemas.openxmlformats.org/officeDocument/2006/relationships/customXml" Target="../ink/ink151.xml"/><Relationship Id="rId84" Type="http://schemas.openxmlformats.org/officeDocument/2006/relationships/image" Target="../media/image143.png"/><Relationship Id="rId138" Type="http://schemas.openxmlformats.org/officeDocument/2006/relationships/image" Target="../media/image170.png"/><Relationship Id="rId191" Type="http://schemas.openxmlformats.org/officeDocument/2006/relationships/customXml" Target="../ink/ink226.xml"/><Relationship Id="rId205" Type="http://schemas.openxmlformats.org/officeDocument/2006/relationships/customXml" Target="../ink/ink233.xml"/><Relationship Id="rId247" Type="http://schemas.openxmlformats.org/officeDocument/2006/relationships/customXml" Target="../ink/ink254.xml"/></Relationships>
</file>

<file path=ppt/slides/_rels/slide15.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IHZwWFHWa-w" TargetMode="External"/><Relationship Id="rId2" Type="http://schemas.openxmlformats.org/officeDocument/2006/relationships/hyperlink" Target="https://ml-cheatsheet.readthedocs.io/en/latest/gradient_descent.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4000" y="1371600"/>
            <a:ext cx="91440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946179" y="408087"/>
            <a:ext cx="10000743" cy="3231654"/>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CSET301 – AI-ML</a:t>
            </a:r>
          </a:p>
          <a:p>
            <a:pPr algn="ctr"/>
            <a:endParaRPr lang="en-US" sz="4800" b="1" dirty="0">
              <a:latin typeface="Times New Roman" panose="020206030504050203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Lecture 4</a:t>
            </a:r>
            <a:r>
              <a:rPr lang="en-US" sz="4000" b="1" dirty="0">
                <a:solidFill>
                  <a:prstClr val="black"/>
                </a:solidFill>
                <a:latin typeface="Times New Roman" panose="02020603050405020304" pitchFamily="18" charset="0"/>
                <a:cs typeface="Times New Roman" panose="02020603050405020304" pitchFamily="18" charset="0"/>
              </a:rPr>
              <a:t> : Gradient Descent</a:t>
            </a:r>
            <a:endPar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Tm="2415"/>
    </mc:Choice>
    <mc:Fallback xmlns="">
      <p:transition advTm="2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Outline</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1569660"/>
          </a:xfrm>
          <a:prstGeom prst="rect">
            <a:avLst/>
          </a:prstGeom>
          <a:noFill/>
        </p:spPr>
        <p:txBody>
          <a:bodyPr wrap="square">
            <a:spAutoFit/>
          </a:bodyPr>
          <a:lstStyle/>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Gradient Descent Algorithm</a:t>
            </a: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First order derivatives </a:t>
            </a: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Linear regression using gradient descent </a:t>
            </a: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Learning rate</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9049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Terms used in ML</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4524315"/>
          </a:xfrm>
          <a:prstGeom prst="rect">
            <a:avLst/>
          </a:prstGeom>
          <a:noFill/>
        </p:spPr>
        <p:txBody>
          <a:bodyPr wrap="square">
            <a:spAutoFit/>
          </a:bodyPr>
          <a:lstStyle/>
          <a:p>
            <a:r>
              <a:rPr lang="en-US" altLang="en-US" sz="2400" b="1" dirty="0">
                <a:latin typeface="Times New Roman" panose="02020603050405020304" pitchFamily="18" charset="0"/>
                <a:cs typeface="Times New Roman" panose="02020603050405020304" pitchFamily="18" charset="0"/>
              </a:rPr>
              <a:t>Optimization: </a:t>
            </a:r>
            <a:r>
              <a:rPr lang="en-US" altLang="en-US" sz="2400" dirty="0">
                <a:latin typeface="Times New Roman" panose="02020603050405020304" pitchFamily="18" charset="0"/>
                <a:cs typeface="Times New Roman" panose="02020603050405020304" pitchFamily="18" charset="0"/>
              </a:rPr>
              <a:t>Refers to process of adjusting the parameters of a model to minimize (or maximize) an objective function.</a:t>
            </a:r>
          </a:p>
          <a:p>
            <a:endParaRPr lang="en-US"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Objective function:</a:t>
            </a:r>
            <a:r>
              <a:rPr lang="en-US" altLang="en-US" sz="2400" dirty="0">
                <a:latin typeface="Times New Roman" panose="02020603050405020304" pitchFamily="18" charset="0"/>
                <a:cs typeface="Times New Roman" panose="02020603050405020304" pitchFamily="18" charset="0"/>
              </a:rPr>
              <a:t> General term for any function to be optimized in mathematical optimization problem. Measures how well the model performs on a task: such as minimizing the error on a set of training data.</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There are various optimization algorithms used in machine learning to find the optimal set of parameters. These algorithms are responsible for updating the model parameters iteratively during the training process.</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One such optimization method is </a:t>
            </a:r>
            <a:r>
              <a:rPr lang="en-US" altLang="en-US" sz="2400" b="1" dirty="0">
                <a:latin typeface="Times New Roman" panose="02020603050405020304" pitchFamily="18" charset="0"/>
                <a:cs typeface="Times New Roman" panose="02020603050405020304" pitchFamily="18" charset="0"/>
              </a:rPr>
              <a:t>Gradient Descent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BDA683B-CA8C-C0F7-E581-1C919214F8B7}"/>
                  </a:ext>
                </a:extLst>
              </p14:cNvPr>
              <p14:cNvContentPartPr/>
              <p14:nvPr/>
            </p14:nvContentPartPr>
            <p14:xfrm>
              <a:off x="4246200" y="97560"/>
              <a:ext cx="7362720" cy="5877360"/>
            </p14:xfrm>
          </p:contentPart>
        </mc:Choice>
        <mc:Fallback>
          <p:pic>
            <p:nvPicPr>
              <p:cNvPr id="4" name="Ink 3">
                <a:extLst>
                  <a:ext uri="{FF2B5EF4-FFF2-40B4-BE49-F238E27FC236}">
                    <a16:creationId xmlns:a16="http://schemas.microsoft.com/office/drawing/2014/main" id="{ABDA683B-CA8C-C0F7-E581-1C919214F8B7}"/>
                  </a:ext>
                </a:extLst>
              </p:cNvPr>
              <p:cNvPicPr/>
              <p:nvPr/>
            </p:nvPicPr>
            <p:blipFill>
              <a:blip r:embed="rId3"/>
              <a:stretch>
                <a:fillRect/>
              </a:stretch>
            </p:blipFill>
            <p:spPr>
              <a:xfrm>
                <a:off x="4236840" y="88200"/>
                <a:ext cx="7381440" cy="5896080"/>
              </a:xfrm>
              <a:prstGeom prst="rect">
                <a:avLst/>
              </a:prstGeom>
            </p:spPr>
          </p:pic>
        </mc:Fallback>
      </mc:AlternateContent>
    </p:spTree>
    <p:extLst>
      <p:ext uri="{BB962C8B-B14F-4D97-AF65-F5344CB8AC3E}">
        <p14:creationId xmlns:p14="http://schemas.microsoft.com/office/powerpoint/2010/main" val="3539443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Terms used in ML</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3416320"/>
          </a:xfrm>
          <a:prstGeom prst="rect">
            <a:avLst/>
          </a:prstGeom>
          <a:noFill/>
        </p:spPr>
        <p:txBody>
          <a:bodyPr wrap="square">
            <a:spAutoFit/>
          </a:bodyPr>
          <a:lstStyle/>
          <a:p>
            <a:r>
              <a:rPr lang="en-US" altLang="en-US" sz="2400" b="1" dirty="0">
                <a:latin typeface="Times New Roman" panose="02020603050405020304" pitchFamily="18" charset="0"/>
                <a:cs typeface="Times New Roman" panose="02020603050405020304" pitchFamily="18" charset="0"/>
              </a:rPr>
              <a:t>Gradient Descent</a:t>
            </a:r>
            <a:r>
              <a:rPr lang="en-US" altLang="en-US" sz="2400" dirty="0">
                <a:latin typeface="Times New Roman" panose="02020603050405020304" pitchFamily="18" charset="0"/>
                <a:cs typeface="Times New Roman" panose="02020603050405020304" pitchFamily="18" charset="0"/>
              </a:rPr>
              <a:t> is an iterative optimization algorithm used to find the minimum of a function. In ML, it is used for training models by adjusting parameters. </a:t>
            </a:r>
          </a:p>
          <a:p>
            <a:endParaRPr lang="en-US"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Cost function (or Loss function)</a:t>
            </a:r>
            <a:r>
              <a:rPr lang="en-US" altLang="en-US" sz="2400" dirty="0">
                <a:latin typeface="Times New Roman" panose="02020603050405020304" pitchFamily="18" charset="0"/>
                <a:cs typeface="Times New Roman" panose="02020603050405020304" pitchFamily="18" charset="0"/>
              </a:rPr>
              <a:t> quantifies the error of a model's predictions. The goal of gradient descent is to minimize this function.</a:t>
            </a:r>
          </a:p>
          <a:p>
            <a:endParaRPr lang="en-US"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Note: </a:t>
            </a:r>
            <a:r>
              <a:rPr lang="en-US" altLang="en-US" sz="2400" dirty="0">
                <a:latin typeface="Times New Roman" panose="02020603050405020304" pitchFamily="18" charset="0"/>
                <a:cs typeface="Times New Roman" panose="02020603050405020304" pitchFamily="18" charset="0"/>
              </a:rPr>
              <a:t>In ML, loss functions quantify the error on a single training example, while cost functions represent the average error across the entire training dataset. Essentially, the cost function aggregates the losses from individual data points.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C0FBA83-3892-CEE8-B110-35A6E240498D}"/>
                  </a:ext>
                </a:extLst>
              </p14:cNvPr>
              <p14:cNvContentPartPr/>
              <p14:nvPr/>
            </p14:nvContentPartPr>
            <p14:xfrm>
              <a:off x="814680" y="52920"/>
              <a:ext cx="10450440" cy="4309920"/>
            </p14:xfrm>
          </p:contentPart>
        </mc:Choice>
        <mc:Fallback>
          <p:pic>
            <p:nvPicPr>
              <p:cNvPr id="4" name="Ink 3">
                <a:extLst>
                  <a:ext uri="{FF2B5EF4-FFF2-40B4-BE49-F238E27FC236}">
                    <a16:creationId xmlns:a16="http://schemas.microsoft.com/office/drawing/2014/main" id="{9C0FBA83-3892-CEE8-B110-35A6E240498D}"/>
                  </a:ext>
                </a:extLst>
              </p:cNvPr>
              <p:cNvPicPr/>
              <p:nvPr/>
            </p:nvPicPr>
            <p:blipFill>
              <a:blip r:embed="rId3"/>
              <a:stretch>
                <a:fillRect/>
              </a:stretch>
            </p:blipFill>
            <p:spPr>
              <a:xfrm>
                <a:off x="805320" y="43560"/>
                <a:ext cx="10469160" cy="4328640"/>
              </a:xfrm>
              <a:prstGeom prst="rect">
                <a:avLst/>
              </a:prstGeom>
            </p:spPr>
          </p:pic>
        </mc:Fallback>
      </mc:AlternateContent>
    </p:spTree>
    <p:extLst>
      <p:ext uri="{BB962C8B-B14F-4D97-AF65-F5344CB8AC3E}">
        <p14:creationId xmlns:p14="http://schemas.microsoft.com/office/powerpoint/2010/main" val="4281246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3046988"/>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Gradient descent is a first-order (rely on first derivative) iterative optimization algorithm to find the minimum of a cost/loss function by iteratively adjusting the parameters of a model.</a:t>
            </a: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Think of a </a:t>
            </a:r>
            <a:r>
              <a:rPr lang="en-US" sz="2400" b="1" dirty="0">
                <a:latin typeface="Times New Roman" panose="02020603050405020304" pitchFamily="18" charset="0"/>
                <a:cs typeface="Times New Roman" panose="02020603050405020304" pitchFamily="18" charset="0"/>
              </a:rPr>
              <a:t>gradient</a:t>
            </a:r>
            <a:r>
              <a:rPr lang="en-US" sz="2400" dirty="0">
                <a:latin typeface="Times New Roman" panose="02020603050405020304" pitchFamily="18" charset="0"/>
                <a:cs typeface="Times New Roman" panose="02020603050405020304" pitchFamily="18" charset="0"/>
              </a:rPr>
              <a:t> as a </a:t>
            </a:r>
            <a:r>
              <a:rPr lang="en-US" sz="2400" b="1" dirty="0">
                <a:latin typeface="Times New Roman" panose="02020603050405020304" pitchFamily="18" charset="0"/>
                <a:cs typeface="Times New Roman" panose="02020603050405020304" pitchFamily="18" charset="0"/>
              </a:rPr>
              <a:t>slope</a:t>
            </a:r>
            <a:r>
              <a:rPr lang="en-US" sz="2400" dirty="0">
                <a:latin typeface="Times New Roman" panose="02020603050405020304" pitchFamily="18" charset="0"/>
                <a:cs typeface="Times New Roman" panose="02020603050405020304" pitchFamily="18" charset="0"/>
              </a:rPr>
              <a:t>—just like how steep a hill is. In math, it tells you </a:t>
            </a:r>
            <a:r>
              <a:rPr lang="en-US" sz="2400" b="1" dirty="0">
                <a:latin typeface="Times New Roman" panose="02020603050405020304" pitchFamily="18" charset="0"/>
                <a:cs typeface="Times New Roman" panose="02020603050405020304" pitchFamily="18" charset="0"/>
              </a:rPr>
              <a:t>how fast</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in which direction</a:t>
            </a:r>
            <a:r>
              <a:rPr lang="en-US" sz="2400" dirty="0">
                <a:latin typeface="Times New Roman" panose="02020603050405020304" pitchFamily="18" charset="0"/>
                <a:cs typeface="Times New Roman" panose="02020603050405020304" pitchFamily="18" charset="0"/>
              </a:rPr>
              <a:t> something (like error or loss) is changing.</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6615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Understanding Gradient Descent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FAABABB6-F692-887E-9824-776E30A59BFB}"/>
              </a:ext>
            </a:extLst>
          </p:cNvPr>
          <p:cNvPicPr>
            <a:picLocks noChangeAspect="1"/>
          </p:cNvPicPr>
          <p:nvPr/>
        </p:nvPicPr>
        <p:blipFill>
          <a:blip r:embed="rId2"/>
          <a:stretch>
            <a:fillRect/>
          </a:stretch>
        </p:blipFill>
        <p:spPr>
          <a:xfrm>
            <a:off x="2009396" y="1055644"/>
            <a:ext cx="8319540" cy="5567569"/>
          </a:xfrm>
          <a:prstGeom prst="rect">
            <a:avLst/>
          </a:prstGeom>
        </p:spPr>
      </p:pic>
    </p:spTree>
    <p:extLst>
      <p:ext uri="{BB962C8B-B14F-4D97-AF65-F5344CB8AC3E}">
        <p14:creationId xmlns:p14="http://schemas.microsoft.com/office/powerpoint/2010/main" val="2817587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3046988"/>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Imagine a valley and a person with no sense of direction who wants to get to the bottom of the valley. </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He goes down the slope and takes large steps when the slope is steep and small steps when the slope is less steep. </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He decides his next position based on his current position and stops when he gets to the bottom of the valley which was his goal.</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8904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AA09EED7-E7D4-AAD1-DB0F-D3D9F4E1DF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717130"/>
            <a:ext cx="6000750" cy="33718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85DA90E-8E53-38D7-1312-67BA1ACDD980}"/>
              </a:ext>
            </a:extLst>
          </p:cNvPr>
          <p:cNvSpPr txBox="1"/>
          <p:nvPr/>
        </p:nvSpPr>
        <p:spPr>
          <a:xfrm>
            <a:off x="842305" y="1325563"/>
            <a:ext cx="5158446" cy="4154984"/>
          </a:xfrm>
          <a:prstGeom prst="rect">
            <a:avLst/>
          </a:prstGeom>
          <a:noFill/>
        </p:spPr>
        <p:txBody>
          <a:bodyPr wrap="square">
            <a:spAutoFit/>
          </a:bodyPr>
          <a:lstStyle/>
          <a:p>
            <a:r>
              <a:rPr lang="en-US" altLang="en-US" sz="2400" b="1" dirty="0">
                <a:latin typeface="Times New Roman" panose="02020603050405020304" pitchFamily="18" charset="0"/>
                <a:cs typeface="Times New Roman" panose="02020603050405020304" pitchFamily="18" charset="0"/>
              </a:rPr>
              <a:t>Primary purpose</a:t>
            </a:r>
            <a:r>
              <a:rPr lang="en-US" altLang="en-US" sz="2400" dirty="0">
                <a:latin typeface="Times New Roman" panose="02020603050405020304" pitchFamily="18" charset="0"/>
                <a:cs typeface="Times New Roman" panose="02020603050405020304" pitchFamily="18" charset="0"/>
              </a:rPr>
              <a:t>: Minimize cost function by iteratively adjusting the parameters (weights) of a model.</a:t>
            </a:r>
          </a:p>
          <a:p>
            <a:endParaRPr lang="en-US"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Steps:</a:t>
            </a:r>
          </a:p>
          <a:p>
            <a:pPr marL="342900" indent="-342900">
              <a:buFont typeface="Arial" panose="020B0604020202020204" pitchFamily="34" charset="0"/>
              <a:buChar char="•"/>
            </a:pPr>
            <a:r>
              <a:rPr lang="en-US" sz="2400" b="0" i="0" dirty="0">
                <a:solidFill>
                  <a:srgbClr val="242424"/>
                </a:solidFill>
                <a:effectLst/>
                <a:latin typeface="Times New Roman" panose="02020603050405020304" pitchFamily="18" charset="0"/>
                <a:cs typeface="Times New Roman" panose="02020603050405020304" pitchFamily="18" charset="0"/>
              </a:rPr>
              <a:t>Start with an initial set of weights. </a:t>
            </a:r>
          </a:p>
          <a:p>
            <a:pPr marL="342900" indent="-342900">
              <a:buFont typeface="Arial" panose="020B0604020202020204" pitchFamily="34" charset="0"/>
              <a:buChar char="•"/>
            </a:pPr>
            <a:endParaRPr lang="en-US" sz="2400" dirty="0">
              <a:solidFill>
                <a:srgbClr val="242424"/>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a:solidFill>
                  <a:srgbClr val="242424"/>
                </a:solidFill>
                <a:effectLst/>
                <a:latin typeface="Times New Roman" panose="02020603050405020304" pitchFamily="18" charset="0"/>
                <a:cs typeface="Times New Roman" panose="02020603050405020304" pitchFamily="18" charset="0"/>
              </a:rPr>
              <a:t>In each iteration, compute the gradient of the loss function </a:t>
            </a:r>
            <a:r>
              <a:rPr lang="en-US" sz="2400" b="0" i="0" dirty="0" err="1">
                <a:solidFill>
                  <a:srgbClr val="242424"/>
                </a:solidFill>
                <a:effectLst/>
                <a:latin typeface="Times New Roman" panose="02020603050405020304" pitchFamily="18" charset="0"/>
                <a:cs typeface="Times New Roman" panose="02020603050405020304" pitchFamily="18" charset="0"/>
              </a:rPr>
              <a:t>wrt</a:t>
            </a:r>
            <a:r>
              <a:rPr lang="en-US" sz="2400" b="0" i="0" dirty="0">
                <a:solidFill>
                  <a:srgbClr val="242424"/>
                </a:solidFill>
                <a:effectLst/>
                <a:latin typeface="Times New Roman" panose="02020603050405020304" pitchFamily="18" charset="0"/>
                <a:cs typeface="Times New Roman" panose="02020603050405020304" pitchFamily="18" charset="0"/>
              </a:rPr>
              <a:t> w</a:t>
            </a:r>
          </a:p>
          <a:p>
            <a:pPr marL="342900" indent="-342900">
              <a:buFont typeface="Arial" panose="020B0604020202020204" pitchFamily="34" charset="0"/>
              <a:buChar char="•"/>
            </a:pPr>
            <a:endParaRPr lang="en-US" sz="2400" b="0" i="0" dirty="0">
              <a:solidFill>
                <a:srgbClr val="242424"/>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1" dirty="0">
                <a:solidFill>
                  <a:srgbClr val="242424"/>
                </a:solidFill>
                <a:effectLst/>
                <a:latin typeface="Times New Roman" panose="02020603050405020304" pitchFamily="18" charset="0"/>
                <a:cs typeface="Times New Roman" panose="02020603050405020304" pitchFamily="18" charset="0"/>
              </a:rPr>
              <a:t>α</a:t>
            </a:r>
            <a:r>
              <a:rPr lang="en-US" sz="2400" b="0" i="0" dirty="0">
                <a:solidFill>
                  <a:srgbClr val="242424"/>
                </a:solidFill>
                <a:effectLst/>
                <a:latin typeface="Times New Roman" panose="02020603050405020304" pitchFamily="18" charset="0"/>
                <a:cs typeface="Times New Roman" panose="02020603050405020304" pitchFamily="18" charset="0"/>
              </a:rPr>
              <a:t> is the learning rate</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0394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85DA90E-8E53-38D7-1312-67BA1ACDD980}"/>
              </a:ext>
            </a:extLst>
          </p:cNvPr>
          <p:cNvSpPr txBox="1"/>
          <p:nvPr/>
        </p:nvSpPr>
        <p:spPr>
          <a:xfrm>
            <a:off x="842305" y="1325563"/>
            <a:ext cx="5158446" cy="4524315"/>
          </a:xfrm>
          <a:prstGeom prst="rect">
            <a:avLst/>
          </a:prstGeom>
          <a:noFill/>
        </p:spPr>
        <p:txBody>
          <a:bodyPr wrap="square">
            <a:spAutoFit/>
          </a:bodyPr>
          <a:lstStyle/>
          <a:p>
            <a:pPr marL="342900" indent="-342900">
              <a:buFont typeface="Arial" panose="020B0604020202020204" pitchFamily="34" charset="0"/>
              <a:buChar char="•"/>
            </a:pPr>
            <a:endParaRPr lang="en-US" sz="2400" dirty="0">
              <a:solidFill>
                <a:srgbClr val="242424"/>
              </a:solidFill>
              <a:latin typeface="source-serif-pro"/>
            </a:endParaRPr>
          </a:p>
          <a:p>
            <a:pPr marL="342900" indent="-342900">
              <a:buFont typeface="Arial" panose="020B0604020202020204" pitchFamily="34" charset="0"/>
              <a:buChar char="•"/>
            </a:pPr>
            <a:r>
              <a:rPr lang="en-US" sz="2400" b="0" i="1" dirty="0" err="1">
                <a:solidFill>
                  <a:srgbClr val="242424"/>
                </a:solidFill>
                <a:effectLst/>
                <a:latin typeface="source-serif-pro"/>
              </a:rPr>
              <a:t>δl</a:t>
            </a:r>
            <a:r>
              <a:rPr lang="en-US" sz="2400" b="0" i="0" dirty="0" err="1">
                <a:solidFill>
                  <a:srgbClr val="242424"/>
                </a:solidFill>
                <a:effectLst/>
                <a:latin typeface="source-serif-pro"/>
              </a:rPr>
              <a:t>oss</a:t>
            </a:r>
            <a:r>
              <a:rPr lang="en-US" sz="2400" b="0" i="0" dirty="0">
                <a:solidFill>
                  <a:srgbClr val="242424"/>
                </a:solidFill>
                <a:effectLst/>
                <a:latin typeface="source-serif-pro"/>
              </a:rPr>
              <a:t>​/</a:t>
            </a:r>
            <a:r>
              <a:rPr lang="en-US" sz="2400" b="0" i="1" dirty="0" err="1">
                <a:solidFill>
                  <a:srgbClr val="242424"/>
                </a:solidFill>
                <a:effectLst/>
                <a:latin typeface="source-serif-pro"/>
              </a:rPr>
              <a:t>δw</a:t>
            </a:r>
            <a:r>
              <a:rPr lang="en-US" sz="2400" b="0" i="1" dirty="0">
                <a:solidFill>
                  <a:srgbClr val="242424"/>
                </a:solidFill>
                <a:effectLst/>
                <a:latin typeface="source-serif-pro"/>
              </a:rPr>
              <a:t>: </a:t>
            </a:r>
            <a:r>
              <a:rPr lang="en-US" sz="2400" b="0" dirty="0">
                <a:solidFill>
                  <a:srgbClr val="242424"/>
                </a:solidFill>
                <a:effectLst/>
                <a:latin typeface="source-serif-pro"/>
              </a:rPr>
              <a:t>G</a:t>
            </a:r>
            <a:r>
              <a:rPr lang="en-US" sz="2400" b="0" i="0" dirty="0">
                <a:solidFill>
                  <a:srgbClr val="242424"/>
                </a:solidFill>
                <a:effectLst/>
                <a:latin typeface="source-serif-pro"/>
              </a:rPr>
              <a:t>radient of the </a:t>
            </a:r>
            <a:r>
              <a:rPr lang="en-US" sz="2400" dirty="0">
                <a:solidFill>
                  <a:srgbClr val="242424"/>
                </a:solidFill>
                <a:latin typeface="source-serif-pro"/>
              </a:rPr>
              <a:t>loss</a:t>
            </a:r>
            <a:r>
              <a:rPr lang="en-US" sz="2400" b="0" i="0" dirty="0">
                <a:solidFill>
                  <a:srgbClr val="242424"/>
                </a:solidFill>
                <a:effectLst/>
                <a:latin typeface="source-serif-pro"/>
              </a:rPr>
              <a:t> function. Represents the rate of change of the loss </a:t>
            </a:r>
            <a:r>
              <a:rPr lang="en-US" sz="2400" b="0" i="0" dirty="0" err="1">
                <a:solidFill>
                  <a:srgbClr val="242424"/>
                </a:solidFill>
                <a:effectLst/>
                <a:latin typeface="source-serif-pro"/>
              </a:rPr>
              <a:t>wrt</a:t>
            </a:r>
            <a:r>
              <a:rPr lang="en-US" sz="2400" b="0" i="0" dirty="0">
                <a:solidFill>
                  <a:srgbClr val="242424"/>
                </a:solidFill>
                <a:effectLst/>
                <a:latin typeface="source-serif-pro"/>
              </a:rPr>
              <a:t>. the weight parameter. </a:t>
            </a:r>
          </a:p>
          <a:p>
            <a:pPr marL="342900" indent="-342900">
              <a:buFont typeface="Arial" panose="020B0604020202020204" pitchFamily="34" charset="0"/>
              <a:buChar char="•"/>
            </a:pPr>
            <a:endParaRPr lang="en-US" sz="2400" b="0" i="0" dirty="0">
              <a:solidFill>
                <a:srgbClr val="242424"/>
              </a:solidFill>
              <a:effectLst/>
              <a:latin typeface="source-serif-pro"/>
            </a:endParaRPr>
          </a:p>
          <a:p>
            <a:pPr marL="342900" indent="-342900">
              <a:buFont typeface="Arial" panose="020B0604020202020204" pitchFamily="34" charset="0"/>
              <a:buChar char="•"/>
            </a:pPr>
            <a:r>
              <a:rPr lang="en-US" sz="2400" dirty="0">
                <a:solidFill>
                  <a:srgbClr val="242424"/>
                </a:solidFill>
                <a:latin typeface="source-serif-pro"/>
              </a:rPr>
              <a:t>Th</a:t>
            </a:r>
            <a:r>
              <a:rPr lang="en-US" sz="2400" b="0" i="0" dirty="0">
                <a:solidFill>
                  <a:srgbClr val="242424"/>
                </a:solidFill>
                <a:effectLst/>
                <a:latin typeface="source-serif-pro"/>
              </a:rPr>
              <a:t>e goal is to adjust the weights in the direction that minimizes the loss, and the derivative provides information about the slope of the loss function at a specific point in the parameter space.</a:t>
            </a:r>
            <a:endParaRPr lang="en-US" altLang="en-US" sz="2400"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BAE70515-A021-1A64-38F3-0DE8AD6CF5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717130"/>
            <a:ext cx="6000750" cy="337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0959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4F17E9-FD22-86D8-DA03-6473A42BCE8C}"/>
              </a:ext>
            </a:extLst>
          </p:cNvPr>
          <p:cNvSpPr txBox="1"/>
          <p:nvPr/>
        </p:nvSpPr>
        <p:spPr>
          <a:xfrm>
            <a:off x="842305" y="1325563"/>
            <a:ext cx="10775072" cy="2677656"/>
          </a:xfrm>
          <a:prstGeom prst="rect">
            <a:avLst/>
          </a:prstGeom>
          <a:noFill/>
        </p:spPr>
        <p:txBody>
          <a:bodyPr wrap="square">
            <a:spAutoFit/>
          </a:bodyPr>
          <a:lstStyle/>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 linear regression, we aim to find the line that best represents the relationship between variables. This line is defined by its slope and intercept. Finding the optimal values for these parameters is crucial for accurate predictions.</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Gradient descent is used in linear regression to find the line of best fit by iteratively minimizing the difference between predicted and actual values.</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988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4F17E9-FD22-86D8-DA03-6473A42BCE8C}"/>
              </a:ext>
            </a:extLst>
          </p:cNvPr>
          <p:cNvSpPr txBox="1"/>
          <p:nvPr/>
        </p:nvSpPr>
        <p:spPr>
          <a:xfrm>
            <a:off x="842305" y="1235623"/>
            <a:ext cx="10775072" cy="5262979"/>
          </a:xfrm>
          <a:prstGeom prst="rect">
            <a:avLst/>
          </a:prstGeom>
          <a:noFill/>
        </p:spPr>
        <p:txBody>
          <a:bodyPr wrap="square">
            <a:spAutoFit/>
          </a:bodyPr>
          <a:lstStyle/>
          <a:p>
            <a:r>
              <a:rPr lang="en-US" altLang="en-US" sz="2400" b="1" dirty="0">
                <a:latin typeface="Times New Roman" panose="02020603050405020304" pitchFamily="18" charset="0"/>
                <a:cs typeface="Times New Roman" panose="02020603050405020304" pitchFamily="18" charset="0"/>
              </a:rPr>
              <a:t>The Gradient Descent Approach:</a:t>
            </a:r>
          </a:p>
          <a:p>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Start with an initial guess</a:t>
            </a:r>
            <a:r>
              <a:rPr lang="en-US" altLang="en-US" sz="2400" dirty="0">
                <a:latin typeface="Times New Roman" panose="02020603050405020304" pitchFamily="18" charset="0"/>
                <a:cs typeface="Times New Roman" panose="02020603050405020304" pitchFamily="18" charset="0"/>
              </a:rPr>
              <a:t>: We begin with random values for the slope and intercept.</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Calculate the gradient</a:t>
            </a:r>
            <a:r>
              <a:rPr lang="en-US" altLang="en-US" sz="2400" dirty="0">
                <a:latin typeface="Times New Roman" panose="02020603050405020304" pitchFamily="18" charset="0"/>
                <a:cs typeface="Times New Roman" panose="02020603050405020304" pitchFamily="18" charset="0"/>
              </a:rPr>
              <a:t>: We compute the gradient/derivative of the cost function, </a:t>
            </a:r>
            <a:r>
              <a:rPr lang="en-US" altLang="en-US" sz="2400" dirty="0">
                <a:highlight>
                  <a:srgbClr val="00FFFF"/>
                </a:highlight>
                <a:latin typeface="Times New Roman" panose="02020603050405020304" pitchFamily="18" charset="0"/>
                <a:cs typeface="Times New Roman" panose="02020603050405020304" pitchFamily="18" charset="0"/>
              </a:rPr>
              <a:t>Gradient indicates the direction in which the cost function is increasing. </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Take a step in the opposite direction</a:t>
            </a:r>
            <a:r>
              <a:rPr lang="en-US" altLang="en-US" sz="2400" dirty="0">
                <a:latin typeface="Times New Roman" panose="02020603050405020304" pitchFamily="18" charset="0"/>
                <a:cs typeface="Times New Roman" panose="02020603050405020304" pitchFamily="18" charset="0"/>
              </a:rPr>
              <a:t>: To minimize the cost, we move the slope and intercept in the opposite direction of the gradient. The size of the step is determined by the learning rate (a hyperparameter).</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Repeat</a:t>
            </a:r>
            <a:r>
              <a:rPr lang="en-US" altLang="en-US" sz="2400" dirty="0">
                <a:latin typeface="Times New Roman" panose="02020603050405020304" pitchFamily="18" charset="0"/>
                <a:cs typeface="Times New Roman" panose="02020603050405020304" pitchFamily="18" charset="0"/>
              </a:rPr>
              <a:t>: We repeat the gradient calculation and update steps until the cost function reaches a minimum (or a satisfactory low value). </a:t>
            </a:r>
          </a:p>
        </p:txBody>
      </p:sp>
    </p:spTree>
    <p:extLst>
      <p:ext uri="{BB962C8B-B14F-4D97-AF65-F5344CB8AC3E}">
        <p14:creationId xmlns:p14="http://schemas.microsoft.com/office/powerpoint/2010/main" val="849132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4F17E9-FD22-86D8-DA03-6473A42BCE8C}"/>
              </a:ext>
            </a:extLst>
          </p:cNvPr>
          <p:cNvSpPr txBox="1"/>
          <p:nvPr/>
        </p:nvSpPr>
        <p:spPr>
          <a:xfrm>
            <a:off x="842305" y="1325563"/>
            <a:ext cx="10775072" cy="4524315"/>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Linear regression: </a:t>
            </a:r>
          </a:p>
          <a:p>
            <a:pPr algn="ctr"/>
            <a:r>
              <a:rPr lang="en-US" altLang="en-US" sz="2400" b="1" i="1" dirty="0">
                <a:latin typeface="Times New Roman" panose="02020603050405020304" pitchFamily="18" charset="0"/>
                <a:cs typeface="Times New Roman" panose="02020603050405020304" pitchFamily="18" charset="0"/>
              </a:rPr>
              <a:t>y = mx + c</a:t>
            </a:r>
          </a:p>
          <a:p>
            <a:pPr algn="ctr"/>
            <a:endParaRPr lang="en-US" altLang="en-US" sz="2400" b="1" i="1"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Let’s apply Gradient Descent to </a:t>
            </a:r>
            <a:r>
              <a:rPr lang="en-US" altLang="en-US" sz="2400" b="1" i="1" dirty="0">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and </a:t>
            </a:r>
            <a:r>
              <a:rPr lang="en-US" altLang="en-US" sz="2400" b="1" i="1" dirty="0">
                <a:latin typeface="Times New Roman" panose="02020603050405020304" pitchFamily="18" charset="0"/>
                <a:cs typeface="Times New Roman" panose="02020603050405020304" pitchFamily="18" charset="0"/>
              </a:rPr>
              <a:t>c</a:t>
            </a:r>
            <a:r>
              <a:rPr lang="en-US" altLang="en-US" sz="2400" dirty="0">
                <a:latin typeface="Times New Roman" panose="02020603050405020304" pitchFamily="18" charset="0"/>
                <a:cs typeface="Times New Roman" panose="02020603050405020304" pitchFamily="18" charset="0"/>
              </a:rPr>
              <a:t> and approach it step by step:– </a:t>
            </a:r>
          </a:p>
          <a:p>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Initially let m = 0 and c = 0. </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Let </a:t>
            </a:r>
            <a:r>
              <a:rPr lang="en-US" altLang="en-US" sz="2400" b="1" i="1" dirty="0">
                <a:latin typeface="Times New Roman" panose="02020603050405020304" pitchFamily="18" charset="0"/>
                <a:cs typeface="Times New Roman" panose="02020603050405020304" pitchFamily="18" charset="0"/>
              </a:rPr>
              <a:t>L</a:t>
            </a:r>
            <a:r>
              <a:rPr lang="en-US" altLang="en-US" sz="2400" dirty="0">
                <a:latin typeface="Times New Roman" panose="02020603050405020304" pitchFamily="18" charset="0"/>
                <a:cs typeface="Times New Roman" panose="02020603050405020304" pitchFamily="18" charset="0"/>
              </a:rPr>
              <a:t> be our learning rate. This controls how much the value of m changes with each step. </a:t>
            </a:r>
            <a:r>
              <a:rPr lang="en-US" altLang="en-US" sz="2400" b="1" i="1" dirty="0">
                <a:latin typeface="Times New Roman" panose="02020603050405020304" pitchFamily="18" charset="0"/>
                <a:cs typeface="Times New Roman" panose="02020603050405020304" pitchFamily="18" charset="0"/>
              </a:rPr>
              <a:t>L</a:t>
            </a:r>
            <a:r>
              <a:rPr lang="en-US" altLang="en-US" sz="2400" dirty="0">
                <a:latin typeface="Times New Roman" panose="02020603050405020304" pitchFamily="18" charset="0"/>
                <a:cs typeface="Times New Roman" panose="02020603050405020304" pitchFamily="18" charset="0"/>
              </a:rPr>
              <a:t> could be a small value like 0.0001 for good accuracy.</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Calculate the partial derivative of the loss function with respect to </a:t>
            </a:r>
            <a:r>
              <a:rPr lang="en-US" altLang="en-US" sz="2400" b="1" i="1" dirty="0">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and plug in the current values of x, y, m and c in it to obtain the derivative value D.</a:t>
            </a:r>
          </a:p>
        </p:txBody>
      </p:sp>
    </p:spTree>
    <p:extLst>
      <p:ext uri="{BB962C8B-B14F-4D97-AF65-F5344CB8AC3E}">
        <p14:creationId xmlns:p14="http://schemas.microsoft.com/office/powerpoint/2010/main" val="2878441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4F17E9-FD22-86D8-DA03-6473A42BCE8C}"/>
              </a:ext>
            </a:extLst>
          </p:cNvPr>
          <p:cNvSpPr txBox="1"/>
          <p:nvPr/>
        </p:nvSpPr>
        <p:spPr>
          <a:xfrm>
            <a:off x="842305" y="1325563"/>
            <a:ext cx="10775072" cy="3416320"/>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Lets say our loss function </a:t>
            </a:r>
            <a:r>
              <a:rPr lang="en-US" altLang="en-US" sz="2400" b="1" i="1" dirty="0">
                <a:latin typeface="Times New Roman" panose="02020603050405020304" pitchFamily="18" charset="0"/>
                <a:cs typeface="Times New Roman" panose="02020603050405020304" pitchFamily="18" charset="0"/>
              </a:rPr>
              <a:t>l</a:t>
            </a:r>
            <a:r>
              <a:rPr lang="en-US" altLang="en-US" sz="2400" dirty="0">
                <a:latin typeface="Times New Roman" panose="02020603050405020304" pitchFamily="18" charset="0"/>
                <a:cs typeface="Times New Roman" panose="02020603050405020304" pitchFamily="18" charset="0"/>
              </a:rPr>
              <a:t> is MSE:</a:t>
            </a: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Derivative </a:t>
            </a:r>
            <a:r>
              <a:rPr lang="en-US" altLang="en-US" sz="2400" dirty="0" err="1">
                <a:latin typeface="Times New Roman" panose="02020603050405020304" pitchFamily="18" charset="0"/>
                <a:cs typeface="Times New Roman" panose="02020603050405020304" pitchFamily="18" charset="0"/>
              </a:rPr>
              <a:t>wrt</a:t>
            </a:r>
            <a:r>
              <a:rPr lang="en-US" altLang="en-US" sz="2400" dirty="0">
                <a:latin typeface="Times New Roman" panose="02020603050405020304" pitchFamily="18" charset="0"/>
                <a:cs typeface="Times New Roman" panose="02020603050405020304" pitchFamily="18" charset="0"/>
              </a:rPr>
              <a:t> m, D</a:t>
            </a:r>
            <a:r>
              <a:rPr lang="en-US" altLang="en-US" sz="2400" baseline="-25000" dirty="0">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401C9D3-6441-1359-B0F2-0B797CC4F808}"/>
                  </a:ext>
                </a:extLst>
              </p14:cNvPr>
              <p14:cNvContentPartPr/>
              <p14:nvPr/>
            </p14:nvContentPartPr>
            <p14:xfrm>
              <a:off x="3803683" y="2261408"/>
              <a:ext cx="115200" cy="68400"/>
            </p14:xfrm>
          </p:contentPart>
        </mc:Choice>
        <mc:Fallback xmlns="">
          <p:pic>
            <p:nvPicPr>
              <p:cNvPr id="5" name="Ink 4">
                <a:extLst>
                  <a:ext uri="{FF2B5EF4-FFF2-40B4-BE49-F238E27FC236}">
                    <a16:creationId xmlns:a16="http://schemas.microsoft.com/office/drawing/2014/main" id="{1401C9D3-6441-1359-B0F2-0B797CC4F808}"/>
                  </a:ext>
                </a:extLst>
              </p:cNvPr>
              <p:cNvPicPr/>
              <p:nvPr/>
            </p:nvPicPr>
            <p:blipFill>
              <a:blip r:embed="rId3"/>
              <a:stretch>
                <a:fillRect/>
              </a:stretch>
            </p:blipFill>
            <p:spPr>
              <a:xfrm>
                <a:off x="3794683" y="2252768"/>
                <a:ext cx="132840" cy="86040"/>
              </a:xfrm>
              <a:prstGeom prst="rect">
                <a:avLst/>
              </a:prstGeom>
            </p:spPr>
          </p:pic>
        </mc:Fallback>
      </mc:AlternateContent>
      <p:grpSp>
        <p:nvGrpSpPr>
          <p:cNvPr id="11" name="Group 10">
            <a:extLst>
              <a:ext uri="{FF2B5EF4-FFF2-40B4-BE49-F238E27FC236}">
                <a16:creationId xmlns:a16="http://schemas.microsoft.com/office/drawing/2014/main" id="{2055A1B4-1DFE-3D26-A6BC-BD4F342D23D6}"/>
              </a:ext>
            </a:extLst>
          </p:cNvPr>
          <p:cNvGrpSpPr/>
          <p:nvPr/>
        </p:nvGrpSpPr>
        <p:grpSpPr>
          <a:xfrm>
            <a:off x="4249723" y="2095448"/>
            <a:ext cx="246960" cy="301680"/>
            <a:chOff x="4249723" y="2095448"/>
            <a:chExt cx="246960" cy="301680"/>
          </a:xfrm>
        </p:grpSpPr>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D5DA8F06-41ED-5993-1307-983F16EDDCF3}"/>
                    </a:ext>
                  </a:extLst>
                </p14:cNvPr>
                <p14:cNvContentPartPr/>
                <p14:nvPr/>
              </p14:nvContentPartPr>
              <p14:xfrm>
                <a:off x="4345843" y="2095448"/>
                <a:ext cx="15480" cy="259560"/>
              </p14:xfrm>
            </p:contentPart>
          </mc:Choice>
          <mc:Fallback xmlns="">
            <p:pic>
              <p:nvPicPr>
                <p:cNvPr id="8" name="Ink 7">
                  <a:extLst>
                    <a:ext uri="{FF2B5EF4-FFF2-40B4-BE49-F238E27FC236}">
                      <a16:creationId xmlns:a16="http://schemas.microsoft.com/office/drawing/2014/main" id="{D5DA8F06-41ED-5993-1307-983F16EDDCF3}"/>
                    </a:ext>
                  </a:extLst>
                </p:cNvPr>
                <p:cNvPicPr/>
                <p:nvPr/>
              </p:nvPicPr>
              <p:blipFill>
                <a:blip r:embed="rId5"/>
                <a:stretch>
                  <a:fillRect/>
                </a:stretch>
              </p:blipFill>
              <p:spPr>
                <a:xfrm>
                  <a:off x="4336843" y="2086448"/>
                  <a:ext cx="3312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EC307A41-30F0-EEAF-7269-CB37933DBCF9}"/>
                    </a:ext>
                  </a:extLst>
                </p14:cNvPr>
                <p14:cNvContentPartPr/>
                <p14:nvPr/>
              </p14:nvContentPartPr>
              <p14:xfrm>
                <a:off x="4249723" y="2392808"/>
                <a:ext cx="246960" cy="4320"/>
              </p14:xfrm>
            </p:contentPart>
          </mc:Choice>
          <mc:Fallback xmlns="">
            <p:pic>
              <p:nvPicPr>
                <p:cNvPr id="9" name="Ink 8">
                  <a:extLst>
                    <a:ext uri="{FF2B5EF4-FFF2-40B4-BE49-F238E27FC236}">
                      <a16:creationId xmlns:a16="http://schemas.microsoft.com/office/drawing/2014/main" id="{EC307A41-30F0-EEAF-7269-CB37933DBCF9}"/>
                    </a:ext>
                  </a:extLst>
                </p:cNvPr>
                <p:cNvPicPr/>
                <p:nvPr/>
              </p:nvPicPr>
              <p:blipFill>
                <a:blip r:embed="rId7"/>
                <a:stretch>
                  <a:fillRect/>
                </a:stretch>
              </p:blipFill>
              <p:spPr>
                <a:xfrm>
                  <a:off x="4240723" y="2383808"/>
                  <a:ext cx="264600" cy="21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033A3DB-D58A-26FD-CA9C-0ADC2D3DB64B}"/>
                  </a:ext>
                </a:extLst>
              </p14:cNvPr>
              <p14:cNvContentPartPr/>
              <p14:nvPr/>
            </p14:nvContentPartPr>
            <p14:xfrm>
              <a:off x="4342963" y="2511968"/>
              <a:ext cx="274320" cy="122760"/>
            </p14:xfrm>
          </p:contentPart>
        </mc:Choice>
        <mc:Fallback xmlns="">
          <p:pic>
            <p:nvPicPr>
              <p:cNvPr id="10" name="Ink 9">
                <a:extLst>
                  <a:ext uri="{FF2B5EF4-FFF2-40B4-BE49-F238E27FC236}">
                    <a16:creationId xmlns:a16="http://schemas.microsoft.com/office/drawing/2014/main" id="{8033A3DB-D58A-26FD-CA9C-0ADC2D3DB64B}"/>
                  </a:ext>
                </a:extLst>
              </p:cNvPr>
              <p:cNvPicPr/>
              <p:nvPr/>
            </p:nvPicPr>
            <p:blipFill>
              <a:blip r:embed="rId9"/>
              <a:stretch>
                <a:fillRect/>
              </a:stretch>
            </p:blipFill>
            <p:spPr>
              <a:xfrm>
                <a:off x="4334323" y="2502968"/>
                <a:ext cx="291960" cy="140400"/>
              </a:xfrm>
              <a:prstGeom prst="rect">
                <a:avLst/>
              </a:prstGeom>
            </p:spPr>
          </p:pic>
        </mc:Fallback>
      </mc:AlternateContent>
      <p:grpSp>
        <p:nvGrpSpPr>
          <p:cNvPr id="15" name="Group 14">
            <a:extLst>
              <a:ext uri="{FF2B5EF4-FFF2-40B4-BE49-F238E27FC236}">
                <a16:creationId xmlns:a16="http://schemas.microsoft.com/office/drawing/2014/main" id="{48E81633-695F-ABB5-7A01-CF9EAD2AA692}"/>
              </a:ext>
            </a:extLst>
          </p:cNvPr>
          <p:cNvGrpSpPr/>
          <p:nvPr/>
        </p:nvGrpSpPr>
        <p:grpSpPr>
          <a:xfrm>
            <a:off x="4886203" y="2052968"/>
            <a:ext cx="350640" cy="628560"/>
            <a:chOff x="4886203" y="2052968"/>
            <a:chExt cx="350640" cy="628560"/>
          </a:xfrm>
        </p:grpSpPr>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0D253F24-62E1-2AB3-5ED3-B9CA2B725DB6}"/>
                    </a:ext>
                  </a:extLst>
                </p14:cNvPr>
                <p14:cNvContentPartPr/>
                <p14:nvPr/>
              </p14:nvContentPartPr>
              <p14:xfrm>
                <a:off x="4886203" y="2052968"/>
                <a:ext cx="350640" cy="362160"/>
              </p14:xfrm>
            </p:contentPart>
          </mc:Choice>
          <mc:Fallback xmlns="">
            <p:pic>
              <p:nvPicPr>
                <p:cNvPr id="12" name="Ink 11">
                  <a:extLst>
                    <a:ext uri="{FF2B5EF4-FFF2-40B4-BE49-F238E27FC236}">
                      <a16:creationId xmlns:a16="http://schemas.microsoft.com/office/drawing/2014/main" id="{0D253F24-62E1-2AB3-5ED3-B9CA2B725DB6}"/>
                    </a:ext>
                  </a:extLst>
                </p:cNvPr>
                <p:cNvPicPr/>
                <p:nvPr/>
              </p:nvPicPr>
              <p:blipFill>
                <a:blip r:embed="rId11"/>
                <a:stretch>
                  <a:fillRect/>
                </a:stretch>
              </p:blipFill>
              <p:spPr>
                <a:xfrm>
                  <a:off x="4877203" y="2044328"/>
                  <a:ext cx="36828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83989106-ABDD-6CCE-9A0F-362F27237873}"/>
                    </a:ext>
                  </a:extLst>
                </p14:cNvPr>
                <p14:cNvContentPartPr/>
                <p14:nvPr/>
              </p14:nvContentPartPr>
              <p14:xfrm>
                <a:off x="5077723" y="2591168"/>
                <a:ext cx="12960" cy="90360"/>
              </p14:xfrm>
            </p:contentPart>
          </mc:Choice>
          <mc:Fallback xmlns="">
            <p:pic>
              <p:nvPicPr>
                <p:cNvPr id="13" name="Ink 12">
                  <a:extLst>
                    <a:ext uri="{FF2B5EF4-FFF2-40B4-BE49-F238E27FC236}">
                      <a16:creationId xmlns:a16="http://schemas.microsoft.com/office/drawing/2014/main" id="{83989106-ABDD-6CCE-9A0F-362F27237873}"/>
                    </a:ext>
                  </a:extLst>
                </p:cNvPr>
                <p:cNvPicPr/>
                <p:nvPr/>
              </p:nvPicPr>
              <p:blipFill>
                <a:blip r:embed="rId13"/>
                <a:stretch>
                  <a:fillRect/>
                </a:stretch>
              </p:blipFill>
              <p:spPr>
                <a:xfrm>
                  <a:off x="5068723" y="2582528"/>
                  <a:ext cx="306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933DF8BC-054B-C745-D778-AC7DEEA1B72D}"/>
                    </a:ext>
                  </a:extLst>
                </p14:cNvPr>
                <p14:cNvContentPartPr/>
                <p14:nvPr/>
              </p14:nvContentPartPr>
              <p14:xfrm>
                <a:off x="5047123" y="2469848"/>
                <a:ext cx="60840" cy="31680"/>
              </p14:xfrm>
            </p:contentPart>
          </mc:Choice>
          <mc:Fallback xmlns="">
            <p:pic>
              <p:nvPicPr>
                <p:cNvPr id="14" name="Ink 13">
                  <a:extLst>
                    <a:ext uri="{FF2B5EF4-FFF2-40B4-BE49-F238E27FC236}">
                      <a16:creationId xmlns:a16="http://schemas.microsoft.com/office/drawing/2014/main" id="{933DF8BC-054B-C745-D778-AC7DEEA1B72D}"/>
                    </a:ext>
                  </a:extLst>
                </p:cNvPr>
                <p:cNvPicPr/>
                <p:nvPr/>
              </p:nvPicPr>
              <p:blipFill>
                <a:blip r:embed="rId15"/>
                <a:stretch>
                  <a:fillRect/>
                </a:stretch>
              </p:blipFill>
              <p:spPr>
                <a:xfrm>
                  <a:off x="5038483" y="2460848"/>
                  <a:ext cx="78480" cy="49320"/>
                </a:xfrm>
                <a:prstGeom prst="rect">
                  <a:avLst/>
                </a:prstGeom>
              </p:spPr>
            </p:pic>
          </mc:Fallback>
        </mc:AlternateContent>
      </p:grpSp>
      <p:grpSp>
        <p:nvGrpSpPr>
          <p:cNvPr id="27" name="Group 26">
            <a:extLst>
              <a:ext uri="{FF2B5EF4-FFF2-40B4-BE49-F238E27FC236}">
                <a16:creationId xmlns:a16="http://schemas.microsoft.com/office/drawing/2014/main" id="{27A291F9-72D1-39A2-03CA-BCDFD9383732}"/>
              </a:ext>
            </a:extLst>
          </p:cNvPr>
          <p:cNvGrpSpPr/>
          <p:nvPr/>
        </p:nvGrpSpPr>
        <p:grpSpPr>
          <a:xfrm>
            <a:off x="5462203" y="2023448"/>
            <a:ext cx="462240" cy="543960"/>
            <a:chOff x="5462203" y="2023448"/>
            <a:chExt cx="462240" cy="543960"/>
          </a:xfrm>
        </p:grpSpPr>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14F15DB3-C155-93EC-593D-D542F25054A6}"/>
                    </a:ext>
                  </a:extLst>
                </p14:cNvPr>
                <p14:cNvContentPartPr/>
                <p14:nvPr/>
              </p14:nvContentPartPr>
              <p14:xfrm>
                <a:off x="5462203" y="2023448"/>
                <a:ext cx="82080" cy="378000"/>
              </p14:xfrm>
            </p:contentPart>
          </mc:Choice>
          <mc:Fallback xmlns="">
            <p:pic>
              <p:nvPicPr>
                <p:cNvPr id="16" name="Ink 15">
                  <a:extLst>
                    <a:ext uri="{FF2B5EF4-FFF2-40B4-BE49-F238E27FC236}">
                      <a16:creationId xmlns:a16="http://schemas.microsoft.com/office/drawing/2014/main" id="{14F15DB3-C155-93EC-593D-D542F25054A6}"/>
                    </a:ext>
                  </a:extLst>
                </p:cNvPr>
                <p:cNvPicPr/>
                <p:nvPr/>
              </p:nvPicPr>
              <p:blipFill>
                <a:blip r:embed="rId17"/>
                <a:stretch>
                  <a:fillRect/>
                </a:stretch>
              </p:blipFill>
              <p:spPr>
                <a:xfrm>
                  <a:off x="5453563" y="2014808"/>
                  <a:ext cx="99720"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9787C952-4012-ED64-9001-CBD527C9E6DC}"/>
                    </a:ext>
                  </a:extLst>
                </p14:cNvPr>
                <p14:cNvContentPartPr/>
                <p14:nvPr/>
              </p14:nvContentPartPr>
              <p14:xfrm>
                <a:off x="5681443" y="2187968"/>
                <a:ext cx="159480" cy="379440"/>
              </p14:xfrm>
            </p:contentPart>
          </mc:Choice>
          <mc:Fallback xmlns="">
            <p:pic>
              <p:nvPicPr>
                <p:cNvPr id="17" name="Ink 16">
                  <a:extLst>
                    <a:ext uri="{FF2B5EF4-FFF2-40B4-BE49-F238E27FC236}">
                      <a16:creationId xmlns:a16="http://schemas.microsoft.com/office/drawing/2014/main" id="{9787C952-4012-ED64-9001-CBD527C9E6DC}"/>
                    </a:ext>
                  </a:extLst>
                </p:cNvPr>
                <p:cNvPicPr/>
                <p:nvPr/>
              </p:nvPicPr>
              <p:blipFill>
                <a:blip r:embed="rId19"/>
                <a:stretch>
                  <a:fillRect/>
                </a:stretch>
              </p:blipFill>
              <p:spPr>
                <a:xfrm>
                  <a:off x="5672803" y="2178968"/>
                  <a:ext cx="17712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987E634C-F2FA-CFF6-0142-77593A51201B}"/>
                    </a:ext>
                  </a:extLst>
                </p14:cNvPr>
                <p14:cNvContentPartPr/>
                <p14:nvPr/>
              </p14:nvContentPartPr>
              <p14:xfrm>
                <a:off x="5892043" y="2328728"/>
                <a:ext cx="360" cy="98280"/>
              </p14:xfrm>
            </p:contentPart>
          </mc:Choice>
          <mc:Fallback xmlns="">
            <p:pic>
              <p:nvPicPr>
                <p:cNvPr id="18" name="Ink 17">
                  <a:extLst>
                    <a:ext uri="{FF2B5EF4-FFF2-40B4-BE49-F238E27FC236}">
                      <a16:creationId xmlns:a16="http://schemas.microsoft.com/office/drawing/2014/main" id="{987E634C-F2FA-CFF6-0142-77593A51201B}"/>
                    </a:ext>
                  </a:extLst>
                </p:cNvPr>
                <p:cNvPicPr/>
                <p:nvPr/>
              </p:nvPicPr>
              <p:blipFill>
                <a:blip r:embed="rId21"/>
                <a:stretch>
                  <a:fillRect/>
                </a:stretch>
              </p:blipFill>
              <p:spPr>
                <a:xfrm>
                  <a:off x="5883043" y="2320088"/>
                  <a:ext cx="180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EC036D66-A6F9-0BC6-C486-9533861E292E}"/>
                    </a:ext>
                  </a:extLst>
                </p14:cNvPr>
                <p14:cNvContentPartPr/>
                <p14:nvPr/>
              </p14:nvContentPartPr>
              <p14:xfrm>
                <a:off x="5894923" y="2182568"/>
                <a:ext cx="29520" cy="46080"/>
              </p14:xfrm>
            </p:contentPart>
          </mc:Choice>
          <mc:Fallback xmlns="">
            <p:pic>
              <p:nvPicPr>
                <p:cNvPr id="19" name="Ink 18">
                  <a:extLst>
                    <a:ext uri="{FF2B5EF4-FFF2-40B4-BE49-F238E27FC236}">
                      <a16:creationId xmlns:a16="http://schemas.microsoft.com/office/drawing/2014/main" id="{EC036D66-A6F9-0BC6-C486-9533861E292E}"/>
                    </a:ext>
                  </a:extLst>
                </p:cNvPr>
                <p:cNvPicPr/>
                <p:nvPr/>
              </p:nvPicPr>
              <p:blipFill>
                <a:blip r:embed="rId23"/>
                <a:stretch>
                  <a:fillRect/>
                </a:stretch>
              </p:blipFill>
              <p:spPr>
                <a:xfrm>
                  <a:off x="5886283" y="2173568"/>
                  <a:ext cx="47160" cy="63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A4E9F2C4-6F50-0637-6FA3-09D00A879530}"/>
                  </a:ext>
                </a:extLst>
              </p14:cNvPr>
              <p14:cNvContentPartPr/>
              <p14:nvPr/>
            </p14:nvContentPartPr>
            <p14:xfrm>
              <a:off x="6146563" y="2278688"/>
              <a:ext cx="132480" cy="2880"/>
            </p14:xfrm>
          </p:contentPart>
        </mc:Choice>
        <mc:Fallback xmlns="">
          <p:pic>
            <p:nvPicPr>
              <p:cNvPr id="20" name="Ink 19">
                <a:extLst>
                  <a:ext uri="{FF2B5EF4-FFF2-40B4-BE49-F238E27FC236}">
                    <a16:creationId xmlns:a16="http://schemas.microsoft.com/office/drawing/2014/main" id="{A4E9F2C4-6F50-0637-6FA3-09D00A879530}"/>
                  </a:ext>
                </a:extLst>
              </p:cNvPr>
              <p:cNvPicPr/>
              <p:nvPr/>
            </p:nvPicPr>
            <p:blipFill>
              <a:blip r:embed="rId25"/>
              <a:stretch>
                <a:fillRect/>
              </a:stretch>
            </p:blipFill>
            <p:spPr>
              <a:xfrm>
                <a:off x="6137563" y="2269688"/>
                <a:ext cx="150120" cy="20520"/>
              </a:xfrm>
              <a:prstGeom prst="rect">
                <a:avLst/>
              </a:prstGeom>
            </p:spPr>
          </p:pic>
        </mc:Fallback>
      </mc:AlternateContent>
      <p:grpSp>
        <p:nvGrpSpPr>
          <p:cNvPr id="26" name="Group 25">
            <a:extLst>
              <a:ext uri="{FF2B5EF4-FFF2-40B4-BE49-F238E27FC236}">
                <a16:creationId xmlns:a16="http://schemas.microsoft.com/office/drawing/2014/main" id="{F6A1E91F-9759-E39C-CB39-52CBD3F61072}"/>
              </a:ext>
            </a:extLst>
          </p:cNvPr>
          <p:cNvGrpSpPr/>
          <p:nvPr/>
        </p:nvGrpSpPr>
        <p:grpSpPr>
          <a:xfrm>
            <a:off x="6482083" y="1969808"/>
            <a:ext cx="518040" cy="610200"/>
            <a:chOff x="6482083" y="1969808"/>
            <a:chExt cx="518040" cy="610200"/>
          </a:xfrm>
        </p:grpSpPr>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75BFCAB7-97C7-72BB-2336-65DDB20E136D}"/>
                    </a:ext>
                  </a:extLst>
                </p14:cNvPr>
                <p14:cNvContentPartPr/>
                <p14:nvPr/>
              </p14:nvContentPartPr>
              <p14:xfrm>
                <a:off x="6482083" y="2184368"/>
                <a:ext cx="147600" cy="395640"/>
              </p14:xfrm>
            </p:contentPart>
          </mc:Choice>
          <mc:Fallback xmlns="">
            <p:pic>
              <p:nvPicPr>
                <p:cNvPr id="21" name="Ink 20">
                  <a:extLst>
                    <a:ext uri="{FF2B5EF4-FFF2-40B4-BE49-F238E27FC236}">
                      <a16:creationId xmlns:a16="http://schemas.microsoft.com/office/drawing/2014/main" id="{75BFCAB7-97C7-72BB-2336-65DDB20E136D}"/>
                    </a:ext>
                  </a:extLst>
                </p:cNvPr>
                <p:cNvPicPr/>
                <p:nvPr/>
              </p:nvPicPr>
              <p:blipFill>
                <a:blip r:embed="rId27"/>
                <a:stretch>
                  <a:fillRect/>
                </a:stretch>
              </p:blipFill>
              <p:spPr>
                <a:xfrm>
                  <a:off x="6473443" y="2175728"/>
                  <a:ext cx="16524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5E0FB4F8-5C4D-949A-BFA6-D4B988B25451}"/>
                    </a:ext>
                  </a:extLst>
                </p14:cNvPr>
                <p14:cNvContentPartPr/>
                <p14:nvPr/>
              </p14:nvContentPartPr>
              <p14:xfrm>
                <a:off x="6716443" y="2343488"/>
                <a:ext cx="21600" cy="91080"/>
              </p14:xfrm>
            </p:contentPart>
          </mc:Choice>
          <mc:Fallback xmlns="">
            <p:pic>
              <p:nvPicPr>
                <p:cNvPr id="22" name="Ink 21">
                  <a:extLst>
                    <a:ext uri="{FF2B5EF4-FFF2-40B4-BE49-F238E27FC236}">
                      <a16:creationId xmlns:a16="http://schemas.microsoft.com/office/drawing/2014/main" id="{5E0FB4F8-5C4D-949A-BFA6-D4B988B25451}"/>
                    </a:ext>
                  </a:extLst>
                </p:cNvPr>
                <p:cNvPicPr/>
                <p:nvPr/>
              </p:nvPicPr>
              <p:blipFill>
                <a:blip r:embed="rId29"/>
                <a:stretch>
                  <a:fillRect/>
                </a:stretch>
              </p:blipFill>
              <p:spPr>
                <a:xfrm>
                  <a:off x="6707803" y="2334488"/>
                  <a:ext cx="392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 name="Ink 22">
                  <a:extLst>
                    <a:ext uri="{FF2B5EF4-FFF2-40B4-BE49-F238E27FC236}">
                      <a16:creationId xmlns:a16="http://schemas.microsoft.com/office/drawing/2014/main" id="{A4B25BC9-9013-3375-CF5C-2414B7360861}"/>
                    </a:ext>
                  </a:extLst>
                </p14:cNvPr>
                <p14:cNvContentPartPr/>
                <p14:nvPr/>
              </p14:nvContentPartPr>
              <p14:xfrm>
                <a:off x="6727963" y="2209568"/>
                <a:ext cx="14760" cy="19080"/>
              </p14:xfrm>
            </p:contentPart>
          </mc:Choice>
          <mc:Fallback xmlns="">
            <p:pic>
              <p:nvPicPr>
                <p:cNvPr id="23" name="Ink 22">
                  <a:extLst>
                    <a:ext uri="{FF2B5EF4-FFF2-40B4-BE49-F238E27FC236}">
                      <a16:creationId xmlns:a16="http://schemas.microsoft.com/office/drawing/2014/main" id="{A4B25BC9-9013-3375-CF5C-2414B7360861}"/>
                    </a:ext>
                  </a:extLst>
                </p:cNvPr>
                <p:cNvPicPr/>
                <p:nvPr/>
              </p:nvPicPr>
              <p:blipFill>
                <a:blip r:embed="rId31"/>
                <a:stretch>
                  <a:fillRect/>
                </a:stretch>
              </p:blipFill>
              <p:spPr>
                <a:xfrm>
                  <a:off x="6719323" y="2200568"/>
                  <a:ext cx="324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6794673C-FFB6-0F24-80F1-CF8A2A33760E}"/>
                    </a:ext>
                  </a:extLst>
                </p14:cNvPr>
                <p14:cNvContentPartPr/>
                <p14:nvPr/>
              </p14:nvContentPartPr>
              <p14:xfrm>
                <a:off x="6605563" y="1999328"/>
                <a:ext cx="104760" cy="81000"/>
              </p14:xfrm>
            </p:contentPart>
          </mc:Choice>
          <mc:Fallback xmlns="">
            <p:pic>
              <p:nvPicPr>
                <p:cNvPr id="24" name="Ink 23">
                  <a:extLst>
                    <a:ext uri="{FF2B5EF4-FFF2-40B4-BE49-F238E27FC236}">
                      <a16:creationId xmlns:a16="http://schemas.microsoft.com/office/drawing/2014/main" id="{6794673C-FFB6-0F24-80F1-CF8A2A33760E}"/>
                    </a:ext>
                  </a:extLst>
                </p:cNvPr>
                <p:cNvPicPr/>
                <p:nvPr/>
              </p:nvPicPr>
              <p:blipFill>
                <a:blip r:embed="rId33"/>
                <a:stretch>
                  <a:fillRect/>
                </a:stretch>
              </p:blipFill>
              <p:spPr>
                <a:xfrm>
                  <a:off x="6596923" y="1990328"/>
                  <a:ext cx="12240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700D7B37-A5AE-5329-DDC3-55A751CB23D2}"/>
                    </a:ext>
                  </a:extLst>
                </p14:cNvPr>
                <p14:cNvContentPartPr/>
                <p14:nvPr/>
              </p14:nvContentPartPr>
              <p14:xfrm>
                <a:off x="6865483" y="1969808"/>
                <a:ext cx="134640" cy="541800"/>
              </p14:xfrm>
            </p:contentPart>
          </mc:Choice>
          <mc:Fallback xmlns="">
            <p:pic>
              <p:nvPicPr>
                <p:cNvPr id="25" name="Ink 24">
                  <a:extLst>
                    <a:ext uri="{FF2B5EF4-FFF2-40B4-BE49-F238E27FC236}">
                      <a16:creationId xmlns:a16="http://schemas.microsoft.com/office/drawing/2014/main" id="{700D7B37-A5AE-5329-DDC3-55A751CB23D2}"/>
                    </a:ext>
                  </a:extLst>
                </p:cNvPr>
                <p:cNvPicPr/>
                <p:nvPr/>
              </p:nvPicPr>
              <p:blipFill>
                <a:blip r:embed="rId35"/>
                <a:stretch>
                  <a:fillRect/>
                </a:stretch>
              </p:blipFill>
              <p:spPr>
                <a:xfrm>
                  <a:off x="6856483" y="1961168"/>
                  <a:ext cx="152280" cy="55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6CD93F60-59CB-9017-B302-8F5E5C86E828}"/>
                  </a:ext>
                </a:extLst>
              </p14:cNvPr>
              <p14:cNvContentPartPr/>
              <p14:nvPr/>
            </p14:nvContentPartPr>
            <p14:xfrm>
              <a:off x="7081483" y="1874408"/>
              <a:ext cx="124200" cy="131400"/>
            </p14:xfrm>
          </p:contentPart>
        </mc:Choice>
        <mc:Fallback xmlns="">
          <p:pic>
            <p:nvPicPr>
              <p:cNvPr id="28" name="Ink 27">
                <a:extLst>
                  <a:ext uri="{FF2B5EF4-FFF2-40B4-BE49-F238E27FC236}">
                    <a16:creationId xmlns:a16="http://schemas.microsoft.com/office/drawing/2014/main" id="{6CD93F60-59CB-9017-B302-8F5E5C86E828}"/>
                  </a:ext>
                </a:extLst>
              </p:cNvPr>
              <p:cNvPicPr/>
              <p:nvPr/>
            </p:nvPicPr>
            <p:blipFill>
              <a:blip r:embed="rId37"/>
              <a:stretch>
                <a:fillRect/>
              </a:stretch>
            </p:blipFill>
            <p:spPr>
              <a:xfrm>
                <a:off x="7072483" y="1865768"/>
                <a:ext cx="141840" cy="149040"/>
              </a:xfrm>
              <a:prstGeom prst="rect">
                <a:avLst/>
              </a:prstGeom>
            </p:spPr>
          </p:pic>
        </mc:Fallback>
      </mc:AlternateContent>
      <p:grpSp>
        <p:nvGrpSpPr>
          <p:cNvPr id="39" name="Group 38">
            <a:extLst>
              <a:ext uri="{FF2B5EF4-FFF2-40B4-BE49-F238E27FC236}">
                <a16:creationId xmlns:a16="http://schemas.microsoft.com/office/drawing/2014/main" id="{5EE364D1-7A09-F89E-1E94-D9E5C30618BE}"/>
              </a:ext>
            </a:extLst>
          </p:cNvPr>
          <p:cNvGrpSpPr/>
          <p:nvPr/>
        </p:nvGrpSpPr>
        <p:grpSpPr>
          <a:xfrm>
            <a:off x="3847243" y="3148808"/>
            <a:ext cx="113760" cy="90360"/>
            <a:chOff x="3847243" y="3148808"/>
            <a:chExt cx="113760" cy="90360"/>
          </a:xfrm>
        </p:grpSpPr>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2ED430DC-7F79-3EB1-F51E-0909508728CF}"/>
                    </a:ext>
                  </a:extLst>
                </p14:cNvPr>
                <p14:cNvContentPartPr/>
                <p14:nvPr/>
              </p14:nvContentPartPr>
              <p14:xfrm>
                <a:off x="3847243" y="3148808"/>
                <a:ext cx="113760" cy="26280"/>
              </p14:xfrm>
            </p:contentPart>
          </mc:Choice>
          <mc:Fallback xmlns="">
            <p:pic>
              <p:nvPicPr>
                <p:cNvPr id="29" name="Ink 28">
                  <a:extLst>
                    <a:ext uri="{FF2B5EF4-FFF2-40B4-BE49-F238E27FC236}">
                      <a16:creationId xmlns:a16="http://schemas.microsoft.com/office/drawing/2014/main" id="{2ED430DC-7F79-3EB1-F51E-0909508728CF}"/>
                    </a:ext>
                  </a:extLst>
                </p:cNvPr>
                <p:cNvPicPr/>
                <p:nvPr/>
              </p:nvPicPr>
              <p:blipFill>
                <a:blip r:embed="rId39"/>
                <a:stretch>
                  <a:fillRect/>
                </a:stretch>
              </p:blipFill>
              <p:spPr>
                <a:xfrm>
                  <a:off x="3838243" y="3140168"/>
                  <a:ext cx="1314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B00873D1-3ADF-FA3A-E3BD-C9C08CFE8ED4}"/>
                    </a:ext>
                  </a:extLst>
                </p14:cNvPr>
                <p14:cNvContentPartPr/>
                <p14:nvPr/>
              </p14:nvContentPartPr>
              <p14:xfrm>
                <a:off x="3847963" y="3227648"/>
                <a:ext cx="85680" cy="11520"/>
              </p14:xfrm>
            </p:contentPart>
          </mc:Choice>
          <mc:Fallback xmlns="">
            <p:pic>
              <p:nvPicPr>
                <p:cNvPr id="30" name="Ink 29">
                  <a:extLst>
                    <a:ext uri="{FF2B5EF4-FFF2-40B4-BE49-F238E27FC236}">
                      <a16:creationId xmlns:a16="http://schemas.microsoft.com/office/drawing/2014/main" id="{B00873D1-3ADF-FA3A-E3BD-C9C08CFE8ED4}"/>
                    </a:ext>
                  </a:extLst>
                </p:cNvPr>
                <p:cNvPicPr/>
                <p:nvPr/>
              </p:nvPicPr>
              <p:blipFill>
                <a:blip r:embed="rId41"/>
                <a:stretch>
                  <a:fillRect/>
                </a:stretch>
              </p:blipFill>
              <p:spPr>
                <a:xfrm>
                  <a:off x="3839323" y="3218648"/>
                  <a:ext cx="103320" cy="29160"/>
                </a:xfrm>
                <a:prstGeom prst="rect">
                  <a:avLst/>
                </a:prstGeom>
              </p:spPr>
            </p:pic>
          </mc:Fallback>
        </mc:AlternateContent>
      </p:grpSp>
      <p:grpSp>
        <p:nvGrpSpPr>
          <p:cNvPr id="38" name="Group 37">
            <a:extLst>
              <a:ext uri="{FF2B5EF4-FFF2-40B4-BE49-F238E27FC236}">
                <a16:creationId xmlns:a16="http://schemas.microsoft.com/office/drawing/2014/main" id="{9E2B42C9-FDEA-2575-78AC-DBF7FEEE1673}"/>
              </a:ext>
            </a:extLst>
          </p:cNvPr>
          <p:cNvGrpSpPr/>
          <p:nvPr/>
        </p:nvGrpSpPr>
        <p:grpSpPr>
          <a:xfrm>
            <a:off x="4221643" y="3005168"/>
            <a:ext cx="290520" cy="294480"/>
            <a:chOff x="4221643" y="3005168"/>
            <a:chExt cx="290520" cy="294480"/>
          </a:xfrm>
        </p:grpSpPr>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389883D7-0C6C-6969-DAC8-091B9690D22D}"/>
                    </a:ext>
                  </a:extLst>
                </p14:cNvPr>
                <p14:cNvContentPartPr/>
                <p14:nvPr/>
              </p14:nvContentPartPr>
              <p14:xfrm>
                <a:off x="4387603" y="3005168"/>
                <a:ext cx="1440" cy="229320"/>
              </p14:xfrm>
            </p:contentPart>
          </mc:Choice>
          <mc:Fallback xmlns="">
            <p:pic>
              <p:nvPicPr>
                <p:cNvPr id="31" name="Ink 30">
                  <a:extLst>
                    <a:ext uri="{FF2B5EF4-FFF2-40B4-BE49-F238E27FC236}">
                      <a16:creationId xmlns:a16="http://schemas.microsoft.com/office/drawing/2014/main" id="{389883D7-0C6C-6969-DAC8-091B9690D22D}"/>
                    </a:ext>
                  </a:extLst>
                </p:cNvPr>
                <p:cNvPicPr/>
                <p:nvPr/>
              </p:nvPicPr>
              <p:blipFill>
                <a:blip r:embed="rId43"/>
                <a:stretch>
                  <a:fillRect/>
                </a:stretch>
              </p:blipFill>
              <p:spPr>
                <a:xfrm>
                  <a:off x="4378603" y="2996168"/>
                  <a:ext cx="1908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3F1F5A68-9FF2-1143-5217-3941E37CE27E}"/>
                    </a:ext>
                  </a:extLst>
                </p14:cNvPr>
                <p14:cNvContentPartPr/>
                <p14:nvPr/>
              </p14:nvContentPartPr>
              <p14:xfrm>
                <a:off x="4221643" y="3294968"/>
                <a:ext cx="290520" cy="4680"/>
              </p14:xfrm>
            </p:contentPart>
          </mc:Choice>
          <mc:Fallback xmlns="">
            <p:pic>
              <p:nvPicPr>
                <p:cNvPr id="32" name="Ink 31">
                  <a:extLst>
                    <a:ext uri="{FF2B5EF4-FFF2-40B4-BE49-F238E27FC236}">
                      <a16:creationId xmlns:a16="http://schemas.microsoft.com/office/drawing/2014/main" id="{3F1F5A68-9FF2-1143-5217-3941E37CE27E}"/>
                    </a:ext>
                  </a:extLst>
                </p:cNvPr>
                <p:cNvPicPr/>
                <p:nvPr/>
              </p:nvPicPr>
              <p:blipFill>
                <a:blip r:embed="rId45"/>
                <a:stretch>
                  <a:fillRect/>
                </a:stretch>
              </p:blipFill>
              <p:spPr>
                <a:xfrm>
                  <a:off x="4212643" y="3286328"/>
                  <a:ext cx="308160" cy="2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FBDDEA10-C43E-EB0D-69B5-146DD304567F}"/>
                  </a:ext>
                </a:extLst>
              </p14:cNvPr>
              <p14:cNvContentPartPr/>
              <p14:nvPr/>
            </p14:nvContentPartPr>
            <p14:xfrm>
              <a:off x="4316683" y="3503048"/>
              <a:ext cx="259920" cy="122400"/>
            </p14:xfrm>
          </p:contentPart>
        </mc:Choice>
        <mc:Fallback xmlns="">
          <p:pic>
            <p:nvPicPr>
              <p:cNvPr id="33" name="Ink 32">
                <a:extLst>
                  <a:ext uri="{FF2B5EF4-FFF2-40B4-BE49-F238E27FC236}">
                    <a16:creationId xmlns:a16="http://schemas.microsoft.com/office/drawing/2014/main" id="{FBDDEA10-C43E-EB0D-69B5-146DD304567F}"/>
                  </a:ext>
                </a:extLst>
              </p:cNvPr>
              <p:cNvPicPr/>
              <p:nvPr/>
            </p:nvPicPr>
            <p:blipFill>
              <a:blip r:embed="rId47"/>
              <a:stretch>
                <a:fillRect/>
              </a:stretch>
            </p:blipFill>
            <p:spPr>
              <a:xfrm>
                <a:off x="4307683" y="3494048"/>
                <a:ext cx="277560" cy="140040"/>
              </a:xfrm>
              <a:prstGeom prst="rect">
                <a:avLst/>
              </a:prstGeom>
            </p:spPr>
          </p:pic>
        </mc:Fallback>
      </mc:AlternateContent>
      <p:grpSp>
        <p:nvGrpSpPr>
          <p:cNvPr id="45" name="Group 44">
            <a:extLst>
              <a:ext uri="{FF2B5EF4-FFF2-40B4-BE49-F238E27FC236}">
                <a16:creationId xmlns:a16="http://schemas.microsoft.com/office/drawing/2014/main" id="{06E10B17-F72B-87BD-BD8A-38FEC2AD1F79}"/>
              </a:ext>
            </a:extLst>
          </p:cNvPr>
          <p:cNvGrpSpPr/>
          <p:nvPr/>
        </p:nvGrpSpPr>
        <p:grpSpPr>
          <a:xfrm>
            <a:off x="5807443" y="3247448"/>
            <a:ext cx="631080" cy="534600"/>
            <a:chOff x="5807443" y="3247448"/>
            <a:chExt cx="631080" cy="534600"/>
          </a:xfrm>
        </p:grpSpPr>
        <mc:AlternateContent xmlns:mc="http://schemas.openxmlformats.org/markup-compatibility/2006" xmlns:p14="http://schemas.microsoft.com/office/powerpoint/2010/main">
          <mc:Choice Requires="p14">
            <p:contentPart p14:bwMode="auto" r:id="rId48">
              <p14:nvContentPartPr>
                <p14:cNvPr id="41" name="Ink 40">
                  <a:extLst>
                    <a:ext uri="{FF2B5EF4-FFF2-40B4-BE49-F238E27FC236}">
                      <a16:creationId xmlns:a16="http://schemas.microsoft.com/office/drawing/2014/main" id="{CC7443C5-B721-BFE8-C79A-2752815F9E86}"/>
                    </a:ext>
                  </a:extLst>
                </p14:cNvPr>
                <p14:cNvContentPartPr/>
                <p14:nvPr/>
              </p14:nvContentPartPr>
              <p14:xfrm>
                <a:off x="5807443" y="3274808"/>
                <a:ext cx="215640" cy="507240"/>
              </p14:xfrm>
            </p:contentPart>
          </mc:Choice>
          <mc:Fallback xmlns="">
            <p:pic>
              <p:nvPicPr>
                <p:cNvPr id="41" name="Ink 40">
                  <a:extLst>
                    <a:ext uri="{FF2B5EF4-FFF2-40B4-BE49-F238E27FC236}">
                      <a16:creationId xmlns:a16="http://schemas.microsoft.com/office/drawing/2014/main" id="{CC7443C5-B721-BFE8-C79A-2752815F9E86}"/>
                    </a:ext>
                  </a:extLst>
                </p:cNvPr>
                <p:cNvPicPr/>
                <p:nvPr/>
              </p:nvPicPr>
              <p:blipFill>
                <a:blip r:embed="rId49"/>
                <a:stretch>
                  <a:fillRect/>
                </a:stretch>
              </p:blipFill>
              <p:spPr>
                <a:xfrm>
                  <a:off x="5798443" y="3265808"/>
                  <a:ext cx="23328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2" name="Ink 41">
                  <a:extLst>
                    <a:ext uri="{FF2B5EF4-FFF2-40B4-BE49-F238E27FC236}">
                      <a16:creationId xmlns:a16="http://schemas.microsoft.com/office/drawing/2014/main" id="{F7B3222B-40C2-2294-B2CE-D2A38DAAEE41}"/>
                    </a:ext>
                  </a:extLst>
                </p14:cNvPr>
                <p14:cNvContentPartPr/>
                <p14:nvPr/>
              </p14:nvContentPartPr>
              <p14:xfrm>
                <a:off x="6109843" y="3409088"/>
                <a:ext cx="4320" cy="97200"/>
              </p14:xfrm>
            </p:contentPart>
          </mc:Choice>
          <mc:Fallback xmlns="">
            <p:pic>
              <p:nvPicPr>
                <p:cNvPr id="42" name="Ink 41">
                  <a:extLst>
                    <a:ext uri="{FF2B5EF4-FFF2-40B4-BE49-F238E27FC236}">
                      <a16:creationId xmlns:a16="http://schemas.microsoft.com/office/drawing/2014/main" id="{F7B3222B-40C2-2294-B2CE-D2A38DAAEE41}"/>
                    </a:ext>
                  </a:extLst>
                </p:cNvPr>
                <p:cNvPicPr/>
                <p:nvPr/>
              </p:nvPicPr>
              <p:blipFill>
                <a:blip r:embed="rId51"/>
                <a:stretch>
                  <a:fillRect/>
                </a:stretch>
              </p:blipFill>
              <p:spPr>
                <a:xfrm>
                  <a:off x="6101203" y="3400448"/>
                  <a:ext cx="2196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3" name="Ink 42">
                  <a:extLst>
                    <a:ext uri="{FF2B5EF4-FFF2-40B4-BE49-F238E27FC236}">
                      <a16:creationId xmlns:a16="http://schemas.microsoft.com/office/drawing/2014/main" id="{2184E4BE-86C0-9B07-9AA2-FFF86106F30E}"/>
                    </a:ext>
                  </a:extLst>
                </p14:cNvPr>
                <p14:cNvContentPartPr/>
                <p14:nvPr/>
              </p14:nvContentPartPr>
              <p14:xfrm>
                <a:off x="6089683" y="3247448"/>
                <a:ext cx="348840" cy="145080"/>
              </p14:xfrm>
            </p:contentPart>
          </mc:Choice>
          <mc:Fallback xmlns="">
            <p:pic>
              <p:nvPicPr>
                <p:cNvPr id="43" name="Ink 42">
                  <a:extLst>
                    <a:ext uri="{FF2B5EF4-FFF2-40B4-BE49-F238E27FC236}">
                      <a16:creationId xmlns:a16="http://schemas.microsoft.com/office/drawing/2014/main" id="{2184E4BE-86C0-9B07-9AA2-FFF86106F30E}"/>
                    </a:ext>
                  </a:extLst>
                </p:cNvPr>
                <p:cNvPicPr/>
                <p:nvPr/>
              </p:nvPicPr>
              <p:blipFill>
                <a:blip r:embed="rId53"/>
                <a:stretch>
                  <a:fillRect/>
                </a:stretch>
              </p:blipFill>
              <p:spPr>
                <a:xfrm>
                  <a:off x="6080683" y="3238448"/>
                  <a:ext cx="366480" cy="162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44" name="Ink 43">
                <a:extLst>
                  <a:ext uri="{FF2B5EF4-FFF2-40B4-BE49-F238E27FC236}">
                    <a16:creationId xmlns:a16="http://schemas.microsoft.com/office/drawing/2014/main" id="{0C299229-37A5-18C2-6F1A-AAAC0A3FF66F}"/>
                  </a:ext>
                </a:extLst>
              </p14:cNvPr>
              <p14:cNvContentPartPr/>
              <p14:nvPr/>
            </p14:nvContentPartPr>
            <p14:xfrm>
              <a:off x="6673243" y="3107768"/>
              <a:ext cx="200880" cy="438120"/>
            </p14:xfrm>
          </p:contentPart>
        </mc:Choice>
        <mc:Fallback xmlns="">
          <p:pic>
            <p:nvPicPr>
              <p:cNvPr id="44" name="Ink 43">
                <a:extLst>
                  <a:ext uri="{FF2B5EF4-FFF2-40B4-BE49-F238E27FC236}">
                    <a16:creationId xmlns:a16="http://schemas.microsoft.com/office/drawing/2014/main" id="{0C299229-37A5-18C2-6F1A-AAAC0A3FF66F}"/>
                  </a:ext>
                </a:extLst>
              </p:cNvPr>
              <p:cNvPicPr/>
              <p:nvPr/>
            </p:nvPicPr>
            <p:blipFill>
              <a:blip r:embed="rId55"/>
              <a:stretch>
                <a:fillRect/>
              </a:stretch>
            </p:blipFill>
            <p:spPr>
              <a:xfrm>
                <a:off x="6664603" y="3099128"/>
                <a:ext cx="218520" cy="455760"/>
              </a:xfrm>
              <a:prstGeom prst="rect">
                <a:avLst/>
              </a:prstGeom>
            </p:spPr>
          </p:pic>
        </mc:Fallback>
      </mc:AlternateContent>
      <p:grpSp>
        <p:nvGrpSpPr>
          <p:cNvPr id="57" name="Group 56">
            <a:extLst>
              <a:ext uri="{FF2B5EF4-FFF2-40B4-BE49-F238E27FC236}">
                <a16:creationId xmlns:a16="http://schemas.microsoft.com/office/drawing/2014/main" id="{D5DDCFD3-808A-F9F2-443A-E76F4D642363}"/>
              </a:ext>
            </a:extLst>
          </p:cNvPr>
          <p:cNvGrpSpPr/>
          <p:nvPr/>
        </p:nvGrpSpPr>
        <p:grpSpPr>
          <a:xfrm>
            <a:off x="6877363" y="2990768"/>
            <a:ext cx="2137680" cy="583920"/>
            <a:chOff x="6877363" y="2990768"/>
            <a:chExt cx="2137680" cy="583920"/>
          </a:xfrm>
        </p:grpSpPr>
        <mc:AlternateContent xmlns:mc="http://schemas.openxmlformats.org/markup-compatibility/2006" xmlns:p14="http://schemas.microsoft.com/office/powerpoint/2010/main">
          <mc:Choice Requires="p14">
            <p:contentPart p14:bwMode="auto" r:id="rId56">
              <p14:nvContentPartPr>
                <p14:cNvPr id="46" name="Ink 45">
                  <a:extLst>
                    <a:ext uri="{FF2B5EF4-FFF2-40B4-BE49-F238E27FC236}">
                      <a16:creationId xmlns:a16="http://schemas.microsoft.com/office/drawing/2014/main" id="{FB31EF15-8A2D-D571-4D4C-25A75ECF6C41}"/>
                    </a:ext>
                  </a:extLst>
                </p14:cNvPr>
                <p14:cNvContentPartPr/>
                <p14:nvPr/>
              </p14:nvContentPartPr>
              <p14:xfrm>
                <a:off x="6877363" y="3279488"/>
                <a:ext cx="325080" cy="108000"/>
              </p14:xfrm>
            </p:contentPart>
          </mc:Choice>
          <mc:Fallback xmlns="">
            <p:pic>
              <p:nvPicPr>
                <p:cNvPr id="46" name="Ink 45">
                  <a:extLst>
                    <a:ext uri="{FF2B5EF4-FFF2-40B4-BE49-F238E27FC236}">
                      <a16:creationId xmlns:a16="http://schemas.microsoft.com/office/drawing/2014/main" id="{FB31EF15-8A2D-D571-4D4C-25A75ECF6C41}"/>
                    </a:ext>
                  </a:extLst>
                </p:cNvPr>
                <p:cNvPicPr/>
                <p:nvPr/>
              </p:nvPicPr>
              <p:blipFill>
                <a:blip r:embed="rId57"/>
                <a:stretch>
                  <a:fillRect/>
                </a:stretch>
              </p:blipFill>
              <p:spPr>
                <a:xfrm>
                  <a:off x="6868363" y="3270488"/>
                  <a:ext cx="3427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7" name="Ink 46">
                  <a:extLst>
                    <a:ext uri="{FF2B5EF4-FFF2-40B4-BE49-F238E27FC236}">
                      <a16:creationId xmlns:a16="http://schemas.microsoft.com/office/drawing/2014/main" id="{FE1AA666-0E44-3B71-5260-9235A38B9B90}"/>
                    </a:ext>
                  </a:extLst>
                </p14:cNvPr>
                <p14:cNvContentPartPr/>
                <p14:nvPr/>
              </p14:nvContentPartPr>
              <p14:xfrm>
                <a:off x="7257883" y="3278048"/>
                <a:ext cx="163440" cy="117000"/>
              </p14:xfrm>
            </p:contentPart>
          </mc:Choice>
          <mc:Fallback xmlns="">
            <p:pic>
              <p:nvPicPr>
                <p:cNvPr id="47" name="Ink 46">
                  <a:extLst>
                    <a:ext uri="{FF2B5EF4-FFF2-40B4-BE49-F238E27FC236}">
                      <a16:creationId xmlns:a16="http://schemas.microsoft.com/office/drawing/2014/main" id="{FE1AA666-0E44-3B71-5260-9235A38B9B90}"/>
                    </a:ext>
                  </a:extLst>
                </p:cNvPr>
                <p:cNvPicPr/>
                <p:nvPr/>
              </p:nvPicPr>
              <p:blipFill>
                <a:blip r:embed="rId59"/>
                <a:stretch>
                  <a:fillRect/>
                </a:stretch>
              </p:blipFill>
              <p:spPr>
                <a:xfrm>
                  <a:off x="7249243" y="3269408"/>
                  <a:ext cx="18108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8" name="Ink 47">
                  <a:extLst>
                    <a:ext uri="{FF2B5EF4-FFF2-40B4-BE49-F238E27FC236}">
                      <a16:creationId xmlns:a16="http://schemas.microsoft.com/office/drawing/2014/main" id="{C315EDC8-0715-8088-4F73-16EC431B505E}"/>
                    </a:ext>
                  </a:extLst>
                </p14:cNvPr>
                <p14:cNvContentPartPr/>
                <p14:nvPr/>
              </p14:nvContentPartPr>
              <p14:xfrm>
                <a:off x="7495843" y="3369848"/>
                <a:ext cx="9720" cy="118800"/>
              </p14:xfrm>
            </p:contentPart>
          </mc:Choice>
          <mc:Fallback xmlns="">
            <p:pic>
              <p:nvPicPr>
                <p:cNvPr id="48" name="Ink 47">
                  <a:extLst>
                    <a:ext uri="{FF2B5EF4-FFF2-40B4-BE49-F238E27FC236}">
                      <a16:creationId xmlns:a16="http://schemas.microsoft.com/office/drawing/2014/main" id="{C315EDC8-0715-8088-4F73-16EC431B505E}"/>
                    </a:ext>
                  </a:extLst>
                </p:cNvPr>
                <p:cNvPicPr/>
                <p:nvPr/>
              </p:nvPicPr>
              <p:blipFill>
                <a:blip r:embed="rId61"/>
                <a:stretch>
                  <a:fillRect/>
                </a:stretch>
              </p:blipFill>
              <p:spPr>
                <a:xfrm>
                  <a:off x="7486843" y="3361208"/>
                  <a:ext cx="273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9" name="Ink 48">
                  <a:extLst>
                    <a:ext uri="{FF2B5EF4-FFF2-40B4-BE49-F238E27FC236}">
                      <a16:creationId xmlns:a16="http://schemas.microsoft.com/office/drawing/2014/main" id="{C3FD126B-A997-4E56-76B2-293B15C9153E}"/>
                    </a:ext>
                  </a:extLst>
                </p14:cNvPr>
                <p14:cNvContentPartPr/>
                <p14:nvPr/>
              </p14:nvContentPartPr>
              <p14:xfrm>
                <a:off x="7512043" y="3240608"/>
                <a:ext cx="15480" cy="32400"/>
              </p14:xfrm>
            </p:contentPart>
          </mc:Choice>
          <mc:Fallback xmlns="">
            <p:pic>
              <p:nvPicPr>
                <p:cNvPr id="49" name="Ink 48">
                  <a:extLst>
                    <a:ext uri="{FF2B5EF4-FFF2-40B4-BE49-F238E27FC236}">
                      <a16:creationId xmlns:a16="http://schemas.microsoft.com/office/drawing/2014/main" id="{C3FD126B-A997-4E56-76B2-293B15C9153E}"/>
                    </a:ext>
                  </a:extLst>
                </p:cNvPr>
                <p:cNvPicPr/>
                <p:nvPr/>
              </p:nvPicPr>
              <p:blipFill>
                <a:blip r:embed="rId63"/>
                <a:stretch>
                  <a:fillRect/>
                </a:stretch>
              </p:blipFill>
              <p:spPr>
                <a:xfrm>
                  <a:off x="7503043" y="3231968"/>
                  <a:ext cx="331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0" name="Ink 49">
                  <a:extLst>
                    <a:ext uri="{FF2B5EF4-FFF2-40B4-BE49-F238E27FC236}">
                      <a16:creationId xmlns:a16="http://schemas.microsoft.com/office/drawing/2014/main" id="{23CC4CB6-5D3B-2FCB-3EBF-5F53E60BCB95}"/>
                    </a:ext>
                  </a:extLst>
                </p14:cNvPr>
                <p14:cNvContentPartPr/>
                <p14:nvPr/>
              </p14:nvContentPartPr>
              <p14:xfrm>
                <a:off x="7676563" y="3317288"/>
                <a:ext cx="201600" cy="39600"/>
              </p14:xfrm>
            </p:contentPart>
          </mc:Choice>
          <mc:Fallback xmlns="">
            <p:pic>
              <p:nvPicPr>
                <p:cNvPr id="50" name="Ink 49">
                  <a:extLst>
                    <a:ext uri="{FF2B5EF4-FFF2-40B4-BE49-F238E27FC236}">
                      <a16:creationId xmlns:a16="http://schemas.microsoft.com/office/drawing/2014/main" id="{23CC4CB6-5D3B-2FCB-3EBF-5F53E60BCB95}"/>
                    </a:ext>
                  </a:extLst>
                </p:cNvPr>
                <p:cNvPicPr/>
                <p:nvPr/>
              </p:nvPicPr>
              <p:blipFill>
                <a:blip r:embed="rId65"/>
                <a:stretch>
                  <a:fillRect/>
                </a:stretch>
              </p:blipFill>
              <p:spPr>
                <a:xfrm>
                  <a:off x="7667923" y="3308288"/>
                  <a:ext cx="2192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0E691160-45F7-9995-2FA4-0E4D8F45B51F}"/>
                    </a:ext>
                  </a:extLst>
                </p14:cNvPr>
                <p14:cNvContentPartPr/>
                <p14:nvPr/>
              </p14:nvContentPartPr>
              <p14:xfrm>
                <a:off x="7778443" y="3286328"/>
                <a:ext cx="29880" cy="153360"/>
              </p14:xfrm>
            </p:contentPart>
          </mc:Choice>
          <mc:Fallback xmlns="">
            <p:pic>
              <p:nvPicPr>
                <p:cNvPr id="51" name="Ink 50">
                  <a:extLst>
                    <a:ext uri="{FF2B5EF4-FFF2-40B4-BE49-F238E27FC236}">
                      <a16:creationId xmlns:a16="http://schemas.microsoft.com/office/drawing/2014/main" id="{0E691160-45F7-9995-2FA4-0E4D8F45B51F}"/>
                    </a:ext>
                  </a:extLst>
                </p:cNvPr>
                <p:cNvPicPr/>
                <p:nvPr/>
              </p:nvPicPr>
              <p:blipFill>
                <a:blip r:embed="rId67"/>
                <a:stretch>
                  <a:fillRect/>
                </a:stretch>
              </p:blipFill>
              <p:spPr>
                <a:xfrm>
                  <a:off x="7769443" y="3277328"/>
                  <a:ext cx="475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DC193F09-8841-2DCA-A5E0-C125B55A8DFC}"/>
                    </a:ext>
                  </a:extLst>
                </p14:cNvPr>
                <p14:cNvContentPartPr/>
                <p14:nvPr/>
              </p14:nvContentPartPr>
              <p14:xfrm>
                <a:off x="8020003" y="3258608"/>
                <a:ext cx="163440" cy="145800"/>
              </p14:xfrm>
            </p:contentPart>
          </mc:Choice>
          <mc:Fallback xmlns="">
            <p:pic>
              <p:nvPicPr>
                <p:cNvPr id="52" name="Ink 51">
                  <a:extLst>
                    <a:ext uri="{FF2B5EF4-FFF2-40B4-BE49-F238E27FC236}">
                      <a16:creationId xmlns:a16="http://schemas.microsoft.com/office/drawing/2014/main" id="{DC193F09-8841-2DCA-A5E0-C125B55A8DFC}"/>
                    </a:ext>
                  </a:extLst>
                </p:cNvPr>
                <p:cNvPicPr/>
                <p:nvPr/>
              </p:nvPicPr>
              <p:blipFill>
                <a:blip r:embed="rId69"/>
                <a:stretch>
                  <a:fillRect/>
                </a:stretch>
              </p:blipFill>
              <p:spPr>
                <a:xfrm>
                  <a:off x="8011363" y="3249608"/>
                  <a:ext cx="181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3" name="Ink 52">
                  <a:extLst>
                    <a:ext uri="{FF2B5EF4-FFF2-40B4-BE49-F238E27FC236}">
                      <a16:creationId xmlns:a16="http://schemas.microsoft.com/office/drawing/2014/main" id="{F39BBF63-9421-26FC-05AD-A0ECE637B690}"/>
                    </a:ext>
                  </a:extLst>
                </p14:cNvPr>
                <p14:cNvContentPartPr/>
                <p14:nvPr/>
              </p14:nvContentPartPr>
              <p14:xfrm>
                <a:off x="8270563" y="3113528"/>
                <a:ext cx="111960" cy="392760"/>
              </p14:xfrm>
            </p:contentPart>
          </mc:Choice>
          <mc:Fallback xmlns="">
            <p:pic>
              <p:nvPicPr>
                <p:cNvPr id="53" name="Ink 52">
                  <a:extLst>
                    <a:ext uri="{FF2B5EF4-FFF2-40B4-BE49-F238E27FC236}">
                      <a16:creationId xmlns:a16="http://schemas.microsoft.com/office/drawing/2014/main" id="{F39BBF63-9421-26FC-05AD-A0ECE637B690}"/>
                    </a:ext>
                  </a:extLst>
                </p:cNvPr>
                <p:cNvPicPr/>
                <p:nvPr/>
              </p:nvPicPr>
              <p:blipFill>
                <a:blip r:embed="rId71"/>
                <a:stretch>
                  <a:fillRect/>
                </a:stretch>
              </p:blipFill>
              <p:spPr>
                <a:xfrm>
                  <a:off x="8261923" y="3104528"/>
                  <a:ext cx="129600" cy="410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4" name="Ink 53">
                  <a:extLst>
                    <a:ext uri="{FF2B5EF4-FFF2-40B4-BE49-F238E27FC236}">
                      <a16:creationId xmlns:a16="http://schemas.microsoft.com/office/drawing/2014/main" id="{09F90C11-46E7-0C6F-9D9E-A27871331A4C}"/>
                    </a:ext>
                  </a:extLst>
                </p14:cNvPr>
                <p14:cNvContentPartPr/>
                <p14:nvPr/>
              </p14:nvContentPartPr>
              <p14:xfrm>
                <a:off x="8482963" y="2990768"/>
                <a:ext cx="198720" cy="583920"/>
              </p14:xfrm>
            </p:contentPart>
          </mc:Choice>
          <mc:Fallback xmlns="">
            <p:pic>
              <p:nvPicPr>
                <p:cNvPr id="54" name="Ink 53">
                  <a:extLst>
                    <a:ext uri="{FF2B5EF4-FFF2-40B4-BE49-F238E27FC236}">
                      <a16:creationId xmlns:a16="http://schemas.microsoft.com/office/drawing/2014/main" id="{09F90C11-46E7-0C6F-9D9E-A27871331A4C}"/>
                    </a:ext>
                  </a:extLst>
                </p:cNvPr>
                <p:cNvPicPr/>
                <p:nvPr/>
              </p:nvPicPr>
              <p:blipFill>
                <a:blip r:embed="rId73"/>
                <a:stretch>
                  <a:fillRect/>
                </a:stretch>
              </p:blipFill>
              <p:spPr>
                <a:xfrm>
                  <a:off x="8473963" y="2981768"/>
                  <a:ext cx="216360" cy="601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5" name="Ink 54">
                  <a:extLst>
                    <a:ext uri="{FF2B5EF4-FFF2-40B4-BE49-F238E27FC236}">
                      <a16:creationId xmlns:a16="http://schemas.microsoft.com/office/drawing/2014/main" id="{8E6A1413-4F29-CE21-FF49-A4D36D592113}"/>
                    </a:ext>
                  </a:extLst>
                </p14:cNvPr>
                <p14:cNvContentPartPr/>
                <p14:nvPr/>
              </p14:nvContentPartPr>
              <p14:xfrm>
                <a:off x="8844763" y="3009488"/>
                <a:ext cx="170280" cy="118080"/>
              </p14:xfrm>
            </p:contentPart>
          </mc:Choice>
          <mc:Fallback xmlns="">
            <p:pic>
              <p:nvPicPr>
                <p:cNvPr id="55" name="Ink 54">
                  <a:extLst>
                    <a:ext uri="{FF2B5EF4-FFF2-40B4-BE49-F238E27FC236}">
                      <a16:creationId xmlns:a16="http://schemas.microsoft.com/office/drawing/2014/main" id="{8E6A1413-4F29-CE21-FF49-A4D36D592113}"/>
                    </a:ext>
                  </a:extLst>
                </p:cNvPr>
                <p:cNvPicPr/>
                <p:nvPr/>
              </p:nvPicPr>
              <p:blipFill>
                <a:blip r:embed="rId75"/>
                <a:stretch>
                  <a:fillRect/>
                </a:stretch>
              </p:blipFill>
              <p:spPr>
                <a:xfrm>
                  <a:off x="8835763" y="3000488"/>
                  <a:ext cx="187920" cy="135720"/>
                </a:xfrm>
                <a:prstGeom prst="rect">
                  <a:avLst/>
                </a:prstGeom>
              </p:spPr>
            </p:pic>
          </mc:Fallback>
        </mc:AlternateContent>
      </p:grpSp>
      <p:grpSp>
        <p:nvGrpSpPr>
          <p:cNvPr id="60" name="Group 59">
            <a:extLst>
              <a:ext uri="{FF2B5EF4-FFF2-40B4-BE49-F238E27FC236}">
                <a16:creationId xmlns:a16="http://schemas.microsoft.com/office/drawing/2014/main" id="{B857CA14-49FA-43FA-9C9C-6E1BA6CA23B7}"/>
              </a:ext>
            </a:extLst>
          </p:cNvPr>
          <p:cNvGrpSpPr/>
          <p:nvPr/>
        </p:nvGrpSpPr>
        <p:grpSpPr>
          <a:xfrm>
            <a:off x="5185003" y="2616008"/>
            <a:ext cx="208800" cy="57960"/>
            <a:chOff x="5185003" y="2616008"/>
            <a:chExt cx="208800" cy="57960"/>
          </a:xfrm>
        </p:grpSpPr>
        <mc:AlternateContent xmlns:mc="http://schemas.openxmlformats.org/markup-compatibility/2006" xmlns:p14="http://schemas.microsoft.com/office/powerpoint/2010/main">
          <mc:Choice Requires="p14">
            <p:contentPart p14:bwMode="auto" r:id="rId76">
              <p14:nvContentPartPr>
                <p14:cNvPr id="58" name="Ink 57">
                  <a:extLst>
                    <a:ext uri="{FF2B5EF4-FFF2-40B4-BE49-F238E27FC236}">
                      <a16:creationId xmlns:a16="http://schemas.microsoft.com/office/drawing/2014/main" id="{B8477059-88BE-AE54-9843-685A1206EA94}"/>
                    </a:ext>
                  </a:extLst>
                </p14:cNvPr>
                <p14:cNvContentPartPr/>
                <p14:nvPr/>
              </p14:nvContentPartPr>
              <p14:xfrm>
                <a:off x="5185003" y="2616008"/>
                <a:ext cx="62640" cy="56160"/>
              </p14:xfrm>
            </p:contentPart>
          </mc:Choice>
          <mc:Fallback xmlns="">
            <p:pic>
              <p:nvPicPr>
                <p:cNvPr id="58" name="Ink 57">
                  <a:extLst>
                    <a:ext uri="{FF2B5EF4-FFF2-40B4-BE49-F238E27FC236}">
                      <a16:creationId xmlns:a16="http://schemas.microsoft.com/office/drawing/2014/main" id="{B8477059-88BE-AE54-9843-685A1206EA94}"/>
                    </a:ext>
                  </a:extLst>
                </p:cNvPr>
                <p:cNvPicPr/>
                <p:nvPr/>
              </p:nvPicPr>
              <p:blipFill>
                <a:blip r:embed="rId77"/>
                <a:stretch>
                  <a:fillRect/>
                </a:stretch>
              </p:blipFill>
              <p:spPr>
                <a:xfrm>
                  <a:off x="5176363" y="2607008"/>
                  <a:ext cx="802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9" name="Ink 58">
                  <a:extLst>
                    <a:ext uri="{FF2B5EF4-FFF2-40B4-BE49-F238E27FC236}">
                      <a16:creationId xmlns:a16="http://schemas.microsoft.com/office/drawing/2014/main" id="{F936DF1D-2CDE-D885-8472-5366F9683215}"/>
                    </a:ext>
                  </a:extLst>
                </p14:cNvPr>
                <p14:cNvContentPartPr/>
                <p14:nvPr/>
              </p14:nvContentPartPr>
              <p14:xfrm>
                <a:off x="5319283" y="2616368"/>
                <a:ext cx="74520" cy="57600"/>
              </p14:xfrm>
            </p:contentPart>
          </mc:Choice>
          <mc:Fallback xmlns="">
            <p:pic>
              <p:nvPicPr>
                <p:cNvPr id="59" name="Ink 58">
                  <a:extLst>
                    <a:ext uri="{FF2B5EF4-FFF2-40B4-BE49-F238E27FC236}">
                      <a16:creationId xmlns:a16="http://schemas.microsoft.com/office/drawing/2014/main" id="{F936DF1D-2CDE-D885-8472-5366F9683215}"/>
                    </a:ext>
                  </a:extLst>
                </p:cNvPr>
                <p:cNvPicPr/>
                <p:nvPr/>
              </p:nvPicPr>
              <p:blipFill>
                <a:blip r:embed="rId79"/>
                <a:stretch>
                  <a:fillRect/>
                </a:stretch>
              </p:blipFill>
              <p:spPr>
                <a:xfrm>
                  <a:off x="5310643" y="2607368"/>
                  <a:ext cx="92160" cy="75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61" name="Ink 60">
                <a:extLst>
                  <a:ext uri="{FF2B5EF4-FFF2-40B4-BE49-F238E27FC236}">
                    <a16:creationId xmlns:a16="http://schemas.microsoft.com/office/drawing/2014/main" id="{E75918B0-8BEB-9913-DF6F-3B12D1F37E26}"/>
                  </a:ext>
                </a:extLst>
              </p14:cNvPr>
              <p14:cNvContentPartPr/>
              <p14:nvPr/>
            </p14:nvContentPartPr>
            <p14:xfrm>
              <a:off x="5039203" y="1900688"/>
              <a:ext cx="149400" cy="89640"/>
            </p14:xfrm>
          </p:contentPart>
        </mc:Choice>
        <mc:Fallback xmlns="">
          <p:pic>
            <p:nvPicPr>
              <p:cNvPr id="61" name="Ink 60">
                <a:extLst>
                  <a:ext uri="{FF2B5EF4-FFF2-40B4-BE49-F238E27FC236}">
                    <a16:creationId xmlns:a16="http://schemas.microsoft.com/office/drawing/2014/main" id="{E75918B0-8BEB-9913-DF6F-3B12D1F37E26}"/>
                  </a:ext>
                </a:extLst>
              </p:cNvPr>
              <p:cNvPicPr/>
              <p:nvPr/>
            </p:nvPicPr>
            <p:blipFill>
              <a:blip r:embed="rId81"/>
              <a:stretch>
                <a:fillRect/>
              </a:stretch>
            </p:blipFill>
            <p:spPr>
              <a:xfrm>
                <a:off x="5030563" y="1892048"/>
                <a:ext cx="167040" cy="107280"/>
              </a:xfrm>
              <a:prstGeom prst="rect">
                <a:avLst/>
              </a:prstGeom>
            </p:spPr>
          </p:pic>
        </mc:Fallback>
      </mc:AlternateContent>
      <p:grpSp>
        <p:nvGrpSpPr>
          <p:cNvPr id="64" name="Group 63">
            <a:extLst>
              <a:ext uri="{FF2B5EF4-FFF2-40B4-BE49-F238E27FC236}">
                <a16:creationId xmlns:a16="http://schemas.microsoft.com/office/drawing/2014/main" id="{0C0A8171-597D-14D6-E679-583D2E46C784}"/>
              </a:ext>
            </a:extLst>
          </p:cNvPr>
          <p:cNvGrpSpPr/>
          <p:nvPr/>
        </p:nvGrpSpPr>
        <p:grpSpPr>
          <a:xfrm>
            <a:off x="4916803" y="3049808"/>
            <a:ext cx="689040" cy="781560"/>
            <a:chOff x="4916803" y="3049808"/>
            <a:chExt cx="689040" cy="781560"/>
          </a:xfrm>
        </p:grpSpPr>
        <mc:AlternateContent xmlns:mc="http://schemas.openxmlformats.org/markup-compatibility/2006" xmlns:p14="http://schemas.microsoft.com/office/powerpoint/2010/main">
          <mc:Choice Requires="p14">
            <p:contentPart p14:bwMode="auto" r:id="rId82">
              <p14:nvContentPartPr>
                <p14:cNvPr id="34" name="Ink 33">
                  <a:extLst>
                    <a:ext uri="{FF2B5EF4-FFF2-40B4-BE49-F238E27FC236}">
                      <a16:creationId xmlns:a16="http://schemas.microsoft.com/office/drawing/2014/main" id="{4A58FAEA-5BE5-BBF6-E870-0335ADFC0752}"/>
                    </a:ext>
                  </a:extLst>
                </p14:cNvPr>
                <p14:cNvContentPartPr/>
                <p14:nvPr/>
              </p14:nvContentPartPr>
              <p14:xfrm>
                <a:off x="4916803" y="3088328"/>
                <a:ext cx="299880" cy="395280"/>
              </p14:xfrm>
            </p:contentPart>
          </mc:Choice>
          <mc:Fallback xmlns="">
            <p:pic>
              <p:nvPicPr>
                <p:cNvPr id="34" name="Ink 33">
                  <a:extLst>
                    <a:ext uri="{FF2B5EF4-FFF2-40B4-BE49-F238E27FC236}">
                      <a16:creationId xmlns:a16="http://schemas.microsoft.com/office/drawing/2014/main" id="{4A58FAEA-5BE5-BBF6-E870-0335ADFC0752}"/>
                    </a:ext>
                  </a:extLst>
                </p:cNvPr>
                <p:cNvPicPr/>
                <p:nvPr/>
              </p:nvPicPr>
              <p:blipFill>
                <a:blip r:embed="rId83"/>
                <a:stretch>
                  <a:fillRect/>
                </a:stretch>
              </p:blipFill>
              <p:spPr>
                <a:xfrm>
                  <a:off x="4907803" y="3079688"/>
                  <a:ext cx="31752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5" name="Ink 34">
                  <a:extLst>
                    <a:ext uri="{FF2B5EF4-FFF2-40B4-BE49-F238E27FC236}">
                      <a16:creationId xmlns:a16="http://schemas.microsoft.com/office/drawing/2014/main" id="{3F2A18BA-9C5D-C0E6-0A76-83CD7DAB178A}"/>
                    </a:ext>
                  </a:extLst>
                </p14:cNvPr>
                <p14:cNvContentPartPr/>
                <p14:nvPr/>
              </p14:nvContentPartPr>
              <p14:xfrm>
                <a:off x="5117323" y="3711128"/>
                <a:ext cx="23040" cy="120240"/>
              </p14:xfrm>
            </p:contentPart>
          </mc:Choice>
          <mc:Fallback xmlns="">
            <p:pic>
              <p:nvPicPr>
                <p:cNvPr id="35" name="Ink 34">
                  <a:extLst>
                    <a:ext uri="{FF2B5EF4-FFF2-40B4-BE49-F238E27FC236}">
                      <a16:creationId xmlns:a16="http://schemas.microsoft.com/office/drawing/2014/main" id="{3F2A18BA-9C5D-C0E6-0A76-83CD7DAB178A}"/>
                    </a:ext>
                  </a:extLst>
                </p:cNvPr>
                <p:cNvPicPr/>
                <p:nvPr/>
              </p:nvPicPr>
              <p:blipFill>
                <a:blip r:embed="rId85"/>
                <a:stretch>
                  <a:fillRect/>
                </a:stretch>
              </p:blipFill>
              <p:spPr>
                <a:xfrm>
                  <a:off x="5108683" y="3702128"/>
                  <a:ext cx="406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6" name="Ink 35">
                  <a:extLst>
                    <a:ext uri="{FF2B5EF4-FFF2-40B4-BE49-F238E27FC236}">
                      <a16:creationId xmlns:a16="http://schemas.microsoft.com/office/drawing/2014/main" id="{B4F203B4-C0B3-77DA-AB3C-F8FFF8F3451A}"/>
                    </a:ext>
                  </a:extLst>
                </p14:cNvPr>
                <p14:cNvContentPartPr/>
                <p14:nvPr/>
              </p14:nvContentPartPr>
              <p14:xfrm>
                <a:off x="5102923" y="3592328"/>
                <a:ext cx="39600" cy="50040"/>
              </p14:xfrm>
            </p:contentPart>
          </mc:Choice>
          <mc:Fallback xmlns="">
            <p:pic>
              <p:nvPicPr>
                <p:cNvPr id="36" name="Ink 35">
                  <a:extLst>
                    <a:ext uri="{FF2B5EF4-FFF2-40B4-BE49-F238E27FC236}">
                      <a16:creationId xmlns:a16="http://schemas.microsoft.com/office/drawing/2014/main" id="{B4F203B4-C0B3-77DA-AB3C-F8FFF8F3451A}"/>
                    </a:ext>
                  </a:extLst>
                </p:cNvPr>
                <p:cNvPicPr/>
                <p:nvPr/>
              </p:nvPicPr>
              <p:blipFill>
                <a:blip r:embed="rId87"/>
                <a:stretch>
                  <a:fillRect/>
                </a:stretch>
              </p:blipFill>
              <p:spPr>
                <a:xfrm>
                  <a:off x="5093923" y="3583328"/>
                  <a:ext cx="572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0" name="Ink 39">
                  <a:extLst>
                    <a:ext uri="{FF2B5EF4-FFF2-40B4-BE49-F238E27FC236}">
                      <a16:creationId xmlns:a16="http://schemas.microsoft.com/office/drawing/2014/main" id="{F8081515-F139-61D2-1128-7D5FA72ADD2A}"/>
                    </a:ext>
                  </a:extLst>
                </p14:cNvPr>
                <p14:cNvContentPartPr/>
                <p14:nvPr/>
              </p14:nvContentPartPr>
              <p14:xfrm>
                <a:off x="5429443" y="3049808"/>
                <a:ext cx="176400" cy="509760"/>
              </p14:xfrm>
            </p:contentPart>
          </mc:Choice>
          <mc:Fallback xmlns="">
            <p:pic>
              <p:nvPicPr>
                <p:cNvPr id="40" name="Ink 39">
                  <a:extLst>
                    <a:ext uri="{FF2B5EF4-FFF2-40B4-BE49-F238E27FC236}">
                      <a16:creationId xmlns:a16="http://schemas.microsoft.com/office/drawing/2014/main" id="{F8081515-F139-61D2-1128-7D5FA72ADD2A}"/>
                    </a:ext>
                  </a:extLst>
                </p:cNvPr>
                <p:cNvPicPr/>
                <p:nvPr/>
              </p:nvPicPr>
              <p:blipFill>
                <a:blip r:embed="rId89"/>
                <a:stretch>
                  <a:fillRect/>
                </a:stretch>
              </p:blipFill>
              <p:spPr>
                <a:xfrm>
                  <a:off x="5420803" y="3041168"/>
                  <a:ext cx="194040" cy="527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Ink 61">
                  <a:extLst>
                    <a:ext uri="{FF2B5EF4-FFF2-40B4-BE49-F238E27FC236}">
                      <a16:creationId xmlns:a16="http://schemas.microsoft.com/office/drawing/2014/main" id="{8B81B891-8928-F916-9C58-A58945E7383B}"/>
                    </a:ext>
                  </a:extLst>
                </p14:cNvPr>
                <p14:cNvContentPartPr/>
                <p14:nvPr/>
              </p14:nvContentPartPr>
              <p14:xfrm>
                <a:off x="5215963" y="3768368"/>
                <a:ext cx="67680" cy="42120"/>
              </p14:xfrm>
            </p:contentPart>
          </mc:Choice>
          <mc:Fallback xmlns="">
            <p:pic>
              <p:nvPicPr>
                <p:cNvPr id="62" name="Ink 61">
                  <a:extLst>
                    <a:ext uri="{FF2B5EF4-FFF2-40B4-BE49-F238E27FC236}">
                      <a16:creationId xmlns:a16="http://schemas.microsoft.com/office/drawing/2014/main" id="{8B81B891-8928-F916-9C58-A58945E7383B}"/>
                    </a:ext>
                  </a:extLst>
                </p:cNvPr>
                <p:cNvPicPr/>
                <p:nvPr/>
              </p:nvPicPr>
              <p:blipFill>
                <a:blip r:embed="rId91"/>
                <a:stretch>
                  <a:fillRect/>
                </a:stretch>
              </p:blipFill>
              <p:spPr>
                <a:xfrm>
                  <a:off x="5207323" y="3759368"/>
                  <a:ext cx="853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3" name="Ink 62">
                  <a:extLst>
                    <a:ext uri="{FF2B5EF4-FFF2-40B4-BE49-F238E27FC236}">
                      <a16:creationId xmlns:a16="http://schemas.microsoft.com/office/drawing/2014/main" id="{127597CA-CA3F-EDD1-0AA9-7C8A4B732DD9}"/>
                    </a:ext>
                  </a:extLst>
                </p14:cNvPr>
                <p14:cNvContentPartPr/>
                <p14:nvPr/>
              </p14:nvContentPartPr>
              <p14:xfrm>
                <a:off x="5354563" y="3746408"/>
                <a:ext cx="63720" cy="54360"/>
              </p14:xfrm>
            </p:contentPart>
          </mc:Choice>
          <mc:Fallback xmlns="">
            <p:pic>
              <p:nvPicPr>
                <p:cNvPr id="63" name="Ink 62">
                  <a:extLst>
                    <a:ext uri="{FF2B5EF4-FFF2-40B4-BE49-F238E27FC236}">
                      <a16:creationId xmlns:a16="http://schemas.microsoft.com/office/drawing/2014/main" id="{127597CA-CA3F-EDD1-0AA9-7C8A4B732DD9}"/>
                    </a:ext>
                  </a:extLst>
                </p:cNvPr>
                <p:cNvPicPr/>
                <p:nvPr/>
              </p:nvPicPr>
              <p:blipFill>
                <a:blip r:embed="rId93"/>
                <a:stretch>
                  <a:fillRect/>
                </a:stretch>
              </p:blipFill>
              <p:spPr>
                <a:xfrm>
                  <a:off x="5345563" y="3737768"/>
                  <a:ext cx="8136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65" name="Ink 64">
                <a:extLst>
                  <a:ext uri="{FF2B5EF4-FFF2-40B4-BE49-F238E27FC236}">
                    <a16:creationId xmlns:a16="http://schemas.microsoft.com/office/drawing/2014/main" id="{7D49A849-74A1-18E4-AE42-91E8BE4CC5BF}"/>
                  </a:ext>
                </a:extLst>
              </p14:cNvPr>
              <p14:cNvContentPartPr/>
              <p14:nvPr/>
            </p14:nvContentPartPr>
            <p14:xfrm>
              <a:off x="5013283" y="2968448"/>
              <a:ext cx="135000" cy="103320"/>
            </p14:xfrm>
          </p:contentPart>
        </mc:Choice>
        <mc:Fallback xmlns="">
          <p:pic>
            <p:nvPicPr>
              <p:cNvPr id="65" name="Ink 64">
                <a:extLst>
                  <a:ext uri="{FF2B5EF4-FFF2-40B4-BE49-F238E27FC236}">
                    <a16:creationId xmlns:a16="http://schemas.microsoft.com/office/drawing/2014/main" id="{7D49A849-74A1-18E4-AE42-91E8BE4CC5BF}"/>
                  </a:ext>
                </a:extLst>
              </p:cNvPr>
              <p:cNvPicPr/>
              <p:nvPr/>
            </p:nvPicPr>
            <p:blipFill>
              <a:blip r:embed="rId95"/>
              <a:stretch>
                <a:fillRect/>
              </a:stretch>
            </p:blipFill>
            <p:spPr>
              <a:xfrm>
                <a:off x="5004283" y="2959808"/>
                <a:ext cx="152640" cy="120960"/>
              </a:xfrm>
              <a:prstGeom prst="rect">
                <a:avLst/>
              </a:prstGeom>
            </p:spPr>
          </p:pic>
        </mc:Fallback>
      </mc:AlternateContent>
      <p:grpSp>
        <p:nvGrpSpPr>
          <p:cNvPr id="75" name="Group 74">
            <a:extLst>
              <a:ext uri="{FF2B5EF4-FFF2-40B4-BE49-F238E27FC236}">
                <a16:creationId xmlns:a16="http://schemas.microsoft.com/office/drawing/2014/main" id="{DAB7C444-254D-7CCE-0D0E-D8DA9FE38A7B}"/>
              </a:ext>
            </a:extLst>
          </p:cNvPr>
          <p:cNvGrpSpPr/>
          <p:nvPr/>
        </p:nvGrpSpPr>
        <p:grpSpPr>
          <a:xfrm>
            <a:off x="5747103" y="4458848"/>
            <a:ext cx="249480" cy="322560"/>
            <a:chOff x="5597203" y="4458848"/>
            <a:chExt cx="249480" cy="322560"/>
          </a:xfrm>
        </p:grpSpPr>
        <mc:AlternateContent xmlns:mc="http://schemas.openxmlformats.org/markup-compatibility/2006" xmlns:p14="http://schemas.microsoft.com/office/powerpoint/2010/main">
          <mc:Choice Requires="p14">
            <p:contentPart p14:bwMode="auto" r:id="rId96">
              <p14:nvContentPartPr>
                <p14:cNvPr id="72" name="Ink 71">
                  <a:extLst>
                    <a:ext uri="{FF2B5EF4-FFF2-40B4-BE49-F238E27FC236}">
                      <a16:creationId xmlns:a16="http://schemas.microsoft.com/office/drawing/2014/main" id="{7EAB0349-C623-AC83-A0FA-445D4B6D903C}"/>
                    </a:ext>
                  </a:extLst>
                </p14:cNvPr>
                <p14:cNvContentPartPr/>
                <p14:nvPr/>
              </p14:nvContentPartPr>
              <p14:xfrm>
                <a:off x="5697643" y="4458848"/>
                <a:ext cx="10800" cy="271080"/>
              </p14:xfrm>
            </p:contentPart>
          </mc:Choice>
          <mc:Fallback xmlns="">
            <p:pic>
              <p:nvPicPr>
                <p:cNvPr id="72" name="Ink 71">
                  <a:extLst>
                    <a:ext uri="{FF2B5EF4-FFF2-40B4-BE49-F238E27FC236}">
                      <a16:creationId xmlns:a16="http://schemas.microsoft.com/office/drawing/2014/main" id="{7EAB0349-C623-AC83-A0FA-445D4B6D903C}"/>
                    </a:ext>
                  </a:extLst>
                </p:cNvPr>
                <p:cNvPicPr/>
                <p:nvPr/>
              </p:nvPicPr>
              <p:blipFill>
                <a:blip r:embed="rId97"/>
                <a:stretch>
                  <a:fillRect/>
                </a:stretch>
              </p:blipFill>
              <p:spPr>
                <a:xfrm>
                  <a:off x="5688643" y="4450208"/>
                  <a:ext cx="284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3" name="Ink 72">
                  <a:extLst>
                    <a:ext uri="{FF2B5EF4-FFF2-40B4-BE49-F238E27FC236}">
                      <a16:creationId xmlns:a16="http://schemas.microsoft.com/office/drawing/2014/main" id="{72591547-2DB0-F9B5-F4BC-A3334FD515B4}"/>
                    </a:ext>
                  </a:extLst>
                </p14:cNvPr>
                <p14:cNvContentPartPr/>
                <p14:nvPr/>
              </p14:nvContentPartPr>
              <p14:xfrm>
                <a:off x="5597203" y="4762328"/>
                <a:ext cx="249480" cy="19080"/>
              </p14:xfrm>
            </p:contentPart>
          </mc:Choice>
          <mc:Fallback xmlns="">
            <p:pic>
              <p:nvPicPr>
                <p:cNvPr id="73" name="Ink 72">
                  <a:extLst>
                    <a:ext uri="{FF2B5EF4-FFF2-40B4-BE49-F238E27FC236}">
                      <a16:creationId xmlns:a16="http://schemas.microsoft.com/office/drawing/2014/main" id="{72591547-2DB0-F9B5-F4BC-A3334FD515B4}"/>
                    </a:ext>
                  </a:extLst>
                </p:cNvPr>
                <p:cNvPicPr/>
                <p:nvPr/>
              </p:nvPicPr>
              <p:blipFill>
                <a:blip r:embed="rId99"/>
                <a:stretch>
                  <a:fillRect/>
                </a:stretch>
              </p:blipFill>
              <p:spPr>
                <a:xfrm>
                  <a:off x="5588203" y="4753688"/>
                  <a:ext cx="267120" cy="36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0">
            <p14:nvContentPartPr>
              <p14:cNvPr id="74" name="Ink 73">
                <a:extLst>
                  <a:ext uri="{FF2B5EF4-FFF2-40B4-BE49-F238E27FC236}">
                    <a16:creationId xmlns:a16="http://schemas.microsoft.com/office/drawing/2014/main" id="{B8DCC4F5-ADF2-0549-4E3E-146CCA1D3C2F}"/>
                  </a:ext>
                </a:extLst>
              </p14:cNvPr>
              <p14:cNvContentPartPr/>
              <p14:nvPr/>
            </p14:nvContentPartPr>
            <p14:xfrm>
              <a:off x="5787783" y="4959968"/>
              <a:ext cx="249840" cy="133560"/>
            </p14:xfrm>
          </p:contentPart>
        </mc:Choice>
        <mc:Fallback xmlns="">
          <p:pic>
            <p:nvPicPr>
              <p:cNvPr id="74" name="Ink 73">
                <a:extLst>
                  <a:ext uri="{FF2B5EF4-FFF2-40B4-BE49-F238E27FC236}">
                    <a16:creationId xmlns:a16="http://schemas.microsoft.com/office/drawing/2014/main" id="{B8DCC4F5-ADF2-0549-4E3E-146CCA1D3C2F}"/>
                  </a:ext>
                </a:extLst>
              </p:cNvPr>
              <p:cNvPicPr/>
              <p:nvPr/>
            </p:nvPicPr>
            <p:blipFill>
              <a:blip r:embed="rId101"/>
              <a:stretch>
                <a:fillRect/>
              </a:stretch>
            </p:blipFill>
            <p:spPr>
              <a:xfrm>
                <a:off x="5778783" y="4951328"/>
                <a:ext cx="267480" cy="151200"/>
              </a:xfrm>
              <a:prstGeom prst="rect">
                <a:avLst/>
              </a:prstGeom>
            </p:spPr>
          </p:pic>
        </mc:Fallback>
      </mc:AlternateContent>
      <p:grpSp>
        <p:nvGrpSpPr>
          <p:cNvPr id="83" name="Group 82">
            <a:extLst>
              <a:ext uri="{FF2B5EF4-FFF2-40B4-BE49-F238E27FC236}">
                <a16:creationId xmlns:a16="http://schemas.microsoft.com/office/drawing/2014/main" id="{355A60A8-6333-318F-4E9C-9D273CC84532}"/>
              </a:ext>
            </a:extLst>
          </p:cNvPr>
          <p:cNvGrpSpPr/>
          <p:nvPr/>
        </p:nvGrpSpPr>
        <p:grpSpPr>
          <a:xfrm>
            <a:off x="6465663" y="4979768"/>
            <a:ext cx="359640" cy="224640"/>
            <a:chOff x="6315763" y="4979768"/>
            <a:chExt cx="359640" cy="224640"/>
          </a:xfrm>
        </p:grpSpPr>
        <mc:AlternateContent xmlns:mc="http://schemas.openxmlformats.org/markup-compatibility/2006" xmlns:p14="http://schemas.microsoft.com/office/powerpoint/2010/main">
          <mc:Choice Requires="p14">
            <p:contentPart p14:bwMode="auto" r:id="rId102">
              <p14:nvContentPartPr>
                <p14:cNvPr id="77" name="Ink 76">
                  <a:extLst>
                    <a:ext uri="{FF2B5EF4-FFF2-40B4-BE49-F238E27FC236}">
                      <a16:creationId xmlns:a16="http://schemas.microsoft.com/office/drawing/2014/main" id="{8B09D8F7-2EDD-3D7A-3D16-345B90435943}"/>
                    </a:ext>
                  </a:extLst>
                </p14:cNvPr>
                <p14:cNvContentPartPr/>
                <p14:nvPr/>
              </p14:nvContentPartPr>
              <p14:xfrm>
                <a:off x="6326923" y="5107928"/>
                <a:ext cx="12600" cy="96480"/>
              </p14:xfrm>
            </p:contentPart>
          </mc:Choice>
          <mc:Fallback xmlns="">
            <p:pic>
              <p:nvPicPr>
                <p:cNvPr id="77" name="Ink 76">
                  <a:extLst>
                    <a:ext uri="{FF2B5EF4-FFF2-40B4-BE49-F238E27FC236}">
                      <a16:creationId xmlns:a16="http://schemas.microsoft.com/office/drawing/2014/main" id="{8B09D8F7-2EDD-3D7A-3D16-345B90435943}"/>
                    </a:ext>
                  </a:extLst>
                </p:cNvPr>
                <p:cNvPicPr/>
                <p:nvPr/>
              </p:nvPicPr>
              <p:blipFill>
                <a:blip r:embed="rId103"/>
                <a:stretch>
                  <a:fillRect/>
                </a:stretch>
              </p:blipFill>
              <p:spPr>
                <a:xfrm>
                  <a:off x="6318283" y="5098928"/>
                  <a:ext cx="302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8" name="Ink 77">
                  <a:extLst>
                    <a:ext uri="{FF2B5EF4-FFF2-40B4-BE49-F238E27FC236}">
                      <a16:creationId xmlns:a16="http://schemas.microsoft.com/office/drawing/2014/main" id="{054CCB7B-B4BC-C214-DB4B-11C71FBD4179}"/>
                    </a:ext>
                  </a:extLst>
                </p14:cNvPr>
                <p14:cNvContentPartPr/>
                <p14:nvPr/>
              </p14:nvContentPartPr>
              <p14:xfrm>
                <a:off x="6315763" y="4979768"/>
                <a:ext cx="46800" cy="53280"/>
              </p14:xfrm>
            </p:contentPart>
          </mc:Choice>
          <mc:Fallback xmlns="">
            <p:pic>
              <p:nvPicPr>
                <p:cNvPr id="78" name="Ink 77">
                  <a:extLst>
                    <a:ext uri="{FF2B5EF4-FFF2-40B4-BE49-F238E27FC236}">
                      <a16:creationId xmlns:a16="http://schemas.microsoft.com/office/drawing/2014/main" id="{054CCB7B-B4BC-C214-DB4B-11C71FBD4179}"/>
                    </a:ext>
                  </a:extLst>
                </p:cNvPr>
                <p:cNvPicPr/>
                <p:nvPr/>
              </p:nvPicPr>
              <p:blipFill>
                <a:blip r:embed="rId105"/>
                <a:stretch>
                  <a:fillRect/>
                </a:stretch>
              </p:blipFill>
              <p:spPr>
                <a:xfrm>
                  <a:off x="6306763" y="4970768"/>
                  <a:ext cx="644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9" name="Ink 78">
                  <a:extLst>
                    <a:ext uri="{FF2B5EF4-FFF2-40B4-BE49-F238E27FC236}">
                      <a16:creationId xmlns:a16="http://schemas.microsoft.com/office/drawing/2014/main" id="{AB918B56-DA21-329E-FB30-915FD14EAA8F}"/>
                    </a:ext>
                  </a:extLst>
                </p14:cNvPr>
                <p14:cNvContentPartPr/>
                <p14:nvPr/>
              </p14:nvContentPartPr>
              <p14:xfrm>
                <a:off x="6455083" y="5084888"/>
                <a:ext cx="118080" cy="72720"/>
              </p14:xfrm>
            </p:contentPart>
          </mc:Choice>
          <mc:Fallback xmlns="">
            <p:pic>
              <p:nvPicPr>
                <p:cNvPr id="79" name="Ink 78">
                  <a:extLst>
                    <a:ext uri="{FF2B5EF4-FFF2-40B4-BE49-F238E27FC236}">
                      <a16:creationId xmlns:a16="http://schemas.microsoft.com/office/drawing/2014/main" id="{AB918B56-DA21-329E-FB30-915FD14EAA8F}"/>
                    </a:ext>
                  </a:extLst>
                </p:cNvPr>
                <p:cNvPicPr/>
                <p:nvPr/>
              </p:nvPicPr>
              <p:blipFill>
                <a:blip r:embed="rId107"/>
                <a:stretch>
                  <a:fillRect/>
                </a:stretch>
              </p:blipFill>
              <p:spPr>
                <a:xfrm>
                  <a:off x="6446083" y="5075888"/>
                  <a:ext cx="13572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0" name="Ink 79">
                  <a:extLst>
                    <a:ext uri="{FF2B5EF4-FFF2-40B4-BE49-F238E27FC236}">
                      <a16:creationId xmlns:a16="http://schemas.microsoft.com/office/drawing/2014/main" id="{210CBA8C-B154-C55E-8E77-2CB2194AF259}"/>
                    </a:ext>
                  </a:extLst>
                </p14:cNvPr>
                <p14:cNvContentPartPr/>
                <p14:nvPr/>
              </p14:nvContentPartPr>
              <p14:xfrm>
                <a:off x="6606643" y="5071208"/>
                <a:ext cx="68760" cy="78120"/>
              </p14:xfrm>
            </p:contentPart>
          </mc:Choice>
          <mc:Fallback xmlns="">
            <p:pic>
              <p:nvPicPr>
                <p:cNvPr id="80" name="Ink 79">
                  <a:extLst>
                    <a:ext uri="{FF2B5EF4-FFF2-40B4-BE49-F238E27FC236}">
                      <a16:creationId xmlns:a16="http://schemas.microsoft.com/office/drawing/2014/main" id="{210CBA8C-B154-C55E-8E77-2CB2194AF259}"/>
                    </a:ext>
                  </a:extLst>
                </p:cNvPr>
                <p:cNvPicPr/>
                <p:nvPr/>
              </p:nvPicPr>
              <p:blipFill>
                <a:blip r:embed="rId109"/>
                <a:stretch>
                  <a:fillRect/>
                </a:stretch>
              </p:blipFill>
              <p:spPr>
                <a:xfrm>
                  <a:off x="6598003" y="5062208"/>
                  <a:ext cx="86400" cy="95760"/>
                </a:xfrm>
                <a:prstGeom prst="rect">
                  <a:avLst/>
                </a:prstGeom>
              </p:spPr>
            </p:pic>
          </mc:Fallback>
        </mc:AlternateContent>
      </p:grpSp>
      <p:grpSp>
        <p:nvGrpSpPr>
          <p:cNvPr id="82" name="Group 81">
            <a:extLst>
              <a:ext uri="{FF2B5EF4-FFF2-40B4-BE49-F238E27FC236}">
                <a16:creationId xmlns:a16="http://schemas.microsoft.com/office/drawing/2014/main" id="{8FADEFC9-F3BD-6747-89BD-C3F89BF23CCD}"/>
              </a:ext>
            </a:extLst>
          </p:cNvPr>
          <p:cNvGrpSpPr/>
          <p:nvPr/>
        </p:nvGrpSpPr>
        <p:grpSpPr>
          <a:xfrm>
            <a:off x="6290343" y="4331768"/>
            <a:ext cx="395280" cy="535680"/>
            <a:chOff x="6140443" y="4331768"/>
            <a:chExt cx="395280" cy="535680"/>
          </a:xfrm>
        </p:grpSpPr>
        <mc:AlternateContent xmlns:mc="http://schemas.openxmlformats.org/markup-compatibility/2006" xmlns:p14="http://schemas.microsoft.com/office/powerpoint/2010/main">
          <mc:Choice Requires="p14">
            <p:contentPart p14:bwMode="auto" r:id="rId110">
              <p14:nvContentPartPr>
                <p14:cNvPr id="76" name="Ink 75">
                  <a:extLst>
                    <a:ext uri="{FF2B5EF4-FFF2-40B4-BE49-F238E27FC236}">
                      <a16:creationId xmlns:a16="http://schemas.microsoft.com/office/drawing/2014/main" id="{CF4F771A-70BD-586A-3102-345E2FD14EB6}"/>
                    </a:ext>
                  </a:extLst>
                </p14:cNvPr>
                <p14:cNvContentPartPr/>
                <p14:nvPr/>
              </p14:nvContentPartPr>
              <p14:xfrm>
                <a:off x="6140443" y="4470008"/>
                <a:ext cx="395280" cy="397440"/>
              </p14:xfrm>
            </p:contentPart>
          </mc:Choice>
          <mc:Fallback xmlns="">
            <p:pic>
              <p:nvPicPr>
                <p:cNvPr id="76" name="Ink 75">
                  <a:extLst>
                    <a:ext uri="{FF2B5EF4-FFF2-40B4-BE49-F238E27FC236}">
                      <a16:creationId xmlns:a16="http://schemas.microsoft.com/office/drawing/2014/main" id="{CF4F771A-70BD-586A-3102-345E2FD14EB6}"/>
                    </a:ext>
                  </a:extLst>
                </p:cNvPr>
                <p:cNvPicPr/>
                <p:nvPr/>
              </p:nvPicPr>
              <p:blipFill>
                <a:blip r:embed="rId111"/>
                <a:stretch>
                  <a:fillRect/>
                </a:stretch>
              </p:blipFill>
              <p:spPr>
                <a:xfrm>
                  <a:off x="6131803" y="4461368"/>
                  <a:ext cx="41292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1" name="Ink 80">
                  <a:extLst>
                    <a:ext uri="{FF2B5EF4-FFF2-40B4-BE49-F238E27FC236}">
                      <a16:creationId xmlns:a16="http://schemas.microsoft.com/office/drawing/2014/main" id="{4387C785-6FC3-1F24-F1EA-9F432265564C}"/>
                    </a:ext>
                  </a:extLst>
                </p14:cNvPr>
                <p14:cNvContentPartPr/>
                <p14:nvPr/>
              </p14:nvContentPartPr>
              <p14:xfrm>
                <a:off x="6232243" y="4331768"/>
                <a:ext cx="208080" cy="125640"/>
              </p14:xfrm>
            </p:contentPart>
          </mc:Choice>
          <mc:Fallback xmlns="">
            <p:pic>
              <p:nvPicPr>
                <p:cNvPr id="81" name="Ink 80">
                  <a:extLst>
                    <a:ext uri="{FF2B5EF4-FFF2-40B4-BE49-F238E27FC236}">
                      <a16:creationId xmlns:a16="http://schemas.microsoft.com/office/drawing/2014/main" id="{4387C785-6FC3-1F24-F1EA-9F432265564C}"/>
                    </a:ext>
                  </a:extLst>
                </p:cNvPr>
                <p:cNvPicPr/>
                <p:nvPr/>
              </p:nvPicPr>
              <p:blipFill>
                <a:blip r:embed="rId113"/>
                <a:stretch>
                  <a:fillRect/>
                </a:stretch>
              </p:blipFill>
              <p:spPr>
                <a:xfrm>
                  <a:off x="6223243" y="4323128"/>
                  <a:ext cx="225720" cy="143280"/>
                </a:xfrm>
                <a:prstGeom prst="rect">
                  <a:avLst/>
                </a:prstGeom>
              </p:spPr>
            </p:pic>
          </mc:Fallback>
        </mc:AlternateContent>
      </p:grpSp>
      <p:grpSp>
        <p:nvGrpSpPr>
          <p:cNvPr id="101" name="Group 100">
            <a:extLst>
              <a:ext uri="{FF2B5EF4-FFF2-40B4-BE49-F238E27FC236}">
                <a16:creationId xmlns:a16="http://schemas.microsoft.com/office/drawing/2014/main" id="{09571FBA-1DD1-11BE-7FA7-855B6AC3F1D6}"/>
              </a:ext>
            </a:extLst>
          </p:cNvPr>
          <p:cNvGrpSpPr/>
          <p:nvPr/>
        </p:nvGrpSpPr>
        <p:grpSpPr>
          <a:xfrm>
            <a:off x="7112943" y="4352648"/>
            <a:ext cx="1016280" cy="787320"/>
            <a:chOff x="6963043" y="4352648"/>
            <a:chExt cx="1016280" cy="787320"/>
          </a:xfrm>
        </p:grpSpPr>
        <mc:AlternateContent xmlns:mc="http://schemas.openxmlformats.org/markup-compatibility/2006" xmlns:p14="http://schemas.microsoft.com/office/powerpoint/2010/main">
          <mc:Choice Requires="p14">
            <p:contentPart p14:bwMode="auto" r:id="rId114">
              <p14:nvContentPartPr>
                <p14:cNvPr id="84" name="Ink 83">
                  <a:extLst>
                    <a:ext uri="{FF2B5EF4-FFF2-40B4-BE49-F238E27FC236}">
                      <a16:creationId xmlns:a16="http://schemas.microsoft.com/office/drawing/2014/main" id="{C919973A-0492-79F6-E850-805B66F73A67}"/>
                    </a:ext>
                  </a:extLst>
                </p14:cNvPr>
                <p14:cNvContentPartPr/>
                <p14:nvPr/>
              </p14:nvContentPartPr>
              <p14:xfrm>
                <a:off x="6963043" y="4560728"/>
                <a:ext cx="291240" cy="223920"/>
              </p14:xfrm>
            </p:contentPart>
          </mc:Choice>
          <mc:Fallback xmlns="">
            <p:pic>
              <p:nvPicPr>
                <p:cNvPr id="84" name="Ink 83">
                  <a:extLst>
                    <a:ext uri="{FF2B5EF4-FFF2-40B4-BE49-F238E27FC236}">
                      <a16:creationId xmlns:a16="http://schemas.microsoft.com/office/drawing/2014/main" id="{C919973A-0492-79F6-E850-805B66F73A67}"/>
                    </a:ext>
                  </a:extLst>
                </p:cNvPr>
                <p:cNvPicPr/>
                <p:nvPr/>
              </p:nvPicPr>
              <p:blipFill>
                <a:blip r:embed="rId115"/>
                <a:stretch>
                  <a:fillRect/>
                </a:stretch>
              </p:blipFill>
              <p:spPr>
                <a:xfrm>
                  <a:off x="6954403" y="4551728"/>
                  <a:ext cx="3088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5" name="Ink 84">
                  <a:extLst>
                    <a:ext uri="{FF2B5EF4-FFF2-40B4-BE49-F238E27FC236}">
                      <a16:creationId xmlns:a16="http://schemas.microsoft.com/office/drawing/2014/main" id="{A25B1EA0-359C-EB7F-991D-242917955665}"/>
                    </a:ext>
                  </a:extLst>
                </p14:cNvPr>
                <p14:cNvContentPartPr/>
                <p14:nvPr/>
              </p14:nvContentPartPr>
              <p14:xfrm>
                <a:off x="7348963" y="4352648"/>
                <a:ext cx="276840" cy="787320"/>
              </p14:xfrm>
            </p:contentPart>
          </mc:Choice>
          <mc:Fallback xmlns="">
            <p:pic>
              <p:nvPicPr>
                <p:cNvPr id="85" name="Ink 84">
                  <a:extLst>
                    <a:ext uri="{FF2B5EF4-FFF2-40B4-BE49-F238E27FC236}">
                      <a16:creationId xmlns:a16="http://schemas.microsoft.com/office/drawing/2014/main" id="{A25B1EA0-359C-EB7F-991D-242917955665}"/>
                    </a:ext>
                  </a:extLst>
                </p:cNvPr>
                <p:cNvPicPr/>
                <p:nvPr/>
              </p:nvPicPr>
              <p:blipFill>
                <a:blip r:embed="rId117"/>
                <a:stretch>
                  <a:fillRect/>
                </a:stretch>
              </p:blipFill>
              <p:spPr>
                <a:xfrm>
                  <a:off x="7340323" y="4343648"/>
                  <a:ext cx="294480" cy="8049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7" name="Ink 86">
                  <a:extLst>
                    <a:ext uri="{FF2B5EF4-FFF2-40B4-BE49-F238E27FC236}">
                      <a16:creationId xmlns:a16="http://schemas.microsoft.com/office/drawing/2014/main" id="{DC51B864-FE79-921C-D47B-091443D78339}"/>
                    </a:ext>
                  </a:extLst>
                </p14:cNvPr>
                <p14:cNvContentPartPr/>
                <p14:nvPr/>
              </p14:nvContentPartPr>
              <p14:xfrm>
                <a:off x="7670803" y="4606088"/>
                <a:ext cx="232920" cy="434520"/>
              </p14:xfrm>
            </p:contentPart>
          </mc:Choice>
          <mc:Fallback xmlns="">
            <p:pic>
              <p:nvPicPr>
                <p:cNvPr id="87" name="Ink 86">
                  <a:extLst>
                    <a:ext uri="{FF2B5EF4-FFF2-40B4-BE49-F238E27FC236}">
                      <a16:creationId xmlns:a16="http://schemas.microsoft.com/office/drawing/2014/main" id="{DC51B864-FE79-921C-D47B-091443D78339}"/>
                    </a:ext>
                  </a:extLst>
                </p:cNvPr>
                <p:cNvPicPr/>
                <p:nvPr/>
              </p:nvPicPr>
              <p:blipFill>
                <a:blip r:embed="rId119"/>
                <a:stretch>
                  <a:fillRect/>
                </a:stretch>
              </p:blipFill>
              <p:spPr>
                <a:xfrm>
                  <a:off x="7661803" y="4597448"/>
                  <a:ext cx="25056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8" name="Ink 87">
                  <a:extLst>
                    <a:ext uri="{FF2B5EF4-FFF2-40B4-BE49-F238E27FC236}">
                      <a16:creationId xmlns:a16="http://schemas.microsoft.com/office/drawing/2014/main" id="{D9D3CF97-2512-0BBD-E11F-9A747FD41912}"/>
                    </a:ext>
                  </a:extLst>
                </p14:cNvPr>
                <p14:cNvContentPartPr/>
                <p14:nvPr/>
              </p14:nvContentPartPr>
              <p14:xfrm>
                <a:off x="7974643" y="4701848"/>
                <a:ext cx="360" cy="101880"/>
              </p14:xfrm>
            </p:contentPart>
          </mc:Choice>
          <mc:Fallback xmlns="">
            <p:pic>
              <p:nvPicPr>
                <p:cNvPr id="88" name="Ink 87">
                  <a:extLst>
                    <a:ext uri="{FF2B5EF4-FFF2-40B4-BE49-F238E27FC236}">
                      <a16:creationId xmlns:a16="http://schemas.microsoft.com/office/drawing/2014/main" id="{D9D3CF97-2512-0BBD-E11F-9A747FD41912}"/>
                    </a:ext>
                  </a:extLst>
                </p:cNvPr>
                <p:cNvPicPr/>
                <p:nvPr/>
              </p:nvPicPr>
              <p:blipFill>
                <a:blip r:embed="rId21"/>
                <a:stretch>
                  <a:fillRect/>
                </a:stretch>
              </p:blipFill>
              <p:spPr>
                <a:xfrm>
                  <a:off x="7965643" y="4693208"/>
                  <a:ext cx="180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9" name="Ink 88">
                  <a:extLst>
                    <a:ext uri="{FF2B5EF4-FFF2-40B4-BE49-F238E27FC236}">
                      <a16:creationId xmlns:a16="http://schemas.microsoft.com/office/drawing/2014/main" id="{73AA2291-5959-46F5-855B-5D0F30178C6F}"/>
                    </a:ext>
                  </a:extLst>
                </p14:cNvPr>
                <p14:cNvContentPartPr/>
                <p14:nvPr/>
              </p14:nvContentPartPr>
              <p14:xfrm>
                <a:off x="7964923" y="4566848"/>
                <a:ext cx="14400" cy="47520"/>
              </p14:xfrm>
            </p:contentPart>
          </mc:Choice>
          <mc:Fallback xmlns="">
            <p:pic>
              <p:nvPicPr>
                <p:cNvPr id="89" name="Ink 88">
                  <a:extLst>
                    <a:ext uri="{FF2B5EF4-FFF2-40B4-BE49-F238E27FC236}">
                      <a16:creationId xmlns:a16="http://schemas.microsoft.com/office/drawing/2014/main" id="{73AA2291-5959-46F5-855B-5D0F30178C6F}"/>
                    </a:ext>
                  </a:extLst>
                </p:cNvPr>
                <p:cNvPicPr/>
                <p:nvPr/>
              </p:nvPicPr>
              <p:blipFill>
                <a:blip r:embed="rId122"/>
                <a:stretch>
                  <a:fillRect/>
                </a:stretch>
              </p:blipFill>
              <p:spPr>
                <a:xfrm>
                  <a:off x="7956283" y="4558208"/>
                  <a:ext cx="32040" cy="65160"/>
                </a:xfrm>
                <a:prstGeom prst="rect">
                  <a:avLst/>
                </a:prstGeom>
              </p:spPr>
            </p:pic>
          </mc:Fallback>
        </mc:AlternateContent>
      </p:grpSp>
      <p:grpSp>
        <p:nvGrpSpPr>
          <p:cNvPr id="100" name="Group 99">
            <a:extLst>
              <a:ext uri="{FF2B5EF4-FFF2-40B4-BE49-F238E27FC236}">
                <a16:creationId xmlns:a16="http://schemas.microsoft.com/office/drawing/2014/main" id="{74E7B369-7CF4-063F-178C-03A65D81DBB3}"/>
              </a:ext>
            </a:extLst>
          </p:cNvPr>
          <p:cNvGrpSpPr/>
          <p:nvPr/>
        </p:nvGrpSpPr>
        <p:grpSpPr>
          <a:xfrm>
            <a:off x="8301663" y="4331768"/>
            <a:ext cx="1799280" cy="731160"/>
            <a:chOff x="8151763" y="4331768"/>
            <a:chExt cx="1799280" cy="731160"/>
          </a:xfrm>
        </p:grpSpPr>
        <mc:AlternateContent xmlns:mc="http://schemas.openxmlformats.org/markup-compatibility/2006" xmlns:p14="http://schemas.microsoft.com/office/powerpoint/2010/main">
          <mc:Choice Requires="p14">
            <p:contentPart p14:bwMode="auto" r:id="rId123">
              <p14:nvContentPartPr>
                <p14:cNvPr id="90" name="Ink 89">
                  <a:extLst>
                    <a:ext uri="{FF2B5EF4-FFF2-40B4-BE49-F238E27FC236}">
                      <a16:creationId xmlns:a16="http://schemas.microsoft.com/office/drawing/2014/main" id="{D9DF5952-B7E5-A034-1DC4-B62AE547122B}"/>
                    </a:ext>
                  </a:extLst>
                </p14:cNvPr>
                <p14:cNvContentPartPr/>
                <p14:nvPr/>
              </p14:nvContentPartPr>
              <p14:xfrm>
                <a:off x="8151763" y="4700408"/>
                <a:ext cx="151920" cy="10440"/>
              </p14:xfrm>
            </p:contentPart>
          </mc:Choice>
          <mc:Fallback xmlns="">
            <p:pic>
              <p:nvPicPr>
                <p:cNvPr id="90" name="Ink 89">
                  <a:extLst>
                    <a:ext uri="{FF2B5EF4-FFF2-40B4-BE49-F238E27FC236}">
                      <a16:creationId xmlns:a16="http://schemas.microsoft.com/office/drawing/2014/main" id="{D9DF5952-B7E5-A034-1DC4-B62AE547122B}"/>
                    </a:ext>
                  </a:extLst>
                </p:cNvPr>
                <p:cNvPicPr/>
                <p:nvPr/>
              </p:nvPicPr>
              <p:blipFill>
                <a:blip r:embed="rId124"/>
                <a:stretch>
                  <a:fillRect/>
                </a:stretch>
              </p:blipFill>
              <p:spPr>
                <a:xfrm>
                  <a:off x="8143123" y="4691768"/>
                  <a:ext cx="1695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91" name="Ink 90">
                  <a:extLst>
                    <a:ext uri="{FF2B5EF4-FFF2-40B4-BE49-F238E27FC236}">
                      <a16:creationId xmlns:a16="http://schemas.microsoft.com/office/drawing/2014/main" id="{9CE4EC56-5442-9DD0-8759-3C606D1FFB01}"/>
                    </a:ext>
                  </a:extLst>
                </p14:cNvPr>
                <p14:cNvContentPartPr/>
                <p14:nvPr/>
              </p14:nvContentPartPr>
              <p14:xfrm>
                <a:off x="8407723" y="4476488"/>
                <a:ext cx="180360" cy="381600"/>
              </p14:xfrm>
            </p:contentPart>
          </mc:Choice>
          <mc:Fallback xmlns="">
            <p:pic>
              <p:nvPicPr>
                <p:cNvPr id="91" name="Ink 90">
                  <a:extLst>
                    <a:ext uri="{FF2B5EF4-FFF2-40B4-BE49-F238E27FC236}">
                      <a16:creationId xmlns:a16="http://schemas.microsoft.com/office/drawing/2014/main" id="{9CE4EC56-5442-9DD0-8759-3C606D1FFB01}"/>
                    </a:ext>
                  </a:extLst>
                </p:cNvPr>
                <p:cNvPicPr/>
                <p:nvPr/>
              </p:nvPicPr>
              <p:blipFill>
                <a:blip r:embed="rId126"/>
                <a:stretch>
                  <a:fillRect/>
                </a:stretch>
              </p:blipFill>
              <p:spPr>
                <a:xfrm>
                  <a:off x="8399083" y="4467488"/>
                  <a:ext cx="19800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92" name="Ink 91">
                  <a:extLst>
                    <a:ext uri="{FF2B5EF4-FFF2-40B4-BE49-F238E27FC236}">
                      <a16:creationId xmlns:a16="http://schemas.microsoft.com/office/drawing/2014/main" id="{BFE86004-2AF0-B9C8-9194-C73E3A4CC7AD}"/>
                    </a:ext>
                  </a:extLst>
                </p14:cNvPr>
                <p14:cNvContentPartPr/>
                <p14:nvPr/>
              </p14:nvContentPartPr>
              <p14:xfrm>
                <a:off x="8610763" y="4649648"/>
                <a:ext cx="230400" cy="100440"/>
              </p14:xfrm>
            </p:contentPart>
          </mc:Choice>
          <mc:Fallback xmlns="">
            <p:pic>
              <p:nvPicPr>
                <p:cNvPr id="92" name="Ink 91">
                  <a:extLst>
                    <a:ext uri="{FF2B5EF4-FFF2-40B4-BE49-F238E27FC236}">
                      <a16:creationId xmlns:a16="http://schemas.microsoft.com/office/drawing/2014/main" id="{BFE86004-2AF0-B9C8-9194-C73E3A4CC7AD}"/>
                    </a:ext>
                  </a:extLst>
                </p:cNvPr>
                <p:cNvPicPr/>
                <p:nvPr/>
              </p:nvPicPr>
              <p:blipFill>
                <a:blip r:embed="rId128"/>
                <a:stretch>
                  <a:fillRect/>
                </a:stretch>
              </p:blipFill>
              <p:spPr>
                <a:xfrm>
                  <a:off x="8602123" y="4641008"/>
                  <a:ext cx="24804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93" name="Ink 92">
                  <a:extLst>
                    <a:ext uri="{FF2B5EF4-FFF2-40B4-BE49-F238E27FC236}">
                      <a16:creationId xmlns:a16="http://schemas.microsoft.com/office/drawing/2014/main" id="{FAED4DBA-6154-CCE8-F240-DE79978FCB39}"/>
                    </a:ext>
                  </a:extLst>
                </p14:cNvPr>
                <p14:cNvContentPartPr/>
                <p14:nvPr/>
              </p14:nvContentPartPr>
              <p14:xfrm>
                <a:off x="8910283" y="4659008"/>
                <a:ext cx="153000" cy="132840"/>
              </p14:xfrm>
            </p:contentPart>
          </mc:Choice>
          <mc:Fallback xmlns="">
            <p:pic>
              <p:nvPicPr>
                <p:cNvPr id="93" name="Ink 92">
                  <a:extLst>
                    <a:ext uri="{FF2B5EF4-FFF2-40B4-BE49-F238E27FC236}">
                      <a16:creationId xmlns:a16="http://schemas.microsoft.com/office/drawing/2014/main" id="{FAED4DBA-6154-CCE8-F240-DE79978FCB39}"/>
                    </a:ext>
                  </a:extLst>
                </p:cNvPr>
                <p:cNvPicPr/>
                <p:nvPr/>
              </p:nvPicPr>
              <p:blipFill>
                <a:blip r:embed="rId130"/>
                <a:stretch>
                  <a:fillRect/>
                </a:stretch>
              </p:blipFill>
              <p:spPr>
                <a:xfrm>
                  <a:off x="8901283" y="4650008"/>
                  <a:ext cx="1706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94" name="Ink 93">
                  <a:extLst>
                    <a:ext uri="{FF2B5EF4-FFF2-40B4-BE49-F238E27FC236}">
                      <a16:creationId xmlns:a16="http://schemas.microsoft.com/office/drawing/2014/main" id="{2C7E18B2-13FD-0BD3-E41F-C7A6DC066129}"/>
                    </a:ext>
                  </a:extLst>
                </p14:cNvPr>
                <p14:cNvContentPartPr/>
                <p14:nvPr/>
              </p14:nvContentPartPr>
              <p14:xfrm>
                <a:off x="9112963" y="4744688"/>
                <a:ext cx="9000" cy="140040"/>
              </p14:xfrm>
            </p:contentPart>
          </mc:Choice>
          <mc:Fallback xmlns="">
            <p:pic>
              <p:nvPicPr>
                <p:cNvPr id="94" name="Ink 93">
                  <a:extLst>
                    <a:ext uri="{FF2B5EF4-FFF2-40B4-BE49-F238E27FC236}">
                      <a16:creationId xmlns:a16="http://schemas.microsoft.com/office/drawing/2014/main" id="{2C7E18B2-13FD-0BD3-E41F-C7A6DC066129}"/>
                    </a:ext>
                  </a:extLst>
                </p:cNvPr>
                <p:cNvPicPr/>
                <p:nvPr/>
              </p:nvPicPr>
              <p:blipFill>
                <a:blip r:embed="rId132"/>
                <a:stretch>
                  <a:fillRect/>
                </a:stretch>
              </p:blipFill>
              <p:spPr>
                <a:xfrm>
                  <a:off x="9104323" y="4735688"/>
                  <a:ext cx="266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5" name="Ink 94">
                  <a:extLst>
                    <a:ext uri="{FF2B5EF4-FFF2-40B4-BE49-F238E27FC236}">
                      <a16:creationId xmlns:a16="http://schemas.microsoft.com/office/drawing/2014/main" id="{E202CEDA-5F37-E54E-4C67-0FE779EDAA85}"/>
                    </a:ext>
                  </a:extLst>
                </p14:cNvPr>
                <p14:cNvContentPartPr/>
                <p14:nvPr/>
              </p14:nvContentPartPr>
              <p14:xfrm>
                <a:off x="9072283" y="4647488"/>
                <a:ext cx="37440" cy="20880"/>
              </p14:xfrm>
            </p:contentPart>
          </mc:Choice>
          <mc:Fallback xmlns="">
            <p:pic>
              <p:nvPicPr>
                <p:cNvPr id="95" name="Ink 94">
                  <a:extLst>
                    <a:ext uri="{FF2B5EF4-FFF2-40B4-BE49-F238E27FC236}">
                      <a16:creationId xmlns:a16="http://schemas.microsoft.com/office/drawing/2014/main" id="{E202CEDA-5F37-E54E-4C67-0FE779EDAA85}"/>
                    </a:ext>
                  </a:extLst>
                </p:cNvPr>
                <p:cNvPicPr/>
                <p:nvPr/>
              </p:nvPicPr>
              <p:blipFill>
                <a:blip r:embed="rId134"/>
                <a:stretch>
                  <a:fillRect/>
                </a:stretch>
              </p:blipFill>
              <p:spPr>
                <a:xfrm>
                  <a:off x="9063283" y="4638488"/>
                  <a:ext cx="550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6" name="Ink 95">
                  <a:extLst>
                    <a:ext uri="{FF2B5EF4-FFF2-40B4-BE49-F238E27FC236}">
                      <a16:creationId xmlns:a16="http://schemas.microsoft.com/office/drawing/2014/main" id="{6147C6DF-DBB1-2EB7-8788-1C0C1A97FFAC}"/>
                    </a:ext>
                  </a:extLst>
                </p14:cNvPr>
                <p14:cNvContentPartPr/>
                <p14:nvPr/>
              </p14:nvContentPartPr>
              <p14:xfrm>
                <a:off x="9255163" y="4638848"/>
                <a:ext cx="185760" cy="136080"/>
              </p14:xfrm>
            </p:contentPart>
          </mc:Choice>
          <mc:Fallback xmlns="">
            <p:pic>
              <p:nvPicPr>
                <p:cNvPr id="96" name="Ink 95">
                  <a:extLst>
                    <a:ext uri="{FF2B5EF4-FFF2-40B4-BE49-F238E27FC236}">
                      <a16:creationId xmlns:a16="http://schemas.microsoft.com/office/drawing/2014/main" id="{6147C6DF-DBB1-2EB7-8788-1C0C1A97FFAC}"/>
                    </a:ext>
                  </a:extLst>
                </p:cNvPr>
                <p:cNvPicPr/>
                <p:nvPr/>
              </p:nvPicPr>
              <p:blipFill>
                <a:blip r:embed="rId136"/>
                <a:stretch>
                  <a:fillRect/>
                </a:stretch>
              </p:blipFill>
              <p:spPr>
                <a:xfrm>
                  <a:off x="9246523" y="4629848"/>
                  <a:ext cx="2034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7" name="Ink 96">
                  <a:extLst>
                    <a:ext uri="{FF2B5EF4-FFF2-40B4-BE49-F238E27FC236}">
                      <a16:creationId xmlns:a16="http://schemas.microsoft.com/office/drawing/2014/main" id="{82142270-D9B0-8A29-2478-43F5654BF945}"/>
                    </a:ext>
                  </a:extLst>
                </p14:cNvPr>
                <p14:cNvContentPartPr/>
                <p14:nvPr/>
              </p14:nvContentPartPr>
              <p14:xfrm>
                <a:off x="9506803" y="4610768"/>
                <a:ext cx="156240" cy="139320"/>
              </p14:xfrm>
            </p:contentPart>
          </mc:Choice>
          <mc:Fallback xmlns="">
            <p:pic>
              <p:nvPicPr>
                <p:cNvPr id="97" name="Ink 96">
                  <a:extLst>
                    <a:ext uri="{FF2B5EF4-FFF2-40B4-BE49-F238E27FC236}">
                      <a16:creationId xmlns:a16="http://schemas.microsoft.com/office/drawing/2014/main" id="{82142270-D9B0-8A29-2478-43F5654BF945}"/>
                    </a:ext>
                  </a:extLst>
                </p:cNvPr>
                <p:cNvPicPr/>
                <p:nvPr/>
              </p:nvPicPr>
              <p:blipFill>
                <a:blip r:embed="rId138"/>
                <a:stretch>
                  <a:fillRect/>
                </a:stretch>
              </p:blipFill>
              <p:spPr>
                <a:xfrm>
                  <a:off x="9497803" y="4602128"/>
                  <a:ext cx="17388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8" name="Ink 97">
                  <a:extLst>
                    <a:ext uri="{FF2B5EF4-FFF2-40B4-BE49-F238E27FC236}">
                      <a16:creationId xmlns:a16="http://schemas.microsoft.com/office/drawing/2014/main" id="{115D176D-9CBB-7A2E-64DD-578D2A9D8D34}"/>
                    </a:ext>
                  </a:extLst>
                </p14:cNvPr>
                <p14:cNvContentPartPr/>
                <p14:nvPr/>
              </p14:nvContentPartPr>
              <p14:xfrm>
                <a:off x="9668443" y="4486928"/>
                <a:ext cx="141480" cy="395280"/>
              </p14:xfrm>
            </p:contentPart>
          </mc:Choice>
          <mc:Fallback xmlns="">
            <p:pic>
              <p:nvPicPr>
                <p:cNvPr id="98" name="Ink 97">
                  <a:extLst>
                    <a:ext uri="{FF2B5EF4-FFF2-40B4-BE49-F238E27FC236}">
                      <a16:creationId xmlns:a16="http://schemas.microsoft.com/office/drawing/2014/main" id="{115D176D-9CBB-7A2E-64DD-578D2A9D8D34}"/>
                    </a:ext>
                  </a:extLst>
                </p:cNvPr>
                <p:cNvPicPr/>
                <p:nvPr/>
              </p:nvPicPr>
              <p:blipFill>
                <a:blip r:embed="rId140"/>
                <a:stretch>
                  <a:fillRect/>
                </a:stretch>
              </p:blipFill>
              <p:spPr>
                <a:xfrm>
                  <a:off x="9659803" y="4477928"/>
                  <a:ext cx="15912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9" name="Ink 98">
                  <a:extLst>
                    <a:ext uri="{FF2B5EF4-FFF2-40B4-BE49-F238E27FC236}">
                      <a16:creationId xmlns:a16="http://schemas.microsoft.com/office/drawing/2014/main" id="{DCADB5AD-7CD8-DC4F-4A78-222CED0478C0}"/>
                    </a:ext>
                  </a:extLst>
                </p14:cNvPr>
                <p14:cNvContentPartPr/>
                <p14:nvPr/>
              </p14:nvContentPartPr>
              <p14:xfrm>
                <a:off x="9804163" y="4331768"/>
                <a:ext cx="146880" cy="731160"/>
              </p14:xfrm>
            </p:contentPart>
          </mc:Choice>
          <mc:Fallback xmlns="">
            <p:pic>
              <p:nvPicPr>
                <p:cNvPr id="99" name="Ink 98">
                  <a:extLst>
                    <a:ext uri="{FF2B5EF4-FFF2-40B4-BE49-F238E27FC236}">
                      <a16:creationId xmlns:a16="http://schemas.microsoft.com/office/drawing/2014/main" id="{DCADB5AD-7CD8-DC4F-4A78-222CED0478C0}"/>
                    </a:ext>
                  </a:extLst>
                </p:cNvPr>
                <p:cNvPicPr/>
                <p:nvPr/>
              </p:nvPicPr>
              <p:blipFill>
                <a:blip r:embed="rId142"/>
                <a:stretch>
                  <a:fillRect/>
                </a:stretch>
              </p:blipFill>
              <p:spPr>
                <a:xfrm>
                  <a:off x="9795163" y="4323128"/>
                  <a:ext cx="164520" cy="748800"/>
                </a:xfrm>
                <a:prstGeom prst="rect">
                  <a:avLst/>
                </a:prstGeom>
              </p:spPr>
            </p:pic>
          </mc:Fallback>
        </mc:AlternateContent>
      </p:grpSp>
      <p:grpSp>
        <p:nvGrpSpPr>
          <p:cNvPr id="108" name="Group 107">
            <a:extLst>
              <a:ext uri="{FF2B5EF4-FFF2-40B4-BE49-F238E27FC236}">
                <a16:creationId xmlns:a16="http://schemas.microsoft.com/office/drawing/2014/main" id="{F4CAC161-F5BE-1F68-A174-D169480CFD7A}"/>
              </a:ext>
            </a:extLst>
          </p:cNvPr>
          <p:cNvGrpSpPr/>
          <p:nvPr/>
        </p:nvGrpSpPr>
        <p:grpSpPr>
          <a:xfrm>
            <a:off x="10330623" y="4398008"/>
            <a:ext cx="730080" cy="494640"/>
            <a:chOff x="10180723" y="4398008"/>
            <a:chExt cx="730080" cy="494640"/>
          </a:xfrm>
        </p:grpSpPr>
        <mc:AlternateContent xmlns:mc="http://schemas.openxmlformats.org/markup-compatibility/2006" xmlns:p14="http://schemas.microsoft.com/office/powerpoint/2010/main">
          <mc:Choice Requires="p14">
            <p:contentPart p14:bwMode="auto" r:id="rId143">
              <p14:nvContentPartPr>
                <p14:cNvPr id="102" name="Ink 101">
                  <a:extLst>
                    <a:ext uri="{FF2B5EF4-FFF2-40B4-BE49-F238E27FC236}">
                      <a16:creationId xmlns:a16="http://schemas.microsoft.com/office/drawing/2014/main" id="{D092A4C8-0F53-9F4B-B97C-97718DF2DC39}"/>
                    </a:ext>
                  </a:extLst>
                </p14:cNvPr>
                <p14:cNvContentPartPr/>
                <p14:nvPr/>
              </p14:nvContentPartPr>
              <p14:xfrm>
                <a:off x="10180723" y="4398008"/>
                <a:ext cx="162000" cy="494640"/>
              </p14:xfrm>
            </p:contentPart>
          </mc:Choice>
          <mc:Fallback xmlns="">
            <p:pic>
              <p:nvPicPr>
                <p:cNvPr id="102" name="Ink 101">
                  <a:extLst>
                    <a:ext uri="{FF2B5EF4-FFF2-40B4-BE49-F238E27FC236}">
                      <a16:creationId xmlns:a16="http://schemas.microsoft.com/office/drawing/2014/main" id="{D092A4C8-0F53-9F4B-B97C-97718DF2DC39}"/>
                    </a:ext>
                  </a:extLst>
                </p:cNvPr>
                <p:cNvPicPr/>
                <p:nvPr/>
              </p:nvPicPr>
              <p:blipFill>
                <a:blip r:embed="rId144"/>
                <a:stretch>
                  <a:fillRect/>
                </a:stretch>
              </p:blipFill>
              <p:spPr>
                <a:xfrm>
                  <a:off x="10172083" y="4389008"/>
                  <a:ext cx="179640" cy="5122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03" name="Ink 102">
                  <a:extLst>
                    <a:ext uri="{FF2B5EF4-FFF2-40B4-BE49-F238E27FC236}">
                      <a16:creationId xmlns:a16="http://schemas.microsoft.com/office/drawing/2014/main" id="{E6693FD5-BFB9-D7E4-BF9E-29BABA108EFB}"/>
                    </a:ext>
                  </a:extLst>
                </p14:cNvPr>
                <p14:cNvContentPartPr/>
                <p14:nvPr/>
              </p14:nvContentPartPr>
              <p14:xfrm>
                <a:off x="10353883" y="4648928"/>
                <a:ext cx="163080" cy="7920"/>
              </p14:xfrm>
            </p:contentPart>
          </mc:Choice>
          <mc:Fallback xmlns="">
            <p:pic>
              <p:nvPicPr>
                <p:cNvPr id="103" name="Ink 102">
                  <a:extLst>
                    <a:ext uri="{FF2B5EF4-FFF2-40B4-BE49-F238E27FC236}">
                      <a16:creationId xmlns:a16="http://schemas.microsoft.com/office/drawing/2014/main" id="{E6693FD5-BFB9-D7E4-BF9E-29BABA108EFB}"/>
                    </a:ext>
                  </a:extLst>
                </p:cNvPr>
                <p:cNvPicPr/>
                <p:nvPr/>
              </p:nvPicPr>
              <p:blipFill>
                <a:blip r:embed="rId146"/>
                <a:stretch>
                  <a:fillRect/>
                </a:stretch>
              </p:blipFill>
              <p:spPr>
                <a:xfrm>
                  <a:off x="10345243" y="4640288"/>
                  <a:ext cx="1807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4" name="Ink 103">
                  <a:extLst>
                    <a:ext uri="{FF2B5EF4-FFF2-40B4-BE49-F238E27FC236}">
                      <a16:creationId xmlns:a16="http://schemas.microsoft.com/office/drawing/2014/main" id="{131F6433-72F8-A094-EF0E-0580B4F8F3FE}"/>
                    </a:ext>
                  </a:extLst>
                </p14:cNvPr>
                <p14:cNvContentPartPr/>
                <p14:nvPr/>
              </p14:nvContentPartPr>
              <p14:xfrm>
                <a:off x="10618483" y="4575848"/>
                <a:ext cx="185040" cy="161280"/>
              </p14:xfrm>
            </p:contentPart>
          </mc:Choice>
          <mc:Fallback xmlns="">
            <p:pic>
              <p:nvPicPr>
                <p:cNvPr id="104" name="Ink 103">
                  <a:extLst>
                    <a:ext uri="{FF2B5EF4-FFF2-40B4-BE49-F238E27FC236}">
                      <a16:creationId xmlns:a16="http://schemas.microsoft.com/office/drawing/2014/main" id="{131F6433-72F8-A094-EF0E-0580B4F8F3FE}"/>
                    </a:ext>
                  </a:extLst>
                </p:cNvPr>
                <p:cNvPicPr/>
                <p:nvPr/>
              </p:nvPicPr>
              <p:blipFill>
                <a:blip r:embed="rId148"/>
                <a:stretch>
                  <a:fillRect/>
                </a:stretch>
              </p:blipFill>
              <p:spPr>
                <a:xfrm>
                  <a:off x="10609483" y="4567208"/>
                  <a:ext cx="2026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5" name="Ink 104">
                  <a:extLst>
                    <a:ext uri="{FF2B5EF4-FFF2-40B4-BE49-F238E27FC236}">
                      <a16:creationId xmlns:a16="http://schemas.microsoft.com/office/drawing/2014/main" id="{05AB58AE-A2BB-2418-4B14-8941AD069F84}"/>
                    </a:ext>
                  </a:extLst>
                </p14:cNvPr>
                <p14:cNvContentPartPr/>
                <p14:nvPr/>
              </p14:nvContentPartPr>
              <p14:xfrm>
                <a:off x="10889563" y="4655048"/>
                <a:ext cx="1800" cy="80640"/>
              </p14:xfrm>
            </p:contentPart>
          </mc:Choice>
          <mc:Fallback xmlns="">
            <p:pic>
              <p:nvPicPr>
                <p:cNvPr id="105" name="Ink 104">
                  <a:extLst>
                    <a:ext uri="{FF2B5EF4-FFF2-40B4-BE49-F238E27FC236}">
                      <a16:creationId xmlns:a16="http://schemas.microsoft.com/office/drawing/2014/main" id="{05AB58AE-A2BB-2418-4B14-8941AD069F84}"/>
                    </a:ext>
                  </a:extLst>
                </p:cNvPr>
                <p:cNvPicPr/>
                <p:nvPr/>
              </p:nvPicPr>
              <p:blipFill>
                <a:blip r:embed="rId150"/>
                <a:stretch>
                  <a:fillRect/>
                </a:stretch>
              </p:blipFill>
              <p:spPr>
                <a:xfrm>
                  <a:off x="10880563" y="4646408"/>
                  <a:ext cx="194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06" name="Ink 105">
                  <a:extLst>
                    <a:ext uri="{FF2B5EF4-FFF2-40B4-BE49-F238E27FC236}">
                      <a16:creationId xmlns:a16="http://schemas.microsoft.com/office/drawing/2014/main" id="{965F2FE4-10BD-AE4A-463A-9DDCD8595E5B}"/>
                    </a:ext>
                  </a:extLst>
                </p14:cNvPr>
                <p14:cNvContentPartPr/>
                <p14:nvPr/>
              </p14:nvContentPartPr>
              <p14:xfrm>
                <a:off x="10878043" y="4494848"/>
                <a:ext cx="32760" cy="39240"/>
              </p14:xfrm>
            </p:contentPart>
          </mc:Choice>
          <mc:Fallback xmlns="">
            <p:pic>
              <p:nvPicPr>
                <p:cNvPr id="106" name="Ink 105">
                  <a:extLst>
                    <a:ext uri="{FF2B5EF4-FFF2-40B4-BE49-F238E27FC236}">
                      <a16:creationId xmlns:a16="http://schemas.microsoft.com/office/drawing/2014/main" id="{965F2FE4-10BD-AE4A-463A-9DDCD8595E5B}"/>
                    </a:ext>
                  </a:extLst>
                </p:cNvPr>
                <p:cNvPicPr/>
                <p:nvPr/>
              </p:nvPicPr>
              <p:blipFill>
                <a:blip r:embed="rId152"/>
                <a:stretch>
                  <a:fillRect/>
                </a:stretch>
              </p:blipFill>
              <p:spPr>
                <a:xfrm>
                  <a:off x="10869403" y="4486208"/>
                  <a:ext cx="50400" cy="56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3">
            <p14:nvContentPartPr>
              <p14:cNvPr id="107" name="Ink 106">
                <a:extLst>
                  <a:ext uri="{FF2B5EF4-FFF2-40B4-BE49-F238E27FC236}">
                    <a16:creationId xmlns:a16="http://schemas.microsoft.com/office/drawing/2014/main" id="{A2CDF179-7383-E832-76F3-3DF73BE8CC8A}"/>
                  </a:ext>
                </a:extLst>
              </p14:cNvPr>
              <p14:cNvContentPartPr/>
              <p14:nvPr/>
            </p14:nvContentPartPr>
            <p14:xfrm>
              <a:off x="11218383" y="4392968"/>
              <a:ext cx="124560" cy="437400"/>
            </p14:xfrm>
          </p:contentPart>
        </mc:Choice>
        <mc:Fallback xmlns="">
          <p:pic>
            <p:nvPicPr>
              <p:cNvPr id="107" name="Ink 106">
                <a:extLst>
                  <a:ext uri="{FF2B5EF4-FFF2-40B4-BE49-F238E27FC236}">
                    <a16:creationId xmlns:a16="http://schemas.microsoft.com/office/drawing/2014/main" id="{A2CDF179-7383-E832-76F3-3DF73BE8CC8A}"/>
                  </a:ext>
                </a:extLst>
              </p:cNvPr>
              <p:cNvPicPr/>
              <p:nvPr/>
            </p:nvPicPr>
            <p:blipFill>
              <a:blip r:embed="rId154"/>
              <a:stretch>
                <a:fillRect/>
              </a:stretch>
            </p:blipFill>
            <p:spPr>
              <a:xfrm>
                <a:off x="11209743" y="4384328"/>
                <a:ext cx="142200" cy="455040"/>
              </a:xfrm>
              <a:prstGeom prst="rect">
                <a:avLst/>
              </a:prstGeom>
            </p:spPr>
          </p:pic>
        </mc:Fallback>
      </mc:AlternateContent>
      <p:grpSp>
        <p:nvGrpSpPr>
          <p:cNvPr id="117" name="Group 116">
            <a:extLst>
              <a:ext uri="{FF2B5EF4-FFF2-40B4-BE49-F238E27FC236}">
                <a16:creationId xmlns:a16="http://schemas.microsoft.com/office/drawing/2014/main" id="{9E518A00-2347-4BCA-F414-7FE3593E8715}"/>
              </a:ext>
            </a:extLst>
          </p:cNvPr>
          <p:cNvGrpSpPr/>
          <p:nvPr/>
        </p:nvGrpSpPr>
        <p:grpSpPr>
          <a:xfrm>
            <a:off x="5933583" y="5521568"/>
            <a:ext cx="613440" cy="459720"/>
            <a:chOff x="5783683" y="5521568"/>
            <a:chExt cx="613440" cy="459720"/>
          </a:xfrm>
        </p:grpSpPr>
        <mc:AlternateContent xmlns:mc="http://schemas.openxmlformats.org/markup-compatibility/2006" xmlns:p14="http://schemas.microsoft.com/office/powerpoint/2010/main">
          <mc:Choice Requires="p14">
            <p:contentPart p14:bwMode="auto" r:id="rId155">
              <p14:nvContentPartPr>
                <p14:cNvPr id="112" name="Ink 111">
                  <a:extLst>
                    <a:ext uri="{FF2B5EF4-FFF2-40B4-BE49-F238E27FC236}">
                      <a16:creationId xmlns:a16="http://schemas.microsoft.com/office/drawing/2014/main" id="{A6B37CF9-09AF-3D84-A1E1-FC51E2C42128}"/>
                    </a:ext>
                  </a:extLst>
                </p14:cNvPr>
                <p14:cNvContentPartPr/>
                <p14:nvPr/>
              </p14:nvContentPartPr>
              <p14:xfrm>
                <a:off x="5783683" y="5698688"/>
                <a:ext cx="167400" cy="13680"/>
              </p14:xfrm>
            </p:contentPart>
          </mc:Choice>
          <mc:Fallback xmlns="">
            <p:pic>
              <p:nvPicPr>
                <p:cNvPr id="112" name="Ink 111">
                  <a:extLst>
                    <a:ext uri="{FF2B5EF4-FFF2-40B4-BE49-F238E27FC236}">
                      <a16:creationId xmlns:a16="http://schemas.microsoft.com/office/drawing/2014/main" id="{A6B37CF9-09AF-3D84-A1E1-FC51E2C42128}"/>
                    </a:ext>
                  </a:extLst>
                </p:cNvPr>
                <p:cNvPicPr/>
                <p:nvPr/>
              </p:nvPicPr>
              <p:blipFill>
                <a:blip r:embed="rId156"/>
                <a:stretch>
                  <a:fillRect/>
                </a:stretch>
              </p:blipFill>
              <p:spPr>
                <a:xfrm>
                  <a:off x="5774683" y="5690048"/>
                  <a:ext cx="1850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13" name="Ink 112">
                  <a:extLst>
                    <a:ext uri="{FF2B5EF4-FFF2-40B4-BE49-F238E27FC236}">
                      <a16:creationId xmlns:a16="http://schemas.microsoft.com/office/drawing/2014/main" id="{94952B9D-35C1-2902-D9C9-3A639BB9B4A9}"/>
                    </a:ext>
                  </a:extLst>
                </p14:cNvPr>
                <p14:cNvContentPartPr/>
                <p14:nvPr/>
              </p14:nvContentPartPr>
              <p14:xfrm>
                <a:off x="6088603" y="5521568"/>
                <a:ext cx="196920" cy="309600"/>
              </p14:xfrm>
            </p:contentPart>
          </mc:Choice>
          <mc:Fallback xmlns="">
            <p:pic>
              <p:nvPicPr>
                <p:cNvPr id="113" name="Ink 112">
                  <a:extLst>
                    <a:ext uri="{FF2B5EF4-FFF2-40B4-BE49-F238E27FC236}">
                      <a16:creationId xmlns:a16="http://schemas.microsoft.com/office/drawing/2014/main" id="{94952B9D-35C1-2902-D9C9-3A639BB9B4A9}"/>
                    </a:ext>
                  </a:extLst>
                </p:cNvPr>
                <p:cNvPicPr/>
                <p:nvPr/>
              </p:nvPicPr>
              <p:blipFill>
                <a:blip r:embed="rId158"/>
                <a:stretch>
                  <a:fillRect/>
                </a:stretch>
              </p:blipFill>
              <p:spPr>
                <a:xfrm>
                  <a:off x="6079603" y="5512568"/>
                  <a:ext cx="21456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15" name="Ink 114">
                  <a:extLst>
                    <a:ext uri="{FF2B5EF4-FFF2-40B4-BE49-F238E27FC236}">
                      <a16:creationId xmlns:a16="http://schemas.microsoft.com/office/drawing/2014/main" id="{23C69802-FE6D-43EE-02CA-059FE8FAFB8C}"/>
                    </a:ext>
                  </a:extLst>
                </p14:cNvPr>
                <p14:cNvContentPartPr/>
                <p14:nvPr/>
              </p14:nvContentPartPr>
              <p14:xfrm>
                <a:off x="5923363" y="5928008"/>
                <a:ext cx="473760" cy="53280"/>
              </p14:xfrm>
            </p:contentPart>
          </mc:Choice>
          <mc:Fallback xmlns="">
            <p:pic>
              <p:nvPicPr>
                <p:cNvPr id="115" name="Ink 114">
                  <a:extLst>
                    <a:ext uri="{FF2B5EF4-FFF2-40B4-BE49-F238E27FC236}">
                      <a16:creationId xmlns:a16="http://schemas.microsoft.com/office/drawing/2014/main" id="{23C69802-FE6D-43EE-02CA-059FE8FAFB8C}"/>
                    </a:ext>
                  </a:extLst>
                </p:cNvPr>
                <p:cNvPicPr/>
                <p:nvPr/>
              </p:nvPicPr>
              <p:blipFill>
                <a:blip r:embed="rId160"/>
                <a:stretch>
                  <a:fillRect/>
                </a:stretch>
              </p:blipFill>
              <p:spPr>
                <a:xfrm>
                  <a:off x="5914723" y="5919368"/>
                  <a:ext cx="491400" cy="70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1">
            <p14:nvContentPartPr>
              <p14:cNvPr id="116" name="Ink 115">
                <a:extLst>
                  <a:ext uri="{FF2B5EF4-FFF2-40B4-BE49-F238E27FC236}">
                    <a16:creationId xmlns:a16="http://schemas.microsoft.com/office/drawing/2014/main" id="{06698E97-5867-60B8-6C71-77585CFC83BC}"/>
                  </a:ext>
                </a:extLst>
              </p14:cNvPr>
              <p14:cNvContentPartPr/>
              <p14:nvPr/>
            </p14:nvContentPartPr>
            <p14:xfrm>
              <a:off x="6240663" y="6156608"/>
              <a:ext cx="251640" cy="124920"/>
            </p14:xfrm>
          </p:contentPart>
        </mc:Choice>
        <mc:Fallback xmlns="">
          <p:pic>
            <p:nvPicPr>
              <p:cNvPr id="116" name="Ink 115">
                <a:extLst>
                  <a:ext uri="{FF2B5EF4-FFF2-40B4-BE49-F238E27FC236}">
                    <a16:creationId xmlns:a16="http://schemas.microsoft.com/office/drawing/2014/main" id="{06698E97-5867-60B8-6C71-77585CFC83BC}"/>
                  </a:ext>
                </a:extLst>
              </p:cNvPr>
              <p:cNvPicPr/>
              <p:nvPr/>
            </p:nvPicPr>
            <p:blipFill>
              <a:blip r:embed="rId162"/>
              <a:stretch>
                <a:fillRect/>
              </a:stretch>
            </p:blipFill>
            <p:spPr>
              <a:xfrm>
                <a:off x="6232023" y="6147608"/>
                <a:ext cx="2692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18" name="Ink 117">
                <a:extLst>
                  <a:ext uri="{FF2B5EF4-FFF2-40B4-BE49-F238E27FC236}">
                    <a16:creationId xmlns:a16="http://schemas.microsoft.com/office/drawing/2014/main" id="{3DCEF402-42EB-6409-74A0-90DE12F9ABDE}"/>
                  </a:ext>
                </a:extLst>
              </p14:cNvPr>
              <p14:cNvContentPartPr/>
              <p14:nvPr/>
            </p14:nvContentPartPr>
            <p14:xfrm>
              <a:off x="7107183" y="5573048"/>
              <a:ext cx="379440" cy="349560"/>
            </p14:xfrm>
          </p:contentPart>
        </mc:Choice>
        <mc:Fallback xmlns="">
          <p:pic>
            <p:nvPicPr>
              <p:cNvPr id="118" name="Ink 117">
                <a:extLst>
                  <a:ext uri="{FF2B5EF4-FFF2-40B4-BE49-F238E27FC236}">
                    <a16:creationId xmlns:a16="http://schemas.microsoft.com/office/drawing/2014/main" id="{3DCEF402-42EB-6409-74A0-90DE12F9ABDE}"/>
                  </a:ext>
                </a:extLst>
              </p:cNvPr>
              <p:cNvPicPr/>
              <p:nvPr/>
            </p:nvPicPr>
            <p:blipFill>
              <a:blip r:embed="rId164"/>
              <a:stretch>
                <a:fillRect/>
              </a:stretch>
            </p:blipFill>
            <p:spPr>
              <a:xfrm>
                <a:off x="7098543" y="5564048"/>
                <a:ext cx="397080" cy="367200"/>
              </a:xfrm>
              <a:prstGeom prst="rect">
                <a:avLst/>
              </a:prstGeom>
            </p:spPr>
          </p:pic>
        </mc:Fallback>
      </mc:AlternateContent>
      <p:grpSp>
        <p:nvGrpSpPr>
          <p:cNvPr id="128" name="Group 127">
            <a:extLst>
              <a:ext uri="{FF2B5EF4-FFF2-40B4-BE49-F238E27FC236}">
                <a16:creationId xmlns:a16="http://schemas.microsoft.com/office/drawing/2014/main" id="{7800F148-71CC-5C97-D8B9-D77974A6163E}"/>
              </a:ext>
            </a:extLst>
          </p:cNvPr>
          <p:cNvGrpSpPr/>
          <p:nvPr/>
        </p:nvGrpSpPr>
        <p:grpSpPr>
          <a:xfrm>
            <a:off x="7200783" y="6095768"/>
            <a:ext cx="387720" cy="220680"/>
            <a:chOff x="7050883" y="6095768"/>
            <a:chExt cx="387720" cy="220680"/>
          </a:xfrm>
        </p:grpSpPr>
        <mc:AlternateContent xmlns:mc="http://schemas.openxmlformats.org/markup-compatibility/2006" xmlns:p14="http://schemas.microsoft.com/office/powerpoint/2010/main">
          <mc:Choice Requires="p14">
            <p:contentPart p14:bwMode="auto" r:id="rId165">
              <p14:nvContentPartPr>
                <p14:cNvPr id="119" name="Ink 118">
                  <a:extLst>
                    <a:ext uri="{FF2B5EF4-FFF2-40B4-BE49-F238E27FC236}">
                      <a16:creationId xmlns:a16="http://schemas.microsoft.com/office/drawing/2014/main" id="{5119ABFC-195E-4BCE-6265-8B1B20C3F8BF}"/>
                    </a:ext>
                  </a:extLst>
                </p14:cNvPr>
                <p14:cNvContentPartPr/>
                <p14:nvPr/>
              </p14:nvContentPartPr>
              <p14:xfrm>
                <a:off x="7085443" y="6192608"/>
                <a:ext cx="9000" cy="108360"/>
              </p14:xfrm>
            </p:contentPart>
          </mc:Choice>
          <mc:Fallback xmlns="">
            <p:pic>
              <p:nvPicPr>
                <p:cNvPr id="119" name="Ink 118">
                  <a:extLst>
                    <a:ext uri="{FF2B5EF4-FFF2-40B4-BE49-F238E27FC236}">
                      <a16:creationId xmlns:a16="http://schemas.microsoft.com/office/drawing/2014/main" id="{5119ABFC-195E-4BCE-6265-8B1B20C3F8BF}"/>
                    </a:ext>
                  </a:extLst>
                </p:cNvPr>
                <p:cNvPicPr/>
                <p:nvPr/>
              </p:nvPicPr>
              <p:blipFill>
                <a:blip r:embed="rId166"/>
                <a:stretch>
                  <a:fillRect/>
                </a:stretch>
              </p:blipFill>
              <p:spPr>
                <a:xfrm>
                  <a:off x="7076443" y="6183608"/>
                  <a:ext cx="266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20" name="Ink 119">
                  <a:extLst>
                    <a:ext uri="{FF2B5EF4-FFF2-40B4-BE49-F238E27FC236}">
                      <a16:creationId xmlns:a16="http://schemas.microsoft.com/office/drawing/2014/main" id="{A15BED12-4BC8-1EC7-2DC1-6581B433FD22}"/>
                    </a:ext>
                  </a:extLst>
                </p14:cNvPr>
                <p14:cNvContentPartPr/>
                <p14:nvPr/>
              </p14:nvContentPartPr>
              <p14:xfrm>
                <a:off x="7050883" y="6095768"/>
                <a:ext cx="11160" cy="47520"/>
              </p14:xfrm>
            </p:contentPart>
          </mc:Choice>
          <mc:Fallback xmlns="">
            <p:pic>
              <p:nvPicPr>
                <p:cNvPr id="120" name="Ink 119">
                  <a:extLst>
                    <a:ext uri="{FF2B5EF4-FFF2-40B4-BE49-F238E27FC236}">
                      <a16:creationId xmlns:a16="http://schemas.microsoft.com/office/drawing/2014/main" id="{A15BED12-4BC8-1EC7-2DC1-6581B433FD22}"/>
                    </a:ext>
                  </a:extLst>
                </p:cNvPr>
                <p:cNvPicPr/>
                <p:nvPr/>
              </p:nvPicPr>
              <p:blipFill>
                <a:blip r:embed="rId168"/>
                <a:stretch>
                  <a:fillRect/>
                </a:stretch>
              </p:blipFill>
              <p:spPr>
                <a:xfrm>
                  <a:off x="7041883" y="6087128"/>
                  <a:ext cx="288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26" name="Ink 125">
                  <a:extLst>
                    <a:ext uri="{FF2B5EF4-FFF2-40B4-BE49-F238E27FC236}">
                      <a16:creationId xmlns:a16="http://schemas.microsoft.com/office/drawing/2014/main" id="{169DF9D6-8E27-5613-19A8-DA8344406BFC}"/>
                    </a:ext>
                  </a:extLst>
                </p14:cNvPr>
                <p14:cNvContentPartPr/>
                <p14:nvPr/>
              </p14:nvContentPartPr>
              <p14:xfrm>
                <a:off x="7180123" y="6258848"/>
                <a:ext cx="106560" cy="57600"/>
              </p14:xfrm>
            </p:contentPart>
          </mc:Choice>
          <mc:Fallback xmlns="">
            <p:pic>
              <p:nvPicPr>
                <p:cNvPr id="126" name="Ink 125">
                  <a:extLst>
                    <a:ext uri="{FF2B5EF4-FFF2-40B4-BE49-F238E27FC236}">
                      <a16:creationId xmlns:a16="http://schemas.microsoft.com/office/drawing/2014/main" id="{169DF9D6-8E27-5613-19A8-DA8344406BFC}"/>
                    </a:ext>
                  </a:extLst>
                </p:cNvPr>
                <p:cNvPicPr/>
                <p:nvPr/>
              </p:nvPicPr>
              <p:blipFill>
                <a:blip r:embed="rId170"/>
                <a:stretch>
                  <a:fillRect/>
                </a:stretch>
              </p:blipFill>
              <p:spPr>
                <a:xfrm>
                  <a:off x="7171483" y="6250208"/>
                  <a:ext cx="1242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27" name="Ink 126">
                  <a:extLst>
                    <a:ext uri="{FF2B5EF4-FFF2-40B4-BE49-F238E27FC236}">
                      <a16:creationId xmlns:a16="http://schemas.microsoft.com/office/drawing/2014/main" id="{CBA4A1DB-B9FE-AD43-B05F-C7C4515C875C}"/>
                    </a:ext>
                  </a:extLst>
                </p14:cNvPr>
                <p14:cNvContentPartPr/>
                <p14:nvPr/>
              </p14:nvContentPartPr>
              <p14:xfrm>
                <a:off x="7366963" y="6227168"/>
                <a:ext cx="71640" cy="68760"/>
              </p14:xfrm>
            </p:contentPart>
          </mc:Choice>
          <mc:Fallback xmlns="">
            <p:pic>
              <p:nvPicPr>
                <p:cNvPr id="127" name="Ink 126">
                  <a:extLst>
                    <a:ext uri="{FF2B5EF4-FFF2-40B4-BE49-F238E27FC236}">
                      <a16:creationId xmlns:a16="http://schemas.microsoft.com/office/drawing/2014/main" id="{CBA4A1DB-B9FE-AD43-B05F-C7C4515C875C}"/>
                    </a:ext>
                  </a:extLst>
                </p:cNvPr>
                <p:cNvPicPr/>
                <p:nvPr/>
              </p:nvPicPr>
              <p:blipFill>
                <a:blip r:embed="rId172"/>
                <a:stretch>
                  <a:fillRect/>
                </a:stretch>
              </p:blipFill>
              <p:spPr>
                <a:xfrm>
                  <a:off x="7357963" y="6218528"/>
                  <a:ext cx="89280" cy="86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3">
            <p14:nvContentPartPr>
              <p14:cNvPr id="129" name="Ink 128">
                <a:extLst>
                  <a:ext uri="{FF2B5EF4-FFF2-40B4-BE49-F238E27FC236}">
                    <a16:creationId xmlns:a16="http://schemas.microsoft.com/office/drawing/2014/main" id="{C294B8F4-A102-7593-FED2-C83B343D8933}"/>
                  </a:ext>
                </a:extLst>
              </p14:cNvPr>
              <p14:cNvContentPartPr/>
              <p14:nvPr/>
            </p14:nvContentPartPr>
            <p14:xfrm>
              <a:off x="7056783" y="5415728"/>
              <a:ext cx="209160" cy="147960"/>
            </p14:xfrm>
          </p:contentPart>
        </mc:Choice>
        <mc:Fallback xmlns="">
          <p:pic>
            <p:nvPicPr>
              <p:cNvPr id="129" name="Ink 128">
                <a:extLst>
                  <a:ext uri="{FF2B5EF4-FFF2-40B4-BE49-F238E27FC236}">
                    <a16:creationId xmlns:a16="http://schemas.microsoft.com/office/drawing/2014/main" id="{C294B8F4-A102-7593-FED2-C83B343D8933}"/>
                  </a:ext>
                </a:extLst>
              </p:cNvPr>
              <p:cNvPicPr/>
              <p:nvPr/>
            </p:nvPicPr>
            <p:blipFill>
              <a:blip r:embed="rId174"/>
              <a:stretch>
                <a:fillRect/>
              </a:stretch>
            </p:blipFill>
            <p:spPr>
              <a:xfrm>
                <a:off x="7048143" y="5406728"/>
                <a:ext cx="226800" cy="165600"/>
              </a:xfrm>
              <a:prstGeom prst="rect">
                <a:avLst/>
              </a:prstGeom>
            </p:spPr>
          </p:pic>
        </mc:Fallback>
      </mc:AlternateContent>
      <p:grpSp>
        <p:nvGrpSpPr>
          <p:cNvPr id="133" name="Group 132">
            <a:extLst>
              <a:ext uri="{FF2B5EF4-FFF2-40B4-BE49-F238E27FC236}">
                <a16:creationId xmlns:a16="http://schemas.microsoft.com/office/drawing/2014/main" id="{35BF424D-5A05-FFA0-C162-683E96DAB353}"/>
              </a:ext>
            </a:extLst>
          </p:cNvPr>
          <p:cNvGrpSpPr/>
          <p:nvPr/>
        </p:nvGrpSpPr>
        <p:grpSpPr>
          <a:xfrm>
            <a:off x="7814583" y="5627768"/>
            <a:ext cx="367920" cy="241920"/>
            <a:chOff x="7664683" y="5627768"/>
            <a:chExt cx="367920" cy="241920"/>
          </a:xfrm>
        </p:grpSpPr>
        <mc:AlternateContent xmlns:mc="http://schemas.openxmlformats.org/markup-compatibility/2006" xmlns:p14="http://schemas.microsoft.com/office/powerpoint/2010/main">
          <mc:Choice Requires="p14">
            <p:contentPart p14:bwMode="auto" r:id="rId175">
              <p14:nvContentPartPr>
                <p14:cNvPr id="130" name="Ink 129">
                  <a:extLst>
                    <a:ext uri="{FF2B5EF4-FFF2-40B4-BE49-F238E27FC236}">
                      <a16:creationId xmlns:a16="http://schemas.microsoft.com/office/drawing/2014/main" id="{187A0AC8-B716-F01D-ABD6-96CF968E5201}"/>
                    </a:ext>
                  </a:extLst>
                </p14:cNvPr>
                <p14:cNvContentPartPr/>
                <p14:nvPr/>
              </p14:nvContentPartPr>
              <p14:xfrm>
                <a:off x="7664683" y="5713808"/>
                <a:ext cx="262800" cy="155880"/>
              </p14:xfrm>
            </p:contentPart>
          </mc:Choice>
          <mc:Fallback xmlns="">
            <p:pic>
              <p:nvPicPr>
                <p:cNvPr id="130" name="Ink 129">
                  <a:extLst>
                    <a:ext uri="{FF2B5EF4-FFF2-40B4-BE49-F238E27FC236}">
                      <a16:creationId xmlns:a16="http://schemas.microsoft.com/office/drawing/2014/main" id="{187A0AC8-B716-F01D-ABD6-96CF968E5201}"/>
                    </a:ext>
                  </a:extLst>
                </p:cNvPr>
                <p:cNvPicPr/>
                <p:nvPr/>
              </p:nvPicPr>
              <p:blipFill>
                <a:blip r:embed="rId176"/>
                <a:stretch>
                  <a:fillRect/>
                </a:stretch>
              </p:blipFill>
              <p:spPr>
                <a:xfrm>
                  <a:off x="7655683" y="5705168"/>
                  <a:ext cx="2804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31" name="Ink 130">
                  <a:extLst>
                    <a:ext uri="{FF2B5EF4-FFF2-40B4-BE49-F238E27FC236}">
                      <a16:creationId xmlns:a16="http://schemas.microsoft.com/office/drawing/2014/main" id="{87A9D91A-2117-90E5-0EC6-6812E2EDA01A}"/>
                    </a:ext>
                  </a:extLst>
                </p14:cNvPr>
                <p14:cNvContentPartPr/>
                <p14:nvPr/>
              </p14:nvContentPartPr>
              <p14:xfrm>
                <a:off x="8032243" y="5791208"/>
                <a:ext cx="360" cy="68760"/>
              </p14:xfrm>
            </p:contentPart>
          </mc:Choice>
          <mc:Fallback xmlns="">
            <p:pic>
              <p:nvPicPr>
                <p:cNvPr id="131" name="Ink 130">
                  <a:extLst>
                    <a:ext uri="{FF2B5EF4-FFF2-40B4-BE49-F238E27FC236}">
                      <a16:creationId xmlns:a16="http://schemas.microsoft.com/office/drawing/2014/main" id="{87A9D91A-2117-90E5-0EC6-6812E2EDA01A}"/>
                    </a:ext>
                  </a:extLst>
                </p:cNvPr>
                <p:cNvPicPr/>
                <p:nvPr/>
              </p:nvPicPr>
              <p:blipFill>
                <a:blip r:embed="rId178"/>
                <a:stretch>
                  <a:fillRect/>
                </a:stretch>
              </p:blipFill>
              <p:spPr>
                <a:xfrm>
                  <a:off x="8023603" y="5782568"/>
                  <a:ext cx="180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32" name="Ink 131">
                  <a:extLst>
                    <a:ext uri="{FF2B5EF4-FFF2-40B4-BE49-F238E27FC236}">
                      <a16:creationId xmlns:a16="http://schemas.microsoft.com/office/drawing/2014/main" id="{7EED9916-28FB-2FBB-EC6B-9177551DBCB2}"/>
                    </a:ext>
                  </a:extLst>
                </p14:cNvPr>
                <p14:cNvContentPartPr/>
                <p14:nvPr/>
              </p14:nvContentPartPr>
              <p14:xfrm>
                <a:off x="7996243" y="5627768"/>
                <a:ext cx="28440" cy="44640"/>
              </p14:xfrm>
            </p:contentPart>
          </mc:Choice>
          <mc:Fallback xmlns="">
            <p:pic>
              <p:nvPicPr>
                <p:cNvPr id="132" name="Ink 131">
                  <a:extLst>
                    <a:ext uri="{FF2B5EF4-FFF2-40B4-BE49-F238E27FC236}">
                      <a16:creationId xmlns:a16="http://schemas.microsoft.com/office/drawing/2014/main" id="{7EED9916-28FB-2FBB-EC6B-9177551DBCB2}"/>
                    </a:ext>
                  </a:extLst>
                </p:cNvPr>
                <p:cNvPicPr/>
                <p:nvPr/>
              </p:nvPicPr>
              <p:blipFill>
                <a:blip r:embed="rId180"/>
                <a:stretch>
                  <a:fillRect/>
                </a:stretch>
              </p:blipFill>
              <p:spPr>
                <a:xfrm>
                  <a:off x="7987603" y="5619128"/>
                  <a:ext cx="46080" cy="62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1">
            <p14:nvContentPartPr>
              <p14:cNvPr id="138" name="Ink 137">
                <a:extLst>
                  <a:ext uri="{FF2B5EF4-FFF2-40B4-BE49-F238E27FC236}">
                    <a16:creationId xmlns:a16="http://schemas.microsoft.com/office/drawing/2014/main" id="{2A27D8D8-6C14-0077-4093-8F5E91D6325F}"/>
                  </a:ext>
                </a:extLst>
              </p14:cNvPr>
              <p14:cNvContentPartPr/>
              <p14:nvPr/>
            </p14:nvContentPartPr>
            <p14:xfrm>
              <a:off x="9224703" y="5757728"/>
              <a:ext cx="137880" cy="10080"/>
            </p14:xfrm>
          </p:contentPart>
        </mc:Choice>
        <mc:Fallback xmlns="">
          <p:pic>
            <p:nvPicPr>
              <p:cNvPr id="138" name="Ink 137">
                <a:extLst>
                  <a:ext uri="{FF2B5EF4-FFF2-40B4-BE49-F238E27FC236}">
                    <a16:creationId xmlns:a16="http://schemas.microsoft.com/office/drawing/2014/main" id="{2A27D8D8-6C14-0077-4093-8F5E91D6325F}"/>
                  </a:ext>
                </a:extLst>
              </p:cNvPr>
              <p:cNvPicPr/>
              <p:nvPr/>
            </p:nvPicPr>
            <p:blipFill>
              <a:blip r:embed="rId182"/>
              <a:stretch>
                <a:fillRect/>
              </a:stretch>
            </p:blipFill>
            <p:spPr>
              <a:xfrm>
                <a:off x="9216063" y="5749088"/>
                <a:ext cx="155520" cy="27720"/>
              </a:xfrm>
              <a:prstGeom prst="rect">
                <a:avLst/>
              </a:prstGeom>
            </p:spPr>
          </p:pic>
        </mc:Fallback>
      </mc:AlternateContent>
      <p:grpSp>
        <p:nvGrpSpPr>
          <p:cNvPr id="147" name="Group 146">
            <a:extLst>
              <a:ext uri="{FF2B5EF4-FFF2-40B4-BE49-F238E27FC236}">
                <a16:creationId xmlns:a16="http://schemas.microsoft.com/office/drawing/2014/main" id="{08145375-C4CC-2072-821F-749BC771AB97}"/>
              </a:ext>
            </a:extLst>
          </p:cNvPr>
          <p:cNvGrpSpPr/>
          <p:nvPr/>
        </p:nvGrpSpPr>
        <p:grpSpPr>
          <a:xfrm>
            <a:off x="8410743" y="5413208"/>
            <a:ext cx="624960" cy="639000"/>
            <a:chOff x="8260843" y="5413208"/>
            <a:chExt cx="624960" cy="639000"/>
          </a:xfrm>
        </p:grpSpPr>
        <mc:AlternateContent xmlns:mc="http://schemas.openxmlformats.org/markup-compatibility/2006" xmlns:p14="http://schemas.microsoft.com/office/powerpoint/2010/main">
          <mc:Choice Requires="p14">
            <p:contentPart p14:bwMode="auto" r:id="rId183">
              <p14:nvContentPartPr>
                <p14:cNvPr id="134" name="Ink 133">
                  <a:extLst>
                    <a:ext uri="{FF2B5EF4-FFF2-40B4-BE49-F238E27FC236}">
                      <a16:creationId xmlns:a16="http://schemas.microsoft.com/office/drawing/2014/main" id="{2359690D-1862-BD8F-6BC0-D5F908D6E3F2}"/>
                    </a:ext>
                  </a:extLst>
                </p14:cNvPr>
                <p14:cNvContentPartPr/>
                <p14:nvPr/>
              </p14:nvContentPartPr>
              <p14:xfrm>
                <a:off x="8260843" y="5413208"/>
                <a:ext cx="141480" cy="608400"/>
              </p14:xfrm>
            </p:contentPart>
          </mc:Choice>
          <mc:Fallback xmlns="">
            <p:pic>
              <p:nvPicPr>
                <p:cNvPr id="134" name="Ink 133">
                  <a:extLst>
                    <a:ext uri="{FF2B5EF4-FFF2-40B4-BE49-F238E27FC236}">
                      <a16:creationId xmlns:a16="http://schemas.microsoft.com/office/drawing/2014/main" id="{2359690D-1862-BD8F-6BC0-D5F908D6E3F2}"/>
                    </a:ext>
                  </a:extLst>
                </p:cNvPr>
                <p:cNvPicPr/>
                <p:nvPr/>
              </p:nvPicPr>
              <p:blipFill>
                <a:blip r:embed="rId184"/>
                <a:stretch>
                  <a:fillRect/>
                </a:stretch>
              </p:blipFill>
              <p:spPr>
                <a:xfrm>
                  <a:off x="8251843" y="5404208"/>
                  <a:ext cx="159120" cy="62604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35" name="Ink 134">
                  <a:extLst>
                    <a:ext uri="{FF2B5EF4-FFF2-40B4-BE49-F238E27FC236}">
                      <a16:creationId xmlns:a16="http://schemas.microsoft.com/office/drawing/2014/main" id="{59E68497-FCD1-38F2-CFE1-47661053E5F4}"/>
                    </a:ext>
                  </a:extLst>
                </p14:cNvPr>
                <p14:cNvContentPartPr/>
                <p14:nvPr/>
              </p14:nvContentPartPr>
              <p14:xfrm>
                <a:off x="8551723" y="5627408"/>
                <a:ext cx="227880" cy="424800"/>
              </p14:xfrm>
            </p:contentPart>
          </mc:Choice>
          <mc:Fallback xmlns="">
            <p:pic>
              <p:nvPicPr>
                <p:cNvPr id="135" name="Ink 134">
                  <a:extLst>
                    <a:ext uri="{FF2B5EF4-FFF2-40B4-BE49-F238E27FC236}">
                      <a16:creationId xmlns:a16="http://schemas.microsoft.com/office/drawing/2014/main" id="{59E68497-FCD1-38F2-CFE1-47661053E5F4}"/>
                    </a:ext>
                  </a:extLst>
                </p:cNvPr>
                <p:cNvPicPr/>
                <p:nvPr/>
              </p:nvPicPr>
              <p:blipFill>
                <a:blip r:embed="rId186"/>
                <a:stretch>
                  <a:fillRect/>
                </a:stretch>
              </p:blipFill>
              <p:spPr>
                <a:xfrm>
                  <a:off x="8543083" y="5618768"/>
                  <a:ext cx="24552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36" name="Ink 135">
                  <a:extLst>
                    <a:ext uri="{FF2B5EF4-FFF2-40B4-BE49-F238E27FC236}">
                      <a16:creationId xmlns:a16="http://schemas.microsoft.com/office/drawing/2014/main" id="{55FDF6C7-9728-148F-0BA2-A046296254C8}"/>
                    </a:ext>
                  </a:extLst>
                </p14:cNvPr>
                <p14:cNvContentPartPr/>
                <p14:nvPr/>
              </p14:nvContentPartPr>
              <p14:xfrm>
                <a:off x="8858803" y="5784728"/>
                <a:ext cx="360" cy="68400"/>
              </p14:xfrm>
            </p:contentPart>
          </mc:Choice>
          <mc:Fallback xmlns="">
            <p:pic>
              <p:nvPicPr>
                <p:cNvPr id="136" name="Ink 135">
                  <a:extLst>
                    <a:ext uri="{FF2B5EF4-FFF2-40B4-BE49-F238E27FC236}">
                      <a16:creationId xmlns:a16="http://schemas.microsoft.com/office/drawing/2014/main" id="{55FDF6C7-9728-148F-0BA2-A046296254C8}"/>
                    </a:ext>
                  </a:extLst>
                </p:cNvPr>
                <p:cNvPicPr/>
                <p:nvPr/>
              </p:nvPicPr>
              <p:blipFill>
                <a:blip r:embed="rId178"/>
                <a:stretch>
                  <a:fillRect/>
                </a:stretch>
              </p:blipFill>
              <p:spPr>
                <a:xfrm>
                  <a:off x="8850163" y="5776088"/>
                  <a:ext cx="180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7" name="Ink 136">
                  <a:extLst>
                    <a:ext uri="{FF2B5EF4-FFF2-40B4-BE49-F238E27FC236}">
                      <a16:creationId xmlns:a16="http://schemas.microsoft.com/office/drawing/2014/main" id="{344306E2-DD48-55C7-85C9-AF9920B02A76}"/>
                    </a:ext>
                  </a:extLst>
                </p14:cNvPr>
                <p14:cNvContentPartPr/>
                <p14:nvPr/>
              </p14:nvContentPartPr>
              <p14:xfrm>
                <a:off x="8830363" y="5604368"/>
                <a:ext cx="15840" cy="64080"/>
              </p14:xfrm>
            </p:contentPart>
          </mc:Choice>
          <mc:Fallback xmlns="">
            <p:pic>
              <p:nvPicPr>
                <p:cNvPr id="137" name="Ink 136">
                  <a:extLst>
                    <a:ext uri="{FF2B5EF4-FFF2-40B4-BE49-F238E27FC236}">
                      <a16:creationId xmlns:a16="http://schemas.microsoft.com/office/drawing/2014/main" id="{344306E2-DD48-55C7-85C9-AF9920B02A76}"/>
                    </a:ext>
                  </a:extLst>
                </p:cNvPr>
                <p:cNvPicPr/>
                <p:nvPr/>
              </p:nvPicPr>
              <p:blipFill>
                <a:blip r:embed="rId189"/>
                <a:stretch>
                  <a:fillRect/>
                </a:stretch>
              </p:blipFill>
              <p:spPr>
                <a:xfrm>
                  <a:off x="8821363" y="5595368"/>
                  <a:ext cx="3348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40" name="Ink 139">
                  <a:extLst>
                    <a:ext uri="{FF2B5EF4-FFF2-40B4-BE49-F238E27FC236}">
                      <a16:creationId xmlns:a16="http://schemas.microsoft.com/office/drawing/2014/main" id="{20DF9E99-DBD7-F763-E2EC-3772F3A4F641}"/>
                    </a:ext>
                  </a:extLst>
                </p14:cNvPr>
                <p14:cNvContentPartPr/>
                <p14:nvPr/>
              </p14:nvContentPartPr>
              <p14:xfrm>
                <a:off x="8831443" y="5641448"/>
                <a:ext cx="54360" cy="37440"/>
              </p14:xfrm>
            </p:contentPart>
          </mc:Choice>
          <mc:Fallback xmlns="">
            <p:pic>
              <p:nvPicPr>
                <p:cNvPr id="140" name="Ink 139">
                  <a:extLst>
                    <a:ext uri="{FF2B5EF4-FFF2-40B4-BE49-F238E27FC236}">
                      <a16:creationId xmlns:a16="http://schemas.microsoft.com/office/drawing/2014/main" id="{20DF9E99-DBD7-F763-E2EC-3772F3A4F641}"/>
                    </a:ext>
                  </a:extLst>
                </p:cNvPr>
                <p:cNvPicPr/>
                <p:nvPr/>
              </p:nvPicPr>
              <p:blipFill>
                <a:blip r:embed="rId191"/>
                <a:stretch>
                  <a:fillRect/>
                </a:stretch>
              </p:blipFill>
              <p:spPr>
                <a:xfrm>
                  <a:off x="8822803" y="5632448"/>
                  <a:ext cx="72000" cy="55080"/>
                </a:xfrm>
                <a:prstGeom prst="rect">
                  <a:avLst/>
                </a:prstGeom>
              </p:spPr>
            </p:pic>
          </mc:Fallback>
        </mc:AlternateContent>
      </p:grpSp>
      <p:grpSp>
        <p:nvGrpSpPr>
          <p:cNvPr id="146" name="Group 145">
            <a:extLst>
              <a:ext uri="{FF2B5EF4-FFF2-40B4-BE49-F238E27FC236}">
                <a16:creationId xmlns:a16="http://schemas.microsoft.com/office/drawing/2014/main" id="{A66CFC8C-24EB-0312-DC8C-96A9F282B710}"/>
              </a:ext>
            </a:extLst>
          </p:cNvPr>
          <p:cNvGrpSpPr/>
          <p:nvPr/>
        </p:nvGrpSpPr>
        <p:grpSpPr>
          <a:xfrm>
            <a:off x="9600903" y="5400248"/>
            <a:ext cx="574920" cy="659160"/>
            <a:chOff x="9451003" y="5400248"/>
            <a:chExt cx="574920" cy="659160"/>
          </a:xfrm>
        </p:grpSpPr>
        <mc:AlternateContent xmlns:mc="http://schemas.openxmlformats.org/markup-compatibility/2006" xmlns:p14="http://schemas.microsoft.com/office/powerpoint/2010/main">
          <mc:Choice Requires="p14">
            <p:contentPart p14:bwMode="auto" r:id="rId192">
              <p14:nvContentPartPr>
                <p14:cNvPr id="141" name="Ink 140">
                  <a:extLst>
                    <a:ext uri="{FF2B5EF4-FFF2-40B4-BE49-F238E27FC236}">
                      <a16:creationId xmlns:a16="http://schemas.microsoft.com/office/drawing/2014/main" id="{A8BDD896-6D56-65CF-47AB-80F1AA8394A2}"/>
                    </a:ext>
                  </a:extLst>
                </p14:cNvPr>
                <p14:cNvContentPartPr/>
                <p14:nvPr/>
              </p14:nvContentPartPr>
              <p14:xfrm>
                <a:off x="9451003" y="5619488"/>
                <a:ext cx="176040" cy="439920"/>
              </p14:xfrm>
            </p:contentPart>
          </mc:Choice>
          <mc:Fallback xmlns="">
            <p:pic>
              <p:nvPicPr>
                <p:cNvPr id="141" name="Ink 140">
                  <a:extLst>
                    <a:ext uri="{FF2B5EF4-FFF2-40B4-BE49-F238E27FC236}">
                      <a16:creationId xmlns:a16="http://schemas.microsoft.com/office/drawing/2014/main" id="{A8BDD896-6D56-65CF-47AB-80F1AA8394A2}"/>
                    </a:ext>
                  </a:extLst>
                </p:cNvPr>
                <p:cNvPicPr/>
                <p:nvPr/>
              </p:nvPicPr>
              <p:blipFill>
                <a:blip r:embed="rId193"/>
                <a:stretch>
                  <a:fillRect/>
                </a:stretch>
              </p:blipFill>
              <p:spPr>
                <a:xfrm>
                  <a:off x="9442003" y="5610488"/>
                  <a:ext cx="193680" cy="4575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42" name="Ink 141">
                  <a:extLst>
                    <a:ext uri="{FF2B5EF4-FFF2-40B4-BE49-F238E27FC236}">
                      <a16:creationId xmlns:a16="http://schemas.microsoft.com/office/drawing/2014/main" id="{4ACE8431-0375-CE81-74D9-E9B011A92578}"/>
                    </a:ext>
                  </a:extLst>
                </p14:cNvPr>
                <p14:cNvContentPartPr/>
                <p14:nvPr/>
              </p14:nvContentPartPr>
              <p14:xfrm>
                <a:off x="9727123" y="5797688"/>
                <a:ext cx="12600" cy="78480"/>
              </p14:xfrm>
            </p:contentPart>
          </mc:Choice>
          <mc:Fallback xmlns="">
            <p:pic>
              <p:nvPicPr>
                <p:cNvPr id="142" name="Ink 141">
                  <a:extLst>
                    <a:ext uri="{FF2B5EF4-FFF2-40B4-BE49-F238E27FC236}">
                      <a16:creationId xmlns:a16="http://schemas.microsoft.com/office/drawing/2014/main" id="{4ACE8431-0375-CE81-74D9-E9B011A92578}"/>
                    </a:ext>
                  </a:extLst>
                </p:cNvPr>
                <p:cNvPicPr/>
                <p:nvPr/>
              </p:nvPicPr>
              <p:blipFill>
                <a:blip r:embed="rId195"/>
                <a:stretch>
                  <a:fillRect/>
                </a:stretch>
              </p:blipFill>
              <p:spPr>
                <a:xfrm>
                  <a:off x="9718483" y="5788688"/>
                  <a:ext cx="3024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3" name="Ink 142">
                  <a:extLst>
                    <a:ext uri="{FF2B5EF4-FFF2-40B4-BE49-F238E27FC236}">
                      <a16:creationId xmlns:a16="http://schemas.microsoft.com/office/drawing/2014/main" id="{B6672CFC-EAC3-48C1-8747-6462B4C08305}"/>
                    </a:ext>
                  </a:extLst>
                </p14:cNvPr>
                <p14:cNvContentPartPr/>
                <p14:nvPr/>
              </p14:nvContentPartPr>
              <p14:xfrm>
                <a:off x="9735763" y="5678528"/>
                <a:ext cx="21600" cy="18000"/>
              </p14:xfrm>
            </p:contentPart>
          </mc:Choice>
          <mc:Fallback xmlns="">
            <p:pic>
              <p:nvPicPr>
                <p:cNvPr id="143" name="Ink 142">
                  <a:extLst>
                    <a:ext uri="{FF2B5EF4-FFF2-40B4-BE49-F238E27FC236}">
                      <a16:creationId xmlns:a16="http://schemas.microsoft.com/office/drawing/2014/main" id="{B6672CFC-EAC3-48C1-8747-6462B4C08305}"/>
                    </a:ext>
                  </a:extLst>
                </p:cNvPr>
                <p:cNvPicPr/>
                <p:nvPr/>
              </p:nvPicPr>
              <p:blipFill>
                <a:blip r:embed="rId197"/>
                <a:stretch>
                  <a:fillRect/>
                </a:stretch>
              </p:blipFill>
              <p:spPr>
                <a:xfrm>
                  <a:off x="9727123" y="5669528"/>
                  <a:ext cx="392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4" name="Ink 143">
                  <a:extLst>
                    <a:ext uri="{FF2B5EF4-FFF2-40B4-BE49-F238E27FC236}">
                      <a16:creationId xmlns:a16="http://schemas.microsoft.com/office/drawing/2014/main" id="{06E07B5D-9A08-9E36-BC6B-802E5C9C8685}"/>
                    </a:ext>
                  </a:extLst>
                </p14:cNvPr>
                <p14:cNvContentPartPr/>
                <p14:nvPr/>
              </p14:nvContentPartPr>
              <p14:xfrm>
                <a:off x="9567643" y="5412848"/>
                <a:ext cx="162720" cy="147240"/>
              </p14:xfrm>
            </p:contentPart>
          </mc:Choice>
          <mc:Fallback xmlns="">
            <p:pic>
              <p:nvPicPr>
                <p:cNvPr id="144" name="Ink 143">
                  <a:extLst>
                    <a:ext uri="{FF2B5EF4-FFF2-40B4-BE49-F238E27FC236}">
                      <a16:creationId xmlns:a16="http://schemas.microsoft.com/office/drawing/2014/main" id="{06E07B5D-9A08-9E36-BC6B-802E5C9C8685}"/>
                    </a:ext>
                  </a:extLst>
                </p:cNvPr>
                <p:cNvPicPr/>
                <p:nvPr/>
              </p:nvPicPr>
              <p:blipFill>
                <a:blip r:embed="rId199"/>
                <a:stretch>
                  <a:fillRect/>
                </a:stretch>
              </p:blipFill>
              <p:spPr>
                <a:xfrm>
                  <a:off x="9559003" y="5403848"/>
                  <a:ext cx="18036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45" name="Ink 144">
                  <a:extLst>
                    <a:ext uri="{FF2B5EF4-FFF2-40B4-BE49-F238E27FC236}">
                      <a16:creationId xmlns:a16="http://schemas.microsoft.com/office/drawing/2014/main" id="{3A189C70-D458-5E67-B2E8-715818FCA3FD}"/>
                    </a:ext>
                  </a:extLst>
                </p14:cNvPr>
                <p14:cNvContentPartPr/>
                <p14:nvPr/>
              </p14:nvContentPartPr>
              <p14:xfrm>
                <a:off x="9895243" y="5400248"/>
                <a:ext cx="130680" cy="493920"/>
              </p14:xfrm>
            </p:contentPart>
          </mc:Choice>
          <mc:Fallback xmlns="">
            <p:pic>
              <p:nvPicPr>
                <p:cNvPr id="145" name="Ink 144">
                  <a:extLst>
                    <a:ext uri="{FF2B5EF4-FFF2-40B4-BE49-F238E27FC236}">
                      <a16:creationId xmlns:a16="http://schemas.microsoft.com/office/drawing/2014/main" id="{3A189C70-D458-5E67-B2E8-715818FCA3FD}"/>
                    </a:ext>
                  </a:extLst>
                </p:cNvPr>
                <p:cNvPicPr/>
                <p:nvPr/>
              </p:nvPicPr>
              <p:blipFill>
                <a:blip r:embed="rId201"/>
                <a:stretch>
                  <a:fillRect/>
                </a:stretch>
              </p:blipFill>
              <p:spPr>
                <a:xfrm>
                  <a:off x="9886243" y="5391608"/>
                  <a:ext cx="148320" cy="511560"/>
                </a:xfrm>
                <a:prstGeom prst="rect">
                  <a:avLst/>
                </a:prstGeom>
              </p:spPr>
            </p:pic>
          </mc:Fallback>
        </mc:AlternateContent>
      </p:grpSp>
      <p:grpSp>
        <p:nvGrpSpPr>
          <p:cNvPr id="151" name="Group 150">
            <a:extLst>
              <a:ext uri="{FF2B5EF4-FFF2-40B4-BE49-F238E27FC236}">
                <a16:creationId xmlns:a16="http://schemas.microsoft.com/office/drawing/2014/main" id="{02BBBEB1-B630-AC51-7495-0917838F12F6}"/>
              </a:ext>
            </a:extLst>
          </p:cNvPr>
          <p:cNvGrpSpPr/>
          <p:nvPr/>
        </p:nvGrpSpPr>
        <p:grpSpPr>
          <a:xfrm>
            <a:off x="5249583" y="5705528"/>
            <a:ext cx="126360" cy="117360"/>
            <a:chOff x="5099683" y="5705528"/>
            <a:chExt cx="126360" cy="117360"/>
          </a:xfrm>
        </p:grpSpPr>
        <mc:AlternateContent xmlns:mc="http://schemas.openxmlformats.org/markup-compatibility/2006" xmlns:p14="http://schemas.microsoft.com/office/powerpoint/2010/main">
          <mc:Choice Requires="p14">
            <p:contentPart p14:bwMode="auto" r:id="rId202">
              <p14:nvContentPartPr>
                <p14:cNvPr id="109" name="Ink 108">
                  <a:extLst>
                    <a:ext uri="{FF2B5EF4-FFF2-40B4-BE49-F238E27FC236}">
                      <a16:creationId xmlns:a16="http://schemas.microsoft.com/office/drawing/2014/main" id="{07F1613B-61E6-0877-4F88-890E7B384E8B}"/>
                    </a:ext>
                  </a:extLst>
                </p14:cNvPr>
                <p14:cNvContentPartPr/>
                <p14:nvPr/>
              </p14:nvContentPartPr>
              <p14:xfrm>
                <a:off x="5099683" y="5705528"/>
                <a:ext cx="101520" cy="60120"/>
              </p14:xfrm>
            </p:contentPart>
          </mc:Choice>
          <mc:Fallback xmlns="">
            <p:pic>
              <p:nvPicPr>
                <p:cNvPr id="109" name="Ink 108">
                  <a:extLst>
                    <a:ext uri="{FF2B5EF4-FFF2-40B4-BE49-F238E27FC236}">
                      <a16:creationId xmlns:a16="http://schemas.microsoft.com/office/drawing/2014/main" id="{07F1613B-61E6-0877-4F88-890E7B384E8B}"/>
                    </a:ext>
                  </a:extLst>
                </p:cNvPr>
                <p:cNvPicPr/>
                <p:nvPr/>
              </p:nvPicPr>
              <p:blipFill>
                <a:blip r:embed="rId203"/>
                <a:stretch>
                  <a:fillRect/>
                </a:stretch>
              </p:blipFill>
              <p:spPr>
                <a:xfrm>
                  <a:off x="5091043" y="5696888"/>
                  <a:ext cx="11916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0" name="Ink 109">
                  <a:extLst>
                    <a:ext uri="{FF2B5EF4-FFF2-40B4-BE49-F238E27FC236}">
                      <a16:creationId xmlns:a16="http://schemas.microsoft.com/office/drawing/2014/main" id="{2C7AAA28-B955-559D-08EA-A13AA5AE25FE}"/>
                    </a:ext>
                  </a:extLst>
                </p14:cNvPr>
                <p14:cNvContentPartPr/>
                <p14:nvPr/>
              </p14:nvContentPartPr>
              <p14:xfrm>
                <a:off x="5107963" y="5795168"/>
                <a:ext cx="118080" cy="27720"/>
              </p14:xfrm>
            </p:contentPart>
          </mc:Choice>
          <mc:Fallback xmlns="">
            <p:pic>
              <p:nvPicPr>
                <p:cNvPr id="110" name="Ink 109">
                  <a:extLst>
                    <a:ext uri="{FF2B5EF4-FFF2-40B4-BE49-F238E27FC236}">
                      <a16:creationId xmlns:a16="http://schemas.microsoft.com/office/drawing/2014/main" id="{2C7AAA28-B955-559D-08EA-A13AA5AE25FE}"/>
                    </a:ext>
                  </a:extLst>
                </p:cNvPr>
                <p:cNvPicPr/>
                <p:nvPr/>
              </p:nvPicPr>
              <p:blipFill>
                <a:blip r:embed="rId205"/>
                <a:stretch>
                  <a:fillRect/>
                </a:stretch>
              </p:blipFill>
              <p:spPr>
                <a:xfrm>
                  <a:off x="5098963" y="5786168"/>
                  <a:ext cx="135720" cy="45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6">
            <p14:nvContentPartPr>
              <p14:cNvPr id="154" name="Ink 153">
                <a:extLst>
                  <a:ext uri="{FF2B5EF4-FFF2-40B4-BE49-F238E27FC236}">
                    <a16:creationId xmlns:a16="http://schemas.microsoft.com/office/drawing/2014/main" id="{F80831BD-B7D1-5AB0-C4EF-D59AD4BEB954}"/>
                  </a:ext>
                </a:extLst>
              </p14:cNvPr>
              <p14:cNvContentPartPr/>
              <p14:nvPr/>
            </p14:nvContentPartPr>
            <p14:xfrm>
              <a:off x="4346703" y="5341568"/>
              <a:ext cx="190800" cy="1185120"/>
            </p14:xfrm>
          </p:contentPart>
        </mc:Choice>
        <mc:Fallback xmlns="">
          <p:pic>
            <p:nvPicPr>
              <p:cNvPr id="154" name="Ink 153">
                <a:extLst>
                  <a:ext uri="{FF2B5EF4-FFF2-40B4-BE49-F238E27FC236}">
                    <a16:creationId xmlns:a16="http://schemas.microsoft.com/office/drawing/2014/main" id="{F80831BD-B7D1-5AB0-C4EF-D59AD4BEB954}"/>
                  </a:ext>
                </a:extLst>
              </p:cNvPr>
              <p:cNvPicPr/>
              <p:nvPr/>
            </p:nvPicPr>
            <p:blipFill>
              <a:blip r:embed="rId207"/>
              <a:stretch>
                <a:fillRect/>
              </a:stretch>
            </p:blipFill>
            <p:spPr>
              <a:xfrm>
                <a:off x="4338063" y="5332568"/>
                <a:ext cx="208440" cy="1202760"/>
              </a:xfrm>
              <a:prstGeom prst="rect">
                <a:avLst/>
              </a:prstGeom>
            </p:spPr>
          </p:pic>
        </mc:Fallback>
      </mc:AlternateContent>
      <p:grpSp>
        <p:nvGrpSpPr>
          <p:cNvPr id="157" name="Group 156">
            <a:extLst>
              <a:ext uri="{FF2B5EF4-FFF2-40B4-BE49-F238E27FC236}">
                <a16:creationId xmlns:a16="http://schemas.microsoft.com/office/drawing/2014/main" id="{4FCE9C6C-F98D-93BF-893F-968060BE60F4}"/>
              </a:ext>
            </a:extLst>
          </p:cNvPr>
          <p:cNvGrpSpPr/>
          <p:nvPr/>
        </p:nvGrpSpPr>
        <p:grpSpPr>
          <a:xfrm>
            <a:off x="4380183" y="5172368"/>
            <a:ext cx="6250320" cy="1421640"/>
            <a:chOff x="4230283" y="5172368"/>
            <a:chExt cx="6250320" cy="1421640"/>
          </a:xfrm>
        </p:grpSpPr>
        <mc:AlternateContent xmlns:mc="http://schemas.openxmlformats.org/markup-compatibility/2006" xmlns:p14="http://schemas.microsoft.com/office/powerpoint/2010/main">
          <mc:Choice Requires="p14">
            <p:contentPart p14:bwMode="auto" r:id="rId208">
              <p14:nvContentPartPr>
                <p14:cNvPr id="155" name="Ink 154">
                  <a:extLst>
                    <a:ext uri="{FF2B5EF4-FFF2-40B4-BE49-F238E27FC236}">
                      <a16:creationId xmlns:a16="http://schemas.microsoft.com/office/drawing/2014/main" id="{F43F5B70-E3D8-E9F6-075B-40F8810E534D}"/>
                    </a:ext>
                  </a:extLst>
                </p14:cNvPr>
                <p14:cNvContentPartPr/>
                <p14:nvPr/>
              </p14:nvContentPartPr>
              <p14:xfrm>
                <a:off x="4230283" y="5172368"/>
                <a:ext cx="6200280" cy="1251720"/>
              </p14:xfrm>
            </p:contentPart>
          </mc:Choice>
          <mc:Fallback xmlns="">
            <p:pic>
              <p:nvPicPr>
                <p:cNvPr id="155" name="Ink 154">
                  <a:extLst>
                    <a:ext uri="{FF2B5EF4-FFF2-40B4-BE49-F238E27FC236}">
                      <a16:creationId xmlns:a16="http://schemas.microsoft.com/office/drawing/2014/main" id="{F43F5B70-E3D8-E9F6-075B-40F8810E534D}"/>
                    </a:ext>
                  </a:extLst>
                </p:cNvPr>
                <p:cNvPicPr/>
                <p:nvPr/>
              </p:nvPicPr>
              <p:blipFill>
                <a:blip r:embed="rId209"/>
                <a:stretch>
                  <a:fillRect/>
                </a:stretch>
              </p:blipFill>
              <p:spPr>
                <a:xfrm>
                  <a:off x="4221283" y="5163368"/>
                  <a:ext cx="6217920" cy="12693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6" name="Ink 155">
                  <a:extLst>
                    <a:ext uri="{FF2B5EF4-FFF2-40B4-BE49-F238E27FC236}">
                      <a16:creationId xmlns:a16="http://schemas.microsoft.com/office/drawing/2014/main" id="{31C960E6-0742-7B0D-2669-8975DFCFC788}"/>
                    </a:ext>
                  </a:extLst>
                </p14:cNvPr>
                <p14:cNvContentPartPr/>
                <p14:nvPr/>
              </p14:nvContentPartPr>
              <p14:xfrm>
                <a:off x="4388323" y="6404648"/>
                <a:ext cx="6092280" cy="189360"/>
              </p14:xfrm>
            </p:contentPart>
          </mc:Choice>
          <mc:Fallback xmlns="">
            <p:pic>
              <p:nvPicPr>
                <p:cNvPr id="156" name="Ink 155">
                  <a:extLst>
                    <a:ext uri="{FF2B5EF4-FFF2-40B4-BE49-F238E27FC236}">
                      <a16:creationId xmlns:a16="http://schemas.microsoft.com/office/drawing/2014/main" id="{31C960E6-0742-7B0D-2669-8975DFCFC788}"/>
                    </a:ext>
                  </a:extLst>
                </p:cNvPr>
                <p:cNvPicPr/>
                <p:nvPr/>
              </p:nvPicPr>
              <p:blipFill>
                <a:blip r:embed="rId211"/>
                <a:stretch>
                  <a:fillRect/>
                </a:stretch>
              </p:blipFill>
              <p:spPr>
                <a:xfrm>
                  <a:off x="4379323" y="6396008"/>
                  <a:ext cx="6109920" cy="207000"/>
                </a:xfrm>
                <a:prstGeom prst="rect">
                  <a:avLst/>
                </a:prstGeom>
              </p:spPr>
            </p:pic>
          </mc:Fallback>
        </mc:AlternateContent>
      </p:grpSp>
      <p:grpSp>
        <p:nvGrpSpPr>
          <p:cNvPr id="170" name="Group 169">
            <a:extLst>
              <a:ext uri="{FF2B5EF4-FFF2-40B4-BE49-F238E27FC236}">
                <a16:creationId xmlns:a16="http://schemas.microsoft.com/office/drawing/2014/main" id="{C183E9DD-4E97-A88E-62BF-19D141339179}"/>
              </a:ext>
            </a:extLst>
          </p:cNvPr>
          <p:cNvGrpSpPr/>
          <p:nvPr/>
        </p:nvGrpSpPr>
        <p:grpSpPr>
          <a:xfrm>
            <a:off x="2964523" y="2094728"/>
            <a:ext cx="613800" cy="317160"/>
            <a:chOff x="2964523" y="2094728"/>
            <a:chExt cx="613800" cy="317160"/>
          </a:xfrm>
        </p:grpSpPr>
        <mc:AlternateContent xmlns:mc="http://schemas.openxmlformats.org/markup-compatibility/2006" xmlns:p14="http://schemas.microsoft.com/office/powerpoint/2010/main">
          <mc:Choice Requires="p14">
            <p:contentPart p14:bwMode="auto" r:id="rId212">
              <p14:nvContentPartPr>
                <p14:cNvPr id="159" name="Ink 158">
                  <a:extLst>
                    <a:ext uri="{FF2B5EF4-FFF2-40B4-BE49-F238E27FC236}">
                      <a16:creationId xmlns:a16="http://schemas.microsoft.com/office/drawing/2014/main" id="{F41DD858-CAE3-1407-133D-F5B0C0E6116F}"/>
                    </a:ext>
                  </a:extLst>
                </p14:cNvPr>
                <p14:cNvContentPartPr/>
                <p14:nvPr/>
              </p14:nvContentPartPr>
              <p14:xfrm>
                <a:off x="2964523" y="2094728"/>
                <a:ext cx="250560" cy="317160"/>
              </p14:xfrm>
            </p:contentPart>
          </mc:Choice>
          <mc:Fallback xmlns="">
            <p:pic>
              <p:nvPicPr>
                <p:cNvPr id="159" name="Ink 158">
                  <a:extLst>
                    <a:ext uri="{FF2B5EF4-FFF2-40B4-BE49-F238E27FC236}">
                      <a16:creationId xmlns:a16="http://schemas.microsoft.com/office/drawing/2014/main" id="{F41DD858-CAE3-1407-133D-F5B0C0E6116F}"/>
                    </a:ext>
                  </a:extLst>
                </p:cNvPr>
                <p:cNvPicPr/>
                <p:nvPr/>
              </p:nvPicPr>
              <p:blipFill>
                <a:blip r:embed="rId213"/>
                <a:stretch>
                  <a:fillRect/>
                </a:stretch>
              </p:blipFill>
              <p:spPr>
                <a:xfrm>
                  <a:off x="2955883" y="2086088"/>
                  <a:ext cx="26820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60" name="Ink 159">
                  <a:extLst>
                    <a:ext uri="{FF2B5EF4-FFF2-40B4-BE49-F238E27FC236}">
                      <a16:creationId xmlns:a16="http://schemas.microsoft.com/office/drawing/2014/main" id="{89401ACC-7688-C58D-BB0E-EBD0DB60BF6F}"/>
                    </a:ext>
                  </a:extLst>
                </p14:cNvPr>
                <p14:cNvContentPartPr/>
                <p14:nvPr/>
              </p14:nvContentPartPr>
              <p14:xfrm>
                <a:off x="3281323" y="2126768"/>
                <a:ext cx="138960" cy="216000"/>
              </p14:xfrm>
            </p:contentPart>
          </mc:Choice>
          <mc:Fallback xmlns="">
            <p:pic>
              <p:nvPicPr>
                <p:cNvPr id="160" name="Ink 159">
                  <a:extLst>
                    <a:ext uri="{FF2B5EF4-FFF2-40B4-BE49-F238E27FC236}">
                      <a16:creationId xmlns:a16="http://schemas.microsoft.com/office/drawing/2014/main" id="{89401ACC-7688-C58D-BB0E-EBD0DB60BF6F}"/>
                    </a:ext>
                  </a:extLst>
                </p:cNvPr>
                <p:cNvPicPr/>
                <p:nvPr/>
              </p:nvPicPr>
              <p:blipFill>
                <a:blip r:embed="rId215"/>
                <a:stretch>
                  <a:fillRect/>
                </a:stretch>
              </p:blipFill>
              <p:spPr>
                <a:xfrm>
                  <a:off x="3272683" y="2118128"/>
                  <a:ext cx="15660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61" name="Ink 160">
                  <a:extLst>
                    <a:ext uri="{FF2B5EF4-FFF2-40B4-BE49-F238E27FC236}">
                      <a16:creationId xmlns:a16="http://schemas.microsoft.com/office/drawing/2014/main" id="{6AAC71CD-B74D-9197-49F3-A9CE5664CA8D}"/>
                    </a:ext>
                  </a:extLst>
                </p14:cNvPr>
                <p14:cNvContentPartPr/>
                <p14:nvPr/>
              </p14:nvContentPartPr>
              <p14:xfrm>
                <a:off x="3448723" y="2202368"/>
                <a:ext cx="129600" cy="159840"/>
              </p14:xfrm>
            </p:contentPart>
          </mc:Choice>
          <mc:Fallback xmlns="">
            <p:pic>
              <p:nvPicPr>
                <p:cNvPr id="161" name="Ink 160">
                  <a:extLst>
                    <a:ext uri="{FF2B5EF4-FFF2-40B4-BE49-F238E27FC236}">
                      <a16:creationId xmlns:a16="http://schemas.microsoft.com/office/drawing/2014/main" id="{6AAC71CD-B74D-9197-49F3-A9CE5664CA8D}"/>
                    </a:ext>
                  </a:extLst>
                </p:cNvPr>
                <p:cNvPicPr/>
                <p:nvPr/>
              </p:nvPicPr>
              <p:blipFill>
                <a:blip r:embed="rId217"/>
                <a:stretch>
                  <a:fillRect/>
                </a:stretch>
              </p:blipFill>
              <p:spPr>
                <a:xfrm>
                  <a:off x="3440083" y="2193728"/>
                  <a:ext cx="1472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62" name="Ink 161">
                  <a:extLst>
                    <a:ext uri="{FF2B5EF4-FFF2-40B4-BE49-F238E27FC236}">
                      <a16:creationId xmlns:a16="http://schemas.microsoft.com/office/drawing/2014/main" id="{DF0F5FFC-D4C9-6A3D-F25A-E151F5A865EC}"/>
                    </a:ext>
                  </a:extLst>
                </p14:cNvPr>
                <p14:cNvContentPartPr/>
                <p14:nvPr/>
              </p14:nvContentPartPr>
              <p14:xfrm>
                <a:off x="3431803" y="2135408"/>
                <a:ext cx="109440" cy="57600"/>
              </p14:xfrm>
            </p:contentPart>
          </mc:Choice>
          <mc:Fallback xmlns="">
            <p:pic>
              <p:nvPicPr>
                <p:cNvPr id="162" name="Ink 161">
                  <a:extLst>
                    <a:ext uri="{FF2B5EF4-FFF2-40B4-BE49-F238E27FC236}">
                      <a16:creationId xmlns:a16="http://schemas.microsoft.com/office/drawing/2014/main" id="{DF0F5FFC-D4C9-6A3D-F25A-E151F5A865EC}"/>
                    </a:ext>
                  </a:extLst>
                </p:cNvPr>
                <p:cNvPicPr/>
                <p:nvPr/>
              </p:nvPicPr>
              <p:blipFill>
                <a:blip r:embed="rId219"/>
                <a:stretch>
                  <a:fillRect/>
                </a:stretch>
              </p:blipFill>
              <p:spPr>
                <a:xfrm>
                  <a:off x="3423163" y="2126408"/>
                  <a:ext cx="1270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63" name="Ink 162">
                  <a:extLst>
                    <a:ext uri="{FF2B5EF4-FFF2-40B4-BE49-F238E27FC236}">
                      <a16:creationId xmlns:a16="http://schemas.microsoft.com/office/drawing/2014/main" id="{2C1BA27A-26F1-4E50-5E2E-11CFCBAA44B5}"/>
                    </a:ext>
                  </a:extLst>
                </p14:cNvPr>
                <p14:cNvContentPartPr/>
                <p14:nvPr/>
              </p14:nvContentPartPr>
              <p14:xfrm>
                <a:off x="3455563" y="2239448"/>
                <a:ext cx="101880" cy="5400"/>
              </p14:xfrm>
            </p:contentPart>
          </mc:Choice>
          <mc:Fallback xmlns="">
            <p:pic>
              <p:nvPicPr>
                <p:cNvPr id="163" name="Ink 162">
                  <a:extLst>
                    <a:ext uri="{FF2B5EF4-FFF2-40B4-BE49-F238E27FC236}">
                      <a16:creationId xmlns:a16="http://schemas.microsoft.com/office/drawing/2014/main" id="{2C1BA27A-26F1-4E50-5E2E-11CFCBAA44B5}"/>
                    </a:ext>
                  </a:extLst>
                </p:cNvPr>
                <p:cNvPicPr/>
                <p:nvPr/>
              </p:nvPicPr>
              <p:blipFill>
                <a:blip r:embed="rId221"/>
                <a:stretch>
                  <a:fillRect/>
                </a:stretch>
              </p:blipFill>
              <p:spPr>
                <a:xfrm>
                  <a:off x="3446923" y="2230448"/>
                  <a:ext cx="119520" cy="23040"/>
                </a:xfrm>
                <a:prstGeom prst="rect">
                  <a:avLst/>
                </a:prstGeom>
              </p:spPr>
            </p:pic>
          </mc:Fallback>
        </mc:AlternateContent>
      </p:grpSp>
      <p:grpSp>
        <p:nvGrpSpPr>
          <p:cNvPr id="169" name="Group 168">
            <a:extLst>
              <a:ext uri="{FF2B5EF4-FFF2-40B4-BE49-F238E27FC236}">
                <a16:creationId xmlns:a16="http://schemas.microsoft.com/office/drawing/2014/main" id="{93AE9F86-0B94-3720-2519-059F0B521F45}"/>
              </a:ext>
            </a:extLst>
          </p:cNvPr>
          <p:cNvGrpSpPr/>
          <p:nvPr/>
        </p:nvGrpSpPr>
        <p:grpSpPr>
          <a:xfrm>
            <a:off x="3081163" y="3058088"/>
            <a:ext cx="568440" cy="243720"/>
            <a:chOff x="3081163" y="3058088"/>
            <a:chExt cx="568440" cy="243720"/>
          </a:xfrm>
        </p:grpSpPr>
        <mc:AlternateContent xmlns:mc="http://schemas.openxmlformats.org/markup-compatibility/2006" xmlns:p14="http://schemas.microsoft.com/office/powerpoint/2010/main">
          <mc:Choice Requires="p14">
            <p:contentPart p14:bwMode="auto" r:id="rId222">
              <p14:nvContentPartPr>
                <p14:cNvPr id="164" name="Ink 163">
                  <a:extLst>
                    <a:ext uri="{FF2B5EF4-FFF2-40B4-BE49-F238E27FC236}">
                      <a16:creationId xmlns:a16="http://schemas.microsoft.com/office/drawing/2014/main" id="{5D38B178-4D22-348B-2E69-B446A8D37BE1}"/>
                    </a:ext>
                  </a:extLst>
                </p14:cNvPr>
                <p14:cNvContentPartPr/>
                <p14:nvPr/>
              </p14:nvContentPartPr>
              <p14:xfrm>
                <a:off x="3081163" y="3058088"/>
                <a:ext cx="240480" cy="229680"/>
              </p14:xfrm>
            </p:contentPart>
          </mc:Choice>
          <mc:Fallback xmlns="">
            <p:pic>
              <p:nvPicPr>
                <p:cNvPr id="164" name="Ink 163">
                  <a:extLst>
                    <a:ext uri="{FF2B5EF4-FFF2-40B4-BE49-F238E27FC236}">
                      <a16:creationId xmlns:a16="http://schemas.microsoft.com/office/drawing/2014/main" id="{5D38B178-4D22-348B-2E69-B446A8D37BE1}"/>
                    </a:ext>
                  </a:extLst>
                </p:cNvPr>
                <p:cNvPicPr/>
                <p:nvPr/>
              </p:nvPicPr>
              <p:blipFill>
                <a:blip r:embed="rId223"/>
                <a:stretch>
                  <a:fillRect/>
                </a:stretch>
              </p:blipFill>
              <p:spPr>
                <a:xfrm>
                  <a:off x="3072163" y="3049088"/>
                  <a:ext cx="25812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5" name="Ink 164">
                  <a:extLst>
                    <a:ext uri="{FF2B5EF4-FFF2-40B4-BE49-F238E27FC236}">
                      <a16:creationId xmlns:a16="http://schemas.microsoft.com/office/drawing/2014/main" id="{C38D3FE9-90DB-0CFF-AD59-26D032FA0620}"/>
                    </a:ext>
                  </a:extLst>
                </p14:cNvPr>
                <p14:cNvContentPartPr/>
                <p14:nvPr/>
              </p14:nvContentPartPr>
              <p14:xfrm>
                <a:off x="3362323" y="3102008"/>
                <a:ext cx="87120" cy="179640"/>
              </p14:xfrm>
            </p:contentPart>
          </mc:Choice>
          <mc:Fallback xmlns="">
            <p:pic>
              <p:nvPicPr>
                <p:cNvPr id="165" name="Ink 164">
                  <a:extLst>
                    <a:ext uri="{FF2B5EF4-FFF2-40B4-BE49-F238E27FC236}">
                      <a16:creationId xmlns:a16="http://schemas.microsoft.com/office/drawing/2014/main" id="{C38D3FE9-90DB-0CFF-AD59-26D032FA0620}"/>
                    </a:ext>
                  </a:extLst>
                </p:cNvPr>
                <p:cNvPicPr/>
                <p:nvPr/>
              </p:nvPicPr>
              <p:blipFill>
                <a:blip r:embed="rId225"/>
                <a:stretch>
                  <a:fillRect/>
                </a:stretch>
              </p:blipFill>
              <p:spPr>
                <a:xfrm>
                  <a:off x="3353683" y="3093368"/>
                  <a:ext cx="1047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6" name="Ink 165">
                  <a:extLst>
                    <a:ext uri="{FF2B5EF4-FFF2-40B4-BE49-F238E27FC236}">
                      <a16:creationId xmlns:a16="http://schemas.microsoft.com/office/drawing/2014/main" id="{FFDBA1DB-EFED-CF8A-F8F6-50F549C56308}"/>
                    </a:ext>
                  </a:extLst>
                </p14:cNvPr>
                <p14:cNvContentPartPr/>
                <p14:nvPr/>
              </p14:nvContentPartPr>
              <p14:xfrm>
                <a:off x="3517123" y="3148448"/>
                <a:ext cx="130320" cy="153360"/>
              </p14:xfrm>
            </p:contentPart>
          </mc:Choice>
          <mc:Fallback xmlns="">
            <p:pic>
              <p:nvPicPr>
                <p:cNvPr id="166" name="Ink 165">
                  <a:extLst>
                    <a:ext uri="{FF2B5EF4-FFF2-40B4-BE49-F238E27FC236}">
                      <a16:creationId xmlns:a16="http://schemas.microsoft.com/office/drawing/2014/main" id="{FFDBA1DB-EFED-CF8A-F8F6-50F549C56308}"/>
                    </a:ext>
                  </a:extLst>
                </p:cNvPr>
                <p:cNvPicPr/>
                <p:nvPr/>
              </p:nvPicPr>
              <p:blipFill>
                <a:blip r:embed="rId227"/>
                <a:stretch>
                  <a:fillRect/>
                </a:stretch>
              </p:blipFill>
              <p:spPr>
                <a:xfrm>
                  <a:off x="3508483" y="3139448"/>
                  <a:ext cx="1479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67" name="Ink 166">
                  <a:extLst>
                    <a:ext uri="{FF2B5EF4-FFF2-40B4-BE49-F238E27FC236}">
                      <a16:creationId xmlns:a16="http://schemas.microsoft.com/office/drawing/2014/main" id="{F1D986AE-1EC5-0911-FC0E-F23A185211CB}"/>
                    </a:ext>
                  </a:extLst>
                </p14:cNvPr>
                <p14:cNvContentPartPr/>
                <p14:nvPr/>
              </p14:nvContentPartPr>
              <p14:xfrm>
                <a:off x="3541963" y="3082568"/>
                <a:ext cx="90360" cy="59040"/>
              </p14:xfrm>
            </p:contentPart>
          </mc:Choice>
          <mc:Fallback xmlns="">
            <p:pic>
              <p:nvPicPr>
                <p:cNvPr id="167" name="Ink 166">
                  <a:extLst>
                    <a:ext uri="{FF2B5EF4-FFF2-40B4-BE49-F238E27FC236}">
                      <a16:creationId xmlns:a16="http://schemas.microsoft.com/office/drawing/2014/main" id="{F1D986AE-1EC5-0911-FC0E-F23A185211CB}"/>
                    </a:ext>
                  </a:extLst>
                </p:cNvPr>
                <p:cNvPicPr/>
                <p:nvPr/>
              </p:nvPicPr>
              <p:blipFill>
                <a:blip r:embed="rId229"/>
                <a:stretch>
                  <a:fillRect/>
                </a:stretch>
              </p:blipFill>
              <p:spPr>
                <a:xfrm>
                  <a:off x="3532963" y="3073928"/>
                  <a:ext cx="1080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68" name="Ink 167">
                  <a:extLst>
                    <a:ext uri="{FF2B5EF4-FFF2-40B4-BE49-F238E27FC236}">
                      <a16:creationId xmlns:a16="http://schemas.microsoft.com/office/drawing/2014/main" id="{38C41ECE-CF98-6508-E228-F850EB6BAED2}"/>
                    </a:ext>
                  </a:extLst>
                </p14:cNvPr>
                <p14:cNvContentPartPr/>
                <p14:nvPr/>
              </p14:nvContentPartPr>
              <p14:xfrm>
                <a:off x="3541963" y="3141608"/>
                <a:ext cx="107640" cy="43920"/>
              </p14:xfrm>
            </p:contentPart>
          </mc:Choice>
          <mc:Fallback xmlns="">
            <p:pic>
              <p:nvPicPr>
                <p:cNvPr id="168" name="Ink 167">
                  <a:extLst>
                    <a:ext uri="{FF2B5EF4-FFF2-40B4-BE49-F238E27FC236}">
                      <a16:creationId xmlns:a16="http://schemas.microsoft.com/office/drawing/2014/main" id="{38C41ECE-CF98-6508-E228-F850EB6BAED2}"/>
                    </a:ext>
                  </a:extLst>
                </p:cNvPr>
                <p:cNvPicPr/>
                <p:nvPr/>
              </p:nvPicPr>
              <p:blipFill>
                <a:blip r:embed="rId231"/>
                <a:stretch>
                  <a:fillRect/>
                </a:stretch>
              </p:blipFill>
              <p:spPr>
                <a:xfrm>
                  <a:off x="3532963" y="3132608"/>
                  <a:ext cx="125280" cy="61560"/>
                </a:xfrm>
                <a:prstGeom prst="rect">
                  <a:avLst/>
                </a:prstGeom>
              </p:spPr>
            </p:pic>
          </mc:Fallback>
        </mc:AlternateContent>
      </p:grpSp>
      <p:grpSp>
        <p:nvGrpSpPr>
          <p:cNvPr id="193" name="Group 192">
            <a:extLst>
              <a:ext uri="{FF2B5EF4-FFF2-40B4-BE49-F238E27FC236}">
                <a16:creationId xmlns:a16="http://schemas.microsoft.com/office/drawing/2014/main" id="{D993FB50-D749-E494-D9F1-AB1B2DF95EA3}"/>
              </a:ext>
            </a:extLst>
          </p:cNvPr>
          <p:cNvGrpSpPr/>
          <p:nvPr/>
        </p:nvGrpSpPr>
        <p:grpSpPr>
          <a:xfrm>
            <a:off x="3899583" y="4375328"/>
            <a:ext cx="478800" cy="811440"/>
            <a:chOff x="3749683" y="4375328"/>
            <a:chExt cx="478800" cy="811440"/>
          </a:xfrm>
        </p:grpSpPr>
        <mc:AlternateContent xmlns:mc="http://schemas.openxmlformats.org/markup-compatibility/2006" xmlns:p14="http://schemas.microsoft.com/office/powerpoint/2010/main">
          <mc:Choice Requires="p14">
            <p:contentPart p14:bwMode="auto" r:id="rId232">
              <p14:nvContentPartPr>
                <p14:cNvPr id="182" name="Ink 181">
                  <a:extLst>
                    <a:ext uri="{FF2B5EF4-FFF2-40B4-BE49-F238E27FC236}">
                      <a16:creationId xmlns:a16="http://schemas.microsoft.com/office/drawing/2014/main" id="{CF28741D-7E56-8887-69F6-7D8C480CAEF3}"/>
                    </a:ext>
                  </a:extLst>
                </p14:cNvPr>
                <p14:cNvContentPartPr/>
                <p14:nvPr/>
              </p14:nvContentPartPr>
              <p14:xfrm>
                <a:off x="3895483" y="4375328"/>
                <a:ext cx="164520" cy="336600"/>
              </p14:xfrm>
            </p:contentPart>
          </mc:Choice>
          <mc:Fallback xmlns="">
            <p:pic>
              <p:nvPicPr>
                <p:cNvPr id="182" name="Ink 181">
                  <a:extLst>
                    <a:ext uri="{FF2B5EF4-FFF2-40B4-BE49-F238E27FC236}">
                      <a16:creationId xmlns:a16="http://schemas.microsoft.com/office/drawing/2014/main" id="{CF28741D-7E56-8887-69F6-7D8C480CAEF3}"/>
                    </a:ext>
                  </a:extLst>
                </p:cNvPr>
                <p:cNvPicPr/>
                <p:nvPr/>
              </p:nvPicPr>
              <p:blipFill>
                <a:blip r:embed="rId233"/>
                <a:stretch>
                  <a:fillRect/>
                </a:stretch>
              </p:blipFill>
              <p:spPr>
                <a:xfrm>
                  <a:off x="3886843" y="4366328"/>
                  <a:ext cx="18216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83" name="Ink 182">
                  <a:extLst>
                    <a:ext uri="{FF2B5EF4-FFF2-40B4-BE49-F238E27FC236}">
                      <a16:creationId xmlns:a16="http://schemas.microsoft.com/office/drawing/2014/main" id="{433EC432-2011-2569-6161-4711DFB2F0BD}"/>
                    </a:ext>
                  </a:extLst>
                </p14:cNvPr>
                <p14:cNvContentPartPr/>
                <p14:nvPr/>
              </p14:nvContentPartPr>
              <p14:xfrm>
                <a:off x="3751483" y="4800848"/>
                <a:ext cx="456480" cy="13320"/>
              </p14:xfrm>
            </p:contentPart>
          </mc:Choice>
          <mc:Fallback xmlns="">
            <p:pic>
              <p:nvPicPr>
                <p:cNvPr id="183" name="Ink 182">
                  <a:extLst>
                    <a:ext uri="{FF2B5EF4-FFF2-40B4-BE49-F238E27FC236}">
                      <a16:creationId xmlns:a16="http://schemas.microsoft.com/office/drawing/2014/main" id="{433EC432-2011-2569-6161-4711DFB2F0BD}"/>
                    </a:ext>
                  </a:extLst>
                </p:cNvPr>
                <p:cNvPicPr/>
                <p:nvPr/>
              </p:nvPicPr>
              <p:blipFill>
                <a:blip r:embed="rId235"/>
                <a:stretch>
                  <a:fillRect/>
                </a:stretch>
              </p:blipFill>
              <p:spPr>
                <a:xfrm>
                  <a:off x="3742483" y="4791848"/>
                  <a:ext cx="4741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84" name="Ink 183">
                  <a:extLst>
                    <a:ext uri="{FF2B5EF4-FFF2-40B4-BE49-F238E27FC236}">
                      <a16:creationId xmlns:a16="http://schemas.microsoft.com/office/drawing/2014/main" id="{7A65D789-A407-E3F0-39D2-A708E7D21D3C}"/>
                    </a:ext>
                  </a:extLst>
                </p14:cNvPr>
                <p14:cNvContentPartPr/>
                <p14:nvPr/>
              </p14:nvContentPartPr>
              <p14:xfrm>
                <a:off x="3749683" y="4862048"/>
                <a:ext cx="168120" cy="323640"/>
              </p14:xfrm>
            </p:contentPart>
          </mc:Choice>
          <mc:Fallback xmlns="">
            <p:pic>
              <p:nvPicPr>
                <p:cNvPr id="184" name="Ink 183">
                  <a:extLst>
                    <a:ext uri="{FF2B5EF4-FFF2-40B4-BE49-F238E27FC236}">
                      <a16:creationId xmlns:a16="http://schemas.microsoft.com/office/drawing/2014/main" id="{7A65D789-A407-E3F0-39D2-A708E7D21D3C}"/>
                    </a:ext>
                  </a:extLst>
                </p:cNvPr>
                <p:cNvPicPr/>
                <p:nvPr/>
              </p:nvPicPr>
              <p:blipFill>
                <a:blip r:embed="rId237"/>
                <a:stretch>
                  <a:fillRect/>
                </a:stretch>
              </p:blipFill>
              <p:spPr>
                <a:xfrm>
                  <a:off x="3741043" y="4853408"/>
                  <a:ext cx="18576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85" name="Ink 184">
                  <a:extLst>
                    <a:ext uri="{FF2B5EF4-FFF2-40B4-BE49-F238E27FC236}">
                      <a16:creationId xmlns:a16="http://schemas.microsoft.com/office/drawing/2014/main" id="{B62684D4-1212-F37C-1E65-7CD0E5D3B34F}"/>
                    </a:ext>
                  </a:extLst>
                </p14:cNvPr>
                <p14:cNvContentPartPr/>
                <p14:nvPr/>
              </p14:nvContentPartPr>
              <p14:xfrm>
                <a:off x="3967483" y="5080928"/>
                <a:ext cx="261000" cy="105840"/>
              </p14:xfrm>
            </p:contentPart>
          </mc:Choice>
          <mc:Fallback xmlns="">
            <p:pic>
              <p:nvPicPr>
                <p:cNvPr id="185" name="Ink 184">
                  <a:extLst>
                    <a:ext uri="{FF2B5EF4-FFF2-40B4-BE49-F238E27FC236}">
                      <a16:creationId xmlns:a16="http://schemas.microsoft.com/office/drawing/2014/main" id="{B62684D4-1212-F37C-1E65-7CD0E5D3B34F}"/>
                    </a:ext>
                  </a:extLst>
                </p:cNvPr>
                <p:cNvPicPr/>
                <p:nvPr/>
              </p:nvPicPr>
              <p:blipFill>
                <a:blip r:embed="rId239"/>
                <a:stretch>
                  <a:fillRect/>
                </a:stretch>
              </p:blipFill>
              <p:spPr>
                <a:xfrm>
                  <a:off x="3958843" y="5071928"/>
                  <a:ext cx="278640" cy="123480"/>
                </a:xfrm>
                <a:prstGeom prst="rect">
                  <a:avLst/>
                </a:prstGeom>
              </p:spPr>
            </p:pic>
          </mc:Fallback>
        </mc:AlternateContent>
      </p:grpSp>
      <p:grpSp>
        <p:nvGrpSpPr>
          <p:cNvPr id="192" name="Group 191">
            <a:extLst>
              <a:ext uri="{FF2B5EF4-FFF2-40B4-BE49-F238E27FC236}">
                <a16:creationId xmlns:a16="http://schemas.microsoft.com/office/drawing/2014/main" id="{67449114-C487-E832-858C-B97FE8362F44}"/>
              </a:ext>
            </a:extLst>
          </p:cNvPr>
          <p:cNvGrpSpPr/>
          <p:nvPr/>
        </p:nvGrpSpPr>
        <p:grpSpPr>
          <a:xfrm>
            <a:off x="4605543" y="4512488"/>
            <a:ext cx="696240" cy="265320"/>
            <a:chOff x="4455643" y="4512488"/>
            <a:chExt cx="696240" cy="265320"/>
          </a:xfrm>
        </p:grpSpPr>
        <mc:AlternateContent xmlns:mc="http://schemas.openxmlformats.org/markup-compatibility/2006" xmlns:p14="http://schemas.microsoft.com/office/powerpoint/2010/main">
          <mc:Choice Requires="p14">
            <p:contentPart p14:bwMode="auto" r:id="rId240">
              <p14:nvContentPartPr>
                <p14:cNvPr id="69" name="Ink 68">
                  <a:extLst>
                    <a:ext uri="{FF2B5EF4-FFF2-40B4-BE49-F238E27FC236}">
                      <a16:creationId xmlns:a16="http://schemas.microsoft.com/office/drawing/2014/main" id="{7B25C703-B057-692F-2D7D-A55DDB44D7AC}"/>
                    </a:ext>
                  </a:extLst>
                </p14:cNvPr>
                <p14:cNvContentPartPr/>
                <p14:nvPr/>
              </p14:nvContentPartPr>
              <p14:xfrm>
                <a:off x="5068003" y="4561088"/>
                <a:ext cx="77040" cy="360"/>
              </p14:xfrm>
            </p:contentPart>
          </mc:Choice>
          <mc:Fallback xmlns="">
            <p:pic>
              <p:nvPicPr>
                <p:cNvPr id="69" name="Ink 68">
                  <a:extLst>
                    <a:ext uri="{FF2B5EF4-FFF2-40B4-BE49-F238E27FC236}">
                      <a16:creationId xmlns:a16="http://schemas.microsoft.com/office/drawing/2014/main" id="{7B25C703-B057-692F-2D7D-A55DDB44D7AC}"/>
                    </a:ext>
                  </a:extLst>
                </p:cNvPr>
                <p:cNvPicPr/>
                <p:nvPr/>
              </p:nvPicPr>
              <p:blipFill>
                <a:blip r:embed="rId241"/>
                <a:stretch>
                  <a:fillRect/>
                </a:stretch>
              </p:blipFill>
              <p:spPr>
                <a:xfrm>
                  <a:off x="5059363" y="4552448"/>
                  <a:ext cx="94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70" name="Ink 69">
                  <a:extLst>
                    <a:ext uri="{FF2B5EF4-FFF2-40B4-BE49-F238E27FC236}">
                      <a16:creationId xmlns:a16="http://schemas.microsoft.com/office/drawing/2014/main" id="{3E163C82-3DF3-A3DE-28B2-1247128EA83C}"/>
                    </a:ext>
                  </a:extLst>
                </p14:cNvPr>
                <p14:cNvContentPartPr/>
                <p14:nvPr/>
              </p14:nvContentPartPr>
              <p14:xfrm>
                <a:off x="5078443" y="4615088"/>
                <a:ext cx="73440" cy="10440"/>
              </p14:xfrm>
            </p:contentPart>
          </mc:Choice>
          <mc:Fallback xmlns="">
            <p:pic>
              <p:nvPicPr>
                <p:cNvPr id="70" name="Ink 69">
                  <a:extLst>
                    <a:ext uri="{FF2B5EF4-FFF2-40B4-BE49-F238E27FC236}">
                      <a16:creationId xmlns:a16="http://schemas.microsoft.com/office/drawing/2014/main" id="{3E163C82-3DF3-A3DE-28B2-1247128EA83C}"/>
                    </a:ext>
                  </a:extLst>
                </p:cNvPr>
                <p:cNvPicPr/>
                <p:nvPr/>
              </p:nvPicPr>
              <p:blipFill>
                <a:blip r:embed="rId243"/>
                <a:stretch>
                  <a:fillRect/>
                </a:stretch>
              </p:blipFill>
              <p:spPr>
                <a:xfrm>
                  <a:off x="5069803" y="4606088"/>
                  <a:ext cx="910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86" name="Ink 185">
                  <a:extLst>
                    <a:ext uri="{FF2B5EF4-FFF2-40B4-BE49-F238E27FC236}">
                      <a16:creationId xmlns:a16="http://schemas.microsoft.com/office/drawing/2014/main" id="{E91129A1-1C35-F726-D5B4-5DEB3DE74F08}"/>
                    </a:ext>
                  </a:extLst>
                </p14:cNvPr>
                <p14:cNvContentPartPr/>
                <p14:nvPr/>
              </p14:nvContentPartPr>
              <p14:xfrm>
                <a:off x="4455643" y="4544168"/>
                <a:ext cx="166320" cy="226800"/>
              </p14:xfrm>
            </p:contentPart>
          </mc:Choice>
          <mc:Fallback xmlns="">
            <p:pic>
              <p:nvPicPr>
                <p:cNvPr id="186" name="Ink 185">
                  <a:extLst>
                    <a:ext uri="{FF2B5EF4-FFF2-40B4-BE49-F238E27FC236}">
                      <a16:creationId xmlns:a16="http://schemas.microsoft.com/office/drawing/2014/main" id="{E91129A1-1C35-F726-D5B4-5DEB3DE74F08}"/>
                    </a:ext>
                  </a:extLst>
                </p:cNvPr>
                <p:cNvPicPr/>
                <p:nvPr/>
              </p:nvPicPr>
              <p:blipFill>
                <a:blip r:embed="rId245"/>
                <a:stretch>
                  <a:fillRect/>
                </a:stretch>
              </p:blipFill>
              <p:spPr>
                <a:xfrm>
                  <a:off x="4447003" y="4535528"/>
                  <a:ext cx="1839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87" name="Ink 186">
                  <a:extLst>
                    <a:ext uri="{FF2B5EF4-FFF2-40B4-BE49-F238E27FC236}">
                      <a16:creationId xmlns:a16="http://schemas.microsoft.com/office/drawing/2014/main" id="{B0CBFA30-D5D0-4D45-A911-935969895308}"/>
                    </a:ext>
                  </a:extLst>
                </p14:cNvPr>
                <p14:cNvContentPartPr/>
                <p14:nvPr/>
              </p14:nvContentPartPr>
              <p14:xfrm>
                <a:off x="4652203" y="4612568"/>
                <a:ext cx="71280" cy="165240"/>
              </p14:xfrm>
            </p:contentPart>
          </mc:Choice>
          <mc:Fallback xmlns="">
            <p:pic>
              <p:nvPicPr>
                <p:cNvPr id="187" name="Ink 186">
                  <a:extLst>
                    <a:ext uri="{FF2B5EF4-FFF2-40B4-BE49-F238E27FC236}">
                      <a16:creationId xmlns:a16="http://schemas.microsoft.com/office/drawing/2014/main" id="{B0CBFA30-D5D0-4D45-A911-935969895308}"/>
                    </a:ext>
                  </a:extLst>
                </p:cNvPr>
                <p:cNvPicPr/>
                <p:nvPr/>
              </p:nvPicPr>
              <p:blipFill>
                <a:blip r:embed="rId247"/>
                <a:stretch>
                  <a:fillRect/>
                </a:stretch>
              </p:blipFill>
              <p:spPr>
                <a:xfrm>
                  <a:off x="4643203" y="4603928"/>
                  <a:ext cx="889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88" name="Ink 187">
                  <a:extLst>
                    <a:ext uri="{FF2B5EF4-FFF2-40B4-BE49-F238E27FC236}">
                      <a16:creationId xmlns:a16="http://schemas.microsoft.com/office/drawing/2014/main" id="{33D812A1-6093-4AB5-90EC-4E65A41F64C6}"/>
                    </a:ext>
                  </a:extLst>
                </p14:cNvPr>
                <p14:cNvContentPartPr/>
                <p14:nvPr/>
              </p14:nvContentPartPr>
              <p14:xfrm>
                <a:off x="4800523" y="4643168"/>
                <a:ext cx="132480" cy="103680"/>
              </p14:xfrm>
            </p:contentPart>
          </mc:Choice>
          <mc:Fallback xmlns="">
            <p:pic>
              <p:nvPicPr>
                <p:cNvPr id="188" name="Ink 187">
                  <a:extLst>
                    <a:ext uri="{FF2B5EF4-FFF2-40B4-BE49-F238E27FC236}">
                      <a16:creationId xmlns:a16="http://schemas.microsoft.com/office/drawing/2014/main" id="{33D812A1-6093-4AB5-90EC-4E65A41F64C6}"/>
                    </a:ext>
                  </a:extLst>
                </p:cNvPr>
                <p:cNvPicPr/>
                <p:nvPr/>
              </p:nvPicPr>
              <p:blipFill>
                <a:blip r:embed="rId249"/>
                <a:stretch>
                  <a:fillRect/>
                </a:stretch>
              </p:blipFill>
              <p:spPr>
                <a:xfrm>
                  <a:off x="4791523" y="4634168"/>
                  <a:ext cx="1501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89" name="Ink 188">
                  <a:extLst>
                    <a:ext uri="{FF2B5EF4-FFF2-40B4-BE49-F238E27FC236}">
                      <a16:creationId xmlns:a16="http://schemas.microsoft.com/office/drawing/2014/main" id="{92791819-47B9-CD7A-6BE3-86A6C90EB039}"/>
                    </a:ext>
                  </a:extLst>
                </p14:cNvPr>
                <p14:cNvContentPartPr/>
                <p14:nvPr/>
              </p14:nvContentPartPr>
              <p14:xfrm>
                <a:off x="4810243" y="4512488"/>
                <a:ext cx="104760" cy="67680"/>
              </p14:xfrm>
            </p:contentPart>
          </mc:Choice>
          <mc:Fallback xmlns="">
            <p:pic>
              <p:nvPicPr>
                <p:cNvPr id="189" name="Ink 188">
                  <a:extLst>
                    <a:ext uri="{FF2B5EF4-FFF2-40B4-BE49-F238E27FC236}">
                      <a16:creationId xmlns:a16="http://schemas.microsoft.com/office/drawing/2014/main" id="{92791819-47B9-CD7A-6BE3-86A6C90EB039}"/>
                    </a:ext>
                  </a:extLst>
                </p:cNvPr>
                <p:cNvPicPr/>
                <p:nvPr/>
              </p:nvPicPr>
              <p:blipFill>
                <a:blip r:embed="rId251"/>
                <a:stretch>
                  <a:fillRect/>
                </a:stretch>
              </p:blipFill>
              <p:spPr>
                <a:xfrm>
                  <a:off x="4801603" y="4503848"/>
                  <a:ext cx="1224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90" name="Ink 189">
                  <a:extLst>
                    <a:ext uri="{FF2B5EF4-FFF2-40B4-BE49-F238E27FC236}">
                      <a16:creationId xmlns:a16="http://schemas.microsoft.com/office/drawing/2014/main" id="{DA35A874-0CE2-AD0E-2BC6-4C7D6B465626}"/>
                    </a:ext>
                  </a:extLst>
                </p14:cNvPr>
                <p14:cNvContentPartPr/>
                <p14:nvPr/>
              </p14:nvContentPartPr>
              <p14:xfrm>
                <a:off x="4812043" y="4629488"/>
                <a:ext cx="103680" cy="9000"/>
              </p14:xfrm>
            </p:contentPart>
          </mc:Choice>
          <mc:Fallback xmlns="">
            <p:pic>
              <p:nvPicPr>
                <p:cNvPr id="190" name="Ink 189">
                  <a:extLst>
                    <a:ext uri="{FF2B5EF4-FFF2-40B4-BE49-F238E27FC236}">
                      <a16:creationId xmlns:a16="http://schemas.microsoft.com/office/drawing/2014/main" id="{DA35A874-0CE2-AD0E-2BC6-4C7D6B465626}"/>
                    </a:ext>
                  </a:extLst>
                </p:cNvPr>
                <p:cNvPicPr/>
                <p:nvPr/>
              </p:nvPicPr>
              <p:blipFill>
                <a:blip r:embed="rId253"/>
                <a:stretch>
                  <a:fillRect/>
                </a:stretch>
              </p:blipFill>
              <p:spPr>
                <a:xfrm>
                  <a:off x="4803403" y="4620488"/>
                  <a:ext cx="1213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91" name="Ink 190">
                  <a:extLst>
                    <a:ext uri="{FF2B5EF4-FFF2-40B4-BE49-F238E27FC236}">
                      <a16:creationId xmlns:a16="http://schemas.microsoft.com/office/drawing/2014/main" id="{B73B9FB9-4BBC-2901-6CEC-118B5C1971A7}"/>
                    </a:ext>
                  </a:extLst>
                </p14:cNvPr>
                <p14:cNvContentPartPr/>
                <p14:nvPr/>
              </p14:nvContentPartPr>
              <p14:xfrm>
                <a:off x="4781803" y="4523648"/>
                <a:ext cx="115200" cy="228240"/>
              </p14:xfrm>
            </p:contentPart>
          </mc:Choice>
          <mc:Fallback xmlns="">
            <p:pic>
              <p:nvPicPr>
                <p:cNvPr id="191" name="Ink 190">
                  <a:extLst>
                    <a:ext uri="{FF2B5EF4-FFF2-40B4-BE49-F238E27FC236}">
                      <a16:creationId xmlns:a16="http://schemas.microsoft.com/office/drawing/2014/main" id="{B73B9FB9-4BBC-2901-6CEC-118B5C1971A7}"/>
                    </a:ext>
                  </a:extLst>
                </p:cNvPr>
                <p:cNvPicPr/>
                <p:nvPr/>
              </p:nvPicPr>
              <p:blipFill>
                <a:blip r:embed="rId255"/>
                <a:stretch>
                  <a:fillRect/>
                </a:stretch>
              </p:blipFill>
              <p:spPr>
                <a:xfrm>
                  <a:off x="4773163" y="4514648"/>
                  <a:ext cx="132840" cy="245880"/>
                </a:xfrm>
                <a:prstGeom prst="rect">
                  <a:avLst/>
                </a:prstGeom>
              </p:spPr>
            </p:pic>
          </mc:Fallback>
        </mc:AlternateContent>
      </p:grpSp>
    </p:spTree>
    <p:extLst>
      <p:ext uri="{BB962C8B-B14F-4D97-AF65-F5344CB8AC3E}">
        <p14:creationId xmlns:p14="http://schemas.microsoft.com/office/powerpoint/2010/main" val="2829657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4F17E9-FD22-86D8-DA03-6473A42BCE8C}"/>
              </a:ext>
            </a:extLst>
          </p:cNvPr>
          <p:cNvSpPr txBox="1"/>
          <p:nvPr/>
        </p:nvSpPr>
        <p:spPr>
          <a:xfrm>
            <a:off x="746564" y="2375172"/>
            <a:ext cx="10775072" cy="461665"/>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Derivative </a:t>
            </a:r>
            <a:r>
              <a:rPr lang="en-US" altLang="en-US" sz="2400" dirty="0" err="1">
                <a:latin typeface="Times New Roman" panose="02020603050405020304" pitchFamily="18" charset="0"/>
                <a:cs typeface="Times New Roman" panose="02020603050405020304" pitchFamily="18" charset="0"/>
              </a:rPr>
              <a:t>wrt</a:t>
            </a:r>
            <a:r>
              <a:rPr lang="en-US" altLang="en-US" sz="2400" dirty="0">
                <a:latin typeface="Times New Roman" panose="02020603050405020304" pitchFamily="18" charset="0"/>
                <a:cs typeface="Times New Roman" panose="02020603050405020304" pitchFamily="18" charset="0"/>
              </a:rPr>
              <a:t> c, D</a:t>
            </a:r>
            <a:r>
              <a:rPr lang="en-US" altLang="en-US" sz="2400" baseline="-25000" dirty="0">
                <a:latin typeface="Times New Roman" panose="02020603050405020304" pitchFamily="18" charset="0"/>
                <a:cs typeface="Times New Roman" panose="02020603050405020304" pitchFamily="18" charset="0"/>
              </a:rPr>
              <a:t>c</a:t>
            </a:r>
            <a:r>
              <a:rPr lang="en-US" altLang="en-US"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p14="http://schemas.microsoft.com/office/powerpoint/2010/main">
        <mc:Choice Requires="p14">
          <p:contentPart p14:bwMode="auto" r:id="rId2">
            <p14:nvContentPartPr>
              <p14:cNvPr id="37" name="Ink 36">
                <a:extLst>
                  <a:ext uri="{FF2B5EF4-FFF2-40B4-BE49-F238E27FC236}">
                    <a16:creationId xmlns:a16="http://schemas.microsoft.com/office/drawing/2014/main" id="{E4022D42-E768-9F29-A878-0FA7BF3435B9}"/>
                  </a:ext>
                </a:extLst>
              </p14:cNvPr>
              <p14:cNvContentPartPr/>
              <p14:nvPr/>
            </p14:nvContentPartPr>
            <p14:xfrm>
              <a:off x="1109083" y="3297488"/>
              <a:ext cx="360" cy="360"/>
            </p14:xfrm>
          </p:contentPart>
        </mc:Choice>
        <mc:Fallback xmlns="">
          <p:pic>
            <p:nvPicPr>
              <p:cNvPr id="37" name="Ink 36">
                <a:extLst>
                  <a:ext uri="{FF2B5EF4-FFF2-40B4-BE49-F238E27FC236}">
                    <a16:creationId xmlns:a16="http://schemas.microsoft.com/office/drawing/2014/main" id="{E4022D42-E768-9F29-A878-0FA7BF3435B9}"/>
                  </a:ext>
                </a:extLst>
              </p:cNvPr>
              <p:cNvPicPr/>
              <p:nvPr/>
            </p:nvPicPr>
            <p:blipFill>
              <a:blip r:embed="rId3"/>
              <a:stretch>
                <a:fillRect/>
              </a:stretch>
            </p:blipFill>
            <p:spPr>
              <a:xfrm>
                <a:off x="1100443" y="3288488"/>
                <a:ext cx="18000" cy="18000"/>
              </a:xfrm>
              <a:prstGeom prst="rect">
                <a:avLst/>
              </a:prstGeom>
            </p:spPr>
          </p:pic>
        </mc:Fallback>
      </mc:AlternateContent>
      <p:grpSp>
        <p:nvGrpSpPr>
          <p:cNvPr id="122" name="Group 121">
            <a:extLst>
              <a:ext uri="{FF2B5EF4-FFF2-40B4-BE49-F238E27FC236}">
                <a16:creationId xmlns:a16="http://schemas.microsoft.com/office/drawing/2014/main" id="{5A59C969-2762-5E62-4B33-52778D92F194}"/>
              </a:ext>
            </a:extLst>
          </p:cNvPr>
          <p:cNvGrpSpPr/>
          <p:nvPr/>
        </p:nvGrpSpPr>
        <p:grpSpPr>
          <a:xfrm>
            <a:off x="3847243" y="1619815"/>
            <a:ext cx="113760" cy="90360"/>
            <a:chOff x="3847243" y="3148808"/>
            <a:chExt cx="113760" cy="90360"/>
          </a:xfrm>
        </p:grpSpPr>
        <mc:AlternateContent xmlns:mc="http://schemas.openxmlformats.org/markup-compatibility/2006" xmlns:p14="http://schemas.microsoft.com/office/powerpoint/2010/main">
          <mc:Choice Requires="p14">
            <p:contentPart p14:bwMode="auto" r:id="rId4">
              <p14:nvContentPartPr>
                <p14:cNvPr id="123" name="Ink 122">
                  <a:extLst>
                    <a:ext uri="{FF2B5EF4-FFF2-40B4-BE49-F238E27FC236}">
                      <a16:creationId xmlns:a16="http://schemas.microsoft.com/office/drawing/2014/main" id="{9C5575E7-28EF-A48E-BF09-56097E1BA073}"/>
                    </a:ext>
                  </a:extLst>
                </p14:cNvPr>
                <p14:cNvContentPartPr/>
                <p14:nvPr/>
              </p14:nvContentPartPr>
              <p14:xfrm>
                <a:off x="3847243" y="3148808"/>
                <a:ext cx="113760" cy="26280"/>
              </p14:xfrm>
            </p:contentPart>
          </mc:Choice>
          <mc:Fallback xmlns="">
            <p:pic>
              <p:nvPicPr>
                <p:cNvPr id="123" name="Ink 122">
                  <a:extLst>
                    <a:ext uri="{FF2B5EF4-FFF2-40B4-BE49-F238E27FC236}">
                      <a16:creationId xmlns:a16="http://schemas.microsoft.com/office/drawing/2014/main" id="{9C5575E7-28EF-A48E-BF09-56097E1BA073}"/>
                    </a:ext>
                  </a:extLst>
                </p:cNvPr>
                <p:cNvPicPr/>
                <p:nvPr/>
              </p:nvPicPr>
              <p:blipFill>
                <a:blip r:embed="rId5"/>
                <a:stretch>
                  <a:fillRect/>
                </a:stretch>
              </p:blipFill>
              <p:spPr>
                <a:xfrm>
                  <a:off x="3838243" y="3140168"/>
                  <a:ext cx="1314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4" name="Ink 123">
                  <a:extLst>
                    <a:ext uri="{FF2B5EF4-FFF2-40B4-BE49-F238E27FC236}">
                      <a16:creationId xmlns:a16="http://schemas.microsoft.com/office/drawing/2014/main" id="{AF0FE9E3-E463-57A4-E555-F7B655DAE24C}"/>
                    </a:ext>
                  </a:extLst>
                </p14:cNvPr>
                <p14:cNvContentPartPr/>
                <p14:nvPr/>
              </p14:nvContentPartPr>
              <p14:xfrm>
                <a:off x="3847963" y="3227648"/>
                <a:ext cx="85680" cy="11520"/>
              </p14:xfrm>
            </p:contentPart>
          </mc:Choice>
          <mc:Fallback xmlns="">
            <p:pic>
              <p:nvPicPr>
                <p:cNvPr id="124" name="Ink 123">
                  <a:extLst>
                    <a:ext uri="{FF2B5EF4-FFF2-40B4-BE49-F238E27FC236}">
                      <a16:creationId xmlns:a16="http://schemas.microsoft.com/office/drawing/2014/main" id="{AF0FE9E3-E463-57A4-E555-F7B655DAE24C}"/>
                    </a:ext>
                  </a:extLst>
                </p:cNvPr>
                <p:cNvPicPr/>
                <p:nvPr/>
              </p:nvPicPr>
              <p:blipFill>
                <a:blip r:embed="rId7"/>
                <a:stretch>
                  <a:fillRect/>
                </a:stretch>
              </p:blipFill>
              <p:spPr>
                <a:xfrm>
                  <a:off x="3839323" y="3218648"/>
                  <a:ext cx="103320" cy="29160"/>
                </a:xfrm>
                <a:prstGeom prst="rect">
                  <a:avLst/>
                </a:prstGeom>
              </p:spPr>
            </p:pic>
          </mc:Fallback>
        </mc:AlternateContent>
      </p:grpSp>
      <p:grpSp>
        <p:nvGrpSpPr>
          <p:cNvPr id="125" name="Group 124">
            <a:extLst>
              <a:ext uri="{FF2B5EF4-FFF2-40B4-BE49-F238E27FC236}">
                <a16:creationId xmlns:a16="http://schemas.microsoft.com/office/drawing/2014/main" id="{7CAE532E-4F4C-6B45-C1D7-96A392DDF695}"/>
              </a:ext>
            </a:extLst>
          </p:cNvPr>
          <p:cNvGrpSpPr/>
          <p:nvPr/>
        </p:nvGrpSpPr>
        <p:grpSpPr>
          <a:xfrm>
            <a:off x="4221643" y="1476175"/>
            <a:ext cx="290520" cy="294480"/>
            <a:chOff x="4221643" y="3005168"/>
            <a:chExt cx="290520" cy="294480"/>
          </a:xfrm>
        </p:grpSpPr>
        <mc:AlternateContent xmlns:mc="http://schemas.openxmlformats.org/markup-compatibility/2006" xmlns:p14="http://schemas.microsoft.com/office/powerpoint/2010/main">
          <mc:Choice Requires="p14">
            <p:contentPart p14:bwMode="auto" r:id="rId8">
              <p14:nvContentPartPr>
                <p14:cNvPr id="139" name="Ink 138">
                  <a:extLst>
                    <a:ext uri="{FF2B5EF4-FFF2-40B4-BE49-F238E27FC236}">
                      <a16:creationId xmlns:a16="http://schemas.microsoft.com/office/drawing/2014/main" id="{4C05276D-2938-E711-AED2-24860DF8BEC4}"/>
                    </a:ext>
                  </a:extLst>
                </p14:cNvPr>
                <p14:cNvContentPartPr/>
                <p14:nvPr/>
              </p14:nvContentPartPr>
              <p14:xfrm>
                <a:off x="4387603" y="3005168"/>
                <a:ext cx="1440" cy="229320"/>
              </p14:xfrm>
            </p:contentPart>
          </mc:Choice>
          <mc:Fallback xmlns="">
            <p:pic>
              <p:nvPicPr>
                <p:cNvPr id="139" name="Ink 138">
                  <a:extLst>
                    <a:ext uri="{FF2B5EF4-FFF2-40B4-BE49-F238E27FC236}">
                      <a16:creationId xmlns:a16="http://schemas.microsoft.com/office/drawing/2014/main" id="{4C05276D-2938-E711-AED2-24860DF8BEC4}"/>
                    </a:ext>
                  </a:extLst>
                </p:cNvPr>
                <p:cNvPicPr/>
                <p:nvPr/>
              </p:nvPicPr>
              <p:blipFill>
                <a:blip r:embed="rId9"/>
                <a:stretch>
                  <a:fillRect/>
                </a:stretch>
              </p:blipFill>
              <p:spPr>
                <a:xfrm>
                  <a:off x="4378603" y="2996168"/>
                  <a:ext cx="1908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8" name="Ink 157">
                  <a:extLst>
                    <a:ext uri="{FF2B5EF4-FFF2-40B4-BE49-F238E27FC236}">
                      <a16:creationId xmlns:a16="http://schemas.microsoft.com/office/drawing/2014/main" id="{F8DDA109-75A6-8882-65D5-52EDA244B79E}"/>
                    </a:ext>
                  </a:extLst>
                </p14:cNvPr>
                <p14:cNvContentPartPr/>
                <p14:nvPr/>
              </p14:nvContentPartPr>
              <p14:xfrm>
                <a:off x="4221643" y="3294968"/>
                <a:ext cx="290520" cy="4680"/>
              </p14:xfrm>
            </p:contentPart>
          </mc:Choice>
          <mc:Fallback xmlns="">
            <p:pic>
              <p:nvPicPr>
                <p:cNvPr id="158" name="Ink 157">
                  <a:extLst>
                    <a:ext uri="{FF2B5EF4-FFF2-40B4-BE49-F238E27FC236}">
                      <a16:creationId xmlns:a16="http://schemas.microsoft.com/office/drawing/2014/main" id="{F8DDA109-75A6-8882-65D5-52EDA244B79E}"/>
                    </a:ext>
                  </a:extLst>
                </p:cNvPr>
                <p:cNvPicPr/>
                <p:nvPr/>
              </p:nvPicPr>
              <p:blipFill>
                <a:blip r:embed="rId11"/>
                <a:stretch>
                  <a:fillRect/>
                </a:stretch>
              </p:blipFill>
              <p:spPr>
                <a:xfrm>
                  <a:off x="4212643" y="3286328"/>
                  <a:ext cx="308160" cy="2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59" name="Ink 158">
                <a:extLst>
                  <a:ext uri="{FF2B5EF4-FFF2-40B4-BE49-F238E27FC236}">
                    <a16:creationId xmlns:a16="http://schemas.microsoft.com/office/drawing/2014/main" id="{2BE695F7-2A52-3E89-62B8-207F92C21D67}"/>
                  </a:ext>
                </a:extLst>
              </p14:cNvPr>
              <p14:cNvContentPartPr/>
              <p14:nvPr/>
            </p14:nvContentPartPr>
            <p14:xfrm>
              <a:off x="4316683" y="1974055"/>
              <a:ext cx="259920" cy="122400"/>
            </p14:xfrm>
          </p:contentPart>
        </mc:Choice>
        <mc:Fallback xmlns="">
          <p:pic>
            <p:nvPicPr>
              <p:cNvPr id="159" name="Ink 158">
                <a:extLst>
                  <a:ext uri="{FF2B5EF4-FFF2-40B4-BE49-F238E27FC236}">
                    <a16:creationId xmlns:a16="http://schemas.microsoft.com/office/drawing/2014/main" id="{2BE695F7-2A52-3E89-62B8-207F92C21D67}"/>
                  </a:ext>
                </a:extLst>
              </p:cNvPr>
              <p:cNvPicPr/>
              <p:nvPr/>
            </p:nvPicPr>
            <p:blipFill>
              <a:blip r:embed="rId13"/>
              <a:stretch>
                <a:fillRect/>
              </a:stretch>
            </p:blipFill>
            <p:spPr>
              <a:xfrm>
                <a:off x="4307683" y="1965055"/>
                <a:ext cx="277560" cy="140040"/>
              </a:xfrm>
              <a:prstGeom prst="rect">
                <a:avLst/>
              </a:prstGeom>
            </p:spPr>
          </p:pic>
        </mc:Fallback>
      </mc:AlternateContent>
      <p:grpSp>
        <p:nvGrpSpPr>
          <p:cNvPr id="160" name="Group 159">
            <a:extLst>
              <a:ext uri="{FF2B5EF4-FFF2-40B4-BE49-F238E27FC236}">
                <a16:creationId xmlns:a16="http://schemas.microsoft.com/office/drawing/2014/main" id="{E0EDDB15-2529-6895-9EC2-195DF6351ACC}"/>
              </a:ext>
            </a:extLst>
          </p:cNvPr>
          <p:cNvGrpSpPr/>
          <p:nvPr/>
        </p:nvGrpSpPr>
        <p:grpSpPr>
          <a:xfrm>
            <a:off x="5807443" y="1718455"/>
            <a:ext cx="631080" cy="534600"/>
            <a:chOff x="5807443" y="3247448"/>
            <a:chExt cx="631080" cy="534600"/>
          </a:xfrm>
        </p:grpSpPr>
        <mc:AlternateContent xmlns:mc="http://schemas.openxmlformats.org/markup-compatibility/2006" xmlns:p14="http://schemas.microsoft.com/office/powerpoint/2010/main">
          <mc:Choice Requires="p14">
            <p:contentPart p14:bwMode="auto" r:id="rId14">
              <p14:nvContentPartPr>
                <p14:cNvPr id="161" name="Ink 160">
                  <a:extLst>
                    <a:ext uri="{FF2B5EF4-FFF2-40B4-BE49-F238E27FC236}">
                      <a16:creationId xmlns:a16="http://schemas.microsoft.com/office/drawing/2014/main" id="{3FEF3D5A-6B2A-1641-CC08-EEC5A94261E4}"/>
                    </a:ext>
                  </a:extLst>
                </p14:cNvPr>
                <p14:cNvContentPartPr/>
                <p14:nvPr/>
              </p14:nvContentPartPr>
              <p14:xfrm>
                <a:off x="5807443" y="3274808"/>
                <a:ext cx="215640" cy="507240"/>
              </p14:xfrm>
            </p:contentPart>
          </mc:Choice>
          <mc:Fallback xmlns="">
            <p:pic>
              <p:nvPicPr>
                <p:cNvPr id="161" name="Ink 160">
                  <a:extLst>
                    <a:ext uri="{FF2B5EF4-FFF2-40B4-BE49-F238E27FC236}">
                      <a16:creationId xmlns:a16="http://schemas.microsoft.com/office/drawing/2014/main" id="{3FEF3D5A-6B2A-1641-CC08-EEC5A94261E4}"/>
                    </a:ext>
                  </a:extLst>
                </p:cNvPr>
                <p:cNvPicPr/>
                <p:nvPr/>
              </p:nvPicPr>
              <p:blipFill>
                <a:blip r:embed="rId15"/>
                <a:stretch>
                  <a:fillRect/>
                </a:stretch>
              </p:blipFill>
              <p:spPr>
                <a:xfrm>
                  <a:off x="5798443" y="3265808"/>
                  <a:ext cx="23328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2" name="Ink 161">
                  <a:extLst>
                    <a:ext uri="{FF2B5EF4-FFF2-40B4-BE49-F238E27FC236}">
                      <a16:creationId xmlns:a16="http://schemas.microsoft.com/office/drawing/2014/main" id="{CCD57202-5BF5-B33F-70C8-9FD03F5E63DF}"/>
                    </a:ext>
                  </a:extLst>
                </p14:cNvPr>
                <p14:cNvContentPartPr/>
                <p14:nvPr/>
              </p14:nvContentPartPr>
              <p14:xfrm>
                <a:off x="6109843" y="3409088"/>
                <a:ext cx="4320" cy="97200"/>
              </p14:xfrm>
            </p:contentPart>
          </mc:Choice>
          <mc:Fallback xmlns="">
            <p:pic>
              <p:nvPicPr>
                <p:cNvPr id="162" name="Ink 161">
                  <a:extLst>
                    <a:ext uri="{FF2B5EF4-FFF2-40B4-BE49-F238E27FC236}">
                      <a16:creationId xmlns:a16="http://schemas.microsoft.com/office/drawing/2014/main" id="{CCD57202-5BF5-B33F-70C8-9FD03F5E63DF}"/>
                    </a:ext>
                  </a:extLst>
                </p:cNvPr>
                <p:cNvPicPr/>
                <p:nvPr/>
              </p:nvPicPr>
              <p:blipFill>
                <a:blip r:embed="rId17"/>
                <a:stretch>
                  <a:fillRect/>
                </a:stretch>
              </p:blipFill>
              <p:spPr>
                <a:xfrm>
                  <a:off x="6101203" y="3400448"/>
                  <a:ext cx="2196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3" name="Ink 162">
                  <a:extLst>
                    <a:ext uri="{FF2B5EF4-FFF2-40B4-BE49-F238E27FC236}">
                      <a16:creationId xmlns:a16="http://schemas.microsoft.com/office/drawing/2014/main" id="{21B07889-DD97-FE4E-7522-D58B317CF939}"/>
                    </a:ext>
                  </a:extLst>
                </p14:cNvPr>
                <p14:cNvContentPartPr/>
                <p14:nvPr/>
              </p14:nvContentPartPr>
              <p14:xfrm>
                <a:off x="6089683" y="3247448"/>
                <a:ext cx="348840" cy="145080"/>
              </p14:xfrm>
            </p:contentPart>
          </mc:Choice>
          <mc:Fallback xmlns="">
            <p:pic>
              <p:nvPicPr>
                <p:cNvPr id="163" name="Ink 162">
                  <a:extLst>
                    <a:ext uri="{FF2B5EF4-FFF2-40B4-BE49-F238E27FC236}">
                      <a16:creationId xmlns:a16="http://schemas.microsoft.com/office/drawing/2014/main" id="{21B07889-DD97-FE4E-7522-D58B317CF939}"/>
                    </a:ext>
                  </a:extLst>
                </p:cNvPr>
                <p:cNvPicPr/>
                <p:nvPr/>
              </p:nvPicPr>
              <p:blipFill>
                <a:blip r:embed="rId19"/>
                <a:stretch>
                  <a:fillRect/>
                </a:stretch>
              </p:blipFill>
              <p:spPr>
                <a:xfrm>
                  <a:off x="6080683" y="3238448"/>
                  <a:ext cx="366480" cy="162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164" name="Ink 163">
                <a:extLst>
                  <a:ext uri="{FF2B5EF4-FFF2-40B4-BE49-F238E27FC236}">
                    <a16:creationId xmlns:a16="http://schemas.microsoft.com/office/drawing/2014/main" id="{B69F9728-0D94-4187-AA30-B830141D6177}"/>
                  </a:ext>
                </a:extLst>
              </p14:cNvPr>
              <p14:cNvContentPartPr/>
              <p14:nvPr/>
            </p14:nvContentPartPr>
            <p14:xfrm>
              <a:off x="6673243" y="1578775"/>
              <a:ext cx="200880" cy="438120"/>
            </p14:xfrm>
          </p:contentPart>
        </mc:Choice>
        <mc:Fallback xmlns="">
          <p:pic>
            <p:nvPicPr>
              <p:cNvPr id="164" name="Ink 163">
                <a:extLst>
                  <a:ext uri="{FF2B5EF4-FFF2-40B4-BE49-F238E27FC236}">
                    <a16:creationId xmlns:a16="http://schemas.microsoft.com/office/drawing/2014/main" id="{B69F9728-0D94-4187-AA30-B830141D6177}"/>
                  </a:ext>
                </a:extLst>
              </p:cNvPr>
              <p:cNvPicPr/>
              <p:nvPr/>
            </p:nvPicPr>
            <p:blipFill>
              <a:blip r:embed="rId21"/>
              <a:stretch>
                <a:fillRect/>
              </a:stretch>
            </p:blipFill>
            <p:spPr>
              <a:xfrm>
                <a:off x="6664603" y="1570135"/>
                <a:ext cx="218520" cy="455760"/>
              </a:xfrm>
              <a:prstGeom prst="rect">
                <a:avLst/>
              </a:prstGeom>
            </p:spPr>
          </p:pic>
        </mc:Fallback>
      </mc:AlternateContent>
      <p:grpSp>
        <p:nvGrpSpPr>
          <p:cNvPr id="165" name="Group 164">
            <a:extLst>
              <a:ext uri="{FF2B5EF4-FFF2-40B4-BE49-F238E27FC236}">
                <a16:creationId xmlns:a16="http://schemas.microsoft.com/office/drawing/2014/main" id="{0D8E0455-4503-59DD-6C14-FAB5B2D55787}"/>
              </a:ext>
            </a:extLst>
          </p:cNvPr>
          <p:cNvGrpSpPr/>
          <p:nvPr/>
        </p:nvGrpSpPr>
        <p:grpSpPr>
          <a:xfrm>
            <a:off x="6877363" y="1461775"/>
            <a:ext cx="2137680" cy="583920"/>
            <a:chOff x="6877363" y="2990768"/>
            <a:chExt cx="2137680" cy="583920"/>
          </a:xfrm>
        </p:grpSpPr>
        <mc:AlternateContent xmlns:mc="http://schemas.openxmlformats.org/markup-compatibility/2006" xmlns:p14="http://schemas.microsoft.com/office/powerpoint/2010/main">
          <mc:Choice Requires="p14">
            <p:contentPart p14:bwMode="auto" r:id="rId22">
              <p14:nvContentPartPr>
                <p14:cNvPr id="166" name="Ink 165">
                  <a:extLst>
                    <a:ext uri="{FF2B5EF4-FFF2-40B4-BE49-F238E27FC236}">
                      <a16:creationId xmlns:a16="http://schemas.microsoft.com/office/drawing/2014/main" id="{854EAFAA-3DD0-1F1E-384B-A816AC4CCAF2}"/>
                    </a:ext>
                  </a:extLst>
                </p14:cNvPr>
                <p14:cNvContentPartPr/>
                <p14:nvPr/>
              </p14:nvContentPartPr>
              <p14:xfrm>
                <a:off x="6877363" y="3279488"/>
                <a:ext cx="325080" cy="108000"/>
              </p14:xfrm>
            </p:contentPart>
          </mc:Choice>
          <mc:Fallback xmlns="">
            <p:pic>
              <p:nvPicPr>
                <p:cNvPr id="166" name="Ink 165">
                  <a:extLst>
                    <a:ext uri="{FF2B5EF4-FFF2-40B4-BE49-F238E27FC236}">
                      <a16:creationId xmlns:a16="http://schemas.microsoft.com/office/drawing/2014/main" id="{854EAFAA-3DD0-1F1E-384B-A816AC4CCAF2}"/>
                    </a:ext>
                  </a:extLst>
                </p:cNvPr>
                <p:cNvPicPr/>
                <p:nvPr/>
              </p:nvPicPr>
              <p:blipFill>
                <a:blip r:embed="rId23"/>
                <a:stretch>
                  <a:fillRect/>
                </a:stretch>
              </p:blipFill>
              <p:spPr>
                <a:xfrm>
                  <a:off x="6868363" y="3270488"/>
                  <a:ext cx="3427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7" name="Ink 166">
                  <a:extLst>
                    <a:ext uri="{FF2B5EF4-FFF2-40B4-BE49-F238E27FC236}">
                      <a16:creationId xmlns:a16="http://schemas.microsoft.com/office/drawing/2014/main" id="{FF4A9E5F-D97B-0CE9-9B8C-89A81F1BE484}"/>
                    </a:ext>
                  </a:extLst>
                </p14:cNvPr>
                <p14:cNvContentPartPr/>
                <p14:nvPr/>
              </p14:nvContentPartPr>
              <p14:xfrm>
                <a:off x="7257883" y="3278048"/>
                <a:ext cx="163440" cy="117000"/>
              </p14:xfrm>
            </p:contentPart>
          </mc:Choice>
          <mc:Fallback xmlns="">
            <p:pic>
              <p:nvPicPr>
                <p:cNvPr id="167" name="Ink 166">
                  <a:extLst>
                    <a:ext uri="{FF2B5EF4-FFF2-40B4-BE49-F238E27FC236}">
                      <a16:creationId xmlns:a16="http://schemas.microsoft.com/office/drawing/2014/main" id="{FF4A9E5F-D97B-0CE9-9B8C-89A81F1BE484}"/>
                    </a:ext>
                  </a:extLst>
                </p:cNvPr>
                <p:cNvPicPr/>
                <p:nvPr/>
              </p:nvPicPr>
              <p:blipFill>
                <a:blip r:embed="rId25"/>
                <a:stretch>
                  <a:fillRect/>
                </a:stretch>
              </p:blipFill>
              <p:spPr>
                <a:xfrm>
                  <a:off x="7249243" y="3269408"/>
                  <a:ext cx="18108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8" name="Ink 167">
                  <a:extLst>
                    <a:ext uri="{FF2B5EF4-FFF2-40B4-BE49-F238E27FC236}">
                      <a16:creationId xmlns:a16="http://schemas.microsoft.com/office/drawing/2014/main" id="{1B35A2A1-8766-F2C4-75D0-70A7C55808D6}"/>
                    </a:ext>
                  </a:extLst>
                </p14:cNvPr>
                <p14:cNvContentPartPr/>
                <p14:nvPr/>
              </p14:nvContentPartPr>
              <p14:xfrm>
                <a:off x="7495843" y="3369848"/>
                <a:ext cx="9720" cy="118800"/>
              </p14:xfrm>
            </p:contentPart>
          </mc:Choice>
          <mc:Fallback xmlns="">
            <p:pic>
              <p:nvPicPr>
                <p:cNvPr id="168" name="Ink 167">
                  <a:extLst>
                    <a:ext uri="{FF2B5EF4-FFF2-40B4-BE49-F238E27FC236}">
                      <a16:creationId xmlns:a16="http://schemas.microsoft.com/office/drawing/2014/main" id="{1B35A2A1-8766-F2C4-75D0-70A7C55808D6}"/>
                    </a:ext>
                  </a:extLst>
                </p:cNvPr>
                <p:cNvPicPr/>
                <p:nvPr/>
              </p:nvPicPr>
              <p:blipFill>
                <a:blip r:embed="rId27"/>
                <a:stretch>
                  <a:fillRect/>
                </a:stretch>
              </p:blipFill>
              <p:spPr>
                <a:xfrm>
                  <a:off x="7486843" y="3361208"/>
                  <a:ext cx="273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9" name="Ink 168">
                  <a:extLst>
                    <a:ext uri="{FF2B5EF4-FFF2-40B4-BE49-F238E27FC236}">
                      <a16:creationId xmlns:a16="http://schemas.microsoft.com/office/drawing/2014/main" id="{652398CF-9F97-518D-5B6B-F7204B4C6AAC}"/>
                    </a:ext>
                  </a:extLst>
                </p14:cNvPr>
                <p14:cNvContentPartPr/>
                <p14:nvPr/>
              </p14:nvContentPartPr>
              <p14:xfrm>
                <a:off x="7512043" y="3240608"/>
                <a:ext cx="15480" cy="32400"/>
              </p14:xfrm>
            </p:contentPart>
          </mc:Choice>
          <mc:Fallback xmlns="">
            <p:pic>
              <p:nvPicPr>
                <p:cNvPr id="169" name="Ink 168">
                  <a:extLst>
                    <a:ext uri="{FF2B5EF4-FFF2-40B4-BE49-F238E27FC236}">
                      <a16:creationId xmlns:a16="http://schemas.microsoft.com/office/drawing/2014/main" id="{652398CF-9F97-518D-5B6B-F7204B4C6AAC}"/>
                    </a:ext>
                  </a:extLst>
                </p:cNvPr>
                <p:cNvPicPr/>
                <p:nvPr/>
              </p:nvPicPr>
              <p:blipFill>
                <a:blip r:embed="rId29"/>
                <a:stretch>
                  <a:fillRect/>
                </a:stretch>
              </p:blipFill>
              <p:spPr>
                <a:xfrm>
                  <a:off x="7503043" y="3231968"/>
                  <a:ext cx="331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0" name="Ink 169">
                  <a:extLst>
                    <a:ext uri="{FF2B5EF4-FFF2-40B4-BE49-F238E27FC236}">
                      <a16:creationId xmlns:a16="http://schemas.microsoft.com/office/drawing/2014/main" id="{42521B3D-8DEA-1E0A-6EBE-9F0CA7596AC8}"/>
                    </a:ext>
                  </a:extLst>
                </p14:cNvPr>
                <p14:cNvContentPartPr/>
                <p14:nvPr/>
              </p14:nvContentPartPr>
              <p14:xfrm>
                <a:off x="7676563" y="3317288"/>
                <a:ext cx="201600" cy="39600"/>
              </p14:xfrm>
            </p:contentPart>
          </mc:Choice>
          <mc:Fallback xmlns="">
            <p:pic>
              <p:nvPicPr>
                <p:cNvPr id="170" name="Ink 169">
                  <a:extLst>
                    <a:ext uri="{FF2B5EF4-FFF2-40B4-BE49-F238E27FC236}">
                      <a16:creationId xmlns:a16="http://schemas.microsoft.com/office/drawing/2014/main" id="{42521B3D-8DEA-1E0A-6EBE-9F0CA7596AC8}"/>
                    </a:ext>
                  </a:extLst>
                </p:cNvPr>
                <p:cNvPicPr/>
                <p:nvPr/>
              </p:nvPicPr>
              <p:blipFill>
                <a:blip r:embed="rId31"/>
                <a:stretch>
                  <a:fillRect/>
                </a:stretch>
              </p:blipFill>
              <p:spPr>
                <a:xfrm>
                  <a:off x="7667923" y="3308288"/>
                  <a:ext cx="2192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1" name="Ink 170">
                  <a:extLst>
                    <a:ext uri="{FF2B5EF4-FFF2-40B4-BE49-F238E27FC236}">
                      <a16:creationId xmlns:a16="http://schemas.microsoft.com/office/drawing/2014/main" id="{A3D48B25-76C7-733D-4B5B-D6C8FCD06550}"/>
                    </a:ext>
                  </a:extLst>
                </p14:cNvPr>
                <p14:cNvContentPartPr/>
                <p14:nvPr/>
              </p14:nvContentPartPr>
              <p14:xfrm>
                <a:off x="7778443" y="3286328"/>
                <a:ext cx="29880" cy="153360"/>
              </p14:xfrm>
            </p:contentPart>
          </mc:Choice>
          <mc:Fallback xmlns="">
            <p:pic>
              <p:nvPicPr>
                <p:cNvPr id="171" name="Ink 170">
                  <a:extLst>
                    <a:ext uri="{FF2B5EF4-FFF2-40B4-BE49-F238E27FC236}">
                      <a16:creationId xmlns:a16="http://schemas.microsoft.com/office/drawing/2014/main" id="{A3D48B25-76C7-733D-4B5B-D6C8FCD06550}"/>
                    </a:ext>
                  </a:extLst>
                </p:cNvPr>
                <p:cNvPicPr/>
                <p:nvPr/>
              </p:nvPicPr>
              <p:blipFill>
                <a:blip r:embed="rId33"/>
                <a:stretch>
                  <a:fillRect/>
                </a:stretch>
              </p:blipFill>
              <p:spPr>
                <a:xfrm>
                  <a:off x="7769443" y="3277328"/>
                  <a:ext cx="475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2" name="Ink 171">
                  <a:extLst>
                    <a:ext uri="{FF2B5EF4-FFF2-40B4-BE49-F238E27FC236}">
                      <a16:creationId xmlns:a16="http://schemas.microsoft.com/office/drawing/2014/main" id="{E8E8ED52-F618-2FA8-FC52-0A28C4672C1B}"/>
                    </a:ext>
                  </a:extLst>
                </p14:cNvPr>
                <p14:cNvContentPartPr/>
                <p14:nvPr/>
              </p14:nvContentPartPr>
              <p14:xfrm>
                <a:off x="8020003" y="3258608"/>
                <a:ext cx="163440" cy="145800"/>
              </p14:xfrm>
            </p:contentPart>
          </mc:Choice>
          <mc:Fallback xmlns="">
            <p:pic>
              <p:nvPicPr>
                <p:cNvPr id="172" name="Ink 171">
                  <a:extLst>
                    <a:ext uri="{FF2B5EF4-FFF2-40B4-BE49-F238E27FC236}">
                      <a16:creationId xmlns:a16="http://schemas.microsoft.com/office/drawing/2014/main" id="{E8E8ED52-F618-2FA8-FC52-0A28C4672C1B}"/>
                    </a:ext>
                  </a:extLst>
                </p:cNvPr>
                <p:cNvPicPr/>
                <p:nvPr/>
              </p:nvPicPr>
              <p:blipFill>
                <a:blip r:embed="rId35"/>
                <a:stretch>
                  <a:fillRect/>
                </a:stretch>
              </p:blipFill>
              <p:spPr>
                <a:xfrm>
                  <a:off x="8011363" y="3249608"/>
                  <a:ext cx="181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73" name="Ink 172">
                  <a:extLst>
                    <a:ext uri="{FF2B5EF4-FFF2-40B4-BE49-F238E27FC236}">
                      <a16:creationId xmlns:a16="http://schemas.microsoft.com/office/drawing/2014/main" id="{1C311B68-0A85-EEB7-2FDB-48778A8E49E0}"/>
                    </a:ext>
                  </a:extLst>
                </p14:cNvPr>
                <p14:cNvContentPartPr/>
                <p14:nvPr/>
              </p14:nvContentPartPr>
              <p14:xfrm>
                <a:off x="8270563" y="3113528"/>
                <a:ext cx="111960" cy="392760"/>
              </p14:xfrm>
            </p:contentPart>
          </mc:Choice>
          <mc:Fallback xmlns="">
            <p:pic>
              <p:nvPicPr>
                <p:cNvPr id="173" name="Ink 172">
                  <a:extLst>
                    <a:ext uri="{FF2B5EF4-FFF2-40B4-BE49-F238E27FC236}">
                      <a16:creationId xmlns:a16="http://schemas.microsoft.com/office/drawing/2014/main" id="{1C311B68-0A85-EEB7-2FDB-48778A8E49E0}"/>
                    </a:ext>
                  </a:extLst>
                </p:cNvPr>
                <p:cNvPicPr/>
                <p:nvPr/>
              </p:nvPicPr>
              <p:blipFill>
                <a:blip r:embed="rId37"/>
                <a:stretch>
                  <a:fillRect/>
                </a:stretch>
              </p:blipFill>
              <p:spPr>
                <a:xfrm>
                  <a:off x="8261923" y="3104528"/>
                  <a:ext cx="129600" cy="410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4" name="Ink 173">
                  <a:extLst>
                    <a:ext uri="{FF2B5EF4-FFF2-40B4-BE49-F238E27FC236}">
                      <a16:creationId xmlns:a16="http://schemas.microsoft.com/office/drawing/2014/main" id="{2533F40F-3DD8-B971-B5F7-AFC0AA4F98EF}"/>
                    </a:ext>
                  </a:extLst>
                </p14:cNvPr>
                <p14:cNvContentPartPr/>
                <p14:nvPr/>
              </p14:nvContentPartPr>
              <p14:xfrm>
                <a:off x="8482963" y="2990768"/>
                <a:ext cx="198720" cy="583920"/>
              </p14:xfrm>
            </p:contentPart>
          </mc:Choice>
          <mc:Fallback xmlns="">
            <p:pic>
              <p:nvPicPr>
                <p:cNvPr id="174" name="Ink 173">
                  <a:extLst>
                    <a:ext uri="{FF2B5EF4-FFF2-40B4-BE49-F238E27FC236}">
                      <a16:creationId xmlns:a16="http://schemas.microsoft.com/office/drawing/2014/main" id="{2533F40F-3DD8-B971-B5F7-AFC0AA4F98EF}"/>
                    </a:ext>
                  </a:extLst>
                </p:cNvPr>
                <p:cNvPicPr/>
                <p:nvPr/>
              </p:nvPicPr>
              <p:blipFill>
                <a:blip r:embed="rId39"/>
                <a:stretch>
                  <a:fillRect/>
                </a:stretch>
              </p:blipFill>
              <p:spPr>
                <a:xfrm>
                  <a:off x="8473963" y="2981768"/>
                  <a:ext cx="216360" cy="601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75" name="Ink 174">
                  <a:extLst>
                    <a:ext uri="{FF2B5EF4-FFF2-40B4-BE49-F238E27FC236}">
                      <a16:creationId xmlns:a16="http://schemas.microsoft.com/office/drawing/2014/main" id="{4E5C460A-382A-58C2-6FFA-0BE5A7605C99}"/>
                    </a:ext>
                  </a:extLst>
                </p14:cNvPr>
                <p14:cNvContentPartPr/>
                <p14:nvPr/>
              </p14:nvContentPartPr>
              <p14:xfrm>
                <a:off x="8844763" y="3009488"/>
                <a:ext cx="170280" cy="118080"/>
              </p14:xfrm>
            </p:contentPart>
          </mc:Choice>
          <mc:Fallback xmlns="">
            <p:pic>
              <p:nvPicPr>
                <p:cNvPr id="175" name="Ink 174">
                  <a:extLst>
                    <a:ext uri="{FF2B5EF4-FFF2-40B4-BE49-F238E27FC236}">
                      <a16:creationId xmlns:a16="http://schemas.microsoft.com/office/drawing/2014/main" id="{4E5C460A-382A-58C2-6FFA-0BE5A7605C99}"/>
                    </a:ext>
                  </a:extLst>
                </p:cNvPr>
                <p:cNvPicPr/>
                <p:nvPr/>
              </p:nvPicPr>
              <p:blipFill>
                <a:blip r:embed="rId41"/>
                <a:stretch>
                  <a:fillRect/>
                </a:stretch>
              </p:blipFill>
              <p:spPr>
                <a:xfrm>
                  <a:off x="8835763" y="3000488"/>
                  <a:ext cx="187920" cy="135720"/>
                </a:xfrm>
                <a:prstGeom prst="rect">
                  <a:avLst/>
                </a:prstGeom>
              </p:spPr>
            </p:pic>
          </mc:Fallback>
        </mc:AlternateContent>
      </p:grpSp>
      <p:grpSp>
        <p:nvGrpSpPr>
          <p:cNvPr id="176" name="Group 175">
            <a:extLst>
              <a:ext uri="{FF2B5EF4-FFF2-40B4-BE49-F238E27FC236}">
                <a16:creationId xmlns:a16="http://schemas.microsoft.com/office/drawing/2014/main" id="{65DAF1E4-356E-AC7E-23DB-7F847D601FE8}"/>
              </a:ext>
            </a:extLst>
          </p:cNvPr>
          <p:cNvGrpSpPr/>
          <p:nvPr/>
        </p:nvGrpSpPr>
        <p:grpSpPr>
          <a:xfrm>
            <a:off x="4916803" y="1520815"/>
            <a:ext cx="689040" cy="781560"/>
            <a:chOff x="4916803" y="3049808"/>
            <a:chExt cx="689040" cy="781560"/>
          </a:xfrm>
        </p:grpSpPr>
        <mc:AlternateContent xmlns:mc="http://schemas.openxmlformats.org/markup-compatibility/2006" xmlns:p14="http://schemas.microsoft.com/office/powerpoint/2010/main">
          <mc:Choice Requires="p14">
            <p:contentPart p14:bwMode="auto" r:id="rId42">
              <p14:nvContentPartPr>
                <p14:cNvPr id="177" name="Ink 176">
                  <a:extLst>
                    <a:ext uri="{FF2B5EF4-FFF2-40B4-BE49-F238E27FC236}">
                      <a16:creationId xmlns:a16="http://schemas.microsoft.com/office/drawing/2014/main" id="{F63A0E40-BD14-49E1-DD5B-A9BAE62FC2D0}"/>
                    </a:ext>
                  </a:extLst>
                </p14:cNvPr>
                <p14:cNvContentPartPr/>
                <p14:nvPr/>
              </p14:nvContentPartPr>
              <p14:xfrm>
                <a:off x="4916803" y="3088328"/>
                <a:ext cx="299880" cy="395280"/>
              </p14:xfrm>
            </p:contentPart>
          </mc:Choice>
          <mc:Fallback xmlns="">
            <p:pic>
              <p:nvPicPr>
                <p:cNvPr id="177" name="Ink 176">
                  <a:extLst>
                    <a:ext uri="{FF2B5EF4-FFF2-40B4-BE49-F238E27FC236}">
                      <a16:creationId xmlns:a16="http://schemas.microsoft.com/office/drawing/2014/main" id="{F63A0E40-BD14-49E1-DD5B-A9BAE62FC2D0}"/>
                    </a:ext>
                  </a:extLst>
                </p:cNvPr>
                <p:cNvPicPr/>
                <p:nvPr/>
              </p:nvPicPr>
              <p:blipFill>
                <a:blip r:embed="rId43"/>
                <a:stretch>
                  <a:fillRect/>
                </a:stretch>
              </p:blipFill>
              <p:spPr>
                <a:xfrm>
                  <a:off x="4907803" y="3079688"/>
                  <a:ext cx="31752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78" name="Ink 177">
                  <a:extLst>
                    <a:ext uri="{FF2B5EF4-FFF2-40B4-BE49-F238E27FC236}">
                      <a16:creationId xmlns:a16="http://schemas.microsoft.com/office/drawing/2014/main" id="{FB501CEE-2C54-F52C-4413-AC9FF845F8D6}"/>
                    </a:ext>
                  </a:extLst>
                </p14:cNvPr>
                <p14:cNvContentPartPr/>
                <p14:nvPr/>
              </p14:nvContentPartPr>
              <p14:xfrm>
                <a:off x="5117323" y="3711128"/>
                <a:ext cx="23040" cy="120240"/>
              </p14:xfrm>
            </p:contentPart>
          </mc:Choice>
          <mc:Fallback xmlns="">
            <p:pic>
              <p:nvPicPr>
                <p:cNvPr id="178" name="Ink 177">
                  <a:extLst>
                    <a:ext uri="{FF2B5EF4-FFF2-40B4-BE49-F238E27FC236}">
                      <a16:creationId xmlns:a16="http://schemas.microsoft.com/office/drawing/2014/main" id="{FB501CEE-2C54-F52C-4413-AC9FF845F8D6}"/>
                    </a:ext>
                  </a:extLst>
                </p:cNvPr>
                <p:cNvPicPr/>
                <p:nvPr/>
              </p:nvPicPr>
              <p:blipFill>
                <a:blip r:embed="rId45"/>
                <a:stretch>
                  <a:fillRect/>
                </a:stretch>
              </p:blipFill>
              <p:spPr>
                <a:xfrm>
                  <a:off x="5108683" y="3702128"/>
                  <a:ext cx="406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79" name="Ink 178">
                  <a:extLst>
                    <a:ext uri="{FF2B5EF4-FFF2-40B4-BE49-F238E27FC236}">
                      <a16:creationId xmlns:a16="http://schemas.microsoft.com/office/drawing/2014/main" id="{7C3D5924-232E-3B7A-0153-DAD3FF7552A6}"/>
                    </a:ext>
                  </a:extLst>
                </p14:cNvPr>
                <p14:cNvContentPartPr/>
                <p14:nvPr/>
              </p14:nvContentPartPr>
              <p14:xfrm>
                <a:off x="5102923" y="3592328"/>
                <a:ext cx="39600" cy="50040"/>
              </p14:xfrm>
            </p:contentPart>
          </mc:Choice>
          <mc:Fallback xmlns="">
            <p:pic>
              <p:nvPicPr>
                <p:cNvPr id="179" name="Ink 178">
                  <a:extLst>
                    <a:ext uri="{FF2B5EF4-FFF2-40B4-BE49-F238E27FC236}">
                      <a16:creationId xmlns:a16="http://schemas.microsoft.com/office/drawing/2014/main" id="{7C3D5924-232E-3B7A-0153-DAD3FF7552A6}"/>
                    </a:ext>
                  </a:extLst>
                </p:cNvPr>
                <p:cNvPicPr/>
                <p:nvPr/>
              </p:nvPicPr>
              <p:blipFill>
                <a:blip r:embed="rId47"/>
                <a:stretch>
                  <a:fillRect/>
                </a:stretch>
              </p:blipFill>
              <p:spPr>
                <a:xfrm>
                  <a:off x="5093923" y="3583328"/>
                  <a:ext cx="572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80" name="Ink 179">
                  <a:extLst>
                    <a:ext uri="{FF2B5EF4-FFF2-40B4-BE49-F238E27FC236}">
                      <a16:creationId xmlns:a16="http://schemas.microsoft.com/office/drawing/2014/main" id="{72DF2A47-B88F-199C-7716-84416984BC94}"/>
                    </a:ext>
                  </a:extLst>
                </p14:cNvPr>
                <p14:cNvContentPartPr/>
                <p14:nvPr/>
              </p14:nvContentPartPr>
              <p14:xfrm>
                <a:off x="5429443" y="3049808"/>
                <a:ext cx="176400" cy="509760"/>
              </p14:xfrm>
            </p:contentPart>
          </mc:Choice>
          <mc:Fallback xmlns="">
            <p:pic>
              <p:nvPicPr>
                <p:cNvPr id="180" name="Ink 179">
                  <a:extLst>
                    <a:ext uri="{FF2B5EF4-FFF2-40B4-BE49-F238E27FC236}">
                      <a16:creationId xmlns:a16="http://schemas.microsoft.com/office/drawing/2014/main" id="{72DF2A47-B88F-199C-7716-84416984BC94}"/>
                    </a:ext>
                  </a:extLst>
                </p:cNvPr>
                <p:cNvPicPr/>
                <p:nvPr/>
              </p:nvPicPr>
              <p:blipFill>
                <a:blip r:embed="rId49"/>
                <a:stretch>
                  <a:fillRect/>
                </a:stretch>
              </p:blipFill>
              <p:spPr>
                <a:xfrm>
                  <a:off x="5420803" y="3041168"/>
                  <a:ext cx="194040" cy="527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81" name="Ink 180">
                  <a:extLst>
                    <a:ext uri="{FF2B5EF4-FFF2-40B4-BE49-F238E27FC236}">
                      <a16:creationId xmlns:a16="http://schemas.microsoft.com/office/drawing/2014/main" id="{D204703C-2A3B-A52F-0A01-49AD7FC5F925}"/>
                    </a:ext>
                  </a:extLst>
                </p14:cNvPr>
                <p14:cNvContentPartPr/>
                <p14:nvPr/>
              </p14:nvContentPartPr>
              <p14:xfrm>
                <a:off x="5215963" y="3768368"/>
                <a:ext cx="67680" cy="42120"/>
              </p14:xfrm>
            </p:contentPart>
          </mc:Choice>
          <mc:Fallback xmlns="">
            <p:pic>
              <p:nvPicPr>
                <p:cNvPr id="181" name="Ink 180">
                  <a:extLst>
                    <a:ext uri="{FF2B5EF4-FFF2-40B4-BE49-F238E27FC236}">
                      <a16:creationId xmlns:a16="http://schemas.microsoft.com/office/drawing/2014/main" id="{D204703C-2A3B-A52F-0A01-49AD7FC5F925}"/>
                    </a:ext>
                  </a:extLst>
                </p:cNvPr>
                <p:cNvPicPr/>
                <p:nvPr/>
              </p:nvPicPr>
              <p:blipFill>
                <a:blip r:embed="rId51"/>
                <a:stretch>
                  <a:fillRect/>
                </a:stretch>
              </p:blipFill>
              <p:spPr>
                <a:xfrm>
                  <a:off x="5207323" y="3759368"/>
                  <a:ext cx="853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82" name="Ink 181">
                  <a:extLst>
                    <a:ext uri="{FF2B5EF4-FFF2-40B4-BE49-F238E27FC236}">
                      <a16:creationId xmlns:a16="http://schemas.microsoft.com/office/drawing/2014/main" id="{3497F396-0526-4BD5-EC13-8046467DC52B}"/>
                    </a:ext>
                  </a:extLst>
                </p14:cNvPr>
                <p14:cNvContentPartPr/>
                <p14:nvPr/>
              </p14:nvContentPartPr>
              <p14:xfrm>
                <a:off x="5354563" y="3746408"/>
                <a:ext cx="63720" cy="54360"/>
              </p14:xfrm>
            </p:contentPart>
          </mc:Choice>
          <mc:Fallback xmlns="">
            <p:pic>
              <p:nvPicPr>
                <p:cNvPr id="182" name="Ink 181">
                  <a:extLst>
                    <a:ext uri="{FF2B5EF4-FFF2-40B4-BE49-F238E27FC236}">
                      <a16:creationId xmlns:a16="http://schemas.microsoft.com/office/drawing/2014/main" id="{3497F396-0526-4BD5-EC13-8046467DC52B}"/>
                    </a:ext>
                  </a:extLst>
                </p:cNvPr>
                <p:cNvPicPr/>
                <p:nvPr/>
              </p:nvPicPr>
              <p:blipFill>
                <a:blip r:embed="rId53"/>
                <a:stretch>
                  <a:fillRect/>
                </a:stretch>
              </p:blipFill>
              <p:spPr>
                <a:xfrm>
                  <a:off x="5345563" y="3737768"/>
                  <a:ext cx="8136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183" name="Ink 182">
                <a:extLst>
                  <a:ext uri="{FF2B5EF4-FFF2-40B4-BE49-F238E27FC236}">
                    <a16:creationId xmlns:a16="http://schemas.microsoft.com/office/drawing/2014/main" id="{D1BD21F7-A0A0-C2FE-172E-E033A3DE9CD9}"/>
                  </a:ext>
                </a:extLst>
              </p14:cNvPr>
              <p14:cNvContentPartPr/>
              <p14:nvPr/>
            </p14:nvContentPartPr>
            <p14:xfrm>
              <a:off x="5013283" y="1439455"/>
              <a:ext cx="135000" cy="103320"/>
            </p14:xfrm>
          </p:contentPart>
        </mc:Choice>
        <mc:Fallback xmlns="">
          <p:pic>
            <p:nvPicPr>
              <p:cNvPr id="183" name="Ink 182">
                <a:extLst>
                  <a:ext uri="{FF2B5EF4-FFF2-40B4-BE49-F238E27FC236}">
                    <a16:creationId xmlns:a16="http://schemas.microsoft.com/office/drawing/2014/main" id="{D1BD21F7-A0A0-C2FE-172E-E033A3DE9CD9}"/>
                  </a:ext>
                </a:extLst>
              </p:cNvPr>
              <p:cNvPicPr/>
              <p:nvPr/>
            </p:nvPicPr>
            <p:blipFill>
              <a:blip r:embed="rId55"/>
              <a:stretch>
                <a:fillRect/>
              </a:stretch>
            </p:blipFill>
            <p:spPr>
              <a:xfrm>
                <a:off x="5004283" y="1430815"/>
                <a:ext cx="152640" cy="120960"/>
              </a:xfrm>
              <a:prstGeom prst="rect">
                <a:avLst/>
              </a:prstGeom>
            </p:spPr>
          </p:pic>
        </mc:Fallback>
      </mc:AlternateContent>
      <p:grpSp>
        <p:nvGrpSpPr>
          <p:cNvPr id="203" name="Group 202">
            <a:extLst>
              <a:ext uri="{FF2B5EF4-FFF2-40B4-BE49-F238E27FC236}">
                <a16:creationId xmlns:a16="http://schemas.microsoft.com/office/drawing/2014/main" id="{3076F178-7345-1476-B298-881CF20A5B1D}"/>
              </a:ext>
            </a:extLst>
          </p:cNvPr>
          <p:cNvGrpSpPr/>
          <p:nvPr/>
        </p:nvGrpSpPr>
        <p:grpSpPr>
          <a:xfrm>
            <a:off x="4382923" y="3070328"/>
            <a:ext cx="356760" cy="339840"/>
            <a:chOff x="4382923" y="3070328"/>
            <a:chExt cx="356760" cy="339840"/>
          </a:xfrm>
        </p:grpSpPr>
        <mc:AlternateContent xmlns:mc="http://schemas.openxmlformats.org/markup-compatibility/2006" xmlns:p14="http://schemas.microsoft.com/office/powerpoint/2010/main">
          <mc:Choice Requires="p14">
            <p:contentPart p14:bwMode="auto" r:id="rId56">
              <p14:nvContentPartPr>
                <p14:cNvPr id="191" name="Ink 190">
                  <a:extLst>
                    <a:ext uri="{FF2B5EF4-FFF2-40B4-BE49-F238E27FC236}">
                      <a16:creationId xmlns:a16="http://schemas.microsoft.com/office/drawing/2014/main" id="{9C9DB9AC-2BA4-C471-254C-C8F324BC505E}"/>
                    </a:ext>
                  </a:extLst>
                </p14:cNvPr>
                <p14:cNvContentPartPr/>
                <p14:nvPr/>
              </p14:nvContentPartPr>
              <p14:xfrm>
                <a:off x="4518283" y="3070328"/>
                <a:ext cx="25200" cy="290520"/>
              </p14:xfrm>
            </p:contentPart>
          </mc:Choice>
          <mc:Fallback xmlns="">
            <p:pic>
              <p:nvPicPr>
                <p:cNvPr id="191" name="Ink 190">
                  <a:extLst>
                    <a:ext uri="{FF2B5EF4-FFF2-40B4-BE49-F238E27FC236}">
                      <a16:creationId xmlns:a16="http://schemas.microsoft.com/office/drawing/2014/main" id="{9C9DB9AC-2BA4-C471-254C-C8F324BC505E}"/>
                    </a:ext>
                  </a:extLst>
                </p:cNvPr>
                <p:cNvPicPr/>
                <p:nvPr/>
              </p:nvPicPr>
              <p:blipFill>
                <a:blip r:embed="rId57"/>
                <a:stretch>
                  <a:fillRect/>
                </a:stretch>
              </p:blipFill>
              <p:spPr>
                <a:xfrm>
                  <a:off x="4509643" y="3061688"/>
                  <a:ext cx="4284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92" name="Ink 191">
                  <a:extLst>
                    <a:ext uri="{FF2B5EF4-FFF2-40B4-BE49-F238E27FC236}">
                      <a16:creationId xmlns:a16="http://schemas.microsoft.com/office/drawing/2014/main" id="{708C693F-A4B5-9FF6-6102-C160562640A4}"/>
                    </a:ext>
                  </a:extLst>
                </p14:cNvPr>
                <p14:cNvContentPartPr/>
                <p14:nvPr/>
              </p14:nvContentPartPr>
              <p14:xfrm>
                <a:off x="4382923" y="3399008"/>
                <a:ext cx="356760" cy="11160"/>
              </p14:xfrm>
            </p:contentPart>
          </mc:Choice>
          <mc:Fallback xmlns="">
            <p:pic>
              <p:nvPicPr>
                <p:cNvPr id="192" name="Ink 191">
                  <a:extLst>
                    <a:ext uri="{FF2B5EF4-FFF2-40B4-BE49-F238E27FC236}">
                      <a16:creationId xmlns:a16="http://schemas.microsoft.com/office/drawing/2014/main" id="{708C693F-A4B5-9FF6-6102-C160562640A4}"/>
                    </a:ext>
                  </a:extLst>
                </p:cNvPr>
                <p:cNvPicPr/>
                <p:nvPr/>
              </p:nvPicPr>
              <p:blipFill>
                <a:blip r:embed="rId59"/>
                <a:stretch>
                  <a:fillRect/>
                </a:stretch>
              </p:blipFill>
              <p:spPr>
                <a:xfrm>
                  <a:off x="4373923" y="3390008"/>
                  <a:ext cx="374400" cy="2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193" name="Ink 192">
                <a:extLst>
                  <a:ext uri="{FF2B5EF4-FFF2-40B4-BE49-F238E27FC236}">
                    <a16:creationId xmlns:a16="http://schemas.microsoft.com/office/drawing/2014/main" id="{8CAFB3F0-DDEA-74A1-C489-370D70F0C53E}"/>
                  </a:ext>
                </a:extLst>
              </p14:cNvPr>
              <p14:cNvContentPartPr/>
              <p14:nvPr/>
            </p14:nvContentPartPr>
            <p14:xfrm>
              <a:off x="4486243" y="3569648"/>
              <a:ext cx="293040" cy="169200"/>
            </p14:xfrm>
          </p:contentPart>
        </mc:Choice>
        <mc:Fallback xmlns="">
          <p:pic>
            <p:nvPicPr>
              <p:cNvPr id="193" name="Ink 192">
                <a:extLst>
                  <a:ext uri="{FF2B5EF4-FFF2-40B4-BE49-F238E27FC236}">
                    <a16:creationId xmlns:a16="http://schemas.microsoft.com/office/drawing/2014/main" id="{8CAFB3F0-DDEA-74A1-C489-370D70F0C53E}"/>
                  </a:ext>
                </a:extLst>
              </p:cNvPr>
              <p:cNvPicPr/>
              <p:nvPr/>
            </p:nvPicPr>
            <p:blipFill>
              <a:blip r:embed="rId61"/>
              <a:stretch>
                <a:fillRect/>
              </a:stretch>
            </p:blipFill>
            <p:spPr>
              <a:xfrm>
                <a:off x="4477243" y="3561008"/>
                <a:ext cx="310680" cy="186840"/>
              </a:xfrm>
              <a:prstGeom prst="rect">
                <a:avLst/>
              </a:prstGeom>
            </p:spPr>
          </p:pic>
        </mc:Fallback>
      </mc:AlternateContent>
      <p:grpSp>
        <p:nvGrpSpPr>
          <p:cNvPr id="202" name="Group 201">
            <a:extLst>
              <a:ext uri="{FF2B5EF4-FFF2-40B4-BE49-F238E27FC236}">
                <a16:creationId xmlns:a16="http://schemas.microsoft.com/office/drawing/2014/main" id="{48FED3F9-7733-F83D-BEB6-605B97D09A50}"/>
              </a:ext>
            </a:extLst>
          </p:cNvPr>
          <p:cNvGrpSpPr/>
          <p:nvPr/>
        </p:nvGrpSpPr>
        <p:grpSpPr>
          <a:xfrm>
            <a:off x="5249083" y="3671168"/>
            <a:ext cx="448200" cy="221040"/>
            <a:chOff x="5249083" y="3671168"/>
            <a:chExt cx="448200" cy="221040"/>
          </a:xfrm>
        </p:grpSpPr>
        <mc:AlternateContent xmlns:mc="http://schemas.openxmlformats.org/markup-compatibility/2006" xmlns:p14="http://schemas.microsoft.com/office/powerpoint/2010/main">
          <mc:Choice Requires="p14">
            <p:contentPart p14:bwMode="auto" r:id="rId62">
              <p14:nvContentPartPr>
                <p14:cNvPr id="195" name="Ink 194">
                  <a:extLst>
                    <a:ext uri="{FF2B5EF4-FFF2-40B4-BE49-F238E27FC236}">
                      <a16:creationId xmlns:a16="http://schemas.microsoft.com/office/drawing/2014/main" id="{6D10A1FF-FCDA-5F80-5C48-3C6325C5321E}"/>
                    </a:ext>
                  </a:extLst>
                </p14:cNvPr>
                <p14:cNvContentPartPr/>
                <p14:nvPr/>
              </p14:nvContentPartPr>
              <p14:xfrm>
                <a:off x="5249083" y="3817688"/>
                <a:ext cx="3240" cy="74520"/>
              </p14:xfrm>
            </p:contentPart>
          </mc:Choice>
          <mc:Fallback xmlns="">
            <p:pic>
              <p:nvPicPr>
                <p:cNvPr id="195" name="Ink 194">
                  <a:extLst>
                    <a:ext uri="{FF2B5EF4-FFF2-40B4-BE49-F238E27FC236}">
                      <a16:creationId xmlns:a16="http://schemas.microsoft.com/office/drawing/2014/main" id="{6D10A1FF-FCDA-5F80-5C48-3C6325C5321E}"/>
                    </a:ext>
                  </a:extLst>
                </p:cNvPr>
                <p:cNvPicPr/>
                <p:nvPr/>
              </p:nvPicPr>
              <p:blipFill>
                <a:blip r:embed="rId63"/>
                <a:stretch>
                  <a:fillRect/>
                </a:stretch>
              </p:blipFill>
              <p:spPr>
                <a:xfrm>
                  <a:off x="5240443" y="3808688"/>
                  <a:ext cx="208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96" name="Ink 195">
                  <a:extLst>
                    <a:ext uri="{FF2B5EF4-FFF2-40B4-BE49-F238E27FC236}">
                      <a16:creationId xmlns:a16="http://schemas.microsoft.com/office/drawing/2014/main" id="{24822263-08FE-5DC1-7224-804D66E1E718}"/>
                    </a:ext>
                  </a:extLst>
                </p14:cNvPr>
                <p14:cNvContentPartPr/>
                <p14:nvPr/>
              </p14:nvContentPartPr>
              <p14:xfrm>
                <a:off x="5267083" y="3671168"/>
                <a:ext cx="45000" cy="17280"/>
              </p14:xfrm>
            </p:contentPart>
          </mc:Choice>
          <mc:Fallback xmlns="">
            <p:pic>
              <p:nvPicPr>
                <p:cNvPr id="196" name="Ink 195">
                  <a:extLst>
                    <a:ext uri="{FF2B5EF4-FFF2-40B4-BE49-F238E27FC236}">
                      <a16:creationId xmlns:a16="http://schemas.microsoft.com/office/drawing/2014/main" id="{24822263-08FE-5DC1-7224-804D66E1E718}"/>
                    </a:ext>
                  </a:extLst>
                </p:cNvPr>
                <p:cNvPicPr/>
                <p:nvPr/>
              </p:nvPicPr>
              <p:blipFill>
                <a:blip r:embed="rId65"/>
                <a:stretch>
                  <a:fillRect/>
                </a:stretch>
              </p:blipFill>
              <p:spPr>
                <a:xfrm>
                  <a:off x="5258443" y="3662168"/>
                  <a:ext cx="626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97" name="Ink 196">
                  <a:extLst>
                    <a:ext uri="{FF2B5EF4-FFF2-40B4-BE49-F238E27FC236}">
                      <a16:creationId xmlns:a16="http://schemas.microsoft.com/office/drawing/2014/main" id="{7B6F71AD-A50E-CC87-2D89-83A4EB1B02AA}"/>
                    </a:ext>
                  </a:extLst>
                </p14:cNvPr>
                <p14:cNvContentPartPr/>
                <p14:nvPr/>
              </p14:nvContentPartPr>
              <p14:xfrm>
                <a:off x="5341963" y="3810128"/>
                <a:ext cx="104760" cy="13320"/>
              </p14:xfrm>
            </p:contentPart>
          </mc:Choice>
          <mc:Fallback xmlns="">
            <p:pic>
              <p:nvPicPr>
                <p:cNvPr id="197" name="Ink 196">
                  <a:extLst>
                    <a:ext uri="{FF2B5EF4-FFF2-40B4-BE49-F238E27FC236}">
                      <a16:creationId xmlns:a16="http://schemas.microsoft.com/office/drawing/2014/main" id="{7B6F71AD-A50E-CC87-2D89-83A4EB1B02AA}"/>
                    </a:ext>
                  </a:extLst>
                </p:cNvPr>
                <p:cNvPicPr/>
                <p:nvPr/>
              </p:nvPicPr>
              <p:blipFill>
                <a:blip r:embed="rId67"/>
                <a:stretch>
                  <a:fillRect/>
                </a:stretch>
              </p:blipFill>
              <p:spPr>
                <a:xfrm>
                  <a:off x="5333323" y="3801128"/>
                  <a:ext cx="1224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98" name="Ink 197">
                  <a:extLst>
                    <a:ext uri="{FF2B5EF4-FFF2-40B4-BE49-F238E27FC236}">
                      <a16:creationId xmlns:a16="http://schemas.microsoft.com/office/drawing/2014/main" id="{F0DB9C75-31FA-BAFA-72CA-BB4EF3FA383B}"/>
                    </a:ext>
                  </a:extLst>
                </p14:cNvPr>
                <p14:cNvContentPartPr/>
                <p14:nvPr/>
              </p14:nvContentPartPr>
              <p14:xfrm>
                <a:off x="5380123" y="3859448"/>
                <a:ext cx="79920" cy="6480"/>
              </p14:xfrm>
            </p:contentPart>
          </mc:Choice>
          <mc:Fallback xmlns="">
            <p:pic>
              <p:nvPicPr>
                <p:cNvPr id="198" name="Ink 197">
                  <a:extLst>
                    <a:ext uri="{FF2B5EF4-FFF2-40B4-BE49-F238E27FC236}">
                      <a16:creationId xmlns:a16="http://schemas.microsoft.com/office/drawing/2014/main" id="{F0DB9C75-31FA-BAFA-72CA-BB4EF3FA383B}"/>
                    </a:ext>
                  </a:extLst>
                </p:cNvPr>
                <p:cNvPicPr/>
                <p:nvPr/>
              </p:nvPicPr>
              <p:blipFill>
                <a:blip r:embed="rId69"/>
                <a:stretch>
                  <a:fillRect/>
                </a:stretch>
              </p:blipFill>
              <p:spPr>
                <a:xfrm>
                  <a:off x="5371123" y="3850808"/>
                  <a:ext cx="975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99" name="Ink 198">
                  <a:extLst>
                    <a:ext uri="{FF2B5EF4-FFF2-40B4-BE49-F238E27FC236}">
                      <a16:creationId xmlns:a16="http://schemas.microsoft.com/office/drawing/2014/main" id="{5B5F312E-CA5E-C740-712C-C519E2E02824}"/>
                    </a:ext>
                  </a:extLst>
                </p14:cNvPr>
                <p14:cNvContentPartPr/>
                <p14:nvPr/>
              </p14:nvContentPartPr>
              <p14:xfrm>
                <a:off x="5602603" y="3731648"/>
                <a:ext cx="94680" cy="111600"/>
              </p14:xfrm>
            </p:contentPart>
          </mc:Choice>
          <mc:Fallback xmlns="">
            <p:pic>
              <p:nvPicPr>
                <p:cNvPr id="199" name="Ink 198">
                  <a:extLst>
                    <a:ext uri="{FF2B5EF4-FFF2-40B4-BE49-F238E27FC236}">
                      <a16:creationId xmlns:a16="http://schemas.microsoft.com/office/drawing/2014/main" id="{5B5F312E-CA5E-C740-712C-C519E2E02824}"/>
                    </a:ext>
                  </a:extLst>
                </p:cNvPr>
                <p:cNvPicPr/>
                <p:nvPr/>
              </p:nvPicPr>
              <p:blipFill>
                <a:blip r:embed="rId71"/>
                <a:stretch>
                  <a:fillRect/>
                </a:stretch>
              </p:blipFill>
              <p:spPr>
                <a:xfrm>
                  <a:off x="5593603" y="3722648"/>
                  <a:ext cx="112320" cy="129240"/>
                </a:xfrm>
                <a:prstGeom prst="rect">
                  <a:avLst/>
                </a:prstGeom>
              </p:spPr>
            </p:pic>
          </mc:Fallback>
        </mc:AlternateContent>
      </p:grpSp>
      <p:grpSp>
        <p:nvGrpSpPr>
          <p:cNvPr id="201" name="Group 200">
            <a:extLst>
              <a:ext uri="{FF2B5EF4-FFF2-40B4-BE49-F238E27FC236}">
                <a16:creationId xmlns:a16="http://schemas.microsoft.com/office/drawing/2014/main" id="{7F594E97-6603-695E-63AB-33A1506AD226}"/>
              </a:ext>
            </a:extLst>
          </p:cNvPr>
          <p:cNvGrpSpPr/>
          <p:nvPr/>
        </p:nvGrpSpPr>
        <p:grpSpPr>
          <a:xfrm>
            <a:off x="5109763" y="2983568"/>
            <a:ext cx="500400" cy="543600"/>
            <a:chOff x="5109763" y="2983568"/>
            <a:chExt cx="500400" cy="543600"/>
          </a:xfrm>
        </p:grpSpPr>
        <mc:AlternateContent xmlns:mc="http://schemas.openxmlformats.org/markup-compatibility/2006" xmlns:p14="http://schemas.microsoft.com/office/powerpoint/2010/main">
          <mc:Choice Requires="p14">
            <p:contentPart p14:bwMode="auto" r:id="rId72">
              <p14:nvContentPartPr>
                <p14:cNvPr id="194" name="Ink 193">
                  <a:extLst>
                    <a:ext uri="{FF2B5EF4-FFF2-40B4-BE49-F238E27FC236}">
                      <a16:creationId xmlns:a16="http://schemas.microsoft.com/office/drawing/2014/main" id="{7D7FBF7B-4C57-7831-D42D-044C41A914E7}"/>
                    </a:ext>
                  </a:extLst>
                </p14:cNvPr>
                <p14:cNvContentPartPr/>
                <p14:nvPr/>
              </p14:nvContentPartPr>
              <p14:xfrm>
                <a:off x="5109763" y="3119288"/>
                <a:ext cx="500400" cy="407880"/>
              </p14:xfrm>
            </p:contentPart>
          </mc:Choice>
          <mc:Fallback xmlns="">
            <p:pic>
              <p:nvPicPr>
                <p:cNvPr id="194" name="Ink 193">
                  <a:extLst>
                    <a:ext uri="{FF2B5EF4-FFF2-40B4-BE49-F238E27FC236}">
                      <a16:creationId xmlns:a16="http://schemas.microsoft.com/office/drawing/2014/main" id="{7D7FBF7B-4C57-7831-D42D-044C41A914E7}"/>
                    </a:ext>
                  </a:extLst>
                </p:cNvPr>
                <p:cNvPicPr/>
                <p:nvPr/>
              </p:nvPicPr>
              <p:blipFill>
                <a:blip r:embed="rId73"/>
                <a:stretch>
                  <a:fillRect/>
                </a:stretch>
              </p:blipFill>
              <p:spPr>
                <a:xfrm>
                  <a:off x="5101123" y="3110648"/>
                  <a:ext cx="51804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00" name="Ink 199">
                  <a:extLst>
                    <a:ext uri="{FF2B5EF4-FFF2-40B4-BE49-F238E27FC236}">
                      <a16:creationId xmlns:a16="http://schemas.microsoft.com/office/drawing/2014/main" id="{01DFC0FD-5B06-793A-2C1A-4B6607AD4B98}"/>
                    </a:ext>
                  </a:extLst>
                </p14:cNvPr>
                <p14:cNvContentPartPr/>
                <p14:nvPr/>
              </p14:nvContentPartPr>
              <p14:xfrm>
                <a:off x="5140003" y="2983568"/>
                <a:ext cx="201240" cy="134640"/>
              </p14:xfrm>
            </p:contentPart>
          </mc:Choice>
          <mc:Fallback xmlns="">
            <p:pic>
              <p:nvPicPr>
                <p:cNvPr id="200" name="Ink 199">
                  <a:extLst>
                    <a:ext uri="{FF2B5EF4-FFF2-40B4-BE49-F238E27FC236}">
                      <a16:creationId xmlns:a16="http://schemas.microsoft.com/office/drawing/2014/main" id="{01DFC0FD-5B06-793A-2C1A-4B6607AD4B98}"/>
                    </a:ext>
                  </a:extLst>
                </p:cNvPr>
                <p:cNvPicPr/>
                <p:nvPr/>
              </p:nvPicPr>
              <p:blipFill>
                <a:blip r:embed="rId75"/>
                <a:stretch>
                  <a:fillRect/>
                </a:stretch>
              </p:blipFill>
              <p:spPr>
                <a:xfrm>
                  <a:off x="5131363" y="2974568"/>
                  <a:ext cx="218880" cy="152280"/>
                </a:xfrm>
                <a:prstGeom prst="rect">
                  <a:avLst/>
                </a:prstGeom>
              </p:spPr>
            </p:pic>
          </mc:Fallback>
        </mc:AlternateContent>
      </p:grpSp>
      <p:grpSp>
        <p:nvGrpSpPr>
          <p:cNvPr id="221" name="Group 220">
            <a:extLst>
              <a:ext uri="{FF2B5EF4-FFF2-40B4-BE49-F238E27FC236}">
                <a16:creationId xmlns:a16="http://schemas.microsoft.com/office/drawing/2014/main" id="{DC4A631F-1101-E584-1327-5A19576F6753}"/>
              </a:ext>
            </a:extLst>
          </p:cNvPr>
          <p:cNvGrpSpPr/>
          <p:nvPr/>
        </p:nvGrpSpPr>
        <p:grpSpPr>
          <a:xfrm>
            <a:off x="5977723" y="2994728"/>
            <a:ext cx="3092400" cy="761400"/>
            <a:chOff x="5977723" y="2994728"/>
            <a:chExt cx="3092400" cy="761400"/>
          </a:xfrm>
        </p:grpSpPr>
        <mc:AlternateContent xmlns:mc="http://schemas.openxmlformats.org/markup-compatibility/2006" xmlns:p14="http://schemas.microsoft.com/office/powerpoint/2010/main">
          <mc:Choice Requires="p14">
            <p:contentPart p14:bwMode="auto" r:id="rId76">
              <p14:nvContentPartPr>
                <p14:cNvPr id="204" name="Ink 203">
                  <a:extLst>
                    <a:ext uri="{FF2B5EF4-FFF2-40B4-BE49-F238E27FC236}">
                      <a16:creationId xmlns:a16="http://schemas.microsoft.com/office/drawing/2014/main" id="{5DA40CE0-8769-C7C6-A5B5-9FF9403B1537}"/>
                    </a:ext>
                  </a:extLst>
                </p14:cNvPr>
                <p14:cNvContentPartPr/>
                <p14:nvPr/>
              </p14:nvContentPartPr>
              <p14:xfrm>
                <a:off x="5977723" y="3156368"/>
                <a:ext cx="219600" cy="274320"/>
              </p14:xfrm>
            </p:contentPart>
          </mc:Choice>
          <mc:Fallback xmlns="">
            <p:pic>
              <p:nvPicPr>
                <p:cNvPr id="204" name="Ink 203">
                  <a:extLst>
                    <a:ext uri="{FF2B5EF4-FFF2-40B4-BE49-F238E27FC236}">
                      <a16:creationId xmlns:a16="http://schemas.microsoft.com/office/drawing/2014/main" id="{5DA40CE0-8769-C7C6-A5B5-9FF9403B1537}"/>
                    </a:ext>
                  </a:extLst>
                </p:cNvPr>
                <p:cNvPicPr/>
                <p:nvPr/>
              </p:nvPicPr>
              <p:blipFill>
                <a:blip r:embed="rId77"/>
                <a:stretch>
                  <a:fillRect/>
                </a:stretch>
              </p:blipFill>
              <p:spPr>
                <a:xfrm>
                  <a:off x="5969083" y="3147728"/>
                  <a:ext cx="23724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05" name="Ink 204">
                  <a:extLst>
                    <a:ext uri="{FF2B5EF4-FFF2-40B4-BE49-F238E27FC236}">
                      <a16:creationId xmlns:a16="http://schemas.microsoft.com/office/drawing/2014/main" id="{2371D282-BA44-D00B-5A41-D4026DC598D7}"/>
                    </a:ext>
                  </a:extLst>
                </p14:cNvPr>
                <p14:cNvContentPartPr/>
                <p14:nvPr/>
              </p14:nvContentPartPr>
              <p14:xfrm>
                <a:off x="6351403" y="2994728"/>
                <a:ext cx="182880" cy="432000"/>
              </p14:xfrm>
            </p:contentPart>
          </mc:Choice>
          <mc:Fallback xmlns="">
            <p:pic>
              <p:nvPicPr>
                <p:cNvPr id="205" name="Ink 204">
                  <a:extLst>
                    <a:ext uri="{FF2B5EF4-FFF2-40B4-BE49-F238E27FC236}">
                      <a16:creationId xmlns:a16="http://schemas.microsoft.com/office/drawing/2014/main" id="{2371D282-BA44-D00B-5A41-D4026DC598D7}"/>
                    </a:ext>
                  </a:extLst>
                </p:cNvPr>
                <p:cNvPicPr/>
                <p:nvPr/>
              </p:nvPicPr>
              <p:blipFill>
                <a:blip r:embed="rId79"/>
                <a:stretch>
                  <a:fillRect/>
                </a:stretch>
              </p:blipFill>
              <p:spPr>
                <a:xfrm>
                  <a:off x="6342403" y="2985728"/>
                  <a:ext cx="200520" cy="4496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06" name="Ink 205">
                  <a:extLst>
                    <a:ext uri="{FF2B5EF4-FFF2-40B4-BE49-F238E27FC236}">
                      <a16:creationId xmlns:a16="http://schemas.microsoft.com/office/drawing/2014/main" id="{D92C535F-9C81-D8EC-ADC3-7FF3A2A50821}"/>
                    </a:ext>
                  </a:extLst>
                </p14:cNvPr>
                <p14:cNvContentPartPr/>
                <p14:nvPr/>
              </p14:nvContentPartPr>
              <p14:xfrm>
                <a:off x="6624643" y="3239888"/>
                <a:ext cx="183960" cy="516240"/>
              </p14:xfrm>
            </p:contentPart>
          </mc:Choice>
          <mc:Fallback xmlns="">
            <p:pic>
              <p:nvPicPr>
                <p:cNvPr id="206" name="Ink 205">
                  <a:extLst>
                    <a:ext uri="{FF2B5EF4-FFF2-40B4-BE49-F238E27FC236}">
                      <a16:creationId xmlns:a16="http://schemas.microsoft.com/office/drawing/2014/main" id="{D92C535F-9C81-D8EC-ADC3-7FF3A2A50821}"/>
                    </a:ext>
                  </a:extLst>
                </p:cNvPr>
                <p:cNvPicPr/>
                <p:nvPr/>
              </p:nvPicPr>
              <p:blipFill>
                <a:blip r:embed="rId81"/>
                <a:stretch>
                  <a:fillRect/>
                </a:stretch>
              </p:blipFill>
              <p:spPr>
                <a:xfrm>
                  <a:off x="6616003" y="3231248"/>
                  <a:ext cx="201600" cy="5338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07" name="Ink 206">
                  <a:extLst>
                    <a:ext uri="{FF2B5EF4-FFF2-40B4-BE49-F238E27FC236}">
                      <a16:creationId xmlns:a16="http://schemas.microsoft.com/office/drawing/2014/main" id="{C4C9F24C-D8F2-4976-C7BE-2F2BDECB5068}"/>
                    </a:ext>
                  </a:extLst>
                </p14:cNvPr>
                <p14:cNvContentPartPr/>
                <p14:nvPr/>
              </p14:nvContentPartPr>
              <p14:xfrm>
                <a:off x="6874123" y="3356528"/>
                <a:ext cx="6120" cy="100800"/>
              </p14:xfrm>
            </p:contentPart>
          </mc:Choice>
          <mc:Fallback xmlns="">
            <p:pic>
              <p:nvPicPr>
                <p:cNvPr id="207" name="Ink 206">
                  <a:extLst>
                    <a:ext uri="{FF2B5EF4-FFF2-40B4-BE49-F238E27FC236}">
                      <a16:creationId xmlns:a16="http://schemas.microsoft.com/office/drawing/2014/main" id="{C4C9F24C-D8F2-4976-C7BE-2F2BDECB5068}"/>
                    </a:ext>
                  </a:extLst>
                </p:cNvPr>
                <p:cNvPicPr/>
                <p:nvPr/>
              </p:nvPicPr>
              <p:blipFill>
                <a:blip r:embed="rId17"/>
                <a:stretch>
                  <a:fillRect/>
                </a:stretch>
              </p:blipFill>
              <p:spPr>
                <a:xfrm>
                  <a:off x="6865123" y="3347528"/>
                  <a:ext cx="237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08" name="Ink 207">
                  <a:extLst>
                    <a:ext uri="{FF2B5EF4-FFF2-40B4-BE49-F238E27FC236}">
                      <a16:creationId xmlns:a16="http://schemas.microsoft.com/office/drawing/2014/main" id="{558A3F2E-C10E-4471-A9C5-FC56CDCEC209}"/>
                    </a:ext>
                  </a:extLst>
                </p14:cNvPr>
                <p14:cNvContentPartPr/>
                <p14:nvPr/>
              </p14:nvContentPartPr>
              <p14:xfrm>
                <a:off x="6865843" y="3162128"/>
                <a:ext cx="34920" cy="60480"/>
              </p14:xfrm>
            </p:contentPart>
          </mc:Choice>
          <mc:Fallback xmlns="">
            <p:pic>
              <p:nvPicPr>
                <p:cNvPr id="208" name="Ink 207">
                  <a:extLst>
                    <a:ext uri="{FF2B5EF4-FFF2-40B4-BE49-F238E27FC236}">
                      <a16:creationId xmlns:a16="http://schemas.microsoft.com/office/drawing/2014/main" id="{558A3F2E-C10E-4471-A9C5-FC56CDCEC209}"/>
                    </a:ext>
                  </a:extLst>
                </p:cNvPr>
                <p:cNvPicPr/>
                <p:nvPr/>
              </p:nvPicPr>
              <p:blipFill>
                <a:blip r:embed="rId84"/>
                <a:stretch>
                  <a:fillRect/>
                </a:stretch>
              </p:blipFill>
              <p:spPr>
                <a:xfrm>
                  <a:off x="6857203" y="3153488"/>
                  <a:ext cx="5256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09" name="Ink 208">
                  <a:extLst>
                    <a:ext uri="{FF2B5EF4-FFF2-40B4-BE49-F238E27FC236}">
                      <a16:creationId xmlns:a16="http://schemas.microsoft.com/office/drawing/2014/main" id="{5E14C462-ABAC-D032-E159-DD86640C78E3}"/>
                    </a:ext>
                  </a:extLst>
                </p14:cNvPr>
                <p14:cNvContentPartPr/>
                <p14:nvPr/>
              </p14:nvContentPartPr>
              <p14:xfrm>
                <a:off x="7045123" y="3328088"/>
                <a:ext cx="170280" cy="22680"/>
              </p14:xfrm>
            </p:contentPart>
          </mc:Choice>
          <mc:Fallback xmlns="">
            <p:pic>
              <p:nvPicPr>
                <p:cNvPr id="209" name="Ink 208">
                  <a:extLst>
                    <a:ext uri="{FF2B5EF4-FFF2-40B4-BE49-F238E27FC236}">
                      <a16:creationId xmlns:a16="http://schemas.microsoft.com/office/drawing/2014/main" id="{5E14C462-ABAC-D032-E159-DD86640C78E3}"/>
                    </a:ext>
                  </a:extLst>
                </p:cNvPr>
                <p:cNvPicPr/>
                <p:nvPr/>
              </p:nvPicPr>
              <p:blipFill>
                <a:blip r:embed="rId86"/>
                <a:stretch>
                  <a:fillRect/>
                </a:stretch>
              </p:blipFill>
              <p:spPr>
                <a:xfrm>
                  <a:off x="7036483" y="3319448"/>
                  <a:ext cx="18792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11" name="Ink 210">
                  <a:extLst>
                    <a:ext uri="{FF2B5EF4-FFF2-40B4-BE49-F238E27FC236}">
                      <a16:creationId xmlns:a16="http://schemas.microsoft.com/office/drawing/2014/main" id="{AC17C0E2-7020-E81B-22D0-538ED8A0DA7F}"/>
                    </a:ext>
                  </a:extLst>
                </p14:cNvPr>
                <p14:cNvContentPartPr/>
                <p14:nvPr/>
              </p14:nvContentPartPr>
              <p14:xfrm>
                <a:off x="7386043" y="3103088"/>
                <a:ext cx="182880" cy="421560"/>
              </p14:xfrm>
            </p:contentPart>
          </mc:Choice>
          <mc:Fallback xmlns="">
            <p:pic>
              <p:nvPicPr>
                <p:cNvPr id="211" name="Ink 210">
                  <a:extLst>
                    <a:ext uri="{FF2B5EF4-FFF2-40B4-BE49-F238E27FC236}">
                      <a16:creationId xmlns:a16="http://schemas.microsoft.com/office/drawing/2014/main" id="{AC17C0E2-7020-E81B-22D0-538ED8A0DA7F}"/>
                    </a:ext>
                  </a:extLst>
                </p:cNvPr>
                <p:cNvPicPr/>
                <p:nvPr/>
              </p:nvPicPr>
              <p:blipFill>
                <a:blip r:embed="rId88"/>
                <a:stretch>
                  <a:fillRect/>
                </a:stretch>
              </p:blipFill>
              <p:spPr>
                <a:xfrm>
                  <a:off x="7377403" y="3094448"/>
                  <a:ext cx="20052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12" name="Ink 211">
                  <a:extLst>
                    <a:ext uri="{FF2B5EF4-FFF2-40B4-BE49-F238E27FC236}">
                      <a16:creationId xmlns:a16="http://schemas.microsoft.com/office/drawing/2014/main" id="{CEFC1928-852D-ED7B-C57B-EE70D49441F3}"/>
                    </a:ext>
                  </a:extLst>
                </p14:cNvPr>
                <p14:cNvContentPartPr/>
                <p14:nvPr/>
              </p14:nvContentPartPr>
              <p14:xfrm>
                <a:off x="7537963" y="3285608"/>
                <a:ext cx="301320" cy="121680"/>
              </p14:xfrm>
            </p:contentPart>
          </mc:Choice>
          <mc:Fallback xmlns="">
            <p:pic>
              <p:nvPicPr>
                <p:cNvPr id="212" name="Ink 211">
                  <a:extLst>
                    <a:ext uri="{FF2B5EF4-FFF2-40B4-BE49-F238E27FC236}">
                      <a16:creationId xmlns:a16="http://schemas.microsoft.com/office/drawing/2014/main" id="{CEFC1928-852D-ED7B-C57B-EE70D49441F3}"/>
                    </a:ext>
                  </a:extLst>
                </p:cNvPr>
                <p:cNvPicPr/>
                <p:nvPr/>
              </p:nvPicPr>
              <p:blipFill>
                <a:blip r:embed="rId90"/>
                <a:stretch>
                  <a:fillRect/>
                </a:stretch>
              </p:blipFill>
              <p:spPr>
                <a:xfrm>
                  <a:off x="7528963" y="3276608"/>
                  <a:ext cx="31896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13" name="Ink 212">
                  <a:extLst>
                    <a:ext uri="{FF2B5EF4-FFF2-40B4-BE49-F238E27FC236}">
                      <a16:creationId xmlns:a16="http://schemas.microsoft.com/office/drawing/2014/main" id="{6A52225A-92A3-AFD6-AB58-48C70667A0E3}"/>
                    </a:ext>
                  </a:extLst>
                </p14:cNvPr>
                <p14:cNvContentPartPr/>
                <p14:nvPr/>
              </p14:nvContentPartPr>
              <p14:xfrm>
                <a:off x="7918483" y="3233768"/>
                <a:ext cx="178560" cy="144000"/>
              </p14:xfrm>
            </p:contentPart>
          </mc:Choice>
          <mc:Fallback xmlns="">
            <p:pic>
              <p:nvPicPr>
                <p:cNvPr id="213" name="Ink 212">
                  <a:extLst>
                    <a:ext uri="{FF2B5EF4-FFF2-40B4-BE49-F238E27FC236}">
                      <a16:creationId xmlns:a16="http://schemas.microsoft.com/office/drawing/2014/main" id="{6A52225A-92A3-AFD6-AB58-48C70667A0E3}"/>
                    </a:ext>
                  </a:extLst>
                </p:cNvPr>
                <p:cNvPicPr/>
                <p:nvPr/>
              </p:nvPicPr>
              <p:blipFill>
                <a:blip r:embed="rId92"/>
                <a:stretch>
                  <a:fillRect/>
                </a:stretch>
              </p:blipFill>
              <p:spPr>
                <a:xfrm>
                  <a:off x="7909843" y="3225128"/>
                  <a:ext cx="19620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214" name="Ink 213">
                  <a:extLst>
                    <a:ext uri="{FF2B5EF4-FFF2-40B4-BE49-F238E27FC236}">
                      <a16:creationId xmlns:a16="http://schemas.microsoft.com/office/drawing/2014/main" id="{B345C9BE-F72B-5020-51C6-00503E07AE9F}"/>
                    </a:ext>
                  </a:extLst>
                </p14:cNvPr>
                <p14:cNvContentPartPr/>
                <p14:nvPr/>
              </p14:nvContentPartPr>
              <p14:xfrm>
                <a:off x="8147083" y="3316208"/>
                <a:ext cx="360" cy="129960"/>
              </p14:xfrm>
            </p:contentPart>
          </mc:Choice>
          <mc:Fallback xmlns="">
            <p:pic>
              <p:nvPicPr>
                <p:cNvPr id="214" name="Ink 213">
                  <a:extLst>
                    <a:ext uri="{FF2B5EF4-FFF2-40B4-BE49-F238E27FC236}">
                      <a16:creationId xmlns:a16="http://schemas.microsoft.com/office/drawing/2014/main" id="{B345C9BE-F72B-5020-51C6-00503E07AE9F}"/>
                    </a:ext>
                  </a:extLst>
                </p:cNvPr>
                <p:cNvPicPr/>
                <p:nvPr/>
              </p:nvPicPr>
              <p:blipFill>
                <a:blip r:embed="rId94"/>
                <a:stretch>
                  <a:fillRect/>
                </a:stretch>
              </p:blipFill>
              <p:spPr>
                <a:xfrm>
                  <a:off x="8138083" y="3307568"/>
                  <a:ext cx="1800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215" name="Ink 214">
                  <a:extLst>
                    <a:ext uri="{FF2B5EF4-FFF2-40B4-BE49-F238E27FC236}">
                      <a16:creationId xmlns:a16="http://schemas.microsoft.com/office/drawing/2014/main" id="{92FF2B0D-1AE6-998F-8569-BC7D39390C96}"/>
                    </a:ext>
                  </a:extLst>
                </p14:cNvPr>
                <p14:cNvContentPartPr/>
                <p14:nvPr/>
              </p14:nvContentPartPr>
              <p14:xfrm>
                <a:off x="8121523" y="3169688"/>
                <a:ext cx="46800" cy="20880"/>
              </p14:xfrm>
            </p:contentPart>
          </mc:Choice>
          <mc:Fallback xmlns="">
            <p:pic>
              <p:nvPicPr>
                <p:cNvPr id="215" name="Ink 214">
                  <a:extLst>
                    <a:ext uri="{FF2B5EF4-FFF2-40B4-BE49-F238E27FC236}">
                      <a16:creationId xmlns:a16="http://schemas.microsoft.com/office/drawing/2014/main" id="{92FF2B0D-1AE6-998F-8569-BC7D39390C96}"/>
                    </a:ext>
                  </a:extLst>
                </p:cNvPr>
                <p:cNvPicPr/>
                <p:nvPr/>
              </p:nvPicPr>
              <p:blipFill>
                <a:blip r:embed="rId96"/>
                <a:stretch>
                  <a:fillRect/>
                </a:stretch>
              </p:blipFill>
              <p:spPr>
                <a:xfrm>
                  <a:off x="8112523" y="3160688"/>
                  <a:ext cx="644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16" name="Ink 215">
                  <a:extLst>
                    <a:ext uri="{FF2B5EF4-FFF2-40B4-BE49-F238E27FC236}">
                      <a16:creationId xmlns:a16="http://schemas.microsoft.com/office/drawing/2014/main" id="{F96F8BD9-3E88-2D55-CF60-61FAC4952ECD}"/>
                    </a:ext>
                  </a:extLst>
                </p14:cNvPr>
                <p14:cNvContentPartPr/>
                <p14:nvPr/>
              </p14:nvContentPartPr>
              <p14:xfrm>
                <a:off x="8277043" y="3283808"/>
                <a:ext cx="199080" cy="30960"/>
              </p14:xfrm>
            </p:contentPart>
          </mc:Choice>
          <mc:Fallback xmlns="">
            <p:pic>
              <p:nvPicPr>
                <p:cNvPr id="216" name="Ink 215">
                  <a:extLst>
                    <a:ext uri="{FF2B5EF4-FFF2-40B4-BE49-F238E27FC236}">
                      <a16:creationId xmlns:a16="http://schemas.microsoft.com/office/drawing/2014/main" id="{F96F8BD9-3E88-2D55-CF60-61FAC4952ECD}"/>
                    </a:ext>
                  </a:extLst>
                </p:cNvPr>
                <p:cNvPicPr/>
                <p:nvPr/>
              </p:nvPicPr>
              <p:blipFill>
                <a:blip r:embed="rId98"/>
                <a:stretch>
                  <a:fillRect/>
                </a:stretch>
              </p:blipFill>
              <p:spPr>
                <a:xfrm>
                  <a:off x="8268043" y="3275168"/>
                  <a:ext cx="2167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17" name="Ink 216">
                  <a:extLst>
                    <a:ext uri="{FF2B5EF4-FFF2-40B4-BE49-F238E27FC236}">
                      <a16:creationId xmlns:a16="http://schemas.microsoft.com/office/drawing/2014/main" id="{5A275B68-0B2B-26FF-5774-9E3403860EEF}"/>
                    </a:ext>
                  </a:extLst>
                </p14:cNvPr>
                <p14:cNvContentPartPr/>
                <p14:nvPr/>
              </p14:nvContentPartPr>
              <p14:xfrm>
                <a:off x="8368843" y="3249608"/>
                <a:ext cx="30600" cy="161640"/>
              </p14:xfrm>
            </p:contentPart>
          </mc:Choice>
          <mc:Fallback xmlns="">
            <p:pic>
              <p:nvPicPr>
                <p:cNvPr id="217" name="Ink 216">
                  <a:extLst>
                    <a:ext uri="{FF2B5EF4-FFF2-40B4-BE49-F238E27FC236}">
                      <a16:creationId xmlns:a16="http://schemas.microsoft.com/office/drawing/2014/main" id="{5A275B68-0B2B-26FF-5774-9E3403860EEF}"/>
                    </a:ext>
                  </a:extLst>
                </p:cNvPr>
                <p:cNvPicPr/>
                <p:nvPr/>
              </p:nvPicPr>
              <p:blipFill>
                <a:blip r:embed="rId100"/>
                <a:stretch>
                  <a:fillRect/>
                </a:stretch>
              </p:blipFill>
              <p:spPr>
                <a:xfrm>
                  <a:off x="8360203" y="3240968"/>
                  <a:ext cx="482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218" name="Ink 217">
                  <a:extLst>
                    <a:ext uri="{FF2B5EF4-FFF2-40B4-BE49-F238E27FC236}">
                      <a16:creationId xmlns:a16="http://schemas.microsoft.com/office/drawing/2014/main" id="{4E599C9E-6C74-8F5D-59BC-B2C6A4331D41}"/>
                    </a:ext>
                  </a:extLst>
                </p14:cNvPr>
                <p14:cNvContentPartPr/>
                <p14:nvPr/>
              </p14:nvContentPartPr>
              <p14:xfrm>
                <a:off x="8594563" y="3224768"/>
                <a:ext cx="187920" cy="139320"/>
              </p14:xfrm>
            </p:contentPart>
          </mc:Choice>
          <mc:Fallback xmlns="">
            <p:pic>
              <p:nvPicPr>
                <p:cNvPr id="218" name="Ink 217">
                  <a:extLst>
                    <a:ext uri="{FF2B5EF4-FFF2-40B4-BE49-F238E27FC236}">
                      <a16:creationId xmlns:a16="http://schemas.microsoft.com/office/drawing/2014/main" id="{4E599C9E-6C74-8F5D-59BC-B2C6A4331D41}"/>
                    </a:ext>
                  </a:extLst>
                </p:cNvPr>
                <p:cNvPicPr/>
                <p:nvPr/>
              </p:nvPicPr>
              <p:blipFill>
                <a:blip r:embed="rId102"/>
                <a:stretch>
                  <a:fillRect/>
                </a:stretch>
              </p:blipFill>
              <p:spPr>
                <a:xfrm>
                  <a:off x="8585923" y="3216128"/>
                  <a:ext cx="2055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19" name="Ink 218">
                  <a:extLst>
                    <a:ext uri="{FF2B5EF4-FFF2-40B4-BE49-F238E27FC236}">
                      <a16:creationId xmlns:a16="http://schemas.microsoft.com/office/drawing/2014/main" id="{92DEA4E7-557D-5291-98D3-56743BF4EC19}"/>
                    </a:ext>
                  </a:extLst>
                </p14:cNvPr>
                <p14:cNvContentPartPr/>
                <p14:nvPr/>
              </p14:nvContentPartPr>
              <p14:xfrm>
                <a:off x="8759443" y="3111008"/>
                <a:ext cx="144360" cy="387360"/>
              </p14:xfrm>
            </p:contentPart>
          </mc:Choice>
          <mc:Fallback xmlns="">
            <p:pic>
              <p:nvPicPr>
                <p:cNvPr id="219" name="Ink 218">
                  <a:extLst>
                    <a:ext uri="{FF2B5EF4-FFF2-40B4-BE49-F238E27FC236}">
                      <a16:creationId xmlns:a16="http://schemas.microsoft.com/office/drawing/2014/main" id="{92DEA4E7-557D-5291-98D3-56743BF4EC19}"/>
                    </a:ext>
                  </a:extLst>
                </p:cNvPr>
                <p:cNvPicPr/>
                <p:nvPr/>
              </p:nvPicPr>
              <p:blipFill>
                <a:blip r:embed="rId104"/>
                <a:stretch>
                  <a:fillRect/>
                </a:stretch>
              </p:blipFill>
              <p:spPr>
                <a:xfrm>
                  <a:off x="8750443" y="3102368"/>
                  <a:ext cx="16200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20" name="Ink 219">
                  <a:extLst>
                    <a:ext uri="{FF2B5EF4-FFF2-40B4-BE49-F238E27FC236}">
                      <a16:creationId xmlns:a16="http://schemas.microsoft.com/office/drawing/2014/main" id="{A8E60AE9-CF43-21B4-CFEC-563CD176378A}"/>
                    </a:ext>
                  </a:extLst>
                </p14:cNvPr>
                <p14:cNvContentPartPr/>
                <p14:nvPr/>
              </p14:nvContentPartPr>
              <p14:xfrm>
                <a:off x="8917843" y="3044408"/>
                <a:ext cx="152280" cy="604800"/>
              </p14:xfrm>
            </p:contentPart>
          </mc:Choice>
          <mc:Fallback xmlns="">
            <p:pic>
              <p:nvPicPr>
                <p:cNvPr id="220" name="Ink 219">
                  <a:extLst>
                    <a:ext uri="{FF2B5EF4-FFF2-40B4-BE49-F238E27FC236}">
                      <a16:creationId xmlns:a16="http://schemas.microsoft.com/office/drawing/2014/main" id="{A8E60AE9-CF43-21B4-CFEC-563CD176378A}"/>
                    </a:ext>
                  </a:extLst>
                </p:cNvPr>
                <p:cNvPicPr/>
                <p:nvPr/>
              </p:nvPicPr>
              <p:blipFill>
                <a:blip r:embed="rId106"/>
                <a:stretch>
                  <a:fillRect/>
                </a:stretch>
              </p:blipFill>
              <p:spPr>
                <a:xfrm>
                  <a:off x="8908843" y="3035408"/>
                  <a:ext cx="169920" cy="622440"/>
                </a:xfrm>
                <a:prstGeom prst="rect">
                  <a:avLst/>
                </a:prstGeom>
              </p:spPr>
            </p:pic>
          </mc:Fallback>
        </mc:AlternateContent>
      </p:grpSp>
      <p:grpSp>
        <p:nvGrpSpPr>
          <p:cNvPr id="226" name="Group 225">
            <a:extLst>
              <a:ext uri="{FF2B5EF4-FFF2-40B4-BE49-F238E27FC236}">
                <a16:creationId xmlns:a16="http://schemas.microsoft.com/office/drawing/2014/main" id="{0A5167F9-AE03-1D60-09FC-28FBB3D4722C}"/>
              </a:ext>
            </a:extLst>
          </p:cNvPr>
          <p:cNvGrpSpPr/>
          <p:nvPr/>
        </p:nvGrpSpPr>
        <p:grpSpPr>
          <a:xfrm>
            <a:off x="9368203" y="3051968"/>
            <a:ext cx="785880" cy="432720"/>
            <a:chOff x="9368203" y="3051968"/>
            <a:chExt cx="785880" cy="432720"/>
          </a:xfrm>
        </p:grpSpPr>
        <mc:AlternateContent xmlns:mc="http://schemas.openxmlformats.org/markup-compatibility/2006" xmlns:p14="http://schemas.microsoft.com/office/powerpoint/2010/main">
          <mc:Choice Requires="p14">
            <p:contentPart p14:bwMode="auto" r:id="rId107">
              <p14:nvContentPartPr>
                <p14:cNvPr id="222" name="Ink 221">
                  <a:extLst>
                    <a:ext uri="{FF2B5EF4-FFF2-40B4-BE49-F238E27FC236}">
                      <a16:creationId xmlns:a16="http://schemas.microsoft.com/office/drawing/2014/main" id="{400CAEA3-6E06-D969-5F0B-354F6C61F511}"/>
                    </a:ext>
                  </a:extLst>
                </p14:cNvPr>
                <p14:cNvContentPartPr/>
                <p14:nvPr/>
              </p14:nvContentPartPr>
              <p14:xfrm>
                <a:off x="9368203" y="3077168"/>
                <a:ext cx="195480" cy="368280"/>
              </p14:xfrm>
            </p:contentPart>
          </mc:Choice>
          <mc:Fallback xmlns="">
            <p:pic>
              <p:nvPicPr>
                <p:cNvPr id="222" name="Ink 221">
                  <a:extLst>
                    <a:ext uri="{FF2B5EF4-FFF2-40B4-BE49-F238E27FC236}">
                      <a16:creationId xmlns:a16="http://schemas.microsoft.com/office/drawing/2014/main" id="{400CAEA3-6E06-D969-5F0B-354F6C61F511}"/>
                    </a:ext>
                  </a:extLst>
                </p:cNvPr>
                <p:cNvPicPr/>
                <p:nvPr/>
              </p:nvPicPr>
              <p:blipFill>
                <a:blip r:embed="rId108"/>
                <a:stretch>
                  <a:fillRect/>
                </a:stretch>
              </p:blipFill>
              <p:spPr>
                <a:xfrm>
                  <a:off x="9359203" y="3068168"/>
                  <a:ext cx="21312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23" name="Ink 222">
                  <a:extLst>
                    <a:ext uri="{FF2B5EF4-FFF2-40B4-BE49-F238E27FC236}">
                      <a16:creationId xmlns:a16="http://schemas.microsoft.com/office/drawing/2014/main" id="{30639AC3-0B2E-8B80-B865-78BD30CABFD3}"/>
                    </a:ext>
                  </a:extLst>
                </p14:cNvPr>
                <p14:cNvContentPartPr/>
                <p14:nvPr/>
              </p14:nvContentPartPr>
              <p14:xfrm>
                <a:off x="9659803" y="3253928"/>
                <a:ext cx="174600" cy="24120"/>
              </p14:xfrm>
            </p:contentPart>
          </mc:Choice>
          <mc:Fallback xmlns="">
            <p:pic>
              <p:nvPicPr>
                <p:cNvPr id="223" name="Ink 222">
                  <a:extLst>
                    <a:ext uri="{FF2B5EF4-FFF2-40B4-BE49-F238E27FC236}">
                      <a16:creationId xmlns:a16="http://schemas.microsoft.com/office/drawing/2014/main" id="{30639AC3-0B2E-8B80-B865-78BD30CABFD3}"/>
                    </a:ext>
                  </a:extLst>
                </p:cNvPr>
                <p:cNvPicPr/>
                <p:nvPr/>
              </p:nvPicPr>
              <p:blipFill>
                <a:blip r:embed="rId110"/>
                <a:stretch>
                  <a:fillRect/>
                </a:stretch>
              </p:blipFill>
              <p:spPr>
                <a:xfrm>
                  <a:off x="9651163" y="3245288"/>
                  <a:ext cx="1922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24" name="Ink 223">
                  <a:extLst>
                    <a:ext uri="{FF2B5EF4-FFF2-40B4-BE49-F238E27FC236}">
                      <a16:creationId xmlns:a16="http://schemas.microsoft.com/office/drawing/2014/main" id="{A493DF65-A07C-DCB0-67C2-B4233676D76F}"/>
                    </a:ext>
                  </a:extLst>
                </p14:cNvPr>
                <p14:cNvContentPartPr/>
                <p14:nvPr/>
              </p14:nvContentPartPr>
              <p14:xfrm>
                <a:off x="9956443" y="3179048"/>
                <a:ext cx="23400" cy="181080"/>
              </p14:xfrm>
            </p:contentPart>
          </mc:Choice>
          <mc:Fallback xmlns="">
            <p:pic>
              <p:nvPicPr>
                <p:cNvPr id="224" name="Ink 223">
                  <a:extLst>
                    <a:ext uri="{FF2B5EF4-FFF2-40B4-BE49-F238E27FC236}">
                      <a16:creationId xmlns:a16="http://schemas.microsoft.com/office/drawing/2014/main" id="{A493DF65-A07C-DCB0-67C2-B4233676D76F}"/>
                    </a:ext>
                  </a:extLst>
                </p:cNvPr>
                <p:cNvPicPr/>
                <p:nvPr/>
              </p:nvPicPr>
              <p:blipFill>
                <a:blip r:embed="rId112"/>
                <a:stretch>
                  <a:fillRect/>
                </a:stretch>
              </p:blipFill>
              <p:spPr>
                <a:xfrm>
                  <a:off x="9947803" y="3170048"/>
                  <a:ext cx="410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225" name="Ink 224">
                  <a:extLst>
                    <a:ext uri="{FF2B5EF4-FFF2-40B4-BE49-F238E27FC236}">
                      <a16:creationId xmlns:a16="http://schemas.microsoft.com/office/drawing/2014/main" id="{0DF168A5-F62E-50A0-2626-231649776CB8}"/>
                    </a:ext>
                  </a:extLst>
                </p14:cNvPr>
                <p14:cNvContentPartPr/>
                <p14:nvPr/>
              </p14:nvContentPartPr>
              <p14:xfrm>
                <a:off x="10053283" y="3051968"/>
                <a:ext cx="100800" cy="432720"/>
              </p14:xfrm>
            </p:contentPart>
          </mc:Choice>
          <mc:Fallback xmlns="">
            <p:pic>
              <p:nvPicPr>
                <p:cNvPr id="225" name="Ink 224">
                  <a:extLst>
                    <a:ext uri="{FF2B5EF4-FFF2-40B4-BE49-F238E27FC236}">
                      <a16:creationId xmlns:a16="http://schemas.microsoft.com/office/drawing/2014/main" id="{0DF168A5-F62E-50A0-2626-231649776CB8}"/>
                    </a:ext>
                  </a:extLst>
                </p:cNvPr>
                <p:cNvPicPr/>
                <p:nvPr/>
              </p:nvPicPr>
              <p:blipFill>
                <a:blip r:embed="rId114"/>
                <a:stretch>
                  <a:fillRect/>
                </a:stretch>
              </p:blipFill>
              <p:spPr>
                <a:xfrm>
                  <a:off x="10044643" y="3042968"/>
                  <a:ext cx="118440" cy="450360"/>
                </a:xfrm>
                <a:prstGeom prst="rect">
                  <a:avLst/>
                </a:prstGeom>
              </p:spPr>
            </p:pic>
          </mc:Fallback>
        </mc:AlternateContent>
      </p:grpSp>
      <p:grpSp>
        <p:nvGrpSpPr>
          <p:cNvPr id="229" name="Group 228">
            <a:extLst>
              <a:ext uri="{FF2B5EF4-FFF2-40B4-BE49-F238E27FC236}">
                <a16:creationId xmlns:a16="http://schemas.microsoft.com/office/drawing/2014/main" id="{AD5E3D75-2578-23AE-AB69-FFFE5D55DD5C}"/>
              </a:ext>
            </a:extLst>
          </p:cNvPr>
          <p:cNvGrpSpPr/>
          <p:nvPr/>
        </p:nvGrpSpPr>
        <p:grpSpPr>
          <a:xfrm>
            <a:off x="4117243" y="4509248"/>
            <a:ext cx="144720" cy="102600"/>
            <a:chOff x="4117243" y="4509248"/>
            <a:chExt cx="144720" cy="102600"/>
          </a:xfrm>
        </p:grpSpPr>
        <mc:AlternateContent xmlns:mc="http://schemas.openxmlformats.org/markup-compatibility/2006" xmlns:p14="http://schemas.microsoft.com/office/powerpoint/2010/main">
          <mc:Choice Requires="p14">
            <p:contentPart p14:bwMode="auto" r:id="rId115">
              <p14:nvContentPartPr>
                <p14:cNvPr id="227" name="Ink 226">
                  <a:extLst>
                    <a:ext uri="{FF2B5EF4-FFF2-40B4-BE49-F238E27FC236}">
                      <a16:creationId xmlns:a16="http://schemas.microsoft.com/office/drawing/2014/main" id="{85B93747-0E73-FB7A-4FAC-EA8C009E61AD}"/>
                    </a:ext>
                  </a:extLst>
                </p14:cNvPr>
                <p14:cNvContentPartPr/>
                <p14:nvPr/>
              </p14:nvContentPartPr>
              <p14:xfrm>
                <a:off x="4117243" y="4509248"/>
                <a:ext cx="111240" cy="16560"/>
              </p14:xfrm>
            </p:contentPart>
          </mc:Choice>
          <mc:Fallback xmlns="">
            <p:pic>
              <p:nvPicPr>
                <p:cNvPr id="227" name="Ink 226">
                  <a:extLst>
                    <a:ext uri="{FF2B5EF4-FFF2-40B4-BE49-F238E27FC236}">
                      <a16:creationId xmlns:a16="http://schemas.microsoft.com/office/drawing/2014/main" id="{85B93747-0E73-FB7A-4FAC-EA8C009E61AD}"/>
                    </a:ext>
                  </a:extLst>
                </p:cNvPr>
                <p:cNvPicPr/>
                <p:nvPr/>
              </p:nvPicPr>
              <p:blipFill>
                <a:blip r:embed="rId116"/>
                <a:stretch>
                  <a:fillRect/>
                </a:stretch>
              </p:blipFill>
              <p:spPr>
                <a:xfrm>
                  <a:off x="4108603" y="4500248"/>
                  <a:ext cx="1288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228" name="Ink 227">
                  <a:extLst>
                    <a:ext uri="{FF2B5EF4-FFF2-40B4-BE49-F238E27FC236}">
                      <a16:creationId xmlns:a16="http://schemas.microsoft.com/office/drawing/2014/main" id="{7FA38020-7563-7B48-E375-9CFD92F8236B}"/>
                    </a:ext>
                  </a:extLst>
                </p14:cNvPr>
                <p14:cNvContentPartPr/>
                <p14:nvPr/>
              </p14:nvContentPartPr>
              <p14:xfrm>
                <a:off x="4144963" y="4600328"/>
                <a:ext cx="117000" cy="11520"/>
              </p14:xfrm>
            </p:contentPart>
          </mc:Choice>
          <mc:Fallback xmlns="">
            <p:pic>
              <p:nvPicPr>
                <p:cNvPr id="228" name="Ink 227">
                  <a:extLst>
                    <a:ext uri="{FF2B5EF4-FFF2-40B4-BE49-F238E27FC236}">
                      <a16:creationId xmlns:a16="http://schemas.microsoft.com/office/drawing/2014/main" id="{7FA38020-7563-7B48-E375-9CFD92F8236B}"/>
                    </a:ext>
                  </a:extLst>
                </p:cNvPr>
                <p:cNvPicPr/>
                <p:nvPr/>
              </p:nvPicPr>
              <p:blipFill>
                <a:blip r:embed="rId118"/>
                <a:stretch>
                  <a:fillRect/>
                </a:stretch>
              </p:blipFill>
              <p:spPr>
                <a:xfrm>
                  <a:off x="4135963" y="4591688"/>
                  <a:ext cx="134640" cy="29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9">
            <p14:nvContentPartPr>
              <p14:cNvPr id="230" name="Ink 229">
                <a:extLst>
                  <a:ext uri="{FF2B5EF4-FFF2-40B4-BE49-F238E27FC236}">
                    <a16:creationId xmlns:a16="http://schemas.microsoft.com/office/drawing/2014/main" id="{21D0948C-B843-F7EF-FEE0-DFC8786E6B1C}"/>
                  </a:ext>
                </a:extLst>
              </p14:cNvPr>
              <p14:cNvContentPartPr/>
              <p14:nvPr/>
            </p14:nvContentPartPr>
            <p14:xfrm>
              <a:off x="4728523" y="4534808"/>
              <a:ext cx="195840" cy="7560"/>
            </p14:xfrm>
          </p:contentPart>
        </mc:Choice>
        <mc:Fallback xmlns="">
          <p:pic>
            <p:nvPicPr>
              <p:cNvPr id="230" name="Ink 229">
                <a:extLst>
                  <a:ext uri="{FF2B5EF4-FFF2-40B4-BE49-F238E27FC236}">
                    <a16:creationId xmlns:a16="http://schemas.microsoft.com/office/drawing/2014/main" id="{21D0948C-B843-F7EF-FEE0-DFC8786E6B1C}"/>
                  </a:ext>
                </a:extLst>
              </p:cNvPr>
              <p:cNvPicPr/>
              <p:nvPr/>
            </p:nvPicPr>
            <p:blipFill>
              <a:blip r:embed="rId120"/>
              <a:stretch>
                <a:fillRect/>
              </a:stretch>
            </p:blipFill>
            <p:spPr>
              <a:xfrm>
                <a:off x="4719883" y="4526168"/>
                <a:ext cx="2134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31" name="Ink 230">
                <a:extLst>
                  <a:ext uri="{FF2B5EF4-FFF2-40B4-BE49-F238E27FC236}">
                    <a16:creationId xmlns:a16="http://schemas.microsoft.com/office/drawing/2014/main" id="{817DC04F-EA9F-E763-3AAF-EDE6257B4BE6}"/>
                  </a:ext>
                </a:extLst>
              </p14:cNvPr>
              <p14:cNvContentPartPr/>
              <p14:nvPr/>
            </p14:nvContentPartPr>
            <p14:xfrm>
              <a:off x="5054683" y="4411328"/>
              <a:ext cx="223560" cy="236520"/>
            </p14:xfrm>
          </p:contentPart>
        </mc:Choice>
        <mc:Fallback xmlns="">
          <p:pic>
            <p:nvPicPr>
              <p:cNvPr id="231" name="Ink 230">
                <a:extLst>
                  <a:ext uri="{FF2B5EF4-FFF2-40B4-BE49-F238E27FC236}">
                    <a16:creationId xmlns:a16="http://schemas.microsoft.com/office/drawing/2014/main" id="{817DC04F-EA9F-E763-3AAF-EDE6257B4BE6}"/>
                  </a:ext>
                </a:extLst>
              </p:cNvPr>
              <p:cNvPicPr/>
              <p:nvPr/>
            </p:nvPicPr>
            <p:blipFill>
              <a:blip r:embed="rId122"/>
              <a:stretch>
                <a:fillRect/>
              </a:stretch>
            </p:blipFill>
            <p:spPr>
              <a:xfrm>
                <a:off x="5046043" y="4402688"/>
                <a:ext cx="24120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32" name="Ink 231">
                <a:extLst>
                  <a:ext uri="{FF2B5EF4-FFF2-40B4-BE49-F238E27FC236}">
                    <a16:creationId xmlns:a16="http://schemas.microsoft.com/office/drawing/2014/main" id="{5F0A7565-C30A-4693-8B17-D66A0744C0ED}"/>
                  </a:ext>
                </a:extLst>
              </p14:cNvPr>
              <p14:cNvContentPartPr/>
              <p14:nvPr/>
            </p14:nvContentPartPr>
            <p14:xfrm>
              <a:off x="4705843" y="4806968"/>
              <a:ext cx="866520" cy="59760"/>
            </p14:xfrm>
          </p:contentPart>
        </mc:Choice>
        <mc:Fallback xmlns="">
          <p:pic>
            <p:nvPicPr>
              <p:cNvPr id="232" name="Ink 231">
                <a:extLst>
                  <a:ext uri="{FF2B5EF4-FFF2-40B4-BE49-F238E27FC236}">
                    <a16:creationId xmlns:a16="http://schemas.microsoft.com/office/drawing/2014/main" id="{5F0A7565-C30A-4693-8B17-D66A0744C0ED}"/>
                  </a:ext>
                </a:extLst>
              </p:cNvPr>
              <p:cNvPicPr/>
              <p:nvPr/>
            </p:nvPicPr>
            <p:blipFill>
              <a:blip r:embed="rId124"/>
              <a:stretch>
                <a:fillRect/>
              </a:stretch>
            </p:blipFill>
            <p:spPr>
              <a:xfrm>
                <a:off x="4696843" y="4798328"/>
                <a:ext cx="8841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33" name="Ink 232">
                <a:extLst>
                  <a:ext uri="{FF2B5EF4-FFF2-40B4-BE49-F238E27FC236}">
                    <a16:creationId xmlns:a16="http://schemas.microsoft.com/office/drawing/2014/main" id="{BCDB0BB7-C57B-69F4-BEDB-FAC7A36F7896}"/>
                  </a:ext>
                </a:extLst>
              </p14:cNvPr>
              <p14:cNvContentPartPr/>
              <p14:nvPr/>
            </p14:nvContentPartPr>
            <p14:xfrm>
              <a:off x="5030923" y="4970408"/>
              <a:ext cx="277560" cy="175320"/>
            </p14:xfrm>
          </p:contentPart>
        </mc:Choice>
        <mc:Fallback xmlns="">
          <p:pic>
            <p:nvPicPr>
              <p:cNvPr id="233" name="Ink 232">
                <a:extLst>
                  <a:ext uri="{FF2B5EF4-FFF2-40B4-BE49-F238E27FC236}">
                    <a16:creationId xmlns:a16="http://schemas.microsoft.com/office/drawing/2014/main" id="{BCDB0BB7-C57B-69F4-BEDB-FAC7A36F7896}"/>
                  </a:ext>
                </a:extLst>
              </p:cNvPr>
              <p:cNvPicPr/>
              <p:nvPr/>
            </p:nvPicPr>
            <p:blipFill>
              <a:blip r:embed="rId126"/>
              <a:stretch>
                <a:fillRect/>
              </a:stretch>
            </p:blipFill>
            <p:spPr>
              <a:xfrm>
                <a:off x="5021923" y="4961768"/>
                <a:ext cx="29520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34" name="Ink 233">
                <a:extLst>
                  <a:ext uri="{FF2B5EF4-FFF2-40B4-BE49-F238E27FC236}">
                    <a16:creationId xmlns:a16="http://schemas.microsoft.com/office/drawing/2014/main" id="{8DF6266E-EB37-02B5-FFBD-1D8600D8E179}"/>
                  </a:ext>
                </a:extLst>
              </p14:cNvPr>
              <p14:cNvContentPartPr/>
              <p14:nvPr/>
            </p14:nvContentPartPr>
            <p14:xfrm>
              <a:off x="5955763" y="4361288"/>
              <a:ext cx="534600" cy="383040"/>
            </p14:xfrm>
          </p:contentPart>
        </mc:Choice>
        <mc:Fallback xmlns="">
          <p:pic>
            <p:nvPicPr>
              <p:cNvPr id="234" name="Ink 233">
                <a:extLst>
                  <a:ext uri="{FF2B5EF4-FFF2-40B4-BE49-F238E27FC236}">
                    <a16:creationId xmlns:a16="http://schemas.microsoft.com/office/drawing/2014/main" id="{8DF6266E-EB37-02B5-FFBD-1D8600D8E179}"/>
                  </a:ext>
                </a:extLst>
              </p:cNvPr>
              <p:cNvPicPr/>
              <p:nvPr/>
            </p:nvPicPr>
            <p:blipFill>
              <a:blip r:embed="rId128"/>
              <a:stretch>
                <a:fillRect/>
              </a:stretch>
            </p:blipFill>
            <p:spPr>
              <a:xfrm>
                <a:off x="5946763" y="4352288"/>
                <a:ext cx="55224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35" name="Ink 234">
                <a:extLst>
                  <a:ext uri="{FF2B5EF4-FFF2-40B4-BE49-F238E27FC236}">
                    <a16:creationId xmlns:a16="http://schemas.microsoft.com/office/drawing/2014/main" id="{BFE20F24-A6EA-14E6-5E7F-0402BC2918DA}"/>
                  </a:ext>
                </a:extLst>
              </p14:cNvPr>
              <p14:cNvContentPartPr/>
              <p14:nvPr/>
            </p14:nvContentPartPr>
            <p14:xfrm>
              <a:off x="6119563" y="5009648"/>
              <a:ext cx="6120" cy="94320"/>
            </p14:xfrm>
          </p:contentPart>
        </mc:Choice>
        <mc:Fallback xmlns="">
          <p:pic>
            <p:nvPicPr>
              <p:cNvPr id="235" name="Ink 234">
                <a:extLst>
                  <a:ext uri="{FF2B5EF4-FFF2-40B4-BE49-F238E27FC236}">
                    <a16:creationId xmlns:a16="http://schemas.microsoft.com/office/drawing/2014/main" id="{BFE20F24-A6EA-14E6-5E7F-0402BC2918DA}"/>
                  </a:ext>
                </a:extLst>
              </p:cNvPr>
              <p:cNvPicPr/>
              <p:nvPr/>
            </p:nvPicPr>
            <p:blipFill>
              <a:blip r:embed="rId130"/>
              <a:stretch>
                <a:fillRect/>
              </a:stretch>
            </p:blipFill>
            <p:spPr>
              <a:xfrm>
                <a:off x="6110563" y="5001008"/>
                <a:ext cx="2376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36" name="Ink 235">
                <a:extLst>
                  <a:ext uri="{FF2B5EF4-FFF2-40B4-BE49-F238E27FC236}">
                    <a16:creationId xmlns:a16="http://schemas.microsoft.com/office/drawing/2014/main" id="{9EAFC7A4-617B-B95C-F755-9FC1754A3D29}"/>
                  </a:ext>
                </a:extLst>
              </p14:cNvPr>
              <p14:cNvContentPartPr/>
              <p14:nvPr/>
            </p14:nvContentPartPr>
            <p14:xfrm>
              <a:off x="6113803" y="4822088"/>
              <a:ext cx="63000" cy="30960"/>
            </p14:xfrm>
          </p:contentPart>
        </mc:Choice>
        <mc:Fallback xmlns="">
          <p:pic>
            <p:nvPicPr>
              <p:cNvPr id="236" name="Ink 235">
                <a:extLst>
                  <a:ext uri="{FF2B5EF4-FFF2-40B4-BE49-F238E27FC236}">
                    <a16:creationId xmlns:a16="http://schemas.microsoft.com/office/drawing/2014/main" id="{9EAFC7A4-617B-B95C-F755-9FC1754A3D29}"/>
                  </a:ext>
                </a:extLst>
              </p:cNvPr>
              <p:cNvPicPr/>
              <p:nvPr/>
            </p:nvPicPr>
            <p:blipFill>
              <a:blip r:embed="rId132"/>
              <a:stretch>
                <a:fillRect/>
              </a:stretch>
            </p:blipFill>
            <p:spPr>
              <a:xfrm>
                <a:off x="6104803" y="4813448"/>
                <a:ext cx="80640" cy="48600"/>
              </a:xfrm>
              <a:prstGeom prst="rect">
                <a:avLst/>
              </a:prstGeom>
            </p:spPr>
          </p:pic>
        </mc:Fallback>
      </mc:AlternateContent>
      <p:grpSp>
        <p:nvGrpSpPr>
          <p:cNvPr id="245" name="Group 244">
            <a:extLst>
              <a:ext uri="{FF2B5EF4-FFF2-40B4-BE49-F238E27FC236}">
                <a16:creationId xmlns:a16="http://schemas.microsoft.com/office/drawing/2014/main" id="{E687C0DD-D393-B8F7-826D-72F0AFB2AC39}"/>
              </a:ext>
            </a:extLst>
          </p:cNvPr>
          <p:cNvGrpSpPr/>
          <p:nvPr/>
        </p:nvGrpSpPr>
        <p:grpSpPr>
          <a:xfrm>
            <a:off x="6252403" y="5015048"/>
            <a:ext cx="322560" cy="110520"/>
            <a:chOff x="6252403" y="5015048"/>
            <a:chExt cx="322560" cy="110520"/>
          </a:xfrm>
        </p:grpSpPr>
        <mc:AlternateContent xmlns:mc="http://schemas.openxmlformats.org/markup-compatibility/2006" xmlns:p14="http://schemas.microsoft.com/office/powerpoint/2010/main">
          <mc:Choice Requires="p14">
            <p:contentPart p14:bwMode="auto" r:id="rId133">
              <p14:nvContentPartPr>
                <p14:cNvPr id="242" name="Ink 241">
                  <a:extLst>
                    <a:ext uri="{FF2B5EF4-FFF2-40B4-BE49-F238E27FC236}">
                      <a16:creationId xmlns:a16="http://schemas.microsoft.com/office/drawing/2014/main" id="{FFF1F795-A196-0677-C594-6F85DCAC8632}"/>
                    </a:ext>
                  </a:extLst>
                </p14:cNvPr>
                <p14:cNvContentPartPr/>
                <p14:nvPr/>
              </p14:nvContentPartPr>
              <p14:xfrm>
                <a:off x="6252403" y="5055008"/>
                <a:ext cx="106200" cy="16560"/>
              </p14:xfrm>
            </p:contentPart>
          </mc:Choice>
          <mc:Fallback xmlns="">
            <p:pic>
              <p:nvPicPr>
                <p:cNvPr id="242" name="Ink 241">
                  <a:extLst>
                    <a:ext uri="{FF2B5EF4-FFF2-40B4-BE49-F238E27FC236}">
                      <a16:creationId xmlns:a16="http://schemas.microsoft.com/office/drawing/2014/main" id="{FFF1F795-A196-0677-C594-6F85DCAC8632}"/>
                    </a:ext>
                  </a:extLst>
                </p:cNvPr>
                <p:cNvPicPr/>
                <p:nvPr/>
              </p:nvPicPr>
              <p:blipFill>
                <a:blip r:embed="rId134"/>
                <a:stretch>
                  <a:fillRect/>
                </a:stretch>
              </p:blipFill>
              <p:spPr>
                <a:xfrm>
                  <a:off x="6243403" y="5046008"/>
                  <a:ext cx="1238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43" name="Ink 242">
                  <a:extLst>
                    <a:ext uri="{FF2B5EF4-FFF2-40B4-BE49-F238E27FC236}">
                      <a16:creationId xmlns:a16="http://schemas.microsoft.com/office/drawing/2014/main" id="{D861EE4E-75B5-2F51-A0BF-E0E265378975}"/>
                    </a:ext>
                  </a:extLst>
                </p14:cNvPr>
                <p14:cNvContentPartPr/>
                <p14:nvPr/>
              </p14:nvContentPartPr>
              <p14:xfrm>
                <a:off x="6283363" y="5112248"/>
                <a:ext cx="68760" cy="13320"/>
              </p14:xfrm>
            </p:contentPart>
          </mc:Choice>
          <mc:Fallback xmlns="">
            <p:pic>
              <p:nvPicPr>
                <p:cNvPr id="243" name="Ink 242">
                  <a:extLst>
                    <a:ext uri="{FF2B5EF4-FFF2-40B4-BE49-F238E27FC236}">
                      <a16:creationId xmlns:a16="http://schemas.microsoft.com/office/drawing/2014/main" id="{D861EE4E-75B5-2F51-A0BF-E0E265378975}"/>
                    </a:ext>
                  </a:extLst>
                </p:cNvPr>
                <p:cNvPicPr/>
                <p:nvPr/>
              </p:nvPicPr>
              <p:blipFill>
                <a:blip r:embed="rId136"/>
                <a:stretch>
                  <a:fillRect/>
                </a:stretch>
              </p:blipFill>
              <p:spPr>
                <a:xfrm>
                  <a:off x="6274723" y="5103248"/>
                  <a:ext cx="864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244" name="Ink 243">
                  <a:extLst>
                    <a:ext uri="{FF2B5EF4-FFF2-40B4-BE49-F238E27FC236}">
                      <a16:creationId xmlns:a16="http://schemas.microsoft.com/office/drawing/2014/main" id="{AAEE5228-72FC-C80F-D3D6-00BF84139753}"/>
                    </a:ext>
                  </a:extLst>
                </p14:cNvPr>
                <p14:cNvContentPartPr/>
                <p14:nvPr/>
              </p14:nvContentPartPr>
              <p14:xfrm>
                <a:off x="6472363" y="5015048"/>
                <a:ext cx="102600" cy="99000"/>
              </p14:xfrm>
            </p:contentPart>
          </mc:Choice>
          <mc:Fallback xmlns="">
            <p:pic>
              <p:nvPicPr>
                <p:cNvPr id="244" name="Ink 243">
                  <a:extLst>
                    <a:ext uri="{FF2B5EF4-FFF2-40B4-BE49-F238E27FC236}">
                      <a16:creationId xmlns:a16="http://schemas.microsoft.com/office/drawing/2014/main" id="{AAEE5228-72FC-C80F-D3D6-00BF84139753}"/>
                    </a:ext>
                  </a:extLst>
                </p:cNvPr>
                <p:cNvPicPr/>
                <p:nvPr/>
              </p:nvPicPr>
              <p:blipFill>
                <a:blip r:embed="rId138"/>
                <a:stretch>
                  <a:fillRect/>
                </a:stretch>
              </p:blipFill>
              <p:spPr>
                <a:xfrm>
                  <a:off x="6463723" y="5006048"/>
                  <a:ext cx="120240" cy="116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9">
            <p14:nvContentPartPr>
              <p14:cNvPr id="246" name="Ink 245">
                <a:extLst>
                  <a:ext uri="{FF2B5EF4-FFF2-40B4-BE49-F238E27FC236}">
                    <a16:creationId xmlns:a16="http://schemas.microsoft.com/office/drawing/2014/main" id="{12167EB7-0B63-D0D7-F408-5EBF0174EA9A}"/>
                  </a:ext>
                </a:extLst>
              </p14:cNvPr>
              <p14:cNvContentPartPr/>
              <p14:nvPr/>
            </p14:nvContentPartPr>
            <p14:xfrm>
              <a:off x="6015883" y="4170128"/>
              <a:ext cx="253440" cy="137520"/>
            </p14:xfrm>
          </p:contentPart>
        </mc:Choice>
        <mc:Fallback xmlns="">
          <p:pic>
            <p:nvPicPr>
              <p:cNvPr id="246" name="Ink 245">
                <a:extLst>
                  <a:ext uri="{FF2B5EF4-FFF2-40B4-BE49-F238E27FC236}">
                    <a16:creationId xmlns:a16="http://schemas.microsoft.com/office/drawing/2014/main" id="{12167EB7-0B63-D0D7-F408-5EBF0174EA9A}"/>
                  </a:ext>
                </a:extLst>
              </p:cNvPr>
              <p:cNvPicPr/>
              <p:nvPr/>
            </p:nvPicPr>
            <p:blipFill>
              <a:blip r:embed="rId140"/>
              <a:stretch>
                <a:fillRect/>
              </a:stretch>
            </p:blipFill>
            <p:spPr>
              <a:xfrm>
                <a:off x="6007243" y="4161128"/>
                <a:ext cx="271080" cy="155160"/>
              </a:xfrm>
              <a:prstGeom prst="rect">
                <a:avLst/>
              </a:prstGeom>
            </p:spPr>
          </p:pic>
        </mc:Fallback>
      </mc:AlternateContent>
      <p:grpSp>
        <p:nvGrpSpPr>
          <p:cNvPr id="262" name="Group 261">
            <a:extLst>
              <a:ext uri="{FF2B5EF4-FFF2-40B4-BE49-F238E27FC236}">
                <a16:creationId xmlns:a16="http://schemas.microsoft.com/office/drawing/2014/main" id="{FB9B870D-88DE-0818-3C1B-0555FC9FD34D}"/>
              </a:ext>
            </a:extLst>
          </p:cNvPr>
          <p:cNvGrpSpPr/>
          <p:nvPr/>
        </p:nvGrpSpPr>
        <p:grpSpPr>
          <a:xfrm>
            <a:off x="6798883" y="4223768"/>
            <a:ext cx="2663640" cy="691920"/>
            <a:chOff x="6798883" y="4223768"/>
            <a:chExt cx="2663640" cy="691920"/>
          </a:xfrm>
        </p:grpSpPr>
        <mc:AlternateContent xmlns:mc="http://schemas.openxmlformats.org/markup-compatibility/2006" xmlns:p14="http://schemas.microsoft.com/office/powerpoint/2010/main">
          <mc:Choice Requires="p14">
            <p:contentPart p14:bwMode="auto" r:id="rId141">
              <p14:nvContentPartPr>
                <p14:cNvPr id="247" name="Ink 246">
                  <a:extLst>
                    <a:ext uri="{FF2B5EF4-FFF2-40B4-BE49-F238E27FC236}">
                      <a16:creationId xmlns:a16="http://schemas.microsoft.com/office/drawing/2014/main" id="{876FAF00-3B51-CF08-4363-E30C32F6C562}"/>
                    </a:ext>
                  </a:extLst>
                </p14:cNvPr>
                <p14:cNvContentPartPr/>
                <p14:nvPr/>
              </p14:nvContentPartPr>
              <p14:xfrm>
                <a:off x="6936403" y="4446248"/>
                <a:ext cx="210960" cy="469440"/>
              </p14:xfrm>
            </p:contentPart>
          </mc:Choice>
          <mc:Fallback xmlns="">
            <p:pic>
              <p:nvPicPr>
                <p:cNvPr id="247" name="Ink 246">
                  <a:extLst>
                    <a:ext uri="{FF2B5EF4-FFF2-40B4-BE49-F238E27FC236}">
                      <a16:creationId xmlns:a16="http://schemas.microsoft.com/office/drawing/2014/main" id="{876FAF00-3B51-CF08-4363-E30C32F6C562}"/>
                    </a:ext>
                  </a:extLst>
                </p:cNvPr>
                <p:cNvPicPr/>
                <p:nvPr/>
              </p:nvPicPr>
              <p:blipFill>
                <a:blip r:embed="rId142"/>
                <a:stretch>
                  <a:fillRect/>
                </a:stretch>
              </p:blipFill>
              <p:spPr>
                <a:xfrm>
                  <a:off x="6927763" y="4437248"/>
                  <a:ext cx="22860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48" name="Ink 247">
                  <a:extLst>
                    <a:ext uri="{FF2B5EF4-FFF2-40B4-BE49-F238E27FC236}">
                      <a16:creationId xmlns:a16="http://schemas.microsoft.com/office/drawing/2014/main" id="{8B6D02BD-609D-B971-2B89-8590AD90D6DF}"/>
                    </a:ext>
                  </a:extLst>
                </p14:cNvPr>
                <p14:cNvContentPartPr/>
                <p14:nvPr/>
              </p14:nvContentPartPr>
              <p14:xfrm>
                <a:off x="7214323" y="4608248"/>
                <a:ext cx="9000" cy="86400"/>
              </p14:xfrm>
            </p:contentPart>
          </mc:Choice>
          <mc:Fallback xmlns="">
            <p:pic>
              <p:nvPicPr>
                <p:cNvPr id="248" name="Ink 247">
                  <a:extLst>
                    <a:ext uri="{FF2B5EF4-FFF2-40B4-BE49-F238E27FC236}">
                      <a16:creationId xmlns:a16="http://schemas.microsoft.com/office/drawing/2014/main" id="{8B6D02BD-609D-B971-2B89-8590AD90D6DF}"/>
                    </a:ext>
                  </a:extLst>
                </p:cNvPr>
                <p:cNvPicPr/>
                <p:nvPr/>
              </p:nvPicPr>
              <p:blipFill>
                <a:blip r:embed="rId144"/>
                <a:stretch>
                  <a:fillRect/>
                </a:stretch>
              </p:blipFill>
              <p:spPr>
                <a:xfrm>
                  <a:off x="7205323" y="4599248"/>
                  <a:ext cx="266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249" name="Ink 248">
                  <a:extLst>
                    <a:ext uri="{FF2B5EF4-FFF2-40B4-BE49-F238E27FC236}">
                      <a16:creationId xmlns:a16="http://schemas.microsoft.com/office/drawing/2014/main" id="{838FC906-B59C-CFD3-3CFB-A0B89E9BF28E}"/>
                    </a:ext>
                  </a:extLst>
                </p14:cNvPr>
                <p14:cNvContentPartPr/>
                <p14:nvPr/>
              </p14:nvContentPartPr>
              <p14:xfrm>
                <a:off x="7220083" y="4418168"/>
                <a:ext cx="32400" cy="43560"/>
              </p14:xfrm>
            </p:contentPart>
          </mc:Choice>
          <mc:Fallback xmlns="">
            <p:pic>
              <p:nvPicPr>
                <p:cNvPr id="249" name="Ink 248">
                  <a:extLst>
                    <a:ext uri="{FF2B5EF4-FFF2-40B4-BE49-F238E27FC236}">
                      <a16:creationId xmlns:a16="http://schemas.microsoft.com/office/drawing/2014/main" id="{838FC906-B59C-CFD3-3CFB-A0B89E9BF28E}"/>
                    </a:ext>
                  </a:extLst>
                </p:cNvPr>
                <p:cNvPicPr/>
                <p:nvPr/>
              </p:nvPicPr>
              <p:blipFill>
                <a:blip r:embed="rId146"/>
                <a:stretch>
                  <a:fillRect/>
                </a:stretch>
              </p:blipFill>
              <p:spPr>
                <a:xfrm>
                  <a:off x="7211083" y="4409528"/>
                  <a:ext cx="5004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250" name="Ink 249">
                  <a:extLst>
                    <a:ext uri="{FF2B5EF4-FFF2-40B4-BE49-F238E27FC236}">
                      <a16:creationId xmlns:a16="http://schemas.microsoft.com/office/drawing/2014/main" id="{10F32D84-C6CA-58AD-1D31-A125E8DDEB9B}"/>
                    </a:ext>
                  </a:extLst>
                </p14:cNvPr>
                <p14:cNvContentPartPr/>
                <p14:nvPr/>
              </p14:nvContentPartPr>
              <p14:xfrm>
                <a:off x="6798883" y="4223768"/>
                <a:ext cx="120240" cy="559440"/>
              </p14:xfrm>
            </p:contentPart>
          </mc:Choice>
          <mc:Fallback xmlns="">
            <p:pic>
              <p:nvPicPr>
                <p:cNvPr id="250" name="Ink 249">
                  <a:extLst>
                    <a:ext uri="{FF2B5EF4-FFF2-40B4-BE49-F238E27FC236}">
                      <a16:creationId xmlns:a16="http://schemas.microsoft.com/office/drawing/2014/main" id="{10F32D84-C6CA-58AD-1D31-A125E8DDEB9B}"/>
                    </a:ext>
                  </a:extLst>
                </p:cNvPr>
                <p:cNvPicPr/>
                <p:nvPr/>
              </p:nvPicPr>
              <p:blipFill>
                <a:blip r:embed="rId148"/>
                <a:stretch>
                  <a:fillRect/>
                </a:stretch>
              </p:blipFill>
              <p:spPr>
                <a:xfrm>
                  <a:off x="6789883" y="4215128"/>
                  <a:ext cx="137880" cy="5770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251" name="Ink 250">
                  <a:extLst>
                    <a:ext uri="{FF2B5EF4-FFF2-40B4-BE49-F238E27FC236}">
                      <a16:creationId xmlns:a16="http://schemas.microsoft.com/office/drawing/2014/main" id="{063509D4-4D1E-CBBB-F7D1-4920EDBE0D63}"/>
                    </a:ext>
                  </a:extLst>
                </p14:cNvPr>
                <p14:cNvContentPartPr/>
                <p14:nvPr/>
              </p14:nvContentPartPr>
              <p14:xfrm>
                <a:off x="7410523" y="4589528"/>
                <a:ext cx="159480" cy="11160"/>
              </p14:xfrm>
            </p:contentPart>
          </mc:Choice>
          <mc:Fallback xmlns="">
            <p:pic>
              <p:nvPicPr>
                <p:cNvPr id="251" name="Ink 250">
                  <a:extLst>
                    <a:ext uri="{FF2B5EF4-FFF2-40B4-BE49-F238E27FC236}">
                      <a16:creationId xmlns:a16="http://schemas.microsoft.com/office/drawing/2014/main" id="{063509D4-4D1E-CBBB-F7D1-4920EDBE0D63}"/>
                    </a:ext>
                  </a:extLst>
                </p:cNvPr>
                <p:cNvPicPr/>
                <p:nvPr/>
              </p:nvPicPr>
              <p:blipFill>
                <a:blip r:embed="rId150"/>
                <a:stretch>
                  <a:fillRect/>
                </a:stretch>
              </p:blipFill>
              <p:spPr>
                <a:xfrm>
                  <a:off x="7401883" y="4580888"/>
                  <a:ext cx="1771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252" name="Ink 251">
                  <a:extLst>
                    <a:ext uri="{FF2B5EF4-FFF2-40B4-BE49-F238E27FC236}">
                      <a16:creationId xmlns:a16="http://schemas.microsoft.com/office/drawing/2014/main" id="{E089417D-7C80-EE2D-EB00-29C702210D10}"/>
                    </a:ext>
                  </a:extLst>
                </p14:cNvPr>
                <p14:cNvContentPartPr/>
                <p14:nvPr/>
              </p14:nvContentPartPr>
              <p14:xfrm>
                <a:off x="7738483" y="4334288"/>
                <a:ext cx="163440" cy="389520"/>
              </p14:xfrm>
            </p:contentPart>
          </mc:Choice>
          <mc:Fallback xmlns="">
            <p:pic>
              <p:nvPicPr>
                <p:cNvPr id="252" name="Ink 251">
                  <a:extLst>
                    <a:ext uri="{FF2B5EF4-FFF2-40B4-BE49-F238E27FC236}">
                      <a16:creationId xmlns:a16="http://schemas.microsoft.com/office/drawing/2014/main" id="{E089417D-7C80-EE2D-EB00-29C702210D10}"/>
                    </a:ext>
                  </a:extLst>
                </p:cNvPr>
                <p:cNvPicPr/>
                <p:nvPr/>
              </p:nvPicPr>
              <p:blipFill>
                <a:blip r:embed="rId152"/>
                <a:stretch>
                  <a:fillRect/>
                </a:stretch>
              </p:blipFill>
              <p:spPr>
                <a:xfrm>
                  <a:off x="7729843" y="4325648"/>
                  <a:ext cx="18108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53" name="Ink 252">
                  <a:extLst>
                    <a:ext uri="{FF2B5EF4-FFF2-40B4-BE49-F238E27FC236}">
                      <a16:creationId xmlns:a16="http://schemas.microsoft.com/office/drawing/2014/main" id="{73966928-6F38-9C3E-44DB-2F028AA1F533}"/>
                    </a:ext>
                  </a:extLst>
                </p14:cNvPr>
                <p14:cNvContentPartPr/>
                <p14:nvPr/>
              </p14:nvContentPartPr>
              <p14:xfrm>
                <a:off x="7993363" y="4465688"/>
                <a:ext cx="313200" cy="136800"/>
              </p14:xfrm>
            </p:contentPart>
          </mc:Choice>
          <mc:Fallback xmlns="">
            <p:pic>
              <p:nvPicPr>
                <p:cNvPr id="253" name="Ink 252">
                  <a:extLst>
                    <a:ext uri="{FF2B5EF4-FFF2-40B4-BE49-F238E27FC236}">
                      <a16:creationId xmlns:a16="http://schemas.microsoft.com/office/drawing/2014/main" id="{73966928-6F38-9C3E-44DB-2F028AA1F533}"/>
                    </a:ext>
                  </a:extLst>
                </p:cNvPr>
                <p:cNvPicPr/>
                <p:nvPr/>
              </p:nvPicPr>
              <p:blipFill>
                <a:blip r:embed="rId154"/>
                <a:stretch>
                  <a:fillRect/>
                </a:stretch>
              </p:blipFill>
              <p:spPr>
                <a:xfrm>
                  <a:off x="7984723" y="4456688"/>
                  <a:ext cx="3308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255" name="Ink 254">
                  <a:extLst>
                    <a:ext uri="{FF2B5EF4-FFF2-40B4-BE49-F238E27FC236}">
                      <a16:creationId xmlns:a16="http://schemas.microsoft.com/office/drawing/2014/main" id="{D7635653-0EF3-292A-68DE-23CDAC043DF5}"/>
                    </a:ext>
                  </a:extLst>
                </p14:cNvPr>
                <p14:cNvContentPartPr/>
                <p14:nvPr/>
              </p14:nvContentPartPr>
              <p14:xfrm>
                <a:off x="8393683" y="4473608"/>
                <a:ext cx="187920" cy="117720"/>
              </p14:xfrm>
            </p:contentPart>
          </mc:Choice>
          <mc:Fallback xmlns="">
            <p:pic>
              <p:nvPicPr>
                <p:cNvPr id="255" name="Ink 254">
                  <a:extLst>
                    <a:ext uri="{FF2B5EF4-FFF2-40B4-BE49-F238E27FC236}">
                      <a16:creationId xmlns:a16="http://schemas.microsoft.com/office/drawing/2014/main" id="{D7635653-0EF3-292A-68DE-23CDAC043DF5}"/>
                    </a:ext>
                  </a:extLst>
                </p:cNvPr>
                <p:cNvPicPr/>
                <p:nvPr/>
              </p:nvPicPr>
              <p:blipFill>
                <a:blip r:embed="rId156"/>
                <a:stretch>
                  <a:fillRect/>
                </a:stretch>
              </p:blipFill>
              <p:spPr>
                <a:xfrm>
                  <a:off x="8384683" y="4464968"/>
                  <a:ext cx="2055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256" name="Ink 255">
                  <a:extLst>
                    <a:ext uri="{FF2B5EF4-FFF2-40B4-BE49-F238E27FC236}">
                      <a16:creationId xmlns:a16="http://schemas.microsoft.com/office/drawing/2014/main" id="{F5CC3BE8-390F-9953-F9DB-62663DBCB65C}"/>
                    </a:ext>
                  </a:extLst>
                </p14:cNvPr>
                <p14:cNvContentPartPr/>
                <p14:nvPr/>
              </p14:nvContentPartPr>
              <p14:xfrm>
                <a:off x="8642803" y="4522928"/>
                <a:ext cx="2160" cy="109080"/>
              </p14:xfrm>
            </p:contentPart>
          </mc:Choice>
          <mc:Fallback xmlns="">
            <p:pic>
              <p:nvPicPr>
                <p:cNvPr id="256" name="Ink 255">
                  <a:extLst>
                    <a:ext uri="{FF2B5EF4-FFF2-40B4-BE49-F238E27FC236}">
                      <a16:creationId xmlns:a16="http://schemas.microsoft.com/office/drawing/2014/main" id="{F5CC3BE8-390F-9953-F9DB-62663DBCB65C}"/>
                    </a:ext>
                  </a:extLst>
                </p:cNvPr>
                <p:cNvPicPr/>
                <p:nvPr/>
              </p:nvPicPr>
              <p:blipFill>
                <a:blip r:embed="rId158"/>
                <a:stretch>
                  <a:fillRect/>
                </a:stretch>
              </p:blipFill>
              <p:spPr>
                <a:xfrm>
                  <a:off x="8634163" y="4513928"/>
                  <a:ext cx="198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257" name="Ink 256">
                  <a:extLst>
                    <a:ext uri="{FF2B5EF4-FFF2-40B4-BE49-F238E27FC236}">
                      <a16:creationId xmlns:a16="http://schemas.microsoft.com/office/drawing/2014/main" id="{FAADF14A-43AD-6DC2-8F2B-BF936A73219A}"/>
                    </a:ext>
                  </a:extLst>
                </p14:cNvPr>
                <p14:cNvContentPartPr/>
                <p14:nvPr/>
              </p14:nvContentPartPr>
              <p14:xfrm>
                <a:off x="8638123" y="4360928"/>
                <a:ext cx="278640" cy="155520"/>
              </p14:xfrm>
            </p:contentPart>
          </mc:Choice>
          <mc:Fallback xmlns="">
            <p:pic>
              <p:nvPicPr>
                <p:cNvPr id="257" name="Ink 256">
                  <a:extLst>
                    <a:ext uri="{FF2B5EF4-FFF2-40B4-BE49-F238E27FC236}">
                      <a16:creationId xmlns:a16="http://schemas.microsoft.com/office/drawing/2014/main" id="{FAADF14A-43AD-6DC2-8F2B-BF936A73219A}"/>
                    </a:ext>
                  </a:extLst>
                </p:cNvPr>
                <p:cNvPicPr/>
                <p:nvPr/>
              </p:nvPicPr>
              <p:blipFill>
                <a:blip r:embed="rId160"/>
                <a:stretch>
                  <a:fillRect/>
                </a:stretch>
              </p:blipFill>
              <p:spPr>
                <a:xfrm>
                  <a:off x="8629123" y="4351928"/>
                  <a:ext cx="2962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258" name="Ink 257">
                  <a:extLst>
                    <a:ext uri="{FF2B5EF4-FFF2-40B4-BE49-F238E27FC236}">
                      <a16:creationId xmlns:a16="http://schemas.microsoft.com/office/drawing/2014/main" id="{7F466B0B-F776-06E5-28C8-3849F9A43E84}"/>
                    </a:ext>
                  </a:extLst>
                </p14:cNvPr>
                <p14:cNvContentPartPr/>
                <p14:nvPr/>
              </p14:nvContentPartPr>
              <p14:xfrm>
                <a:off x="8844403" y="4444448"/>
                <a:ext cx="37800" cy="147240"/>
              </p14:xfrm>
            </p:contentPart>
          </mc:Choice>
          <mc:Fallback xmlns="">
            <p:pic>
              <p:nvPicPr>
                <p:cNvPr id="258" name="Ink 257">
                  <a:extLst>
                    <a:ext uri="{FF2B5EF4-FFF2-40B4-BE49-F238E27FC236}">
                      <a16:creationId xmlns:a16="http://schemas.microsoft.com/office/drawing/2014/main" id="{7F466B0B-F776-06E5-28C8-3849F9A43E84}"/>
                    </a:ext>
                  </a:extLst>
                </p:cNvPr>
                <p:cNvPicPr/>
                <p:nvPr/>
              </p:nvPicPr>
              <p:blipFill>
                <a:blip r:embed="rId162"/>
                <a:stretch>
                  <a:fillRect/>
                </a:stretch>
              </p:blipFill>
              <p:spPr>
                <a:xfrm>
                  <a:off x="8835403" y="4435448"/>
                  <a:ext cx="554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259" name="Ink 258">
                  <a:extLst>
                    <a:ext uri="{FF2B5EF4-FFF2-40B4-BE49-F238E27FC236}">
                      <a16:creationId xmlns:a16="http://schemas.microsoft.com/office/drawing/2014/main" id="{36AC47E5-C12B-4FB1-E643-F3DC1A51D6B1}"/>
                    </a:ext>
                  </a:extLst>
                </p14:cNvPr>
                <p14:cNvContentPartPr/>
                <p14:nvPr/>
              </p14:nvContentPartPr>
              <p14:xfrm>
                <a:off x="8992723" y="4451288"/>
                <a:ext cx="130320" cy="137160"/>
              </p14:xfrm>
            </p:contentPart>
          </mc:Choice>
          <mc:Fallback xmlns="">
            <p:pic>
              <p:nvPicPr>
                <p:cNvPr id="259" name="Ink 258">
                  <a:extLst>
                    <a:ext uri="{FF2B5EF4-FFF2-40B4-BE49-F238E27FC236}">
                      <a16:creationId xmlns:a16="http://schemas.microsoft.com/office/drawing/2014/main" id="{36AC47E5-C12B-4FB1-E643-F3DC1A51D6B1}"/>
                    </a:ext>
                  </a:extLst>
                </p:cNvPr>
                <p:cNvPicPr/>
                <p:nvPr/>
              </p:nvPicPr>
              <p:blipFill>
                <a:blip r:embed="rId164"/>
                <a:stretch>
                  <a:fillRect/>
                </a:stretch>
              </p:blipFill>
              <p:spPr>
                <a:xfrm>
                  <a:off x="8983723" y="4442648"/>
                  <a:ext cx="1479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260" name="Ink 259">
                  <a:extLst>
                    <a:ext uri="{FF2B5EF4-FFF2-40B4-BE49-F238E27FC236}">
                      <a16:creationId xmlns:a16="http://schemas.microsoft.com/office/drawing/2014/main" id="{56978F64-D671-016D-87A9-A5CB4850E940}"/>
                    </a:ext>
                  </a:extLst>
                </p14:cNvPr>
                <p14:cNvContentPartPr/>
                <p14:nvPr/>
              </p14:nvContentPartPr>
              <p14:xfrm>
                <a:off x="9178483" y="4366688"/>
                <a:ext cx="111960" cy="297360"/>
              </p14:xfrm>
            </p:contentPart>
          </mc:Choice>
          <mc:Fallback xmlns="">
            <p:pic>
              <p:nvPicPr>
                <p:cNvPr id="260" name="Ink 259">
                  <a:extLst>
                    <a:ext uri="{FF2B5EF4-FFF2-40B4-BE49-F238E27FC236}">
                      <a16:creationId xmlns:a16="http://schemas.microsoft.com/office/drawing/2014/main" id="{56978F64-D671-016D-87A9-A5CB4850E940}"/>
                    </a:ext>
                  </a:extLst>
                </p:cNvPr>
                <p:cNvPicPr/>
                <p:nvPr/>
              </p:nvPicPr>
              <p:blipFill>
                <a:blip r:embed="rId166"/>
                <a:stretch>
                  <a:fillRect/>
                </a:stretch>
              </p:blipFill>
              <p:spPr>
                <a:xfrm>
                  <a:off x="9169483" y="4357688"/>
                  <a:ext cx="12960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261" name="Ink 260">
                  <a:extLst>
                    <a:ext uri="{FF2B5EF4-FFF2-40B4-BE49-F238E27FC236}">
                      <a16:creationId xmlns:a16="http://schemas.microsoft.com/office/drawing/2014/main" id="{45FD9E2D-0724-B1D8-40FE-B6A5BBAB36A8}"/>
                    </a:ext>
                  </a:extLst>
                </p14:cNvPr>
                <p14:cNvContentPartPr/>
                <p14:nvPr/>
              </p14:nvContentPartPr>
              <p14:xfrm>
                <a:off x="9337603" y="4263368"/>
                <a:ext cx="124920" cy="437040"/>
              </p14:xfrm>
            </p:contentPart>
          </mc:Choice>
          <mc:Fallback xmlns="">
            <p:pic>
              <p:nvPicPr>
                <p:cNvPr id="261" name="Ink 260">
                  <a:extLst>
                    <a:ext uri="{FF2B5EF4-FFF2-40B4-BE49-F238E27FC236}">
                      <a16:creationId xmlns:a16="http://schemas.microsoft.com/office/drawing/2014/main" id="{45FD9E2D-0724-B1D8-40FE-B6A5BBAB36A8}"/>
                    </a:ext>
                  </a:extLst>
                </p:cNvPr>
                <p:cNvPicPr/>
                <p:nvPr/>
              </p:nvPicPr>
              <p:blipFill>
                <a:blip r:embed="rId168"/>
                <a:stretch>
                  <a:fillRect/>
                </a:stretch>
              </p:blipFill>
              <p:spPr>
                <a:xfrm>
                  <a:off x="9328963" y="4254728"/>
                  <a:ext cx="142560" cy="454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9">
            <p14:nvContentPartPr>
              <p14:cNvPr id="263" name="Ink 262">
                <a:extLst>
                  <a:ext uri="{FF2B5EF4-FFF2-40B4-BE49-F238E27FC236}">
                    <a16:creationId xmlns:a16="http://schemas.microsoft.com/office/drawing/2014/main" id="{40D5BA68-8056-7418-12F6-26BDB61BD723}"/>
                  </a:ext>
                </a:extLst>
              </p14:cNvPr>
              <p14:cNvContentPartPr/>
              <p14:nvPr/>
            </p14:nvContentPartPr>
            <p14:xfrm>
              <a:off x="4210123" y="5631368"/>
              <a:ext cx="141480" cy="77400"/>
            </p14:xfrm>
          </p:contentPart>
        </mc:Choice>
        <mc:Fallback xmlns="">
          <p:pic>
            <p:nvPicPr>
              <p:cNvPr id="263" name="Ink 262">
                <a:extLst>
                  <a:ext uri="{FF2B5EF4-FFF2-40B4-BE49-F238E27FC236}">
                    <a16:creationId xmlns:a16="http://schemas.microsoft.com/office/drawing/2014/main" id="{40D5BA68-8056-7418-12F6-26BDB61BD723}"/>
                  </a:ext>
                </a:extLst>
              </p:cNvPr>
              <p:cNvPicPr/>
              <p:nvPr/>
            </p:nvPicPr>
            <p:blipFill>
              <a:blip r:embed="rId170"/>
              <a:stretch>
                <a:fillRect/>
              </a:stretch>
            </p:blipFill>
            <p:spPr>
              <a:xfrm>
                <a:off x="4201483" y="5622368"/>
                <a:ext cx="159120" cy="95040"/>
              </a:xfrm>
              <a:prstGeom prst="rect">
                <a:avLst/>
              </a:prstGeom>
            </p:spPr>
          </p:pic>
        </mc:Fallback>
      </mc:AlternateContent>
      <p:grpSp>
        <p:nvGrpSpPr>
          <p:cNvPr id="275" name="Group 274">
            <a:extLst>
              <a:ext uri="{FF2B5EF4-FFF2-40B4-BE49-F238E27FC236}">
                <a16:creationId xmlns:a16="http://schemas.microsoft.com/office/drawing/2014/main" id="{5FE9AB1A-F7D2-4AD4-2042-8A79EC303DEF}"/>
              </a:ext>
            </a:extLst>
          </p:cNvPr>
          <p:cNvGrpSpPr/>
          <p:nvPr/>
        </p:nvGrpSpPr>
        <p:grpSpPr>
          <a:xfrm>
            <a:off x="4921123" y="5582048"/>
            <a:ext cx="584280" cy="208080"/>
            <a:chOff x="4921123" y="5582048"/>
            <a:chExt cx="584280" cy="208080"/>
          </a:xfrm>
        </p:grpSpPr>
        <mc:AlternateContent xmlns:mc="http://schemas.openxmlformats.org/markup-compatibility/2006" xmlns:p14="http://schemas.microsoft.com/office/powerpoint/2010/main">
          <mc:Choice Requires="p14">
            <p:contentPart p14:bwMode="auto" r:id="rId171">
              <p14:nvContentPartPr>
                <p14:cNvPr id="264" name="Ink 263">
                  <a:extLst>
                    <a:ext uri="{FF2B5EF4-FFF2-40B4-BE49-F238E27FC236}">
                      <a16:creationId xmlns:a16="http://schemas.microsoft.com/office/drawing/2014/main" id="{D5F87559-5E0B-ECCA-D2F1-75F96C72026A}"/>
                    </a:ext>
                  </a:extLst>
                </p14:cNvPr>
                <p14:cNvContentPartPr/>
                <p14:nvPr/>
              </p14:nvContentPartPr>
              <p14:xfrm>
                <a:off x="4921123" y="5679968"/>
                <a:ext cx="161640" cy="3600"/>
              </p14:xfrm>
            </p:contentPart>
          </mc:Choice>
          <mc:Fallback xmlns="">
            <p:pic>
              <p:nvPicPr>
                <p:cNvPr id="264" name="Ink 263">
                  <a:extLst>
                    <a:ext uri="{FF2B5EF4-FFF2-40B4-BE49-F238E27FC236}">
                      <a16:creationId xmlns:a16="http://schemas.microsoft.com/office/drawing/2014/main" id="{D5F87559-5E0B-ECCA-D2F1-75F96C72026A}"/>
                    </a:ext>
                  </a:extLst>
                </p:cNvPr>
                <p:cNvPicPr/>
                <p:nvPr/>
              </p:nvPicPr>
              <p:blipFill>
                <a:blip r:embed="rId172"/>
                <a:stretch>
                  <a:fillRect/>
                </a:stretch>
              </p:blipFill>
              <p:spPr>
                <a:xfrm>
                  <a:off x="4912483" y="5671328"/>
                  <a:ext cx="1792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65" name="Ink 264">
                  <a:extLst>
                    <a:ext uri="{FF2B5EF4-FFF2-40B4-BE49-F238E27FC236}">
                      <a16:creationId xmlns:a16="http://schemas.microsoft.com/office/drawing/2014/main" id="{325B62F2-BC95-84C4-D45B-AECB1EBD550F}"/>
                    </a:ext>
                  </a:extLst>
                </p14:cNvPr>
                <p14:cNvContentPartPr/>
                <p14:nvPr/>
              </p14:nvContentPartPr>
              <p14:xfrm>
                <a:off x="5250523" y="5582048"/>
                <a:ext cx="254880" cy="208080"/>
              </p14:xfrm>
            </p:contentPart>
          </mc:Choice>
          <mc:Fallback xmlns="">
            <p:pic>
              <p:nvPicPr>
                <p:cNvPr id="265" name="Ink 264">
                  <a:extLst>
                    <a:ext uri="{FF2B5EF4-FFF2-40B4-BE49-F238E27FC236}">
                      <a16:creationId xmlns:a16="http://schemas.microsoft.com/office/drawing/2014/main" id="{325B62F2-BC95-84C4-D45B-AECB1EBD550F}"/>
                    </a:ext>
                  </a:extLst>
                </p:cNvPr>
                <p:cNvPicPr/>
                <p:nvPr/>
              </p:nvPicPr>
              <p:blipFill>
                <a:blip r:embed="rId174"/>
                <a:stretch>
                  <a:fillRect/>
                </a:stretch>
              </p:blipFill>
              <p:spPr>
                <a:xfrm>
                  <a:off x="5241523" y="5573048"/>
                  <a:ext cx="272520" cy="225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5">
            <p14:nvContentPartPr>
              <p14:cNvPr id="266" name="Ink 265">
                <a:extLst>
                  <a:ext uri="{FF2B5EF4-FFF2-40B4-BE49-F238E27FC236}">
                    <a16:creationId xmlns:a16="http://schemas.microsoft.com/office/drawing/2014/main" id="{3007D165-3F87-76CB-DF65-5A5F6050CEE5}"/>
                  </a:ext>
                </a:extLst>
              </p14:cNvPr>
              <p14:cNvContentPartPr/>
              <p14:nvPr/>
            </p14:nvContentPartPr>
            <p14:xfrm>
              <a:off x="4945963" y="5914328"/>
              <a:ext cx="687960" cy="23400"/>
            </p14:xfrm>
          </p:contentPart>
        </mc:Choice>
        <mc:Fallback xmlns="">
          <p:pic>
            <p:nvPicPr>
              <p:cNvPr id="266" name="Ink 265">
                <a:extLst>
                  <a:ext uri="{FF2B5EF4-FFF2-40B4-BE49-F238E27FC236}">
                    <a16:creationId xmlns:a16="http://schemas.microsoft.com/office/drawing/2014/main" id="{3007D165-3F87-76CB-DF65-5A5F6050CEE5}"/>
                  </a:ext>
                </a:extLst>
              </p:cNvPr>
              <p:cNvPicPr/>
              <p:nvPr/>
            </p:nvPicPr>
            <p:blipFill>
              <a:blip r:embed="rId176"/>
              <a:stretch>
                <a:fillRect/>
              </a:stretch>
            </p:blipFill>
            <p:spPr>
              <a:xfrm>
                <a:off x="4936963" y="5905688"/>
                <a:ext cx="7056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267" name="Ink 266">
                <a:extLst>
                  <a:ext uri="{FF2B5EF4-FFF2-40B4-BE49-F238E27FC236}">
                    <a16:creationId xmlns:a16="http://schemas.microsoft.com/office/drawing/2014/main" id="{760CC816-D009-499C-6393-7FEAD02BE699}"/>
                  </a:ext>
                </a:extLst>
              </p14:cNvPr>
              <p14:cNvContentPartPr/>
              <p14:nvPr/>
            </p14:nvContentPartPr>
            <p14:xfrm>
              <a:off x="5173483" y="6105128"/>
              <a:ext cx="225720" cy="106920"/>
            </p14:xfrm>
          </p:contentPart>
        </mc:Choice>
        <mc:Fallback xmlns="">
          <p:pic>
            <p:nvPicPr>
              <p:cNvPr id="267" name="Ink 266">
                <a:extLst>
                  <a:ext uri="{FF2B5EF4-FFF2-40B4-BE49-F238E27FC236}">
                    <a16:creationId xmlns:a16="http://schemas.microsoft.com/office/drawing/2014/main" id="{760CC816-D009-499C-6393-7FEAD02BE699}"/>
                  </a:ext>
                </a:extLst>
              </p:cNvPr>
              <p:cNvPicPr/>
              <p:nvPr/>
            </p:nvPicPr>
            <p:blipFill>
              <a:blip r:embed="rId178"/>
              <a:stretch>
                <a:fillRect/>
              </a:stretch>
            </p:blipFill>
            <p:spPr>
              <a:xfrm>
                <a:off x="5164843" y="6096488"/>
                <a:ext cx="243360" cy="124560"/>
              </a:xfrm>
              <a:prstGeom prst="rect">
                <a:avLst/>
              </a:prstGeom>
            </p:spPr>
          </p:pic>
        </mc:Fallback>
      </mc:AlternateContent>
      <p:grpSp>
        <p:nvGrpSpPr>
          <p:cNvPr id="274" name="Group 273">
            <a:extLst>
              <a:ext uri="{FF2B5EF4-FFF2-40B4-BE49-F238E27FC236}">
                <a16:creationId xmlns:a16="http://schemas.microsoft.com/office/drawing/2014/main" id="{C4528442-731B-41A7-8B49-CD121DDC9115}"/>
              </a:ext>
            </a:extLst>
          </p:cNvPr>
          <p:cNvGrpSpPr/>
          <p:nvPr/>
        </p:nvGrpSpPr>
        <p:grpSpPr>
          <a:xfrm>
            <a:off x="6159163" y="5471888"/>
            <a:ext cx="506160" cy="846360"/>
            <a:chOff x="6159163" y="5471888"/>
            <a:chExt cx="506160" cy="846360"/>
          </a:xfrm>
        </p:grpSpPr>
        <mc:AlternateContent xmlns:mc="http://schemas.openxmlformats.org/markup-compatibility/2006" xmlns:p14="http://schemas.microsoft.com/office/powerpoint/2010/main">
          <mc:Choice Requires="p14">
            <p:contentPart p14:bwMode="auto" r:id="rId179">
              <p14:nvContentPartPr>
                <p14:cNvPr id="268" name="Ink 267">
                  <a:extLst>
                    <a:ext uri="{FF2B5EF4-FFF2-40B4-BE49-F238E27FC236}">
                      <a16:creationId xmlns:a16="http://schemas.microsoft.com/office/drawing/2014/main" id="{A2C2B6C7-EC80-3479-27C2-9CD9788B628D}"/>
                    </a:ext>
                  </a:extLst>
                </p14:cNvPr>
                <p14:cNvContentPartPr/>
                <p14:nvPr/>
              </p14:nvContentPartPr>
              <p14:xfrm>
                <a:off x="6159163" y="5643248"/>
                <a:ext cx="438480" cy="333720"/>
              </p14:xfrm>
            </p:contentPart>
          </mc:Choice>
          <mc:Fallback xmlns="">
            <p:pic>
              <p:nvPicPr>
                <p:cNvPr id="268" name="Ink 267">
                  <a:extLst>
                    <a:ext uri="{FF2B5EF4-FFF2-40B4-BE49-F238E27FC236}">
                      <a16:creationId xmlns:a16="http://schemas.microsoft.com/office/drawing/2014/main" id="{A2C2B6C7-EC80-3479-27C2-9CD9788B628D}"/>
                    </a:ext>
                  </a:extLst>
                </p:cNvPr>
                <p:cNvPicPr/>
                <p:nvPr/>
              </p:nvPicPr>
              <p:blipFill>
                <a:blip r:embed="rId180"/>
                <a:stretch>
                  <a:fillRect/>
                </a:stretch>
              </p:blipFill>
              <p:spPr>
                <a:xfrm>
                  <a:off x="6150523" y="5634608"/>
                  <a:ext cx="45612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269" name="Ink 268">
                  <a:extLst>
                    <a:ext uri="{FF2B5EF4-FFF2-40B4-BE49-F238E27FC236}">
                      <a16:creationId xmlns:a16="http://schemas.microsoft.com/office/drawing/2014/main" id="{0BCE8610-6A90-FBA7-052F-105EF1AFFD43}"/>
                    </a:ext>
                  </a:extLst>
                </p14:cNvPr>
                <p14:cNvContentPartPr/>
                <p14:nvPr/>
              </p14:nvContentPartPr>
              <p14:xfrm>
                <a:off x="6304243" y="6239408"/>
                <a:ext cx="3960" cy="78840"/>
              </p14:xfrm>
            </p:contentPart>
          </mc:Choice>
          <mc:Fallback xmlns="">
            <p:pic>
              <p:nvPicPr>
                <p:cNvPr id="269" name="Ink 268">
                  <a:extLst>
                    <a:ext uri="{FF2B5EF4-FFF2-40B4-BE49-F238E27FC236}">
                      <a16:creationId xmlns:a16="http://schemas.microsoft.com/office/drawing/2014/main" id="{0BCE8610-6A90-FBA7-052F-105EF1AFFD43}"/>
                    </a:ext>
                  </a:extLst>
                </p:cNvPr>
                <p:cNvPicPr/>
                <p:nvPr/>
              </p:nvPicPr>
              <p:blipFill>
                <a:blip r:embed="rId182"/>
                <a:stretch>
                  <a:fillRect/>
                </a:stretch>
              </p:blipFill>
              <p:spPr>
                <a:xfrm>
                  <a:off x="6295603" y="6230408"/>
                  <a:ext cx="216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270" name="Ink 269">
                  <a:extLst>
                    <a:ext uri="{FF2B5EF4-FFF2-40B4-BE49-F238E27FC236}">
                      <a16:creationId xmlns:a16="http://schemas.microsoft.com/office/drawing/2014/main" id="{EB59F7CB-E5F9-53D7-B138-47E815D52414}"/>
                    </a:ext>
                  </a:extLst>
                </p14:cNvPr>
                <p14:cNvContentPartPr/>
                <p14:nvPr/>
              </p14:nvContentPartPr>
              <p14:xfrm>
                <a:off x="6283363" y="6074888"/>
                <a:ext cx="38160" cy="25920"/>
              </p14:xfrm>
            </p:contentPart>
          </mc:Choice>
          <mc:Fallback xmlns="">
            <p:pic>
              <p:nvPicPr>
                <p:cNvPr id="270" name="Ink 269">
                  <a:extLst>
                    <a:ext uri="{FF2B5EF4-FFF2-40B4-BE49-F238E27FC236}">
                      <a16:creationId xmlns:a16="http://schemas.microsoft.com/office/drawing/2014/main" id="{EB59F7CB-E5F9-53D7-B138-47E815D52414}"/>
                    </a:ext>
                  </a:extLst>
                </p:cNvPr>
                <p:cNvPicPr/>
                <p:nvPr/>
              </p:nvPicPr>
              <p:blipFill>
                <a:blip r:embed="rId184"/>
                <a:stretch>
                  <a:fillRect/>
                </a:stretch>
              </p:blipFill>
              <p:spPr>
                <a:xfrm>
                  <a:off x="6274723" y="6065888"/>
                  <a:ext cx="558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271" name="Ink 270">
                  <a:extLst>
                    <a:ext uri="{FF2B5EF4-FFF2-40B4-BE49-F238E27FC236}">
                      <a16:creationId xmlns:a16="http://schemas.microsoft.com/office/drawing/2014/main" id="{2010FB02-7EB7-82FF-C7EF-53AAD0B66576}"/>
                    </a:ext>
                  </a:extLst>
                </p14:cNvPr>
                <p14:cNvContentPartPr/>
                <p14:nvPr/>
              </p14:nvContentPartPr>
              <p14:xfrm>
                <a:off x="6419083" y="6184688"/>
                <a:ext cx="79920" cy="78840"/>
              </p14:xfrm>
            </p:contentPart>
          </mc:Choice>
          <mc:Fallback xmlns="">
            <p:pic>
              <p:nvPicPr>
                <p:cNvPr id="271" name="Ink 270">
                  <a:extLst>
                    <a:ext uri="{FF2B5EF4-FFF2-40B4-BE49-F238E27FC236}">
                      <a16:creationId xmlns:a16="http://schemas.microsoft.com/office/drawing/2014/main" id="{2010FB02-7EB7-82FF-C7EF-53AAD0B66576}"/>
                    </a:ext>
                  </a:extLst>
                </p:cNvPr>
                <p:cNvPicPr/>
                <p:nvPr/>
              </p:nvPicPr>
              <p:blipFill>
                <a:blip r:embed="rId186"/>
                <a:stretch>
                  <a:fillRect/>
                </a:stretch>
              </p:blipFill>
              <p:spPr>
                <a:xfrm>
                  <a:off x="6410083" y="6176048"/>
                  <a:ext cx="975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272" name="Ink 271">
                  <a:extLst>
                    <a:ext uri="{FF2B5EF4-FFF2-40B4-BE49-F238E27FC236}">
                      <a16:creationId xmlns:a16="http://schemas.microsoft.com/office/drawing/2014/main" id="{1291F059-1B08-CA06-1599-C5B47157E32A}"/>
                    </a:ext>
                  </a:extLst>
                </p14:cNvPr>
                <p14:cNvContentPartPr/>
                <p14:nvPr/>
              </p14:nvContentPartPr>
              <p14:xfrm>
                <a:off x="6554443" y="6147968"/>
                <a:ext cx="110880" cy="100800"/>
              </p14:xfrm>
            </p:contentPart>
          </mc:Choice>
          <mc:Fallback xmlns="">
            <p:pic>
              <p:nvPicPr>
                <p:cNvPr id="272" name="Ink 271">
                  <a:extLst>
                    <a:ext uri="{FF2B5EF4-FFF2-40B4-BE49-F238E27FC236}">
                      <a16:creationId xmlns:a16="http://schemas.microsoft.com/office/drawing/2014/main" id="{1291F059-1B08-CA06-1599-C5B47157E32A}"/>
                    </a:ext>
                  </a:extLst>
                </p:cNvPr>
                <p:cNvPicPr/>
                <p:nvPr/>
              </p:nvPicPr>
              <p:blipFill>
                <a:blip r:embed="rId188"/>
                <a:stretch>
                  <a:fillRect/>
                </a:stretch>
              </p:blipFill>
              <p:spPr>
                <a:xfrm>
                  <a:off x="6545803" y="6138968"/>
                  <a:ext cx="12852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273" name="Ink 272">
                  <a:extLst>
                    <a:ext uri="{FF2B5EF4-FFF2-40B4-BE49-F238E27FC236}">
                      <a16:creationId xmlns:a16="http://schemas.microsoft.com/office/drawing/2014/main" id="{B5F9E219-2FE8-40CE-7677-9E5115FFB4F3}"/>
                    </a:ext>
                  </a:extLst>
                </p14:cNvPr>
                <p14:cNvContentPartPr/>
                <p14:nvPr/>
              </p14:nvContentPartPr>
              <p14:xfrm>
                <a:off x="6201283" y="5471888"/>
                <a:ext cx="211680" cy="114840"/>
              </p14:xfrm>
            </p:contentPart>
          </mc:Choice>
          <mc:Fallback xmlns="">
            <p:pic>
              <p:nvPicPr>
                <p:cNvPr id="273" name="Ink 272">
                  <a:extLst>
                    <a:ext uri="{FF2B5EF4-FFF2-40B4-BE49-F238E27FC236}">
                      <a16:creationId xmlns:a16="http://schemas.microsoft.com/office/drawing/2014/main" id="{B5F9E219-2FE8-40CE-7677-9E5115FFB4F3}"/>
                    </a:ext>
                  </a:extLst>
                </p:cNvPr>
                <p:cNvPicPr/>
                <p:nvPr/>
              </p:nvPicPr>
              <p:blipFill>
                <a:blip r:embed="rId190"/>
                <a:stretch>
                  <a:fillRect/>
                </a:stretch>
              </p:blipFill>
              <p:spPr>
                <a:xfrm>
                  <a:off x="6192283" y="5462888"/>
                  <a:ext cx="229320" cy="132480"/>
                </a:xfrm>
                <a:prstGeom prst="rect">
                  <a:avLst/>
                </a:prstGeom>
              </p:spPr>
            </p:pic>
          </mc:Fallback>
        </mc:AlternateContent>
      </p:grpSp>
      <p:grpSp>
        <p:nvGrpSpPr>
          <p:cNvPr id="287" name="Group 286">
            <a:extLst>
              <a:ext uri="{FF2B5EF4-FFF2-40B4-BE49-F238E27FC236}">
                <a16:creationId xmlns:a16="http://schemas.microsoft.com/office/drawing/2014/main" id="{66503993-9605-CD81-7674-53CD9AC644DC}"/>
              </a:ext>
            </a:extLst>
          </p:cNvPr>
          <p:cNvGrpSpPr/>
          <p:nvPr/>
        </p:nvGrpSpPr>
        <p:grpSpPr>
          <a:xfrm>
            <a:off x="7023523" y="5453528"/>
            <a:ext cx="1620720" cy="766440"/>
            <a:chOff x="7023523" y="5453528"/>
            <a:chExt cx="1620720" cy="766440"/>
          </a:xfrm>
        </p:grpSpPr>
        <mc:AlternateContent xmlns:mc="http://schemas.openxmlformats.org/markup-compatibility/2006" xmlns:p14="http://schemas.microsoft.com/office/powerpoint/2010/main">
          <mc:Choice Requires="p14">
            <p:contentPart p14:bwMode="auto" r:id="rId191">
              <p14:nvContentPartPr>
                <p14:cNvPr id="276" name="Ink 275">
                  <a:extLst>
                    <a:ext uri="{FF2B5EF4-FFF2-40B4-BE49-F238E27FC236}">
                      <a16:creationId xmlns:a16="http://schemas.microsoft.com/office/drawing/2014/main" id="{43777644-A07C-BD3B-722F-EAB127711F3D}"/>
                    </a:ext>
                  </a:extLst>
                </p14:cNvPr>
                <p14:cNvContentPartPr/>
                <p14:nvPr/>
              </p14:nvContentPartPr>
              <p14:xfrm>
                <a:off x="7023523" y="5470088"/>
                <a:ext cx="145800" cy="518760"/>
              </p14:xfrm>
            </p:contentPart>
          </mc:Choice>
          <mc:Fallback xmlns="">
            <p:pic>
              <p:nvPicPr>
                <p:cNvPr id="276" name="Ink 275">
                  <a:extLst>
                    <a:ext uri="{FF2B5EF4-FFF2-40B4-BE49-F238E27FC236}">
                      <a16:creationId xmlns:a16="http://schemas.microsoft.com/office/drawing/2014/main" id="{43777644-A07C-BD3B-722F-EAB127711F3D}"/>
                    </a:ext>
                  </a:extLst>
                </p:cNvPr>
                <p:cNvPicPr/>
                <p:nvPr/>
              </p:nvPicPr>
              <p:blipFill>
                <a:blip r:embed="rId192"/>
                <a:stretch>
                  <a:fillRect/>
                </a:stretch>
              </p:blipFill>
              <p:spPr>
                <a:xfrm>
                  <a:off x="7014523" y="5461448"/>
                  <a:ext cx="16344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277" name="Ink 276">
                  <a:extLst>
                    <a:ext uri="{FF2B5EF4-FFF2-40B4-BE49-F238E27FC236}">
                      <a16:creationId xmlns:a16="http://schemas.microsoft.com/office/drawing/2014/main" id="{75E31A6C-89E2-905C-084A-365DCE509AB2}"/>
                    </a:ext>
                  </a:extLst>
                </p14:cNvPr>
                <p14:cNvContentPartPr/>
                <p14:nvPr/>
              </p14:nvContentPartPr>
              <p14:xfrm>
                <a:off x="7320163" y="5775008"/>
                <a:ext cx="177840" cy="444960"/>
              </p14:xfrm>
            </p:contentPart>
          </mc:Choice>
          <mc:Fallback xmlns="">
            <p:pic>
              <p:nvPicPr>
                <p:cNvPr id="277" name="Ink 276">
                  <a:extLst>
                    <a:ext uri="{FF2B5EF4-FFF2-40B4-BE49-F238E27FC236}">
                      <a16:creationId xmlns:a16="http://schemas.microsoft.com/office/drawing/2014/main" id="{75E31A6C-89E2-905C-084A-365DCE509AB2}"/>
                    </a:ext>
                  </a:extLst>
                </p:cNvPr>
                <p:cNvPicPr/>
                <p:nvPr/>
              </p:nvPicPr>
              <p:blipFill>
                <a:blip r:embed="rId194"/>
                <a:stretch>
                  <a:fillRect/>
                </a:stretch>
              </p:blipFill>
              <p:spPr>
                <a:xfrm>
                  <a:off x="7311523" y="5766008"/>
                  <a:ext cx="19548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278" name="Ink 277">
                  <a:extLst>
                    <a:ext uri="{FF2B5EF4-FFF2-40B4-BE49-F238E27FC236}">
                      <a16:creationId xmlns:a16="http://schemas.microsoft.com/office/drawing/2014/main" id="{3131BA12-C6B1-4793-1595-E5A4B9EAB1FD}"/>
                    </a:ext>
                  </a:extLst>
                </p14:cNvPr>
                <p14:cNvContentPartPr/>
                <p14:nvPr/>
              </p14:nvContentPartPr>
              <p14:xfrm>
                <a:off x="7587643" y="5859968"/>
                <a:ext cx="3240" cy="86400"/>
              </p14:xfrm>
            </p:contentPart>
          </mc:Choice>
          <mc:Fallback xmlns="">
            <p:pic>
              <p:nvPicPr>
                <p:cNvPr id="278" name="Ink 277">
                  <a:extLst>
                    <a:ext uri="{FF2B5EF4-FFF2-40B4-BE49-F238E27FC236}">
                      <a16:creationId xmlns:a16="http://schemas.microsoft.com/office/drawing/2014/main" id="{3131BA12-C6B1-4793-1595-E5A4B9EAB1FD}"/>
                    </a:ext>
                  </a:extLst>
                </p:cNvPr>
                <p:cNvPicPr/>
                <p:nvPr/>
              </p:nvPicPr>
              <p:blipFill>
                <a:blip r:embed="rId196"/>
                <a:stretch>
                  <a:fillRect/>
                </a:stretch>
              </p:blipFill>
              <p:spPr>
                <a:xfrm>
                  <a:off x="7579003" y="5850968"/>
                  <a:ext cx="208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279" name="Ink 278">
                  <a:extLst>
                    <a:ext uri="{FF2B5EF4-FFF2-40B4-BE49-F238E27FC236}">
                      <a16:creationId xmlns:a16="http://schemas.microsoft.com/office/drawing/2014/main" id="{70928921-9ED0-F00F-51CB-058BDDA7F0D9}"/>
                    </a:ext>
                  </a:extLst>
                </p14:cNvPr>
                <p14:cNvContentPartPr/>
                <p14:nvPr/>
              </p14:nvContentPartPr>
              <p14:xfrm>
                <a:off x="7575043" y="5698328"/>
                <a:ext cx="23760" cy="58680"/>
              </p14:xfrm>
            </p:contentPart>
          </mc:Choice>
          <mc:Fallback xmlns="">
            <p:pic>
              <p:nvPicPr>
                <p:cNvPr id="279" name="Ink 278">
                  <a:extLst>
                    <a:ext uri="{FF2B5EF4-FFF2-40B4-BE49-F238E27FC236}">
                      <a16:creationId xmlns:a16="http://schemas.microsoft.com/office/drawing/2014/main" id="{70928921-9ED0-F00F-51CB-058BDDA7F0D9}"/>
                    </a:ext>
                  </a:extLst>
                </p:cNvPr>
                <p:cNvPicPr/>
                <p:nvPr/>
              </p:nvPicPr>
              <p:blipFill>
                <a:blip r:embed="rId198"/>
                <a:stretch>
                  <a:fillRect/>
                </a:stretch>
              </p:blipFill>
              <p:spPr>
                <a:xfrm>
                  <a:off x="7566403" y="5689328"/>
                  <a:ext cx="4140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80" name="Ink 279">
                  <a:extLst>
                    <a:ext uri="{FF2B5EF4-FFF2-40B4-BE49-F238E27FC236}">
                      <a16:creationId xmlns:a16="http://schemas.microsoft.com/office/drawing/2014/main" id="{0903C357-B39F-E150-43C5-C87A67521B27}"/>
                    </a:ext>
                  </a:extLst>
                </p14:cNvPr>
                <p14:cNvContentPartPr/>
                <p14:nvPr/>
              </p14:nvContentPartPr>
              <p14:xfrm>
                <a:off x="7796443" y="5811368"/>
                <a:ext cx="138600" cy="20160"/>
              </p14:xfrm>
            </p:contentPart>
          </mc:Choice>
          <mc:Fallback xmlns="">
            <p:pic>
              <p:nvPicPr>
                <p:cNvPr id="280" name="Ink 279">
                  <a:extLst>
                    <a:ext uri="{FF2B5EF4-FFF2-40B4-BE49-F238E27FC236}">
                      <a16:creationId xmlns:a16="http://schemas.microsoft.com/office/drawing/2014/main" id="{0903C357-B39F-E150-43C5-C87A67521B27}"/>
                    </a:ext>
                  </a:extLst>
                </p:cNvPr>
                <p:cNvPicPr/>
                <p:nvPr/>
              </p:nvPicPr>
              <p:blipFill>
                <a:blip r:embed="rId200"/>
                <a:stretch>
                  <a:fillRect/>
                </a:stretch>
              </p:blipFill>
              <p:spPr>
                <a:xfrm>
                  <a:off x="7787443" y="5802368"/>
                  <a:ext cx="1562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81" name="Ink 280">
                  <a:extLst>
                    <a:ext uri="{FF2B5EF4-FFF2-40B4-BE49-F238E27FC236}">
                      <a16:creationId xmlns:a16="http://schemas.microsoft.com/office/drawing/2014/main" id="{6BF3AF20-4E24-01CF-EBB8-B49D3B403966}"/>
                    </a:ext>
                  </a:extLst>
                </p14:cNvPr>
                <p14:cNvContentPartPr/>
                <p14:nvPr/>
              </p14:nvContentPartPr>
              <p14:xfrm>
                <a:off x="8088763" y="5741528"/>
                <a:ext cx="187560" cy="457200"/>
              </p14:xfrm>
            </p:contentPart>
          </mc:Choice>
          <mc:Fallback xmlns="">
            <p:pic>
              <p:nvPicPr>
                <p:cNvPr id="281" name="Ink 280">
                  <a:extLst>
                    <a:ext uri="{FF2B5EF4-FFF2-40B4-BE49-F238E27FC236}">
                      <a16:creationId xmlns:a16="http://schemas.microsoft.com/office/drawing/2014/main" id="{6BF3AF20-4E24-01CF-EBB8-B49D3B403966}"/>
                    </a:ext>
                  </a:extLst>
                </p:cNvPr>
                <p:cNvPicPr/>
                <p:nvPr/>
              </p:nvPicPr>
              <p:blipFill>
                <a:blip r:embed="rId202"/>
                <a:stretch>
                  <a:fillRect/>
                </a:stretch>
              </p:blipFill>
              <p:spPr>
                <a:xfrm>
                  <a:off x="8079763" y="5732888"/>
                  <a:ext cx="20520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282" name="Ink 281">
                  <a:extLst>
                    <a:ext uri="{FF2B5EF4-FFF2-40B4-BE49-F238E27FC236}">
                      <a16:creationId xmlns:a16="http://schemas.microsoft.com/office/drawing/2014/main" id="{DFD38ACA-45DD-2101-9CDE-B6F24B391704}"/>
                    </a:ext>
                  </a:extLst>
                </p14:cNvPr>
                <p14:cNvContentPartPr/>
                <p14:nvPr/>
              </p14:nvContentPartPr>
              <p14:xfrm>
                <a:off x="8347963" y="5879408"/>
                <a:ext cx="17280" cy="112680"/>
              </p14:xfrm>
            </p:contentPart>
          </mc:Choice>
          <mc:Fallback xmlns="">
            <p:pic>
              <p:nvPicPr>
                <p:cNvPr id="282" name="Ink 281">
                  <a:extLst>
                    <a:ext uri="{FF2B5EF4-FFF2-40B4-BE49-F238E27FC236}">
                      <a16:creationId xmlns:a16="http://schemas.microsoft.com/office/drawing/2014/main" id="{DFD38ACA-45DD-2101-9CDE-B6F24B391704}"/>
                    </a:ext>
                  </a:extLst>
                </p:cNvPr>
                <p:cNvPicPr/>
                <p:nvPr/>
              </p:nvPicPr>
              <p:blipFill>
                <a:blip r:embed="rId204"/>
                <a:stretch>
                  <a:fillRect/>
                </a:stretch>
              </p:blipFill>
              <p:spPr>
                <a:xfrm>
                  <a:off x="8339323" y="5870768"/>
                  <a:ext cx="34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283" name="Ink 282">
                  <a:extLst>
                    <a:ext uri="{FF2B5EF4-FFF2-40B4-BE49-F238E27FC236}">
                      <a16:creationId xmlns:a16="http://schemas.microsoft.com/office/drawing/2014/main" id="{35022CF8-A53E-BF36-8367-0BC713D80877}"/>
                    </a:ext>
                  </a:extLst>
                </p14:cNvPr>
                <p14:cNvContentPartPr/>
                <p14:nvPr/>
              </p14:nvContentPartPr>
              <p14:xfrm>
                <a:off x="8311963" y="5690768"/>
                <a:ext cx="52560" cy="25560"/>
              </p14:xfrm>
            </p:contentPart>
          </mc:Choice>
          <mc:Fallback xmlns="">
            <p:pic>
              <p:nvPicPr>
                <p:cNvPr id="283" name="Ink 282">
                  <a:extLst>
                    <a:ext uri="{FF2B5EF4-FFF2-40B4-BE49-F238E27FC236}">
                      <a16:creationId xmlns:a16="http://schemas.microsoft.com/office/drawing/2014/main" id="{35022CF8-A53E-BF36-8367-0BC713D80877}"/>
                    </a:ext>
                  </a:extLst>
                </p:cNvPr>
                <p:cNvPicPr/>
                <p:nvPr/>
              </p:nvPicPr>
              <p:blipFill>
                <a:blip r:embed="rId206"/>
                <a:stretch>
                  <a:fillRect/>
                </a:stretch>
              </p:blipFill>
              <p:spPr>
                <a:xfrm>
                  <a:off x="8303323" y="5681768"/>
                  <a:ext cx="702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84" name="Ink 283">
                  <a:extLst>
                    <a:ext uri="{FF2B5EF4-FFF2-40B4-BE49-F238E27FC236}">
                      <a16:creationId xmlns:a16="http://schemas.microsoft.com/office/drawing/2014/main" id="{F2CA96CC-7980-9AD6-17E6-822DC917FBC0}"/>
                    </a:ext>
                  </a:extLst>
                </p14:cNvPr>
                <p14:cNvContentPartPr/>
                <p14:nvPr/>
              </p14:nvContentPartPr>
              <p14:xfrm>
                <a:off x="8183083" y="5545688"/>
                <a:ext cx="117000" cy="111600"/>
              </p14:xfrm>
            </p:contentPart>
          </mc:Choice>
          <mc:Fallback xmlns="">
            <p:pic>
              <p:nvPicPr>
                <p:cNvPr id="284" name="Ink 283">
                  <a:extLst>
                    <a:ext uri="{FF2B5EF4-FFF2-40B4-BE49-F238E27FC236}">
                      <a16:creationId xmlns:a16="http://schemas.microsoft.com/office/drawing/2014/main" id="{F2CA96CC-7980-9AD6-17E6-822DC917FBC0}"/>
                    </a:ext>
                  </a:extLst>
                </p:cNvPr>
                <p:cNvPicPr/>
                <p:nvPr/>
              </p:nvPicPr>
              <p:blipFill>
                <a:blip r:embed="rId208"/>
                <a:stretch>
                  <a:fillRect/>
                </a:stretch>
              </p:blipFill>
              <p:spPr>
                <a:xfrm>
                  <a:off x="8174443" y="5536688"/>
                  <a:ext cx="1346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285" name="Ink 284">
                  <a:extLst>
                    <a:ext uri="{FF2B5EF4-FFF2-40B4-BE49-F238E27FC236}">
                      <a16:creationId xmlns:a16="http://schemas.microsoft.com/office/drawing/2014/main" id="{48446769-514C-B4D8-1609-39FECFD1A0DA}"/>
                    </a:ext>
                  </a:extLst>
                </p14:cNvPr>
                <p14:cNvContentPartPr/>
                <p14:nvPr/>
              </p14:nvContentPartPr>
              <p14:xfrm>
                <a:off x="8524363" y="5453528"/>
                <a:ext cx="119880" cy="525240"/>
              </p14:xfrm>
            </p:contentPart>
          </mc:Choice>
          <mc:Fallback xmlns="">
            <p:pic>
              <p:nvPicPr>
                <p:cNvPr id="285" name="Ink 284">
                  <a:extLst>
                    <a:ext uri="{FF2B5EF4-FFF2-40B4-BE49-F238E27FC236}">
                      <a16:creationId xmlns:a16="http://schemas.microsoft.com/office/drawing/2014/main" id="{48446769-514C-B4D8-1609-39FECFD1A0DA}"/>
                    </a:ext>
                  </a:extLst>
                </p:cNvPr>
                <p:cNvPicPr/>
                <p:nvPr/>
              </p:nvPicPr>
              <p:blipFill>
                <a:blip r:embed="rId210"/>
                <a:stretch>
                  <a:fillRect/>
                </a:stretch>
              </p:blipFill>
              <p:spPr>
                <a:xfrm>
                  <a:off x="8515723" y="5444888"/>
                  <a:ext cx="137520" cy="542880"/>
                </a:xfrm>
                <a:prstGeom prst="rect">
                  <a:avLst/>
                </a:prstGeom>
              </p:spPr>
            </p:pic>
          </mc:Fallback>
        </mc:AlternateContent>
      </p:grpSp>
      <p:grpSp>
        <p:nvGrpSpPr>
          <p:cNvPr id="296" name="Group 295">
            <a:extLst>
              <a:ext uri="{FF2B5EF4-FFF2-40B4-BE49-F238E27FC236}">
                <a16:creationId xmlns:a16="http://schemas.microsoft.com/office/drawing/2014/main" id="{15BB71D5-8DBE-C5F4-1215-68780A96E418}"/>
              </a:ext>
            </a:extLst>
          </p:cNvPr>
          <p:cNvGrpSpPr/>
          <p:nvPr/>
        </p:nvGrpSpPr>
        <p:grpSpPr>
          <a:xfrm>
            <a:off x="3232003" y="5193248"/>
            <a:ext cx="5772240" cy="1445400"/>
            <a:chOff x="3232003" y="5193248"/>
            <a:chExt cx="5772240" cy="1445400"/>
          </a:xfrm>
        </p:grpSpPr>
        <mc:AlternateContent xmlns:mc="http://schemas.openxmlformats.org/markup-compatibility/2006" xmlns:p14="http://schemas.microsoft.com/office/powerpoint/2010/main">
          <mc:Choice Requires="p14">
            <p:contentPart p14:bwMode="auto" r:id="rId211">
              <p14:nvContentPartPr>
                <p14:cNvPr id="292" name="Ink 291">
                  <a:extLst>
                    <a:ext uri="{FF2B5EF4-FFF2-40B4-BE49-F238E27FC236}">
                      <a16:creationId xmlns:a16="http://schemas.microsoft.com/office/drawing/2014/main" id="{7B402636-C51A-43CB-A5A3-A19760CF9417}"/>
                    </a:ext>
                  </a:extLst>
                </p14:cNvPr>
                <p14:cNvContentPartPr/>
                <p14:nvPr/>
              </p14:nvContentPartPr>
              <p14:xfrm>
                <a:off x="3232003" y="5373968"/>
                <a:ext cx="211680" cy="991800"/>
              </p14:xfrm>
            </p:contentPart>
          </mc:Choice>
          <mc:Fallback xmlns="">
            <p:pic>
              <p:nvPicPr>
                <p:cNvPr id="292" name="Ink 291">
                  <a:extLst>
                    <a:ext uri="{FF2B5EF4-FFF2-40B4-BE49-F238E27FC236}">
                      <a16:creationId xmlns:a16="http://schemas.microsoft.com/office/drawing/2014/main" id="{7B402636-C51A-43CB-A5A3-A19760CF9417}"/>
                    </a:ext>
                  </a:extLst>
                </p:cNvPr>
                <p:cNvPicPr/>
                <p:nvPr/>
              </p:nvPicPr>
              <p:blipFill>
                <a:blip r:embed="rId212"/>
                <a:stretch>
                  <a:fillRect/>
                </a:stretch>
              </p:blipFill>
              <p:spPr>
                <a:xfrm>
                  <a:off x="3223003" y="5364968"/>
                  <a:ext cx="229320" cy="100944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93" name="Ink 292">
                  <a:extLst>
                    <a:ext uri="{FF2B5EF4-FFF2-40B4-BE49-F238E27FC236}">
                      <a16:creationId xmlns:a16="http://schemas.microsoft.com/office/drawing/2014/main" id="{879F12AB-4AB3-DEB9-1C11-4D3A4C84BBBB}"/>
                    </a:ext>
                  </a:extLst>
                </p14:cNvPr>
                <p14:cNvContentPartPr/>
                <p14:nvPr/>
              </p14:nvContentPartPr>
              <p14:xfrm>
                <a:off x="3241363" y="5193248"/>
                <a:ext cx="5762880" cy="1247760"/>
              </p14:xfrm>
            </p:contentPart>
          </mc:Choice>
          <mc:Fallback xmlns="">
            <p:pic>
              <p:nvPicPr>
                <p:cNvPr id="293" name="Ink 292">
                  <a:extLst>
                    <a:ext uri="{FF2B5EF4-FFF2-40B4-BE49-F238E27FC236}">
                      <a16:creationId xmlns:a16="http://schemas.microsoft.com/office/drawing/2014/main" id="{879F12AB-4AB3-DEB9-1C11-4D3A4C84BBBB}"/>
                    </a:ext>
                  </a:extLst>
                </p:cNvPr>
                <p:cNvPicPr/>
                <p:nvPr/>
              </p:nvPicPr>
              <p:blipFill>
                <a:blip r:embed="rId214"/>
                <a:stretch>
                  <a:fillRect/>
                </a:stretch>
              </p:blipFill>
              <p:spPr>
                <a:xfrm>
                  <a:off x="3232723" y="5184248"/>
                  <a:ext cx="5780520" cy="12654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95" name="Ink 294">
                  <a:extLst>
                    <a:ext uri="{FF2B5EF4-FFF2-40B4-BE49-F238E27FC236}">
                      <a16:creationId xmlns:a16="http://schemas.microsoft.com/office/drawing/2014/main" id="{7800ED4D-FA03-6840-0425-3AECEA820AA7}"/>
                    </a:ext>
                  </a:extLst>
                </p14:cNvPr>
                <p14:cNvContentPartPr/>
                <p14:nvPr/>
              </p14:nvContentPartPr>
              <p14:xfrm>
                <a:off x="3334243" y="6267128"/>
                <a:ext cx="5649480" cy="371520"/>
              </p14:xfrm>
            </p:contentPart>
          </mc:Choice>
          <mc:Fallback xmlns="">
            <p:pic>
              <p:nvPicPr>
                <p:cNvPr id="295" name="Ink 294">
                  <a:extLst>
                    <a:ext uri="{FF2B5EF4-FFF2-40B4-BE49-F238E27FC236}">
                      <a16:creationId xmlns:a16="http://schemas.microsoft.com/office/drawing/2014/main" id="{7800ED4D-FA03-6840-0425-3AECEA820AA7}"/>
                    </a:ext>
                  </a:extLst>
                </p:cNvPr>
                <p:cNvPicPr/>
                <p:nvPr/>
              </p:nvPicPr>
              <p:blipFill>
                <a:blip r:embed="rId216"/>
                <a:stretch>
                  <a:fillRect/>
                </a:stretch>
              </p:blipFill>
              <p:spPr>
                <a:xfrm>
                  <a:off x="3325603" y="6258128"/>
                  <a:ext cx="5667120" cy="389160"/>
                </a:xfrm>
                <a:prstGeom prst="rect">
                  <a:avLst/>
                </a:prstGeom>
              </p:spPr>
            </p:pic>
          </mc:Fallback>
        </mc:AlternateContent>
      </p:grpSp>
      <p:grpSp>
        <p:nvGrpSpPr>
          <p:cNvPr id="306" name="Group 305">
            <a:extLst>
              <a:ext uri="{FF2B5EF4-FFF2-40B4-BE49-F238E27FC236}">
                <a16:creationId xmlns:a16="http://schemas.microsoft.com/office/drawing/2014/main" id="{505AB235-D563-9AEA-C25E-2BE024C78697}"/>
              </a:ext>
            </a:extLst>
          </p:cNvPr>
          <p:cNvGrpSpPr/>
          <p:nvPr/>
        </p:nvGrpSpPr>
        <p:grpSpPr>
          <a:xfrm>
            <a:off x="2886043" y="1568768"/>
            <a:ext cx="684360" cy="227520"/>
            <a:chOff x="2886043" y="1568768"/>
            <a:chExt cx="684360" cy="227520"/>
          </a:xfrm>
        </p:grpSpPr>
        <mc:AlternateContent xmlns:mc="http://schemas.openxmlformats.org/markup-compatibility/2006" xmlns:p14="http://schemas.microsoft.com/office/powerpoint/2010/main">
          <mc:Choice Requires="p14">
            <p:contentPart p14:bwMode="auto" r:id="rId217">
              <p14:nvContentPartPr>
                <p14:cNvPr id="297" name="Ink 296">
                  <a:extLst>
                    <a:ext uri="{FF2B5EF4-FFF2-40B4-BE49-F238E27FC236}">
                      <a16:creationId xmlns:a16="http://schemas.microsoft.com/office/drawing/2014/main" id="{44BED9F5-DD41-9702-8B4C-13FDF793E47D}"/>
                    </a:ext>
                  </a:extLst>
                </p14:cNvPr>
                <p14:cNvContentPartPr/>
                <p14:nvPr/>
              </p14:nvContentPartPr>
              <p14:xfrm>
                <a:off x="2886043" y="1571648"/>
                <a:ext cx="32760" cy="216720"/>
              </p14:xfrm>
            </p:contentPart>
          </mc:Choice>
          <mc:Fallback xmlns="">
            <p:pic>
              <p:nvPicPr>
                <p:cNvPr id="297" name="Ink 296">
                  <a:extLst>
                    <a:ext uri="{FF2B5EF4-FFF2-40B4-BE49-F238E27FC236}">
                      <a16:creationId xmlns:a16="http://schemas.microsoft.com/office/drawing/2014/main" id="{44BED9F5-DD41-9702-8B4C-13FDF793E47D}"/>
                    </a:ext>
                  </a:extLst>
                </p:cNvPr>
                <p:cNvPicPr/>
                <p:nvPr/>
              </p:nvPicPr>
              <p:blipFill>
                <a:blip r:embed="rId218"/>
                <a:stretch>
                  <a:fillRect/>
                </a:stretch>
              </p:blipFill>
              <p:spPr>
                <a:xfrm>
                  <a:off x="2877043" y="1563008"/>
                  <a:ext cx="504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98" name="Ink 297">
                  <a:extLst>
                    <a:ext uri="{FF2B5EF4-FFF2-40B4-BE49-F238E27FC236}">
                      <a16:creationId xmlns:a16="http://schemas.microsoft.com/office/drawing/2014/main" id="{C4DB3EC6-1D66-33EA-22A8-7FDF9E7F62BC}"/>
                    </a:ext>
                  </a:extLst>
                </p14:cNvPr>
                <p14:cNvContentPartPr/>
                <p14:nvPr/>
              </p14:nvContentPartPr>
              <p14:xfrm>
                <a:off x="2890723" y="1574168"/>
                <a:ext cx="171000" cy="146880"/>
              </p14:xfrm>
            </p:contentPart>
          </mc:Choice>
          <mc:Fallback xmlns="">
            <p:pic>
              <p:nvPicPr>
                <p:cNvPr id="298" name="Ink 297">
                  <a:extLst>
                    <a:ext uri="{FF2B5EF4-FFF2-40B4-BE49-F238E27FC236}">
                      <a16:creationId xmlns:a16="http://schemas.microsoft.com/office/drawing/2014/main" id="{C4DB3EC6-1D66-33EA-22A8-7FDF9E7F62BC}"/>
                    </a:ext>
                  </a:extLst>
                </p:cNvPr>
                <p:cNvPicPr/>
                <p:nvPr/>
              </p:nvPicPr>
              <p:blipFill>
                <a:blip r:embed="rId220"/>
                <a:stretch>
                  <a:fillRect/>
                </a:stretch>
              </p:blipFill>
              <p:spPr>
                <a:xfrm>
                  <a:off x="2881723" y="1565528"/>
                  <a:ext cx="18864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99" name="Ink 298">
                  <a:extLst>
                    <a:ext uri="{FF2B5EF4-FFF2-40B4-BE49-F238E27FC236}">
                      <a16:creationId xmlns:a16="http://schemas.microsoft.com/office/drawing/2014/main" id="{8F47690E-B6EF-2995-097A-C1E58DB4345C}"/>
                    </a:ext>
                  </a:extLst>
                </p14:cNvPr>
                <p14:cNvContentPartPr/>
                <p14:nvPr/>
              </p14:nvContentPartPr>
              <p14:xfrm>
                <a:off x="3052723" y="1573448"/>
                <a:ext cx="109440" cy="215280"/>
              </p14:xfrm>
            </p:contentPart>
          </mc:Choice>
          <mc:Fallback xmlns="">
            <p:pic>
              <p:nvPicPr>
                <p:cNvPr id="299" name="Ink 298">
                  <a:extLst>
                    <a:ext uri="{FF2B5EF4-FFF2-40B4-BE49-F238E27FC236}">
                      <a16:creationId xmlns:a16="http://schemas.microsoft.com/office/drawing/2014/main" id="{8F47690E-B6EF-2995-097A-C1E58DB4345C}"/>
                    </a:ext>
                  </a:extLst>
                </p:cNvPr>
                <p:cNvPicPr/>
                <p:nvPr/>
              </p:nvPicPr>
              <p:blipFill>
                <a:blip r:embed="rId222"/>
                <a:stretch>
                  <a:fillRect/>
                </a:stretch>
              </p:blipFill>
              <p:spPr>
                <a:xfrm>
                  <a:off x="3044083" y="1564448"/>
                  <a:ext cx="12708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300" name="Ink 299">
                  <a:extLst>
                    <a:ext uri="{FF2B5EF4-FFF2-40B4-BE49-F238E27FC236}">
                      <a16:creationId xmlns:a16="http://schemas.microsoft.com/office/drawing/2014/main" id="{2530EEF2-CD22-61A2-3E5F-39C265F0E91D}"/>
                    </a:ext>
                  </a:extLst>
                </p14:cNvPr>
                <p14:cNvContentPartPr/>
                <p14:nvPr/>
              </p14:nvContentPartPr>
              <p14:xfrm>
                <a:off x="3228763" y="1593608"/>
                <a:ext cx="117000" cy="181440"/>
              </p14:xfrm>
            </p:contentPart>
          </mc:Choice>
          <mc:Fallback xmlns="">
            <p:pic>
              <p:nvPicPr>
                <p:cNvPr id="300" name="Ink 299">
                  <a:extLst>
                    <a:ext uri="{FF2B5EF4-FFF2-40B4-BE49-F238E27FC236}">
                      <a16:creationId xmlns:a16="http://schemas.microsoft.com/office/drawing/2014/main" id="{2530EEF2-CD22-61A2-3E5F-39C265F0E91D}"/>
                    </a:ext>
                  </a:extLst>
                </p:cNvPr>
                <p:cNvPicPr/>
                <p:nvPr/>
              </p:nvPicPr>
              <p:blipFill>
                <a:blip r:embed="rId224"/>
                <a:stretch>
                  <a:fillRect/>
                </a:stretch>
              </p:blipFill>
              <p:spPr>
                <a:xfrm>
                  <a:off x="3219763" y="1584608"/>
                  <a:ext cx="1346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301" name="Ink 300">
                  <a:extLst>
                    <a:ext uri="{FF2B5EF4-FFF2-40B4-BE49-F238E27FC236}">
                      <a16:creationId xmlns:a16="http://schemas.microsoft.com/office/drawing/2014/main" id="{FFF9C27D-E6F8-CDFC-0A0D-A56AC6429313}"/>
                    </a:ext>
                  </a:extLst>
                </p14:cNvPr>
                <p14:cNvContentPartPr/>
                <p14:nvPr/>
              </p14:nvContentPartPr>
              <p14:xfrm>
                <a:off x="3431803" y="1649768"/>
                <a:ext cx="138600" cy="146520"/>
              </p14:xfrm>
            </p:contentPart>
          </mc:Choice>
          <mc:Fallback xmlns="">
            <p:pic>
              <p:nvPicPr>
                <p:cNvPr id="301" name="Ink 300">
                  <a:extLst>
                    <a:ext uri="{FF2B5EF4-FFF2-40B4-BE49-F238E27FC236}">
                      <a16:creationId xmlns:a16="http://schemas.microsoft.com/office/drawing/2014/main" id="{FFF9C27D-E6F8-CDFC-0A0D-A56AC6429313}"/>
                    </a:ext>
                  </a:extLst>
                </p:cNvPr>
                <p:cNvPicPr/>
                <p:nvPr/>
              </p:nvPicPr>
              <p:blipFill>
                <a:blip r:embed="rId226"/>
                <a:stretch>
                  <a:fillRect/>
                </a:stretch>
              </p:blipFill>
              <p:spPr>
                <a:xfrm>
                  <a:off x="3423163" y="1640768"/>
                  <a:ext cx="1562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302" name="Ink 301">
                  <a:extLst>
                    <a:ext uri="{FF2B5EF4-FFF2-40B4-BE49-F238E27FC236}">
                      <a16:creationId xmlns:a16="http://schemas.microsoft.com/office/drawing/2014/main" id="{6C2A3333-BB3F-9FC1-6D7D-803F6837C7B6}"/>
                    </a:ext>
                  </a:extLst>
                </p14:cNvPr>
                <p14:cNvContentPartPr/>
                <p14:nvPr/>
              </p14:nvContentPartPr>
              <p14:xfrm>
                <a:off x="3413083" y="1568768"/>
                <a:ext cx="122040" cy="79200"/>
              </p14:xfrm>
            </p:contentPart>
          </mc:Choice>
          <mc:Fallback xmlns="">
            <p:pic>
              <p:nvPicPr>
                <p:cNvPr id="302" name="Ink 301">
                  <a:extLst>
                    <a:ext uri="{FF2B5EF4-FFF2-40B4-BE49-F238E27FC236}">
                      <a16:creationId xmlns:a16="http://schemas.microsoft.com/office/drawing/2014/main" id="{6C2A3333-BB3F-9FC1-6D7D-803F6837C7B6}"/>
                    </a:ext>
                  </a:extLst>
                </p:cNvPr>
                <p:cNvPicPr/>
                <p:nvPr/>
              </p:nvPicPr>
              <p:blipFill>
                <a:blip r:embed="rId228"/>
                <a:stretch>
                  <a:fillRect/>
                </a:stretch>
              </p:blipFill>
              <p:spPr>
                <a:xfrm>
                  <a:off x="3404083" y="1560128"/>
                  <a:ext cx="1396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303" name="Ink 302">
                  <a:extLst>
                    <a:ext uri="{FF2B5EF4-FFF2-40B4-BE49-F238E27FC236}">
                      <a16:creationId xmlns:a16="http://schemas.microsoft.com/office/drawing/2014/main" id="{A44942A3-FA66-8ADA-B06D-EACA79C53C74}"/>
                    </a:ext>
                  </a:extLst>
                </p14:cNvPr>
                <p14:cNvContentPartPr/>
                <p14:nvPr/>
              </p14:nvContentPartPr>
              <p14:xfrm>
                <a:off x="3445123" y="1680008"/>
                <a:ext cx="108360" cy="4680"/>
              </p14:xfrm>
            </p:contentPart>
          </mc:Choice>
          <mc:Fallback xmlns="">
            <p:pic>
              <p:nvPicPr>
                <p:cNvPr id="303" name="Ink 302">
                  <a:extLst>
                    <a:ext uri="{FF2B5EF4-FFF2-40B4-BE49-F238E27FC236}">
                      <a16:creationId xmlns:a16="http://schemas.microsoft.com/office/drawing/2014/main" id="{A44942A3-FA66-8ADA-B06D-EACA79C53C74}"/>
                    </a:ext>
                  </a:extLst>
                </p:cNvPr>
                <p:cNvPicPr/>
                <p:nvPr/>
              </p:nvPicPr>
              <p:blipFill>
                <a:blip r:embed="rId230"/>
                <a:stretch>
                  <a:fillRect/>
                </a:stretch>
              </p:blipFill>
              <p:spPr>
                <a:xfrm>
                  <a:off x="3436483" y="1671008"/>
                  <a:ext cx="1260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305" name="Ink 304">
                  <a:extLst>
                    <a:ext uri="{FF2B5EF4-FFF2-40B4-BE49-F238E27FC236}">
                      <a16:creationId xmlns:a16="http://schemas.microsoft.com/office/drawing/2014/main" id="{D25C346F-4067-6154-B3FB-742883B42620}"/>
                    </a:ext>
                  </a:extLst>
                </p14:cNvPr>
                <p14:cNvContentPartPr/>
                <p14:nvPr/>
              </p14:nvContentPartPr>
              <p14:xfrm>
                <a:off x="3013843" y="1667048"/>
                <a:ext cx="30600" cy="36720"/>
              </p14:xfrm>
            </p:contentPart>
          </mc:Choice>
          <mc:Fallback xmlns="">
            <p:pic>
              <p:nvPicPr>
                <p:cNvPr id="305" name="Ink 304">
                  <a:extLst>
                    <a:ext uri="{FF2B5EF4-FFF2-40B4-BE49-F238E27FC236}">
                      <a16:creationId xmlns:a16="http://schemas.microsoft.com/office/drawing/2014/main" id="{D25C346F-4067-6154-B3FB-742883B42620}"/>
                    </a:ext>
                  </a:extLst>
                </p:cNvPr>
                <p:cNvPicPr/>
                <p:nvPr/>
              </p:nvPicPr>
              <p:blipFill>
                <a:blip r:embed="rId232"/>
                <a:stretch>
                  <a:fillRect/>
                </a:stretch>
              </p:blipFill>
              <p:spPr>
                <a:xfrm>
                  <a:off x="3005203" y="1658408"/>
                  <a:ext cx="48240" cy="54360"/>
                </a:xfrm>
                <a:prstGeom prst="rect">
                  <a:avLst/>
                </a:prstGeom>
              </p:spPr>
            </p:pic>
          </mc:Fallback>
        </mc:AlternateContent>
      </p:grpSp>
      <p:grpSp>
        <p:nvGrpSpPr>
          <p:cNvPr id="317" name="Group 316">
            <a:extLst>
              <a:ext uri="{FF2B5EF4-FFF2-40B4-BE49-F238E27FC236}">
                <a16:creationId xmlns:a16="http://schemas.microsoft.com/office/drawing/2014/main" id="{214114E2-4166-E0C9-16E4-B9E17C7DFF6F}"/>
              </a:ext>
            </a:extLst>
          </p:cNvPr>
          <p:cNvGrpSpPr/>
          <p:nvPr/>
        </p:nvGrpSpPr>
        <p:grpSpPr>
          <a:xfrm>
            <a:off x="2786323" y="3048728"/>
            <a:ext cx="1322640" cy="788760"/>
            <a:chOff x="2786323" y="3048728"/>
            <a:chExt cx="1322640" cy="788760"/>
          </a:xfrm>
        </p:grpSpPr>
        <mc:AlternateContent xmlns:mc="http://schemas.openxmlformats.org/markup-compatibility/2006" xmlns:p14="http://schemas.microsoft.com/office/powerpoint/2010/main">
          <mc:Choice Requires="p14">
            <p:contentPart p14:bwMode="auto" r:id="rId233">
              <p14:nvContentPartPr>
                <p14:cNvPr id="188" name="Ink 187">
                  <a:extLst>
                    <a:ext uri="{FF2B5EF4-FFF2-40B4-BE49-F238E27FC236}">
                      <a16:creationId xmlns:a16="http://schemas.microsoft.com/office/drawing/2014/main" id="{0686FA2F-2404-6AD2-FCDF-C160EA5E2DCD}"/>
                    </a:ext>
                  </a:extLst>
                </p14:cNvPr>
                <p14:cNvContentPartPr/>
                <p14:nvPr/>
              </p14:nvContentPartPr>
              <p14:xfrm>
                <a:off x="3982603" y="3214688"/>
                <a:ext cx="126360" cy="16560"/>
              </p14:xfrm>
            </p:contentPart>
          </mc:Choice>
          <mc:Fallback xmlns="">
            <p:pic>
              <p:nvPicPr>
                <p:cNvPr id="188" name="Ink 187">
                  <a:extLst>
                    <a:ext uri="{FF2B5EF4-FFF2-40B4-BE49-F238E27FC236}">
                      <a16:creationId xmlns:a16="http://schemas.microsoft.com/office/drawing/2014/main" id="{0686FA2F-2404-6AD2-FCDF-C160EA5E2DCD}"/>
                    </a:ext>
                  </a:extLst>
                </p:cNvPr>
                <p:cNvPicPr/>
                <p:nvPr/>
              </p:nvPicPr>
              <p:blipFill>
                <a:blip r:embed="rId234"/>
                <a:stretch>
                  <a:fillRect/>
                </a:stretch>
              </p:blipFill>
              <p:spPr>
                <a:xfrm>
                  <a:off x="3973963" y="3206048"/>
                  <a:ext cx="1440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89" name="Ink 188">
                  <a:extLst>
                    <a:ext uri="{FF2B5EF4-FFF2-40B4-BE49-F238E27FC236}">
                      <a16:creationId xmlns:a16="http://schemas.microsoft.com/office/drawing/2014/main" id="{5D993B55-5DC7-30E4-60D1-F9150B3CBF4D}"/>
                    </a:ext>
                  </a:extLst>
                </p14:cNvPr>
                <p14:cNvContentPartPr/>
                <p14:nvPr/>
              </p14:nvContentPartPr>
              <p14:xfrm>
                <a:off x="4006363" y="3286328"/>
                <a:ext cx="99720" cy="7920"/>
              </p14:xfrm>
            </p:contentPart>
          </mc:Choice>
          <mc:Fallback xmlns="">
            <p:pic>
              <p:nvPicPr>
                <p:cNvPr id="189" name="Ink 188">
                  <a:extLst>
                    <a:ext uri="{FF2B5EF4-FFF2-40B4-BE49-F238E27FC236}">
                      <a16:creationId xmlns:a16="http://schemas.microsoft.com/office/drawing/2014/main" id="{5D993B55-5DC7-30E4-60D1-F9150B3CBF4D}"/>
                    </a:ext>
                  </a:extLst>
                </p:cNvPr>
                <p:cNvPicPr/>
                <p:nvPr/>
              </p:nvPicPr>
              <p:blipFill>
                <a:blip r:embed="rId236"/>
                <a:stretch>
                  <a:fillRect/>
                </a:stretch>
              </p:blipFill>
              <p:spPr>
                <a:xfrm>
                  <a:off x="3997723" y="3277688"/>
                  <a:ext cx="1173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307" name="Ink 306">
                  <a:extLst>
                    <a:ext uri="{FF2B5EF4-FFF2-40B4-BE49-F238E27FC236}">
                      <a16:creationId xmlns:a16="http://schemas.microsoft.com/office/drawing/2014/main" id="{3CC6B8F4-0F8D-27BC-9B24-CABF74CB2A29}"/>
                    </a:ext>
                  </a:extLst>
                </p14:cNvPr>
                <p14:cNvContentPartPr/>
                <p14:nvPr/>
              </p14:nvContentPartPr>
              <p14:xfrm>
                <a:off x="2998363" y="3048728"/>
                <a:ext cx="173520" cy="307800"/>
              </p14:xfrm>
            </p:contentPart>
          </mc:Choice>
          <mc:Fallback xmlns="">
            <p:pic>
              <p:nvPicPr>
                <p:cNvPr id="307" name="Ink 306">
                  <a:extLst>
                    <a:ext uri="{FF2B5EF4-FFF2-40B4-BE49-F238E27FC236}">
                      <a16:creationId xmlns:a16="http://schemas.microsoft.com/office/drawing/2014/main" id="{3CC6B8F4-0F8D-27BC-9B24-CABF74CB2A29}"/>
                    </a:ext>
                  </a:extLst>
                </p:cNvPr>
                <p:cNvPicPr/>
                <p:nvPr/>
              </p:nvPicPr>
              <p:blipFill>
                <a:blip r:embed="rId238"/>
                <a:stretch>
                  <a:fillRect/>
                </a:stretch>
              </p:blipFill>
              <p:spPr>
                <a:xfrm>
                  <a:off x="2989363" y="3040088"/>
                  <a:ext cx="19116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308" name="Ink 307">
                  <a:extLst>
                    <a:ext uri="{FF2B5EF4-FFF2-40B4-BE49-F238E27FC236}">
                      <a16:creationId xmlns:a16="http://schemas.microsoft.com/office/drawing/2014/main" id="{DF00E2C4-82C8-B31E-045C-C10031D6AA4F}"/>
                    </a:ext>
                  </a:extLst>
                </p14:cNvPr>
                <p14:cNvContentPartPr/>
                <p14:nvPr/>
              </p14:nvContentPartPr>
              <p14:xfrm>
                <a:off x="2786323" y="3450848"/>
                <a:ext cx="501840" cy="20880"/>
              </p14:xfrm>
            </p:contentPart>
          </mc:Choice>
          <mc:Fallback xmlns="">
            <p:pic>
              <p:nvPicPr>
                <p:cNvPr id="308" name="Ink 307">
                  <a:extLst>
                    <a:ext uri="{FF2B5EF4-FFF2-40B4-BE49-F238E27FC236}">
                      <a16:creationId xmlns:a16="http://schemas.microsoft.com/office/drawing/2014/main" id="{DF00E2C4-82C8-B31E-045C-C10031D6AA4F}"/>
                    </a:ext>
                  </a:extLst>
                </p:cNvPr>
                <p:cNvPicPr/>
                <p:nvPr/>
              </p:nvPicPr>
              <p:blipFill>
                <a:blip r:embed="rId240"/>
                <a:stretch>
                  <a:fillRect/>
                </a:stretch>
              </p:blipFill>
              <p:spPr>
                <a:xfrm>
                  <a:off x="2777323" y="3442208"/>
                  <a:ext cx="5194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309" name="Ink 308">
                  <a:extLst>
                    <a:ext uri="{FF2B5EF4-FFF2-40B4-BE49-F238E27FC236}">
                      <a16:creationId xmlns:a16="http://schemas.microsoft.com/office/drawing/2014/main" id="{11BE130F-53C7-CFD5-8188-862703946610}"/>
                    </a:ext>
                  </a:extLst>
                </p14:cNvPr>
                <p14:cNvContentPartPr/>
                <p14:nvPr/>
              </p14:nvContentPartPr>
              <p14:xfrm>
                <a:off x="2896123" y="3524648"/>
                <a:ext cx="183600" cy="293760"/>
              </p14:xfrm>
            </p:contentPart>
          </mc:Choice>
          <mc:Fallback xmlns="">
            <p:pic>
              <p:nvPicPr>
                <p:cNvPr id="309" name="Ink 308">
                  <a:extLst>
                    <a:ext uri="{FF2B5EF4-FFF2-40B4-BE49-F238E27FC236}">
                      <a16:creationId xmlns:a16="http://schemas.microsoft.com/office/drawing/2014/main" id="{11BE130F-53C7-CFD5-8188-862703946610}"/>
                    </a:ext>
                  </a:extLst>
                </p:cNvPr>
                <p:cNvPicPr/>
                <p:nvPr/>
              </p:nvPicPr>
              <p:blipFill>
                <a:blip r:embed="rId242"/>
                <a:stretch>
                  <a:fillRect/>
                </a:stretch>
              </p:blipFill>
              <p:spPr>
                <a:xfrm>
                  <a:off x="2887123" y="3515648"/>
                  <a:ext cx="20124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310" name="Ink 309">
                  <a:extLst>
                    <a:ext uri="{FF2B5EF4-FFF2-40B4-BE49-F238E27FC236}">
                      <a16:creationId xmlns:a16="http://schemas.microsoft.com/office/drawing/2014/main" id="{C3C55103-C0F7-3508-CD62-A9A14BEB5191}"/>
                    </a:ext>
                  </a:extLst>
                </p14:cNvPr>
                <p14:cNvContentPartPr/>
                <p14:nvPr/>
              </p14:nvContentPartPr>
              <p14:xfrm>
                <a:off x="3039763" y="3705008"/>
                <a:ext cx="188640" cy="132480"/>
              </p14:xfrm>
            </p:contentPart>
          </mc:Choice>
          <mc:Fallback xmlns="">
            <p:pic>
              <p:nvPicPr>
                <p:cNvPr id="310" name="Ink 309">
                  <a:extLst>
                    <a:ext uri="{FF2B5EF4-FFF2-40B4-BE49-F238E27FC236}">
                      <a16:creationId xmlns:a16="http://schemas.microsoft.com/office/drawing/2014/main" id="{C3C55103-C0F7-3508-CD62-A9A14BEB5191}"/>
                    </a:ext>
                  </a:extLst>
                </p:cNvPr>
                <p:cNvPicPr/>
                <p:nvPr/>
              </p:nvPicPr>
              <p:blipFill>
                <a:blip r:embed="rId244"/>
                <a:stretch>
                  <a:fillRect/>
                </a:stretch>
              </p:blipFill>
              <p:spPr>
                <a:xfrm>
                  <a:off x="3031123" y="3696008"/>
                  <a:ext cx="2062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312" name="Ink 311">
                  <a:extLst>
                    <a:ext uri="{FF2B5EF4-FFF2-40B4-BE49-F238E27FC236}">
                      <a16:creationId xmlns:a16="http://schemas.microsoft.com/office/drawing/2014/main" id="{B702A4E0-D469-10F5-4731-4148239B91A7}"/>
                    </a:ext>
                  </a:extLst>
                </p14:cNvPr>
                <p14:cNvContentPartPr/>
                <p14:nvPr/>
              </p14:nvContentPartPr>
              <p14:xfrm>
                <a:off x="3323083" y="3114968"/>
                <a:ext cx="176040" cy="198720"/>
              </p14:xfrm>
            </p:contentPart>
          </mc:Choice>
          <mc:Fallback xmlns="">
            <p:pic>
              <p:nvPicPr>
                <p:cNvPr id="312" name="Ink 311">
                  <a:extLst>
                    <a:ext uri="{FF2B5EF4-FFF2-40B4-BE49-F238E27FC236}">
                      <a16:creationId xmlns:a16="http://schemas.microsoft.com/office/drawing/2014/main" id="{B702A4E0-D469-10F5-4731-4148239B91A7}"/>
                    </a:ext>
                  </a:extLst>
                </p:cNvPr>
                <p:cNvPicPr/>
                <p:nvPr/>
              </p:nvPicPr>
              <p:blipFill>
                <a:blip r:embed="rId246"/>
                <a:stretch>
                  <a:fillRect/>
                </a:stretch>
              </p:blipFill>
              <p:spPr>
                <a:xfrm>
                  <a:off x="3314083" y="3106328"/>
                  <a:ext cx="19368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313" name="Ink 312">
                  <a:extLst>
                    <a:ext uri="{FF2B5EF4-FFF2-40B4-BE49-F238E27FC236}">
                      <a16:creationId xmlns:a16="http://schemas.microsoft.com/office/drawing/2014/main" id="{761C0381-209D-81CD-E9AC-C45BC18959C8}"/>
                    </a:ext>
                  </a:extLst>
                </p14:cNvPr>
                <p14:cNvContentPartPr/>
                <p14:nvPr/>
              </p14:nvContentPartPr>
              <p14:xfrm>
                <a:off x="3562483" y="3144848"/>
                <a:ext cx="86040" cy="168120"/>
              </p14:xfrm>
            </p:contentPart>
          </mc:Choice>
          <mc:Fallback xmlns="">
            <p:pic>
              <p:nvPicPr>
                <p:cNvPr id="313" name="Ink 312">
                  <a:extLst>
                    <a:ext uri="{FF2B5EF4-FFF2-40B4-BE49-F238E27FC236}">
                      <a16:creationId xmlns:a16="http://schemas.microsoft.com/office/drawing/2014/main" id="{761C0381-209D-81CD-E9AC-C45BC18959C8}"/>
                    </a:ext>
                  </a:extLst>
                </p:cNvPr>
                <p:cNvPicPr/>
                <p:nvPr/>
              </p:nvPicPr>
              <p:blipFill>
                <a:blip r:embed="rId248"/>
                <a:stretch>
                  <a:fillRect/>
                </a:stretch>
              </p:blipFill>
              <p:spPr>
                <a:xfrm>
                  <a:off x="3553483" y="3135848"/>
                  <a:ext cx="1036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314" name="Ink 313">
                  <a:extLst>
                    <a:ext uri="{FF2B5EF4-FFF2-40B4-BE49-F238E27FC236}">
                      <a16:creationId xmlns:a16="http://schemas.microsoft.com/office/drawing/2014/main" id="{ED32EC70-5A5B-08E4-B63A-977B9F89D7AC}"/>
                    </a:ext>
                  </a:extLst>
                </p14:cNvPr>
                <p14:cNvContentPartPr/>
                <p14:nvPr/>
              </p14:nvContentPartPr>
              <p14:xfrm>
                <a:off x="3705763" y="3213608"/>
                <a:ext cx="140760" cy="132480"/>
              </p14:xfrm>
            </p:contentPart>
          </mc:Choice>
          <mc:Fallback xmlns="">
            <p:pic>
              <p:nvPicPr>
                <p:cNvPr id="314" name="Ink 313">
                  <a:extLst>
                    <a:ext uri="{FF2B5EF4-FFF2-40B4-BE49-F238E27FC236}">
                      <a16:creationId xmlns:a16="http://schemas.microsoft.com/office/drawing/2014/main" id="{ED32EC70-5A5B-08E4-B63A-977B9F89D7AC}"/>
                    </a:ext>
                  </a:extLst>
                </p:cNvPr>
                <p:cNvPicPr/>
                <p:nvPr/>
              </p:nvPicPr>
              <p:blipFill>
                <a:blip r:embed="rId250"/>
                <a:stretch>
                  <a:fillRect/>
                </a:stretch>
              </p:blipFill>
              <p:spPr>
                <a:xfrm>
                  <a:off x="3697123" y="3204608"/>
                  <a:ext cx="1584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315" name="Ink 314">
                  <a:extLst>
                    <a:ext uri="{FF2B5EF4-FFF2-40B4-BE49-F238E27FC236}">
                      <a16:creationId xmlns:a16="http://schemas.microsoft.com/office/drawing/2014/main" id="{28BBA3C3-D45D-0075-9303-649F13B15AA0}"/>
                    </a:ext>
                  </a:extLst>
                </p14:cNvPr>
                <p14:cNvContentPartPr/>
                <p14:nvPr/>
              </p14:nvContentPartPr>
              <p14:xfrm>
                <a:off x="3730603" y="3132968"/>
                <a:ext cx="95040" cy="59400"/>
              </p14:xfrm>
            </p:contentPart>
          </mc:Choice>
          <mc:Fallback xmlns="">
            <p:pic>
              <p:nvPicPr>
                <p:cNvPr id="315" name="Ink 314">
                  <a:extLst>
                    <a:ext uri="{FF2B5EF4-FFF2-40B4-BE49-F238E27FC236}">
                      <a16:creationId xmlns:a16="http://schemas.microsoft.com/office/drawing/2014/main" id="{28BBA3C3-D45D-0075-9303-649F13B15AA0}"/>
                    </a:ext>
                  </a:extLst>
                </p:cNvPr>
                <p:cNvPicPr/>
                <p:nvPr/>
              </p:nvPicPr>
              <p:blipFill>
                <a:blip r:embed="rId252"/>
                <a:stretch>
                  <a:fillRect/>
                </a:stretch>
              </p:blipFill>
              <p:spPr>
                <a:xfrm>
                  <a:off x="3721603" y="3123968"/>
                  <a:ext cx="1126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316" name="Ink 315">
                  <a:extLst>
                    <a:ext uri="{FF2B5EF4-FFF2-40B4-BE49-F238E27FC236}">
                      <a16:creationId xmlns:a16="http://schemas.microsoft.com/office/drawing/2014/main" id="{F15B3F1B-2024-A6EF-E62D-D0D6A054F1CF}"/>
                    </a:ext>
                  </a:extLst>
                </p14:cNvPr>
                <p14:cNvContentPartPr/>
                <p14:nvPr/>
              </p14:nvContentPartPr>
              <p14:xfrm>
                <a:off x="3713683" y="3246368"/>
                <a:ext cx="105480" cy="4680"/>
              </p14:xfrm>
            </p:contentPart>
          </mc:Choice>
          <mc:Fallback xmlns="">
            <p:pic>
              <p:nvPicPr>
                <p:cNvPr id="316" name="Ink 315">
                  <a:extLst>
                    <a:ext uri="{FF2B5EF4-FFF2-40B4-BE49-F238E27FC236}">
                      <a16:creationId xmlns:a16="http://schemas.microsoft.com/office/drawing/2014/main" id="{F15B3F1B-2024-A6EF-E62D-D0D6A054F1CF}"/>
                    </a:ext>
                  </a:extLst>
                </p:cNvPr>
                <p:cNvPicPr/>
                <p:nvPr/>
              </p:nvPicPr>
              <p:blipFill>
                <a:blip r:embed="rId254"/>
                <a:stretch>
                  <a:fillRect/>
                </a:stretch>
              </p:blipFill>
              <p:spPr>
                <a:xfrm>
                  <a:off x="3704683" y="3237728"/>
                  <a:ext cx="123120" cy="22320"/>
                </a:xfrm>
                <a:prstGeom prst="rect">
                  <a:avLst/>
                </a:prstGeom>
              </p:spPr>
            </p:pic>
          </mc:Fallback>
        </mc:AlternateContent>
      </p:grpSp>
      <p:grpSp>
        <p:nvGrpSpPr>
          <p:cNvPr id="325" name="Group 324">
            <a:extLst>
              <a:ext uri="{FF2B5EF4-FFF2-40B4-BE49-F238E27FC236}">
                <a16:creationId xmlns:a16="http://schemas.microsoft.com/office/drawing/2014/main" id="{FBA3701C-52FA-5FF3-D71D-ABFDA56ECC3C}"/>
              </a:ext>
            </a:extLst>
          </p:cNvPr>
          <p:cNvGrpSpPr/>
          <p:nvPr/>
        </p:nvGrpSpPr>
        <p:grpSpPr>
          <a:xfrm>
            <a:off x="1978843" y="3147728"/>
            <a:ext cx="503640" cy="340920"/>
            <a:chOff x="1978843" y="3147728"/>
            <a:chExt cx="503640" cy="340920"/>
          </a:xfrm>
        </p:grpSpPr>
        <mc:AlternateContent xmlns:mc="http://schemas.openxmlformats.org/markup-compatibility/2006" xmlns:p14="http://schemas.microsoft.com/office/powerpoint/2010/main">
          <mc:Choice Requires="p14">
            <p:contentPart p14:bwMode="auto" r:id="rId255">
              <p14:nvContentPartPr>
                <p14:cNvPr id="318" name="Ink 317">
                  <a:extLst>
                    <a:ext uri="{FF2B5EF4-FFF2-40B4-BE49-F238E27FC236}">
                      <a16:creationId xmlns:a16="http://schemas.microsoft.com/office/drawing/2014/main" id="{B40830CF-3CDE-5EB7-3296-B8AA10B1AC6E}"/>
                    </a:ext>
                  </a:extLst>
                </p14:cNvPr>
                <p14:cNvContentPartPr/>
                <p14:nvPr/>
              </p14:nvContentPartPr>
              <p14:xfrm>
                <a:off x="1978843" y="3147728"/>
                <a:ext cx="29520" cy="266760"/>
              </p14:xfrm>
            </p:contentPart>
          </mc:Choice>
          <mc:Fallback xmlns="">
            <p:pic>
              <p:nvPicPr>
                <p:cNvPr id="318" name="Ink 317">
                  <a:extLst>
                    <a:ext uri="{FF2B5EF4-FFF2-40B4-BE49-F238E27FC236}">
                      <a16:creationId xmlns:a16="http://schemas.microsoft.com/office/drawing/2014/main" id="{B40830CF-3CDE-5EB7-3296-B8AA10B1AC6E}"/>
                    </a:ext>
                  </a:extLst>
                </p:cNvPr>
                <p:cNvPicPr/>
                <p:nvPr/>
              </p:nvPicPr>
              <p:blipFill>
                <a:blip r:embed="rId256"/>
                <a:stretch>
                  <a:fillRect/>
                </a:stretch>
              </p:blipFill>
              <p:spPr>
                <a:xfrm>
                  <a:off x="1969843" y="3139088"/>
                  <a:ext cx="4716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319" name="Ink 318">
                  <a:extLst>
                    <a:ext uri="{FF2B5EF4-FFF2-40B4-BE49-F238E27FC236}">
                      <a16:creationId xmlns:a16="http://schemas.microsoft.com/office/drawing/2014/main" id="{E96AB059-CE5C-2097-B785-7F249485C5AF}"/>
                    </a:ext>
                  </a:extLst>
                </p14:cNvPr>
                <p14:cNvContentPartPr/>
                <p14:nvPr/>
              </p14:nvContentPartPr>
              <p14:xfrm>
                <a:off x="2009083" y="3185888"/>
                <a:ext cx="168120" cy="211680"/>
              </p14:xfrm>
            </p:contentPart>
          </mc:Choice>
          <mc:Fallback xmlns="">
            <p:pic>
              <p:nvPicPr>
                <p:cNvPr id="319" name="Ink 318">
                  <a:extLst>
                    <a:ext uri="{FF2B5EF4-FFF2-40B4-BE49-F238E27FC236}">
                      <a16:creationId xmlns:a16="http://schemas.microsoft.com/office/drawing/2014/main" id="{E96AB059-CE5C-2097-B785-7F249485C5AF}"/>
                    </a:ext>
                  </a:extLst>
                </p:cNvPr>
                <p:cNvPicPr/>
                <p:nvPr/>
              </p:nvPicPr>
              <p:blipFill>
                <a:blip r:embed="rId258"/>
                <a:stretch>
                  <a:fillRect/>
                </a:stretch>
              </p:blipFill>
              <p:spPr>
                <a:xfrm>
                  <a:off x="2000443" y="3176888"/>
                  <a:ext cx="18576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321" name="Ink 320">
                  <a:extLst>
                    <a:ext uri="{FF2B5EF4-FFF2-40B4-BE49-F238E27FC236}">
                      <a16:creationId xmlns:a16="http://schemas.microsoft.com/office/drawing/2014/main" id="{37C7043C-1A93-1463-B556-20B862C06314}"/>
                    </a:ext>
                  </a:extLst>
                </p14:cNvPr>
                <p14:cNvContentPartPr/>
                <p14:nvPr/>
              </p14:nvContentPartPr>
              <p14:xfrm>
                <a:off x="2173963" y="3353648"/>
                <a:ext cx="144720" cy="135000"/>
              </p14:xfrm>
            </p:contentPart>
          </mc:Choice>
          <mc:Fallback xmlns="">
            <p:pic>
              <p:nvPicPr>
                <p:cNvPr id="321" name="Ink 320">
                  <a:extLst>
                    <a:ext uri="{FF2B5EF4-FFF2-40B4-BE49-F238E27FC236}">
                      <a16:creationId xmlns:a16="http://schemas.microsoft.com/office/drawing/2014/main" id="{37C7043C-1A93-1463-B556-20B862C06314}"/>
                    </a:ext>
                  </a:extLst>
                </p:cNvPr>
                <p:cNvPicPr/>
                <p:nvPr/>
              </p:nvPicPr>
              <p:blipFill>
                <a:blip r:embed="rId260"/>
                <a:stretch>
                  <a:fillRect/>
                </a:stretch>
              </p:blipFill>
              <p:spPr>
                <a:xfrm>
                  <a:off x="2164963" y="3345008"/>
                  <a:ext cx="1623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322" name="Ink 321">
                  <a:extLst>
                    <a:ext uri="{FF2B5EF4-FFF2-40B4-BE49-F238E27FC236}">
                      <a16:creationId xmlns:a16="http://schemas.microsoft.com/office/drawing/2014/main" id="{2ACD6F25-227E-1A8E-01EF-068585911FDD}"/>
                    </a:ext>
                  </a:extLst>
                </p14:cNvPr>
                <p14:cNvContentPartPr/>
                <p14:nvPr/>
              </p14:nvContentPartPr>
              <p14:xfrm>
                <a:off x="2388163" y="3287408"/>
                <a:ext cx="89640" cy="19800"/>
              </p14:xfrm>
            </p:contentPart>
          </mc:Choice>
          <mc:Fallback xmlns="">
            <p:pic>
              <p:nvPicPr>
                <p:cNvPr id="322" name="Ink 321">
                  <a:extLst>
                    <a:ext uri="{FF2B5EF4-FFF2-40B4-BE49-F238E27FC236}">
                      <a16:creationId xmlns:a16="http://schemas.microsoft.com/office/drawing/2014/main" id="{2ACD6F25-227E-1A8E-01EF-068585911FDD}"/>
                    </a:ext>
                  </a:extLst>
                </p:cNvPr>
                <p:cNvPicPr/>
                <p:nvPr/>
              </p:nvPicPr>
              <p:blipFill>
                <a:blip r:embed="rId262"/>
                <a:stretch>
                  <a:fillRect/>
                </a:stretch>
              </p:blipFill>
              <p:spPr>
                <a:xfrm>
                  <a:off x="2379523" y="3278408"/>
                  <a:ext cx="107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323" name="Ink 322">
                  <a:extLst>
                    <a:ext uri="{FF2B5EF4-FFF2-40B4-BE49-F238E27FC236}">
                      <a16:creationId xmlns:a16="http://schemas.microsoft.com/office/drawing/2014/main" id="{9D795CC9-827D-13E8-E4F6-77D0F92E1272}"/>
                    </a:ext>
                  </a:extLst>
                </p14:cNvPr>
                <p14:cNvContentPartPr/>
                <p14:nvPr/>
              </p14:nvContentPartPr>
              <p14:xfrm>
                <a:off x="2395723" y="3354728"/>
                <a:ext cx="86760" cy="7200"/>
              </p14:xfrm>
            </p:contentPart>
          </mc:Choice>
          <mc:Fallback xmlns="">
            <p:pic>
              <p:nvPicPr>
                <p:cNvPr id="323" name="Ink 322">
                  <a:extLst>
                    <a:ext uri="{FF2B5EF4-FFF2-40B4-BE49-F238E27FC236}">
                      <a16:creationId xmlns:a16="http://schemas.microsoft.com/office/drawing/2014/main" id="{9D795CC9-827D-13E8-E4F6-77D0F92E1272}"/>
                    </a:ext>
                  </a:extLst>
                </p:cNvPr>
                <p:cNvPicPr/>
                <p:nvPr/>
              </p:nvPicPr>
              <p:blipFill>
                <a:blip r:embed="rId264"/>
                <a:stretch>
                  <a:fillRect/>
                </a:stretch>
              </p:blipFill>
              <p:spPr>
                <a:xfrm>
                  <a:off x="2387083" y="3345728"/>
                  <a:ext cx="1044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324" name="Ink 323">
                  <a:extLst>
                    <a:ext uri="{FF2B5EF4-FFF2-40B4-BE49-F238E27FC236}">
                      <a16:creationId xmlns:a16="http://schemas.microsoft.com/office/drawing/2014/main" id="{418E14DB-0899-C61D-F6AB-9F7A01A84947}"/>
                    </a:ext>
                  </a:extLst>
                </p14:cNvPr>
                <p14:cNvContentPartPr/>
                <p14:nvPr/>
              </p14:nvContentPartPr>
              <p14:xfrm>
                <a:off x="2227963" y="3367328"/>
                <a:ext cx="39240" cy="15840"/>
              </p14:xfrm>
            </p:contentPart>
          </mc:Choice>
          <mc:Fallback xmlns="">
            <p:pic>
              <p:nvPicPr>
                <p:cNvPr id="324" name="Ink 323">
                  <a:extLst>
                    <a:ext uri="{FF2B5EF4-FFF2-40B4-BE49-F238E27FC236}">
                      <a16:creationId xmlns:a16="http://schemas.microsoft.com/office/drawing/2014/main" id="{418E14DB-0899-C61D-F6AB-9F7A01A84947}"/>
                    </a:ext>
                  </a:extLst>
                </p:cNvPr>
                <p:cNvPicPr/>
                <p:nvPr/>
              </p:nvPicPr>
              <p:blipFill>
                <a:blip r:embed="rId266"/>
                <a:stretch>
                  <a:fillRect/>
                </a:stretch>
              </p:blipFill>
              <p:spPr>
                <a:xfrm>
                  <a:off x="2219323" y="3358328"/>
                  <a:ext cx="56880" cy="33480"/>
                </a:xfrm>
                <a:prstGeom prst="rect">
                  <a:avLst/>
                </a:prstGeom>
              </p:spPr>
            </p:pic>
          </mc:Fallback>
        </mc:AlternateContent>
      </p:grpSp>
    </p:spTree>
    <p:extLst>
      <p:ext uri="{BB962C8B-B14F-4D97-AF65-F5344CB8AC3E}">
        <p14:creationId xmlns:p14="http://schemas.microsoft.com/office/powerpoint/2010/main" val="3131415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4F17E9-FD22-86D8-DA03-6473A42BCE8C}"/>
              </a:ext>
            </a:extLst>
          </p:cNvPr>
          <p:cNvSpPr txBox="1"/>
          <p:nvPr/>
        </p:nvSpPr>
        <p:spPr>
          <a:xfrm>
            <a:off x="842305" y="1325563"/>
            <a:ext cx="10775072" cy="3416320"/>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Now we update the current value of </a:t>
            </a:r>
            <a:r>
              <a:rPr lang="en-US" altLang="en-US" sz="2400" b="1" i="1" dirty="0">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and </a:t>
            </a:r>
            <a:r>
              <a:rPr lang="en-US" altLang="en-US" sz="2400" b="1" i="1" dirty="0">
                <a:latin typeface="Times New Roman" panose="02020603050405020304" pitchFamily="18" charset="0"/>
                <a:cs typeface="Times New Roman" panose="02020603050405020304" pitchFamily="18" charset="0"/>
              </a:rPr>
              <a:t>c</a:t>
            </a:r>
            <a:r>
              <a:rPr lang="en-US" altLang="en-US" sz="2400" dirty="0">
                <a:latin typeface="Times New Roman" panose="02020603050405020304" pitchFamily="18" charset="0"/>
                <a:cs typeface="Times New Roman" panose="02020603050405020304" pitchFamily="18" charset="0"/>
              </a:rPr>
              <a:t> using the following equation:</a:t>
            </a: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We repeat this process until our loss function is a very small value or ideally 0 (which means 0 error). </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The value of </a:t>
            </a:r>
            <a:r>
              <a:rPr lang="en-US" altLang="en-US" sz="2400" b="1" i="1" dirty="0">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and </a:t>
            </a:r>
            <a:r>
              <a:rPr lang="en-US" altLang="en-US" sz="2400" b="1" i="1" dirty="0">
                <a:latin typeface="Times New Roman" panose="02020603050405020304" pitchFamily="18" charset="0"/>
                <a:cs typeface="Times New Roman" panose="02020603050405020304" pitchFamily="18" charset="0"/>
              </a:rPr>
              <a:t>c</a:t>
            </a:r>
            <a:r>
              <a:rPr lang="en-US" altLang="en-US" sz="2400" dirty="0">
                <a:latin typeface="Times New Roman" panose="02020603050405020304" pitchFamily="18" charset="0"/>
                <a:cs typeface="Times New Roman" panose="02020603050405020304" pitchFamily="18" charset="0"/>
              </a:rPr>
              <a:t> that we are left with now will be the optimum values.</a:t>
            </a:r>
          </a:p>
        </p:txBody>
      </p:sp>
      <p:pic>
        <p:nvPicPr>
          <p:cNvPr id="5" name="Picture 4">
            <a:extLst>
              <a:ext uri="{FF2B5EF4-FFF2-40B4-BE49-F238E27FC236}">
                <a16:creationId xmlns:a16="http://schemas.microsoft.com/office/drawing/2014/main" id="{7F22CECB-0CD8-9840-5136-0033F4A874A0}"/>
              </a:ext>
            </a:extLst>
          </p:cNvPr>
          <p:cNvPicPr>
            <a:picLocks noChangeAspect="1"/>
          </p:cNvPicPr>
          <p:nvPr/>
        </p:nvPicPr>
        <p:blipFill>
          <a:blip r:embed="rId2"/>
          <a:stretch>
            <a:fillRect/>
          </a:stretch>
        </p:blipFill>
        <p:spPr>
          <a:xfrm>
            <a:off x="4280242" y="2038664"/>
            <a:ext cx="2162477" cy="971686"/>
          </a:xfrm>
          <a:prstGeom prst="rect">
            <a:avLst/>
          </a:prstGeom>
        </p:spPr>
      </p:pic>
    </p:spTree>
    <p:extLst>
      <p:ext uri="{BB962C8B-B14F-4D97-AF65-F5344CB8AC3E}">
        <p14:creationId xmlns:p14="http://schemas.microsoft.com/office/powerpoint/2010/main" val="2155904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4F17E9-FD22-86D8-DA03-6473A42BCE8C}"/>
              </a:ext>
            </a:extLst>
          </p:cNvPr>
          <p:cNvSpPr txBox="1"/>
          <p:nvPr/>
        </p:nvSpPr>
        <p:spPr>
          <a:xfrm>
            <a:off x="842305" y="1175663"/>
            <a:ext cx="10775072" cy="5262979"/>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Now going back to our analogy of person going down the hill:</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i="1" dirty="0">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can be considered the current position of the person. </a:t>
            </a:r>
          </a:p>
          <a:p>
            <a:pPr marL="342900" indent="-342900">
              <a:buFont typeface="Arial" panose="020B0604020202020204" pitchFamily="34" charset="0"/>
              <a:buChar char="•"/>
            </a:pPr>
            <a:r>
              <a:rPr lang="en-US" altLang="en-US" sz="2400" b="1" i="1" dirty="0">
                <a:latin typeface="Times New Roman" panose="02020603050405020304" pitchFamily="18" charset="0"/>
                <a:cs typeface="Times New Roman" panose="02020603050405020304" pitchFamily="18" charset="0"/>
              </a:rPr>
              <a:t>D</a:t>
            </a:r>
            <a:r>
              <a:rPr lang="en-US" altLang="en-US" sz="2400" dirty="0">
                <a:latin typeface="Times New Roman" panose="02020603050405020304" pitchFamily="18" charset="0"/>
                <a:cs typeface="Times New Roman" panose="02020603050405020304" pitchFamily="18" charset="0"/>
              </a:rPr>
              <a:t> is equivalent to the steepness of the slope and </a:t>
            </a:r>
          </a:p>
          <a:p>
            <a:pPr marL="342900" indent="-342900">
              <a:buFont typeface="Arial" panose="020B0604020202020204" pitchFamily="34" charset="0"/>
              <a:buChar char="•"/>
            </a:pPr>
            <a:r>
              <a:rPr lang="en-US" altLang="en-US" sz="2400" b="1" i="1" dirty="0">
                <a:latin typeface="Times New Roman" panose="02020603050405020304" pitchFamily="18" charset="0"/>
                <a:cs typeface="Times New Roman" panose="02020603050405020304" pitchFamily="18" charset="0"/>
              </a:rPr>
              <a:t>L</a:t>
            </a:r>
            <a:r>
              <a:rPr lang="en-US" altLang="en-US" sz="2400" dirty="0">
                <a:latin typeface="Times New Roman" panose="02020603050405020304" pitchFamily="18" charset="0"/>
                <a:cs typeface="Times New Roman" panose="02020603050405020304" pitchFamily="18" charset="0"/>
              </a:rPr>
              <a:t> can be the speed with which he moves. </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Now the new value of </a:t>
            </a:r>
            <a:r>
              <a:rPr lang="en-US" altLang="en-US" sz="2400" b="1" i="1" dirty="0">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that we calculate using the above equation will be his next position, and </a:t>
            </a:r>
            <a:r>
              <a:rPr lang="en-US" altLang="en-US" sz="2400" b="1" i="1" dirty="0">
                <a:latin typeface="Times New Roman" panose="02020603050405020304" pitchFamily="18" charset="0"/>
                <a:cs typeface="Times New Roman" panose="02020603050405020304" pitchFamily="18" charset="0"/>
              </a:rPr>
              <a:t>L×D</a:t>
            </a:r>
            <a:r>
              <a:rPr lang="en-US" altLang="en-US" sz="2400" dirty="0">
                <a:latin typeface="Times New Roman" panose="02020603050405020304" pitchFamily="18" charset="0"/>
                <a:cs typeface="Times New Roman" panose="02020603050405020304" pitchFamily="18" charset="0"/>
              </a:rPr>
              <a:t> will be the size of the steps he will take. </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When the slope is </a:t>
            </a:r>
            <a:r>
              <a:rPr lang="en-US" altLang="en-US" sz="2400" b="1" dirty="0">
                <a:latin typeface="Times New Roman" panose="02020603050405020304" pitchFamily="18" charset="0"/>
                <a:cs typeface="Times New Roman" panose="02020603050405020304" pitchFamily="18" charset="0"/>
              </a:rPr>
              <a:t>more steep (D is more)</a:t>
            </a:r>
            <a:r>
              <a:rPr lang="en-US" altLang="en-US" sz="2400" dirty="0">
                <a:latin typeface="Times New Roman" panose="02020603050405020304" pitchFamily="18" charset="0"/>
                <a:cs typeface="Times New Roman" panose="02020603050405020304" pitchFamily="18" charset="0"/>
              </a:rPr>
              <a:t> he takes longer steps and when it </a:t>
            </a:r>
            <a:r>
              <a:rPr lang="en-US" altLang="en-US" sz="2400" b="1" dirty="0">
                <a:latin typeface="Times New Roman" panose="02020603050405020304" pitchFamily="18" charset="0"/>
                <a:cs typeface="Times New Roman" panose="02020603050405020304" pitchFamily="18" charset="0"/>
              </a:rPr>
              <a:t>is less steep (D is less)</a:t>
            </a:r>
            <a:r>
              <a:rPr lang="en-US" altLang="en-US" sz="2400" dirty="0">
                <a:latin typeface="Times New Roman" panose="02020603050405020304" pitchFamily="18" charset="0"/>
                <a:cs typeface="Times New Roman" panose="02020603050405020304" pitchFamily="18" charset="0"/>
              </a:rPr>
              <a:t>, he takes smaller steps. </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Finally he arrives at the bottom of the valley which corresponds to our loss = 0. Now with the optimum value of </a:t>
            </a:r>
            <a:r>
              <a:rPr lang="en-US" altLang="en-US" sz="2400" b="1" i="1" dirty="0">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and </a:t>
            </a:r>
            <a:r>
              <a:rPr lang="en-US" altLang="en-US" sz="2400" b="1" i="1" dirty="0">
                <a:latin typeface="Times New Roman" panose="02020603050405020304" pitchFamily="18" charset="0"/>
                <a:cs typeface="Times New Roman" panose="02020603050405020304" pitchFamily="18" charset="0"/>
              </a:rPr>
              <a:t>c</a:t>
            </a:r>
            <a:r>
              <a:rPr lang="en-US" altLang="en-US" sz="2400" dirty="0">
                <a:latin typeface="Times New Roman" panose="02020603050405020304" pitchFamily="18" charset="0"/>
                <a:cs typeface="Times New Roman" panose="02020603050405020304" pitchFamily="18" charset="0"/>
              </a:rPr>
              <a:t> our model is ready to make predictions !</a:t>
            </a:r>
          </a:p>
        </p:txBody>
      </p:sp>
    </p:spTree>
    <p:extLst>
      <p:ext uri="{BB962C8B-B14F-4D97-AF65-F5344CB8AC3E}">
        <p14:creationId xmlns:p14="http://schemas.microsoft.com/office/powerpoint/2010/main" val="89076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4F17E9-FD22-86D8-DA03-6473A42BCE8C}"/>
              </a:ext>
            </a:extLst>
          </p:cNvPr>
          <p:cNvSpPr txBox="1"/>
          <p:nvPr/>
        </p:nvSpPr>
        <p:spPr>
          <a:xfrm>
            <a:off x="842305" y="1175663"/>
            <a:ext cx="10775072" cy="4154984"/>
          </a:xfrm>
          <a:prstGeom prst="rect">
            <a:avLst/>
          </a:prstGeom>
          <a:noFill/>
        </p:spPr>
        <p:txBody>
          <a:bodyPr wrap="square">
            <a:spAutoFit/>
          </a:bodyPr>
          <a:lstStyle/>
          <a:p>
            <a:r>
              <a:rPr lang="en-US" altLang="en-US" sz="2400" b="1" dirty="0">
                <a:latin typeface="Times New Roman" panose="02020603050405020304" pitchFamily="18" charset="0"/>
                <a:cs typeface="Times New Roman" panose="02020603050405020304" pitchFamily="18" charset="0"/>
              </a:rPr>
              <a:t>Why Gradient Descent for Linear Regression?</a:t>
            </a:r>
          </a:p>
          <a:p>
            <a:endParaRPr lang="en-US" alt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Computational Efficiency</a:t>
            </a:r>
            <a:r>
              <a:rPr lang="en-US" altLang="en-US" sz="2400" dirty="0">
                <a:latin typeface="Times New Roman" panose="02020603050405020304" pitchFamily="18" charset="0"/>
                <a:cs typeface="Times New Roman" panose="02020603050405020304" pitchFamily="18" charset="0"/>
              </a:rPr>
              <a:t>: When dealing with large datasets, especially with many features, gradient descent can be more computationally efficient than calculating the closed-form solution directly.</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Iterative Improvement</a:t>
            </a:r>
            <a:r>
              <a:rPr lang="en-US" altLang="en-US" sz="2400" dirty="0">
                <a:latin typeface="Times New Roman" panose="02020603050405020304" pitchFamily="18" charset="0"/>
                <a:cs typeface="Times New Roman" panose="02020603050405020304" pitchFamily="18" charset="0"/>
              </a:rPr>
              <a:t>: Gradient descent allows for incremental improvement. We can see how each step affects the cost and adjust our approach accordingly.</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General Applicability</a:t>
            </a:r>
            <a:r>
              <a:rPr lang="en-US" altLang="en-US" sz="2400" dirty="0">
                <a:latin typeface="Times New Roman" panose="02020603050405020304" pitchFamily="18" charset="0"/>
                <a:cs typeface="Times New Roman" panose="02020603050405020304" pitchFamily="18" charset="0"/>
              </a:rPr>
              <a:t>: Gradient descent is a versatile algorithm that can be applied to various machine learning models, not just linear regression. </a:t>
            </a:r>
          </a:p>
        </p:txBody>
      </p:sp>
    </p:spTree>
    <p:extLst>
      <p:ext uri="{BB962C8B-B14F-4D97-AF65-F5344CB8AC3E}">
        <p14:creationId xmlns:p14="http://schemas.microsoft.com/office/powerpoint/2010/main" val="2814166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for linear regression: Code</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0F43D512-8C81-AC89-3A5E-1A225B72950B}"/>
              </a:ext>
            </a:extLst>
          </p:cNvPr>
          <p:cNvPicPr>
            <a:picLocks noChangeAspect="1"/>
          </p:cNvPicPr>
          <p:nvPr/>
        </p:nvPicPr>
        <p:blipFill>
          <a:blip r:embed="rId2"/>
          <a:stretch>
            <a:fillRect/>
          </a:stretch>
        </p:blipFill>
        <p:spPr>
          <a:xfrm>
            <a:off x="876300" y="1139252"/>
            <a:ext cx="10970811" cy="5546355"/>
          </a:xfrm>
          <a:prstGeom prst="rect">
            <a:avLst/>
          </a:prstGeom>
        </p:spPr>
      </p:pic>
    </p:spTree>
    <p:extLst>
      <p:ext uri="{BB962C8B-B14F-4D97-AF65-F5344CB8AC3E}">
        <p14:creationId xmlns:p14="http://schemas.microsoft.com/office/powerpoint/2010/main" val="690954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Gradient Descent: Reading reference</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9762623-BB1D-1AE3-A6C9-348587A737FE}"/>
              </a:ext>
            </a:extLst>
          </p:cNvPr>
          <p:cNvSpPr txBox="1"/>
          <p:nvPr/>
        </p:nvSpPr>
        <p:spPr>
          <a:xfrm>
            <a:off x="1007197" y="3059667"/>
            <a:ext cx="10505249" cy="193899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hlinkClick r:id="rId2"/>
              </a:rPr>
              <a:t>https://ml-cheatsheet.readthedocs.io/en/latest/gradient_descent.html</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Gradient Descent Visualization: </a:t>
            </a:r>
            <a:r>
              <a:rPr lang="en-US" sz="2400" dirty="0">
                <a:latin typeface="Times New Roman" panose="02020603050405020304" pitchFamily="18" charset="0"/>
                <a:cs typeface="Times New Roman" panose="02020603050405020304" pitchFamily="18" charset="0"/>
                <a:hlinkClick r:id="rId3"/>
              </a:rPr>
              <a:t>https://www.youtube.com/watch?v=IHZwWFHWa-w</a:t>
            </a:r>
            <a:endParaRPr lang="en-US" sz="2400" b="1"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4641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59" y="2362983"/>
            <a:ext cx="7793037" cy="1462088"/>
          </a:xfrm>
          <a:prstGeom prst="rect">
            <a:avLst/>
          </a:prstGeom>
          <a:noFill/>
          <a:ln w="9525">
            <a:noFill/>
            <a:miter lim="800000"/>
            <a:headEnd/>
            <a:tailEnd/>
          </a:ln>
        </p:spPr>
        <p:txBody>
          <a:bodyPr anchor="ctr"/>
          <a:lstStyle/>
          <a:p>
            <a:pPr algn="ctr">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571</TotalTime>
  <Words>1162</Words>
  <Application>Microsoft Office PowerPoint</Application>
  <PresentationFormat>Widescreen</PresentationFormat>
  <Paragraphs>122</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Calibri Light</vt:lpstr>
      <vt:lpstr>Monotype Corsiva</vt:lpstr>
      <vt:lpstr>source-serif-pro</vt:lpstr>
      <vt:lpstr>Times New Roman</vt:lpstr>
      <vt:lpstr>Office 2013 - 2022 Theme</vt:lpstr>
      <vt:lpstr>PowerPoint Presentation</vt:lpstr>
      <vt:lpstr>Outline</vt:lpstr>
      <vt:lpstr>Terms used in ML</vt:lpstr>
      <vt:lpstr>Terms used in ML</vt:lpstr>
      <vt:lpstr>Gradient Descent</vt:lpstr>
      <vt:lpstr>Understanding Gradient Descent</vt:lpstr>
      <vt:lpstr>Gradient Descent</vt:lpstr>
      <vt:lpstr>Gradient Descent</vt:lpstr>
      <vt:lpstr>Gradient Descent</vt:lpstr>
      <vt:lpstr>Gradient Descent for linear regression</vt:lpstr>
      <vt:lpstr>Gradient Descent for linear regression</vt:lpstr>
      <vt:lpstr>Gradient Descent for linear regression</vt:lpstr>
      <vt:lpstr>Gradient Descent for linear regression</vt:lpstr>
      <vt:lpstr>Gradient Descent for linear regression</vt:lpstr>
      <vt:lpstr>Gradient Descent for linear regression</vt:lpstr>
      <vt:lpstr>Gradient Descent for linear regression</vt:lpstr>
      <vt:lpstr>Gradient Descent for linear regression</vt:lpstr>
      <vt:lpstr>Gradient Descent for linear regression: Code</vt:lpstr>
      <vt:lpstr>Gradient Descent: Reading 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 Fatima</dc:creator>
  <cp:lastModifiedBy>Deepika Vatsa</cp:lastModifiedBy>
  <cp:revision>1</cp:revision>
  <dcterms:created xsi:type="dcterms:W3CDTF">2025-07-21T17:24:10Z</dcterms:created>
  <dcterms:modified xsi:type="dcterms:W3CDTF">2025-08-04T09:21:07Z</dcterms:modified>
</cp:coreProperties>
</file>