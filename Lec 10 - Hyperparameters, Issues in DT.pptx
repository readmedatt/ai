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395" r:id="rId2"/>
    <p:sldId id="591" r:id="rId3"/>
    <p:sldId id="593" r:id="rId4"/>
    <p:sldId id="620" r:id="rId5"/>
    <p:sldId id="615" r:id="rId6"/>
    <p:sldId id="616" r:id="rId7"/>
    <p:sldId id="617" r:id="rId8"/>
    <p:sldId id="595" r:id="rId9"/>
    <p:sldId id="618" r:id="rId10"/>
    <p:sldId id="619" r:id="rId11"/>
    <p:sldId id="621" r:id="rId12"/>
    <p:sldId id="622" r:id="rId13"/>
    <p:sldId id="623" r:id="rId14"/>
    <p:sldId id="626" r:id="rId15"/>
    <p:sldId id="627" r:id="rId16"/>
    <p:sldId id="628" r:id="rId17"/>
    <p:sldId id="58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CAADD6-485A-4B66-AEA2-DF6E35DB16E2}" v="7" dt="2025-08-19T06:35:11.6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Vatsa" userId="f7100972-27fe-4ee6-8fb4-ec9b7931b409" providerId="ADAL" clId="{6884C358-F078-41E2-B52A-C991C4377FC1}"/>
    <pc:docChg chg="undo redo custSel addSld delSld modSld">
      <pc:chgData name="Deepika Vatsa" userId="f7100972-27fe-4ee6-8fb4-ec9b7931b409" providerId="ADAL" clId="{6884C358-F078-41E2-B52A-C991C4377FC1}" dt="2025-07-23T05:24:38.241" v="3543" actId="2696"/>
      <pc:docMkLst>
        <pc:docMk/>
      </pc:docMkLst>
      <pc:sldChg chg="addSp delSp modSp mod">
        <pc:chgData name="Deepika Vatsa" userId="f7100972-27fe-4ee6-8fb4-ec9b7931b409" providerId="ADAL" clId="{6884C358-F078-41E2-B52A-C991C4377FC1}" dt="2025-07-23T05:20:50.743" v="3433"/>
        <pc:sldMkLst>
          <pc:docMk/>
          <pc:sldMk cId="0" sldId="257"/>
        </pc:sldMkLst>
        <pc:spChg chg="del">
          <ac:chgData name="Deepika Vatsa" userId="f7100972-27fe-4ee6-8fb4-ec9b7931b409" providerId="ADAL" clId="{6884C358-F078-41E2-B52A-C991C4377FC1}" dt="2025-07-22T09:46:07.314" v="366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46:19.992" v="386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2T09:46:11.087" v="367" actId="478"/>
          <ac:spMkLst>
            <pc:docMk/>
            <pc:sldMk cId="0" sldId="257"/>
            <ac:spMk id="7" creationId="{1ADD9D61-713D-4A99-56C5-830DCBC11A42}"/>
          </ac:spMkLst>
        </pc:spChg>
        <pc:spChg chg="add mod">
          <ac:chgData name="Deepika Vatsa" userId="f7100972-27fe-4ee6-8fb4-ec9b7931b409" providerId="ADAL" clId="{6884C358-F078-41E2-B52A-C991C4377FC1}" dt="2025-07-23T05:16:58.934" v="3366" actId="207"/>
          <ac:spMkLst>
            <pc:docMk/>
            <pc:sldMk cId="0" sldId="257"/>
            <ac:spMk id="8" creationId="{991BA802-3D45-4E0C-D372-BE4FFEF41DD1}"/>
          </ac:spMkLst>
        </pc:spChg>
        <pc:spChg chg="add del mod">
          <ac:chgData name="Deepika Vatsa" userId="f7100972-27fe-4ee6-8fb4-ec9b7931b409" providerId="ADAL" clId="{6884C358-F078-41E2-B52A-C991C4377FC1}" dt="2025-07-22T09:46:21.354" v="387" actId="478"/>
          <ac:spMkLst>
            <pc:docMk/>
            <pc:sldMk cId="0" sldId="257"/>
            <ac:spMk id="10" creationId="{B8D89D22-2E94-CDDE-9114-30348B772120}"/>
          </ac:spMkLst>
        </pc:spChg>
        <pc:picChg chg="add mod">
          <ac:chgData name="Deepika Vatsa" userId="f7100972-27fe-4ee6-8fb4-ec9b7931b409" providerId="ADAL" clId="{6884C358-F078-41E2-B52A-C991C4377FC1}" dt="2025-07-22T09:46:31.182" v="390" actId="1076"/>
          <ac:picMkLst>
            <pc:docMk/>
            <pc:sldMk cId="0" sldId="257"/>
            <ac:picMk id="11" creationId="{C4C88D64-41B1-3E23-255C-8D6CD72FE16B}"/>
          </ac:picMkLst>
        </pc:picChg>
        <pc:cxnChg chg="add mod">
          <ac:chgData name="Deepika Vatsa" userId="f7100972-27fe-4ee6-8fb4-ec9b7931b409" providerId="ADAL" clId="{6884C358-F078-41E2-B52A-C991C4377FC1}" dt="2025-07-23T05:20:50.743" v="3433"/>
          <ac:cxnSpMkLst>
            <pc:docMk/>
            <pc:sldMk cId="0" sldId="257"/>
            <ac:cxnSpMk id="2" creationId="{CBA55D45-5BC0-2827-B096-7BB0262967E4}"/>
          </ac:cxnSpMkLst>
        </pc:cxnChg>
        <pc:cxnChg chg="del">
          <ac:chgData name="Deepika Vatsa" userId="f7100972-27fe-4ee6-8fb4-ec9b7931b409" providerId="ADAL" clId="{6884C358-F078-41E2-B52A-C991C4377FC1}" dt="2025-07-23T05:20:50.377" v="3432" actId="478"/>
          <ac:cxnSpMkLst>
            <pc:docMk/>
            <pc:sldMk cId="0" sldId="257"/>
            <ac:cxnSpMk id="5" creationId="{D12CAC9D-CDF2-ED92-8F02-70DAC510318D}"/>
          </ac:cxnSpMkLst>
        </pc:cxnChg>
      </pc:sldChg>
      <pc:sldChg chg="addSp delSp modSp mod">
        <pc:chgData name="Deepika Vatsa" userId="f7100972-27fe-4ee6-8fb4-ec9b7931b409" providerId="ADAL" clId="{6884C358-F078-41E2-B52A-C991C4377FC1}" dt="2025-07-23T05:21:07.139" v="3444" actId="1036"/>
        <pc:sldMkLst>
          <pc:docMk/>
          <pc:sldMk cId="0" sldId="258"/>
        </pc:sldMkLst>
        <pc:spChg chg="mod">
          <ac:chgData name="Deepika Vatsa" userId="f7100972-27fe-4ee6-8fb4-ec9b7931b409" providerId="ADAL" clId="{6884C358-F078-41E2-B52A-C991C4377FC1}" dt="2025-07-23T05:21:07.139" v="3444" actId="10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58:53.373" v="693" actId="113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09:58:39.592" v="690" actId="478"/>
          <ac:spMkLst>
            <pc:docMk/>
            <pc:sldMk cId="0" sldId="258"/>
            <ac:spMk id="4" creationId="{00000000-0000-0000-0000-000000000000}"/>
          </ac:spMkLst>
        </pc:spChg>
        <pc:spChg chg="add del mod ord">
          <ac:chgData name="Deepika Vatsa" userId="f7100972-27fe-4ee6-8fb4-ec9b7931b409" providerId="ADAL" clId="{6884C358-F078-41E2-B52A-C991C4377FC1}" dt="2025-07-22T09:57:25.796" v="671" actId="478"/>
          <ac:spMkLst>
            <pc:docMk/>
            <pc:sldMk cId="0" sldId="258"/>
            <ac:spMk id="6" creationId="{BA9307D0-EBDA-93E8-6688-2F7B8C8E0E6C}"/>
          </ac:spMkLst>
        </pc:spChg>
        <pc:cxnChg chg="add mod">
          <ac:chgData name="Deepika Vatsa" userId="f7100972-27fe-4ee6-8fb4-ec9b7931b409" providerId="ADAL" clId="{6884C358-F078-41E2-B52A-C991C4377FC1}" dt="2025-07-23T05:21:02.836" v="3439"/>
          <ac:cxnSpMkLst>
            <pc:docMk/>
            <pc:sldMk cId="0" sldId="258"/>
            <ac:cxnSpMk id="4" creationId="{14743623-04A4-B42C-4A68-90F92DBBA454}"/>
          </ac:cxnSpMkLst>
        </pc:cxnChg>
        <pc:cxnChg chg="del">
          <ac:chgData name="Deepika Vatsa" userId="f7100972-27fe-4ee6-8fb4-ec9b7931b409" providerId="ADAL" clId="{6884C358-F078-41E2-B52A-C991C4377FC1}" dt="2025-07-23T05:21:02.444" v="3438" actId="478"/>
          <ac:cxnSpMkLst>
            <pc:docMk/>
            <pc:sldMk cId="0" sldId="258"/>
            <ac:cxnSpMk id="5" creationId="{7F0521BD-D115-2D03-6CC7-BFE0E882D8F6}"/>
          </ac:cxnSpMkLst>
        </pc:cxnChg>
      </pc:sldChg>
      <pc:sldChg chg="modSp del">
        <pc:chgData name="Deepika Vatsa" userId="f7100972-27fe-4ee6-8fb4-ec9b7931b409" providerId="ADAL" clId="{6884C358-F078-41E2-B52A-C991C4377FC1}" dt="2025-07-22T10:01:31.830" v="728" actId="47"/>
        <pc:sldMkLst>
          <pc:docMk/>
          <pc:sldMk cId="0" sldId="259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59"/>
            <ac:spMk id="4" creationId="{00000000-0000-0000-0000-000000000000}"/>
          </ac:spMkLst>
        </pc:spChg>
      </pc:sldChg>
      <pc:sldChg chg="modSp del mod">
        <pc:chgData name="Deepika Vatsa" userId="f7100972-27fe-4ee6-8fb4-ec9b7931b409" providerId="ADAL" clId="{6884C358-F078-41E2-B52A-C991C4377FC1}" dt="2025-07-23T05:06:18.427" v="3264" actId="2696"/>
        <pc:sldMkLst>
          <pc:docMk/>
          <pc:sldMk cId="0" sldId="262"/>
        </pc:sldMkLst>
        <pc:spChg chg="mod">
          <ac:chgData name="Deepika Vatsa" userId="f7100972-27fe-4ee6-8fb4-ec9b7931b409" providerId="ADAL" clId="{6884C358-F078-41E2-B52A-C991C4377FC1}" dt="2025-07-22T10:02:14.578" v="730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10:06:11.393" v="778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62"/>
            <ac:spMk id="4" creationId="{00000000-0000-0000-0000-000000000000}"/>
          </ac:spMkLst>
        </pc:spChg>
      </pc:sldChg>
      <pc:sldChg chg="addSp delSp modSp del mod">
        <pc:chgData name="Deepika Vatsa" userId="f7100972-27fe-4ee6-8fb4-ec9b7931b409" providerId="ADAL" clId="{6884C358-F078-41E2-B52A-C991C4377FC1}" dt="2025-07-22T10:06:14.611" v="779" actId="47"/>
        <pc:sldMkLst>
          <pc:docMk/>
          <pc:sldMk cId="0" sldId="263"/>
        </pc:sldMkLst>
        <pc:spChg chg="mod">
          <ac:chgData name="Deepika Vatsa" userId="f7100972-27fe-4ee6-8fb4-ec9b7931b409" providerId="ADAL" clId="{6884C358-F078-41E2-B52A-C991C4377FC1}" dt="2025-07-22T10:05:23.938" v="763" actId="12"/>
          <ac:spMkLst>
            <pc:docMk/>
            <pc:sldMk cId="0" sldId="263"/>
            <ac:spMk id="3" creationId="{00000000-0000-0000-0000-000000000000}"/>
          </ac:spMkLst>
        </pc:spChg>
        <pc:picChg chg="add del mod">
          <ac:chgData name="Deepika Vatsa" userId="f7100972-27fe-4ee6-8fb4-ec9b7931b409" providerId="ADAL" clId="{6884C358-F078-41E2-B52A-C991C4377FC1}" dt="2025-07-22T10:05:49.915" v="769" actId="21"/>
          <ac:picMkLst>
            <pc:docMk/>
            <pc:sldMk cId="0" sldId="263"/>
            <ac:picMk id="4" creationId="{830F81FE-6170-E751-2692-A3AADFCECC17}"/>
          </ac:picMkLst>
        </pc:picChg>
        <pc:picChg chg="del mod">
          <ac:chgData name="Deepika Vatsa" userId="f7100972-27fe-4ee6-8fb4-ec9b7931b409" providerId="ADAL" clId="{6884C358-F078-41E2-B52A-C991C4377FC1}" dt="2025-07-22T10:03:48.859" v="755" actId="478"/>
          <ac:picMkLst>
            <pc:docMk/>
            <pc:sldMk cId="0" sldId="263"/>
            <ac:picMk id="1026" creationId="{EF6DEE9D-3770-CBC7-7CDA-ABFEBECE9A8B}"/>
          </ac:picMkLst>
        </pc:picChg>
      </pc:sldChg>
      <pc:sldChg chg="del">
        <pc:chgData name="Deepika Vatsa" userId="f7100972-27fe-4ee6-8fb4-ec9b7931b409" providerId="ADAL" clId="{6884C358-F078-41E2-B52A-C991C4377FC1}" dt="2025-07-22T10:08:25.100" v="799" actId="47"/>
        <pc:sldMkLst>
          <pc:docMk/>
          <pc:sldMk cId="0" sldId="264"/>
        </pc:sldMkLst>
      </pc:sldChg>
      <pc:sldChg chg="addSp delSp modSp mod">
        <pc:chgData name="Deepika Vatsa" userId="f7100972-27fe-4ee6-8fb4-ec9b7931b409" providerId="ADAL" clId="{6884C358-F078-41E2-B52A-C991C4377FC1}" dt="2025-07-23T05:20:12.441" v="3415"/>
        <pc:sldMkLst>
          <pc:docMk/>
          <pc:sldMk cId="0" sldId="276"/>
        </pc:sldMkLst>
        <pc:spChg chg="mod">
          <ac:chgData name="Deepika Vatsa" userId="f7100972-27fe-4ee6-8fb4-ec9b7931b409" providerId="ADAL" clId="{6884C358-F078-41E2-B52A-C991C4377FC1}" dt="2025-07-23T05:15:49.357" v="3349" actId="207"/>
          <ac:spMkLst>
            <pc:docMk/>
            <pc:sldMk cId="0" sldId="276"/>
            <ac:spMk id="2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09:30:00.857" v="194" actId="478"/>
          <ac:spMkLst>
            <pc:docMk/>
            <pc:sldMk cId="0" sldId="276"/>
            <ac:spMk id="4" creationId="{00000000-0000-0000-0000-000000000000}"/>
          </ac:spMkLst>
        </pc:spChg>
        <pc:spChg chg="add del mod or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6" creationId="{DF1F7109-6D42-A6CD-F452-0870CFC44C57}"/>
          </ac:spMkLst>
        </pc:spChg>
        <pc:spChg chg="add 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29:47.313" v="184"/>
          <ac:spMkLst>
            <pc:docMk/>
            <pc:sldMk cId="0" sldId="276"/>
            <ac:spMk id="9" creationId="{43D22531-29B1-0753-0946-7FE02105E3BE}"/>
          </ac:spMkLst>
        </pc:spChg>
        <pc:spChg chg="add 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10" creationId="{762B94E8-9E92-C874-B94F-CA816E8E5609}"/>
          </ac:spMkLst>
        </pc:spChg>
        <pc:spChg chg="add del mod">
          <ac:chgData name="Deepika Vatsa" userId="f7100972-27fe-4ee6-8fb4-ec9b7931b409" providerId="ADAL" clId="{6884C358-F078-41E2-B52A-C991C4377FC1}" dt="2025-07-22T10:51:55.493" v="2858" actId="478"/>
          <ac:spMkLst>
            <pc:docMk/>
            <pc:sldMk cId="0" sldId="276"/>
            <ac:spMk id="12" creationId="{761C11D7-EAE4-DE47-846C-5394B9B4B7D2}"/>
          </ac:spMkLst>
        </pc:spChg>
        <pc:spChg chg="add mod">
          <ac:chgData name="Deepika Vatsa" userId="f7100972-27fe-4ee6-8fb4-ec9b7931b409" providerId="ADAL" clId="{6884C358-F078-41E2-B52A-C991C4377FC1}" dt="2025-07-22T10:58:29.586" v="3175" actId="1076"/>
          <ac:spMkLst>
            <pc:docMk/>
            <pc:sldMk cId="0" sldId="276"/>
            <ac:spMk id="13" creationId="{05B054CE-66A9-69B7-25DF-5E63A7E7226F}"/>
          </ac:spMkLst>
        </pc:spChg>
        <pc:graphicFrameChg chg="add del mod modGraphic">
          <ac:chgData name="Deepika Vatsa" userId="f7100972-27fe-4ee6-8fb4-ec9b7931b409" providerId="ADAL" clId="{6884C358-F078-41E2-B52A-C991C4377FC1}" dt="2025-07-22T10:58:21.671" v="3172" actId="478"/>
          <ac:graphicFrameMkLst>
            <pc:docMk/>
            <pc:sldMk cId="0" sldId="276"/>
            <ac:graphicFrameMk id="14" creationId="{15B9210D-0693-05A9-B8B7-394487320ED6}"/>
          </ac:graphicFrameMkLst>
        </pc:graphicFrameChg>
        <pc:cxnChg chg="add mod">
          <ac:chgData name="Deepika Vatsa" userId="f7100972-27fe-4ee6-8fb4-ec9b7931b409" providerId="ADAL" clId="{6884C358-F078-41E2-B52A-C991C4377FC1}" dt="2025-07-23T05:20:12.441" v="3415"/>
          <ac:cxnSpMkLst>
            <pc:docMk/>
            <pc:sldMk cId="0" sldId="276"/>
            <ac:cxnSpMk id="3" creationId="{A353B9D7-DA76-EC76-62EC-B68A91A5CACC}"/>
          </ac:cxnSpMkLst>
        </pc:cxnChg>
        <pc:cxnChg chg="del">
          <ac:chgData name="Deepika Vatsa" userId="f7100972-27fe-4ee6-8fb4-ec9b7931b409" providerId="ADAL" clId="{6884C358-F078-41E2-B52A-C991C4377FC1}" dt="2025-07-23T05:20:11.800" v="3414" actId="478"/>
          <ac:cxnSpMkLst>
            <pc:docMk/>
            <pc:sldMk cId="0" sldId="276"/>
            <ac:cxnSpMk id="5" creationId="{50E184E5-16FE-EBD7-7894-1DC87C936193}"/>
          </ac:cxnSpMkLst>
        </pc:cxnChg>
      </pc:sldChg>
      <pc:sldChg chg="modSp del">
        <pc:chgData name="Deepika Vatsa" userId="f7100972-27fe-4ee6-8fb4-ec9b7931b409" providerId="ADAL" clId="{6884C358-F078-41E2-B52A-C991C4377FC1}" dt="2025-07-22T09:48:52.734" v="447" actId="2696"/>
        <pc:sldMkLst>
          <pc:docMk/>
          <pc:sldMk cId="0" sldId="282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82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82"/>
            <ac:spMk id="4" creationId="{00000000-0000-0000-0000-000000000000}"/>
          </ac:spMkLst>
        </pc:spChg>
      </pc:sldChg>
      <pc:sldChg chg="add del">
        <pc:chgData name="Deepika Vatsa" userId="f7100972-27fe-4ee6-8fb4-ec9b7931b409" providerId="ADAL" clId="{6884C358-F078-41E2-B52A-C991C4377FC1}" dt="2025-07-23T05:12:37.326" v="3321" actId="47"/>
        <pc:sldMkLst>
          <pc:docMk/>
          <pc:sldMk cId="2852168949" sldId="350"/>
        </pc:sldMkLst>
      </pc:sldChg>
      <pc:sldChg chg="add del">
        <pc:chgData name="Deepika Vatsa" userId="f7100972-27fe-4ee6-8fb4-ec9b7931b409" providerId="ADAL" clId="{6884C358-F078-41E2-B52A-C991C4377FC1}" dt="2025-07-23T05:13:42.142" v="3334" actId="47"/>
        <pc:sldMkLst>
          <pc:docMk/>
          <pc:sldMk cId="178954834" sldId="363"/>
        </pc:sldMkLst>
      </pc:sldChg>
      <pc:sldChg chg="modSp mod">
        <pc:chgData name="Deepika Vatsa" userId="f7100972-27fe-4ee6-8fb4-ec9b7931b409" providerId="ADAL" clId="{6884C358-F078-41E2-B52A-C991C4377FC1}" dt="2025-07-22T09:24:57.233" v="65" actId="20577"/>
        <pc:sldMkLst>
          <pc:docMk/>
          <pc:sldMk cId="0" sldId="395"/>
        </pc:sldMkLst>
        <pc:spChg chg="mod">
          <ac:chgData name="Deepika Vatsa" userId="f7100972-27fe-4ee6-8fb4-ec9b7931b409" providerId="ADAL" clId="{6884C358-F078-41E2-B52A-C991C4377FC1}" dt="2025-07-22T09:24:57.233" v="65" actId="20577"/>
          <ac:spMkLst>
            <pc:docMk/>
            <pc:sldMk cId="0" sldId="395"/>
            <ac:spMk id="2" creationId="{00000000-0000-0000-0000-000000000000}"/>
          </ac:spMkLst>
        </pc:spChg>
      </pc:sldChg>
      <pc:sldChg chg="modSp del">
        <pc:chgData name="Deepika Vatsa" userId="f7100972-27fe-4ee6-8fb4-ec9b7931b409" providerId="ADAL" clId="{6884C358-F078-41E2-B52A-C991C4377FC1}" dt="2025-07-22T09:36:18.403" v="300" actId="47"/>
        <pc:sldMkLst>
          <pc:docMk/>
          <pc:sldMk cId="3480929016" sldId="553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3480929016" sldId="553"/>
            <ac:spMk id="4" creationId="{0A61BF14-BB4C-4FFC-7012-6231EFAFCD41}"/>
          </ac:spMkLst>
        </pc:spChg>
      </pc:sldChg>
      <pc:sldChg chg="del">
        <pc:chgData name="Deepika Vatsa" userId="f7100972-27fe-4ee6-8fb4-ec9b7931b409" providerId="ADAL" clId="{6884C358-F078-41E2-B52A-C991C4377FC1}" dt="2025-07-22T09:23:28.413" v="0" actId="47"/>
        <pc:sldMkLst>
          <pc:docMk/>
          <pc:sldMk cId="4163686748" sldId="554"/>
        </pc:sldMkLst>
      </pc:sldChg>
      <pc:sldChg chg="del">
        <pc:chgData name="Deepika Vatsa" userId="f7100972-27fe-4ee6-8fb4-ec9b7931b409" providerId="ADAL" clId="{6884C358-F078-41E2-B52A-C991C4377FC1}" dt="2025-07-22T09:23:28.413" v="0" actId="47"/>
        <pc:sldMkLst>
          <pc:docMk/>
          <pc:sldMk cId="3935020306" sldId="555"/>
        </pc:sldMkLst>
      </pc:sldChg>
      <pc:sldChg chg="modSp del">
        <pc:chgData name="Deepika Vatsa" userId="f7100972-27fe-4ee6-8fb4-ec9b7931b409" providerId="ADAL" clId="{6884C358-F078-41E2-B52A-C991C4377FC1}" dt="2025-07-22T10:01:31.830" v="728" actId="47"/>
        <pc:sldMkLst>
          <pc:docMk/>
          <pc:sldMk cId="2250760117" sldId="572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2250760117" sldId="572"/>
            <ac:spMk id="4" creationId="{AAA3C26B-3FEA-A51C-8509-EDFF58FF4F4A}"/>
          </ac:spMkLst>
        </pc:spChg>
      </pc:sldChg>
      <pc:sldChg chg="addSp delSp modSp mod">
        <pc:chgData name="Deepika Vatsa" userId="f7100972-27fe-4ee6-8fb4-ec9b7931b409" providerId="ADAL" clId="{6884C358-F078-41E2-B52A-C991C4377FC1}" dt="2025-07-23T05:21:25.243" v="3452"/>
        <pc:sldMkLst>
          <pc:docMk/>
          <pc:sldMk cId="549806327" sldId="573"/>
        </pc:sldMkLst>
        <pc:spChg chg="mod">
          <ac:chgData name="Deepika Vatsa" userId="f7100972-27fe-4ee6-8fb4-ec9b7931b409" providerId="ADAL" clId="{6884C358-F078-41E2-B52A-C991C4377FC1}" dt="2025-07-23T05:18:21.699" v="3391" actId="1035"/>
          <ac:spMkLst>
            <pc:docMk/>
            <pc:sldMk cId="549806327" sldId="573"/>
            <ac:spMk id="2" creationId="{1CD95200-E997-69E7-D60F-2B2833820E43}"/>
          </ac:spMkLst>
        </pc:spChg>
        <pc:spChg chg="mod">
          <ac:chgData name="Deepika Vatsa" userId="f7100972-27fe-4ee6-8fb4-ec9b7931b409" providerId="ADAL" clId="{6884C358-F078-41E2-B52A-C991C4377FC1}" dt="2025-07-22T10:11:40.522" v="861" actId="33524"/>
          <ac:spMkLst>
            <pc:docMk/>
            <pc:sldMk cId="549806327" sldId="573"/>
            <ac:spMk id="3" creationId="{7E3D72CB-FD10-51F1-E138-1F3205E12992}"/>
          </ac:spMkLst>
        </pc:spChg>
        <pc:picChg chg="mod modCrop">
          <ac:chgData name="Deepika Vatsa" userId="f7100972-27fe-4ee6-8fb4-ec9b7931b409" providerId="ADAL" clId="{6884C358-F078-41E2-B52A-C991C4377FC1}" dt="2025-07-22T10:11:25.482" v="856" actId="1076"/>
          <ac:picMkLst>
            <pc:docMk/>
            <pc:sldMk cId="549806327" sldId="573"/>
            <ac:picMk id="4" creationId="{F4073854-4E6C-1C34-8E9C-E284C7C1B544}"/>
          </ac:picMkLst>
        </pc:picChg>
        <pc:cxnChg chg="del">
          <ac:chgData name="Deepika Vatsa" userId="f7100972-27fe-4ee6-8fb4-ec9b7931b409" providerId="ADAL" clId="{6884C358-F078-41E2-B52A-C991C4377FC1}" dt="2025-07-23T05:21:24.872" v="3451" actId="478"/>
          <ac:cxnSpMkLst>
            <pc:docMk/>
            <pc:sldMk cId="549806327" sldId="573"/>
            <ac:cxnSpMk id="5" creationId="{2583FC77-E3AB-35E6-B60C-53A76FE8003F}"/>
          </ac:cxnSpMkLst>
        </pc:cxnChg>
        <pc:cxnChg chg="add mod">
          <ac:chgData name="Deepika Vatsa" userId="f7100972-27fe-4ee6-8fb4-ec9b7931b409" providerId="ADAL" clId="{6884C358-F078-41E2-B52A-C991C4377FC1}" dt="2025-07-23T05:21:25.243" v="3452"/>
          <ac:cxnSpMkLst>
            <pc:docMk/>
            <pc:sldMk cId="549806327" sldId="573"/>
            <ac:cxnSpMk id="6" creationId="{ABECC0BA-46D9-85A9-9BEC-69239BC9C062}"/>
          </ac:cxnSpMkLst>
        </pc:cxnChg>
      </pc:sldChg>
      <pc:sldChg chg="del">
        <pc:chgData name="Deepika Vatsa" userId="f7100972-27fe-4ee6-8fb4-ec9b7931b409" providerId="ADAL" clId="{6884C358-F078-41E2-B52A-C991C4377FC1}" dt="2025-07-22T10:12:15.086" v="862" actId="2696"/>
        <pc:sldMkLst>
          <pc:docMk/>
          <pc:sldMk cId="1030842975" sldId="574"/>
        </pc:sldMkLst>
      </pc:sldChg>
      <pc:sldChg chg="del">
        <pc:chgData name="Deepika Vatsa" userId="f7100972-27fe-4ee6-8fb4-ec9b7931b409" providerId="ADAL" clId="{6884C358-F078-41E2-B52A-C991C4377FC1}" dt="2025-07-22T10:12:15.086" v="862" actId="2696"/>
        <pc:sldMkLst>
          <pc:docMk/>
          <pc:sldMk cId="1844610887" sldId="575"/>
        </pc:sldMkLst>
      </pc:sldChg>
      <pc:sldChg chg="addSp delSp modSp mod">
        <pc:chgData name="Deepika Vatsa" userId="f7100972-27fe-4ee6-8fb4-ec9b7931b409" providerId="ADAL" clId="{6884C358-F078-41E2-B52A-C991C4377FC1}" dt="2025-07-23T05:21:29.136" v="3454"/>
        <pc:sldMkLst>
          <pc:docMk/>
          <pc:sldMk cId="810527257" sldId="576"/>
        </pc:sldMkLst>
        <pc:spChg chg="mod">
          <ac:chgData name="Deepika Vatsa" userId="f7100972-27fe-4ee6-8fb4-ec9b7931b409" providerId="ADAL" clId="{6884C358-F078-41E2-B52A-C991C4377FC1}" dt="2025-07-23T05:18:32.996" v="3393" actId="255"/>
          <ac:spMkLst>
            <pc:docMk/>
            <pc:sldMk cId="810527257" sldId="576"/>
            <ac:spMk id="2" creationId="{8C8DA422-5599-BE5B-B151-D196E8414908}"/>
          </ac:spMkLst>
        </pc:spChg>
        <pc:spChg chg="del">
          <ac:chgData name="Deepika Vatsa" userId="f7100972-27fe-4ee6-8fb4-ec9b7931b409" providerId="ADAL" clId="{6884C358-F078-41E2-B52A-C991C4377FC1}" dt="2025-07-22T10:13:31.716" v="864" actId="478"/>
          <ac:spMkLst>
            <pc:docMk/>
            <pc:sldMk cId="810527257" sldId="576"/>
            <ac:spMk id="3" creationId="{23292E8A-B934-BC7E-D793-FA32925820AA}"/>
          </ac:spMkLst>
        </pc:spChg>
        <pc:spChg chg="add del mod">
          <ac:chgData name="Deepika Vatsa" userId="f7100972-27fe-4ee6-8fb4-ec9b7931b409" providerId="ADAL" clId="{6884C358-F078-41E2-B52A-C991C4377FC1}" dt="2025-07-22T10:13:33.431" v="865" actId="478"/>
          <ac:spMkLst>
            <pc:docMk/>
            <pc:sldMk cId="810527257" sldId="576"/>
            <ac:spMk id="6" creationId="{83784901-344E-5428-88AA-7C54D084D705}"/>
          </ac:spMkLst>
        </pc:spChg>
        <pc:picChg chg="add mod">
          <ac:chgData name="Deepika Vatsa" userId="f7100972-27fe-4ee6-8fb4-ec9b7931b409" providerId="ADAL" clId="{6884C358-F078-41E2-B52A-C991C4377FC1}" dt="2025-07-22T10:13:36.274" v="867" actId="1076"/>
          <ac:picMkLst>
            <pc:docMk/>
            <pc:sldMk cId="810527257" sldId="576"/>
            <ac:picMk id="7" creationId="{D042E4FB-BDAC-1A6F-5268-672F6BAA70EC}"/>
          </ac:picMkLst>
        </pc:picChg>
        <pc:cxnChg chg="add mod">
          <ac:chgData name="Deepika Vatsa" userId="f7100972-27fe-4ee6-8fb4-ec9b7931b409" providerId="ADAL" clId="{6884C358-F078-41E2-B52A-C991C4377FC1}" dt="2025-07-23T05:21:29.136" v="3454"/>
          <ac:cxnSpMkLst>
            <pc:docMk/>
            <pc:sldMk cId="810527257" sldId="576"/>
            <ac:cxnSpMk id="3" creationId="{D70A73E4-B319-02F9-A019-8583C8BD017A}"/>
          </ac:cxnSpMkLst>
        </pc:cxnChg>
        <pc:cxnChg chg="del">
          <ac:chgData name="Deepika Vatsa" userId="f7100972-27fe-4ee6-8fb4-ec9b7931b409" providerId="ADAL" clId="{6884C358-F078-41E2-B52A-C991C4377FC1}" dt="2025-07-23T05:21:28.712" v="3453" actId="478"/>
          <ac:cxnSpMkLst>
            <pc:docMk/>
            <pc:sldMk cId="810527257" sldId="576"/>
            <ac:cxnSpMk id="5" creationId="{40F7F98D-83E9-028D-8FA0-BC9D6977408D}"/>
          </ac:cxnSpMkLst>
        </pc:cxnChg>
      </pc:sldChg>
      <pc:sldChg chg="del">
        <pc:chgData name="Deepika Vatsa" userId="f7100972-27fe-4ee6-8fb4-ec9b7931b409" providerId="ADAL" clId="{6884C358-F078-41E2-B52A-C991C4377FC1}" dt="2025-07-22T10:13:40.415" v="868" actId="47"/>
        <pc:sldMkLst>
          <pc:docMk/>
          <pc:sldMk cId="2512841971" sldId="577"/>
        </pc:sldMkLst>
      </pc:sldChg>
      <pc:sldChg chg="addSp delSp modSp mod">
        <pc:chgData name="Deepika Vatsa" userId="f7100972-27fe-4ee6-8fb4-ec9b7931b409" providerId="ADAL" clId="{6884C358-F078-41E2-B52A-C991C4377FC1}" dt="2025-07-23T05:21:46.433" v="3460" actId="14100"/>
        <pc:sldMkLst>
          <pc:docMk/>
          <pc:sldMk cId="835005002" sldId="578"/>
        </pc:sldMkLst>
        <pc:spChg chg="del mod">
          <ac:chgData name="Deepika Vatsa" userId="f7100972-27fe-4ee6-8fb4-ec9b7931b409" providerId="ADAL" clId="{6884C358-F078-41E2-B52A-C991C4377FC1}" dt="2025-07-23T05:18:44.103" v="3394" actId="478"/>
          <ac:spMkLst>
            <pc:docMk/>
            <pc:sldMk cId="835005002" sldId="578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21:46.433" v="3460" actId="14100"/>
          <ac:spMkLst>
            <pc:docMk/>
            <pc:sldMk cId="835005002" sldId="578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8:45.920" v="3395" actId="478"/>
          <ac:spMkLst>
            <pc:docMk/>
            <pc:sldMk cId="835005002" sldId="578"/>
            <ac:spMk id="6" creationId="{4E321242-3F8E-3E41-604D-15D680DFF783}"/>
          </ac:spMkLst>
        </pc:spChg>
        <pc:spChg chg="add mod">
          <ac:chgData name="Deepika Vatsa" userId="f7100972-27fe-4ee6-8fb4-ec9b7931b409" providerId="ADAL" clId="{6884C358-F078-41E2-B52A-C991C4377FC1}" dt="2025-07-23T05:18:46.673" v="3396"/>
          <ac:spMkLst>
            <pc:docMk/>
            <pc:sldMk cId="835005002" sldId="578"/>
            <ac:spMk id="7" creationId="{C86B6E8B-F1EE-EC17-42A6-8C54D5AE7919}"/>
          </ac:spMkLst>
        </pc:spChg>
        <pc:cxnChg chg="del">
          <ac:chgData name="Deepika Vatsa" userId="f7100972-27fe-4ee6-8fb4-ec9b7931b409" providerId="ADAL" clId="{6884C358-F078-41E2-B52A-C991C4377FC1}" dt="2025-07-23T05:21:33.356" v="3455" actId="478"/>
          <ac:cxnSpMkLst>
            <pc:docMk/>
            <pc:sldMk cId="835005002" sldId="578"/>
            <ac:cxnSpMk id="5" creationId="{B2627C12-E6DC-37C6-3534-91290B918037}"/>
          </ac:cxnSpMkLst>
        </pc:cxnChg>
        <pc:cxnChg chg="add mod">
          <ac:chgData name="Deepika Vatsa" userId="f7100972-27fe-4ee6-8fb4-ec9b7931b409" providerId="ADAL" clId="{6884C358-F078-41E2-B52A-C991C4377FC1}" dt="2025-07-23T05:21:33.753" v="3456"/>
          <ac:cxnSpMkLst>
            <pc:docMk/>
            <pc:sldMk cId="835005002" sldId="578"/>
            <ac:cxnSpMk id="8" creationId="{DFAC204A-2B4C-B3BD-E2C3-309FA6A4D4FE}"/>
          </ac:cxnSpMkLst>
        </pc:cxnChg>
      </pc:sldChg>
      <pc:sldChg chg="del">
        <pc:chgData name="Deepika Vatsa" userId="f7100972-27fe-4ee6-8fb4-ec9b7931b409" providerId="ADAL" clId="{6884C358-F078-41E2-B52A-C991C4377FC1}" dt="2025-07-22T10:20:38.022" v="1476" actId="47"/>
        <pc:sldMkLst>
          <pc:docMk/>
          <pc:sldMk cId="1577856654" sldId="579"/>
        </pc:sldMkLst>
      </pc:sldChg>
      <pc:sldChg chg="del">
        <pc:chgData name="Deepika Vatsa" userId="f7100972-27fe-4ee6-8fb4-ec9b7931b409" providerId="ADAL" clId="{6884C358-F078-41E2-B52A-C991C4377FC1}" dt="2025-07-22T10:23:03.818" v="1507" actId="2696"/>
        <pc:sldMkLst>
          <pc:docMk/>
          <pc:sldMk cId="858610061" sldId="580"/>
        </pc:sldMkLst>
      </pc:sldChg>
      <pc:sldChg chg="del">
        <pc:chgData name="Deepika Vatsa" userId="f7100972-27fe-4ee6-8fb4-ec9b7931b409" providerId="ADAL" clId="{6884C358-F078-41E2-B52A-C991C4377FC1}" dt="2025-07-22T10:31:42.979" v="2065" actId="47"/>
        <pc:sldMkLst>
          <pc:docMk/>
          <pc:sldMk cId="2808099838" sldId="581"/>
        </pc:sldMkLst>
      </pc:sldChg>
      <pc:sldChg chg="addSp delSp modSp mod">
        <pc:chgData name="Deepika Vatsa" userId="f7100972-27fe-4ee6-8fb4-ec9b7931b409" providerId="ADAL" clId="{6884C358-F078-41E2-B52A-C991C4377FC1}" dt="2025-07-23T05:21:56.245" v="3463" actId="14100"/>
        <pc:sldMkLst>
          <pc:docMk/>
          <pc:sldMk cId="1700069977" sldId="582"/>
        </pc:sldMkLst>
        <pc:spChg chg="del mod">
          <ac:chgData name="Deepika Vatsa" userId="f7100972-27fe-4ee6-8fb4-ec9b7931b409" providerId="ADAL" clId="{6884C358-F078-41E2-B52A-C991C4377FC1}" dt="2025-07-23T05:11:29.001" v="3295" actId="478"/>
          <ac:spMkLst>
            <pc:docMk/>
            <pc:sldMk cId="1700069977" sldId="582"/>
            <ac:spMk id="2" creationId="{3EA993F1-7D74-5A35-94E0-755C8170DDD2}"/>
          </ac:spMkLst>
        </pc:spChg>
        <pc:spChg chg="mod">
          <ac:chgData name="Deepika Vatsa" userId="f7100972-27fe-4ee6-8fb4-ec9b7931b409" providerId="ADAL" clId="{6884C358-F078-41E2-B52A-C991C4377FC1}" dt="2025-07-23T05:21:56.245" v="3463" actId="14100"/>
          <ac:spMkLst>
            <pc:docMk/>
            <pc:sldMk cId="1700069977" sldId="582"/>
            <ac:spMk id="4" creationId="{C7E4D45C-A04E-4FD8-8E36-9127F8599888}"/>
          </ac:spMkLst>
        </pc:spChg>
        <pc:spChg chg="add del mod">
          <ac:chgData name="Deepika Vatsa" userId="f7100972-27fe-4ee6-8fb4-ec9b7931b409" providerId="ADAL" clId="{6884C358-F078-41E2-B52A-C991C4377FC1}" dt="2025-07-23T05:11:31.373" v="3296" actId="478"/>
          <ac:spMkLst>
            <pc:docMk/>
            <pc:sldMk cId="1700069977" sldId="582"/>
            <ac:spMk id="6" creationId="{BC483E00-42FE-1B2D-5AB9-B054E0125187}"/>
          </ac:spMkLst>
        </pc:spChg>
        <pc:spChg chg="add del mod">
          <ac:chgData name="Deepika Vatsa" userId="f7100972-27fe-4ee6-8fb4-ec9b7931b409" providerId="ADAL" clId="{6884C358-F078-41E2-B52A-C991C4377FC1}" dt="2025-07-23T05:19:05.174" v="3403" actId="478"/>
          <ac:spMkLst>
            <pc:docMk/>
            <pc:sldMk cId="1700069977" sldId="582"/>
            <ac:spMk id="7" creationId="{77CBCD7F-8AE7-4B57-3A9F-538E17F926AC}"/>
          </ac:spMkLst>
        </pc:spChg>
        <pc:spChg chg="add del mod">
          <ac:chgData name="Deepika Vatsa" userId="f7100972-27fe-4ee6-8fb4-ec9b7931b409" providerId="ADAL" clId="{6884C358-F078-41E2-B52A-C991C4377FC1}" dt="2025-07-23T05:19:06.810" v="3404" actId="478"/>
          <ac:spMkLst>
            <pc:docMk/>
            <pc:sldMk cId="1700069977" sldId="582"/>
            <ac:spMk id="9" creationId="{DA1F278C-AFDE-7105-568A-768E46CCC33B}"/>
          </ac:spMkLst>
        </pc:spChg>
        <pc:spChg chg="add mod">
          <ac:chgData name="Deepika Vatsa" userId="f7100972-27fe-4ee6-8fb4-ec9b7931b409" providerId="ADAL" clId="{6884C358-F078-41E2-B52A-C991C4377FC1}" dt="2025-07-23T05:19:07.408" v="3405"/>
          <ac:spMkLst>
            <pc:docMk/>
            <pc:sldMk cId="1700069977" sldId="582"/>
            <ac:spMk id="10" creationId="{7124F2BA-B4C0-9D6A-F84A-5C187670E1ED}"/>
          </ac:spMkLst>
        </pc:spChg>
        <pc:cxnChg chg="del">
          <ac:chgData name="Deepika Vatsa" userId="f7100972-27fe-4ee6-8fb4-ec9b7931b409" providerId="ADAL" clId="{6884C358-F078-41E2-B52A-C991C4377FC1}" dt="2025-07-23T05:21:52.654" v="3461" actId="478"/>
          <ac:cxnSpMkLst>
            <pc:docMk/>
            <pc:sldMk cId="1700069977" sldId="582"/>
            <ac:cxnSpMk id="5" creationId="{EA92F9DF-D5D8-49B1-F8B9-EDE5C89C9DF6}"/>
          </ac:cxnSpMkLst>
        </pc:cxnChg>
        <pc:cxnChg chg="add mod">
          <ac:chgData name="Deepika Vatsa" userId="f7100972-27fe-4ee6-8fb4-ec9b7931b409" providerId="ADAL" clId="{6884C358-F078-41E2-B52A-C991C4377FC1}" dt="2025-07-23T05:21:53.350" v="3462"/>
          <ac:cxnSpMkLst>
            <pc:docMk/>
            <pc:sldMk cId="1700069977" sldId="582"/>
            <ac:cxnSpMk id="11" creationId="{C11FA30D-24D1-6FBC-D7BC-51AEC489E098}"/>
          </ac:cxnSpMkLst>
        </pc:cxnChg>
      </pc:sldChg>
      <pc:sldChg chg="del">
        <pc:chgData name="Deepika Vatsa" userId="f7100972-27fe-4ee6-8fb4-ec9b7931b409" providerId="ADAL" clId="{6884C358-F078-41E2-B52A-C991C4377FC1}" dt="2025-07-22T10:38:05.600" v="2234" actId="47"/>
        <pc:sldMkLst>
          <pc:docMk/>
          <pc:sldMk cId="591297716" sldId="583"/>
        </pc:sldMkLst>
      </pc:sldChg>
      <pc:sldChg chg="del">
        <pc:chgData name="Deepika Vatsa" userId="f7100972-27fe-4ee6-8fb4-ec9b7931b409" providerId="ADAL" clId="{6884C358-F078-41E2-B52A-C991C4377FC1}" dt="2025-07-22T10:38:24.185" v="2235" actId="47"/>
        <pc:sldMkLst>
          <pc:docMk/>
          <pc:sldMk cId="4024096756" sldId="584"/>
        </pc:sldMkLst>
      </pc:sldChg>
      <pc:sldChg chg="addSp delSp modSp mod">
        <pc:chgData name="Deepika Vatsa" userId="f7100972-27fe-4ee6-8fb4-ec9b7931b409" providerId="ADAL" clId="{6884C358-F078-41E2-B52A-C991C4377FC1}" dt="2025-07-23T05:23:45.037" v="3532" actId="1076"/>
        <pc:sldMkLst>
          <pc:docMk/>
          <pc:sldMk cId="2784952323" sldId="585"/>
        </pc:sldMkLst>
        <pc:spChg chg="mod">
          <ac:chgData name="Deepika Vatsa" userId="f7100972-27fe-4ee6-8fb4-ec9b7931b409" providerId="ADAL" clId="{6884C358-F078-41E2-B52A-C991C4377FC1}" dt="2025-07-23T05:22:56.013" v="3522" actId="1076"/>
          <ac:spMkLst>
            <pc:docMk/>
            <pc:sldMk cId="2784952323" sldId="585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23:45.037" v="3532" actId="1076"/>
          <ac:spMkLst>
            <pc:docMk/>
            <pc:sldMk cId="2784952323" sldId="585"/>
            <ac:spMk id="4" creationId="{170DDB5B-6792-55DA-AF63-9A96FA1939A3}"/>
          </ac:spMkLst>
        </pc:spChg>
        <pc:cxnChg chg="add mod">
          <ac:chgData name="Deepika Vatsa" userId="f7100972-27fe-4ee6-8fb4-ec9b7931b409" providerId="ADAL" clId="{6884C358-F078-41E2-B52A-C991C4377FC1}" dt="2025-07-23T05:22:47.005" v="3517"/>
          <ac:cxnSpMkLst>
            <pc:docMk/>
            <pc:sldMk cId="2784952323" sldId="585"/>
            <ac:cxnSpMk id="3" creationId="{6EEF62DB-73C3-BC16-B7FD-7A94B557C61B}"/>
          </ac:cxnSpMkLst>
        </pc:cxnChg>
        <pc:cxnChg chg="del">
          <ac:chgData name="Deepika Vatsa" userId="f7100972-27fe-4ee6-8fb4-ec9b7931b409" providerId="ADAL" clId="{6884C358-F078-41E2-B52A-C991C4377FC1}" dt="2025-07-23T05:22:45.556" v="3516" actId="478"/>
          <ac:cxnSpMkLst>
            <pc:docMk/>
            <pc:sldMk cId="2784952323" sldId="585"/>
            <ac:cxnSpMk id="5" creationId="{D6A26A94-065F-5020-54F4-34DABAADC81C}"/>
          </ac:cxnSpMkLst>
        </pc:cxnChg>
      </pc:sldChg>
      <pc:sldChg chg="del">
        <pc:chgData name="Deepika Vatsa" userId="f7100972-27fe-4ee6-8fb4-ec9b7931b409" providerId="ADAL" clId="{6884C358-F078-41E2-B52A-C991C4377FC1}" dt="2025-07-22T10:48:01.051" v="2641" actId="47"/>
        <pc:sldMkLst>
          <pc:docMk/>
          <pc:sldMk cId="34458836" sldId="586"/>
        </pc:sldMkLst>
      </pc:sldChg>
      <pc:sldChg chg="del">
        <pc:chgData name="Deepika Vatsa" userId="f7100972-27fe-4ee6-8fb4-ec9b7931b409" providerId="ADAL" clId="{6884C358-F078-41E2-B52A-C991C4377FC1}" dt="2025-07-22T10:48:09.429" v="2642" actId="47"/>
        <pc:sldMkLst>
          <pc:docMk/>
          <pc:sldMk cId="1852533425" sldId="587"/>
        </pc:sldMkLst>
      </pc:sldChg>
      <pc:sldChg chg="del">
        <pc:chgData name="Deepika Vatsa" userId="f7100972-27fe-4ee6-8fb4-ec9b7931b409" providerId="ADAL" clId="{6884C358-F078-41E2-B52A-C991C4377FC1}" dt="2025-07-22T10:50:58.990" v="2855" actId="47"/>
        <pc:sldMkLst>
          <pc:docMk/>
          <pc:sldMk cId="2624307318" sldId="588"/>
        </pc:sldMkLst>
      </pc:sldChg>
      <pc:sldChg chg="modSp">
        <pc:chgData name="Deepika Vatsa" userId="f7100972-27fe-4ee6-8fb4-ec9b7931b409" providerId="ADAL" clId="{6884C358-F078-41E2-B52A-C991C4377FC1}" dt="2025-07-22T09:25:41.921" v="69"/>
        <pc:sldMkLst>
          <pc:docMk/>
          <pc:sldMk cId="0" sldId="589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589"/>
            <ac:spMk id="3" creationId="{00000000-0000-0000-0000-000000000000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0:42.730" v="3429"/>
        <pc:sldMkLst>
          <pc:docMk/>
          <pc:sldMk cId="4072135879" sldId="590"/>
        </pc:sldMkLst>
        <pc:spChg chg="mod">
          <ac:chgData name="Deepika Vatsa" userId="f7100972-27fe-4ee6-8fb4-ec9b7931b409" providerId="ADAL" clId="{6884C358-F078-41E2-B52A-C991C4377FC1}" dt="2025-07-23T05:16:48.828" v="3364" actId="207"/>
          <ac:spMkLst>
            <pc:docMk/>
            <pc:sldMk cId="4072135879" sldId="590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3:36.965" v="248" actId="478"/>
          <ac:spMkLst>
            <pc:docMk/>
            <pc:sldMk cId="4072135879" sldId="590"/>
            <ac:spMk id="6" creationId="{DF1F7109-6D42-A6CD-F452-0870CFC44C57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33:41.989" v="250" actId="478"/>
          <ac:spMkLst>
            <pc:docMk/>
            <pc:sldMk cId="4072135879" sldId="590"/>
            <ac:spMk id="8" creationId="{3A42CD8B-E7C8-D2E6-CB60-EA168BDCC118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10" creationId="{762B94E8-9E92-C874-B94F-CA816E8E5609}"/>
          </ac:spMkLst>
        </pc:spChg>
        <pc:picChg chg="add mod">
          <ac:chgData name="Deepika Vatsa" userId="f7100972-27fe-4ee6-8fb4-ec9b7931b409" providerId="ADAL" clId="{6884C358-F078-41E2-B52A-C991C4377FC1}" dt="2025-07-22T09:33:58.086" v="257" actId="1076"/>
          <ac:picMkLst>
            <pc:docMk/>
            <pc:sldMk cId="4072135879" sldId="590"/>
            <ac:picMk id="9" creationId="{C356703B-A591-E735-D099-756D6F0724A1}"/>
          </ac:picMkLst>
        </pc:picChg>
        <pc:picChg chg="add mod">
          <ac:chgData name="Deepika Vatsa" userId="f7100972-27fe-4ee6-8fb4-ec9b7931b409" providerId="ADAL" clId="{6884C358-F078-41E2-B52A-C991C4377FC1}" dt="2025-07-22T09:33:59.666" v="258" actId="1076"/>
          <ac:picMkLst>
            <pc:docMk/>
            <pc:sldMk cId="4072135879" sldId="590"/>
            <ac:picMk id="11" creationId="{062F518F-DFCE-D51F-C42D-1B8DAD530657}"/>
          </ac:picMkLst>
        </pc:picChg>
        <pc:picChg chg="add mod">
          <ac:chgData name="Deepika Vatsa" userId="f7100972-27fe-4ee6-8fb4-ec9b7931b409" providerId="ADAL" clId="{6884C358-F078-41E2-B52A-C991C4377FC1}" dt="2025-07-22T09:33:56.159" v="256" actId="1076"/>
          <ac:picMkLst>
            <pc:docMk/>
            <pc:sldMk cId="4072135879" sldId="590"/>
            <ac:picMk id="12" creationId="{D688BB6C-9417-8D92-55EB-D522DC679CCF}"/>
          </ac:picMkLst>
        </pc:picChg>
        <pc:picChg chg="add mod">
          <ac:chgData name="Deepika Vatsa" userId="f7100972-27fe-4ee6-8fb4-ec9b7931b409" providerId="ADAL" clId="{6884C358-F078-41E2-B52A-C991C4377FC1}" dt="2025-07-22T09:34:03.951" v="259" actId="1076"/>
          <ac:picMkLst>
            <pc:docMk/>
            <pc:sldMk cId="4072135879" sldId="590"/>
            <ac:picMk id="13" creationId="{299DD2B6-62B2-98BD-205B-D8B8B72CDD4D}"/>
          </ac:picMkLst>
        </pc:picChg>
        <pc:cxnChg chg="add mod">
          <ac:chgData name="Deepika Vatsa" userId="f7100972-27fe-4ee6-8fb4-ec9b7931b409" providerId="ADAL" clId="{6884C358-F078-41E2-B52A-C991C4377FC1}" dt="2025-07-23T05:20:42.730" v="3429"/>
          <ac:cxnSpMkLst>
            <pc:docMk/>
            <pc:sldMk cId="4072135879" sldId="590"/>
            <ac:cxnSpMk id="3" creationId="{E868FEB9-887F-37ED-60BD-FBD1105706A2}"/>
          </ac:cxnSpMkLst>
        </pc:cxnChg>
        <pc:cxnChg chg="del">
          <ac:chgData name="Deepika Vatsa" userId="f7100972-27fe-4ee6-8fb4-ec9b7931b409" providerId="ADAL" clId="{6884C358-F078-41E2-B52A-C991C4377FC1}" dt="2025-07-23T05:20:42.313" v="3428" actId="478"/>
          <ac:cxnSpMkLst>
            <pc:docMk/>
            <pc:sldMk cId="4072135879" sldId="590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39.010" v="3427"/>
        <pc:sldMkLst>
          <pc:docMk/>
          <pc:sldMk cId="3439049211" sldId="591"/>
        </pc:sldMkLst>
        <pc:spChg chg="mod">
          <ac:chgData name="Deepika Vatsa" userId="f7100972-27fe-4ee6-8fb4-ec9b7931b409" providerId="ADAL" clId="{6884C358-F078-41E2-B52A-C991C4377FC1}" dt="2025-07-23T05:16:43.256" v="3363" actId="207"/>
          <ac:spMkLst>
            <pc:docMk/>
            <pc:sldMk cId="3439049211" sldId="591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5:45.766" v="289" actId="478"/>
          <ac:spMkLst>
            <pc:docMk/>
            <pc:sldMk cId="3439049211" sldId="591"/>
            <ac:spMk id="6" creationId="{DF1F7109-6D42-A6CD-F452-0870CFC44C57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35:51.845" v="292" actId="478"/>
          <ac:spMkLst>
            <pc:docMk/>
            <pc:sldMk cId="3439049211" sldId="591"/>
            <ac:spMk id="8" creationId="{F57D67EC-941F-047B-5B83-163A12BECBA6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10" creationId="{762B94E8-9E92-C874-B94F-CA816E8E5609}"/>
          </ac:spMkLst>
        </pc:spChg>
        <pc:spChg chg="add mod">
          <ac:chgData name="Deepika Vatsa" userId="f7100972-27fe-4ee6-8fb4-ec9b7931b409" providerId="ADAL" clId="{6884C358-F078-41E2-B52A-C991C4377FC1}" dt="2025-07-22T09:44:11.797" v="365" actId="20577"/>
          <ac:spMkLst>
            <pc:docMk/>
            <pc:sldMk cId="3439049211" sldId="591"/>
            <ac:spMk id="11" creationId="{06381CCD-359B-D8A2-1997-A5B56A02FD41}"/>
          </ac:spMkLst>
        </pc:spChg>
        <pc:cxnChg chg="add mod">
          <ac:chgData name="Deepika Vatsa" userId="f7100972-27fe-4ee6-8fb4-ec9b7931b409" providerId="ADAL" clId="{6884C358-F078-41E2-B52A-C991C4377FC1}" dt="2025-07-23T05:20:39.010" v="3427"/>
          <ac:cxnSpMkLst>
            <pc:docMk/>
            <pc:sldMk cId="3439049211" sldId="591"/>
            <ac:cxnSpMk id="3" creationId="{9FFC9232-0F3D-BF13-4461-6E51D2C9C5C7}"/>
          </ac:cxnSpMkLst>
        </pc:cxnChg>
        <pc:cxnChg chg="del">
          <ac:chgData name="Deepika Vatsa" userId="f7100972-27fe-4ee6-8fb4-ec9b7931b409" providerId="ADAL" clId="{6884C358-F078-41E2-B52A-C991C4377FC1}" dt="2025-07-23T05:20:38.614" v="3426" actId="478"/>
          <ac:cxnSpMkLst>
            <pc:docMk/>
            <pc:sldMk cId="3439049211" sldId="591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46.224" v="3431"/>
        <pc:sldMkLst>
          <pc:docMk/>
          <pc:sldMk cId="3695788924" sldId="592"/>
        </pc:sldMkLst>
        <pc:spChg chg="mod">
          <ac:chgData name="Deepika Vatsa" userId="f7100972-27fe-4ee6-8fb4-ec9b7931b409" providerId="ADAL" clId="{6884C358-F078-41E2-B52A-C991C4377FC1}" dt="2025-07-23T05:16:54.290" v="3365" actId="207"/>
          <ac:spMkLst>
            <pc:docMk/>
            <pc:sldMk cId="3695788924" sldId="592"/>
            <ac:spMk id="2" creationId="{00000000-0000-0000-0000-000000000000}"/>
          </ac:spMkLst>
        </pc:spChg>
        <pc:picChg chg="add mod">
          <ac:chgData name="Deepika Vatsa" userId="f7100972-27fe-4ee6-8fb4-ec9b7931b409" providerId="ADAL" clId="{6884C358-F078-41E2-B52A-C991C4377FC1}" dt="2025-07-22T09:47:30.119" v="427" actId="1076"/>
          <ac:picMkLst>
            <pc:docMk/>
            <pc:sldMk cId="3695788924" sldId="592"/>
            <ac:picMk id="3" creationId="{780FB1CB-F0C4-259B-45AD-974689AE136B}"/>
          </ac:picMkLst>
        </pc:picChg>
        <pc:picChg chg="del">
          <ac:chgData name="Deepika Vatsa" userId="f7100972-27fe-4ee6-8fb4-ec9b7931b409" providerId="ADAL" clId="{6884C358-F078-41E2-B52A-C991C4377FC1}" dt="2025-07-22T09:47:24.492" v="423" actId="478"/>
          <ac:picMkLst>
            <pc:docMk/>
            <pc:sldMk cId="3695788924" sldId="592"/>
            <ac:picMk id="9" creationId="{C356703B-A591-E735-D099-756D6F0724A1}"/>
          </ac:picMkLst>
        </pc:picChg>
        <pc:picChg chg="del">
          <ac:chgData name="Deepika Vatsa" userId="f7100972-27fe-4ee6-8fb4-ec9b7931b409" providerId="ADAL" clId="{6884C358-F078-41E2-B52A-C991C4377FC1}" dt="2025-07-22T09:47:25.691" v="424" actId="478"/>
          <ac:picMkLst>
            <pc:docMk/>
            <pc:sldMk cId="3695788924" sldId="592"/>
            <ac:picMk id="11" creationId="{062F518F-DFCE-D51F-C42D-1B8DAD530657}"/>
          </ac:picMkLst>
        </pc:picChg>
        <pc:picChg chg="del">
          <ac:chgData name="Deepika Vatsa" userId="f7100972-27fe-4ee6-8fb4-ec9b7931b409" providerId="ADAL" clId="{6884C358-F078-41E2-B52A-C991C4377FC1}" dt="2025-07-22T09:47:26.976" v="425" actId="478"/>
          <ac:picMkLst>
            <pc:docMk/>
            <pc:sldMk cId="3695788924" sldId="592"/>
            <ac:picMk id="12" creationId="{D688BB6C-9417-8D92-55EB-D522DC679CCF}"/>
          </ac:picMkLst>
        </pc:picChg>
        <pc:picChg chg="del">
          <ac:chgData name="Deepika Vatsa" userId="f7100972-27fe-4ee6-8fb4-ec9b7931b409" providerId="ADAL" clId="{6884C358-F078-41E2-B52A-C991C4377FC1}" dt="2025-07-22T09:47:23.157" v="422" actId="478"/>
          <ac:picMkLst>
            <pc:docMk/>
            <pc:sldMk cId="3695788924" sldId="592"/>
            <ac:picMk id="13" creationId="{299DD2B6-62B2-98BD-205B-D8B8B72CDD4D}"/>
          </ac:picMkLst>
        </pc:picChg>
        <pc:cxnChg chg="add mod">
          <ac:chgData name="Deepika Vatsa" userId="f7100972-27fe-4ee6-8fb4-ec9b7931b409" providerId="ADAL" clId="{6884C358-F078-41E2-B52A-C991C4377FC1}" dt="2025-07-23T05:20:46.224" v="3431"/>
          <ac:cxnSpMkLst>
            <pc:docMk/>
            <pc:sldMk cId="3695788924" sldId="592"/>
            <ac:cxnSpMk id="4" creationId="{3BFC784D-5408-BD0B-6DA5-62F3FD69F164}"/>
          </ac:cxnSpMkLst>
        </pc:cxnChg>
        <pc:cxnChg chg="del">
          <ac:chgData name="Deepika Vatsa" userId="f7100972-27fe-4ee6-8fb4-ec9b7931b409" providerId="ADAL" clId="{6884C358-F078-41E2-B52A-C991C4377FC1}" dt="2025-07-23T05:20:45.811" v="3430" actId="478"/>
          <ac:cxnSpMkLst>
            <pc:docMk/>
            <pc:sldMk cId="3695788924" sldId="592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54.403" v="3435"/>
        <pc:sldMkLst>
          <pc:docMk/>
          <pc:sldMk cId="1876629941" sldId="593"/>
        </pc:sldMkLst>
        <pc:spChg chg="del">
          <ac:chgData name="Deepika Vatsa" userId="f7100972-27fe-4ee6-8fb4-ec9b7931b409" providerId="ADAL" clId="{6884C358-F078-41E2-B52A-C991C4377FC1}" dt="2025-07-22T09:48:33.749" v="445" actId="478"/>
          <ac:spMkLst>
            <pc:docMk/>
            <pc:sldMk cId="1876629941" sldId="593"/>
            <ac:spMk id="4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3T05:17:03.918" v="3367" actId="207"/>
          <ac:spMkLst>
            <pc:docMk/>
            <pc:sldMk cId="1876629941" sldId="593"/>
            <ac:spMk id="8" creationId="{991BA802-3D45-4E0C-D372-BE4FFEF41DD1}"/>
          </ac:spMkLst>
        </pc:spChg>
        <pc:picChg chg="add mod">
          <ac:chgData name="Deepika Vatsa" userId="f7100972-27fe-4ee6-8fb4-ec9b7931b409" providerId="ADAL" clId="{6884C358-F078-41E2-B52A-C991C4377FC1}" dt="2025-07-22T09:48:37.216" v="446" actId="1076"/>
          <ac:picMkLst>
            <pc:docMk/>
            <pc:sldMk cId="1876629941" sldId="593"/>
            <ac:picMk id="2" creationId="{22289BA6-595C-092F-1636-E2409F3160FF}"/>
          </ac:picMkLst>
        </pc:picChg>
        <pc:picChg chg="del">
          <ac:chgData name="Deepika Vatsa" userId="f7100972-27fe-4ee6-8fb4-ec9b7931b409" providerId="ADAL" clId="{6884C358-F078-41E2-B52A-C991C4377FC1}" dt="2025-07-22T09:48:28.505" v="442" actId="478"/>
          <ac:picMkLst>
            <pc:docMk/>
            <pc:sldMk cId="1876629941" sldId="593"/>
            <ac:picMk id="11" creationId="{C4C88D64-41B1-3E23-255C-8D6CD72FE16B}"/>
          </ac:picMkLst>
        </pc:picChg>
        <pc:cxnChg chg="add mod">
          <ac:chgData name="Deepika Vatsa" userId="f7100972-27fe-4ee6-8fb4-ec9b7931b409" providerId="ADAL" clId="{6884C358-F078-41E2-B52A-C991C4377FC1}" dt="2025-07-23T05:20:54.403" v="3435"/>
          <ac:cxnSpMkLst>
            <pc:docMk/>
            <pc:sldMk cId="1876629941" sldId="593"/>
            <ac:cxnSpMk id="3" creationId="{69F5443E-C01E-3D27-219E-2E87903016D9}"/>
          </ac:cxnSpMkLst>
        </pc:cxnChg>
        <pc:cxnChg chg="del">
          <ac:chgData name="Deepika Vatsa" userId="f7100972-27fe-4ee6-8fb4-ec9b7931b409" providerId="ADAL" clId="{6884C358-F078-41E2-B52A-C991C4377FC1}" dt="2025-07-23T05:20:54.014" v="3434" actId="478"/>
          <ac:cxnSpMkLst>
            <pc:docMk/>
            <pc:sldMk cId="1876629941" sldId="593"/>
            <ac:cxnSpMk id="5" creationId="{D12CAC9D-CDF2-ED92-8F02-70DAC510318D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58.202" v="3437"/>
        <pc:sldMkLst>
          <pc:docMk/>
          <pc:sldMk cId="2583576287" sldId="594"/>
        </pc:sldMkLst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6" creationId="{306222C9-0521-EF58-FCA8-88726E3AA54A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7" creationId="{41F3D0F9-36A4-1DEC-B009-0E145E036B07}"/>
          </ac:spMkLst>
        </pc:spChg>
        <pc:spChg chg="mod">
          <ac:chgData name="Deepika Vatsa" userId="f7100972-27fe-4ee6-8fb4-ec9b7931b409" providerId="ADAL" clId="{6884C358-F078-41E2-B52A-C991C4377FC1}" dt="2025-07-23T05:17:08.699" v="3368" actId="207"/>
          <ac:spMkLst>
            <pc:docMk/>
            <pc:sldMk cId="2583576287" sldId="594"/>
            <ac:spMk id="8" creationId="{991BA802-3D45-4E0C-D372-BE4FFEF41DD1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10" creationId="{C075F099-43B8-F612-EEB7-EA60283F766E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12" creationId="{4E13DD79-D7A3-56C4-1219-626F93F20780}"/>
          </ac:spMkLst>
        </pc:spChg>
        <pc:picChg chg="del">
          <ac:chgData name="Deepika Vatsa" userId="f7100972-27fe-4ee6-8fb4-ec9b7931b409" providerId="ADAL" clId="{6884C358-F078-41E2-B52A-C991C4377FC1}" dt="2025-07-22T10:00:34.658" v="716" actId="478"/>
          <ac:picMkLst>
            <pc:docMk/>
            <pc:sldMk cId="2583576287" sldId="594"/>
            <ac:picMk id="2" creationId="{22289BA6-595C-092F-1636-E2409F3160FF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3" creationId="{236E3EE2-16FE-131B-ECBF-55568068757F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4" creationId="{9A1AD1A2-9FF8-5D81-B390-C61128637D1C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9" creationId="{8ACCF344-D431-27F4-3519-E0D1C20E073B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11" creationId="{8640DA5C-AE56-878C-7DE7-A11F9AA0475B}"/>
          </ac:picMkLst>
        </pc:picChg>
        <pc:cxnChg chg="add mod">
          <ac:chgData name="Deepika Vatsa" userId="f7100972-27fe-4ee6-8fb4-ec9b7931b409" providerId="ADAL" clId="{6884C358-F078-41E2-B52A-C991C4377FC1}" dt="2025-07-23T05:20:58.202" v="3437"/>
          <ac:cxnSpMkLst>
            <pc:docMk/>
            <pc:sldMk cId="2583576287" sldId="594"/>
            <ac:cxnSpMk id="2" creationId="{83273B41-403D-3A3C-8252-05D272C66098}"/>
          </ac:cxnSpMkLst>
        </pc:cxnChg>
        <pc:cxnChg chg="del">
          <ac:chgData name="Deepika Vatsa" userId="f7100972-27fe-4ee6-8fb4-ec9b7931b409" providerId="ADAL" clId="{6884C358-F078-41E2-B52A-C991C4377FC1}" dt="2025-07-23T05:20:57.814" v="3436" actId="478"/>
          <ac:cxnSpMkLst>
            <pc:docMk/>
            <pc:sldMk cId="2583576287" sldId="594"/>
            <ac:cxnSpMk id="5" creationId="{D12CAC9D-CDF2-ED92-8F02-70DAC510318D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13.213" v="3446"/>
        <pc:sldMkLst>
          <pc:docMk/>
          <pc:sldMk cId="3729385034" sldId="595"/>
        </pc:sldMkLst>
        <pc:spChg chg="mod">
          <ac:chgData name="Deepika Vatsa" userId="f7100972-27fe-4ee6-8fb4-ec9b7931b409" providerId="ADAL" clId="{6884C358-F078-41E2-B52A-C991C4377FC1}" dt="2025-07-23T05:17:55.758" v="3385" actId="1035"/>
          <ac:spMkLst>
            <pc:docMk/>
            <pc:sldMk cId="3729385034" sldId="595"/>
            <ac:spMk id="2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3T05:06:56.645" v="3287" actId="478"/>
          <ac:spMkLst>
            <pc:docMk/>
            <pc:sldMk cId="3729385034" sldId="595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10:05:47.046" v="768" actId="478"/>
          <ac:spMkLst>
            <pc:docMk/>
            <pc:sldMk cId="3729385034" sldId="595"/>
            <ac:spMk id="4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06:58.461" v="3288" actId="478"/>
          <ac:spMkLst>
            <pc:docMk/>
            <pc:sldMk cId="3729385034" sldId="595"/>
            <ac:spMk id="6" creationId="{595294C1-D83A-223D-E5DF-2687F4C0C4C3}"/>
          </ac:spMkLst>
        </pc:spChg>
        <pc:spChg chg="add mod">
          <ac:chgData name="Deepika Vatsa" userId="f7100972-27fe-4ee6-8fb4-ec9b7931b409" providerId="ADAL" clId="{6884C358-F078-41E2-B52A-C991C4377FC1}" dt="2025-07-23T05:07:00.405" v="3290"/>
          <ac:spMkLst>
            <pc:docMk/>
            <pc:sldMk cId="3729385034" sldId="595"/>
            <ac:spMk id="8" creationId="{07DF8378-AAD8-5F9D-5926-27ECBAD72119}"/>
          </ac:spMkLst>
        </pc:spChg>
        <pc:picChg chg="add del mod">
          <ac:chgData name="Deepika Vatsa" userId="f7100972-27fe-4ee6-8fb4-ec9b7931b409" providerId="ADAL" clId="{6884C358-F078-41E2-B52A-C991C4377FC1}" dt="2025-07-23T05:06:59.846" v="3289" actId="478"/>
          <ac:picMkLst>
            <pc:docMk/>
            <pc:sldMk cId="3729385034" sldId="595"/>
            <ac:picMk id="5" creationId="{05A945AB-0130-AB94-D6EA-8E8B4C8C69B4}"/>
          </ac:picMkLst>
        </pc:picChg>
        <pc:cxnChg chg="add mod">
          <ac:chgData name="Deepika Vatsa" userId="f7100972-27fe-4ee6-8fb4-ec9b7931b409" providerId="ADAL" clId="{6884C358-F078-41E2-B52A-C991C4377FC1}" dt="2025-07-23T05:21:13.213" v="3446"/>
          <ac:cxnSpMkLst>
            <pc:docMk/>
            <pc:sldMk cId="3729385034" sldId="595"/>
            <ac:cxnSpMk id="3" creationId="{91A758A6-68A7-3C5B-4901-273664385E64}"/>
          </ac:cxnSpMkLst>
        </pc:cxnChg>
        <pc:cxnChg chg="del">
          <ac:chgData name="Deepika Vatsa" userId="f7100972-27fe-4ee6-8fb4-ec9b7931b409" providerId="ADAL" clId="{6884C358-F078-41E2-B52A-C991C4377FC1}" dt="2025-07-23T05:21:12.833" v="3445" actId="478"/>
          <ac:cxnSpMkLst>
            <pc:docMk/>
            <pc:sldMk cId="3729385034" sldId="595"/>
            <ac:cxnSpMk id="7" creationId="{65C76CC1-B771-E13B-D742-340E1D5CAD8C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20.447" v="3450"/>
        <pc:sldMkLst>
          <pc:docMk/>
          <pc:sldMk cId="1503747669" sldId="596"/>
        </pc:sldMkLst>
        <pc:spChg chg="del">
          <ac:chgData name="Deepika Vatsa" userId="f7100972-27fe-4ee6-8fb4-ec9b7931b409" providerId="ADAL" clId="{6884C358-F078-41E2-B52A-C991C4377FC1}" dt="2025-07-23T05:18:01.094" v="3386" actId="478"/>
          <ac:spMkLst>
            <pc:docMk/>
            <pc:sldMk cId="1503747669" sldId="596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10:08:16.400" v="798" actId="27636"/>
          <ac:spMkLst>
            <pc:docMk/>
            <pc:sldMk cId="1503747669" sldId="596"/>
            <ac:spMk id="3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8:04.034" v="3387" actId="478"/>
          <ac:spMkLst>
            <pc:docMk/>
            <pc:sldMk cId="1503747669" sldId="596"/>
            <ac:spMk id="6" creationId="{F876691B-7F3C-2C15-70BC-01577E758222}"/>
          </ac:spMkLst>
        </pc:spChg>
        <pc:spChg chg="add mod">
          <ac:chgData name="Deepika Vatsa" userId="f7100972-27fe-4ee6-8fb4-ec9b7931b409" providerId="ADAL" clId="{6884C358-F078-41E2-B52A-C991C4377FC1}" dt="2025-07-23T05:18:09.803" v="3388"/>
          <ac:spMkLst>
            <pc:docMk/>
            <pc:sldMk cId="1503747669" sldId="596"/>
            <ac:spMk id="8" creationId="{FAF0F256-03EF-AA03-B292-4A3D50B362A1}"/>
          </ac:spMkLst>
        </pc:spChg>
        <pc:picChg chg="add mod">
          <ac:chgData name="Deepika Vatsa" userId="f7100972-27fe-4ee6-8fb4-ec9b7931b409" providerId="ADAL" clId="{6884C358-F078-41E2-B52A-C991C4377FC1}" dt="2025-07-22T10:08:13.823" v="796" actId="14100"/>
          <ac:picMkLst>
            <pc:docMk/>
            <pc:sldMk cId="1503747669" sldId="596"/>
            <ac:picMk id="4" creationId="{AEF005CF-B525-14E8-5F26-09F83936D256}"/>
          </ac:picMkLst>
        </pc:picChg>
        <pc:picChg chg="del">
          <ac:chgData name="Deepika Vatsa" userId="f7100972-27fe-4ee6-8fb4-ec9b7931b409" providerId="ADAL" clId="{6884C358-F078-41E2-B52A-C991C4377FC1}" dt="2025-07-22T10:07:40.420" v="793" actId="478"/>
          <ac:picMkLst>
            <pc:docMk/>
            <pc:sldMk cId="1503747669" sldId="596"/>
            <ac:picMk id="5" creationId="{05A945AB-0130-AB94-D6EA-8E8B4C8C69B4}"/>
          </ac:picMkLst>
        </pc:picChg>
        <pc:cxnChg chg="del">
          <ac:chgData name="Deepika Vatsa" userId="f7100972-27fe-4ee6-8fb4-ec9b7931b409" providerId="ADAL" clId="{6884C358-F078-41E2-B52A-C991C4377FC1}" dt="2025-07-23T05:21:20.066" v="3449" actId="478"/>
          <ac:cxnSpMkLst>
            <pc:docMk/>
            <pc:sldMk cId="1503747669" sldId="596"/>
            <ac:cxnSpMk id="7" creationId="{65C76CC1-B771-E13B-D742-340E1D5CAD8C}"/>
          </ac:cxnSpMkLst>
        </pc:cxnChg>
        <pc:cxnChg chg="add mod">
          <ac:chgData name="Deepika Vatsa" userId="f7100972-27fe-4ee6-8fb4-ec9b7931b409" providerId="ADAL" clId="{6884C358-F078-41E2-B52A-C991C4377FC1}" dt="2025-07-23T05:21:20.447" v="3450"/>
          <ac:cxnSpMkLst>
            <pc:docMk/>
            <pc:sldMk cId="1503747669" sldId="596"/>
            <ac:cxnSpMk id="9" creationId="{3A23A287-BBE3-562E-ABE0-5090EACFAE71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40.576" v="3459" actId="14100"/>
        <pc:sldMkLst>
          <pc:docMk/>
          <pc:sldMk cId="2169252664" sldId="597"/>
        </pc:sldMkLst>
        <pc:spChg chg="del">
          <ac:chgData name="Deepika Vatsa" userId="f7100972-27fe-4ee6-8fb4-ec9b7931b409" providerId="ADAL" clId="{6884C358-F078-41E2-B52A-C991C4377FC1}" dt="2025-07-23T05:18:51.798" v="3397" actId="478"/>
          <ac:spMkLst>
            <pc:docMk/>
            <pc:sldMk cId="2169252664" sldId="597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21:40.576" v="3459" actId="14100"/>
          <ac:spMkLst>
            <pc:docMk/>
            <pc:sldMk cId="2169252664" sldId="597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8:53.707" v="3398" actId="478"/>
          <ac:spMkLst>
            <pc:docMk/>
            <pc:sldMk cId="2169252664" sldId="597"/>
            <ac:spMk id="6" creationId="{53F1752F-2FDE-42D9-4D71-76064AA39AAB}"/>
          </ac:spMkLst>
        </pc:spChg>
        <pc:spChg chg="add mod">
          <ac:chgData name="Deepika Vatsa" userId="f7100972-27fe-4ee6-8fb4-ec9b7931b409" providerId="ADAL" clId="{6884C358-F078-41E2-B52A-C991C4377FC1}" dt="2025-07-23T05:18:54.461" v="3399"/>
          <ac:spMkLst>
            <pc:docMk/>
            <pc:sldMk cId="2169252664" sldId="597"/>
            <ac:spMk id="7" creationId="{3C6ACF8F-B531-BE5A-2C1D-263F00828601}"/>
          </ac:spMkLst>
        </pc:spChg>
        <pc:cxnChg chg="del">
          <ac:chgData name="Deepika Vatsa" userId="f7100972-27fe-4ee6-8fb4-ec9b7931b409" providerId="ADAL" clId="{6884C358-F078-41E2-B52A-C991C4377FC1}" dt="2025-07-23T05:21:36.683" v="3457" actId="478"/>
          <ac:cxnSpMkLst>
            <pc:docMk/>
            <pc:sldMk cId="2169252664" sldId="597"/>
            <ac:cxnSpMk id="5" creationId="{B2627C12-E6DC-37C6-3534-91290B918037}"/>
          </ac:cxnSpMkLst>
        </pc:cxnChg>
        <pc:cxnChg chg="add mod">
          <ac:chgData name="Deepika Vatsa" userId="f7100972-27fe-4ee6-8fb4-ec9b7931b409" providerId="ADAL" clId="{6884C358-F078-41E2-B52A-C991C4377FC1}" dt="2025-07-23T05:21:37.159" v="3458"/>
          <ac:cxnSpMkLst>
            <pc:docMk/>
            <pc:sldMk cId="2169252664" sldId="597"/>
            <ac:cxnSpMk id="8" creationId="{960C88F0-C429-DECE-0649-D90C3C9B4B3F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01.713" v="3413" actId="14100"/>
        <pc:sldMkLst>
          <pc:docMk/>
          <pc:sldMk cId="3506553672" sldId="598"/>
        </pc:sldMkLst>
        <pc:spChg chg="del">
          <ac:chgData name="Deepika Vatsa" userId="f7100972-27fe-4ee6-8fb4-ec9b7931b409" providerId="ADAL" clId="{6884C358-F078-41E2-B52A-C991C4377FC1}" dt="2025-07-23T05:18:58.744" v="3400" actId="478"/>
          <ac:spMkLst>
            <pc:docMk/>
            <pc:sldMk cId="3506553672" sldId="598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19:53.232" v="3412" actId="14100"/>
          <ac:spMkLst>
            <pc:docMk/>
            <pc:sldMk cId="3506553672" sldId="598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9:00.479" v="3401" actId="478"/>
          <ac:spMkLst>
            <pc:docMk/>
            <pc:sldMk cId="3506553672" sldId="598"/>
            <ac:spMk id="6" creationId="{F683307C-B106-FF61-47F6-9AF0281F23D5}"/>
          </ac:spMkLst>
        </pc:spChg>
        <pc:spChg chg="add mod">
          <ac:chgData name="Deepika Vatsa" userId="f7100972-27fe-4ee6-8fb4-ec9b7931b409" providerId="ADAL" clId="{6884C358-F078-41E2-B52A-C991C4377FC1}" dt="2025-07-23T05:19:01.147" v="3402"/>
          <ac:spMkLst>
            <pc:docMk/>
            <pc:sldMk cId="3506553672" sldId="598"/>
            <ac:spMk id="7" creationId="{E0A3D3E7-23FD-A7A2-4008-A85FD6ED147D}"/>
          </ac:spMkLst>
        </pc:spChg>
        <pc:cxnChg chg="mod">
          <ac:chgData name="Deepika Vatsa" userId="f7100972-27fe-4ee6-8fb4-ec9b7931b409" providerId="ADAL" clId="{6884C358-F078-41E2-B52A-C991C4377FC1}" dt="2025-07-23T05:20:01.713" v="3413" actId="14100"/>
          <ac:cxnSpMkLst>
            <pc:docMk/>
            <pc:sldMk cId="3506553672" sldId="598"/>
            <ac:cxnSpMk id="5" creationId="{B2627C12-E6DC-37C6-3534-91290B918037}"/>
          </ac:cxnSpMkLst>
        </pc:cxnChg>
      </pc:sldChg>
      <pc:sldChg chg="addSp delSp modSp add del mod">
        <pc:chgData name="Deepika Vatsa" userId="f7100972-27fe-4ee6-8fb4-ec9b7931b409" providerId="ADAL" clId="{6884C358-F078-41E2-B52A-C991C4377FC1}" dt="2025-07-23T05:23:59.015" v="3535" actId="47"/>
        <pc:sldMkLst>
          <pc:docMk/>
          <pc:sldMk cId="2401294685" sldId="599"/>
        </pc:sldMkLst>
        <pc:spChg chg="del">
          <ac:chgData name="Deepika Vatsa" userId="f7100972-27fe-4ee6-8fb4-ec9b7931b409" providerId="ADAL" clId="{6884C358-F078-41E2-B52A-C991C4377FC1}" dt="2025-07-23T05:14:27.661" v="3341" actId="478"/>
          <ac:spMkLst>
            <pc:docMk/>
            <pc:sldMk cId="2401294685" sldId="599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14:09.013" v="3339" actId="207"/>
          <ac:spMkLst>
            <pc:docMk/>
            <pc:sldMk cId="2401294685" sldId="599"/>
            <ac:spMk id="4" creationId="{170DDB5B-6792-55DA-AF63-9A96FA1939A3}"/>
          </ac:spMkLst>
        </pc:spChg>
        <pc:spChg chg="add del mod">
          <ac:chgData name="Deepika Vatsa" userId="f7100972-27fe-4ee6-8fb4-ec9b7931b409" providerId="ADAL" clId="{6884C358-F078-41E2-B52A-C991C4377FC1}" dt="2025-07-23T05:14:30.418" v="3342" actId="478"/>
          <ac:spMkLst>
            <pc:docMk/>
            <pc:sldMk cId="2401294685" sldId="599"/>
            <ac:spMk id="6" creationId="{4BF9E284-5898-8DDF-CE9A-3C976785F937}"/>
          </ac:spMkLst>
        </pc:spChg>
        <pc:spChg chg="add mod">
          <ac:chgData name="Deepika Vatsa" userId="f7100972-27fe-4ee6-8fb4-ec9b7931b409" providerId="ADAL" clId="{6884C358-F078-41E2-B52A-C991C4377FC1}" dt="2025-07-23T05:14:30.951" v="3343"/>
          <ac:spMkLst>
            <pc:docMk/>
            <pc:sldMk cId="2401294685" sldId="599"/>
            <ac:spMk id="7" creationId="{0119B940-AB8B-E340-E8DC-D2BDFC2C2C8E}"/>
          </ac:spMkLst>
        </pc:spChg>
      </pc:sldChg>
      <pc:sldChg chg="addSp delSp modSp add del mod">
        <pc:chgData name="Deepika Vatsa" userId="f7100972-27fe-4ee6-8fb4-ec9b7931b409" providerId="ADAL" clId="{6884C358-F078-41E2-B52A-C991C4377FC1}" dt="2025-07-23T05:24:38.241" v="3543" actId="2696"/>
        <pc:sldMkLst>
          <pc:docMk/>
          <pc:sldMk cId="3029789361" sldId="600"/>
        </pc:sldMkLst>
        <pc:spChg chg="del">
          <ac:chgData name="Deepika Vatsa" userId="f7100972-27fe-4ee6-8fb4-ec9b7931b409" providerId="ADAL" clId="{6884C358-F078-41E2-B52A-C991C4377FC1}" dt="2025-07-23T05:14:36.566" v="3344" actId="478"/>
          <ac:spMkLst>
            <pc:docMk/>
            <pc:sldMk cId="3029789361" sldId="600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14:14.965" v="3340" actId="207"/>
          <ac:spMkLst>
            <pc:docMk/>
            <pc:sldMk cId="3029789361" sldId="600"/>
            <ac:spMk id="4" creationId="{170DDB5B-6792-55DA-AF63-9A96FA1939A3}"/>
          </ac:spMkLst>
        </pc:spChg>
        <pc:spChg chg="add del mod">
          <ac:chgData name="Deepika Vatsa" userId="f7100972-27fe-4ee6-8fb4-ec9b7931b409" providerId="ADAL" clId="{6884C358-F078-41E2-B52A-C991C4377FC1}" dt="2025-07-23T05:14:38.530" v="3345" actId="478"/>
          <ac:spMkLst>
            <pc:docMk/>
            <pc:sldMk cId="3029789361" sldId="600"/>
            <ac:spMk id="6" creationId="{F02D243D-009C-3431-8226-38FDB17887B5}"/>
          </ac:spMkLst>
        </pc:spChg>
        <pc:spChg chg="add mod">
          <ac:chgData name="Deepika Vatsa" userId="f7100972-27fe-4ee6-8fb4-ec9b7931b409" providerId="ADAL" clId="{6884C358-F078-41E2-B52A-C991C4377FC1}" dt="2025-07-23T05:14:39.434" v="3346"/>
          <ac:spMkLst>
            <pc:docMk/>
            <pc:sldMk cId="3029789361" sldId="600"/>
            <ac:spMk id="7" creationId="{BC661B70-CCBE-C4A5-04AC-7FA70FCEB17A}"/>
          </ac:spMkLst>
        </pc:spChg>
      </pc:sldChg>
      <pc:sldChg chg="modSp add del mod">
        <pc:chgData name="Deepika Vatsa" userId="f7100972-27fe-4ee6-8fb4-ec9b7931b409" providerId="ADAL" clId="{6884C358-F078-41E2-B52A-C991C4377FC1}" dt="2025-07-22T10:45:47.780" v="2494" actId="47"/>
        <pc:sldMkLst>
          <pc:docMk/>
          <pc:sldMk cId="4257758956" sldId="600"/>
        </pc:sldMkLst>
        <pc:spChg chg="mod">
          <ac:chgData name="Deepika Vatsa" userId="f7100972-27fe-4ee6-8fb4-ec9b7931b409" providerId="ADAL" clId="{6884C358-F078-41E2-B52A-C991C4377FC1}" dt="2025-07-22T10:45:15.158" v="2478" actId="12"/>
          <ac:spMkLst>
            <pc:docMk/>
            <pc:sldMk cId="4257758956" sldId="600"/>
            <ac:spMk id="4" creationId="{170DDB5B-6792-55DA-AF63-9A96FA1939A3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0:34.530" v="3425"/>
        <pc:sldMkLst>
          <pc:docMk/>
          <pc:sldMk cId="3239011490" sldId="601"/>
        </pc:sldMkLst>
        <pc:spChg chg="mod">
          <ac:chgData name="Deepika Vatsa" userId="f7100972-27fe-4ee6-8fb4-ec9b7931b409" providerId="ADAL" clId="{6884C358-F078-41E2-B52A-C991C4377FC1}" dt="2025-07-23T05:16:36.510" v="3362" actId="207"/>
          <ac:spMkLst>
            <pc:docMk/>
            <pc:sldMk cId="3239011490" sldId="601"/>
            <ac:spMk id="2" creationId="{00000000-0000-0000-0000-000000000000}"/>
          </ac:spMkLst>
        </pc:spChg>
        <pc:cxnChg chg="add mod">
          <ac:chgData name="Deepika Vatsa" userId="f7100972-27fe-4ee6-8fb4-ec9b7931b409" providerId="ADAL" clId="{6884C358-F078-41E2-B52A-C991C4377FC1}" dt="2025-07-23T05:20:34.530" v="3425"/>
          <ac:cxnSpMkLst>
            <pc:docMk/>
            <pc:sldMk cId="3239011490" sldId="601"/>
            <ac:cxnSpMk id="4" creationId="{7B9879F7-3A1D-F2AB-DE14-AC3E9F018ECD}"/>
          </ac:cxnSpMkLst>
        </pc:cxnChg>
        <pc:cxnChg chg="del">
          <ac:chgData name="Deepika Vatsa" userId="f7100972-27fe-4ee6-8fb4-ec9b7931b409" providerId="ADAL" clId="{6884C358-F078-41E2-B52A-C991C4377FC1}" dt="2025-07-23T05:20:34.151" v="3424" actId="478"/>
          <ac:cxnSpMkLst>
            <pc:docMk/>
            <pc:sldMk cId="3239011490" sldId="601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20.639" v="3419"/>
        <pc:sldMkLst>
          <pc:docMk/>
          <pc:sldMk cId="2717130231" sldId="602"/>
        </pc:sldMkLst>
        <pc:spChg chg="del">
          <ac:chgData name="Deepika Vatsa" userId="f7100972-27fe-4ee6-8fb4-ec9b7931b409" providerId="ADAL" clId="{6884C358-F078-41E2-B52A-C991C4377FC1}" dt="2025-07-23T05:16:01.154" v="3352" actId="478"/>
          <ac:spMkLst>
            <pc:docMk/>
            <pc:sldMk cId="2717130231" sldId="602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6:02.768" v="3353" actId="478"/>
          <ac:spMkLst>
            <pc:docMk/>
            <pc:sldMk cId="2717130231" sldId="602"/>
            <ac:spMk id="6" creationId="{6DA9A92D-8D82-3D24-F90E-F548CACC3B08}"/>
          </ac:spMkLst>
        </pc:spChg>
        <pc:spChg chg="add mod">
          <ac:chgData name="Deepika Vatsa" userId="f7100972-27fe-4ee6-8fb4-ec9b7931b409" providerId="ADAL" clId="{6884C358-F078-41E2-B52A-C991C4377FC1}" dt="2025-07-23T05:16:25.734" v="3359"/>
          <ac:spMkLst>
            <pc:docMk/>
            <pc:sldMk cId="2717130231" sldId="602"/>
            <ac:spMk id="7" creationId="{7F4B3C9C-EE6F-0BBC-A1B2-DCB27147AC1C}"/>
          </ac:spMkLst>
        </pc:spChg>
        <pc:spChg chg="mod">
          <ac:chgData name="Deepika Vatsa" userId="f7100972-27fe-4ee6-8fb4-ec9b7931b409" providerId="ADAL" clId="{6884C358-F078-41E2-B52A-C991C4377FC1}" dt="2025-07-22T10:58:01.962" v="3168" actId="113"/>
          <ac:spMkLst>
            <pc:docMk/>
            <pc:sldMk cId="2717130231" sldId="602"/>
            <ac:spMk id="13" creationId="{05B054CE-66A9-69B7-25DF-5E63A7E7226F}"/>
          </ac:spMkLst>
        </pc:spChg>
        <pc:graphicFrameChg chg="add mod modGraphic">
          <ac:chgData name="Deepika Vatsa" userId="f7100972-27fe-4ee6-8fb4-ec9b7931b409" providerId="ADAL" clId="{6884C358-F078-41E2-B52A-C991C4377FC1}" dt="2025-07-22T10:56:57.073" v="3131" actId="20577"/>
          <ac:graphicFrameMkLst>
            <pc:docMk/>
            <pc:sldMk cId="2717130231" sldId="602"/>
            <ac:graphicFrameMk id="3" creationId="{26447246-77A9-0BA0-DDC4-AA7139BF3CBE}"/>
          </ac:graphicFrameMkLst>
        </pc:graphicFrameChg>
        <pc:graphicFrameChg chg="del">
          <ac:chgData name="Deepika Vatsa" userId="f7100972-27fe-4ee6-8fb4-ec9b7931b409" providerId="ADAL" clId="{6884C358-F078-41E2-B52A-C991C4377FC1}" dt="2025-07-22T10:56:05.332" v="3064" actId="478"/>
          <ac:graphicFrameMkLst>
            <pc:docMk/>
            <pc:sldMk cId="2717130231" sldId="602"/>
            <ac:graphicFrameMk id="14" creationId="{15B9210D-0693-05A9-B8B7-394487320ED6}"/>
          </ac:graphicFrameMkLst>
        </pc:graphicFrameChg>
        <pc:cxnChg chg="del">
          <ac:chgData name="Deepika Vatsa" userId="f7100972-27fe-4ee6-8fb4-ec9b7931b409" providerId="ADAL" clId="{6884C358-F078-41E2-B52A-C991C4377FC1}" dt="2025-07-23T05:20:20.177" v="3418" actId="478"/>
          <ac:cxnSpMkLst>
            <pc:docMk/>
            <pc:sldMk cId="2717130231" sldId="602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20.639" v="3419"/>
          <ac:cxnSpMkLst>
            <pc:docMk/>
            <pc:sldMk cId="2717130231" sldId="602"/>
            <ac:cxnSpMk id="8" creationId="{7D162270-8EA5-1790-83F3-A4F9A126E8B1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26.685" v="3421"/>
        <pc:sldMkLst>
          <pc:docMk/>
          <pc:sldMk cId="1266594393" sldId="603"/>
        </pc:sldMkLst>
        <pc:spChg chg="del">
          <ac:chgData name="Deepika Vatsa" userId="f7100972-27fe-4ee6-8fb4-ec9b7931b409" providerId="ADAL" clId="{6884C358-F078-41E2-B52A-C991C4377FC1}" dt="2025-07-23T05:16:06.563" v="3354" actId="478"/>
          <ac:spMkLst>
            <pc:docMk/>
            <pc:sldMk cId="1266594393" sldId="603"/>
            <ac:spMk id="2" creationId="{00000000-0000-0000-0000-000000000000}"/>
          </ac:spMkLst>
        </pc:spChg>
        <pc:spChg chg="add mod">
          <ac:chgData name="Deepika Vatsa" userId="f7100972-27fe-4ee6-8fb4-ec9b7931b409" providerId="ADAL" clId="{6884C358-F078-41E2-B52A-C991C4377FC1}" dt="2025-07-22T10:57:48.108" v="3164" actId="14100"/>
          <ac:spMkLst>
            <pc:docMk/>
            <pc:sldMk cId="1266594393" sldId="603"/>
            <ac:spMk id="4" creationId="{1AD143D5-787C-C1A5-C997-9EC0616525DF}"/>
          </ac:spMkLst>
        </pc:spChg>
        <pc:spChg chg="add del mod">
          <ac:chgData name="Deepika Vatsa" userId="f7100972-27fe-4ee6-8fb4-ec9b7931b409" providerId="ADAL" clId="{6884C358-F078-41E2-B52A-C991C4377FC1}" dt="2025-07-23T05:16:08.217" v="3355" actId="478"/>
          <ac:spMkLst>
            <pc:docMk/>
            <pc:sldMk cId="1266594393" sldId="603"/>
            <ac:spMk id="6" creationId="{A74DC710-992E-573C-40A0-556A16BC3A75}"/>
          </ac:spMkLst>
        </pc:spChg>
        <pc:spChg chg="add mod">
          <ac:chgData name="Deepika Vatsa" userId="f7100972-27fe-4ee6-8fb4-ec9b7931b409" providerId="ADAL" clId="{6884C358-F078-41E2-B52A-C991C4377FC1}" dt="2025-07-23T05:16:27.514" v="3360"/>
          <ac:spMkLst>
            <pc:docMk/>
            <pc:sldMk cId="1266594393" sldId="603"/>
            <ac:spMk id="7" creationId="{1B3062FA-2CD8-A930-87D2-86A160AADA8E}"/>
          </ac:spMkLst>
        </pc:spChg>
        <pc:spChg chg="mod">
          <ac:chgData name="Deepika Vatsa" userId="f7100972-27fe-4ee6-8fb4-ec9b7931b409" providerId="ADAL" clId="{6884C358-F078-41E2-B52A-C991C4377FC1}" dt="2025-07-22T10:57:56.910" v="3167" actId="113"/>
          <ac:spMkLst>
            <pc:docMk/>
            <pc:sldMk cId="1266594393" sldId="603"/>
            <ac:spMk id="13" creationId="{05B054CE-66A9-69B7-25DF-5E63A7E7226F}"/>
          </ac:spMkLst>
        </pc:spChg>
        <pc:graphicFrameChg chg="del">
          <ac:chgData name="Deepika Vatsa" userId="f7100972-27fe-4ee6-8fb4-ec9b7931b409" providerId="ADAL" clId="{6884C358-F078-41E2-B52A-C991C4377FC1}" dt="2025-07-22T10:57:41.042" v="3162" actId="478"/>
          <ac:graphicFrameMkLst>
            <pc:docMk/>
            <pc:sldMk cId="1266594393" sldId="603"/>
            <ac:graphicFrameMk id="3" creationId="{26447246-77A9-0BA0-DDC4-AA7139BF3CBE}"/>
          </ac:graphicFrameMkLst>
        </pc:graphicFrameChg>
        <pc:cxnChg chg="del">
          <ac:chgData name="Deepika Vatsa" userId="f7100972-27fe-4ee6-8fb4-ec9b7931b409" providerId="ADAL" clId="{6884C358-F078-41E2-B52A-C991C4377FC1}" dt="2025-07-23T05:20:26.229" v="3420" actId="478"/>
          <ac:cxnSpMkLst>
            <pc:docMk/>
            <pc:sldMk cId="1266594393" sldId="603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26.685" v="3421"/>
          <ac:cxnSpMkLst>
            <pc:docMk/>
            <pc:sldMk cId="1266594393" sldId="603"/>
            <ac:cxnSpMk id="8" creationId="{A1395F78-30F5-3937-9A59-67E864B7EFC0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16.708" v="3417"/>
        <pc:sldMkLst>
          <pc:docMk/>
          <pc:sldMk cId="4255891347" sldId="604"/>
        </pc:sldMkLst>
        <pc:spChg chg="del">
          <ac:chgData name="Deepika Vatsa" userId="f7100972-27fe-4ee6-8fb4-ec9b7931b409" providerId="ADAL" clId="{6884C358-F078-41E2-B52A-C991C4377FC1}" dt="2025-07-23T05:15:55.831" v="3350" actId="478"/>
          <ac:spMkLst>
            <pc:docMk/>
            <pc:sldMk cId="4255891347" sldId="604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5:57.713" v="3351" actId="478"/>
          <ac:spMkLst>
            <pc:docMk/>
            <pc:sldMk cId="4255891347" sldId="604"/>
            <ac:spMk id="4" creationId="{1E8C311E-5024-0A5C-ADB3-9DF8A67D3DAA}"/>
          </ac:spMkLst>
        </pc:spChg>
        <pc:spChg chg="add mod">
          <ac:chgData name="Deepika Vatsa" userId="f7100972-27fe-4ee6-8fb4-ec9b7931b409" providerId="ADAL" clId="{6884C358-F078-41E2-B52A-C991C4377FC1}" dt="2025-07-23T05:16:23.931" v="3358"/>
          <ac:spMkLst>
            <pc:docMk/>
            <pc:sldMk cId="4255891347" sldId="604"/>
            <ac:spMk id="6" creationId="{2026D996-90C4-3C12-B2E6-96092CF25C70}"/>
          </ac:spMkLst>
        </pc:spChg>
        <pc:spChg chg="mod">
          <ac:chgData name="Deepika Vatsa" userId="f7100972-27fe-4ee6-8fb4-ec9b7931b409" providerId="ADAL" clId="{6884C358-F078-41E2-B52A-C991C4377FC1}" dt="2025-07-22T10:58:35.306" v="3177" actId="6549"/>
          <ac:spMkLst>
            <pc:docMk/>
            <pc:sldMk cId="4255891347" sldId="604"/>
            <ac:spMk id="13" creationId="{05B054CE-66A9-69B7-25DF-5E63A7E7226F}"/>
          </ac:spMkLst>
        </pc:spChg>
        <pc:graphicFrameChg chg="mod modGraphic">
          <ac:chgData name="Deepika Vatsa" userId="f7100972-27fe-4ee6-8fb4-ec9b7931b409" providerId="ADAL" clId="{6884C358-F078-41E2-B52A-C991C4377FC1}" dt="2025-07-22T10:58:54.235" v="3183" actId="14100"/>
          <ac:graphicFrameMkLst>
            <pc:docMk/>
            <pc:sldMk cId="4255891347" sldId="604"/>
            <ac:graphicFrameMk id="14" creationId="{15B9210D-0693-05A9-B8B7-394487320ED6}"/>
          </ac:graphicFrameMkLst>
        </pc:graphicFrameChg>
        <pc:cxnChg chg="del">
          <ac:chgData name="Deepika Vatsa" userId="f7100972-27fe-4ee6-8fb4-ec9b7931b409" providerId="ADAL" clId="{6884C358-F078-41E2-B52A-C991C4377FC1}" dt="2025-07-23T05:20:16.121" v="3416" actId="478"/>
          <ac:cxnSpMkLst>
            <pc:docMk/>
            <pc:sldMk cId="4255891347" sldId="604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16.708" v="3417"/>
          <ac:cxnSpMkLst>
            <pc:docMk/>
            <pc:sldMk cId="4255891347" sldId="604"/>
            <ac:cxnSpMk id="7" creationId="{B773A36C-D68E-6E7D-095A-1EC7008C66FA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31.431" v="3423"/>
        <pc:sldMkLst>
          <pc:docMk/>
          <pc:sldMk cId="3000343820" sldId="605"/>
        </pc:sldMkLst>
        <pc:spChg chg="del">
          <ac:chgData name="Deepika Vatsa" userId="f7100972-27fe-4ee6-8fb4-ec9b7931b409" providerId="ADAL" clId="{6884C358-F078-41E2-B52A-C991C4377FC1}" dt="2025-07-23T05:16:13.022" v="3356" actId="478"/>
          <ac:spMkLst>
            <pc:docMk/>
            <pc:sldMk cId="3000343820" sldId="605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10:59:47.754" v="3207" actId="478"/>
          <ac:spMkLst>
            <pc:docMk/>
            <pc:sldMk cId="3000343820" sldId="605"/>
            <ac:spMk id="4" creationId="{1AD143D5-787C-C1A5-C997-9EC0616525DF}"/>
          </ac:spMkLst>
        </pc:spChg>
        <pc:spChg chg="add del mod">
          <ac:chgData name="Deepika Vatsa" userId="f7100972-27fe-4ee6-8fb4-ec9b7931b409" providerId="ADAL" clId="{6884C358-F078-41E2-B52A-C991C4377FC1}" dt="2025-07-23T05:16:14.811" v="3357" actId="478"/>
          <ac:spMkLst>
            <pc:docMk/>
            <pc:sldMk cId="3000343820" sldId="605"/>
            <ac:spMk id="4" creationId="{A81EBE12-917F-1A39-1B38-85449C2DC81C}"/>
          </ac:spMkLst>
        </pc:spChg>
        <pc:spChg chg="add del">
          <ac:chgData name="Deepika Vatsa" userId="f7100972-27fe-4ee6-8fb4-ec9b7931b409" providerId="ADAL" clId="{6884C358-F078-41E2-B52A-C991C4377FC1}" dt="2025-07-22T10:59:53.735" v="3211" actId="22"/>
          <ac:spMkLst>
            <pc:docMk/>
            <pc:sldMk cId="3000343820" sldId="605"/>
            <ac:spMk id="6" creationId="{254E2835-DAB1-3E5B-5251-BEF951804D79}"/>
          </ac:spMkLst>
        </pc:spChg>
        <pc:spChg chg="add mod">
          <ac:chgData name="Deepika Vatsa" userId="f7100972-27fe-4ee6-8fb4-ec9b7931b409" providerId="ADAL" clId="{6884C358-F078-41E2-B52A-C991C4377FC1}" dt="2025-07-23T05:16:30.424" v="3361"/>
          <ac:spMkLst>
            <pc:docMk/>
            <pc:sldMk cId="3000343820" sldId="605"/>
            <ac:spMk id="6" creationId="{2D09E08D-CF06-9310-2372-85E7B1DBB6F3}"/>
          </ac:spMkLst>
        </pc:spChg>
        <pc:spChg chg="add del">
          <ac:chgData name="Deepika Vatsa" userId="f7100972-27fe-4ee6-8fb4-ec9b7931b409" providerId="ADAL" clId="{6884C358-F078-41E2-B52A-C991C4377FC1}" dt="2025-07-22T10:59:55.017" v="3213" actId="22"/>
          <ac:spMkLst>
            <pc:docMk/>
            <pc:sldMk cId="3000343820" sldId="605"/>
            <ac:spMk id="8" creationId="{46282A04-E2EF-5990-7C9A-2482B8F88DE8}"/>
          </ac:spMkLst>
        </pc:spChg>
        <pc:spChg chg="add mod">
          <ac:chgData name="Deepika Vatsa" userId="f7100972-27fe-4ee6-8fb4-ec9b7931b409" providerId="ADAL" clId="{6884C358-F078-41E2-B52A-C991C4377FC1}" dt="2025-07-22T11:00:31.477" v="3250" actId="20577"/>
          <ac:spMkLst>
            <pc:docMk/>
            <pc:sldMk cId="3000343820" sldId="605"/>
            <ac:spMk id="10" creationId="{1A9471B8-64B2-EEE3-8FEC-CB7C57B99638}"/>
          </ac:spMkLst>
        </pc:spChg>
        <pc:spChg chg="mod">
          <ac:chgData name="Deepika Vatsa" userId="f7100972-27fe-4ee6-8fb4-ec9b7931b409" providerId="ADAL" clId="{6884C358-F078-41E2-B52A-C991C4377FC1}" dt="2025-07-22T10:59:19.150" v="3206" actId="20577"/>
          <ac:spMkLst>
            <pc:docMk/>
            <pc:sldMk cId="3000343820" sldId="605"/>
            <ac:spMk id="13" creationId="{05B054CE-66A9-69B7-25DF-5E63A7E7226F}"/>
          </ac:spMkLst>
        </pc:spChg>
        <pc:cxnChg chg="del">
          <ac:chgData name="Deepika Vatsa" userId="f7100972-27fe-4ee6-8fb4-ec9b7931b409" providerId="ADAL" clId="{6884C358-F078-41E2-B52A-C991C4377FC1}" dt="2025-07-23T05:20:30.996" v="3422" actId="478"/>
          <ac:cxnSpMkLst>
            <pc:docMk/>
            <pc:sldMk cId="3000343820" sldId="605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31.431" v="3423"/>
          <ac:cxnSpMkLst>
            <pc:docMk/>
            <pc:sldMk cId="3000343820" sldId="605"/>
            <ac:cxnSpMk id="7" creationId="{CB25073D-C8BF-4164-65B6-5B1D7B263018}"/>
          </ac:cxnSpMkLst>
        </pc:cxnChg>
      </pc:sldChg>
      <pc:sldChg chg="addSp delSp modSp add del mod">
        <pc:chgData name="Deepika Vatsa" userId="f7100972-27fe-4ee6-8fb4-ec9b7931b409" providerId="ADAL" clId="{6884C358-F078-41E2-B52A-C991C4377FC1}" dt="2025-07-23T05:07:03.568" v="3291" actId="2696"/>
        <pc:sldMkLst>
          <pc:docMk/>
          <pc:sldMk cId="1302649209" sldId="606"/>
        </pc:sldMkLst>
        <pc:spChg chg="mod">
          <ac:chgData name="Deepika Vatsa" userId="f7100972-27fe-4ee6-8fb4-ec9b7931b409" providerId="ADAL" clId="{6884C358-F078-41E2-B52A-C991C4377FC1}" dt="2025-07-23T05:06:38.842" v="3285" actId="1076"/>
          <ac:spMkLst>
            <pc:docMk/>
            <pc:sldMk cId="1302649209" sldId="606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3T05:06:11.168" v="3261" actId="478"/>
          <ac:spMkLst>
            <pc:docMk/>
            <pc:sldMk cId="1302649209" sldId="606"/>
            <ac:spMk id="3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06:14.218" v="3262" actId="478"/>
          <ac:spMkLst>
            <pc:docMk/>
            <pc:sldMk cId="1302649209" sldId="606"/>
            <ac:spMk id="6" creationId="{64114871-2460-BE07-A433-A6AA220B5F2C}"/>
          </ac:spMkLst>
        </pc:spChg>
        <pc:spChg chg="add mod">
          <ac:chgData name="Deepika Vatsa" userId="f7100972-27fe-4ee6-8fb4-ec9b7931b409" providerId="ADAL" clId="{6884C358-F078-41E2-B52A-C991C4377FC1}" dt="2025-07-23T05:06:14.889" v="3263"/>
          <ac:spMkLst>
            <pc:docMk/>
            <pc:sldMk cId="1302649209" sldId="606"/>
            <ac:spMk id="7" creationId="{4046B1BD-32BF-94BB-A445-155DB489242D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1:16.949" v="3448"/>
        <pc:sldMkLst>
          <pc:docMk/>
          <pc:sldMk cId="1265168596" sldId="607"/>
        </pc:sldMkLst>
        <pc:spChg chg="del">
          <ac:chgData name="Deepika Vatsa" userId="f7100972-27fe-4ee6-8fb4-ec9b7931b409" providerId="ADAL" clId="{6884C358-F078-41E2-B52A-C991C4377FC1}" dt="2025-07-23T05:17:39.628" v="3374" actId="478"/>
          <ac:spMkLst>
            <pc:docMk/>
            <pc:sldMk cId="1265168596" sldId="607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7:44.285" v="3376" actId="478"/>
          <ac:spMkLst>
            <pc:docMk/>
            <pc:sldMk cId="1265168596" sldId="607"/>
            <ac:spMk id="6" creationId="{C07E118B-1667-38AE-C2DA-C21278B87F83}"/>
          </ac:spMkLst>
        </pc:spChg>
        <pc:spChg chg="add mod">
          <ac:chgData name="Deepika Vatsa" userId="f7100972-27fe-4ee6-8fb4-ec9b7931b409" providerId="ADAL" clId="{6884C358-F078-41E2-B52A-C991C4377FC1}" dt="2025-07-23T05:17:49.187" v="3380" actId="1035"/>
          <ac:spMkLst>
            <pc:docMk/>
            <pc:sldMk cId="1265168596" sldId="607"/>
            <ac:spMk id="8" creationId="{28EA11DA-6FAE-4A30-1A45-D904D110690C}"/>
          </ac:spMkLst>
        </pc:spChg>
        <pc:cxnChg chg="del">
          <ac:chgData name="Deepika Vatsa" userId="f7100972-27fe-4ee6-8fb4-ec9b7931b409" providerId="ADAL" clId="{6884C358-F078-41E2-B52A-C991C4377FC1}" dt="2025-07-23T05:21:16.564" v="3447" actId="478"/>
          <ac:cxnSpMkLst>
            <pc:docMk/>
            <pc:sldMk cId="1265168596" sldId="607"/>
            <ac:cxnSpMk id="7" creationId="{65C76CC1-B771-E13B-D742-340E1D5CAD8C}"/>
          </ac:cxnSpMkLst>
        </pc:cxnChg>
        <pc:cxnChg chg="add mod">
          <ac:chgData name="Deepika Vatsa" userId="f7100972-27fe-4ee6-8fb4-ec9b7931b409" providerId="ADAL" clId="{6884C358-F078-41E2-B52A-C991C4377FC1}" dt="2025-07-23T05:21:16.949" v="3448"/>
          <ac:cxnSpMkLst>
            <pc:docMk/>
            <pc:sldMk cId="1265168596" sldId="607"/>
            <ac:cxnSpMk id="9" creationId="{8EEBD2E5-74AB-4847-0D3D-942182177146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2:26.150" v="3493" actId="14100"/>
        <pc:sldMkLst>
          <pc:docMk/>
          <pc:sldMk cId="3320274339" sldId="608"/>
        </pc:sldMkLst>
        <pc:spChg chg="del">
          <ac:chgData name="Deepika Vatsa" userId="f7100972-27fe-4ee6-8fb4-ec9b7931b409" providerId="ADAL" clId="{6884C358-F078-41E2-B52A-C991C4377FC1}" dt="2025-07-23T05:11:34.839" v="3297" actId="478"/>
          <ac:spMkLst>
            <pc:docMk/>
            <pc:sldMk cId="3320274339" sldId="608"/>
            <ac:spMk id="2" creationId="{3EA993F1-7D74-5A35-94E0-755C8170DDD2}"/>
          </ac:spMkLst>
        </pc:spChg>
        <pc:spChg chg="del">
          <ac:chgData name="Deepika Vatsa" userId="f7100972-27fe-4ee6-8fb4-ec9b7931b409" providerId="ADAL" clId="{6884C358-F078-41E2-B52A-C991C4377FC1}" dt="2025-07-23T05:12:10.700" v="3318" actId="478"/>
          <ac:spMkLst>
            <pc:docMk/>
            <pc:sldMk cId="3320274339" sldId="608"/>
            <ac:spMk id="4" creationId="{C7E4D45C-A04E-4FD8-8E36-9127F8599888}"/>
          </ac:spMkLst>
        </pc:spChg>
        <pc:spChg chg="add del mod">
          <ac:chgData name="Deepika Vatsa" userId="f7100972-27fe-4ee6-8fb4-ec9b7931b409" providerId="ADAL" clId="{6884C358-F078-41E2-B52A-C991C4377FC1}" dt="2025-07-23T05:11:36.519" v="3298" actId="478"/>
          <ac:spMkLst>
            <pc:docMk/>
            <pc:sldMk cId="3320274339" sldId="608"/>
            <ac:spMk id="6" creationId="{EE908AC3-623C-CC58-D78A-A0D84DBEB9D0}"/>
          </ac:spMkLst>
        </pc:spChg>
        <pc:spChg chg="add mod">
          <ac:chgData name="Deepika Vatsa" userId="f7100972-27fe-4ee6-8fb4-ec9b7931b409" providerId="ADAL" clId="{6884C358-F078-41E2-B52A-C991C4377FC1}" dt="2025-07-23T05:22:15.127" v="3486" actId="1038"/>
          <ac:spMkLst>
            <pc:docMk/>
            <pc:sldMk cId="3320274339" sldId="608"/>
            <ac:spMk id="7" creationId="{F26712D0-C7B9-7F0F-CF59-812A62A6D723}"/>
          </ac:spMkLst>
        </pc:spChg>
        <pc:spChg chg="add mod">
          <ac:chgData name="Deepika Vatsa" userId="f7100972-27fe-4ee6-8fb4-ec9b7931b409" providerId="ADAL" clId="{6884C358-F078-41E2-B52A-C991C4377FC1}" dt="2025-07-23T05:22:26.150" v="3493" actId="14100"/>
          <ac:spMkLst>
            <pc:docMk/>
            <pc:sldMk cId="3320274339" sldId="608"/>
            <ac:spMk id="8" creationId="{B7CEB9D0-5895-DF81-7B8D-8329D77D5609}"/>
          </ac:spMkLst>
        </pc:spChg>
        <pc:cxnChg chg="del">
          <ac:chgData name="Deepika Vatsa" userId="f7100972-27fe-4ee6-8fb4-ec9b7931b409" providerId="ADAL" clId="{6884C358-F078-41E2-B52A-C991C4377FC1}" dt="2025-07-23T05:22:00.981" v="3464" actId="478"/>
          <ac:cxnSpMkLst>
            <pc:docMk/>
            <pc:sldMk cId="3320274339" sldId="608"/>
            <ac:cxnSpMk id="5" creationId="{EA92F9DF-D5D8-49B1-F8B9-EDE5C89C9DF6}"/>
          </ac:cxnSpMkLst>
        </pc:cxnChg>
        <pc:cxnChg chg="add mod">
          <ac:chgData name="Deepika Vatsa" userId="f7100972-27fe-4ee6-8fb4-ec9b7931b409" providerId="ADAL" clId="{6884C358-F078-41E2-B52A-C991C4377FC1}" dt="2025-07-23T05:22:19.189" v="3491" actId="1037"/>
          <ac:cxnSpMkLst>
            <pc:docMk/>
            <pc:sldMk cId="3320274339" sldId="608"/>
            <ac:cxnSpMk id="9" creationId="{7EE1F82B-D051-1DEB-01A1-439392556DE4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2:41.271" v="3515" actId="1038"/>
        <pc:sldMkLst>
          <pc:docMk/>
          <pc:sldMk cId="2282133231" sldId="609"/>
        </pc:sldMkLst>
        <pc:spChg chg="mod">
          <ac:chgData name="Deepika Vatsa" userId="f7100972-27fe-4ee6-8fb4-ec9b7931b409" providerId="ADAL" clId="{6884C358-F078-41E2-B52A-C991C4377FC1}" dt="2025-07-23T05:22:41.271" v="3515" actId="1038"/>
          <ac:spMkLst>
            <pc:docMk/>
            <pc:sldMk cId="2282133231" sldId="609"/>
            <ac:spMk id="7" creationId="{F26712D0-C7B9-7F0F-CF59-812A62A6D723}"/>
          </ac:spMkLst>
        </pc:spChg>
        <pc:spChg chg="del">
          <ac:chgData name="Deepika Vatsa" userId="f7100972-27fe-4ee6-8fb4-ec9b7931b409" providerId="ADAL" clId="{6884C358-F078-41E2-B52A-C991C4377FC1}" dt="2025-07-23T05:13:17.945" v="3329" actId="478"/>
          <ac:spMkLst>
            <pc:docMk/>
            <pc:sldMk cId="2282133231" sldId="609"/>
            <ac:spMk id="8" creationId="{B7CEB9D0-5895-DF81-7B8D-8329D77D5609}"/>
          </ac:spMkLst>
        </pc:spChg>
        <pc:picChg chg="add mod">
          <ac:chgData name="Deepika Vatsa" userId="f7100972-27fe-4ee6-8fb4-ec9b7931b409" providerId="ADAL" clId="{6884C358-F078-41E2-B52A-C991C4377FC1}" dt="2025-07-23T05:13:18.601" v="3330"/>
          <ac:picMkLst>
            <pc:docMk/>
            <pc:sldMk cId="2282133231" sldId="609"/>
            <ac:picMk id="2" creationId="{F1D8BFBF-228E-E666-F268-C467FD154A6B}"/>
          </ac:picMkLst>
        </pc:picChg>
        <pc:cxnChg chg="add mod">
          <ac:chgData name="Deepika Vatsa" userId="f7100972-27fe-4ee6-8fb4-ec9b7931b409" providerId="ADAL" clId="{6884C358-F078-41E2-B52A-C991C4377FC1}" dt="2025-07-23T05:22:34.167" v="3495"/>
          <ac:cxnSpMkLst>
            <pc:docMk/>
            <pc:sldMk cId="2282133231" sldId="609"/>
            <ac:cxnSpMk id="3" creationId="{10749E9D-359E-22C0-D491-7608963679D2}"/>
          </ac:cxnSpMkLst>
        </pc:cxnChg>
        <pc:cxnChg chg="del">
          <ac:chgData name="Deepika Vatsa" userId="f7100972-27fe-4ee6-8fb4-ec9b7931b409" providerId="ADAL" clId="{6884C358-F078-41E2-B52A-C991C4377FC1}" dt="2025-07-23T05:22:33.727" v="3494" actId="478"/>
          <ac:cxnSpMkLst>
            <pc:docMk/>
            <pc:sldMk cId="2282133231" sldId="609"/>
            <ac:cxnSpMk id="5" creationId="{EA92F9DF-D5D8-49B1-F8B9-EDE5C89C9DF6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4:32.028" v="3542" actId="14100"/>
        <pc:sldMkLst>
          <pc:docMk/>
          <pc:sldMk cId="2610700906" sldId="610"/>
        </pc:sldMkLst>
        <pc:spChg chg="del">
          <ac:chgData name="Deepika Vatsa" userId="f7100972-27fe-4ee6-8fb4-ec9b7931b409" providerId="ADAL" clId="{6884C358-F078-41E2-B52A-C991C4377FC1}" dt="2025-07-23T05:23:30.897" v="3527" actId="478"/>
          <ac:spMkLst>
            <pc:docMk/>
            <pc:sldMk cId="2610700906" sldId="610"/>
            <ac:spMk id="4" creationId="{170DDB5B-6792-55DA-AF63-9A96FA1939A3}"/>
          </ac:spMkLst>
        </pc:spChg>
        <pc:spChg chg="add mod">
          <ac:chgData name="Deepika Vatsa" userId="f7100972-27fe-4ee6-8fb4-ec9b7931b409" providerId="ADAL" clId="{6884C358-F078-41E2-B52A-C991C4377FC1}" dt="2025-07-23T05:24:32.028" v="3542" actId="14100"/>
          <ac:spMkLst>
            <pc:docMk/>
            <pc:sldMk cId="2610700906" sldId="610"/>
            <ac:spMk id="5" creationId="{A2902FD0-49ED-CC0F-C376-EFD1A253C258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4:21.040" v="3541" actId="255"/>
        <pc:sldMkLst>
          <pc:docMk/>
          <pc:sldMk cId="565857117" sldId="611"/>
        </pc:sldMkLst>
        <pc:spChg chg="add mod">
          <ac:chgData name="Deepika Vatsa" userId="f7100972-27fe-4ee6-8fb4-ec9b7931b409" providerId="ADAL" clId="{6884C358-F078-41E2-B52A-C991C4377FC1}" dt="2025-07-23T05:24:21.040" v="3541" actId="255"/>
          <ac:spMkLst>
            <pc:docMk/>
            <pc:sldMk cId="565857117" sldId="611"/>
            <ac:spMk id="4" creationId="{253B6F8E-7D94-03FC-86B0-ACF980C6CF46}"/>
          </ac:spMkLst>
        </pc:spChg>
        <pc:spChg chg="del">
          <ac:chgData name="Deepika Vatsa" userId="f7100972-27fe-4ee6-8fb4-ec9b7931b409" providerId="ADAL" clId="{6884C358-F078-41E2-B52A-C991C4377FC1}" dt="2025-07-23T05:24:06.163" v="3536" actId="478"/>
          <ac:spMkLst>
            <pc:docMk/>
            <pc:sldMk cId="565857117" sldId="611"/>
            <ac:spMk id="5" creationId="{A2902FD0-49ED-CC0F-C376-EFD1A253C258}"/>
          </ac:spMkLst>
        </pc:spChg>
      </pc:sldChg>
      <pc:sldMasterChg chg="delSldLayout">
        <pc:chgData name="Deepika Vatsa" userId="f7100972-27fe-4ee6-8fb4-ec9b7931b409" providerId="ADAL" clId="{6884C358-F078-41E2-B52A-C991C4377FC1}" dt="2025-07-23T05:13:42.142" v="3334" actId="47"/>
        <pc:sldMasterMkLst>
          <pc:docMk/>
          <pc:sldMasterMk cId="2935578617" sldId="2147483672"/>
        </pc:sldMasterMkLst>
        <pc:sldLayoutChg chg="del">
          <pc:chgData name="Deepika Vatsa" userId="f7100972-27fe-4ee6-8fb4-ec9b7931b409" providerId="ADAL" clId="{6884C358-F078-41E2-B52A-C991C4377FC1}" dt="2025-07-23T05:13:42.142" v="3334" actId="47"/>
          <pc:sldLayoutMkLst>
            <pc:docMk/>
            <pc:sldMasterMk cId="2935578617" sldId="2147483672"/>
            <pc:sldLayoutMk cId="586807421" sldId="2147483684"/>
          </pc:sldLayoutMkLst>
        </pc:sldLayoutChg>
      </pc:sldMasterChg>
    </pc:docChg>
  </pc:docChgLst>
  <pc:docChgLst>
    <pc:chgData name="Deepika Vatsa" userId="f7100972-27fe-4ee6-8fb4-ec9b7931b409" providerId="ADAL" clId="{AC929AA0-30FE-40F5-9F14-BAD5341BE9C1}"/>
    <pc:docChg chg="undo redo custSel addSld delSld modSld sldOrd delMainMaster">
      <pc:chgData name="Deepika Vatsa" userId="f7100972-27fe-4ee6-8fb4-ec9b7931b409" providerId="ADAL" clId="{AC929AA0-30FE-40F5-9F14-BAD5341BE9C1}" dt="2025-07-23T09:47:26.324" v="1571" actId="20577"/>
      <pc:docMkLst>
        <pc:docMk/>
      </pc:docMkLst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0" sldId="257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0" sldId="258"/>
        </pc:sldMkLst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0" sldId="276"/>
        </pc:sldMkLst>
      </pc:sldChg>
      <pc:sldChg chg="modSp mod">
        <pc:chgData name="Deepika Vatsa" userId="f7100972-27fe-4ee6-8fb4-ec9b7931b409" providerId="ADAL" clId="{AC929AA0-30FE-40F5-9F14-BAD5341BE9C1}" dt="2025-07-23T05:30:40.965" v="115" actId="20577"/>
        <pc:sldMkLst>
          <pc:docMk/>
          <pc:sldMk cId="0" sldId="395"/>
        </pc:sldMkLst>
        <pc:spChg chg="mod">
          <ac:chgData name="Deepika Vatsa" userId="f7100972-27fe-4ee6-8fb4-ec9b7931b409" providerId="ADAL" clId="{AC929AA0-30FE-40F5-9F14-BAD5341BE9C1}" dt="2025-07-23T05:30:40.965" v="115" actId="20577"/>
          <ac:spMkLst>
            <pc:docMk/>
            <pc:sldMk cId="0" sldId="395"/>
            <ac:spMk id="2" creationId="{00000000-0000-0000-0000-000000000000}"/>
          </ac:spMkLst>
        </pc:spChg>
      </pc:sldChg>
      <pc:sldChg chg="delSp add del">
        <pc:chgData name="Deepika Vatsa" userId="f7100972-27fe-4ee6-8fb4-ec9b7931b409" providerId="ADAL" clId="{AC929AA0-30FE-40F5-9F14-BAD5341BE9C1}" dt="2025-07-23T05:31:24.407" v="124" actId="47"/>
        <pc:sldMkLst>
          <pc:docMk/>
          <pc:sldMk cId="287668785" sldId="560"/>
        </pc:sldMkLst>
        <pc:picChg chg="del">
          <ac:chgData name="Deepika Vatsa" userId="f7100972-27fe-4ee6-8fb4-ec9b7931b409" providerId="ADAL" clId="{AC929AA0-30FE-40F5-9F14-BAD5341BE9C1}" dt="2025-07-23T05:30:54.194" v="117" actId="21"/>
          <ac:picMkLst>
            <pc:docMk/>
            <pc:sldMk cId="287668785" sldId="560"/>
            <ac:picMk id="2050" creationId="{22B60C02-5515-4EC4-3F23-264ACAD584DC}"/>
          </ac:picMkLst>
        </pc:picChg>
      </pc:sldChg>
      <pc:sldChg chg="add del">
        <pc:chgData name="Deepika Vatsa" userId="f7100972-27fe-4ee6-8fb4-ec9b7931b409" providerId="ADAL" clId="{AC929AA0-30FE-40F5-9F14-BAD5341BE9C1}" dt="2025-07-23T05:36:45.727" v="175" actId="47"/>
        <pc:sldMkLst>
          <pc:docMk/>
          <pc:sldMk cId="2450812828" sldId="561"/>
        </pc:sldMkLst>
      </pc:sldChg>
      <pc:sldChg chg="add del">
        <pc:chgData name="Deepika Vatsa" userId="f7100972-27fe-4ee6-8fb4-ec9b7931b409" providerId="ADAL" clId="{AC929AA0-30FE-40F5-9F14-BAD5341BE9C1}" dt="2025-07-23T05:54:00.768" v="676" actId="47"/>
        <pc:sldMkLst>
          <pc:docMk/>
          <pc:sldMk cId="287564619" sldId="562"/>
        </pc:sldMkLst>
      </pc:sldChg>
      <pc:sldChg chg="add del ord">
        <pc:chgData name="Deepika Vatsa" userId="f7100972-27fe-4ee6-8fb4-ec9b7931b409" providerId="ADAL" clId="{AC929AA0-30FE-40F5-9F14-BAD5341BE9C1}" dt="2025-07-23T06:37:03.780" v="1338" actId="47"/>
        <pc:sldMkLst>
          <pc:docMk/>
          <pc:sldMk cId="1309982471" sldId="563"/>
        </pc:sldMkLst>
      </pc:sldChg>
      <pc:sldChg chg="add del">
        <pc:chgData name="Deepika Vatsa" userId="f7100972-27fe-4ee6-8fb4-ec9b7931b409" providerId="ADAL" clId="{AC929AA0-30FE-40F5-9F14-BAD5341BE9C1}" dt="2025-07-23T05:58:39.352" v="702" actId="47"/>
        <pc:sldMkLst>
          <pc:docMk/>
          <pc:sldMk cId="774750594" sldId="564"/>
        </pc:sldMkLst>
      </pc:sldChg>
      <pc:sldChg chg="add del">
        <pc:chgData name="Deepika Vatsa" userId="f7100972-27fe-4ee6-8fb4-ec9b7931b409" providerId="ADAL" clId="{AC929AA0-30FE-40F5-9F14-BAD5341BE9C1}" dt="2025-07-23T06:08:31.397" v="821" actId="47"/>
        <pc:sldMkLst>
          <pc:docMk/>
          <pc:sldMk cId="3999172815" sldId="565"/>
        </pc:sldMkLst>
      </pc:sldChg>
      <pc:sldChg chg="add del">
        <pc:chgData name="Deepika Vatsa" userId="f7100972-27fe-4ee6-8fb4-ec9b7931b409" providerId="ADAL" clId="{AC929AA0-30FE-40F5-9F14-BAD5341BE9C1}" dt="2025-07-23T06:11:54.628" v="959" actId="2696"/>
        <pc:sldMkLst>
          <pc:docMk/>
          <pc:sldMk cId="3177362686" sldId="566"/>
        </pc:sldMkLst>
      </pc:sldChg>
      <pc:sldChg chg="add del">
        <pc:chgData name="Deepika Vatsa" userId="f7100972-27fe-4ee6-8fb4-ec9b7931b409" providerId="ADAL" clId="{AC929AA0-30FE-40F5-9F14-BAD5341BE9C1}" dt="2025-07-23T06:23:07.992" v="1168" actId="47"/>
        <pc:sldMkLst>
          <pc:docMk/>
          <pc:sldMk cId="3560577388" sldId="567"/>
        </pc:sldMkLst>
      </pc:sldChg>
      <pc:sldChg chg="add del">
        <pc:chgData name="Deepika Vatsa" userId="f7100972-27fe-4ee6-8fb4-ec9b7931b409" providerId="ADAL" clId="{AC929AA0-30FE-40F5-9F14-BAD5341BE9C1}" dt="2025-07-23T06:23:55.199" v="1169" actId="47"/>
        <pc:sldMkLst>
          <pc:docMk/>
          <pc:sldMk cId="1294509964" sldId="568"/>
        </pc:sldMkLst>
      </pc:sldChg>
      <pc:sldChg chg="add del ord">
        <pc:chgData name="Deepika Vatsa" userId="f7100972-27fe-4ee6-8fb4-ec9b7931b409" providerId="ADAL" clId="{AC929AA0-30FE-40F5-9F14-BAD5341BE9C1}" dt="2025-07-23T06:42:21.688" v="1504" actId="47"/>
        <pc:sldMkLst>
          <pc:docMk/>
          <pc:sldMk cId="3878748831" sldId="569"/>
        </pc:sldMkLst>
      </pc:sldChg>
      <pc:sldChg chg="add del">
        <pc:chgData name="Deepika Vatsa" userId="f7100972-27fe-4ee6-8fb4-ec9b7931b409" providerId="ADAL" clId="{AC929AA0-30FE-40F5-9F14-BAD5341BE9C1}" dt="2025-07-23T06:27:13.380" v="1195" actId="47"/>
        <pc:sldMkLst>
          <pc:docMk/>
          <pc:sldMk cId="3075254007" sldId="570"/>
        </pc:sldMkLst>
      </pc:sldChg>
      <pc:sldChg chg="add del">
        <pc:chgData name="Deepika Vatsa" userId="f7100972-27fe-4ee6-8fb4-ec9b7931b409" providerId="ADAL" clId="{AC929AA0-30FE-40F5-9F14-BAD5341BE9C1}" dt="2025-07-23T06:29:08.930" v="1236" actId="47"/>
        <pc:sldMkLst>
          <pc:docMk/>
          <pc:sldMk cId="1114442619" sldId="571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549806327" sldId="573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810527257" sldId="576"/>
        </pc:sldMkLst>
      </pc:sldChg>
      <pc:sldChg chg="add del">
        <pc:chgData name="Deepika Vatsa" userId="f7100972-27fe-4ee6-8fb4-ec9b7931b409" providerId="ADAL" clId="{AC929AA0-30FE-40F5-9F14-BAD5341BE9C1}" dt="2025-07-23T06:30:09.001" v="1272" actId="47"/>
        <pc:sldMkLst>
          <pc:docMk/>
          <pc:sldMk cId="484703658" sldId="577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835005002" sldId="578"/>
        </pc:sldMkLst>
      </pc:sldChg>
      <pc:sldChg chg="add del">
        <pc:chgData name="Deepika Vatsa" userId="f7100972-27fe-4ee6-8fb4-ec9b7931b409" providerId="ADAL" clId="{AC929AA0-30FE-40F5-9F14-BAD5341BE9C1}" dt="2025-07-23T06:30:24.944" v="1275" actId="47"/>
        <pc:sldMkLst>
          <pc:docMk/>
          <pc:sldMk cId="1652899310" sldId="578"/>
        </pc:sldMkLst>
      </pc:sldChg>
      <pc:sldChg chg="add del">
        <pc:chgData name="Deepika Vatsa" userId="f7100972-27fe-4ee6-8fb4-ec9b7931b409" providerId="ADAL" clId="{AC929AA0-30FE-40F5-9F14-BAD5341BE9C1}" dt="2025-07-23T06:42:19.975" v="1502" actId="47"/>
        <pc:sldMkLst>
          <pc:docMk/>
          <pc:sldMk cId="23855480" sldId="579"/>
        </pc:sldMkLst>
      </pc:sldChg>
      <pc:sldChg chg="add del">
        <pc:chgData name="Deepika Vatsa" userId="f7100972-27fe-4ee6-8fb4-ec9b7931b409" providerId="ADAL" clId="{AC929AA0-30FE-40F5-9F14-BAD5341BE9C1}" dt="2025-07-23T06:42:21.516" v="1503" actId="47"/>
        <pc:sldMkLst>
          <pc:docMk/>
          <pc:sldMk cId="3638433235" sldId="580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700069977" sldId="582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784952323" sldId="585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4072135879" sldId="590"/>
        </pc:sldMkLst>
      </pc:sldChg>
      <pc:sldChg chg="modSp mod">
        <pc:chgData name="Deepika Vatsa" userId="f7100972-27fe-4ee6-8fb4-ec9b7931b409" providerId="ADAL" clId="{AC929AA0-30FE-40F5-9F14-BAD5341BE9C1}" dt="2025-07-23T05:30:11.221" v="54" actId="207"/>
        <pc:sldMkLst>
          <pc:docMk/>
          <pc:sldMk cId="3439049211" sldId="591"/>
        </pc:sldMkLst>
        <pc:spChg chg="mod">
          <ac:chgData name="Deepika Vatsa" userId="f7100972-27fe-4ee6-8fb4-ec9b7931b409" providerId="ADAL" clId="{AC929AA0-30FE-40F5-9F14-BAD5341BE9C1}" dt="2025-07-23T05:28:39.840" v="43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30:11.221" v="54" actId="207"/>
          <ac:spMkLst>
            <pc:docMk/>
            <pc:sldMk cId="3439049211" sldId="591"/>
            <ac:spMk id="11" creationId="{06381CCD-359B-D8A2-1997-A5B56A02FD41}"/>
          </ac:spMkLst>
        </pc:spChg>
      </pc:sldChg>
      <pc:sldChg chg="addSp delSp modSp add mod">
        <pc:chgData name="Deepika Vatsa" userId="f7100972-27fe-4ee6-8fb4-ec9b7931b409" providerId="ADAL" clId="{AC929AA0-30FE-40F5-9F14-BAD5341BE9C1}" dt="2025-07-23T05:31:09.627" v="123" actId="1076"/>
        <pc:sldMkLst>
          <pc:docMk/>
          <pc:sldMk cId="494535748" sldId="592"/>
        </pc:sldMkLst>
        <pc:spChg chg="del">
          <ac:chgData name="Deepika Vatsa" userId="f7100972-27fe-4ee6-8fb4-ec9b7931b409" providerId="ADAL" clId="{AC929AA0-30FE-40F5-9F14-BAD5341BE9C1}" dt="2025-07-23T05:30:57.529" v="118" actId="478"/>
          <ac:spMkLst>
            <pc:docMk/>
            <pc:sldMk cId="494535748" sldId="592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5:31:09.627" v="123" actId="1076"/>
          <ac:picMkLst>
            <pc:docMk/>
            <pc:sldMk cId="494535748" sldId="592"/>
            <ac:picMk id="4" creationId="{2131E057-9C88-25D8-4E2F-DF4368344C2C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695788924" sldId="592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876629941" sldId="593"/>
        </pc:sldMkLst>
      </pc:sldChg>
      <pc:sldChg chg="modSp add mod">
        <pc:chgData name="Deepika Vatsa" userId="f7100972-27fe-4ee6-8fb4-ec9b7931b409" providerId="ADAL" clId="{AC929AA0-30FE-40F5-9F14-BAD5341BE9C1}" dt="2025-07-23T05:35:24.925" v="174" actId="20577"/>
        <pc:sldMkLst>
          <pc:docMk/>
          <pc:sldMk cId="3539443453" sldId="593"/>
        </pc:sldMkLst>
        <pc:spChg chg="mod">
          <ac:chgData name="Deepika Vatsa" userId="f7100972-27fe-4ee6-8fb4-ec9b7931b409" providerId="ADAL" clId="{AC929AA0-30FE-40F5-9F14-BAD5341BE9C1}" dt="2025-07-23T05:31:40.844" v="146" actId="5793"/>
          <ac:spMkLst>
            <pc:docMk/>
            <pc:sldMk cId="3539443453" sldId="593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35:24.925" v="174" actId="20577"/>
          <ac:spMkLst>
            <pc:docMk/>
            <pc:sldMk cId="3539443453" sldId="593"/>
            <ac:spMk id="11" creationId="{06381CCD-359B-D8A2-1997-A5B56A02FD41}"/>
          </ac:spMkLst>
        </pc:spChg>
      </pc:sldChg>
      <pc:sldChg chg="addSp modSp add mod">
        <pc:chgData name="Deepika Vatsa" userId="f7100972-27fe-4ee6-8fb4-ec9b7931b409" providerId="ADAL" clId="{AC929AA0-30FE-40F5-9F14-BAD5341BE9C1}" dt="2025-07-23T05:37:19.956" v="211" actId="1076"/>
        <pc:sldMkLst>
          <pc:docMk/>
          <pc:sldMk cId="2249137657" sldId="594"/>
        </pc:sldMkLst>
        <pc:spChg chg="mod">
          <ac:chgData name="Deepika Vatsa" userId="f7100972-27fe-4ee6-8fb4-ec9b7931b409" providerId="ADAL" clId="{AC929AA0-30FE-40F5-9F14-BAD5341BE9C1}" dt="2025-07-23T05:37:07.679" v="206" actId="20577"/>
          <ac:spMkLst>
            <pc:docMk/>
            <pc:sldMk cId="2249137657" sldId="594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5:37:19.956" v="211" actId="1076"/>
          <ac:picMkLst>
            <pc:docMk/>
            <pc:sldMk cId="2249137657" sldId="594"/>
            <ac:picMk id="1026" creationId="{4C550732-15C6-486E-6D92-A9E584061D26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583576287" sldId="594"/>
        </pc:sldMkLst>
      </pc:sldChg>
      <pc:sldChg chg="addSp delSp modSp add mod ord">
        <pc:chgData name="Deepika Vatsa" userId="f7100972-27fe-4ee6-8fb4-ec9b7931b409" providerId="ADAL" clId="{AC929AA0-30FE-40F5-9F14-BAD5341BE9C1}" dt="2025-07-23T05:53:30.210" v="675" actId="1037"/>
        <pc:sldMkLst>
          <pc:docMk/>
          <pc:sldMk cId="2043304788" sldId="595"/>
        </pc:sldMkLst>
        <pc:spChg chg="mod">
          <ac:chgData name="Deepika Vatsa" userId="f7100972-27fe-4ee6-8fb4-ec9b7931b409" providerId="ADAL" clId="{AC929AA0-30FE-40F5-9F14-BAD5341BE9C1}" dt="2025-07-23T05:40:15.192" v="227" actId="20577"/>
          <ac:spMkLst>
            <pc:docMk/>
            <pc:sldMk cId="2043304788" sldId="595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53:30.210" v="675" actId="1037"/>
          <ac:spMkLst>
            <pc:docMk/>
            <pc:sldMk cId="2043304788" sldId="595"/>
            <ac:spMk id="11" creationId="{06381CCD-359B-D8A2-1997-A5B56A02FD41}"/>
          </ac:spMkLst>
        </pc:spChg>
        <pc:picChg chg="add del mod">
          <ac:chgData name="Deepika Vatsa" userId="f7100972-27fe-4ee6-8fb4-ec9b7931b409" providerId="ADAL" clId="{AC929AA0-30FE-40F5-9F14-BAD5341BE9C1}" dt="2025-07-23T05:45:16.172" v="274" actId="478"/>
          <ac:picMkLst>
            <pc:docMk/>
            <pc:sldMk cId="2043304788" sldId="595"/>
            <ac:picMk id="2050" creationId="{532E7ECA-2966-D762-86AC-CF85DA936773}"/>
          </ac:picMkLst>
        </pc:picChg>
        <pc:picChg chg="add mod">
          <ac:chgData name="Deepika Vatsa" userId="f7100972-27fe-4ee6-8fb4-ec9b7931b409" providerId="ADAL" clId="{AC929AA0-30FE-40F5-9F14-BAD5341BE9C1}" dt="2025-07-23T05:52:40.517" v="609" actId="1076"/>
          <ac:picMkLst>
            <pc:docMk/>
            <pc:sldMk cId="2043304788" sldId="595"/>
            <ac:picMk id="2052" creationId="{92649715-A1CA-9DC4-289C-FF0198FB0C4F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729385034" sldId="595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503747669" sldId="596"/>
        </pc:sldMkLst>
      </pc:sldChg>
      <pc:sldChg chg="addSp delSp modSp add mod">
        <pc:chgData name="Deepika Vatsa" userId="f7100972-27fe-4ee6-8fb4-ec9b7931b409" providerId="ADAL" clId="{AC929AA0-30FE-40F5-9F14-BAD5341BE9C1}" dt="2025-07-23T05:52:26.438" v="607" actId="1076"/>
        <pc:sldMkLst>
          <pc:docMk/>
          <pc:sldMk cId="2365471124" sldId="596"/>
        </pc:sldMkLst>
        <pc:spChg chg="mod">
          <ac:chgData name="Deepika Vatsa" userId="f7100972-27fe-4ee6-8fb4-ec9b7931b409" providerId="ADAL" clId="{AC929AA0-30FE-40F5-9F14-BAD5341BE9C1}" dt="2025-07-23T05:52:26.438" v="607" actId="1076"/>
          <ac:spMkLst>
            <pc:docMk/>
            <pc:sldMk cId="2365471124" sldId="596"/>
            <ac:spMk id="11" creationId="{06381CCD-359B-D8A2-1997-A5B56A02FD41}"/>
          </ac:spMkLst>
        </pc:spChg>
        <pc:picChg chg="del">
          <ac:chgData name="Deepika Vatsa" userId="f7100972-27fe-4ee6-8fb4-ec9b7931b409" providerId="ADAL" clId="{AC929AA0-30FE-40F5-9F14-BAD5341BE9C1}" dt="2025-07-23T05:46:58.476" v="386" actId="478"/>
          <ac:picMkLst>
            <pc:docMk/>
            <pc:sldMk cId="2365471124" sldId="596"/>
            <ac:picMk id="2052" creationId="{92649715-A1CA-9DC4-289C-FF0198FB0C4F}"/>
          </ac:picMkLst>
        </pc:picChg>
        <pc:picChg chg="add mod">
          <ac:chgData name="Deepika Vatsa" userId="f7100972-27fe-4ee6-8fb4-ec9b7931b409" providerId="ADAL" clId="{AC929AA0-30FE-40F5-9F14-BAD5341BE9C1}" dt="2025-07-23T05:51:05.647" v="547" actId="1076"/>
          <ac:picMkLst>
            <pc:docMk/>
            <pc:sldMk cId="2365471124" sldId="596"/>
            <ac:picMk id="3074" creationId="{1FD8F825-EA11-7304-317C-BF8A7BFFF610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169252664" sldId="597"/>
        </pc:sldMkLst>
      </pc:sldChg>
      <pc:sldChg chg="modSp add mod">
        <pc:chgData name="Deepika Vatsa" userId="f7100972-27fe-4ee6-8fb4-ec9b7931b409" providerId="ADAL" clId="{AC929AA0-30FE-40F5-9F14-BAD5341BE9C1}" dt="2025-07-23T05:58:32.528" v="701" actId="6549"/>
        <pc:sldMkLst>
          <pc:docMk/>
          <pc:sldMk cId="3613863550" sldId="597"/>
        </pc:sldMkLst>
        <pc:spChg chg="mod">
          <ac:chgData name="Deepika Vatsa" userId="f7100972-27fe-4ee6-8fb4-ec9b7931b409" providerId="ADAL" clId="{AC929AA0-30FE-40F5-9F14-BAD5341BE9C1}" dt="2025-07-23T05:57:15.672" v="683" actId="20577"/>
          <ac:spMkLst>
            <pc:docMk/>
            <pc:sldMk cId="3613863550" sldId="597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58:32.528" v="701" actId="6549"/>
          <ac:spMkLst>
            <pc:docMk/>
            <pc:sldMk cId="3613863550" sldId="597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506553672" sldId="598"/>
        </pc:sldMkLst>
      </pc:sldChg>
      <pc:sldChg chg="addSp modSp add mod">
        <pc:chgData name="Deepika Vatsa" userId="f7100972-27fe-4ee6-8fb4-ec9b7931b409" providerId="ADAL" clId="{AC929AA0-30FE-40F5-9F14-BAD5341BE9C1}" dt="2025-07-23T06:04:22.203" v="745" actId="207"/>
        <pc:sldMkLst>
          <pc:docMk/>
          <pc:sldMk cId="4006034928" sldId="598"/>
        </pc:sldMkLst>
        <pc:spChg chg="mod">
          <ac:chgData name="Deepika Vatsa" userId="f7100972-27fe-4ee6-8fb4-ec9b7931b409" providerId="ADAL" clId="{AC929AA0-30FE-40F5-9F14-BAD5341BE9C1}" dt="2025-07-23T06:01:53.476" v="715" actId="20577"/>
          <ac:spMkLst>
            <pc:docMk/>
            <pc:sldMk cId="4006034928" sldId="598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04:22.203" v="745" actId="207"/>
          <ac:spMkLst>
            <pc:docMk/>
            <pc:sldMk cId="4006034928" sldId="598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03:30.379" v="722" actId="1076"/>
          <ac:picMkLst>
            <pc:docMk/>
            <pc:sldMk cId="4006034928" sldId="598"/>
            <ac:picMk id="4098" creationId="{B6B0D7CD-49AB-61CA-4335-DFE095D59382}"/>
          </ac:picMkLst>
        </pc:picChg>
      </pc:sldChg>
      <pc:sldChg chg="addSp delSp modSp add mod">
        <pc:chgData name="Deepika Vatsa" userId="f7100972-27fe-4ee6-8fb4-ec9b7931b409" providerId="ADAL" clId="{AC929AA0-30FE-40F5-9F14-BAD5341BE9C1}" dt="2025-07-23T06:07:45.714" v="820" actId="20577"/>
        <pc:sldMkLst>
          <pc:docMk/>
          <pc:sldMk cId="2158759759" sldId="599"/>
        </pc:sldMkLst>
        <pc:spChg chg="add del">
          <ac:chgData name="Deepika Vatsa" userId="f7100972-27fe-4ee6-8fb4-ec9b7931b409" providerId="ADAL" clId="{AC929AA0-30FE-40F5-9F14-BAD5341BE9C1}" dt="2025-07-23T06:06:40.388" v="783" actId="478"/>
          <ac:spMkLst>
            <pc:docMk/>
            <pc:sldMk cId="2158759759" sldId="599"/>
            <ac:spMk id="4" creationId="{140EE86F-8360-3758-2268-F5A95F9EE36A}"/>
          </ac:spMkLst>
        </pc:spChg>
        <pc:spChg chg="add del">
          <ac:chgData name="Deepika Vatsa" userId="f7100972-27fe-4ee6-8fb4-ec9b7931b409" providerId="ADAL" clId="{AC929AA0-30FE-40F5-9F14-BAD5341BE9C1}" dt="2025-07-23T06:06:51.796" v="789"/>
          <ac:spMkLst>
            <pc:docMk/>
            <pc:sldMk cId="2158759759" sldId="599"/>
            <ac:spMk id="5" creationId="{B2356F49-E233-C5F7-4A30-05B5E809EC58}"/>
          </ac:spMkLst>
        </pc:spChg>
        <pc:spChg chg="mod">
          <ac:chgData name="Deepika Vatsa" userId="f7100972-27fe-4ee6-8fb4-ec9b7931b409" providerId="ADAL" clId="{AC929AA0-30FE-40F5-9F14-BAD5341BE9C1}" dt="2025-07-23T06:07:45.714" v="820" actId="20577"/>
          <ac:spMkLst>
            <pc:docMk/>
            <pc:sldMk cId="2158759759" sldId="599"/>
            <ac:spMk id="11" creationId="{06381CCD-359B-D8A2-1997-A5B56A02FD41}"/>
          </ac:spMkLst>
        </pc:spChg>
        <pc:picChg chg="add mod modCrop">
          <ac:chgData name="Deepika Vatsa" userId="f7100972-27fe-4ee6-8fb4-ec9b7931b409" providerId="ADAL" clId="{AC929AA0-30FE-40F5-9F14-BAD5341BE9C1}" dt="2025-07-23T06:07:21.696" v="808" actId="1037"/>
          <ac:picMkLst>
            <pc:docMk/>
            <pc:sldMk cId="2158759759" sldId="599"/>
            <ac:picMk id="6" creationId="{71437D90-5128-5EA3-7313-65A287FE21F3}"/>
          </ac:picMkLst>
        </pc:picChg>
        <pc:picChg chg="del">
          <ac:chgData name="Deepika Vatsa" userId="f7100972-27fe-4ee6-8fb4-ec9b7931b409" providerId="ADAL" clId="{AC929AA0-30FE-40F5-9F14-BAD5341BE9C1}" dt="2025-07-23T06:04:33.898" v="747" actId="478"/>
          <ac:picMkLst>
            <pc:docMk/>
            <pc:sldMk cId="2158759759" sldId="599"/>
            <ac:picMk id="4098" creationId="{B6B0D7CD-49AB-61CA-4335-DFE095D59382}"/>
          </ac:picMkLst>
        </pc:picChg>
      </pc:sldChg>
      <pc:sldChg chg="modSp add mod">
        <pc:chgData name="Deepika Vatsa" userId="f7100972-27fe-4ee6-8fb4-ec9b7931b409" providerId="ADAL" clId="{AC929AA0-30FE-40F5-9F14-BAD5341BE9C1}" dt="2025-07-23T06:16:47.270" v="979" actId="12"/>
        <pc:sldMkLst>
          <pc:docMk/>
          <pc:sldMk cId="1407172059" sldId="600"/>
        </pc:sldMkLst>
        <pc:spChg chg="mod">
          <ac:chgData name="Deepika Vatsa" userId="f7100972-27fe-4ee6-8fb4-ec9b7931b409" providerId="ADAL" clId="{AC929AA0-30FE-40F5-9F14-BAD5341BE9C1}" dt="2025-07-23T06:09:20.006" v="853" actId="20577"/>
          <ac:spMkLst>
            <pc:docMk/>
            <pc:sldMk cId="1407172059" sldId="600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16:47.270" v="979" actId="12"/>
          <ac:spMkLst>
            <pc:docMk/>
            <pc:sldMk cId="1407172059" sldId="600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30:24.218" v="55" actId="47"/>
        <pc:sldMkLst>
          <pc:docMk/>
          <pc:sldMk cId="3239011490" sldId="601"/>
        </pc:sldMkLst>
      </pc:sldChg>
      <pc:sldChg chg="addSp modSp add mod">
        <pc:chgData name="Deepika Vatsa" userId="f7100972-27fe-4ee6-8fb4-ec9b7931b409" providerId="ADAL" clId="{AC929AA0-30FE-40F5-9F14-BAD5341BE9C1}" dt="2025-07-23T06:16:37.043" v="976" actId="20577"/>
        <pc:sldMkLst>
          <pc:docMk/>
          <pc:sldMk cId="3854070128" sldId="601"/>
        </pc:sldMkLst>
        <pc:spChg chg="mod">
          <ac:chgData name="Deepika Vatsa" userId="f7100972-27fe-4ee6-8fb4-ec9b7931b409" providerId="ADAL" clId="{AC929AA0-30FE-40F5-9F14-BAD5341BE9C1}" dt="2025-07-23T06:16:37.043" v="976" actId="20577"/>
          <ac:spMkLst>
            <pc:docMk/>
            <pc:sldMk cId="3854070128" sldId="601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16:04.107" v="969" actId="1076"/>
          <ac:picMkLst>
            <pc:docMk/>
            <pc:sldMk cId="3854070128" sldId="601"/>
            <ac:picMk id="6146" creationId="{66E1EC1A-96D5-0E00-533E-726B7D655EC9}"/>
          </ac:picMkLst>
        </pc:pic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2717130231" sldId="602"/>
        </pc:sldMkLst>
      </pc:sldChg>
      <pc:sldChg chg="delSp modSp add mod">
        <pc:chgData name="Deepika Vatsa" userId="f7100972-27fe-4ee6-8fb4-ec9b7931b409" providerId="ADAL" clId="{AC929AA0-30FE-40F5-9F14-BAD5341BE9C1}" dt="2025-07-23T06:22:53.809" v="1167" actId="20577"/>
        <pc:sldMkLst>
          <pc:docMk/>
          <pc:sldMk cId="3816700751" sldId="602"/>
        </pc:sldMkLst>
        <pc:spChg chg="mod">
          <ac:chgData name="Deepika Vatsa" userId="f7100972-27fe-4ee6-8fb4-ec9b7931b409" providerId="ADAL" clId="{AC929AA0-30FE-40F5-9F14-BAD5341BE9C1}" dt="2025-07-23T06:22:53.809" v="1167" actId="20577"/>
          <ac:spMkLst>
            <pc:docMk/>
            <pc:sldMk cId="3816700751" sldId="602"/>
            <ac:spMk id="11" creationId="{06381CCD-359B-D8A2-1997-A5B56A02FD41}"/>
          </ac:spMkLst>
        </pc:spChg>
        <pc:picChg chg="del">
          <ac:chgData name="Deepika Vatsa" userId="f7100972-27fe-4ee6-8fb4-ec9b7931b409" providerId="ADAL" clId="{AC929AA0-30FE-40F5-9F14-BAD5341BE9C1}" dt="2025-07-23T06:19:57.911" v="1128" actId="478"/>
          <ac:picMkLst>
            <pc:docMk/>
            <pc:sldMk cId="3816700751" sldId="602"/>
            <ac:picMk id="6146" creationId="{66E1EC1A-96D5-0E00-533E-726B7D655EC9}"/>
          </ac:picMkLst>
        </pc:pic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1266594393" sldId="603"/>
        </pc:sldMkLst>
      </pc:sldChg>
      <pc:sldChg chg="addSp delSp modSp add mod">
        <pc:chgData name="Deepika Vatsa" userId="f7100972-27fe-4ee6-8fb4-ec9b7931b409" providerId="ADAL" clId="{AC929AA0-30FE-40F5-9F14-BAD5341BE9C1}" dt="2025-07-23T06:27:21.109" v="1196" actId="207"/>
        <pc:sldMkLst>
          <pc:docMk/>
          <pc:sldMk cId="3109653638" sldId="603"/>
        </pc:sldMkLst>
        <pc:spChg chg="mod">
          <ac:chgData name="Deepika Vatsa" userId="f7100972-27fe-4ee6-8fb4-ec9b7931b409" providerId="ADAL" clId="{AC929AA0-30FE-40F5-9F14-BAD5341BE9C1}" dt="2025-07-23T06:24:40.986" v="1182" actId="20577"/>
          <ac:spMkLst>
            <pc:docMk/>
            <pc:sldMk cId="3109653638" sldId="603"/>
            <ac:spMk id="2" creationId="{00000000-0000-0000-0000-000000000000}"/>
          </ac:spMkLst>
        </pc:spChg>
        <pc:spChg chg="add mod">
          <ac:chgData name="Deepika Vatsa" userId="f7100972-27fe-4ee6-8fb4-ec9b7931b409" providerId="ADAL" clId="{AC929AA0-30FE-40F5-9F14-BAD5341BE9C1}" dt="2025-07-23T06:27:21.109" v="1196" actId="207"/>
          <ac:spMkLst>
            <pc:docMk/>
            <pc:sldMk cId="3109653638" sldId="603"/>
            <ac:spMk id="5" creationId="{828D6187-34F2-C300-952E-69BC96F18703}"/>
          </ac:spMkLst>
        </pc:spChg>
        <pc:spChg chg="del">
          <ac:chgData name="Deepika Vatsa" userId="f7100972-27fe-4ee6-8fb4-ec9b7931b409" providerId="ADAL" clId="{AC929AA0-30FE-40F5-9F14-BAD5341BE9C1}" dt="2025-07-23T06:24:44.760" v="1183" actId="478"/>
          <ac:spMkLst>
            <pc:docMk/>
            <pc:sldMk cId="3109653638" sldId="603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26:16.292" v="1188" actId="1076"/>
          <ac:picMkLst>
            <pc:docMk/>
            <pc:sldMk cId="3109653638" sldId="603"/>
            <ac:picMk id="7170" creationId="{A1AF04A7-0FA2-044D-C214-524777ECC4EB}"/>
          </ac:picMkLst>
        </pc:picChg>
      </pc:sldChg>
      <pc:sldChg chg="addSp delSp modSp add mod">
        <pc:chgData name="Deepika Vatsa" userId="f7100972-27fe-4ee6-8fb4-ec9b7931b409" providerId="ADAL" clId="{AC929AA0-30FE-40F5-9F14-BAD5341BE9C1}" dt="2025-07-23T06:29:22.447" v="1246" actId="20577"/>
        <pc:sldMkLst>
          <pc:docMk/>
          <pc:sldMk cId="649285932" sldId="604"/>
        </pc:sldMkLst>
        <pc:spChg chg="mod">
          <ac:chgData name="Deepika Vatsa" userId="f7100972-27fe-4ee6-8fb4-ec9b7931b409" providerId="ADAL" clId="{AC929AA0-30FE-40F5-9F14-BAD5341BE9C1}" dt="2025-07-23T06:29:22.447" v="1246" actId="20577"/>
          <ac:spMkLst>
            <pc:docMk/>
            <pc:sldMk cId="649285932" sldId="604"/>
            <ac:spMk id="2" creationId="{00000000-0000-0000-0000-000000000000}"/>
          </ac:spMkLst>
        </pc:spChg>
        <pc:spChg chg="del">
          <ac:chgData name="Deepika Vatsa" userId="f7100972-27fe-4ee6-8fb4-ec9b7931b409" providerId="ADAL" clId="{AC929AA0-30FE-40F5-9F14-BAD5341BE9C1}" dt="2025-07-23T06:27:54.847" v="1209" actId="478"/>
          <ac:spMkLst>
            <pc:docMk/>
            <pc:sldMk cId="649285932" sldId="604"/>
            <ac:spMk id="11" creationId="{06381CCD-359B-D8A2-1997-A5B56A02FD41}"/>
          </ac:spMkLst>
        </pc:spChg>
        <pc:graphicFrameChg chg="add mod modGraphic">
          <ac:chgData name="Deepika Vatsa" userId="f7100972-27fe-4ee6-8fb4-ec9b7931b409" providerId="ADAL" clId="{AC929AA0-30FE-40F5-9F14-BAD5341BE9C1}" dt="2025-07-23T06:28:30.079" v="1235" actId="122"/>
          <ac:graphicFrameMkLst>
            <pc:docMk/>
            <pc:sldMk cId="649285932" sldId="604"/>
            <ac:graphicFrameMk id="4" creationId="{F44C14DF-6D4A-688F-B8CE-CD66EFA6FC96}"/>
          </ac:graphicFrameMkLst>
        </pc:graphicFrame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4255891347" sldId="604"/>
        </pc:sldMkLst>
      </pc:sldChg>
      <pc:sldChg chg="modSp add mod">
        <pc:chgData name="Deepika Vatsa" userId="f7100972-27fe-4ee6-8fb4-ec9b7931b409" providerId="ADAL" clId="{AC929AA0-30FE-40F5-9F14-BAD5341BE9C1}" dt="2025-07-23T06:33:43.223" v="1306" actId="20577"/>
        <pc:sldMkLst>
          <pc:docMk/>
          <pc:sldMk cId="2666969699" sldId="605"/>
        </pc:sldMkLst>
        <pc:spChg chg="mod">
          <ac:chgData name="Deepika Vatsa" userId="f7100972-27fe-4ee6-8fb4-ec9b7931b409" providerId="ADAL" clId="{AC929AA0-30FE-40F5-9F14-BAD5341BE9C1}" dt="2025-07-23T06:29:33.883" v="1265" actId="20577"/>
          <ac:spMkLst>
            <pc:docMk/>
            <pc:sldMk cId="2666969699" sldId="605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33:43.223" v="1306" actId="20577"/>
          <ac:spMkLst>
            <pc:docMk/>
            <pc:sldMk cId="2666969699" sldId="605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3000343820" sldId="605"/>
        </pc:sldMkLst>
      </pc:sldChg>
      <pc:sldChg chg="modSp add mod">
        <pc:chgData name="Deepika Vatsa" userId="f7100972-27fe-4ee6-8fb4-ec9b7931b409" providerId="ADAL" clId="{AC929AA0-30FE-40F5-9F14-BAD5341BE9C1}" dt="2025-07-23T06:34:57.432" v="1319" actId="20577"/>
        <pc:sldMkLst>
          <pc:docMk/>
          <pc:sldMk cId="1055965943" sldId="606"/>
        </pc:sldMkLst>
        <pc:spChg chg="mod">
          <ac:chgData name="Deepika Vatsa" userId="f7100972-27fe-4ee6-8fb4-ec9b7931b409" providerId="ADAL" clId="{AC929AA0-30FE-40F5-9F14-BAD5341BE9C1}" dt="2025-07-23T06:34:57.432" v="1319" actId="20577"/>
          <ac:spMkLst>
            <pc:docMk/>
            <pc:sldMk cId="1055965943" sldId="606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265168596" sldId="607"/>
        </pc:sldMkLst>
      </pc:sldChg>
      <pc:sldChg chg="modSp add mod">
        <pc:chgData name="Deepika Vatsa" userId="f7100972-27fe-4ee6-8fb4-ec9b7931b409" providerId="ADAL" clId="{AC929AA0-30FE-40F5-9F14-BAD5341BE9C1}" dt="2025-07-23T06:35:21.314" v="1325" actId="12"/>
        <pc:sldMkLst>
          <pc:docMk/>
          <pc:sldMk cId="3928892522" sldId="607"/>
        </pc:sldMkLst>
        <pc:spChg chg="mod">
          <ac:chgData name="Deepika Vatsa" userId="f7100972-27fe-4ee6-8fb4-ec9b7931b409" providerId="ADAL" clId="{AC929AA0-30FE-40F5-9F14-BAD5341BE9C1}" dt="2025-07-23T06:35:21.314" v="1325" actId="12"/>
          <ac:spMkLst>
            <pc:docMk/>
            <pc:sldMk cId="3928892522" sldId="607"/>
            <ac:spMk id="11" creationId="{06381CCD-359B-D8A2-1997-A5B56A02FD41}"/>
          </ac:spMkLst>
        </pc:spChg>
      </pc:sldChg>
      <pc:sldChg chg="modSp add mod">
        <pc:chgData name="Deepika Vatsa" userId="f7100972-27fe-4ee6-8fb4-ec9b7931b409" providerId="ADAL" clId="{AC929AA0-30FE-40F5-9F14-BAD5341BE9C1}" dt="2025-07-23T06:36:29.475" v="1337" actId="113"/>
        <pc:sldMkLst>
          <pc:docMk/>
          <pc:sldMk cId="2914318388" sldId="608"/>
        </pc:sldMkLst>
        <pc:spChg chg="mod">
          <ac:chgData name="Deepika Vatsa" userId="f7100972-27fe-4ee6-8fb4-ec9b7931b409" providerId="ADAL" clId="{AC929AA0-30FE-40F5-9F14-BAD5341BE9C1}" dt="2025-07-23T06:36:29.475" v="1337" actId="113"/>
          <ac:spMkLst>
            <pc:docMk/>
            <pc:sldMk cId="2914318388" sldId="608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320274339" sldId="608"/>
        </pc:sldMkLst>
      </pc:sldChg>
      <pc:sldChg chg="modSp add mod">
        <pc:chgData name="Deepika Vatsa" userId="f7100972-27fe-4ee6-8fb4-ec9b7931b409" providerId="ADAL" clId="{AC929AA0-30FE-40F5-9F14-BAD5341BE9C1}" dt="2025-07-23T09:28:35.976" v="1511" actId="20577"/>
        <pc:sldMkLst>
          <pc:docMk/>
          <pc:sldMk cId="726719763" sldId="609"/>
        </pc:sldMkLst>
        <pc:spChg chg="mod">
          <ac:chgData name="Deepika Vatsa" userId="f7100972-27fe-4ee6-8fb4-ec9b7931b409" providerId="ADAL" clId="{AC929AA0-30FE-40F5-9F14-BAD5341BE9C1}" dt="2025-07-23T09:28:35.976" v="1511" actId="20577"/>
          <ac:spMkLst>
            <pc:docMk/>
            <pc:sldMk cId="726719763" sldId="609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282133231" sldId="609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610700906" sldId="610"/>
        </pc:sldMkLst>
      </pc:sldChg>
      <pc:sldChg chg="modSp add mod">
        <pc:chgData name="Deepika Vatsa" userId="f7100972-27fe-4ee6-8fb4-ec9b7931b409" providerId="ADAL" clId="{AC929AA0-30FE-40F5-9F14-BAD5341BE9C1}" dt="2025-07-23T06:39:46.112" v="1429" actId="20577"/>
        <pc:sldMkLst>
          <pc:docMk/>
          <pc:sldMk cId="3648386067" sldId="610"/>
        </pc:sldMkLst>
        <pc:spChg chg="mod">
          <ac:chgData name="Deepika Vatsa" userId="f7100972-27fe-4ee6-8fb4-ec9b7931b409" providerId="ADAL" clId="{AC929AA0-30FE-40F5-9F14-BAD5341BE9C1}" dt="2025-07-23T06:39:46.112" v="1429" actId="20577"/>
          <ac:spMkLst>
            <pc:docMk/>
            <pc:sldMk cId="3648386067" sldId="610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565857117" sldId="611"/>
        </pc:sldMkLst>
      </pc:sldChg>
      <pc:sldChg chg="modSp add mod">
        <pc:chgData name="Deepika Vatsa" userId="f7100972-27fe-4ee6-8fb4-ec9b7931b409" providerId="ADAL" clId="{AC929AA0-30FE-40F5-9F14-BAD5341BE9C1}" dt="2025-07-23T06:41:42.519" v="1501" actId="5793"/>
        <pc:sldMkLst>
          <pc:docMk/>
          <pc:sldMk cId="1440736019" sldId="611"/>
        </pc:sldMkLst>
        <pc:spChg chg="mod">
          <ac:chgData name="Deepika Vatsa" userId="f7100972-27fe-4ee6-8fb4-ec9b7931b409" providerId="ADAL" clId="{AC929AA0-30FE-40F5-9F14-BAD5341BE9C1}" dt="2025-07-23T06:40:24.433" v="1440" actId="20577"/>
          <ac:spMkLst>
            <pc:docMk/>
            <pc:sldMk cId="1440736019" sldId="611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41:42.519" v="1501" actId="5793"/>
          <ac:spMkLst>
            <pc:docMk/>
            <pc:sldMk cId="1440736019" sldId="611"/>
            <ac:spMk id="11" creationId="{06381CCD-359B-D8A2-1997-A5B56A02FD41}"/>
          </ac:spMkLst>
        </pc:spChg>
      </pc:sldChg>
      <pc:sldChg chg="modSp add mod">
        <pc:chgData name="Deepika Vatsa" userId="f7100972-27fe-4ee6-8fb4-ec9b7931b409" providerId="ADAL" clId="{AC929AA0-30FE-40F5-9F14-BAD5341BE9C1}" dt="2025-07-23T09:47:26.324" v="1571" actId="20577"/>
        <pc:sldMkLst>
          <pc:docMk/>
          <pc:sldMk cId="1106724558" sldId="612"/>
        </pc:sldMkLst>
        <pc:spChg chg="mod">
          <ac:chgData name="Deepika Vatsa" userId="f7100972-27fe-4ee6-8fb4-ec9b7931b409" providerId="ADAL" clId="{AC929AA0-30FE-40F5-9F14-BAD5341BE9C1}" dt="2025-07-23T09:47:26.324" v="1571" actId="20577"/>
          <ac:spMkLst>
            <pc:docMk/>
            <pc:sldMk cId="1106724558" sldId="612"/>
            <ac:spMk id="11" creationId="{06381CCD-359B-D8A2-1997-A5B56A02FD41}"/>
          </ac:spMkLst>
        </pc:spChg>
      </pc:sldChg>
      <pc:sldMasterChg chg="del delSldLayout">
        <pc:chgData name="Deepika Vatsa" userId="f7100972-27fe-4ee6-8fb4-ec9b7931b409" providerId="ADAL" clId="{AC929AA0-30FE-40F5-9F14-BAD5341BE9C1}" dt="2025-07-23T06:42:21.688" v="1504" actId="47"/>
        <pc:sldMasterMkLst>
          <pc:docMk/>
          <pc:sldMasterMk cId="220542818" sldId="2147483684"/>
        </pc:sldMasterMkLst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969632149" sldId="2147483685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715519172" sldId="2147483686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069285203" sldId="2147483687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3481227295" sldId="2147483688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2420472748" sldId="2147483689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187148095" sldId="2147483690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192461630" sldId="2147483691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84921356" sldId="2147483692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388528399" sldId="2147483693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2764167781" sldId="2147483694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483679427" sldId="2147483695"/>
          </pc:sldLayoutMkLst>
        </pc:sldLayoutChg>
      </pc:sldMasterChg>
    </pc:docChg>
  </pc:docChgLst>
  <pc:docChgLst>
    <pc:chgData name="Hoor Fatima" userId="8f3a0386-cde8-4824-abbb-da106ff85ca6" providerId="ADAL" clId="{EEDEA048-40A0-4102-9473-E3FCCA9E4CCF}"/>
    <pc:docChg chg="custSel addSld modSld">
      <pc:chgData name="Hoor Fatima" userId="8f3a0386-cde8-4824-abbb-da106ff85ca6" providerId="ADAL" clId="{EEDEA048-40A0-4102-9473-E3FCCA9E4CCF}" dt="2025-07-21T19:04:14.283" v="27"/>
      <pc:docMkLst>
        <pc:docMk/>
      </pc:docMkLst>
      <pc:sldChg chg="delSp modSp mod">
        <pc:chgData name="Hoor Fatima" userId="8f3a0386-cde8-4824-abbb-da106ff85ca6" providerId="ADAL" clId="{EEDEA048-40A0-4102-9473-E3FCCA9E4CCF}" dt="2025-07-21T19:03:54.910" v="26" actId="14100"/>
        <pc:sldMkLst>
          <pc:docMk/>
          <pc:sldMk cId="0" sldId="395"/>
        </pc:sldMkLst>
        <pc:spChg chg="mod">
          <ac:chgData name="Hoor Fatima" userId="8f3a0386-cde8-4824-abbb-da106ff85ca6" providerId="ADAL" clId="{EEDEA048-40A0-4102-9473-E3FCCA9E4CCF}" dt="2025-07-21T19:03:54.910" v="26" actId="14100"/>
          <ac:spMkLst>
            <pc:docMk/>
            <pc:sldMk cId="0" sldId="395"/>
            <ac:spMk id="2" creationId="{00000000-0000-0000-0000-000000000000}"/>
          </ac:spMkLst>
        </pc:spChg>
        <pc:spChg chg="del">
          <ac:chgData name="Hoor Fatima" userId="8f3a0386-cde8-4824-abbb-da106ff85ca6" providerId="ADAL" clId="{EEDEA048-40A0-4102-9473-E3FCCA9E4CCF}" dt="2025-07-21T19:03:28.832" v="6" actId="478"/>
          <ac:spMkLst>
            <pc:docMk/>
            <pc:sldMk cId="0" sldId="395"/>
            <ac:spMk id="4" creationId="{00000000-0000-0000-0000-000000000000}"/>
          </ac:spMkLst>
        </pc:spChg>
        <pc:spChg chg="del">
          <ac:chgData name="Hoor Fatima" userId="8f3a0386-cde8-4824-abbb-da106ff85ca6" providerId="ADAL" clId="{EEDEA048-40A0-4102-9473-E3FCCA9E4CCF}" dt="2025-07-21T19:03:26.127" v="5" actId="478"/>
          <ac:spMkLst>
            <pc:docMk/>
            <pc:sldMk cId="0" sldId="395"/>
            <ac:spMk id="10" creationId="{00000000-0000-0000-0000-000000000000}"/>
          </ac:spMkLst>
        </pc:spChg>
      </pc:sldChg>
      <pc:sldChg chg="add">
        <pc:chgData name="Hoor Fatima" userId="8f3a0386-cde8-4824-abbb-da106ff85ca6" providerId="ADAL" clId="{EEDEA048-40A0-4102-9473-E3FCCA9E4CCF}" dt="2025-07-21T19:04:14.283" v="27"/>
        <pc:sldMkLst>
          <pc:docMk/>
          <pc:sldMk cId="0" sldId="589"/>
        </pc:sldMkLst>
      </pc:sldChg>
    </pc:docChg>
  </pc:docChgLst>
  <pc:docChgLst>
    <pc:chgData name="Deepika Vatsa" userId="f7100972-27fe-4ee6-8fb4-ec9b7931b409" providerId="ADAL" clId="{43FC3250-EE2F-489E-970D-AD8C57589867}"/>
    <pc:docChg chg="undo redo custSel addSld delSld modSld sldOrd">
      <pc:chgData name="Deepika Vatsa" userId="f7100972-27fe-4ee6-8fb4-ec9b7931b409" providerId="ADAL" clId="{43FC3250-EE2F-489E-970D-AD8C57589867}" dt="2025-07-31T04:12:47.743" v="5160" actId="478"/>
      <pc:docMkLst>
        <pc:docMk/>
      </pc:docMkLst>
      <pc:sldChg chg="modSp add del mod">
        <pc:chgData name="Deepika Vatsa" userId="f7100972-27fe-4ee6-8fb4-ec9b7931b409" providerId="ADAL" clId="{43FC3250-EE2F-489E-970D-AD8C57589867}" dt="2025-07-23T11:06:41.949" v="98" actId="47"/>
        <pc:sldMkLst>
          <pc:docMk/>
          <pc:sldMk cId="0" sldId="263"/>
        </pc:sldMkLst>
        <pc:spChg chg="mod">
          <ac:chgData name="Deepika Vatsa" userId="f7100972-27fe-4ee6-8fb4-ec9b7931b409" providerId="ADAL" clId="{43FC3250-EE2F-489E-970D-AD8C57589867}" dt="2025-07-23T11:06:13.620" v="88" actId="2711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Deepika Vatsa" userId="f7100972-27fe-4ee6-8fb4-ec9b7931b409" providerId="ADAL" clId="{43FC3250-EE2F-489E-970D-AD8C57589867}" dt="2025-07-23T11:01:16.225" v="18" actId="20577"/>
        <pc:sldMkLst>
          <pc:docMk/>
          <pc:sldMk cId="0" sldId="395"/>
        </pc:sldMkLst>
        <pc:spChg chg="mod">
          <ac:chgData name="Deepika Vatsa" userId="f7100972-27fe-4ee6-8fb4-ec9b7931b409" providerId="ADAL" clId="{43FC3250-EE2F-489E-970D-AD8C57589867}" dt="2025-07-23T11:01:16.225" v="18" actId="20577"/>
          <ac:spMkLst>
            <pc:docMk/>
            <pc:sldMk cId="0" sldId="395"/>
            <ac:spMk id="2" creationId="{00000000-0000-0000-0000-000000000000}"/>
          </ac:spMkLst>
        </pc:spChg>
      </pc:sldChg>
      <pc:sldChg chg="addSp delSp modSp mod">
        <pc:chgData name="Deepika Vatsa" userId="f7100972-27fe-4ee6-8fb4-ec9b7931b409" providerId="ADAL" clId="{43FC3250-EE2F-489E-970D-AD8C57589867}" dt="2025-07-31T03:19:24.681" v="5124" actId="478"/>
        <pc:sldMkLst>
          <pc:docMk/>
          <pc:sldMk cId="3439049211" sldId="591"/>
        </pc:sldMkLst>
        <pc:spChg chg="mod">
          <ac:chgData name="Deepika Vatsa" userId="f7100972-27fe-4ee6-8fb4-ec9b7931b409" providerId="ADAL" clId="{43FC3250-EE2F-489E-970D-AD8C57589867}" dt="2025-07-23T11:02:03.827" v="49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30T10:52:31" v="4788" actId="20577"/>
          <ac:spMkLst>
            <pc:docMk/>
            <pc:sldMk cId="3439049211" sldId="591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10:20.461" v="4872"/>
          <ac:grpSpMkLst>
            <pc:docMk/>
            <pc:sldMk cId="3439049211" sldId="591"/>
            <ac:grpSpMk id="20" creationId="{DC352B7A-AB12-6C8C-B40D-C7BFBFCE2B59}"/>
          </ac:grpSpMkLst>
        </pc:grpChg>
        <pc:grpChg chg="del mod">
          <ac:chgData name="Deepika Vatsa" userId="f7100972-27fe-4ee6-8fb4-ec9b7931b409" providerId="ADAL" clId="{43FC3250-EE2F-489E-970D-AD8C57589867}" dt="2025-07-30T11:10:21.647" v="4874"/>
          <ac:grpSpMkLst>
            <pc:docMk/>
            <pc:sldMk cId="3439049211" sldId="591"/>
            <ac:grpSpMk id="24" creationId="{219CEEA5-0BF5-D4C3-8297-46607827DC4A}"/>
          </ac:grpSpMkLst>
        </pc:grpChg>
        <pc:grpChg chg="del mod">
          <ac:chgData name="Deepika Vatsa" userId="f7100972-27fe-4ee6-8fb4-ec9b7931b409" providerId="ADAL" clId="{43FC3250-EE2F-489E-970D-AD8C57589867}" dt="2025-07-31T03:19:24.681" v="5124" actId="478"/>
          <ac:grpSpMkLst>
            <pc:docMk/>
            <pc:sldMk cId="3439049211" sldId="591"/>
            <ac:grpSpMk id="26" creationId="{CAF1A6F6-9C72-7932-F250-182C708B9874}"/>
          </ac:grpSpMkLst>
        </pc:grp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4" creationId="{3103EF01-424F-C304-D55F-BDF3B11BF7A7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5" creationId="{74B83C97-E185-AF86-0B13-73C5834EE65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6" creationId="{328FEBB9-E79F-0F6B-0E2D-C19663BB766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7" creationId="{854F0EFD-4DD1-8150-FC71-7851EEFDCE9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8" creationId="{8B42F887-7A3C-9D5C-8DDA-FA4CA83409A1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9" creationId="{A6943454-225C-1AF3-8DB9-AFF7A45E73B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10" creationId="{8996F264-38A7-CDB3-4869-47F5A899F28A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12" creationId="{04AE4E2F-8C9F-B7C2-9278-48AA8188A50D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3" creationId="{8755AB8D-3ED9-3C73-CDBA-025161D8B22A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4" creationId="{744EB10D-18B0-E11A-38DA-DDD55B06151C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5" creationId="{A918B39F-BAEB-1C9D-2B99-1738390BD99C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6" creationId="{3DABC3DD-1CED-B08C-CF0D-B611F020BD31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7" creationId="{CF1A4D57-586A-8CA6-97CA-6E29973C05CD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8" creationId="{5EE911C1-43D8-0D3F-1520-F0E2D8E90586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9" creationId="{6496225F-E2F3-5CBC-C0BB-B4434955C7F9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1" creationId="{883064B7-9A95-C7B8-4B00-475D3567FDCA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2" creationId="{9461E0D5-74C5-6752-1E58-BDC563173CE2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3" creationId="{BEB516DC-41B4-9003-26DB-CED7ABD1BD15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5" creationId="{95948E87-3F7C-4C2A-1D72-999FDCCE5A6B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7" creationId="{68154FC1-F8AD-9AAE-9DEC-DB372BB472F9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8" creationId="{75999692-1466-B909-05FB-F6CA12D7F31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9" creationId="{29F97E77-03ED-C129-B9D7-928CA7B60C7D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0" creationId="{CD80CB74-21BA-AA3D-B777-AA8CD0D161BB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1" creationId="{F01B7832-C789-7243-9649-E6B691B9630D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2" creationId="{22C8E466-96B9-296C-F3C3-326AE82D99F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3" creationId="{8C6FB7F6-78A9-ED6F-4BAF-841452B5FB9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4" creationId="{ED69AD48-2341-B5C4-5AE5-B79F5B3170B2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494535748" sldId="592"/>
        </pc:sldMkLst>
      </pc:sldChg>
      <pc:sldChg chg="addSp delSp modSp add mod">
        <pc:chgData name="Deepika Vatsa" userId="f7100972-27fe-4ee6-8fb4-ec9b7931b409" providerId="ADAL" clId="{43FC3250-EE2F-489E-970D-AD8C57589867}" dt="2025-07-31T04:12:34.873" v="5155" actId="478"/>
        <pc:sldMkLst>
          <pc:docMk/>
          <pc:sldMk cId="2432536662" sldId="592"/>
        </pc:sldMkLst>
        <pc:spChg chg="mod">
          <ac:chgData name="Deepika Vatsa" userId="f7100972-27fe-4ee6-8fb4-ec9b7931b409" providerId="ADAL" clId="{43FC3250-EE2F-489E-970D-AD8C57589867}" dt="2025-07-23T11:05:59.483" v="86" actId="20577"/>
          <ac:spMkLst>
            <pc:docMk/>
            <pc:sldMk cId="2432536662" sldId="592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3T11:06:35.616" v="97"/>
          <ac:spMkLst>
            <pc:docMk/>
            <pc:sldMk cId="2432536662" sldId="592"/>
            <ac:spMk id="11" creationId="{06381CCD-359B-D8A2-1997-A5B56A02FD41}"/>
          </ac:spMkLst>
        </pc:spChg>
        <pc:inkChg chg="add del">
          <ac:chgData name="Deepika Vatsa" userId="f7100972-27fe-4ee6-8fb4-ec9b7931b409" providerId="ADAL" clId="{43FC3250-EE2F-489E-970D-AD8C57589867}" dt="2025-07-31T04:12:34.873" v="5155" actId="478"/>
          <ac:inkMkLst>
            <pc:docMk/>
            <pc:sldMk cId="2432536662" sldId="592"/>
            <ac:inkMk id="4" creationId="{A364DE06-1238-648C-3CB4-BD520B86393F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19:29.401" v="5125" actId="478"/>
        <pc:sldMkLst>
          <pc:docMk/>
          <pc:sldMk cId="3198423911" sldId="593"/>
        </pc:sldMkLst>
        <pc:spChg chg="mod">
          <ac:chgData name="Deepika Vatsa" userId="f7100972-27fe-4ee6-8fb4-ec9b7931b409" providerId="ADAL" clId="{43FC3250-EE2F-489E-970D-AD8C57589867}" dt="2025-07-30T10:53:23.472" v="4795" actId="20577"/>
          <ac:spMkLst>
            <pc:docMk/>
            <pc:sldMk cId="3198423911" sldId="593"/>
            <ac:spMk id="11" creationId="{06381CCD-359B-D8A2-1997-A5B56A02FD41}"/>
          </ac:spMkLst>
        </pc:sp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4" creationId="{B799786D-6A20-6E7A-5142-4B7207D36D6F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5" creationId="{2148F28B-36BD-62CA-5BEB-869A041F88C3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6" creationId="{BE41BFAD-0CCD-E755-EB2A-3964B7EA02BE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7" creationId="{EBD33831-D62D-3D1A-A8D1-14BA50E7BBF2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8" creationId="{0CAB3322-00CB-2908-B9AC-36E821B60B02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9" creationId="{4246602E-3469-E998-6154-A1BBABCC8B77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10" creationId="{EBD11572-9FE6-7547-06B8-E669B1E2FF41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12" creationId="{708D7DD2-80E0-723C-3B27-D041F102AD6E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539443453" sldId="593"/>
        </pc:sldMkLst>
      </pc:sldChg>
      <pc:sldChg chg="addSp modSp add del mod">
        <pc:chgData name="Deepika Vatsa" userId="f7100972-27fe-4ee6-8fb4-ec9b7931b409" providerId="ADAL" clId="{43FC3250-EE2F-489E-970D-AD8C57589867}" dt="2025-07-24T08:34:45.342" v="1025" actId="2696"/>
        <pc:sldMkLst>
          <pc:docMk/>
          <pc:sldMk cId="48978311" sldId="594"/>
        </pc:sldMkLst>
        <pc:spChg chg="add mod">
          <ac:chgData name="Deepika Vatsa" userId="f7100972-27fe-4ee6-8fb4-ec9b7931b409" providerId="ADAL" clId="{43FC3250-EE2F-489E-970D-AD8C57589867}" dt="2025-07-24T08:22:49.480" v="841" actId="1076"/>
          <ac:spMkLst>
            <pc:docMk/>
            <pc:sldMk cId="48978311" sldId="594"/>
            <ac:spMk id="4" creationId="{9D01F8F6-E974-C5E7-0FB9-FA776F6EAD03}"/>
          </ac:spMkLst>
        </pc:spChg>
        <pc:spChg chg="mod">
          <ac:chgData name="Deepika Vatsa" userId="f7100972-27fe-4ee6-8fb4-ec9b7931b409" providerId="ADAL" clId="{43FC3250-EE2F-489E-970D-AD8C57589867}" dt="2025-07-24T08:18:11.348" v="809" actId="20577"/>
          <ac:spMkLst>
            <pc:docMk/>
            <pc:sldMk cId="48978311" sldId="594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4T08:22:20.930" v="818" actId="1076"/>
          <ac:picMkLst>
            <pc:docMk/>
            <pc:sldMk cId="48978311" sldId="594"/>
            <ac:picMk id="1026" creationId="{A07EB3EA-E52A-11AF-3888-F41C75FA848D}"/>
          </ac:picMkLst>
        </pc:pic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249137657" sldId="594"/>
        </pc:sldMkLst>
      </pc:sldChg>
      <pc:sldChg chg="addSp delSp modSp add mod">
        <pc:chgData name="Deepika Vatsa" userId="f7100972-27fe-4ee6-8fb4-ec9b7931b409" providerId="ADAL" clId="{43FC3250-EE2F-489E-970D-AD8C57589867}" dt="2025-07-31T03:19:48.639" v="5127" actId="478"/>
        <pc:sldMkLst>
          <pc:docMk/>
          <pc:sldMk cId="815781673" sldId="595"/>
        </pc:sldMkLst>
        <pc:spChg chg="mod">
          <ac:chgData name="Deepika Vatsa" userId="f7100972-27fe-4ee6-8fb4-ec9b7931b409" providerId="ADAL" clId="{43FC3250-EE2F-489E-970D-AD8C57589867}" dt="2025-07-24T08:37:05.303" v="1251" actId="20577"/>
          <ac:spMkLst>
            <pc:docMk/>
            <pc:sldMk cId="815781673" sldId="595"/>
            <ac:spMk id="2" creationId="{00000000-0000-0000-0000-000000000000}"/>
          </ac:spMkLst>
        </pc:spChg>
        <pc:spChg chg="del">
          <ac:chgData name="Deepika Vatsa" userId="f7100972-27fe-4ee6-8fb4-ec9b7931b409" providerId="ADAL" clId="{43FC3250-EE2F-489E-970D-AD8C57589867}" dt="2025-07-24T08:32:14.278" v="865" actId="478"/>
          <ac:spMkLst>
            <pc:docMk/>
            <pc:sldMk cId="815781673" sldId="595"/>
            <ac:spMk id="4" creationId="{9D01F8F6-E974-C5E7-0FB9-FA776F6EAD03}"/>
          </ac:spMkLst>
        </pc:spChg>
        <pc:spChg chg="add mod">
          <ac:chgData name="Deepika Vatsa" userId="f7100972-27fe-4ee6-8fb4-ec9b7931b409" providerId="ADAL" clId="{43FC3250-EE2F-489E-970D-AD8C57589867}" dt="2025-07-24T08:40:38.696" v="1330" actId="403"/>
          <ac:spMkLst>
            <pc:docMk/>
            <pc:sldMk cId="815781673" sldId="595"/>
            <ac:spMk id="7" creationId="{BCBAFA03-3862-AA92-2365-76BF8A47DE8D}"/>
          </ac:spMkLst>
        </pc:spChg>
        <pc:spChg chg="mod">
          <ac:chgData name="Deepika Vatsa" userId="f7100972-27fe-4ee6-8fb4-ec9b7931b409" providerId="ADAL" clId="{43FC3250-EE2F-489E-970D-AD8C57589867}" dt="2025-07-24T08:39:06.013" v="1293" actId="6549"/>
          <ac:spMkLst>
            <pc:docMk/>
            <pc:sldMk cId="815781673" sldId="595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13:15.432" v="4906"/>
          <ac:grpSpMkLst>
            <pc:docMk/>
            <pc:sldMk cId="815781673" sldId="595"/>
            <ac:grpSpMk id="19" creationId="{3C1DA0E4-D11A-2BE9-C192-D6F0BC0FF255}"/>
          </ac:grpSpMkLst>
        </pc:grpChg>
        <pc:grpChg chg="del mod">
          <ac:chgData name="Deepika Vatsa" userId="f7100972-27fe-4ee6-8fb4-ec9b7931b409" providerId="ADAL" clId="{43FC3250-EE2F-489E-970D-AD8C57589867}" dt="2025-07-30T11:13:19.546" v="4908"/>
          <ac:grpSpMkLst>
            <pc:docMk/>
            <pc:sldMk cId="815781673" sldId="595"/>
            <ac:grpSpMk id="21" creationId="{8C9F124E-DB40-DAD2-C83A-121001926ED4}"/>
          </ac:grpSpMkLst>
        </pc:grpChg>
        <pc:grpChg chg="del mod">
          <ac:chgData name="Deepika Vatsa" userId="f7100972-27fe-4ee6-8fb4-ec9b7931b409" providerId="ADAL" clId="{43FC3250-EE2F-489E-970D-AD8C57589867}" dt="2025-07-30T11:13:22.839" v="4911"/>
          <ac:grpSpMkLst>
            <pc:docMk/>
            <pc:sldMk cId="815781673" sldId="595"/>
            <ac:grpSpMk id="23" creationId="{DE86DEFD-69AB-7AE6-BD3E-1BA7D61DF24D}"/>
          </ac:grpSpMkLst>
        </pc:grpChg>
        <pc:grpChg chg="del mod">
          <ac:chgData name="Deepika Vatsa" userId="f7100972-27fe-4ee6-8fb4-ec9b7931b409" providerId="ADAL" clId="{43FC3250-EE2F-489E-970D-AD8C57589867}" dt="2025-07-30T11:13:33.341" v="4915"/>
          <ac:grpSpMkLst>
            <pc:docMk/>
            <pc:sldMk cId="815781673" sldId="595"/>
            <ac:grpSpMk id="26" creationId="{FDF50693-1D53-4326-0417-3C5FFD7FA4EC}"/>
          </ac:grpSpMkLst>
        </pc:grpChg>
        <pc:grpChg chg="del mod">
          <ac:chgData name="Deepika Vatsa" userId="f7100972-27fe-4ee6-8fb4-ec9b7931b409" providerId="ADAL" clId="{43FC3250-EE2F-489E-970D-AD8C57589867}" dt="2025-07-30T11:13:40.875" v="4917"/>
          <ac:grpSpMkLst>
            <pc:docMk/>
            <pc:sldMk cId="815781673" sldId="595"/>
            <ac:grpSpMk id="30" creationId="{095FD8D9-6142-7FB0-AA65-2C7315886F71}"/>
          </ac:grpSpMkLst>
        </pc:grpChg>
        <pc:grpChg chg="del mod">
          <ac:chgData name="Deepika Vatsa" userId="f7100972-27fe-4ee6-8fb4-ec9b7931b409" providerId="ADAL" clId="{43FC3250-EE2F-489E-970D-AD8C57589867}" dt="2025-07-30T11:13:45.075" v="4920"/>
          <ac:grpSpMkLst>
            <pc:docMk/>
            <pc:sldMk cId="815781673" sldId="595"/>
            <ac:grpSpMk id="32" creationId="{A1527D73-3B78-69B9-8898-C5CA5786FE74}"/>
          </ac:grpSpMkLst>
        </pc:grpChg>
        <pc:grpChg chg="del mod">
          <ac:chgData name="Deepika Vatsa" userId="f7100972-27fe-4ee6-8fb4-ec9b7931b409" providerId="ADAL" clId="{43FC3250-EE2F-489E-970D-AD8C57589867}" dt="2025-07-31T03:19:48.639" v="5127" actId="478"/>
          <ac:grpSpMkLst>
            <pc:docMk/>
            <pc:sldMk cId="815781673" sldId="595"/>
            <ac:grpSpMk id="35" creationId="{FB3340CE-15F7-EBE9-BF2E-3E8AAFC42BBB}"/>
          </ac:grpSpMkLst>
        </pc:grpChg>
        <pc:picChg chg="add del mod">
          <ac:chgData name="Deepika Vatsa" userId="f7100972-27fe-4ee6-8fb4-ec9b7931b409" providerId="ADAL" clId="{43FC3250-EE2F-489E-970D-AD8C57589867}" dt="2025-07-24T08:39:13.843" v="1295" actId="478"/>
          <ac:picMkLst>
            <pc:docMk/>
            <pc:sldMk cId="815781673" sldId="595"/>
            <ac:picMk id="6" creationId="{06CDD532-FD42-2A67-1E0A-4C898A463CCC}"/>
          </ac:picMkLst>
        </pc:picChg>
        <pc:picChg chg="del">
          <ac:chgData name="Deepika Vatsa" userId="f7100972-27fe-4ee6-8fb4-ec9b7931b409" providerId="ADAL" clId="{43FC3250-EE2F-489E-970D-AD8C57589867}" dt="2025-07-24T08:32:11.817" v="864" actId="478"/>
          <ac:picMkLst>
            <pc:docMk/>
            <pc:sldMk cId="815781673" sldId="595"/>
            <ac:picMk id="1026" creationId="{A07EB3EA-E52A-11AF-3888-F41C75FA848D}"/>
          </ac:picMkLst>
        </pc:picChg>
        <pc:picChg chg="add mod">
          <ac:chgData name="Deepika Vatsa" userId="f7100972-27fe-4ee6-8fb4-ec9b7931b409" providerId="ADAL" clId="{43FC3250-EE2F-489E-970D-AD8C57589867}" dt="2025-07-24T08:39:36.667" v="1301" actId="1076"/>
          <ac:picMkLst>
            <pc:docMk/>
            <pc:sldMk cId="815781673" sldId="595"/>
            <ac:picMk id="2050" creationId="{0B7501EB-9B8B-1F43-B280-F1F29C89922A}"/>
          </ac:picMkLst>
        </pc:pic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4" creationId="{62800112-A9D4-C752-A45C-955B82029571}"/>
          </ac:inkMkLst>
        </pc:ink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5" creationId="{FF5D786E-AD0A-98B2-5F3F-141BC9C6FF5E}"/>
          </ac:inkMkLst>
        </pc:ink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6" creationId="{B9741922-A1E1-A8CF-CEB0-8CACF16AB1B0}"/>
          </ac:inkMkLst>
        </pc:inkChg>
        <pc:inkChg chg="add">
          <ac:chgData name="Deepika Vatsa" userId="f7100972-27fe-4ee6-8fb4-ec9b7931b409" providerId="ADAL" clId="{43FC3250-EE2F-489E-970D-AD8C57589867}" dt="2025-07-30T11:12:50.664" v="4894" actId="9405"/>
          <ac:inkMkLst>
            <pc:docMk/>
            <pc:sldMk cId="815781673" sldId="595"/>
            <ac:inkMk id="8" creationId="{EEACF910-633C-AE8B-0642-C71E5B84C041}"/>
          </ac:inkMkLst>
        </pc:inkChg>
        <pc:inkChg chg="add">
          <ac:chgData name="Deepika Vatsa" userId="f7100972-27fe-4ee6-8fb4-ec9b7931b409" providerId="ADAL" clId="{43FC3250-EE2F-489E-970D-AD8C57589867}" dt="2025-07-30T11:12:54.368" v="4895" actId="9405"/>
          <ac:inkMkLst>
            <pc:docMk/>
            <pc:sldMk cId="815781673" sldId="595"/>
            <ac:inkMk id="9" creationId="{C39F76D6-5DCC-CD24-131E-897F8204AFE4}"/>
          </ac:inkMkLst>
        </pc:inkChg>
        <pc:inkChg chg="add">
          <ac:chgData name="Deepika Vatsa" userId="f7100972-27fe-4ee6-8fb4-ec9b7931b409" providerId="ADAL" clId="{43FC3250-EE2F-489E-970D-AD8C57589867}" dt="2025-07-30T11:12:55.413" v="4896" actId="9405"/>
          <ac:inkMkLst>
            <pc:docMk/>
            <pc:sldMk cId="815781673" sldId="595"/>
            <ac:inkMk id="10" creationId="{2BFED832-E34E-9A8D-7B76-1D5566960974}"/>
          </ac:inkMkLst>
        </pc:inkChg>
        <pc:inkChg chg="add">
          <ac:chgData name="Deepika Vatsa" userId="f7100972-27fe-4ee6-8fb4-ec9b7931b409" providerId="ADAL" clId="{43FC3250-EE2F-489E-970D-AD8C57589867}" dt="2025-07-30T11:12:57.306" v="4897" actId="9405"/>
          <ac:inkMkLst>
            <pc:docMk/>
            <pc:sldMk cId="815781673" sldId="595"/>
            <ac:inkMk id="12" creationId="{CD91F783-8135-9CCE-7DBA-385AF0289E46}"/>
          </ac:inkMkLst>
        </pc:inkChg>
        <pc:inkChg chg="add">
          <ac:chgData name="Deepika Vatsa" userId="f7100972-27fe-4ee6-8fb4-ec9b7931b409" providerId="ADAL" clId="{43FC3250-EE2F-489E-970D-AD8C57589867}" dt="2025-07-30T11:13:04.529" v="4898" actId="9405"/>
          <ac:inkMkLst>
            <pc:docMk/>
            <pc:sldMk cId="815781673" sldId="595"/>
            <ac:inkMk id="13" creationId="{20D17564-0F72-D4C2-BF4A-7D9EDF592976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4" creationId="{BF0FB1BF-6672-A09D-C8BF-ED96E5A813FA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5" creationId="{0278F548-5B7B-E4B3-08EB-475D1957860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6" creationId="{4FEAB99A-C6B3-51B7-DF61-34E315783C82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7" creationId="{6DAB6236-C481-B03A-0733-4BCE02EA7857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8" creationId="{E575BA2F-0107-B035-CE32-6573CBBBEDB9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0" creationId="{4F26A695-6666-9B76-E329-3E22823C64C2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2" creationId="{0411668C-F121-9B95-6EE9-A5A60806149A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4" creationId="{7B9548A8-2E09-F900-F574-51BDCDC93A5B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5" creationId="{8427FA7C-FFC2-A54D-1800-41C485422DA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7" creationId="{08313E9B-A8C1-E1F4-626F-D66F69DDC567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8" creationId="{EA9F5BEC-A998-3854-B749-3A0510FBFCE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9" creationId="{36800E10-7045-C26E-65FF-B8E8FB824212}"/>
          </ac:inkMkLst>
        </pc:inkChg>
        <pc:inkChg chg="add del mod">
          <ac:chgData name="Deepika Vatsa" userId="f7100972-27fe-4ee6-8fb4-ec9b7931b409" providerId="ADAL" clId="{43FC3250-EE2F-489E-970D-AD8C57589867}" dt="2025-07-31T03:19:48.639" v="5127" actId="478"/>
          <ac:inkMkLst>
            <pc:docMk/>
            <pc:sldMk cId="815781673" sldId="595"/>
            <ac:inkMk id="31" creationId="{41F0F6EA-74DF-D407-8184-6363BC58D3B8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33" creationId="{36BDD940-2F76-5EF4-D3B2-4C692FF43FB3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34" creationId="{EEBFAEFE-31B8-C959-6F75-0F3E25C0956B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043304788" sldId="595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365471124" sldId="596"/>
        </pc:sldMkLst>
      </pc:sldChg>
      <pc:sldChg chg="addSp delSp modSp add mod">
        <pc:chgData name="Deepika Vatsa" userId="f7100972-27fe-4ee6-8fb4-ec9b7931b409" providerId="ADAL" clId="{43FC3250-EE2F-489E-970D-AD8C57589867}" dt="2025-07-31T03:20:03.516" v="5129" actId="478"/>
        <pc:sldMkLst>
          <pc:docMk/>
          <pc:sldMk cId="2532030908" sldId="596"/>
        </pc:sldMkLst>
        <pc:spChg chg="add mod">
          <ac:chgData name="Deepika Vatsa" userId="f7100972-27fe-4ee6-8fb4-ec9b7931b409" providerId="ADAL" clId="{43FC3250-EE2F-489E-970D-AD8C57589867}" dt="2025-07-24T08:41:15.866" v="1336"/>
          <ac:spMkLst>
            <pc:docMk/>
            <pc:sldMk cId="2532030908" sldId="596"/>
            <ac:spMk id="4" creationId="{D5F2722A-AC7A-5522-5F87-F46E0F06E45B}"/>
          </ac:spMkLst>
        </pc:spChg>
        <pc:spChg chg="add mod">
          <ac:chgData name="Deepika Vatsa" userId="f7100972-27fe-4ee6-8fb4-ec9b7931b409" providerId="ADAL" clId="{43FC3250-EE2F-489E-970D-AD8C57589867}" dt="2025-07-24T08:41:20.226" v="1340"/>
          <ac:spMkLst>
            <pc:docMk/>
            <pc:sldMk cId="2532030908" sldId="596"/>
            <ac:spMk id="7" creationId="{D5F2722A-AC7A-5522-5F87-F46E0F06E45B}"/>
          </ac:spMkLst>
        </pc:spChg>
        <pc:spChg chg="add del mod">
          <ac:chgData name="Deepika Vatsa" userId="f7100972-27fe-4ee6-8fb4-ec9b7931b409" providerId="ADAL" clId="{43FC3250-EE2F-489E-970D-AD8C57589867}" dt="2025-07-24T08:41:24.986" v="1342" actId="478"/>
          <ac:spMkLst>
            <pc:docMk/>
            <pc:sldMk cId="2532030908" sldId="596"/>
            <ac:spMk id="8" creationId="{D5F2722A-AC7A-5522-5F87-F46E0F06E45B}"/>
          </ac:spMkLst>
        </pc:spChg>
        <pc:spChg chg="add del mod ord">
          <ac:chgData name="Deepika Vatsa" userId="f7100972-27fe-4ee6-8fb4-ec9b7931b409" providerId="ADAL" clId="{43FC3250-EE2F-489E-970D-AD8C57589867}" dt="2025-07-31T03:19:55.785" v="5128" actId="478"/>
          <ac:spMkLst>
            <pc:docMk/>
            <pc:sldMk cId="2532030908" sldId="596"/>
            <ac:spMk id="9" creationId="{201B0A84-744C-23F6-4528-9945FC0EFECC}"/>
          </ac:spMkLst>
        </pc:spChg>
        <pc:spChg chg="add del mod">
          <ac:chgData name="Deepika Vatsa" userId="f7100972-27fe-4ee6-8fb4-ec9b7931b409" providerId="ADAL" clId="{43FC3250-EE2F-489E-970D-AD8C57589867}" dt="2025-07-24T09:04:57.952" v="2074" actId="478"/>
          <ac:spMkLst>
            <pc:docMk/>
            <pc:sldMk cId="2532030908" sldId="596"/>
            <ac:spMk id="10" creationId="{F18DCF59-2D3F-A81C-CBA3-6B10A9A86DE5}"/>
          </ac:spMkLst>
        </pc:spChg>
        <pc:spChg chg="mod">
          <ac:chgData name="Deepika Vatsa" userId="f7100972-27fe-4ee6-8fb4-ec9b7931b409" providerId="ADAL" clId="{43FC3250-EE2F-489E-970D-AD8C57589867}" dt="2025-07-24T08:44:31.133" v="1423" actId="20577"/>
          <ac:spMkLst>
            <pc:docMk/>
            <pc:sldMk cId="2532030908" sldId="596"/>
            <ac:spMk id="11" creationId="{06381CCD-359B-D8A2-1997-A5B56A02FD41}"/>
          </ac:spMkLst>
        </pc:spChg>
        <pc:spChg chg="add del mod">
          <ac:chgData name="Deepika Vatsa" userId="f7100972-27fe-4ee6-8fb4-ec9b7931b409" providerId="ADAL" clId="{43FC3250-EE2F-489E-970D-AD8C57589867}" dt="2025-07-24T09:05:02.995" v="2075" actId="1076"/>
          <ac:spMkLst>
            <pc:docMk/>
            <pc:sldMk cId="2532030908" sldId="596"/>
            <ac:spMk id="12" creationId="{054E186B-0053-1ADA-9448-E99069A759EF}"/>
          </ac:spMkLst>
        </pc:s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15" creationId="{4A103530-BACA-816B-4CBE-A0207BAB39B7}"/>
          </ac:grpSpMkLst>
        </pc:grpChg>
        <pc:grpChg chg="del mod">
          <ac:chgData name="Deepika Vatsa" userId="f7100972-27fe-4ee6-8fb4-ec9b7931b409" providerId="ADAL" clId="{43FC3250-EE2F-489E-970D-AD8C57589867}" dt="2025-07-30T11:15:53.623" v="4942"/>
          <ac:grpSpMkLst>
            <pc:docMk/>
            <pc:sldMk cId="2532030908" sldId="596"/>
            <ac:grpSpMk id="27" creationId="{93C68A5C-E0E9-8654-8062-34A20133655C}"/>
          </ac:grpSpMkLst>
        </pc:grpChg>
        <pc:grpChg chg="del mod">
          <ac:chgData name="Deepika Vatsa" userId="f7100972-27fe-4ee6-8fb4-ec9b7931b409" providerId="ADAL" clId="{43FC3250-EE2F-489E-970D-AD8C57589867}" dt="2025-07-30T11:15:55.544" v="4946"/>
          <ac:grpSpMkLst>
            <pc:docMk/>
            <pc:sldMk cId="2532030908" sldId="596"/>
            <ac:grpSpMk id="29" creationId="{40EEEC29-DEBD-46BD-CEB4-A1F8FFA071AC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33" creationId="{94AC4CAD-ABA6-4A1B-8CB5-5EF7BFF292F7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38" creationId="{9049384C-553B-F830-2EF4-29690621E7AF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46" creationId="{05410D5A-8BC4-DE30-7319-F20BBF28C9D9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47" creationId="{9CF44EBE-3E61-0ECE-5406-E1258B3A6CF2}"/>
          </ac:grpSpMkLst>
        </pc:grpChg>
        <pc:grpChg chg="del mod">
          <ac:chgData name="Deepika Vatsa" userId="f7100972-27fe-4ee6-8fb4-ec9b7931b409" providerId="ADAL" clId="{43FC3250-EE2F-489E-970D-AD8C57589867}" dt="2025-07-31T03:19:55.785" v="5128" actId="478"/>
          <ac:grpSpMkLst>
            <pc:docMk/>
            <pc:sldMk cId="2532030908" sldId="596"/>
            <ac:grpSpMk id="53" creationId="{C3CA9B47-E57F-198C-F289-F1340CF10A9A}"/>
          </ac:grpSpMkLst>
        </pc:grpChg>
        <pc:graphicFrameChg chg="add del">
          <ac:chgData name="Deepika Vatsa" userId="f7100972-27fe-4ee6-8fb4-ec9b7931b409" providerId="ADAL" clId="{43FC3250-EE2F-489E-970D-AD8C57589867}" dt="2025-07-24T09:04:52.788" v="2073" actId="26606"/>
          <ac:graphicFrameMkLst>
            <pc:docMk/>
            <pc:sldMk cId="2532030908" sldId="596"/>
            <ac:graphicFrameMk id="15" creationId="{6CFDDA4F-D95F-67BC-99D8-585C9530E5D3}"/>
          </ac:graphicFrameMkLst>
        </pc:graphicFrameChg>
        <pc:picChg chg="add del">
          <ac:chgData name="Deepika Vatsa" userId="f7100972-27fe-4ee6-8fb4-ec9b7931b409" providerId="ADAL" clId="{43FC3250-EE2F-489E-970D-AD8C57589867}" dt="2025-07-24T08:41:18.314" v="1338"/>
          <ac:picMkLst>
            <pc:docMk/>
            <pc:sldMk cId="2532030908" sldId="596"/>
            <ac:picMk id="5" creationId="{CAD75397-8298-4658-F474-42286115F8BF}"/>
          </ac:picMkLst>
        </pc:picChg>
        <pc:picChg chg="del mod">
          <ac:chgData name="Deepika Vatsa" userId="f7100972-27fe-4ee6-8fb4-ec9b7931b409" providerId="ADAL" clId="{43FC3250-EE2F-489E-970D-AD8C57589867}" dt="2025-07-24T08:42:40.373" v="1364" actId="478"/>
          <ac:picMkLst>
            <pc:docMk/>
            <pc:sldMk cId="2532030908" sldId="596"/>
            <ac:picMk id="6" creationId="{06CDD532-FD42-2A67-1E0A-4C898A463CCC}"/>
          </ac:picMkLst>
        </pc:picChg>
        <pc:picChg chg="add mod">
          <ac:chgData name="Deepika Vatsa" userId="f7100972-27fe-4ee6-8fb4-ec9b7931b409" providerId="ADAL" clId="{43FC3250-EE2F-489E-970D-AD8C57589867}" dt="2025-07-24T09:04:49.283" v="2071" actId="1076"/>
          <ac:picMkLst>
            <pc:docMk/>
            <pc:sldMk cId="2532030908" sldId="596"/>
            <ac:picMk id="13" creationId="{5AB04AA3-C013-8EAC-2039-79F8E810ADD7}"/>
          </ac:picMkLst>
        </pc:picChg>
        <pc:picChg chg="del">
          <ac:chgData name="Deepika Vatsa" userId="f7100972-27fe-4ee6-8fb4-ec9b7931b409" providerId="ADAL" clId="{43FC3250-EE2F-489E-970D-AD8C57589867}" dt="2025-07-24T08:38:51.487" v="1289" actId="478"/>
          <ac:picMkLst>
            <pc:docMk/>
            <pc:sldMk cId="2532030908" sldId="596"/>
            <ac:picMk id="2050" creationId="{0B7501EB-9B8B-1F43-B280-F1F29C89922A}"/>
          </ac:picMkLst>
        </pc:pic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4" creationId="{88B8B8E3-DA3B-EE8E-8DA8-422C56013049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5" creationId="{9CBA7F43-E72A-7281-4516-69C983FB24F0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6" creationId="{24307FDE-4C9C-86FB-5366-7E118AD4AA03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7" creationId="{7B04A9E6-333B-43E3-4D80-CF154610806F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8" creationId="{3570D878-EE74-BF8E-4A55-416FEBD1583E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10" creationId="{1FD16809-5891-7573-BCDC-CBF2E3DF518D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14" creationId="{638074A3-275B-B13C-AD8F-7937834D2F27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6" creationId="{FD8B3306-3590-4B9D-B54E-F5FA6ADB8E5F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7" creationId="{4FA37EAD-7CA9-0812-2AA6-007F6AF3CF35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8" creationId="{FD724568-A393-C882-F883-DFA674DED7E9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9" creationId="{DC0E876A-CE60-5AEC-D27B-5A67E6862B82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20" creationId="{82B82D16-DEE8-66CA-D3D5-6B8ECF344BB1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21" creationId="{6BEFAB12-5590-7F06-7B25-8B9CCA70BD5D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2" creationId="{3DF19026-066D-02A0-C382-DBDEB1C7E1D0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3" creationId="{D6BE9C7C-E612-8826-80B1-6D9958BC7220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4" creationId="{6A066C8A-5E3C-5B66-25E0-82887BACB9F4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5" creationId="{814606A0-B2E1-BE7C-CAD3-22F1C0E5E1B7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6" creationId="{0ED57A37-39FB-A980-BB74-93D2F94B566E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8" creationId="{2AF07CE3-852F-ACE8-F399-66F9DF879B24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0" creationId="{2F62BCAB-CBAE-0C39-F5E3-9799BD3C169D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1" creationId="{BD6B7FD5-D0A3-DFA4-B7C7-D5B0E8EFB46C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2" creationId="{2E6E19DA-278D-256E-F9E2-BCCAAEB04261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4" creationId="{F17ACEF0-72FA-321A-CD3D-E082D7B59059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5" creationId="{B50E9606-004A-F61A-5BDA-D8D7534E0EC4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6" creationId="{050455ED-C390-BFA9-A9B4-A3B41A5E8AEB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7" creationId="{4DF8C8C8-5D58-1DCE-7491-623572C539F5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39" creationId="{FE09A62C-DECB-44C1-967F-7B314A16BB46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0" creationId="{7AC53162-5FE8-7761-5332-7D80C8DDC312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1" creationId="{C3E175DA-FA37-4A39-5887-2D43EA06F1A3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2" creationId="{C93CDB0D-902F-4DAC-542E-CD7856545CBA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3" creationId="{34A54093-00DF-2606-7948-24AFA7BDE8E8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4" creationId="{AF6B3135-3D23-B14A-EE3A-0438FA826E5A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5" creationId="{10127614-7D82-759D-C69F-7F81509E63D8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48" creationId="{6C3D8949-3295-D523-B194-146A672CB68B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49" creationId="{6CB31BCF-E3B4-98A5-D05E-75969C687A31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50" creationId="{9F644C68-5272-E707-EB3E-3EE1AF593258}"/>
          </ac:inkMkLst>
        </pc:inkChg>
        <pc:inkChg chg="add mod">
          <ac:chgData name="Deepika Vatsa" userId="f7100972-27fe-4ee6-8fb4-ec9b7931b409" providerId="ADAL" clId="{43FC3250-EE2F-489E-970D-AD8C57589867}" dt="2025-07-30T11:16:26.344" v="4965"/>
          <ac:inkMkLst>
            <pc:docMk/>
            <pc:sldMk cId="2532030908" sldId="596"/>
            <ac:inkMk id="51" creationId="{102E9271-8E6E-9A94-BBE6-9CB6939AD904}"/>
          </ac:inkMkLst>
        </pc:inkChg>
        <pc:inkChg chg="add mod">
          <ac:chgData name="Deepika Vatsa" userId="f7100972-27fe-4ee6-8fb4-ec9b7931b409" providerId="ADAL" clId="{43FC3250-EE2F-489E-970D-AD8C57589867}" dt="2025-07-30T11:16:26.344" v="4965"/>
          <ac:inkMkLst>
            <pc:docMk/>
            <pc:sldMk cId="2532030908" sldId="596"/>
            <ac:inkMk id="52" creationId="{492EE3C8-136B-3F72-415F-B56C36D301D2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54" creationId="{913B29BD-D233-DD99-1331-5ECCF0662FD5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613863550" sldId="597"/>
        </pc:sldMkLst>
      </pc:sldChg>
      <pc:sldChg chg="addSp delSp modSp add mod">
        <pc:chgData name="Deepika Vatsa" userId="f7100972-27fe-4ee6-8fb4-ec9b7931b409" providerId="ADAL" clId="{43FC3250-EE2F-489E-970D-AD8C57589867}" dt="2025-07-31T03:20:39.266" v="5137" actId="478"/>
        <pc:sldMkLst>
          <pc:docMk/>
          <pc:sldMk cId="3825282558" sldId="597"/>
        </pc:sldMkLst>
        <pc:spChg chg="add mod">
          <ac:chgData name="Deepika Vatsa" userId="f7100972-27fe-4ee6-8fb4-ec9b7931b409" providerId="ADAL" clId="{43FC3250-EE2F-489E-970D-AD8C57589867}" dt="2025-07-24T09:13:49.188" v="2128" actId="1036"/>
          <ac:spMkLst>
            <pc:docMk/>
            <pc:sldMk cId="3825282558" sldId="597"/>
            <ac:spMk id="4" creationId="{4D157D1B-7F8A-9A8B-D14E-A8A739CD19A9}"/>
          </ac:spMkLst>
        </pc:spChg>
        <pc:spChg chg="add del mod">
          <ac:chgData name="Deepika Vatsa" userId="f7100972-27fe-4ee6-8fb4-ec9b7931b409" providerId="ADAL" clId="{43FC3250-EE2F-489E-970D-AD8C57589867}" dt="2025-07-31T03:20:27.430" v="5133" actId="478"/>
          <ac:spMkLst>
            <pc:docMk/>
            <pc:sldMk cId="3825282558" sldId="597"/>
            <ac:spMk id="5" creationId="{68009DD6-B443-C5DB-F60A-21FC1529A21C}"/>
          </ac:spMkLst>
        </pc:spChg>
        <pc:spChg chg="add del mod">
          <ac:chgData name="Deepika Vatsa" userId="f7100972-27fe-4ee6-8fb4-ec9b7931b409" providerId="ADAL" clId="{43FC3250-EE2F-489E-970D-AD8C57589867}" dt="2025-07-24T09:13:41.392" v="2107" actId="478"/>
          <ac:spMkLst>
            <pc:docMk/>
            <pc:sldMk cId="3825282558" sldId="597"/>
            <ac:spMk id="6" creationId="{E4445506-10DA-6C8E-B875-EB21FB0E8E0C}"/>
          </ac:spMkLst>
        </pc:spChg>
        <pc:spChg chg="add del mod">
          <ac:chgData name="Deepika Vatsa" userId="f7100972-27fe-4ee6-8fb4-ec9b7931b409" providerId="ADAL" clId="{43FC3250-EE2F-489E-970D-AD8C57589867}" dt="2025-07-24T09:13:38.721" v="2106" actId="478"/>
          <ac:spMkLst>
            <pc:docMk/>
            <pc:sldMk cId="3825282558" sldId="597"/>
            <ac:spMk id="7" creationId="{17E1BA5B-066B-4677-2290-A7CE14E52D1D}"/>
          </ac:spMkLst>
        </pc:spChg>
        <pc:spChg chg="mod">
          <ac:chgData name="Deepika Vatsa" userId="f7100972-27fe-4ee6-8fb4-ec9b7931b409" providerId="ADAL" clId="{43FC3250-EE2F-489E-970D-AD8C57589867}" dt="2025-07-24T09:04:02.549" v="2060" actId="1076"/>
          <ac:spMkLst>
            <pc:docMk/>
            <pc:sldMk cId="3825282558" sldId="597"/>
            <ac:spMk id="9" creationId="{201B0A84-744C-23F6-4528-9945FC0EFECC}"/>
          </ac:spMkLst>
        </pc:spChg>
        <pc:spChg chg="mod">
          <ac:chgData name="Deepika Vatsa" userId="f7100972-27fe-4ee6-8fb4-ec9b7931b409" providerId="ADAL" clId="{43FC3250-EE2F-489E-970D-AD8C57589867}" dt="2025-07-24T09:03:59.228" v="2059" actId="14100"/>
          <ac:spMkLst>
            <pc:docMk/>
            <pc:sldMk cId="3825282558" sldId="597"/>
            <ac:spMk id="10" creationId="{F18DCF59-2D3F-A81C-CBA3-6B10A9A86DE5}"/>
          </ac:spMkLst>
        </pc:spChg>
        <pc:spChg chg="del">
          <ac:chgData name="Deepika Vatsa" userId="f7100972-27fe-4ee6-8fb4-ec9b7931b409" providerId="ADAL" clId="{43FC3250-EE2F-489E-970D-AD8C57589867}" dt="2025-07-24T08:49:11.071" v="1579" actId="478"/>
          <ac:spMkLst>
            <pc:docMk/>
            <pc:sldMk cId="3825282558" sldId="597"/>
            <ac:spMk id="11" creationId="{06381CCD-359B-D8A2-1997-A5B56A02FD41}"/>
          </ac:spMkLst>
        </pc:spChg>
        <pc:spChg chg="del">
          <ac:chgData name="Deepika Vatsa" userId="f7100972-27fe-4ee6-8fb4-ec9b7931b409" providerId="ADAL" clId="{43FC3250-EE2F-489E-970D-AD8C57589867}" dt="2025-07-24T08:48:12.464" v="1578" actId="478"/>
          <ac:spMkLst>
            <pc:docMk/>
            <pc:sldMk cId="3825282558" sldId="597"/>
            <ac:spMk id="12" creationId="{054E186B-0053-1ADA-9448-E99069A759EF}"/>
          </ac:spMkLst>
        </pc:spChg>
        <pc:picChg chg="add del mod">
          <ac:chgData name="Deepika Vatsa" userId="f7100972-27fe-4ee6-8fb4-ec9b7931b409" providerId="ADAL" clId="{43FC3250-EE2F-489E-970D-AD8C57589867}" dt="2025-07-24T09:05:12.136" v="2078" actId="478"/>
          <ac:picMkLst>
            <pc:docMk/>
            <pc:sldMk cId="3825282558" sldId="597"/>
            <ac:picMk id="8" creationId="{C104A89E-73F1-AA4B-A2A5-CBD2CE60339C}"/>
          </ac:picMkLst>
        </pc:picChg>
        <pc:picChg chg="add del mod">
          <ac:chgData name="Deepika Vatsa" userId="f7100972-27fe-4ee6-8fb4-ec9b7931b409" providerId="ADAL" clId="{43FC3250-EE2F-489E-970D-AD8C57589867}" dt="2025-07-24T09:04:44.148" v="2069" actId="21"/>
          <ac:picMkLst>
            <pc:docMk/>
            <pc:sldMk cId="3825282558" sldId="597"/>
            <ac:picMk id="3074" creationId="{B5DD1E7F-B07A-CCFA-C5FC-5F4DAD97F7CD}"/>
          </ac:picMkLst>
        </pc:picChg>
        <pc:picChg chg="add mod">
          <ac:chgData name="Deepika Vatsa" userId="f7100972-27fe-4ee6-8fb4-ec9b7931b409" providerId="ADAL" clId="{43FC3250-EE2F-489E-970D-AD8C57589867}" dt="2025-07-24T09:13:54.523" v="2130" actId="1076"/>
          <ac:picMkLst>
            <pc:docMk/>
            <pc:sldMk cId="3825282558" sldId="597"/>
            <ac:picMk id="3076" creationId="{80DDF492-098F-EB7B-7E26-A66FD8A4540E}"/>
          </ac:picMkLst>
        </pc:picChg>
        <pc:picChg chg="add mod">
          <ac:chgData name="Deepika Vatsa" userId="f7100972-27fe-4ee6-8fb4-ec9b7931b409" providerId="ADAL" clId="{43FC3250-EE2F-489E-970D-AD8C57589867}" dt="2025-07-24T09:14:04.564" v="2133" actId="1076"/>
          <ac:picMkLst>
            <pc:docMk/>
            <pc:sldMk cId="3825282558" sldId="597"/>
            <ac:picMk id="3078" creationId="{BCA46BE0-3C05-716C-D675-114ECEF84416}"/>
          </ac:picMkLst>
        </pc:picChg>
        <pc:picChg chg="add del mod">
          <ac:chgData name="Deepika Vatsa" userId="f7100972-27fe-4ee6-8fb4-ec9b7931b409" providerId="ADAL" clId="{43FC3250-EE2F-489E-970D-AD8C57589867}" dt="2025-07-24T09:13:42.976" v="2108" actId="478"/>
          <ac:picMkLst>
            <pc:docMk/>
            <pc:sldMk cId="3825282558" sldId="597"/>
            <ac:picMk id="3080" creationId="{1A6E8503-1601-E61F-B38C-39D893FE2DC7}"/>
          </ac:picMkLst>
        </pc:picChg>
        <pc:inkChg chg="add del">
          <ac:chgData name="Deepika Vatsa" userId="f7100972-27fe-4ee6-8fb4-ec9b7931b409" providerId="ADAL" clId="{43FC3250-EE2F-489E-970D-AD8C57589867}" dt="2025-07-31T03:20:23.271" v="5132" actId="478"/>
          <ac:inkMkLst>
            <pc:docMk/>
            <pc:sldMk cId="3825282558" sldId="597"/>
            <ac:inkMk id="6" creationId="{999200CD-978C-E2F6-1CA1-7EF516E1897D}"/>
          </ac:inkMkLst>
        </pc:inkChg>
        <pc:inkChg chg="add del">
          <ac:chgData name="Deepika Vatsa" userId="f7100972-27fe-4ee6-8fb4-ec9b7931b409" providerId="ADAL" clId="{43FC3250-EE2F-489E-970D-AD8C57589867}" dt="2025-07-31T03:20:23.271" v="5132" actId="478"/>
          <ac:inkMkLst>
            <pc:docMk/>
            <pc:sldMk cId="3825282558" sldId="597"/>
            <ac:inkMk id="7" creationId="{A07BEA58-C8E9-7B1A-D1B3-5893CD9D989C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8" creationId="{310DD96E-FCDF-F076-16AA-5EA3391BE485}"/>
          </ac:inkMkLst>
        </pc:inkChg>
        <pc:inkChg chg="add del">
          <ac:chgData name="Deepika Vatsa" userId="f7100972-27fe-4ee6-8fb4-ec9b7931b409" providerId="ADAL" clId="{43FC3250-EE2F-489E-970D-AD8C57589867}" dt="2025-07-31T03:20:39.266" v="5137" actId="478"/>
          <ac:inkMkLst>
            <pc:docMk/>
            <pc:sldMk cId="3825282558" sldId="597"/>
            <ac:inkMk id="11" creationId="{6D38D8B6-F907-29F6-E38A-5763CF45E596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2" creationId="{EFD82AA0-1443-9158-C0FE-E9728BBE9C06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3" creationId="{3AF1140C-C15E-5B04-196C-B51336B95A0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4" creationId="{8C12726E-40EA-2B3D-1368-0091B1CD799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5" creationId="{46A73556-14AB-10C2-AE39-3687A2DF415D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6" creationId="{2C6B9FC8-5BEC-0A20-E5AF-C5F10C9C8A49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7" creationId="{A34E1CC3-3041-3C44-0A63-43E80C7574C9}"/>
          </ac:inkMkLst>
        </pc:inkChg>
        <pc:inkChg chg="add del">
          <ac:chgData name="Deepika Vatsa" userId="f7100972-27fe-4ee6-8fb4-ec9b7931b409" providerId="ADAL" clId="{43FC3250-EE2F-489E-970D-AD8C57589867}" dt="2025-07-31T03:20:37.434" v="5136" actId="478"/>
          <ac:inkMkLst>
            <pc:docMk/>
            <pc:sldMk cId="3825282558" sldId="597"/>
            <ac:inkMk id="18" creationId="{D1E10D15-1BBB-4BAA-E930-8DB7FC7E22BF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9" creationId="{CDF3216D-E2AE-7B18-D8ED-4ED6B4930E77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20" creationId="{876ED603-470D-6FC2-6EC9-5EE979905F6C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21" creationId="{10432B06-8F85-5BAC-7F1A-0274E186B66D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22" creationId="{FC8308A0-D516-EAA1-45F5-639D95C99A3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23" creationId="{EE4C7723-97EE-2288-770E-E828AEBAC14E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0T11:18:53.748" v="4983" actId="9405"/>
        <pc:sldMkLst>
          <pc:docMk/>
          <pc:sldMk cId="1827776172" sldId="598"/>
        </pc:sldMkLst>
        <pc:spChg chg="del">
          <ac:chgData name="Deepika Vatsa" userId="f7100972-27fe-4ee6-8fb4-ec9b7931b409" providerId="ADAL" clId="{43FC3250-EE2F-489E-970D-AD8C57589867}" dt="2025-07-24T09:14:13.047" v="2135" actId="478"/>
          <ac:spMkLst>
            <pc:docMk/>
            <pc:sldMk cId="1827776172" sldId="598"/>
            <ac:spMk id="4" creationId="{4D157D1B-7F8A-9A8B-D14E-A8A739CD19A9}"/>
          </ac:spMkLst>
        </pc:spChg>
        <pc:spChg chg="del">
          <ac:chgData name="Deepika Vatsa" userId="f7100972-27fe-4ee6-8fb4-ec9b7931b409" providerId="ADAL" clId="{43FC3250-EE2F-489E-970D-AD8C57589867}" dt="2025-07-24T09:14:10.996" v="2134" actId="478"/>
          <ac:spMkLst>
            <pc:docMk/>
            <pc:sldMk cId="1827776172" sldId="598"/>
            <ac:spMk id="5" creationId="{68009DD6-B443-C5DB-F60A-21FC1529A21C}"/>
          </ac:spMkLst>
        </pc:spChg>
        <pc:spChg chg="mod">
          <ac:chgData name="Deepika Vatsa" userId="f7100972-27fe-4ee6-8fb4-ec9b7931b409" providerId="ADAL" clId="{43FC3250-EE2F-489E-970D-AD8C57589867}" dt="2025-07-30T10:57:17.523" v="4841" actId="113"/>
          <ac:spMkLst>
            <pc:docMk/>
            <pc:sldMk cId="1827776172" sldId="598"/>
            <ac:spMk id="6" creationId="{E4445506-10DA-6C8E-B875-EB21FB0E8E0C}"/>
          </ac:spMkLst>
        </pc:spChg>
        <pc:spChg chg="mod">
          <ac:chgData name="Deepika Vatsa" userId="f7100972-27fe-4ee6-8fb4-ec9b7931b409" providerId="ADAL" clId="{43FC3250-EE2F-489E-970D-AD8C57589867}" dt="2025-07-24T09:14:58.360" v="2206" actId="1076"/>
          <ac:spMkLst>
            <pc:docMk/>
            <pc:sldMk cId="1827776172" sldId="598"/>
            <ac:spMk id="7" creationId="{17E1BA5B-066B-4677-2290-A7CE14E52D1D}"/>
          </ac:spMkLst>
        </pc:spChg>
        <pc:spChg chg="del">
          <ac:chgData name="Deepika Vatsa" userId="f7100972-27fe-4ee6-8fb4-ec9b7931b409" providerId="ADAL" clId="{43FC3250-EE2F-489E-970D-AD8C57589867}" dt="2025-07-24T09:14:14.640" v="2136" actId="478"/>
          <ac:spMkLst>
            <pc:docMk/>
            <pc:sldMk cId="1827776172" sldId="598"/>
            <ac:spMk id="9" creationId="{201B0A84-744C-23F6-4528-9945FC0EFECC}"/>
          </ac:spMkLst>
        </pc:spChg>
        <pc:spChg chg="del">
          <ac:chgData name="Deepika Vatsa" userId="f7100972-27fe-4ee6-8fb4-ec9b7931b409" providerId="ADAL" clId="{43FC3250-EE2F-489E-970D-AD8C57589867}" dt="2025-07-24T09:14:16.720" v="2137" actId="478"/>
          <ac:spMkLst>
            <pc:docMk/>
            <pc:sldMk cId="1827776172" sldId="598"/>
            <ac:spMk id="10" creationId="{F18DCF59-2D3F-A81C-CBA3-6B10A9A86DE5}"/>
          </ac:spMkLst>
        </pc:spChg>
        <pc:graphicFrameChg chg="add del mod">
          <ac:chgData name="Deepika Vatsa" userId="f7100972-27fe-4ee6-8fb4-ec9b7931b409" providerId="ADAL" clId="{43FC3250-EE2F-489E-970D-AD8C57589867}" dt="2025-07-24T10:08:22.316" v="2237"/>
          <ac:graphicFrameMkLst>
            <pc:docMk/>
            <pc:sldMk cId="1827776172" sldId="598"/>
            <ac:graphicFrameMk id="8" creationId="{E356FF6A-B294-E281-97B6-2D36BACF6538}"/>
          </ac:graphicFrameMkLst>
        </pc:graphicFrameChg>
        <pc:picChg chg="del">
          <ac:chgData name="Deepika Vatsa" userId="f7100972-27fe-4ee6-8fb4-ec9b7931b409" providerId="ADAL" clId="{43FC3250-EE2F-489E-970D-AD8C57589867}" dt="2025-07-24T09:14:20.172" v="2139" actId="478"/>
          <ac:picMkLst>
            <pc:docMk/>
            <pc:sldMk cId="1827776172" sldId="598"/>
            <ac:picMk id="3076" creationId="{80DDF492-098F-EB7B-7E26-A66FD8A4540E}"/>
          </ac:picMkLst>
        </pc:picChg>
        <pc:picChg chg="del">
          <ac:chgData name="Deepika Vatsa" userId="f7100972-27fe-4ee6-8fb4-ec9b7931b409" providerId="ADAL" clId="{43FC3250-EE2F-489E-970D-AD8C57589867}" dt="2025-07-24T09:14:18.273" v="2138" actId="478"/>
          <ac:picMkLst>
            <pc:docMk/>
            <pc:sldMk cId="1827776172" sldId="598"/>
            <ac:picMk id="3078" creationId="{BCA46BE0-3C05-716C-D675-114ECEF84416}"/>
          </ac:picMkLst>
        </pc:picChg>
        <pc:picChg chg="mod">
          <ac:chgData name="Deepika Vatsa" userId="f7100972-27fe-4ee6-8fb4-ec9b7931b409" providerId="ADAL" clId="{43FC3250-EE2F-489E-970D-AD8C57589867}" dt="2025-07-24T09:15:01.091" v="2207" actId="1076"/>
          <ac:picMkLst>
            <pc:docMk/>
            <pc:sldMk cId="1827776172" sldId="598"/>
            <ac:picMk id="3080" creationId="{1A6E8503-1601-E61F-B38C-39D893FE2DC7}"/>
          </ac:picMkLst>
        </pc:picChg>
        <pc:inkChg chg="add">
          <ac:chgData name="Deepika Vatsa" userId="f7100972-27fe-4ee6-8fb4-ec9b7931b409" providerId="ADAL" clId="{43FC3250-EE2F-489E-970D-AD8C57589867}" dt="2025-07-30T11:18:53.748" v="4983" actId="9405"/>
          <ac:inkMkLst>
            <pc:docMk/>
            <pc:sldMk cId="1827776172" sldId="598"/>
            <ac:inkMk id="4" creationId="{EC4B8F28-29C4-817B-4659-5F543CC7866D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4006034928" sldId="598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158759759" sldId="599"/>
        </pc:sldMkLst>
      </pc:sldChg>
      <pc:sldChg chg="addSp delSp modSp add mod">
        <pc:chgData name="Deepika Vatsa" userId="f7100972-27fe-4ee6-8fb4-ec9b7931b409" providerId="ADAL" clId="{43FC3250-EE2F-489E-970D-AD8C57589867}" dt="2025-07-31T03:20:49.462" v="5138" actId="478"/>
        <pc:sldMkLst>
          <pc:docMk/>
          <pc:sldMk cId="3105522451" sldId="599"/>
        </pc:sldMkLst>
        <pc:spChg chg="add del mod">
          <ac:chgData name="Deepika Vatsa" userId="f7100972-27fe-4ee6-8fb4-ec9b7931b409" providerId="ADAL" clId="{43FC3250-EE2F-489E-970D-AD8C57589867}" dt="2025-07-24T10:16:50.783" v="2596" actId="478"/>
          <ac:spMkLst>
            <pc:docMk/>
            <pc:sldMk cId="3105522451" sldId="599"/>
            <ac:spMk id="4" creationId="{5C722B7B-45D8-F737-2062-6EFF58819A4B}"/>
          </ac:spMkLst>
        </pc:spChg>
        <pc:spChg chg="mod">
          <ac:chgData name="Deepika Vatsa" userId="f7100972-27fe-4ee6-8fb4-ec9b7931b409" providerId="ADAL" clId="{43FC3250-EE2F-489E-970D-AD8C57589867}" dt="2025-07-24T10:16:48.325" v="2595" actId="6549"/>
          <ac:spMkLst>
            <pc:docMk/>
            <pc:sldMk cId="3105522451" sldId="599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20:37.040" v="5029"/>
          <ac:grpSpMkLst>
            <pc:docMk/>
            <pc:sldMk cId="3105522451" sldId="599"/>
            <ac:grpSpMk id="20" creationId="{284B770F-47B1-681C-B0D9-FB4909D358B4}"/>
          </ac:grpSpMkLst>
        </pc:grpChg>
        <pc:grpChg chg="del mod">
          <ac:chgData name="Deepika Vatsa" userId="f7100972-27fe-4ee6-8fb4-ec9b7931b409" providerId="ADAL" clId="{43FC3250-EE2F-489E-970D-AD8C57589867}" dt="2025-07-30T11:19:50.513" v="5015"/>
          <ac:grpSpMkLst>
            <pc:docMk/>
            <pc:sldMk cId="3105522451" sldId="599"/>
            <ac:grpSpMk id="36" creationId="{3B465D9F-F600-5251-1BB9-14A183D2ABF7}"/>
          </ac:grpSpMkLst>
        </pc:grpChg>
        <pc:grpChg chg="del mod">
          <ac:chgData name="Deepika Vatsa" userId="f7100972-27fe-4ee6-8fb4-ec9b7931b409" providerId="ADAL" clId="{43FC3250-EE2F-489E-970D-AD8C57589867}" dt="2025-07-30T11:19:50.513" v="5015"/>
          <ac:grpSpMkLst>
            <pc:docMk/>
            <pc:sldMk cId="3105522451" sldId="599"/>
            <ac:grpSpMk id="37" creationId="{020F0B03-19BF-1152-0769-067D8C327187}"/>
          </ac:grpSpMkLst>
        </pc:grpChg>
        <pc:grpChg chg="del mod">
          <ac:chgData name="Deepika Vatsa" userId="f7100972-27fe-4ee6-8fb4-ec9b7931b409" providerId="ADAL" clId="{43FC3250-EE2F-489E-970D-AD8C57589867}" dt="2025-07-30T11:19:58.527" v="5017"/>
          <ac:grpSpMkLst>
            <pc:docMk/>
            <pc:sldMk cId="3105522451" sldId="599"/>
            <ac:grpSpMk id="38" creationId="{AFAEB07E-D2DB-17EB-F288-7A6B2A18D45E}"/>
          </ac:grpSpMkLst>
        </pc:grpChg>
        <pc:grpChg chg="del mod">
          <ac:chgData name="Deepika Vatsa" userId="f7100972-27fe-4ee6-8fb4-ec9b7931b409" providerId="ADAL" clId="{43FC3250-EE2F-489E-970D-AD8C57589867}" dt="2025-07-30T11:20:04.241" v="5019"/>
          <ac:grpSpMkLst>
            <pc:docMk/>
            <pc:sldMk cId="3105522451" sldId="599"/>
            <ac:grpSpMk id="40" creationId="{C19E343C-CD15-101D-248D-16C868B15F2A}"/>
          </ac:grpSpMkLst>
        </pc:grpChg>
        <pc:grpChg chg="del mod">
          <ac:chgData name="Deepika Vatsa" userId="f7100972-27fe-4ee6-8fb4-ec9b7931b409" providerId="ADAL" clId="{43FC3250-EE2F-489E-970D-AD8C57589867}" dt="2025-07-30T11:20:11.834" v="5023"/>
          <ac:grpSpMkLst>
            <pc:docMk/>
            <pc:sldMk cId="3105522451" sldId="599"/>
            <ac:grpSpMk id="42" creationId="{CDE169BE-E1AA-50BF-EB38-ABFE78BFBABD}"/>
          </ac:grpSpMkLst>
        </pc:grpChg>
        <pc:grpChg chg="del mod">
          <ac:chgData name="Deepika Vatsa" userId="f7100972-27fe-4ee6-8fb4-ec9b7931b409" providerId="ADAL" clId="{43FC3250-EE2F-489E-970D-AD8C57589867}" dt="2025-07-31T03:20:49.462" v="5138" actId="478"/>
          <ac:grpSpMkLst>
            <pc:docMk/>
            <pc:sldMk cId="3105522451" sldId="599"/>
            <ac:grpSpMk id="46" creationId="{CB7E83CE-FBF9-F914-92F8-2E67EC587951}"/>
          </ac:grpSpMkLst>
        </pc:grpChg>
        <pc:grpChg chg="del mod">
          <ac:chgData name="Deepika Vatsa" userId="f7100972-27fe-4ee6-8fb4-ec9b7931b409" providerId="ADAL" clId="{43FC3250-EE2F-489E-970D-AD8C57589867}" dt="2025-07-31T03:20:49.462" v="5138" actId="478"/>
          <ac:grpSpMkLst>
            <pc:docMk/>
            <pc:sldMk cId="3105522451" sldId="599"/>
            <ac:grpSpMk id="52" creationId="{AC6AE8C3-F487-23B0-C556-A90964344A1B}"/>
          </ac:grpSpMkLst>
        </pc:grp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" creationId="{F1C285B7-D4F3-C355-86F8-02CB1C66E234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" creationId="{5C9E8FFE-B9FC-03B2-C440-9BC4DDC79A94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6" creationId="{234F7554-F1AC-CF21-C72C-1239393ABA68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7" creationId="{A0A6DD59-251E-420A-D8DF-6826AF831365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8" creationId="{95770007-C3BF-1FCC-88D1-D41429B12E8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9" creationId="{CA17CDE4-33EA-5CD8-33EA-A3C5549FA48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0" creationId="{DB90DB2E-B25C-FC49-078C-E1102F9257F0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2" creationId="{2C5F0FB0-46EF-F23C-645F-59E5EFE486C7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3" creationId="{E11157EC-A25E-9304-11CD-B19FC92B8D79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4" creationId="{A928B8AC-042A-3EAE-8B06-4FE4709DE0E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5" creationId="{9B648765-8054-5FBB-682E-FB5F85CFF2C6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6" creationId="{7EC0A28D-ECAA-27C8-5B88-B0FD4E4E3C3E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7" creationId="{15C226DE-4B7C-4E2F-AF2F-EE1EFA67C6FB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8" creationId="{5D170D60-FD50-71C5-0931-670FE5E46BD1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9" creationId="{73D1F84F-12AA-986C-D649-40C7E692FFE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1" creationId="{AB3E0678-4EA1-C410-A008-6C6F68C58A4A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2" creationId="{E7E0B240-C491-5F6E-F631-00E7C9B109C3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3" creationId="{74C158E0-D26C-9CB9-311D-CA96FA37EAF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4" creationId="{AE5CB2AD-6663-E407-184A-6DB8637E01D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5" creationId="{C459A8BF-C796-0E7B-96EE-16D1CB530C3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6" creationId="{37FC827F-8731-D503-9FD4-B5CB1C34B06F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7" creationId="{2E95D460-A152-9DC2-67FA-999EE1F83D4A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8" creationId="{A7FAC3C3-B558-6638-D49D-673CE940F121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9" creationId="{0EE25888-87D1-5107-0044-83F868C801D8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0" creationId="{F8C48800-6796-7EBB-4483-9EA440826E67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1" creationId="{738ED591-29ED-9ED1-1713-1C407B374A6E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2" creationId="{D68C2328-5CC9-7C2A-4412-41200D3FC30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3" creationId="{BFA758BA-2E06-6B7E-5F96-F91150F4ACE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4" creationId="{40995FC2-5F51-92F8-E8A2-2B638BAFF788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5" creationId="{C5A7F857-F0D9-239B-C587-9EE2E3820F75}"/>
          </ac:inkMkLst>
        </pc:inkChg>
        <pc:inkChg chg="add del mod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39" creationId="{287A6455-BADF-D527-1ADF-F0F6C57B4000}"/>
          </ac:inkMkLst>
        </pc:inkChg>
        <pc:inkChg chg="add del mod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1" creationId="{88EFCC5B-B72D-A027-0C48-F0486B1B73D6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3" creationId="{AAC772A9-2165-0C4E-88BB-C2E77D07D402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4" creationId="{54CABE5B-361A-2B4A-AD1A-9D15E8FF1C8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5" creationId="{A8E29502-0F9F-DBC9-F6C0-E1126867D8DD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7" creationId="{B8A50735-1B9B-889F-FDA6-186515852983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8" creationId="{6127F1CF-B0F6-B361-3ACE-2CD42D71D06F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9" creationId="{EE4A0F2D-BD99-1B14-4765-53247406ED99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0" creationId="{79093C57-6275-9169-0B34-E320614144A5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51" creationId="{FA3C1E58-125C-7E20-8111-5C347C6F6409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3" creationId="{9906CB26-66E7-149B-AEE5-C5D56D23BF23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0:59.956" v="5142" actId="478"/>
        <pc:sldMkLst>
          <pc:docMk/>
          <pc:sldMk cId="1298333677" sldId="600"/>
        </pc:sldMkLst>
        <pc:spChg chg="mod">
          <ac:chgData name="Deepika Vatsa" userId="f7100972-27fe-4ee6-8fb4-ec9b7931b409" providerId="ADAL" clId="{43FC3250-EE2F-489E-970D-AD8C57589867}" dt="2025-07-24T10:38:34.676" v="2879"/>
          <ac:spMkLst>
            <pc:docMk/>
            <pc:sldMk cId="1298333677" sldId="600"/>
            <ac:spMk id="4" creationId="{5C722B7B-45D8-F737-2062-6EFF58819A4B}"/>
          </ac:spMkLst>
        </pc:spChg>
        <pc:spChg chg="add mod">
          <ac:chgData name="Deepika Vatsa" userId="f7100972-27fe-4ee6-8fb4-ec9b7931b409" providerId="ADAL" clId="{43FC3250-EE2F-489E-970D-AD8C57589867}" dt="2025-07-24T10:16:31.563" v="2592" actId="1076"/>
          <ac:spMkLst>
            <pc:docMk/>
            <pc:sldMk cId="1298333677" sldId="600"/>
            <ac:spMk id="5" creationId="{076FCB26-F3DF-4A0C-4391-0D8C0697F42E}"/>
          </ac:spMkLst>
        </pc:spChg>
        <pc:spChg chg="add del mod">
          <ac:chgData name="Deepika Vatsa" userId="f7100972-27fe-4ee6-8fb4-ec9b7931b409" providerId="ADAL" clId="{43FC3250-EE2F-489E-970D-AD8C57589867}" dt="2025-07-24T10:18:04.909" v="2630" actId="21"/>
          <ac:spMkLst>
            <pc:docMk/>
            <pc:sldMk cId="1298333677" sldId="600"/>
            <ac:spMk id="7" creationId="{C829D528-F908-BA66-0E41-6FD3B9A67A16}"/>
          </ac:spMkLst>
        </pc:spChg>
        <pc:spChg chg="mod">
          <ac:chgData name="Deepika Vatsa" userId="f7100972-27fe-4ee6-8fb4-ec9b7931b409" providerId="ADAL" clId="{43FC3250-EE2F-489E-970D-AD8C57589867}" dt="2025-07-24T10:13:49.702" v="2436" actId="6549"/>
          <ac:spMkLst>
            <pc:docMk/>
            <pc:sldMk cId="1298333677" sldId="600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1T03:20:53.510" v="5139" actId="478"/>
          <ac:grpSpMkLst>
            <pc:docMk/>
            <pc:sldMk cId="1298333677" sldId="600"/>
            <ac:grpSpMk id="12" creationId="{B7159BD2-EEAB-D706-7082-87CF8B4F6777}"/>
          </ac:grpSpMkLst>
        </pc:grpChg>
        <pc:grpChg chg="del mod">
          <ac:chgData name="Deepika Vatsa" userId="f7100972-27fe-4ee6-8fb4-ec9b7931b409" providerId="ADAL" clId="{43FC3250-EE2F-489E-970D-AD8C57589867}" dt="2025-07-31T03:20:53.510" v="5139" actId="478"/>
          <ac:grpSpMkLst>
            <pc:docMk/>
            <pc:sldMk cId="1298333677" sldId="600"/>
            <ac:grpSpMk id="21" creationId="{BC2900EE-11DA-43BF-042E-1CC056121D20}"/>
          </ac:grpSpMkLst>
        </pc:grpChg>
        <pc:inkChg chg="add del">
          <ac:chgData name="Deepika Vatsa" userId="f7100972-27fe-4ee6-8fb4-ec9b7931b409" providerId="ADAL" clId="{43FC3250-EE2F-489E-970D-AD8C57589867}" dt="2025-07-31T03:20:58.077" v="5141" actId="478"/>
          <ac:inkMkLst>
            <pc:docMk/>
            <pc:sldMk cId="1298333677" sldId="600"/>
            <ac:inkMk id="6" creationId="{C11BE904-865B-F6CC-CDDA-496CBE97A1D7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7" creationId="{8D85C4E3-7A1A-8069-C03A-85191545A3A0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8" creationId="{C0C06274-B730-4BD9-D0AC-E3568D8D1350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9" creationId="{0C21C965-798A-7368-4E80-5103B44E9F6C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0" creationId="{44E40ECE-1677-98AA-F5A3-0B9ED4EC0BDE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3" creationId="{C2BA873B-7D3F-64A4-D78B-7F25D1645616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4" creationId="{E4AA5845-3244-7746-EAE6-2A26846550EC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5" creationId="{A079FDBD-769B-1DF9-A5A6-C86173E28638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6" creationId="{C2E41533-8E23-6D8C-4917-9F587902B45B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7" creationId="{A52CD522-41AE-318D-91E8-17C7B47407FF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8" creationId="{242A4BFB-AF5B-EF22-9DB2-314E873A8EF7}"/>
          </ac:inkMkLst>
        </pc:inkChg>
        <pc:inkChg chg="add mod">
          <ac:chgData name="Deepika Vatsa" userId="f7100972-27fe-4ee6-8fb4-ec9b7931b409" providerId="ADAL" clId="{43FC3250-EE2F-489E-970D-AD8C57589867}" dt="2025-07-30T11:21:41.909" v="5045"/>
          <ac:inkMkLst>
            <pc:docMk/>
            <pc:sldMk cId="1298333677" sldId="600"/>
            <ac:inkMk id="19" creationId="{AACDE439-A57A-DFD2-7942-9E5162C57831}"/>
          </ac:inkMkLst>
        </pc:inkChg>
        <pc:inkChg chg="add mod">
          <ac:chgData name="Deepika Vatsa" userId="f7100972-27fe-4ee6-8fb4-ec9b7931b409" providerId="ADAL" clId="{43FC3250-EE2F-489E-970D-AD8C57589867}" dt="2025-07-30T11:21:41.909" v="5045"/>
          <ac:inkMkLst>
            <pc:docMk/>
            <pc:sldMk cId="1298333677" sldId="600"/>
            <ac:inkMk id="20" creationId="{B0851B7A-D5E9-417C-807F-E9D8D3B21C05}"/>
          </ac:inkMkLst>
        </pc:inkChg>
        <pc:inkChg chg="add">
          <ac:chgData name="Deepika Vatsa" userId="f7100972-27fe-4ee6-8fb4-ec9b7931b409" providerId="ADAL" clId="{43FC3250-EE2F-489E-970D-AD8C57589867}" dt="2025-07-30T11:22:00.812" v="5046" actId="9405"/>
          <ac:inkMkLst>
            <pc:docMk/>
            <pc:sldMk cId="1298333677" sldId="600"/>
            <ac:inkMk id="22" creationId="{F830007A-45E3-94D1-1107-EF9ADCB6EFE7}"/>
          </ac:inkMkLst>
        </pc:inkChg>
        <pc:inkChg chg="add">
          <ac:chgData name="Deepika Vatsa" userId="f7100972-27fe-4ee6-8fb4-ec9b7931b409" providerId="ADAL" clId="{43FC3250-EE2F-489E-970D-AD8C57589867}" dt="2025-07-30T11:22:01.216" v="5047" actId="9405"/>
          <ac:inkMkLst>
            <pc:docMk/>
            <pc:sldMk cId="1298333677" sldId="600"/>
            <ac:inkMk id="23" creationId="{051FD77A-1470-B5F5-BBEE-8BA362EF6342}"/>
          </ac:inkMkLst>
        </pc:inkChg>
        <pc:inkChg chg="add del">
          <ac:chgData name="Deepika Vatsa" userId="f7100972-27fe-4ee6-8fb4-ec9b7931b409" providerId="ADAL" clId="{43FC3250-EE2F-489E-970D-AD8C57589867}" dt="2025-07-31T03:20:59.956" v="5142" actId="478"/>
          <ac:inkMkLst>
            <pc:docMk/>
            <pc:sldMk cId="1298333677" sldId="600"/>
            <ac:inkMk id="24" creationId="{E9BDE784-9631-D040-27D7-085C4989FEE1}"/>
          </ac:inkMkLst>
        </pc:inkChg>
        <pc:inkChg chg="add del">
          <ac:chgData name="Deepika Vatsa" userId="f7100972-27fe-4ee6-8fb4-ec9b7931b409" providerId="ADAL" clId="{43FC3250-EE2F-489E-970D-AD8C57589867}" dt="2025-07-31T03:20:56.417" v="5140" actId="478"/>
          <ac:inkMkLst>
            <pc:docMk/>
            <pc:sldMk cId="1298333677" sldId="600"/>
            <ac:inkMk id="25" creationId="{61655763-B18B-429E-A152-62D1108A61E1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407172059" sldId="600"/>
        </pc:sldMkLst>
      </pc:sldChg>
      <pc:sldChg chg="addSp delSp modSp add mod delAnim modAnim">
        <pc:chgData name="Deepika Vatsa" userId="f7100972-27fe-4ee6-8fb4-ec9b7931b409" providerId="ADAL" clId="{43FC3250-EE2F-489E-970D-AD8C57589867}" dt="2025-07-31T03:21:47.687" v="5144" actId="478"/>
        <pc:sldMkLst>
          <pc:docMk/>
          <pc:sldMk cId="2345028146" sldId="601"/>
        </pc:sldMkLst>
        <pc:spChg chg="del">
          <ac:chgData name="Deepika Vatsa" userId="f7100972-27fe-4ee6-8fb4-ec9b7931b409" providerId="ADAL" clId="{43FC3250-EE2F-489E-970D-AD8C57589867}" dt="2025-07-24T10:18:10.560" v="2632" actId="478"/>
          <ac:spMkLst>
            <pc:docMk/>
            <pc:sldMk cId="2345028146" sldId="601"/>
            <ac:spMk id="4" creationId="{5C722B7B-45D8-F737-2062-6EFF58819A4B}"/>
          </ac:spMkLst>
        </pc:spChg>
        <pc:spChg chg="del">
          <ac:chgData name="Deepika Vatsa" userId="f7100972-27fe-4ee6-8fb4-ec9b7931b409" providerId="ADAL" clId="{43FC3250-EE2F-489E-970D-AD8C57589867}" dt="2025-07-24T10:18:15.750" v="2634" actId="478"/>
          <ac:spMkLst>
            <pc:docMk/>
            <pc:sldMk cId="2345028146" sldId="601"/>
            <ac:spMk id="5" creationId="{076FCB26-F3DF-4A0C-4391-0D8C0697F42E}"/>
          </ac:spMkLst>
        </pc:spChg>
        <pc:spChg chg="add mod">
          <ac:chgData name="Deepika Vatsa" userId="f7100972-27fe-4ee6-8fb4-ec9b7931b409" providerId="ADAL" clId="{43FC3250-EE2F-489E-970D-AD8C57589867}" dt="2025-07-24T10:27:35.459" v="2829" actId="404"/>
          <ac:spMkLst>
            <pc:docMk/>
            <pc:sldMk cId="2345028146" sldId="601"/>
            <ac:spMk id="6" creationId="{1CEA8935-B2D0-3E5F-8357-3E29E96704C1}"/>
          </ac:spMkLst>
        </pc:spChg>
        <pc:spChg chg="add mod">
          <ac:chgData name="Deepika Vatsa" userId="f7100972-27fe-4ee6-8fb4-ec9b7931b409" providerId="ADAL" clId="{43FC3250-EE2F-489E-970D-AD8C57589867}" dt="2025-07-24T11:21:54.065" v="3292" actId="1076"/>
          <ac:spMkLst>
            <pc:docMk/>
            <pc:sldMk cId="2345028146" sldId="601"/>
            <ac:spMk id="7" creationId="{39BE2E7A-CD69-318B-C09C-711CA44B4A0B}"/>
          </ac:spMkLst>
        </pc:spChg>
        <pc:spChg chg="add mod">
          <ac:chgData name="Deepika Vatsa" userId="f7100972-27fe-4ee6-8fb4-ec9b7931b409" providerId="ADAL" clId="{43FC3250-EE2F-489E-970D-AD8C57589867}" dt="2025-07-24T11:21:35.313" v="3289" actId="20577"/>
          <ac:spMkLst>
            <pc:docMk/>
            <pc:sldMk cId="2345028146" sldId="601"/>
            <ac:spMk id="9" creationId="{0845D9B1-899B-55E5-A6D1-4AEEC958CFBC}"/>
          </ac:spMkLst>
        </pc:spChg>
        <pc:spChg chg="del">
          <ac:chgData name="Deepika Vatsa" userId="f7100972-27fe-4ee6-8fb4-ec9b7931b409" providerId="ADAL" clId="{43FC3250-EE2F-489E-970D-AD8C57589867}" dt="2025-07-24T10:18:19.726" v="2635" actId="478"/>
          <ac:spMkLst>
            <pc:docMk/>
            <pc:sldMk cId="2345028146" sldId="601"/>
            <ac:spMk id="11" creationId="{06381CCD-359B-D8A2-1997-A5B56A02FD41}"/>
          </ac:spMkLst>
        </pc:spChg>
        <pc:spChg chg="add mod">
          <ac:chgData name="Deepika Vatsa" userId="f7100972-27fe-4ee6-8fb4-ec9b7931b409" providerId="ADAL" clId="{43FC3250-EE2F-489E-970D-AD8C57589867}" dt="2025-07-24T11:21:44.591" v="3290" actId="1076"/>
          <ac:spMkLst>
            <pc:docMk/>
            <pc:sldMk cId="2345028146" sldId="601"/>
            <ac:spMk id="12" creationId="{306ACACD-7D5F-A652-89BC-479AE734681A}"/>
          </ac:spMkLst>
        </pc:spChg>
        <pc:spChg chg="add del mod">
          <ac:chgData name="Deepika Vatsa" userId="f7100972-27fe-4ee6-8fb4-ec9b7931b409" providerId="ADAL" clId="{43FC3250-EE2F-489E-970D-AD8C57589867}" dt="2025-07-24T10:45:28.493" v="2993" actId="478"/>
          <ac:spMkLst>
            <pc:docMk/>
            <pc:sldMk cId="2345028146" sldId="601"/>
            <ac:spMk id="14" creationId="{079250D1-8AC1-6400-4452-23FDE7B1E140}"/>
          </ac:spMkLst>
        </pc:spChg>
        <pc:grpChg chg="del mod">
          <ac:chgData name="Deepika Vatsa" userId="f7100972-27fe-4ee6-8fb4-ec9b7931b409" providerId="ADAL" clId="{43FC3250-EE2F-489E-970D-AD8C57589867}" dt="2025-07-31T03:21:36.567" v="5143" actId="478"/>
          <ac:grpSpMkLst>
            <pc:docMk/>
            <pc:sldMk cId="2345028146" sldId="601"/>
            <ac:grpSpMk id="19" creationId="{2868F3B0-82BB-5ABF-F02D-7AD10B060A26}"/>
          </ac:grpSpMkLst>
        </pc:grpChg>
        <pc:grpChg chg="del mod">
          <ac:chgData name="Deepika Vatsa" userId="f7100972-27fe-4ee6-8fb4-ec9b7931b409" providerId="ADAL" clId="{43FC3250-EE2F-489E-970D-AD8C57589867}" dt="2025-07-30T11:23:37.026" v="5067"/>
          <ac:grpSpMkLst>
            <pc:docMk/>
            <pc:sldMk cId="2345028146" sldId="601"/>
            <ac:grpSpMk id="23" creationId="{9F930B31-BE19-CE06-683C-E4BD0F149D73}"/>
          </ac:grpSpMkLst>
        </pc:grpChg>
        <pc:grpChg chg="del mod">
          <ac:chgData name="Deepika Vatsa" userId="f7100972-27fe-4ee6-8fb4-ec9b7931b409" providerId="ADAL" clId="{43FC3250-EE2F-489E-970D-AD8C57589867}" dt="2025-07-31T03:21:36.567" v="5143" actId="478"/>
          <ac:grpSpMkLst>
            <pc:docMk/>
            <pc:sldMk cId="2345028146" sldId="601"/>
            <ac:grpSpMk id="25" creationId="{92DBC0BC-3859-FB0C-EF3F-9D0F91C25FD3}"/>
          </ac:grpSpMkLst>
        </pc:grpChg>
        <pc:graphicFrameChg chg="add del mod">
          <ac:chgData name="Deepika Vatsa" userId="f7100972-27fe-4ee6-8fb4-ec9b7931b409" providerId="ADAL" clId="{43FC3250-EE2F-489E-970D-AD8C57589867}" dt="2025-07-24T10:45:31.107" v="2994" actId="478"/>
          <ac:graphicFrameMkLst>
            <pc:docMk/>
            <pc:sldMk cId="2345028146" sldId="601"/>
            <ac:graphicFrameMk id="10" creationId="{B37B5B77-07F8-EE65-399A-DBD323BE9ACE}"/>
          </ac:graphicFrameMkLst>
        </pc:graphicFrame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4" creationId="{17E0AA1B-A00E-9939-FE0C-B4F97381E5B6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5" creationId="{050DC591-9626-1CBE-6BFD-3B2D6762F39A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8" creationId="{6777923C-A292-6DE5-9A9B-EAEFE10590F1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0" creationId="{EF195895-F360-0DA9-5255-151E46B2A359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1" creationId="{50288B3F-EEAE-2FA1-BB2B-C7C7D73A858B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3" creationId="{AF155DAD-AFEF-4DDF-C5AA-9176B5EE58FE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4" creationId="{FED45222-BDCB-53A1-7929-4EA5D0F61817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5" creationId="{A604115D-AC37-071B-3591-CB1024F26CBD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6" creationId="{D4061A2B-B78E-81C4-6E9B-DDC0AFC31A64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7" creationId="{5640C931-07BC-26E5-D427-959985B3393C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8" creationId="{BD47D964-5B9E-D281-9860-341536BD1BB1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0" creationId="{D1F4202E-EA34-0E02-952E-525D2454E5C9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1" creationId="{58453868-6D91-9F6F-F14E-3226E62987EE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2" creationId="{FCD14E34-F08C-93B7-CC28-817AB4EE9AC1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4" creationId="{ECAE878F-E40C-3A24-7BCE-2801FF76363F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26" creationId="{4D35CE20-BB6B-B42F-1755-67FB31D6461B}"/>
          </ac:inkMkLst>
        </pc:inkChg>
        <pc:inkChg chg="add del">
          <ac:chgData name="Deepika Vatsa" userId="f7100972-27fe-4ee6-8fb4-ec9b7931b409" providerId="ADAL" clId="{43FC3250-EE2F-489E-970D-AD8C57589867}" dt="2025-07-31T03:21:47.687" v="5144" actId="478"/>
          <ac:inkMkLst>
            <pc:docMk/>
            <pc:sldMk cId="2345028146" sldId="601"/>
            <ac:inkMk id="27" creationId="{314EF62E-D385-111A-5B5B-07EE0CCA285F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854070128" sldId="601"/>
        </pc:sldMkLst>
      </pc:sldChg>
      <pc:sldChg chg="addSp delSp modSp add mod">
        <pc:chgData name="Deepika Vatsa" userId="f7100972-27fe-4ee6-8fb4-ec9b7931b409" providerId="ADAL" clId="{43FC3250-EE2F-489E-970D-AD8C57589867}" dt="2025-07-31T03:22:01.683" v="5147" actId="478"/>
        <pc:sldMkLst>
          <pc:docMk/>
          <pc:sldMk cId="886010047" sldId="602"/>
        </pc:sldMkLst>
        <pc:spChg chg="mod">
          <ac:chgData name="Deepika Vatsa" userId="f7100972-27fe-4ee6-8fb4-ec9b7931b409" providerId="ADAL" clId="{43FC3250-EE2F-489E-970D-AD8C57589867}" dt="2025-07-24T10:51:10.545" v="3021" actId="20577"/>
          <ac:spMkLst>
            <pc:docMk/>
            <pc:sldMk cId="886010047" sldId="602"/>
            <ac:spMk id="2" creationId="{00000000-0000-0000-0000-000000000000}"/>
          </ac:spMkLst>
        </pc:spChg>
        <pc:spChg chg="add mod">
          <ac:chgData name="Deepika Vatsa" userId="f7100972-27fe-4ee6-8fb4-ec9b7931b409" providerId="ADAL" clId="{43FC3250-EE2F-489E-970D-AD8C57589867}" dt="2025-07-25T06:46:25.396" v="4283" actId="20577"/>
          <ac:spMkLst>
            <pc:docMk/>
            <pc:sldMk cId="886010047" sldId="602"/>
            <ac:spMk id="5" creationId="{CC1083D5-B7AF-045F-7EAB-FD1411E3B290}"/>
          </ac:spMkLst>
        </pc:spChg>
        <pc:spChg chg="del">
          <ac:chgData name="Deepika Vatsa" userId="f7100972-27fe-4ee6-8fb4-ec9b7931b409" providerId="ADAL" clId="{43FC3250-EE2F-489E-970D-AD8C57589867}" dt="2025-07-24T10:50:47.777" v="3001" actId="478"/>
          <ac:spMkLst>
            <pc:docMk/>
            <pc:sldMk cId="886010047" sldId="602"/>
            <ac:spMk id="6" creationId="{1CEA8935-B2D0-3E5F-8357-3E29E96704C1}"/>
          </ac:spMkLst>
        </pc:spChg>
        <pc:spChg chg="add mod">
          <ac:chgData name="Deepika Vatsa" userId="f7100972-27fe-4ee6-8fb4-ec9b7931b409" providerId="ADAL" clId="{43FC3250-EE2F-489E-970D-AD8C57589867}" dt="2025-07-30T11:02:20.632" v="4852" actId="14100"/>
          <ac:spMkLst>
            <pc:docMk/>
            <pc:sldMk cId="886010047" sldId="602"/>
            <ac:spMk id="6" creationId="{6DB03E6E-EA1C-451F-4077-B842B37F02F6}"/>
          </ac:spMkLst>
        </pc:spChg>
        <pc:spChg chg="del">
          <ac:chgData name="Deepika Vatsa" userId="f7100972-27fe-4ee6-8fb4-ec9b7931b409" providerId="ADAL" clId="{43FC3250-EE2F-489E-970D-AD8C57589867}" dt="2025-07-24T10:50:45.305" v="3000" actId="478"/>
          <ac:spMkLst>
            <pc:docMk/>
            <pc:sldMk cId="886010047" sldId="602"/>
            <ac:spMk id="7" creationId="{39BE2E7A-CD69-318B-C09C-711CA44B4A0B}"/>
          </ac:spMkLst>
        </pc:spChg>
        <pc:spChg chg="del">
          <ac:chgData name="Deepika Vatsa" userId="f7100972-27fe-4ee6-8fb4-ec9b7931b409" providerId="ADAL" clId="{43FC3250-EE2F-489E-970D-AD8C57589867}" dt="2025-07-24T10:50:43.730" v="2999" actId="478"/>
          <ac:spMkLst>
            <pc:docMk/>
            <pc:sldMk cId="886010047" sldId="602"/>
            <ac:spMk id="9" creationId="{0845D9B1-899B-55E5-A6D1-4AEEC958CFBC}"/>
          </ac:spMkLst>
        </pc:spChg>
        <pc:spChg chg="del">
          <ac:chgData name="Deepika Vatsa" userId="f7100972-27fe-4ee6-8fb4-ec9b7931b409" providerId="ADAL" clId="{43FC3250-EE2F-489E-970D-AD8C57589867}" dt="2025-07-24T10:50:41.212" v="2998" actId="478"/>
          <ac:spMkLst>
            <pc:docMk/>
            <pc:sldMk cId="886010047" sldId="602"/>
            <ac:spMk id="12" creationId="{306ACACD-7D5F-A652-89BC-479AE734681A}"/>
          </ac:spMkLst>
        </pc:spChg>
        <pc:grpChg chg="del mod">
          <ac:chgData name="Deepika Vatsa" userId="f7100972-27fe-4ee6-8fb4-ec9b7931b409" providerId="ADAL" clId="{43FC3250-EE2F-489E-970D-AD8C57589867}" dt="2025-07-30T11:24:28.365" v="5080"/>
          <ac:grpSpMkLst>
            <pc:docMk/>
            <pc:sldMk cId="886010047" sldId="602"/>
            <ac:grpSpMk id="11" creationId="{737102C5-EF64-DDFE-3ACA-FB9F8874D89F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19" creationId="{57AD2E92-1B0B-C4C8-AF8E-2E9783CE6731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23" creationId="{C7135A48-2D13-6EDE-C944-C3CCD8EBF6A4}"/>
          </ac:grpSpMkLst>
        </pc:grpChg>
        <pc:grpChg chg="del mod">
          <ac:chgData name="Deepika Vatsa" userId="f7100972-27fe-4ee6-8fb4-ec9b7931b409" providerId="ADAL" clId="{43FC3250-EE2F-489E-970D-AD8C57589867}" dt="2025-07-30T11:24:43.654" v="5109"/>
          <ac:grpSpMkLst>
            <pc:docMk/>
            <pc:sldMk cId="886010047" sldId="602"/>
            <ac:grpSpMk id="48" creationId="{2AABFA85-755A-345B-520C-8883410498BF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49" creationId="{40F91D93-8F93-9FE6-A525-7C8DB7505EB6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0" creationId="{D2B7336C-F815-6E74-9FBD-CAAF5312B7A5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1" creationId="{08FCAA17-28B6-7E71-2ACC-54C4F42A50EC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2" creationId="{A54B38DB-BFDC-8083-126A-8F4B528C7286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3" creationId="{ED4BCEFD-121D-6D01-D014-9B1C08EF0B69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8" creationId="{98A069EE-A0D7-A5F3-0AF7-6CCBBCCD9F1B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65" creationId="{14A6B570-75DE-29DC-2893-3E7318ECD850}"/>
          </ac:grpSpMkLst>
        </pc:grpChg>
        <pc:picChg chg="add mod">
          <ac:chgData name="Deepika Vatsa" userId="f7100972-27fe-4ee6-8fb4-ec9b7931b409" providerId="ADAL" clId="{43FC3250-EE2F-489E-970D-AD8C57589867}" dt="2025-07-24T10:53:22.664" v="3084" actId="14100"/>
          <ac:picMkLst>
            <pc:docMk/>
            <pc:sldMk cId="886010047" sldId="602"/>
            <ac:picMk id="10" creationId="{2C8F8A8C-4CBE-F873-6787-5EB3002F5B68}"/>
          </ac:picMkLst>
        </pc:pic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7" creationId="{77D1D47C-CE25-0C95-1A4A-F0090A00AC2F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8" creationId="{FE679162-5C59-6FC5-C595-C65BAD04A524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9" creationId="{A070C18D-DF9A-184E-C6AC-3C7FFCA14C65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2" creationId="{80AF8BC1-F5A1-7375-9F2A-52845D4F1593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3" creationId="{8BAFE205-9EC6-EFAC-4EAD-DA68895B64F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4" creationId="{53BE260A-26B5-5C57-AC1D-2E88D7B5008E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5" creationId="{7F9D9B28-DB20-AE45-A6B0-8A79D27E96B2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6" creationId="{CD3359BC-70E7-82A9-13AA-F66B7C0E93B7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7" creationId="{D57FC0D9-24AA-F250-99F0-29CF581CAAED}"/>
          </ac:inkMkLst>
        </pc:inkChg>
        <pc:inkChg chg="add del">
          <ac:chgData name="Deepika Vatsa" userId="f7100972-27fe-4ee6-8fb4-ec9b7931b409" providerId="ADAL" clId="{43FC3250-EE2F-489E-970D-AD8C57589867}" dt="2025-07-31T03:21:58.456" v="5146" actId="478"/>
          <ac:inkMkLst>
            <pc:docMk/>
            <pc:sldMk cId="886010047" sldId="602"/>
            <ac:inkMk id="18" creationId="{C40CF86F-E017-AD7A-3C4A-E8FA1FD694A6}"/>
          </ac:inkMkLst>
        </pc:inkChg>
        <pc:inkChg chg="add mod">
          <ac:chgData name="Deepika Vatsa" userId="f7100972-27fe-4ee6-8fb4-ec9b7931b409" providerId="ADAL" clId="{43FC3250-EE2F-489E-970D-AD8C57589867}" dt="2025-07-30T11:24:30.348" v="5084"/>
          <ac:inkMkLst>
            <pc:docMk/>
            <pc:sldMk cId="886010047" sldId="602"/>
            <ac:inkMk id="20" creationId="{8DC9ACA1-897A-97C6-34C5-C756D90D8BEC}"/>
          </ac:inkMkLst>
        </pc:inkChg>
        <pc:inkChg chg="add del">
          <ac:chgData name="Deepika Vatsa" userId="f7100972-27fe-4ee6-8fb4-ec9b7931b409" providerId="ADAL" clId="{43FC3250-EE2F-489E-970D-AD8C57589867}" dt="2025-07-31T03:21:58.456" v="5146" actId="478"/>
          <ac:inkMkLst>
            <pc:docMk/>
            <pc:sldMk cId="886010047" sldId="602"/>
            <ac:inkMk id="21" creationId="{A209531D-BB15-BE98-81ED-903ADCAB5918}"/>
          </ac:inkMkLst>
        </pc:inkChg>
        <pc:inkChg chg="add mod">
          <ac:chgData name="Deepika Vatsa" userId="f7100972-27fe-4ee6-8fb4-ec9b7931b409" providerId="ADAL" clId="{43FC3250-EE2F-489E-970D-AD8C57589867}" dt="2025-07-30T11:24:30.348" v="5084"/>
          <ac:inkMkLst>
            <pc:docMk/>
            <pc:sldMk cId="886010047" sldId="602"/>
            <ac:inkMk id="22" creationId="{E22ED568-A691-7EB8-9165-7CFAAB46786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4" creationId="{DD5BCBFF-B6E2-0AB1-0A8F-342E8E2A2A99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5" creationId="{ED65A6BC-72BE-DADB-4D48-A0D10FEC65A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6" creationId="{ADAE34F3-22F1-8A1B-312B-505E61953B27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7" creationId="{B9BA2E96-0F59-D4AA-739F-5229C4B751F8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8" creationId="{6365523F-C913-A39C-729D-38766D50FA07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9" creationId="{B9AFED4D-6D8A-E1D3-C7A8-0C0957D4020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0" creationId="{38DA219B-49AA-FB1A-FC60-F23D29D85DA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1" creationId="{F4B46658-4F39-55F3-22EC-B58047D316BF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2" creationId="{29ADBD88-7BF5-3963-EB39-80D3596BCCBE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3" creationId="{4E4252B8-1F19-6D56-621B-4C4AC04C63D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4" creationId="{5CA1F1A7-3610-7C4B-50D6-70D8D1841E61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5" creationId="{B60F7734-7A1F-733E-B7EB-11092EC27D64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6" creationId="{53AB7C3E-B660-5610-C7AC-0538CBEEEE6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7" creationId="{8173337F-8EB2-3F94-0D23-8AF9F43A374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8" creationId="{8ACE3C35-3E82-FEC5-4B2F-2878A7944C9C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9" creationId="{08EB2709-F3E8-996D-580E-21BA0545FDAA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0" creationId="{2CA79349-A185-63E0-CE35-7975D0330F9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1" creationId="{733809BB-8EC1-C2DF-197A-E23243DFA498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2" creationId="{60699C46-1D91-0053-A00E-BF8BDCD90B03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3" creationId="{6782598E-FD65-876A-3824-404BF77DE9C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4" creationId="{BF7257EE-EE49-ED62-4634-F0AD201CA77A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5" creationId="{93946685-08B6-CB78-B9B2-740B5BB02A86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6" creationId="{A145CD41-4BAC-C341-F925-B3251ECE9D79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7" creationId="{13EBBA59-AC09-37C9-F0AB-51DAA1037325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4" creationId="{A594385C-1DC0-FE5D-7A25-548AA5D88FFB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5" creationId="{E0639422-4B7E-6A64-6F67-92733F77D231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6" creationId="{D3FAD631-5FCF-7F4D-9CEA-D0A3DB2F9AC5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7" creationId="{EE3A3A6A-2B8F-4ABE-778F-82E977D0C61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59" creationId="{073A5B15-6E25-301E-9F5C-DC6461BF6FC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0" creationId="{2AA6E4AD-39FE-9896-BFA1-391A730AB93E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1" creationId="{EA7B69A7-F83E-5981-BFCB-C39A3413198B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2" creationId="{19A1C645-2016-482C-303C-E640143464D0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3" creationId="{538E2AE8-3A25-B752-D408-5E529DDA7B7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4" creationId="{756F2833-E6E1-287C-80D6-B02A90F45EE1}"/>
          </ac:inkMkLst>
        </pc:inkChg>
        <pc:inkChg chg="add del">
          <ac:chgData name="Deepika Vatsa" userId="f7100972-27fe-4ee6-8fb4-ec9b7931b409" providerId="ADAL" clId="{43FC3250-EE2F-489E-970D-AD8C57589867}" dt="2025-07-31T03:21:54.415" v="5145" actId="478"/>
          <ac:inkMkLst>
            <pc:docMk/>
            <pc:sldMk cId="886010047" sldId="602"/>
            <ac:inkMk id="66" creationId="{6E958762-7A95-9562-3E5C-CC1F2380AA41}"/>
          </ac:inkMkLst>
        </pc:inkChg>
        <pc:inkChg chg="add del">
          <ac:chgData name="Deepika Vatsa" userId="f7100972-27fe-4ee6-8fb4-ec9b7931b409" providerId="ADAL" clId="{43FC3250-EE2F-489E-970D-AD8C57589867}" dt="2025-07-31T03:22:01.683" v="5147" actId="478"/>
          <ac:inkMkLst>
            <pc:docMk/>
            <pc:sldMk cId="886010047" sldId="602"/>
            <ac:inkMk id="67" creationId="{DD7A5BBF-E577-3B0F-0EB2-45B5BED67247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816700751" sldId="602"/>
        </pc:sldMkLst>
      </pc:sldChg>
      <pc:sldChg chg="addSp delSp modSp add mod">
        <pc:chgData name="Deepika Vatsa" userId="f7100972-27fe-4ee6-8fb4-ec9b7931b409" providerId="ADAL" clId="{43FC3250-EE2F-489E-970D-AD8C57589867}" dt="2025-07-31T03:22:07.067" v="5148" actId="478"/>
        <pc:sldMkLst>
          <pc:docMk/>
          <pc:sldMk cId="1900874624" sldId="603"/>
        </pc:sldMkLst>
        <pc:spChg chg="mod">
          <ac:chgData name="Deepika Vatsa" userId="f7100972-27fe-4ee6-8fb4-ec9b7931b409" providerId="ADAL" clId="{43FC3250-EE2F-489E-970D-AD8C57589867}" dt="2025-07-24T10:55:48.527" v="3140" actId="2711"/>
          <ac:spMkLst>
            <pc:docMk/>
            <pc:sldMk cId="1900874624" sldId="603"/>
            <ac:spMk id="5" creationId="{CC1083D5-B7AF-045F-7EAB-FD1411E3B290}"/>
          </ac:spMkLst>
        </pc:spChg>
        <pc:spChg chg="add mod">
          <ac:chgData name="Deepika Vatsa" userId="f7100972-27fe-4ee6-8fb4-ec9b7931b409" providerId="ADAL" clId="{43FC3250-EE2F-489E-970D-AD8C57589867}" dt="2025-07-24T11:52:37.966" v="3628" actId="1076"/>
          <ac:spMkLst>
            <pc:docMk/>
            <pc:sldMk cId="1900874624" sldId="603"/>
            <ac:spMk id="9" creationId="{CCAC1D88-4F5A-C1DF-D1C4-11D9B4B06BA5}"/>
          </ac:spMkLst>
        </pc:spChg>
        <pc:picChg chg="add mod">
          <ac:chgData name="Deepika Vatsa" userId="f7100972-27fe-4ee6-8fb4-ec9b7931b409" providerId="ADAL" clId="{43FC3250-EE2F-489E-970D-AD8C57589867}" dt="2025-07-24T11:51:59.171" v="3599" actId="1076"/>
          <ac:picMkLst>
            <pc:docMk/>
            <pc:sldMk cId="1900874624" sldId="603"/>
            <ac:picMk id="6" creationId="{5E347412-CBFA-DA73-915B-E742041667EB}"/>
          </ac:picMkLst>
        </pc:picChg>
        <pc:picChg chg="add mod">
          <ac:chgData name="Deepika Vatsa" userId="f7100972-27fe-4ee6-8fb4-ec9b7931b409" providerId="ADAL" clId="{43FC3250-EE2F-489E-970D-AD8C57589867}" dt="2025-07-24T11:52:07.262" v="3602" actId="14100"/>
          <ac:picMkLst>
            <pc:docMk/>
            <pc:sldMk cId="1900874624" sldId="603"/>
            <ac:picMk id="8" creationId="{A25986A4-FC58-2B08-DF6B-EC64FFFDFCA5}"/>
          </ac:picMkLst>
        </pc:picChg>
        <pc:picChg chg="del">
          <ac:chgData name="Deepika Vatsa" userId="f7100972-27fe-4ee6-8fb4-ec9b7931b409" providerId="ADAL" clId="{43FC3250-EE2F-489E-970D-AD8C57589867}" dt="2025-07-24T10:55:16.265" v="3133" actId="478"/>
          <ac:picMkLst>
            <pc:docMk/>
            <pc:sldMk cId="1900874624" sldId="603"/>
            <ac:picMk id="10" creationId="{2C8F8A8C-4CBE-F873-6787-5EB3002F5B68}"/>
          </ac:picMkLst>
        </pc:picChg>
        <pc:inkChg chg="add del">
          <ac:chgData name="Deepika Vatsa" userId="f7100972-27fe-4ee6-8fb4-ec9b7931b409" providerId="ADAL" clId="{43FC3250-EE2F-489E-970D-AD8C57589867}" dt="2025-07-31T03:22:07.067" v="5148" actId="478"/>
          <ac:inkMkLst>
            <pc:docMk/>
            <pc:sldMk cId="1900874624" sldId="603"/>
            <ac:inkMk id="4" creationId="{F3BB0138-CCD1-0C0C-A067-F41D030F9149}"/>
          </ac:inkMkLst>
        </pc:inkChg>
        <pc:cxnChg chg="add mod">
          <ac:chgData name="Deepika Vatsa" userId="f7100972-27fe-4ee6-8fb4-ec9b7931b409" providerId="ADAL" clId="{43FC3250-EE2F-489E-970D-AD8C57589867}" dt="2025-07-24T11:53:00.665" v="3631" actId="1582"/>
          <ac:cxnSpMkLst>
            <pc:docMk/>
            <pc:sldMk cId="1900874624" sldId="603"/>
            <ac:cxnSpMk id="12" creationId="{57242450-156C-9942-E006-2331D09B8452}"/>
          </ac:cxnSpMkLst>
        </pc:cxn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109653638" sldId="603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649285932" sldId="604"/>
        </pc:sldMkLst>
      </pc:sldChg>
      <pc:sldChg chg="addSp delSp modSp add mod">
        <pc:chgData name="Deepika Vatsa" userId="f7100972-27fe-4ee6-8fb4-ec9b7931b409" providerId="ADAL" clId="{43FC3250-EE2F-489E-970D-AD8C57589867}" dt="2025-07-31T03:22:13.276" v="5149" actId="478"/>
        <pc:sldMkLst>
          <pc:docMk/>
          <pc:sldMk cId="1874286721" sldId="604"/>
        </pc:sldMkLst>
        <pc:spChg chg="mod">
          <ac:chgData name="Deepika Vatsa" userId="f7100972-27fe-4ee6-8fb4-ec9b7931b409" providerId="ADAL" clId="{43FC3250-EE2F-489E-970D-AD8C57589867}" dt="2025-07-25T06:26:21.166" v="3770" actId="1076"/>
          <ac:spMkLst>
            <pc:docMk/>
            <pc:sldMk cId="1874286721" sldId="604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0:56:32.938" v="3141" actId="478"/>
          <ac:picMkLst>
            <pc:docMk/>
            <pc:sldMk cId="1874286721" sldId="604"/>
            <ac:picMk id="6" creationId="{5E347412-CBFA-DA73-915B-E742041667EB}"/>
          </ac:picMkLst>
        </pc:picChg>
        <pc:picChg chg="add mod">
          <ac:chgData name="Deepika Vatsa" userId="f7100972-27fe-4ee6-8fb4-ec9b7931b409" providerId="ADAL" clId="{43FC3250-EE2F-489E-970D-AD8C57589867}" dt="2025-07-24T10:56:44.883" v="3149" actId="1037"/>
          <ac:picMkLst>
            <pc:docMk/>
            <pc:sldMk cId="1874286721" sldId="604"/>
            <ac:picMk id="7" creationId="{97F75AB9-1D31-DE6E-BC70-6217AEB8A431}"/>
          </ac:picMkLst>
        </pc:picChg>
        <pc:inkChg chg="add del">
          <ac:chgData name="Deepika Vatsa" userId="f7100972-27fe-4ee6-8fb4-ec9b7931b409" providerId="ADAL" clId="{43FC3250-EE2F-489E-970D-AD8C57589867}" dt="2025-07-31T03:22:13.276" v="5149" actId="478"/>
          <ac:inkMkLst>
            <pc:docMk/>
            <pc:sldMk cId="1874286721" sldId="604"/>
            <ac:inkMk id="4" creationId="{5E73F207-02B2-3CFF-A74D-A904062BDB9C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2:16.699" v="5150" actId="478"/>
        <pc:sldMkLst>
          <pc:docMk/>
          <pc:sldMk cId="2436058904" sldId="605"/>
        </pc:sldMkLst>
        <pc:spChg chg="mod">
          <ac:chgData name="Deepika Vatsa" userId="f7100972-27fe-4ee6-8fb4-ec9b7931b409" providerId="ADAL" clId="{43FC3250-EE2F-489E-970D-AD8C57589867}" dt="2025-07-24T11:22:06.459" v="3293" actId="58"/>
          <ac:spMkLst>
            <pc:docMk/>
            <pc:sldMk cId="2436058904" sldId="605"/>
            <ac:spMk id="5" creationId="{CC1083D5-B7AF-045F-7EAB-FD1411E3B290}"/>
          </ac:spMkLst>
        </pc:spChg>
        <pc:picChg chg="add mod">
          <ac:chgData name="Deepika Vatsa" userId="f7100972-27fe-4ee6-8fb4-ec9b7931b409" providerId="ADAL" clId="{43FC3250-EE2F-489E-970D-AD8C57589867}" dt="2025-07-24T11:00:25.218" v="3196" actId="1037"/>
          <ac:picMkLst>
            <pc:docMk/>
            <pc:sldMk cId="2436058904" sldId="605"/>
            <ac:picMk id="6" creationId="{9542A4B5-39E6-D2FB-47CE-3134BB4938FC}"/>
          </ac:picMkLst>
        </pc:picChg>
        <pc:picChg chg="del">
          <ac:chgData name="Deepika Vatsa" userId="f7100972-27fe-4ee6-8fb4-ec9b7931b409" providerId="ADAL" clId="{43FC3250-EE2F-489E-970D-AD8C57589867}" dt="2025-07-24T11:00:13.287" v="3188" actId="478"/>
          <ac:picMkLst>
            <pc:docMk/>
            <pc:sldMk cId="2436058904" sldId="605"/>
            <ac:picMk id="7" creationId="{97F75AB9-1D31-DE6E-BC70-6217AEB8A431}"/>
          </ac:picMkLst>
        </pc:picChg>
        <pc:inkChg chg="add del">
          <ac:chgData name="Deepika Vatsa" userId="f7100972-27fe-4ee6-8fb4-ec9b7931b409" providerId="ADAL" clId="{43FC3250-EE2F-489E-970D-AD8C57589867}" dt="2025-07-31T03:22:16.699" v="5150" actId="478"/>
          <ac:inkMkLst>
            <pc:docMk/>
            <pc:sldMk cId="2436058904" sldId="605"/>
            <ac:inkMk id="4" creationId="{40C20B08-60C7-D9BE-41DF-56B84582B374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666969699" sldId="605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055965943" sldId="606"/>
        </pc:sldMkLst>
      </pc:sldChg>
      <pc:sldChg chg="addSp delSp modSp add mod ord">
        <pc:chgData name="Deepika Vatsa" userId="f7100972-27fe-4ee6-8fb4-ec9b7931b409" providerId="ADAL" clId="{43FC3250-EE2F-489E-970D-AD8C57589867}" dt="2025-07-31T03:22:28.263" v="5152" actId="478"/>
        <pc:sldMkLst>
          <pc:docMk/>
          <pc:sldMk cId="2038364896" sldId="606"/>
        </pc:sldMkLst>
        <pc:spChg chg="mod">
          <ac:chgData name="Deepika Vatsa" userId="f7100972-27fe-4ee6-8fb4-ec9b7931b409" providerId="ADAL" clId="{43FC3250-EE2F-489E-970D-AD8C57589867}" dt="2025-07-24T11:37:55.586" v="3337" actId="20577"/>
          <ac:spMkLst>
            <pc:docMk/>
            <pc:sldMk cId="2038364896" sldId="606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5T06:42:50.194" v="4069" actId="20577"/>
          <ac:spMkLst>
            <pc:docMk/>
            <pc:sldMk cId="2038364896" sldId="606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1:22:43.873" v="3313" actId="478"/>
          <ac:picMkLst>
            <pc:docMk/>
            <pc:sldMk cId="2038364896" sldId="606"/>
            <ac:picMk id="6" creationId="{9542A4B5-39E6-D2FB-47CE-3134BB4938FC}"/>
          </ac:picMkLst>
        </pc:picChg>
        <pc:picChg chg="add mod">
          <ac:chgData name="Deepika Vatsa" userId="f7100972-27fe-4ee6-8fb4-ec9b7931b409" providerId="ADAL" clId="{43FC3250-EE2F-489E-970D-AD8C57589867}" dt="2025-07-25T06:42:58.032" v="4071" actId="14100"/>
          <ac:picMkLst>
            <pc:docMk/>
            <pc:sldMk cId="2038364896" sldId="606"/>
            <ac:picMk id="7" creationId="{BB5D4909-C339-2D76-23A3-98B71B053D48}"/>
          </ac:picMkLst>
        </pc:picChg>
        <pc:inkChg chg="add del">
          <ac:chgData name="Deepika Vatsa" userId="f7100972-27fe-4ee6-8fb4-ec9b7931b409" providerId="ADAL" clId="{43FC3250-EE2F-489E-970D-AD8C57589867}" dt="2025-07-31T03:22:28.263" v="5152" actId="478"/>
          <ac:inkMkLst>
            <pc:docMk/>
            <pc:sldMk cId="2038364896" sldId="606"/>
            <ac:inkMk id="4" creationId="{D5FEF06F-B2C7-E97B-EF06-31BC0097C5D3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2:20.269" v="5151" actId="478"/>
        <pc:sldMkLst>
          <pc:docMk/>
          <pc:sldMk cId="1748403446" sldId="607"/>
        </pc:sldMkLst>
        <pc:spChg chg="mod">
          <ac:chgData name="Deepika Vatsa" userId="f7100972-27fe-4ee6-8fb4-ec9b7931b409" providerId="ADAL" clId="{43FC3250-EE2F-489E-970D-AD8C57589867}" dt="2025-07-25T06:42:05.894" v="4034" actId="20577"/>
          <ac:spMkLst>
            <pc:docMk/>
            <pc:sldMk cId="1748403446" sldId="607"/>
            <ac:spMk id="5" creationId="{CC1083D5-B7AF-045F-7EAB-FD1411E3B290}"/>
          </ac:spMkLst>
        </pc:spChg>
        <pc:spChg chg="add del mod">
          <ac:chgData name="Deepika Vatsa" userId="f7100972-27fe-4ee6-8fb4-ec9b7931b409" providerId="ADAL" clId="{43FC3250-EE2F-489E-970D-AD8C57589867}" dt="2025-07-25T06:34:02.491" v="3909" actId="478"/>
          <ac:spMkLst>
            <pc:docMk/>
            <pc:sldMk cId="1748403446" sldId="607"/>
            <ac:spMk id="10" creationId="{3FAE005D-3CFC-EEAA-ED2D-EF813024F8F8}"/>
          </ac:spMkLst>
        </pc:spChg>
        <pc:spChg chg="add del">
          <ac:chgData name="Deepika Vatsa" userId="f7100972-27fe-4ee6-8fb4-ec9b7931b409" providerId="ADAL" clId="{43FC3250-EE2F-489E-970D-AD8C57589867}" dt="2025-07-25T06:33:30.051" v="3874"/>
          <ac:spMkLst>
            <pc:docMk/>
            <pc:sldMk cId="1748403446" sldId="607"/>
            <ac:spMk id="11" creationId="{654270B0-BB9E-6673-8A23-2D85A649ACB1}"/>
          </ac:spMkLst>
        </pc:spChg>
        <pc:spChg chg="add del mod">
          <ac:chgData name="Deepika Vatsa" userId="f7100972-27fe-4ee6-8fb4-ec9b7931b409" providerId="ADAL" clId="{43FC3250-EE2F-489E-970D-AD8C57589867}" dt="2025-07-25T06:33:27.820" v="3872"/>
          <ac:spMkLst>
            <pc:docMk/>
            <pc:sldMk cId="1748403446" sldId="607"/>
            <ac:spMk id="12" creationId="{CE854B7F-AD17-A879-172B-CDFB83F08EF0}"/>
          </ac:spMkLst>
        </pc:spChg>
        <pc:spChg chg="add mod">
          <ac:chgData name="Deepika Vatsa" userId="f7100972-27fe-4ee6-8fb4-ec9b7931b409" providerId="ADAL" clId="{43FC3250-EE2F-489E-970D-AD8C57589867}" dt="2025-07-25T06:42:18.768" v="4035" actId="1076"/>
          <ac:spMkLst>
            <pc:docMk/>
            <pc:sldMk cId="1748403446" sldId="607"/>
            <ac:spMk id="13" creationId="{70986103-B215-563E-7363-18E61472D0F6}"/>
          </ac:spMkLst>
        </pc:spChg>
        <pc:picChg chg="add del mod">
          <ac:chgData name="Deepika Vatsa" userId="f7100972-27fe-4ee6-8fb4-ec9b7931b409" providerId="ADAL" clId="{43FC3250-EE2F-489E-970D-AD8C57589867}" dt="2025-07-24T11:47:07.172" v="3598" actId="478"/>
          <ac:picMkLst>
            <pc:docMk/>
            <pc:sldMk cId="1748403446" sldId="607"/>
            <ac:picMk id="6" creationId="{A13E8D7B-4A52-0721-BC59-29B338739EB1}"/>
          </ac:picMkLst>
        </pc:picChg>
        <pc:picChg chg="del">
          <ac:chgData name="Deepika Vatsa" userId="f7100972-27fe-4ee6-8fb4-ec9b7931b409" providerId="ADAL" clId="{43FC3250-EE2F-489E-970D-AD8C57589867}" dt="2025-07-24T11:42:49.039" v="3485" actId="478"/>
          <ac:picMkLst>
            <pc:docMk/>
            <pc:sldMk cId="1748403446" sldId="607"/>
            <ac:picMk id="7" creationId="{BB5D4909-C339-2D76-23A3-98B71B053D48}"/>
          </ac:picMkLst>
        </pc:picChg>
        <pc:picChg chg="add mod">
          <ac:chgData name="Deepika Vatsa" userId="f7100972-27fe-4ee6-8fb4-ec9b7931b409" providerId="ADAL" clId="{43FC3250-EE2F-489E-970D-AD8C57589867}" dt="2025-07-25T06:43:04.276" v="4072" actId="14100"/>
          <ac:picMkLst>
            <pc:docMk/>
            <pc:sldMk cId="1748403446" sldId="607"/>
            <ac:picMk id="9" creationId="{32F6E1FF-15F1-A1E0-E331-2C1F8A441D0A}"/>
          </ac:picMkLst>
        </pc:picChg>
        <pc:inkChg chg="add del">
          <ac:chgData name="Deepika Vatsa" userId="f7100972-27fe-4ee6-8fb4-ec9b7931b409" providerId="ADAL" clId="{43FC3250-EE2F-489E-970D-AD8C57589867}" dt="2025-07-31T03:22:20.269" v="5151" actId="478"/>
          <ac:inkMkLst>
            <pc:docMk/>
            <pc:sldMk cId="1748403446" sldId="607"/>
            <ac:inkMk id="4" creationId="{6D2DAF5D-2AD8-9F3A-AD48-2DA240DA9DB6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928892522" sldId="607"/>
        </pc:sldMkLst>
      </pc:sldChg>
      <pc:sldChg chg="addSp delSp modSp add mod">
        <pc:chgData name="Deepika Vatsa" userId="f7100972-27fe-4ee6-8fb4-ec9b7931b409" providerId="ADAL" clId="{43FC3250-EE2F-489E-970D-AD8C57589867}" dt="2025-07-31T04:12:32.264" v="5154" actId="478"/>
        <pc:sldMkLst>
          <pc:docMk/>
          <pc:sldMk cId="875425397" sldId="608"/>
        </pc:sldMkLst>
        <pc:spChg chg="mod">
          <ac:chgData name="Deepika Vatsa" userId="f7100972-27fe-4ee6-8fb4-ec9b7931b409" providerId="ADAL" clId="{43FC3250-EE2F-489E-970D-AD8C57589867}" dt="2025-07-24T11:46:24.653" v="3538" actId="20577"/>
          <ac:spMkLst>
            <pc:docMk/>
            <pc:sldMk cId="875425397" sldId="608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4T11:46:33.897" v="3541" actId="1076"/>
          <ac:spMkLst>
            <pc:docMk/>
            <pc:sldMk cId="875425397" sldId="608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1:46:28.740" v="3540" actId="478"/>
          <ac:picMkLst>
            <pc:docMk/>
            <pc:sldMk cId="875425397" sldId="608"/>
            <ac:picMk id="6" creationId="{A13E8D7B-4A52-0721-BC59-29B338739EB1}"/>
          </ac:picMkLst>
        </pc:picChg>
        <pc:inkChg chg="add del">
          <ac:chgData name="Deepika Vatsa" userId="f7100972-27fe-4ee6-8fb4-ec9b7931b409" providerId="ADAL" clId="{43FC3250-EE2F-489E-970D-AD8C57589867}" dt="2025-07-31T04:12:32.264" v="5154" actId="478"/>
          <ac:inkMkLst>
            <pc:docMk/>
            <pc:sldMk cId="875425397" sldId="608"/>
            <ac:inkMk id="4" creationId="{A403426F-F021-3620-E64C-72BB553D3F80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914318388" sldId="608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726719763" sldId="609"/>
        </pc:sldMkLst>
      </pc:sldChg>
      <pc:sldChg chg="addSp delSp modSp add mod">
        <pc:chgData name="Deepika Vatsa" userId="f7100972-27fe-4ee6-8fb4-ec9b7931b409" providerId="ADAL" clId="{43FC3250-EE2F-489E-970D-AD8C57589867}" dt="2025-07-31T03:22:31.345" v="5153" actId="478"/>
        <pc:sldMkLst>
          <pc:docMk/>
          <pc:sldMk cId="2661033047" sldId="609"/>
        </pc:sldMkLst>
        <pc:spChg chg="mod">
          <ac:chgData name="Deepika Vatsa" userId="f7100972-27fe-4ee6-8fb4-ec9b7931b409" providerId="ADAL" clId="{43FC3250-EE2F-489E-970D-AD8C57589867}" dt="2025-07-25T06:43:18.452" v="4073" actId="20577"/>
          <ac:spMkLst>
            <pc:docMk/>
            <pc:sldMk cId="2661033047" sldId="609"/>
            <ac:spMk id="5" creationId="{CC1083D5-B7AF-045F-7EAB-FD1411E3B290}"/>
          </ac:spMkLst>
        </pc:spChg>
        <pc:picChg chg="mod">
          <ac:chgData name="Deepika Vatsa" userId="f7100972-27fe-4ee6-8fb4-ec9b7931b409" providerId="ADAL" clId="{43FC3250-EE2F-489E-970D-AD8C57589867}" dt="2025-07-25T06:43:23.529" v="4075" actId="14100"/>
          <ac:picMkLst>
            <pc:docMk/>
            <pc:sldMk cId="2661033047" sldId="609"/>
            <ac:picMk id="6" creationId="{A13E8D7B-4A52-0721-BC59-29B338739EB1}"/>
          </ac:picMkLst>
        </pc:picChg>
        <pc:inkChg chg="add del">
          <ac:chgData name="Deepika Vatsa" userId="f7100972-27fe-4ee6-8fb4-ec9b7931b409" providerId="ADAL" clId="{43FC3250-EE2F-489E-970D-AD8C57589867}" dt="2025-07-31T03:22:31.345" v="5153" actId="478"/>
          <ac:inkMkLst>
            <pc:docMk/>
            <pc:sldMk cId="2661033047" sldId="609"/>
            <ac:inkMk id="4" creationId="{62AE56D4-FC9A-0AEB-43A7-FAE9356B9CDA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42.796" v="5158" actId="478"/>
        <pc:sldMkLst>
          <pc:docMk/>
          <pc:sldMk cId="1244221787" sldId="610"/>
        </pc:sldMkLst>
        <pc:spChg chg="mod">
          <ac:chgData name="Deepika Vatsa" userId="f7100972-27fe-4ee6-8fb4-ec9b7931b409" providerId="ADAL" clId="{43FC3250-EE2F-489E-970D-AD8C57589867}" dt="2025-07-29T09:26:29.034" v="4318" actId="20577"/>
          <ac:spMkLst>
            <pc:docMk/>
            <pc:sldMk cId="1244221787" sldId="610"/>
            <ac:spMk id="2" creationId="{00000000-0000-0000-0000-000000000000}"/>
          </ac:spMkLst>
        </pc:spChg>
        <pc:spChg chg="add mod">
          <ac:chgData name="Deepika Vatsa" userId="f7100972-27fe-4ee6-8fb4-ec9b7931b409" providerId="ADAL" clId="{43FC3250-EE2F-489E-970D-AD8C57589867}" dt="2025-07-29T09:36:07.618" v="4601" actId="403"/>
          <ac:spMkLst>
            <pc:docMk/>
            <pc:sldMk cId="1244221787" sldId="610"/>
            <ac:spMk id="5" creationId="{1310D0E2-75BF-6154-37D8-B2D38B76B72D}"/>
          </ac:spMkLst>
        </pc:spChg>
        <pc:spChg chg="add mod">
          <ac:chgData name="Deepika Vatsa" userId="f7100972-27fe-4ee6-8fb4-ec9b7931b409" providerId="ADAL" clId="{43FC3250-EE2F-489E-970D-AD8C57589867}" dt="2025-07-29T09:36:25.546" v="4604" actId="1076"/>
          <ac:spMkLst>
            <pc:docMk/>
            <pc:sldMk cId="1244221787" sldId="610"/>
            <ac:spMk id="10" creationId="{9B627254-09D3-20DB-9C07-F8310D90C8F0}"/>
          </ac:spMkLst>
        </pc:spChg>
        <pc:spChg chg="del mod">
          <ac:chgData name="Deepika Vatsa" userId="f7100972-27fe-4ee6-8fb4-ec9b7931b409" providerId="ADAL" clId="{43FC3250-EE2F-489E-970D-AD8C57589867}" dt="2025-07-29T09:27:42.845" v="4340"/>
          <ac:spMkLst>
            <pc:docMk/>
            <pc:sldMk cId="1244221787" sldId="610"/>
            <ac:spMk id="11" creationId="{06381CCD-359B-D8A2-1997-A5B56A02FD41}"/>
          </ac:spMkLst>
        </pc:spChg>
        <pc:graphicFrameChg chg="add mod modGraphic">
          <ac:chgData name="Deepika Vatsa" userId="f7100972-27fe-4ee6-8fb4-ec9b7931b409" providerId="ADAL" clId="{43FC3250-EE2F-489E-970D-AD8C57589867}" dt="2025-07-29T09:36:02.277" v="4600" actId="403"/>
          <ac:graphicFrameMkLst>
            <pc:docMk/>
            <pc:sldMk cId="1244221787" sldId="610"/>
            <ac:graphicFrameMk id="4" creationId="{9A61CFB2-8DA7-5321-4636-0B27883190EC}"/>
          </ac:graphicFrameMkLst>
        </pc:graphicFrameChg>
        <pc:picChg chg="add mod">
          <ac:chgData name="Deepika Vatsa" userId="f7100972-27fe-4ee6-8fb4-ec9b7931b409" providerId="ADAL" clId="{43FC3250-EE2F-489E-970D-AD8C57589867}" dt="2025-07-29T09:36:17.650" v="4602" actId="1076"/>
          <ac:picMkLst>
            <pc:docMk/>
            <pc:sldMk cId="1244221787" sldId="610"/>
            <ac:picMk id="7" creationId="{EB1BC7D7-2A8B-FDFE-19D5-5060E82A5057}"/>
          </ac:picMkLst>
        </pc:picChg>
        <pc:picChg chg="add mod">
          <ac:chgData name="Deepika Vatsa" userId="f7100972-27fe-4ee6-8fb4-ec9b7931b409" providerId="ADAL" clId="{43FC3250-EE2F-489E-970D-AD8C57589867}" dt="2025-07-29T09:31:32.976" v="4489" actId="1076"/>
          <ac:picMkLst>
            <pc:docMk/>
            <pc:sldMk cId="1244221787" sldId="610"/>
            <ac:picMk id="9" creationId="{2225503A-7575-0D3B-5B98-909C48A2EA7C}"/>
          </ac:picMkLst>
        </pc:picChg>
        <pc:inkChg chg="add del">
          <ac:chgData name="Deepika Vatsa" userId="f7100972-27fe-4ee6-8fb4-ec9b7931b409" providerId="ADAL" clId="{43FC3250-EE2F-489E-970D-AD8C57589867}" dt="2025-07-31T04:12:42.796" v="5158" actId="478"/>
          <ac:inkMkLst>
            <pc:docMk/>
            <pc:sldMk cId="1244221787" sldId="610"/>
            <ac:inkMk id="6" creationId="{17296517-C49C-BE35-E114-9B88F69E82AE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648386067" sldId="610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440736019" sldId="611"/>
        </pc:sldMkLst>
      </pc:sldChg>
      <pc:sldChg chg="addSp delSp modSp add mod">
        <pc:chgData name="Deepika Vatsa" userId="f7100972-27fe-4ee6-8fb4-ec9b7931b409" providerId="ADAL" clId="{43FC3250-EE2F-489E-970D-AD8C57589867}" dt="2025-07-31T04:12:45.263" v="5159" actId="478"/>
        <pc:sldMkLst>
          <pc:docMk/>
          <pc:sldMk cId="2742127447" sldId="611"/>
        </pc:sldMkLst>
        <pc:spChg chg="del">
          <ac:chgData name="Deepika Vatsa" userId="f7100972-27fe-4ee6-8fb4-ec9b7931b409" providerId="ADAL" clId="{43FC3250-EE2F-489E-970D-AD8C57589867}" dt="2025-07-29T09:32:25.211" v="4503" actId="478"/>
          <ac:spMkLst>
            <pc:docMk/>
            <pc:sldMk cId="2742127447" sldId="611"/>
            <ac:spMk id="5" creationId="{1310D0E2-75BF-6154-37D8-B2D38B76B72D}"/>
          </ac:spMkLst>
        </pc:spChg>
        <pc:spChg chg="del">
          <ac:chgData name="Deepika Vatsa" userId="f7100972-27fe-4ee6-8fb4-ec9b7931b409" providerId="ADAL" clId="{43FC3250-EE2F-489E-970D-AD8C57589867}" dt="2025-07-29T09:34:11.259" v="4534" actId="478"/>
          <ac:spMkLst>
            <pc:docMk/>
            <pc:sldMk cId="2742127447" sldId="611"/>
            <ac:spMk id="10" creationId="{9B627254-09D3-20DB-9C07-F8310D90C8F0}"/>
          </ac:spMkLst>
        </pc:spChg>
        <pc:spChg chg="add mod">
          <ac:chgData name="Deepika Vatsa" userId="f7100972-27fe-4ee6-8fb4-ec9b7931b409" providerId="ADAL" clId="{43FC3250-EE2F-489E-970D-AD8C57589867}" dt="2025-07-29T09:35:34.289" v="4592" actId="1076"/>
          <ac:spMkLst>
            <pc:docMk/>
            <pc:sldMk cId="2742127447" sldId="611"/>
            <ac:spMk id="13" creationId="{23851624-7BA7-D9E9-9B51-6B881D7FA9DF}"/>
          </ac:spMkLst>
        </pc:spChg>
        <pc:spChg chg="add mod">
          <ac:chgData name="Deepika Vatsa" userId="f7100972-27fe-4ee6-8fb4-ec9b7931b409" providerId="ADAL" clId="{43FC3250-EE2F-489E-970D-AD8C57589867}" dt="2025-07-29T09:37:49.194" v="4654" actId="207"/>
          <ac:spMkLst>
            <pc:docMk/>
            <pc:sldMk cId="2742127447" sldId="611"/>
            <ac:spMk id="14" creationId="{43B25EF5-3577-32AA-6B1A-D68FD42FC287}"/>
          </ac:spMkLst>
        </pc:spChg>
        <pc:spChg chg="add ord">
          <ac:chgData name="Deepika Vatsa" userId="f7100972-27fe-4ee6-8fb4-ec9b7931b409" providerId="ADAL" clId="{43FC3250-EE2F-489E-970D-AD8C57589867}" dt="2025-07-29T09:37:36.859" v="4653" actId="167"/>
          <ac:spMkLst>
            <pc:docMk/>
            <pc:sldMk cId="2742127447" sldId="611"/>
            <ac:spMk id="15" creationId="{2CE8AD81-DD82-EE2A-E8D7-0BB3644121DD}"/>
          </ac:spMkLst>
        </pc:spChg>
        <pc:spChg chg="add mod">
          <ac:chgData name="Deepika Vatsa" userId="f7100972-27fe-4ee6-8fb4-ec9b7931b409" providerId="ADAL" clId="{43FC3250-EE2F-489E-970D-AD8C57589867}" dt="2025-07-29T09:41:36.752" v="4730" actId="1035"/>
          <ac:spMkLst>
            <pc:docMk/>
            <pc:sldMk cId="2742127447" sldId="611"/>
            <ac:spMk id="17" creationId="{6655A525-0B6E-1B3B-7EA3-03ED36A9FA6E}"/>
          </ac:spMkLst>
        </pc:spChg>
        <pc:graphicFrameChg chg="mod modGraphic">
          <ac:chgData name="Deepika Vatsa" userId="f7100972-27fe-4ee6-8fb4-ec9b7931b409" providerId="ADAL" clId="{43FC3250-EE2F-489E-970D-AD8C57589867}" dt="2025-07-29T09:41:45.078" v="4734" actId="20577"/>
          <ac:graphicFrameMkLst>
            <pc:docMk/>
            <pc:sldMk cId="2742127447" sldId="611"/>
            <ac:graphicFrameMk id="4" creationId="{9A61CFB2-8DA7-5321-4636-0B27883190EC}"/>
          </ac:graphicFrameMkLst>
        </pc:graphicFrameChg>
        <pc:picChg chg="del mod">
          <ac:chgData name="Deepika Vatsa" userId="f7100972-27fe-4ee6-8fb4-ec9b7931b409" providerId="ADAL" clId="{43FC3250-EE2F-489E-970D-AD8C57589867}" dt="2025-07-29T09:34:31.428" v="4536" actId="478"/>
          <ac:picMkLst>
            <pc:docMk/>
            <pc:sldMk cId="2742127447" sldId="611"/>
            <ac:picMk id="7" creationId="{EB1BC7D7-2A8B-FDFE-19D5-5060E82A5057}"/>
          </ac:picMkLst>
        </pc:picChg>
        <pc:picChg chg="add mod">
          <ac:chgData name="Deepika Vatsa" userId="f7100972-27fe-4ee6-8fb4-ec9b7931b409" providerId="ADAL" clId="{43FC3250-EE2F-489E-970D-AD8C57589867}" dt="2025-07-29T09:36:40.742" v="4605" actId="1076"/>
          <ac:picMkLst>
            <pc:docMk/>
            <pc:sldMk cId="2742127447" sldId="611"/>
            <ac:picMk id="8" creationId="{FA071716-76D5-8A2B-8EE9-A42CAE268218}"/>
          </ac:picMkLst>
        </pc:picChg>
        <pc:picChg chg="del">
          <ac:chgData name="Deepika Vatsa" userId="f7100972-27fe-4ee6-8fb4-ec9b7931b409" providerId="ADAL" clId="{43FC3250-EE2F-489E-970D-AD8C57589867}" dt="2025-07-29T09:34:50.527" v="4541" actId="478"/>
          <ac:picMkLst>
            <pc:docMk/>
            <pc:sldMk cId="2742127447" sldId="611"/>
            <ac:picMk id="9" creationId="{2225503A-7575-0D3B-5B98-909C48A2EA7C}"/>
          </ac:picMkLst>
        </pc:picChg>
        <pc:picChg chg="add mod">
          <ac:chgData name="Deepika Vatsa" userId="f7100972-27fe-4ee6-8fb4-ec9b7931b409" providerId="ADAL" clId="{43FC3250-EE2F-489E-970D-AD8C57589867}" dt="2025-07-29T09:36:44.087" v="4606" actId="1076"/>
          <ac:picMkLst>
            <pc:docMk/>
            <pc:sldMk cId="2742127447" sldId="611"/>
            <ac:picMk id="12" creationId="{9671BB86-45FA-B811-5C54-C67DFC998E03}"/>
          </ac:picMkLst>
        </pc:picChg>
        <pc:inkChg chg="add del">
          <ac:chgData name="Deepika Vatsa" userId="f7100972-27fe-4ee6-8fb4-ec9b7931b409" providerId="ADAL" clId="{43FC3250-EE2F-489E-970D-AD8C57589867}" dt="2025-07-31T04:12:45.263" v="5159" actId="478"/>
          <ac:inkMkLst>
            <pc:docMk/>
            <pc:sldMk cId="2742127447" sldId="611"/>
            <ac:inkMk id="5" creationId="{E08C7AAA-E092-49E6-4948-4A81A952906A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106724558" sldId="612"/>
        </pc:sldMkLst>
      </pc:sldChg>
      <pc:sldChg chg="addSp delSp modSp add mod ord">
        <pc:chgData name="Deepika Vatsa" userId="f7100972-27fe-4ee6-8fb4-ec9b7931b409" providerId="ADAL" clId="{43FC3250-EE2F-489E-970D-AD8C57589867}" dt="2025-07-31T04:12:47.743" v="5160" actId="478"/>
        <pc:sldMkLst>
          <pc:docMk/>
          <pc:sldMk cId="4043674681" sldId="612"/>
        </pc:sldMkLst>
        <pc:spChg chg="mod">
          <ac:chgData name="Deepika Vatsa" userId="f7100972-27fe-4ee6-8fb4-ec9b7931b409" providerId="ADAL" clId="{43FC3250-EE2F-489E-970D-AD8C57589867}" dt="2025-07-29T09:38:28.921" v="4685" actId="20577"/>
          <ac:spMkLst>
            <pc:docMk/>
            <pc:sldMk cId="4043674681" sldId="612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9T09:39:44.773" v="4710" actId="33524"/>
          <ac:spMkLst>
            <pc:docMk/>
            <pc:sldMk cId="4043674681" sldId="612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9T09:39:19.646" v="4703" actId="14100"/>
          <ac:picMkLst>
            <pc:docMk/>
            <pc:sldMk cId="4043674681" sldId="612"/>
            <ac:picMk id="5" creationId="{AD39B31F-221A-4EE5-E9C0-CA98D418592E}"/>
          </ac:picMkLst>
        </pc:picChg>
        <pc:inkChg chg="add del">
          <ac:chgData name="Deepika Vatsa" userId="f7100972-27fe-4ee6-8fb4-ec9b7931b409" providerId="ADAL" clId="{43FC3250-EE2F-489E-970D-AD8C57589867}" dt="2025-07-31T04:12:47.743" v="5160" actId="478"/>
          <ac:inkMkLst>
            <pc:docMk/>
            <pc:sldMk cId="4043674681" sldId="612"/>
            <ac:inkMk id="4" creationId="{A8043A15-5AAE-0CE7-99FB-3682E96C3B02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37.373" v="5156" actId="478"/>
        <pc:sldMkLst>
          <pc:docMk/>
          <pc:sldMk cId="1338937673" sldId="613"/>
        </pc:sldMkLst>
        <pc:spChg chg="mod">
          <ac:chgData name="Deepika Vatsa" userId="f7100972-27fe-4ee6-8fb4-ec9b7931b409" providerId="ADAL" clId="{43FC3250-EE2F-489E-970D-AD8C57589867}" dt="2025-07-29T10:27:18.134" v="4759" actId="20577"/>
          <ac:spMkLst>
            <pc:docMk/>
            <pc:sldMk cId="1338937673" sldId="613"/>
            <ac:spMk id="2" creationId="{00000000-0000-0000-0000-000000000000}"/>
          </ac:spMkLst>
        </pc:spChg>
        <pc:spChg chg="del">
          <ac:chgData name="Deepika Vatsa" userId="f7100972-27fe-4ee6-8fb4-ec9b7931b409" providerId="ADAL" clId="{43FC3250-EE2F-489E-970D-AD8C57589867}" dt="2025-07-29T10:27:04.458" v="4736" actId="478"/>
          <ac:spMkLst>
            <pc:docMk/>
            <pc:sldMk cId="1338937673" sldId="613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9T10:27:12.530" v="4740" actId="1076"/>
          <ac:picMkLst>
            <pc:docMk/>
            <pc:sldMk cId="1338937673" sldId="613"/>
            <ac:picMk id="5" creationId="{509DEF52-9B59-357F-07A6-14702C7BE81D}"/>
          </ac:picMkLst>
        </pc:picChg>
        <pc:inkChg chg="add del">
          <ac:chgData name="Deepika Vatsa" userId="f7100972-27fe-4ee6-8fb4-ec9b7931b409" providerId="ADAL" clId="{43FC3250-EE2F-489E-970D-AD8C57589867}" dt="2025-07-31T04:12:37.373" v="5156" actId="478"/>
          <ac:inkMkLst>
            <pc:docMk/>
            <pc:sldMk cId="1338937673" sldId="613"/>
            <ac:inkMk id="4" creationId="{1066EE53-2164-F1CA-3C63-294ED66450CC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40.251" v="5157" actId="478"/>
        <pc:sldMkLst>
          <pc:docMk/>
          <pc:sldMk cId="1180035275" sldId="614"/>
        </pc:sldMkLst>
        <pc:picChg chg="del">
          <ac:chgData name="Deepika Vatsa" userId="f7100972-27fe-4ee6-8fb4-ec9b7931b409" providerId="ADAL" clId="{43FC3250-EE2F-489E-970D-AD8C57589867}" dt="2025-07-29T10:27:41.297" v="4761" actId="478"/>
          <ac:picMkLst>
            <pc:docMk/>
            <pc:sldMk cId="1180035275" sldId="614"/>
            <ac:picMk id="5" creationId="{509DEF52-9B59-357F-07A6-14702C7BE81D}"/>
          </ac:picMkLst>
        </pc:picChg>
        <pc:picChg chg="add mod">
          <ac:chgData name="Deepika Vatsa" userId="f7100972-27fe-4ee6-8fb4-ec9b7931b409" providerId="ADAL" clId="{43FC3250-EE2F-489E-970D-AD8C57589867}" dt="2025-07-29T10:27:46.511" v="4764" actId="1076"/>
          <ac:picMkLst>
            <pc:docMk/>
            <pc:sldMk cId="1180035275" sldId="614"/>
            <ac:picMk id="6" creationId="{7241F030-7566-2C7C-08F8-43ECA3E40FF6}"/>
          </ac:picMkLst>
        </pc:picChg>
        <pc:inkChg chg="add del">
          <ac:chgData name="Deepika Vatsa" userId="f7100972-27fe-4ee6-8fb4-ec9b7931b409" providerId="ADAL" clId="{43FC3250-EE2F-489E-970D-AD8C57589867}" dt="2025-07-31T04:12:40.251" v="5157" actId="478"/>
          <ac:inkMkLst>
            <pc:docMk/>
            <pc:sldMk cId="1180035275" sldId="614"/>
            <ac:inkMk id="4" creationId="{BD21F7C1-37DA-B6FC-4346-1E7E5ABBB1B3}"/>
          </ac:inkMkLst>
        </pc:inkChg>
      </pc:sldChg>
    </pc:docChg>
  </pc:docChgLst>
  <pc:docChgLst>
    <pc:chgData name="Deepika Vatsa" userId="f7100972-27fe-4ee6-8fb4-ec9b7931b409" providerId="ADAL" clId="{FECAADD6-485A-4B66-AEA2-DF6E35DB16E2}"/>
    <pc:docChg chg="custSel addSld delSld modSld sldOrd">
      <pc:chgData name="Deepika Vatsa" userId="f7100972-27fe-4ee6-8fb4-ec9b7931b409" providerId="ADAL" clId="{FECAADD6-485A-4B66-AEA2-DF6E35DB16E2}" dt="2025-08-19T06:35:11.602" v="557"/>
      <pc:docMkLst>
        <pc:docMk/>
      </pc:docMkLst>
      <pc:sldChg chg="modSp mod">
        <pc:chgData name="Deepika Vatsa" userId="f7100972-27fe-4ee6-8fb4-ec9b7931b409" providerId="ADAL" clId="{FECAADD6-485A-4B66-AEA2-DF6E35DB16E2}" dt="2025-08-18T12:07:10.708" v="25" actId="20577"/>
        <pc:sldMkLst>
          <pc:docMk/>
          <pc:sldMk cId="0" sldId="395"/>
        </pc:sldMkLst>
        <pc:spChg chg="mod">
          <ac:chgData name="Deepika Vatsa" userId="f7100972-27fe-4ee6-8fb4-ec9b7931b409" providerId="ADAL" clId="{FECAADD6-485A-4B66-AEA2-DF6E35DB16E2}" dt="2025-08-18T12:07:10.708" v="25" actId="20577"/>
          <ac:spMkLst>
            <pc:docMk/>
            <pc:sldMk cId="0" sldId="395"/>
            <ac:spMk id="2" creationId="{00000000-0000-0000-0000-000000000000}"/>
          </ac:spMkLst>
        </pc:spChg>
      </pc:sldChg>
      <pc:sldChg chg="modSp mod">
        <pc:chgData name="Deepika Vatsa" userId="f7100972-27fe-4ee6-8fb4-ec9b7931b409" providerId="ADAL" clId="{FECAADD6-485A-4B66-AEA2-DF6E35DB16E2}" dt="2025-08-18T12:27:52.721" v="556" actId="20577"/>
        <pc:sldMkLst>
          <pc:docMk/>
          <pc:sldMk cId="3439049211" sldId="591"/>
        </pc:sldMkLst>
        <pc:spChg chg="mod">
          <ac:chgData name="Deepika Vatsa" userId="f7100972-27fe-4ee6-8fb4-ec9b7931b409" providerId="ADAL" clId="{FECAADD6-485A-4B66-AEA2-DF6E35DB16E2}" dt="2025-08-18T12:07:52.149" v="101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FECAADD6-485A-4B66-AEA2-DF6E35DB16E2}" dt="2025-08-18T12:27:52.721" v="556" actId="20577"/>
          <ac:spMkLst>
            <pc:docMk/>
            <pc:sldMk cId="3439049211" sldId="591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432536662" sldId="592"/>
        </pc:sldMkLst>
      </pc:sldChg>
      <pc:sldChg chg="addSp delSp modSp mod">
        <pc:chgData name="Deepika Vatsa" userId="f7100972-27fe-4ee6-8fb4-ec9b7931b409" providerId="ADAL" clId="{FECAADD6-485A-4B66-AEA2-DF6E35DB16E2}" dt="2025-08-19T06:35:11.602" v="557"/>
        <pc:sldMkLst>
          <pc:docMk/>
          <pc:sldMk cId="3198423911" sldId="593"/>
        </pc:sldMkLst>
        <pc:spChg chg="mod">
          <ac:chgData name="Deepika Vatsa" userId="f7100972-27fe-4ee6-8fb4-ec9b7931b409" providerId="ADAL" clId="{FECAADD6-485A-4B66-AEA2-DF6E35DB16E2}" dt="2025-08-18T12:21:40.079" v="415" actId="20577"/>
          <ac:spMkLst>
            <pc:docMk/>
            <pc:sldMk cId="3198423911" sldId="593"/>
            <ac:spMk id="2" creationId="{00000000-0000-0000-0000-000000000000}"/>
          </ac:spMkLst>
        </pc:spChg>
        <pc:spChg chg="del">
          <ac:chgData name="Deepika Vatsa" userId="f7100972-27fe-4ee6-8fb4-ec9b7931b409" providerId="ADAL" clId="{FECAADD6-485A-4B66-AEA2-DF6E35DB16E2}" dt="2025-08-18T12:08:46.420" v="140" actId="478"/>
          <ac:spMkLst>
            <pc:docMk/>
            <pc:sldMk cId="3198423911" sldId="593"/>
            <ac:spMk id="11" creationId="{06381CCD-359B-D8A2-1997-A5B56A02FD41}"/>
          </ac:spMkLst>
        </pc:spChg>
        <pc:picChg chg="add del mod">
          <ac:chgData name="Deepika Vatsa" userId="f7100972-27fe-4ee6-8fb4-ec9b7931b409" providerId="ADAL" clId="{FECAADD6-485A-4B66-AEA2-DF6E35DB16E2}" dt="2025-08-18T12:09:17.408" v="144" actId="478"/>
          <ac:picMkLst>
            <pc:docMk/>
            <pc:sldMk cId="3198423911" sldId="593"/>
            <ac:picMk id="5" creationId="{0A24C55F-7A92-6287-5865-B01B27F658BA}"/>
          </ac:picMkLst>
        </pc:picChg>
        <pc:picChg chg="add del mod">
          <ac:chgData name="Deepika Vatsa" userId="f7100972-27fe-4ee6-8fb4-ec9b7931b409" providerId="ADAL" clId="{FECAADD6-485A-4B66-AEA2-DF6E35DB16E2}" dt="2025-08-18T12:20:44.843" v="380" actId="478"/>
          <ac:picMkLst>
            <pc:docMk/>
            <pc:sldMk cId="3198423911" sldId="593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21:57.865" v="418" actId="14100"/>
          <ac:picMkLst>
            <pc:docMk/>
            <pc:sldMk cId="3198423911" sldId="593"/>
            <ac:picMk id="9" creationId="{D35FFCD6-253F-CEEB-E0FE-880344B9FA65}"/>
          </ac:picMkLst>
        </pc:picChg>
        <pc:inkChg chg="add">
          <ac:chgData name="Deepika Vatsa" userId="f7100972-27fe-4ee6-8fb4-ec9b7931b409" providerId="ADAL" clId="{FECAADD6-485A-4B66-AEA2-DF6E35DB16E2}" dt="2025-08-19T06:35:11.602" v="557"/>
          <ac:inkMkLst>
            <pc:docMk/>
            <pc:sldMk cId="3198423911" sldId="593"/>
            <ac:inkMk id="4" creationId="{AB897F26-99A9-F642-8644-B1DA511DD72F}"/>
          </ac:inkMkLst>
        </pc:inkChg>
      </pc:sldChg>
      <pc:sldChg chg="addSp delSp modSp mod">
        <pc:chgData name="Deepika Vatsa" userId="f7100972-27fe-4ee6-8fb4-ec9b7931b409" providerId="ADAL" clId="{FECAADD6-485A-4B66-AEA2-DF6E35DB16E2}" dt="2025-08-19T06:35:11.602" v="557"/>
        <pc:sldMkLst>
          <pc:docMk/>
          <pc:sldMk cId="815781673" sldId="595"/>
        </pc:sldMkLst>
        <pc:spChg chg="mod">
          <ac:chgData name="Deepika Vatsa" userId="f7100972-27fe-4ee6-8fb4-ec9b7931b409" providerId="ADAL" clId="{FECAADD6-485A-4B66-AEA2-DF6E35DB16E2}" dt="2025-08-18T12:18:18.990" v="340" actId="20577"/>
          <ac:spMkLst>
            <pc:docMk/>
            <pc:sldMk cId="815781673" sldId="595"/>
            <ac:spMk id="2" creationId="{00000000-0000-0000-0000-000000000000}"/>
          </ac:spMkLst>
        </pc:spChg>
        <pc:spChg chg="del">
          <ac:chgData name="Deepika Vatsa" userId="f7100972-27fe-4ee6-8fb4-ec9b7931b409" providerId="ADAL" clId="{FECAADD6-485A-4B66-AEA2-DF6E35DB16E2}" dt="2025-08-18T12:18:27.905" v="344" actId="478"/>
          <ac:spMkLst>
            <pc:docMk/>
            <pc:sldMk cId="815781673" sldId="595"/>
            <ac:spMk id="7" creationId="{BCBAFA03-3862-AA92-2365-76BF8A47DE8D}"/>
          </ac:spMkLst>
        </pc:spChg>
        <pc:spChg chg="del">
          <ac:chgData name="Deepika Vatsa" userId="f7100972-27fe-4ee6-8fb4-ec9b7931b409" providerId="ADAL" clId="{FECAADD6-485A-4B66-AEA2-DF6E35DB16E2}" dt="2025-08-18T12:18:23.748" v="342" actId="478"/>
          <ac:spMkLst>
            <pc:docMk/>
            <pc:sldMk cId="815781673" sldId="595"/>
            <ac:spMk id="11" creationId="{06381CCD-359B-D8A2-1997-A5B56A02FD41}"/>
          </ac:spMkLst>
        </pc:spChg>
        <pc:picChg chg="add mod">
          <ac:chgData name="Deepika Vatsa" userId="f7100972-27fe-4ee6-8fb4-ec9b7931b409" providerId="ADAL" clId="{FECAADD6-485A-4B66-AEA2-DF6E35DB16E2}" dt="2025-08-18T12:18:33.216" v="347" actId="1076"/>
          <ac:picMkLst>
            <pc:docMk/>
            <pc:sldMk cId="815781673" sldId="595"/>
            <ac:picMk id="5" creationId="{CBB23C75-79E3-DF1C-D40A-D199F6F0FF07}"/>
          </ac:picMkLst>
        </pc:picChg>
        <pc:picChg chg="del">
          <ac:chgData name="Deepika Vatsa" userId="f7100972-27fe-4ee6-8fb4-ec9b7931b409" providerId="ADAL" clId="{FECAADD6-485A-4B66-AEA2-DF6E35DB16E2}" dt="2025-08-18T12:18:21.201" v="341" actId="478"/>
          <ac:picMkLst>
            <pc:docMk/>
            <pc:sldMk cId="815781673" sldId="595"/>
            <ac:picMk id="2050" creationId="{0B7501EB-9B8B-1F43-B280-F1F29C89922A}"/>
          </ac:picMkLst>
        </pc:picChg>
        <pc:inkChg chg="add">
          <ac:chgData name="Deepika Vatsa" userId="f7100972-27fe-4ee6-8fb4-ec9b7931b409" providerId="ADAL" clId="{FECAADD6-485A-4B66-AEA2-DF6E35DB16E2}" dt="2025-08-19T06:35:11.602" v="557"/>
          <ac:inkMkLst>
            <pc:docMk/>
            <pc:sldMk cId="815781673" sldId="595"/>
            <ac:inkMk id="4" creationId="{11F747CC-9EC1-D90F-A8CF-544555B4AABA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8" creationId="{EEACF910-633C-AE8B-0642-C71E5B84C041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9" creationId="{C39F76D6-5DCC-CD24-131E-897F8204AFE4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10" creationId="{2BFED832-E34E-9A8D-7B76-1D5566960974}"/>
          </ac:inkMkLst>
        </pc:inkChg>
        <pc:inkChg chg="del">
          <ac:chgData name="Deepika Vatsa" userId="f7100972-27fe-4ee6-8fb4-ec9b7931b409" providerId="ADAL" clId="{FECAADD6-485A-4B66-AEA2-DF6E35DB16E2}" dt="2025-08-18T12:18:25.586" v="343" actId="478"/>
          <ac:inkMkLst>
            <pc:docMk/>
            <pc:sldMk cId="815781673" sldId="595"/>
            <ac:inkMk id="12" creationId="{CD91F783-8135-9CCE-7DBA-385AF0289E46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13" creationId="{20D17564-0F72-D4C2-BF4A-7D9EDF592976}"/>
          </ac:inkMkLst>
        </pc:inkChg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532030908" sldId="596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3825282558" sldId="597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827776172" sldId="598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3105522451" sldId="599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298333677" sldId="600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345028146" sldId="601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886010047" sldId="602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900874624" sldId="603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874286721" sldId="604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436058904" sldId="605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038364896" sldId="606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748403446" sldId="607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875425397" sldId="608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661033047" sldId="609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244221787" sldId="610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742127447" sldId="611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4043674681" sldId="612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338937673" sldId="613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180035275" sldId="614"/>
        </pc:sldMkLst>
      </pc:sldChg>
      <pc:sldChg chg="addSp delSp modSp add mod">
        <pc:chgData name="Deepika Vatsa" userId="f7100972-27fe-4ee6-8fb4-ec9b7931b409" providerId="ADAL" clId="{FECAADD6-485A-4B66-AEA2-DF6E35DB16E2}" dt="2025-08-19T06:35:11.602" v="557"/>
        <pc:sldMkLst>
          <pc:docMk/>
          <pc:sldMk cId="3468002330" sldId="615"/>
        </pc:sldMkLst>
        <pc:spChg chg="mod">
          <ac:chgData name="Deepika Vatsa" userId="f7100972-27fe-4ee6-8fb4-ec9b7931b409" providerId="ADAL" clId="{FECAADD6-485A-4B66-AEA2-DF6E35DB16E2}" dt="2025-08-18T12:10:28.116" v="217" actId="20577"/>
          <ac:spMkLst>
            <pc:docMk/>
            <pc:sldMk cId="3468002330" sldId="615"/>
            <ac:spMk id="2" creationId="{00000000-0000-0000-0000-000000000000}"/>
          </ac:spMkLst>
        </pc:spChg>
        <pc:picChg chg="add mod modCrop">
          <ac:chgData name="Deepika Vatsa" userId="f7100972-27fe-4ee6-8fb4-ec9b7931b409" providerId="ADAL" clId="{FECAADD6-485A-4B66-AEA2-DF6E35DB16E2}" dt="2025-08-18T12:12:44.301" v="244" actId="1076"/>
          <ac:picMkLst>
            <pc:docMk/>
            <pc:sldMk cId="3468002330" sldId="615"/>
            <ac:picMk id="5" creationId="{2CC44FAA-E59D-50D6-3358-2471E4514BBB}"/>
          </ac:picMkLst>
        </pc:picChg>
        <pc:picChg chg="del">
          <ac:chgData name="Deepika Vatsa" userId="f7100972-27fe-4ee6-8fb4-ec9b7931b409" providerId="ADAL" clId="{FECAADD6-485A-4B66-AEA2-DF6E35DB16E2}" dt="2025-08-18T12:10:04.152" v="165" actId="478"/>
          <ac:picMkLst>
            <pc:docMk/>
            <pc:sldMk cId="3468002330" sldId="615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12:52.958" v="246" actId="1076"/>
          <ac:picMkLst>
            <pc:docMk/>
            <pc:sldMk cId="3468002330" sldId="615"/>
            <ac:picMk id="8" creationId="{AC26D618-238D-B539-BF07-568502E06F15}"/>
          </ac:picMkLst>
        </pc:picChg>
        <pc:picChg chg="add mod">
          <ac:chgData name="Deepika Vatsa" userId="f7100972-27fe-4ee6-8fb4-ec9b7931b409" providerId="ADAL" clId="{FECAADD6-485A-4B66-AEA2-DF6E35DB16E2}" dt="2025-08-18T12:12:56.495" v="247" actId="1076"/>
          <ac:picMkLst>
            <pc:docMk/>
            <pc:sldMk cId="3468002330" sldId="615"/>
            <ac:picMk id="10" creationId="{51273CA3-0887-342D-F8FA-5EDE2B21A557}"/>
          </ac:picMkLst>
        </pc:picChg>
        <pc:picChg chg="add mod">
          <ac:chgData name="Deepika Vatsa" userId="f7100972-27fe-4ee6-8fb4-ec9b7931b409" providerId="ADAL" clId="{FECAADD6-485A-4B66-AEA2-DF6E35DB16E2}" dt="2025-08-18T12:13:13.361" v="251" actId="14100"/>
          <ac:picMkLst>
            <pc:docMk/>
            <pc:sldMk cId="3468002330" sldId="615"/>
            <ac:picMk id="12" creationId="{AEA0B93D-A73B-22B4-5A61-8B5DBA7A0C9E}"/>
          </ac:picMkLst>
        </pc:picChg>
        <pc:picChg chg="add mod">
          <ac:chgData name="Deepika Vatsa" userId="f7100972-27fe-4ee6-8fb4-ec9b7931b409" providerId="ADAL" clId="{FECAADD6-485A-4B66-AEA2-DF6E35DB16E2}" dt="2025-08-18T12:13:20.601" v="252" actId="14100"/>
          <ac:picMkLst>
            <pc:docMk/>
            <pc:sldMk cId="3468002330" sldId="615"/>
            <ac:picMk id="14" creationId="{19067CCF-8C03-819F-576B-A43A43E1791D}"/>
          </ac:picMkLst>
        </pc:picChg>
        <pc:picChg chg="add mod">
          <ac:chgData name="Deepika Vatsa" userId="f7100972-27fe-4ee6-8fb4-ec9b7931b409" providerId="ADAL" clId="{FECAADD6-485A-4B66-AEA2-DF6E35DB16E2}" dt="2025-08-18T12:13:28.539" v="259" actId="1037"/>
          <ac:picMkLst>
            <pc:docMk/>
            <pc:sldMk cId="3468002330" sldId="615"/>
            <ac:picMk id="16" creationId="{CC9484A8-7883-649E-C20B-8A897E7B6116}"/>
          </ac:picMkLst>
        </pc:picChg>
        <pc:inkChg chg="add">
          <ac:chgData name="Deepika Vatsa" userId="f7100972-27fe-4ee6-8fb4-ec9b7931b409" providerId="ADAL" clId="{FECAADD6-485A-4B66-AEA2-DF6E35DB16E2}" dt="2025-08-19T06:35:11.602" v="557"/>
          <ac:inkMkLst>
            <pc:docMk/>
            <pc:sldMk cId="3468002330" sldId="615"/>
            <ac:inkMk id="4" creationId="{8BB64B5A-B5B2-BDA4-EACF-D7E09FE85A5B}"/>
          </ac:inkMkLst>
        </pc:inkChg>
        <pc:cxnChg chg="add mod">
          <ac:chgData name="Deepika Vatsa" userId="f7100972-27fe-4ee6-8fb4-ec9b7931b409" providerId="ADAL" clId="{FECAADD6-485A-4B66-AEA2-DF6E35DB16E2}" dt="2025-08-18T12:14:58.033" v="264" actId="14100"/>
          <ac:cxnSpMkLst>
            <pc:docMk/>
            <pc:sldMk cId="3468002330" sldId="615"/>
            <ac:cxnSpMk id="18" creationId="{C7CA4674-FCF8-F505-2833-DDDACC470EEC}"/>
          </ac:cxnSpMkLst>
        </pc:cxnChg>
        <pc:cxnChg chg="add mod">
          <ac:chgData name="Deepika Vatsa" userId="f7100972-27fe-4ee6-8fb4-ec9b7931b409" providerId="ADAL" clId="{FECAADD6-485A-4B66-AEA2-DF6E35DB16E2}" dt="2025-08-18T12:15:05.495" v="266" actId="1076"/>
          <ac:cxnSpMkLst>
            <pc:docMk/>
            <pc:sldMk cId="3468002330" sldId="615"/>
            <ac:cxnSpMk id="20" creationId="{FBCE1A6C-EA7A-A3BB-E665-CC14CC750C1D}"/>
          </ac:cxnSpMkLst>
        </pc:cxnChg>
        <pc:cxnChg chg="add mod">
          <ac:chgData name="Deepika Vatsa" userId="f7100972-27fe-4ee6-8fb4-ec9b7931b409" providerId="ADAL" clId="{FECAADD6-485A-4B66-AEA2-DF6E35DB16E2}" dt="2025-08-18T12:15:17.877" v="270" actId="1076"/>
          <ac:cxnSpMkLst>
            <pc:docMk/>
            <pc:sldMk cId="3468002330" sldId="615"/>
            <ac:cxnSpMk id="21" creationId="{DF8FE725-8023-6324-8D77-E557C4114EF8}"/>
          </ac:cxnSpMkLst>
        </pc:cxnChg>
        <pc:cxnChg chg="add mod">
          <ac:chgData name="Deepika Vatsa" userId="f7100972-27fe-4ee6-8fb4-ec9b7931b409" providerId="ADAL" clId="{FECAADD6-485A-4B66-AEA2-DF6E35DB16E2}" dt="2025-08-18T12:15:30.511" v="276" actId="1076"/>
          <ac:cxnSpMkLst>
            <pc:docMk/>
            <pc:sldMk cId="3468002330" sldId="615"/>
            <ac:cxnSpMk id="23" creationId="{06F46995-D9EE-AB0E-2F95-9B01A574D060}"/>
          </ac:cxnSpMkLst>
        </pc:cxnChg>
        <pc:cxnChg chg="add mod">
          <ac:chgData name="Deepika Vatsa" userId="f7100972-27fe-4ee6-8fb4-ec9b7931b409" providerId="ADAL" clId="{FECAADD6-485A-4B66-AEA2-DF6E35DB16E2}" dt="2025-08-18T12:15:37.578" v="278" actId="1076"/>
          <ac:cxnSpMkLst>
            <pc:docMk/>
            <pc:sldMk cId="3468002330" sldId="615"/>
            <ac:cxnSpMk id="26" creationId="{5D1B6595-BDA8-94AC-023D-22A548C4E7B3}"/>
          </ac:cxnSpMkLst>
        </pc:cxnChg>
      </pc:sldChg>
      <pc:sldChg chg="addSp delSp modSp add mod ord">
        <pc:chgData name="Deepika Vatsa" userId="f7100972-27fe-4ee6-8fb4-ec9b7931b409" providerId="ADAL" clId="{FECAADD6-485A-4B66-AEA2-DF6E35DB16E2}" dt="2025-08-19T06:35:11.602" v="557"/>
        <pc:sldMkLst>
          <pc:docMk/>
          <pc:sldMk cId="2334307004" sldId="616"/>
        </pc:sldMkLst>
        <pc:spChg chg="mod">
          <ac:chgData name="Deepika Vatsa" userId="f7100972-27fe-4ee6-8fb4-ec9b7931b409" providerId="ADAL" clId="{FECAADD6-485A-4B66-AEA2-DF6E35DB16E2}" dt="2025-08-18T12:16:02.793" v="290" actId="20577"/>
          <ac:spMkLst>
            <pc:docMk/>
            <pc:sldMk cId="2334307004" sldId="616"/>
            <ac:spMk id="2" creationId="{00000000-0000-0000-0000-000000000000}"/>
          </ac:spMkLst>
        </pc:spChg>
        <pc:picChg chg="add del mod">
          <ac:chgData name="Deepika Vatsa" userId="f7100972-27fe-4ee6-8fb4-ec9b7931b409" providerId="ADAL" clId="{FECAADD6-485A-4B66-AEA2-DF6E35DB16E2}" dt="2025-08-18T12:16:34.659" v="300" actId="478"/>
          <ac:picMkLst>
            <pc:docMk/>
            <pc:sldMk cId="2334307004" sldId="616"/>
            <ac:picMk id="5" creationId="{FCF334FB-A364-8AF1-7656-34923DFBE8FE}"/>
          </ac:picMkLst>
        </pc:picChg>
        <pc:picChg chg="del">
          <ac:chgData name="Deepika Vatsa" userId="f7100972-27fe-4ee6-8fb4-ec9b7931b409" providerId="ADAL" clId="{FECAADD6-485A-4B66-AEA2-DF6E35DB16E2}" dt="2025-08-18T12:16:04.377" v="291" actId="478"/>
          <ac:picMkLst>
            <pc:docMk/>
            <pc:sldMk cId="2334307004" sldId="616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16:40.109" v="303" actId="1076"/>
          <ac:picMkLst>
            <pc:docMk/>
            <pc:sldMk cId="2334307004" sldId="616"/>
            <ac:picMk id="8" creationId="{6D806ACB-E7DB-68C3-CB5F-56E2EA8890DA}"/>
          </ac:picMkLst>
        </pc:picChg>
        <pc:inkChg chg="add">
          <ac:chgData name="Deepika Vatsa" userId="f7100972-27fe-4ee6-8fb4-ec9b7931b409" providerId="ADAL" clId="{FECAADD6-485A-4B66-AEA2-DF6E35DB16E2}" dt="2025-08-19T06:35:11.602" v="557"/>
          <ac:inkMkLst>
            <pc:docMk/>
            <pc:sldMk cId="2334307004" sldId="616"/>
            <ac:inkMk id="4" creationId="{623D9F8F-5A38-AC2A-2BE7-2F6DDCB94C7F}"/>
          </ac:inkMkLst>
        </pc:inkChg>
      </pc:sldChg>
      <pc:sldChg chg="addSp delSp modSp add mod">
        <pc:chgData name="Deepika Vatsa" userId="f7100972-27fe-4ee6-8fb4-ec9b7931b409" providerId="ADAL" clId="{FECAADD6-485A-4B66-AEA2-DF6E35DB16E2}" dt="2025-08-19T06:35:11.602" v="557"/>
        <pc:sldMkLst>
          <pc:docMk/>
          <pc:sldMk cId="3542099841" sldId="617"/>
        </pc:sldMkLst>
        <pc:spChg chg="del">
          <ac:chgData name="Deepika Vatsa" userId="f7100972-27fe-4ee6-8fb4-ec9b7931b409" providerId="ADAL" clId="{FECAADD6-485A-4B66-AEA2-DF6E35DB16E2}" dt="2025-08-18T12:17:24.988" v="309" actId="478"/>
          <ac:spMkLst>
            <pc:docMk/>
            <pc:sldMk cId="3542099841" sldId="617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FECAADD6-485A-4B66-AEA2-DF6E35DB16E2}" dt="2025-08-18T12:22:31.378" v="419" actId="478"/>
          <ac:spMkLst>
            <pc:docMk/>
            <pc:sldMk cId="3542099841" sldId="617"/>
            <ac:spMk id="7" creationId="{91DEEBB9-3AC3-4A9E-CF86-989F90816E47}"/>
          </ac:spMkLst>
        </pc:spChg>
        <pc:spChg chg="add mod">
          <ac:chgData name="Deepika Vatsa" userId="f7100972-27fe-4ee6-8fb4-ec9b7931b409" providerId="ADAL" clId="{FECAADD6-485A-4B66-AEA2-DF6E35DB16E2}" dt="2025-08-18T12:17:30.462" v="319" actId="20577"/>
          <ac:spMkLst>
            <pc:docMk/>
            <pc:sldMk cId="3542099841" sldId="617"/>
            <ac:spMk id="9" creationId="{C253D9F7-5718-29E9-229A-BBDE1A6BAEC3}"/>
          </ac:spMkLst>
        </pc:spChg>
        <pc:picChg chg="add mod">
          <ac:chgData name="Deepika Vatsa" userId="f7100972-27fe-4ee6-8fb4-ec9b7931b409" providerId="ADAL" clId="{FECAADD6-485A-4B66-AEA2-DF6E35DB16E2}" dt="2025-08-18T12:17:17.761" v="308" actId="1076"/>
          <ac:picMkLst>
            <pc:docMk/>
            <pc:sldMk cId="3542099841" sldId="617"/>
            <ac:picMk id="5" creationId="{2112331D-2B54-394C-1B8B-69BDD8D2D700}"/>
          </ac:picMkLst>
        </pc:picChg>
        <pc:picChg chg="del">
          <ac:chgData name="Deepika Vatsa" userId="f7100972-27fe-4ee6-8fb4-ec9b7931b409" providerId="ADAL" clId="{FECAADD6-485A-4B66-AEA2-DF6E35DB16E2}" dt="2025-08-18T12:17:12.224" v="305" actId="478"/>
          <ac:picMkLst>
            <pc:docMk/>
            <pc:sldMk cId="3542099841" sldId="617"/>
            <ac:picMk id="8" creationId="{6D806ACB-E7DB-68C3-CB5F-56E2EA8890DA}"/>
          </ac:picMkLst>
        </pc:picChg>
        <pc:inkChg chg="add">
          <ac:chgData name="Deepika Vatsa" userId="f7100972-27fe-4ee6-8fb4-ec9b7931b409" providerId="ADAL" clId="{FECAADD6-485A-4B66-AEA2-DF6E35DB16E2}" dt="2025-08-19T06:35:11.602" v="557"/>
          <ac:inkMkLst>
            <pc:docMk/>
            <pc:sldMk cId="3542099841" sldId="617"/>
            <ac:inkMk id="2" creationId="{B5B89B29-120B-8A46-6F7E-B038397A8D8B}"/>
          </ac:inkMkLst>
        </pc:inkChg>
      </pc:sldChg>
      <pc:sldChg chg="addSp delSp modSp add mod">
        <pc:chgData name="Deepika Vatsa" userId="f7100972-27fe-4ee6-8fb4-ec9b7931b409" providerId="ADAL" clId="{FECAADD6-485A-4B66-AEA2-DF6E35DB16E2}" dt="2025-08-19T06:35:11.602" v="557"/>
        <pc:sldMkLst>
          <pc:docMk/>
          <pc:sldMk cId="3991955979" sldId="618"/>
        </pc:sldMkLst>
        <pc:spChg chg="mod">
          <ac:chgData name="Deepika Vatsa" userId="f7100972-27fe-4ee6-8fb4-ec9b7931b409" providerId="ADAL" clId="{FECAADD6-485A-4B66-AEA2-DF6E35DB16E2}" dt="2025-08-18T12:19:10.680" v="364" actId="20577"/>
          <ac:spMkLst>
            <pc:docMk/>
            <pc:sldMk cId="3991955979" sldId="618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19:12.145" v="365" actId="478"/>
          <ac:picMkLst>
            <pc:docMk/>
            <pc:sldMk cId="3991955979" sldId="618"/>
            <ac:picMk id="5" creationId="{CBB23C75-79E3-DF1C-D40A-D199F6F0FF07}"/>
          </ac:picMkLst>
        </pc:picChg>
        <pc:picChg chg="add mod">
          <ac:chgData name="Deepika Vatsa" userId="f7100972-27fe-4ee6-8fb4-ec9b7931b409" providerId="ADAL" clId="{FECAADD6-485A-4B66-AEA2-DF6E35DB16E2}" dt="2025-08-18T12:19:18.708" v="369" actId="14100"/>
          <ac:picMkLst>
            <pc:docMk/>
            <pc:sldMk cId="3991955979" sldId="618"/>
            <ac:picMk id="6" creationId="{7F5BB2CF-D3D0-72A8-63E3-727EEFD25493}"/>
          </ac:picMkLst>
        </pc:picChg>
        <pc:picChg chg="add mod">
          <ac:chgData name="Deepika Vatsa" userId="f7100972-27fe-4ee6-8fb4-ec9b7931b409" providerId="ADAL" clId="{FECAADD6-485A-4B66-AEA2-DF6E35DB16E2}" dt="2025-08-18T12:19:35.605" v="371" actId="1076"/>
          <ac:picMkLst>
            <pc:docMk/>
            <pc:sldMk cId="3991955979" sldId="618"/>
            <ac:picMk id="8" creationId="{B9A0C6AF-A876-1DCD-2348-A7B28B921520}"/>
          </ac:picMkLst>
        </pc:picChg>
        <pc:inkChg chg="add">
          <ac:chgData name="Deepika Vatsa" userId="f7100972-27fe-4ee6-8fb4-ec9b7931b409" providerId="ADAL" clId="{FECAADD6-485A-4B66-AEA2-DF6E35DB16E2}" dt="2025-08-19T06:35:11.602" v="557"/>
          <ac:inkMkLst>
            <pc:docMk/>
            <pc:sldMk cId="3991955979" sldId="618"/>
            <ac:inkMk id="4" creationId="{15754016-7047-ACB2-CA67-7539D0D762BC}"/>
          </ac:inkMkLst>
        </pc:inkChg>
      </pc:sldChg>
      <pc:sldChg chg="addSp delSp modSp add mod">
        <pc:chgData name="Deepika Vatsa" userId="f7100972-27fe-4ee6-8fb4-ec9b7931b409" providerId="ADAL" clId="{FECAADD6-485A-4B66-AEA2-DF6E35DB16E2}" dt="2025-08-19T06:35:11.602" v="557"/>
        <pc:sldMkLst>
          <pc:docMk/>
          <pc:sldMk cId="3912900456" sldId="619"/>
        </pc:sldMkLst>
        <pc:picChg chg="add mod">
          <ac:chgData name="Deepika Vatsa" userId="f7100972-27fe-4ee6-8fb4-ec9b7931b409" providerId="ADAL" clId="{FECAADD6-485A-4B66-AEA2-DF6E35DB16E2}" dt="2025-08-18T12:20:03.557" v="376" actId="14100"/>
          <ac:picMkLst>
            <pc:docMk/>
            <pc:sldMk cId="3912900456" sldId="619"/>
            <ac:picMk id="5" creationId="{B9D85BF9-2634-8C6B-1C54-FA92545D2984}"/>
          </ac:picMkLst>
        </pc:picChg>
        <pc:picChg chg="del">
          <ac:chgData name="Deepika Vatsa" userId="f7100972-27fe-4ee6-8fb4-ec9b7931b409" providerId="ADAL" clId="{FECAADD6-485A-4B66-AEA2-DF6E35DB16E2}" dt="2025-08-18T12:19:57.897" v="373" actId="478"/>
          <ac:picMkLst>
            <pc:docMk/>
            <pc:sldMk cId="3912900456" sldId="619"/>
            <ac:picMk id="6" creationId="{7F5BB2CF-D3D0-72A8-63E3-727EEFD25493}"/>
          </ac:picMkLst>
        </pc:picChg>
        <pc:picChg chg="add mod">
          <ac:chgData name="Deepika Vatsa" userId="f7100972-27fe-4ee6-8fb4-ec9b7931b409" providerId="ADAL" clId="{FECAADD6-485A-4B66-AEA2-DF6E35DB16E2}" dt="2025-08-18T12:20:13.153" v="378" actId="1076"/>
          <ac:picMkLst>
            <pc:docMk/>
            <pc:sldMk cId="3912900456" sldId="619"/>
            <ac:picMk id="9" creationId="{6C68254F-11DA-AC9D-812C-5397EBBEA39E}"/>
          </ac:picMkLst>
        </pc:picChg>
        <pc:inkChg chg="add">
          <ac:chgData name="Deepika Vatsa" userId="f7100972-27fe-4ee6-8fb4-ec9b7931b409" providerId="ADAL" clId="{FECAADD6-485A-4B66-AEA2-DF6E35DB16E2}" dt="2025-08-19T06:35:11.602" v="557"/>
          <ac:inkMkLst>
            <pc:docMk/>
            <pc:sldMk cId="3912900456" sldId="619"/>
            <ac:inkMk id="4" creationId="{199470DB-0722-7CDC-167C-133CF9F88CCA}"/>
          </ac:inkMkLst>
        </pc:inkChg>
      </pc:sldChg>
      <pc:sldChg chg="addSp add">
        <pc:chgData name="Deepika Vatsa" userId="f7100972-27fe-4ee6-8fb4-ec9b7931b409" providerId="ADAL" clId="{FECAADD6-485A-4B66-AEA2-DF6E35DB16E2}" dt="2025-08-19T06:35:11.602" v="557"/>
        <pc:sldMkLst>
          <pc:docMk/>
          <pc:sldMk cId="4060805478" sldId="620"/>
        </pc:sldMkLst>
        <pc:inkChg chg="add">
          <ac:chgData name="Deepika Vatsa" userId="f7100972-27fe-4ee6-8fb4-ec9b7931b409" providerId="ADAL" clId="{FECAADD6-485A-4B66-AEA2-DF6E35DB16E2}" dt="2025-08-19T06:35:11.602" v="557"/>
          <ac:inkMkLst>
            <pc:docMk/>
            <pc:sldMk cId="4060805478" sldId="620"/>
            <ac:inkMk id="4" creationId="{B81368BA-F5E0-A773-67B3-8C235CEA513D}"/>
          </ac:inkMkLst>
        </pc:inkChg>
      </pc:sldChg>
      <pc:sldChg chg="addSp delSp modSp add mod">
        <pc:chgData name="Deepika Vatsa" userId="f7100972-27fe-4ee6-8fb4-ec9b7931b409" providerId="ADAL" clId="{FECAADD6-485A-4B66-AEA2-DF6E35DB16E2}" dt="2025-08-19T06:35:11.602" v="557"/>
        <pc:sldMkLst>
          <pc:docMk/>
          <pc:sldMk cId="3334835650" sldId="621"/>
        </pc:sldMkLst>
        <pc:spChg chg="mod">
          <ac:chgData name="Deepika Vatsa" userId="f7100972-27fe-4ee6-8fb4-ec9b7931b409" providerId="ADAL" clId="{FECAADD6-485A-4B66-AEA2-DF6E35DB16E2}" dt="2025-08-18T12:23:26.085" v="449" actId="5793"/>
          <ac:spMkLst>
            <pc:docMk/>
            <pc:sldMk cId="3334835650" sldId="621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3:27.827" v="450" actId="478"/>
          <ac:picMkLst>
            <pc:docMk/>
            <pc:sldMk cId="3334835650" sldId="621"/>
            <ac:picMk id="5" creationId="{B9D85BF9-2634-8C6B-1C54-FA92545D2984}"/>
          </ac:picMkLst>
        </pc:picChg>
        <pc:picChg chg="add mod">
          <ac:chgData name="Deepika Vatsa" userId="f7100972-27fe-4ee6-8fb4-ec9b7931b409" providerId="ADAL" clId="{FECAADD6-485A-4B66-AEA2-DF6E35DB16E2}" dt="2025-08-18T12:23:33.340" v="453" actId="14100"/>
          <ac:picMkLst>
            <pc:docMk/>
            <pc:sldMk cId="3334835650" sldId="621"/>
            <ac:picMk id="6" creationId="{45AC247E-DBE5-6911-F887-A62BC46F4370}"/>
          </ac:picMkLst>
        </pc:picChg>
        <pc:inkChg chg="add">
          <ac:chgData name="Deepika Vatsa" userId="f7100972-27fe-4ee6-8fb4-ec9b7931b409" providerId="ADAL" clId="{FECAADD6-485A-4B66-AEA2-DF6E35DB16E2}" dt="2025-08-19T06:35:11.602" v="557"/>
          <ac:inkMkLst>
            <pc:docMk/>
            <pc:sldMk cId="3334835650" sldId="621"/>
            <ac:inkMk id="4" creationId="{5D44C91F-5D68-F084-51F2-938816A04A8F}"/>
          </ac:inkMkLst>
        </pc:inkChg>
      </pc:sldChg>
      <pc:sldChg chg="addSp delSp modSp add mod">
        <pc:chgData name="Deepika Vatsa" userId="f7100972-27fe-4ee6-8fb4-ec9b7931b409" providerId="ADAL" clId="{FECAADD6-485A-4B66-AEA2-DF6E35DB16E2}" dt="2025-08-19T06:35:11.602" v="557"/>
        <pc:sldMkLst>
          <pc:docMk/>
          <pc:sldMk cId="3976936197" sldId="622"/>
        </pc:sldMkLst>
        <pc:picChg chg="add mod">
          <ac:chgData name="Deepika Vatsa" userId="f7100972-27fe-4ee6-8fb4-ec9b7931b409" providerId="ADAL" clId="{FECAADD6-485A-4B66-AEA2-DF6E35DB16E2}" dt="2025-08-18T12:23:58.850" v="458" actId="14100"/>
          <ac:picMkLst>
            <pc:docMk/>
            <pc:sldMk cId="3976936197" sldId="622"/>
            <ac:picMk id="5" creationId="{FC06E42A-5E65-5F01-9A82-45CA807E2DDE}"/>
          </ac:picMkLst>
        </pc:picChg>
        <pc:picChg chg="del">
          <ac:chgData name="Deepika Vatsa" userId="f7100972-27fe-4ee6-8fb4-ec9b7931b409" providerId="ADAL" clId="{FECAADD6-485A-4B66-AEA2-DF6E35DB16E2}" dt="2025-08-18T12:23:51.057" v="455" actId="478"/>
          <ac:picMkLst>
            <pc:docMk/>
            <pc:sldMk cId="3976936197" sldId="622"/>
            <ac:picMk id="6" creationId="{45AC247E-DBE5-6911-F887-A62BC46F4370}"/>
          </ac:picMkLst>
        </pc:picChg>
        <pc:inkChg chg="add">
          <ac:chgData name="Deepika Vatsa" userId="f7100972-27fe-4ee6-8fb4-ec9b7931b409" providerId="ADAL" clId="{FECAADD6-485A-4B66-AEA2-DF6E35DB16E2}" dt="2025-08-19T06:35:11.602" v="557"/>
          <ac:inkMkLst>
            <pc:docMk/>
            <pc:sldMk cId="3976936197" sldId="622"/>
            <ac:inkMk id="4" creationId="{B5267644-BB13-4B62-8175-9BB783EEF195}"/>
          </ac:inkMkLst>
        </pc:inkChg>
      </pc:sldChg>
      <pc:sldChg chg="addSp delSp modSp add mod">
        <pc:chgData name="Deepika Vatsa" userId="f7100972-27fe-4ee6-8fb4-ec9b7931b409" providerId="ADAL" clId="{FECAADD6-485A-4B66-AEA2-DF6E35DB16E2}" dt="2025-08-19T06:35:11.602" v="557"/>
        <pc:sldMkLst>
          <pc:docMk/>
          <pc:sldMk cId="1533333801" sldId="623"/>
        </pc:sldMkLst>
        <pc:spChg chg="mod">
          <ac:chgData name="Deepika Vatsa" userId="f7100972-27fe-4ee6-8fb4-ec9b7931b409" providerId="ADAL" clId="{FECAADD6-485A-4B66-AEA2-DF6E35DB16E2}" dt="2025-08-18T12:24:18.547" v="476" actId="20577"/>
          <ac:spMkLst>
            <pc:docMk/>
            <pc:sldMk cId="1533333801" sldId="623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4:20.167" v="477" actId="478"/>
          <ac:picMkLst>
            <pc:docMk/>
            <pc:sldMk cId="1533333801" sldId="623"/>
            <ac:picMk id="5" creationId="{FC06E42A-5E65-5F01-9A82-45CA807E2DDE}"/>
          </ac:picMkLst>
        </pc:picChg>
        <pc:picChg chg="add mod">
          <ac:chgData name="Deepika Vatsa" userId="f7100972-27fe-4ee6-8fb4-ec9b7931b409" providerId="ADAL" clId="{FECAADD6-485A-4B66-AEA2-DF6E35DB16E2}" dt="2025-08-18T12:27:36.423" v="551" actId="14100"/>
          <ac:picMkLst>
            <pc:docMk/>
            <pc:sldMk cId="1533333801" sldId="623"/>
            <ac:picMk id="6" creationId="{7F10BE66-5BD9-07F6-1AA0-14F9ADA14CAD}"/>
          </ac:picMkLst>
        </pc:picChg>
        <pc:inkChg chg="add">
          <ac:chgData name="Deepika Vatsa" userId="f7100972-27fe-4ee6-8fb4-ec9b7931b409" providerId="ADAL" clId="{FECAADD6-485A-4B66-AEA2-DF6E35DB16E2}" dt="2025-08-19T06:35:11.602" v="557"/>
          <ac:inkMkLst>
            <pc:docMk/>
            <pc:sldMk cId="1533333801" sldId="623"/>
            <ac:inkMk id="4" creationId="{8C51ECBD-4C8A-6BFA-9C9A-9D8946BE6B77}"/>
          </ac:inkMkLst>
        </pc:inkChg>
      </pc:sldChg>
      <pc:sldChg chg="delSp add del mod">
        <pc:chgData name="Deepika Vatsa" userId="f7100972-27fe-4ee6-8fb4-ec9b7931b409" providerId="ADAL" clId="{FECAADD6-485A-4B66-AEA2-DF6E35DB16E2}" dt="2025-08-18T12:26:38.626" v="522" actId="2696"/>
        <pc:sldMkLst>
          <pc:docMk/>
          <pc:sldMk cId="2367265284" sldId="624"/>
        </pc:sldMkLst>
        <pc:picChg chg="del">
          <ac:chgData name="Deepika Vatsa" userId="f7100972-27fe-4ee6-8fb4-ec9b7931b409" providerId="ADAL" clId="{FECAADD6-485A-4B66-AEA2-DF6E35DB16E2}" dt="2025-08-18T12:25:27.883" v="487" actId="478"/>
          <ac:picMkLst>
            <pc:docMk/>
            <pc:sldMk cId="2367265284" sldId="624"/>
            <ac:picMk id="6" creationId="{7F10BE66-5BD9-07F6-1AA0-14F9ADA14CAD}"/>
          </ac:picMkLst>
        </pc:picChg>
      </pc:sldChg>
      <pc:sldChg chg="delSp add del mod">
        <pc:chgData name="Deepika Vatsa" userId="f7100972-27fe-4ee6-8fb4-ec9b7931b409" providerId="ADAL" clId="{FECAADD6-485A-4B66-AEA2-DF6E35DB16E2}" dt="2025-08-18T12:26:38.626" v="522" actId="2696"/>
        <pc:sldMkLst>
          <pc:docMk/>
          <pc:sldMk cId="1967559052" sldId="625"/>
        </pc:sldMkLst>
        <pc:picChg chg="del">
          <ac:chgData name="Deepika Vatsa" userId="f7100972-27fe-4ee6-8fb4-ec9b7931b409" providerId="ADAL" clId="{FECAADD6-485A-4B66-AEA2-DF6E35DB16E2}" dt="2025-08-18T12:25:30.077" v="488" actId="478"/>
          <ac:picMkLst>
            <pc:docMk/>
            <pc:sldMk cId="1967559052" sldId="625"/>
            <ac:picMk id="6" creationId="{7F10BE66-5BD9-07F6-1AA0-14F9ADA14CAD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9T06:35:11.602" v="557"/>
        <pc:sldMkLst>
          <pc:docMk/>
          <pc:sldMk cId="3549948443" sldId="626"/>
        </pc:sldMkLst>
        <pc:spChg chg="mod">
          <ac:chgData name="Deepika Vatsa" userId="f7100972-27fe-4ee6-8fb4-ec9b7931b409" providerId="ADAL" clId="{FECAADD6-485A-4B66-AEA2-DF6E35DB16E2}" dt="2025-08-18T12:26:34.745" v="521" actId="20577"/>
          <ac:spMkLst>
            <pc:docMk/>
            <pc:sldMk cId="3549948443" sldId="626"/>
            <ac:spMk id="2" creationId="{00000000-0000-0000-0000-000000000000}"/>
          </ac:spMkLst>
        </pc:spChg>
        <pc:picChg chg="add mod">
          <ac:chgData name="Deepika Vatsa" userId="f7100972-27fe-4ee6-8fb4-ec9b7931b409" providerId="ADAL" clId="{FECAADD6-485A-4B66-AEA2-DF6E35DB16E2}" dt="2025-08-18T12:25:59.255" v="494" actId="1076"/>
          <ac:picMkLst>
            <pc:docMk/>
            <pc:sldMk cId="3549948443" sldId="626"/>
            <ac:picMk id="5" creationId="{9F257CC6-C275-8610-3C49-0F57B9EED705}"/>
          </ac:picMkLst>
        </pc:picChg>
        <pc:picChg chg="del">
          <ac:chgData name="Deepika Vatsa" userId="f7100972-27fe-4ee6-8fb4-ec9b7931b409" providerId="ADAL" clId="{FECAADD6-485A-4B66-AEA2-DF6E35DB16E2}" dt="2025-08-18T12:25:32.117" v="489" actId="478"/>
          <ac:picMkLst>
            <pc:docMk/>
            <pc:sldMk cId="3549948443" sldId="626"/>
            <ac:picMk id="6" creationId="{7F10BE66-5BD9-07F6-1AA0-14F9ADA14CAD}"/>
          </ac:picMkLst>
        </pc:picChg>
        <pc:inkChg chg="add">
          <ac:chgData name="Deepika Vatsa" userId="f7100972-27fe-4ee6-8fb4-ec9b7931b409" providerId="ADAL" clId="{FECAADD6-485A-4B66-AEA2-DF6E35DB16E2}" dt="2025-08-19T06:35:11.602" v="557"/>
          <ac:inkMkLst>
            <pc:docMk/>
            <pc:sldMk cId="3549948443" sldId="626"/>
            <ac:inkMk id="4" creationId="{3A9C1D95-D797-0F6E-B55D-5D886E3136C2}"/>
          </ac:inkMkLst>
        </pc:inkChg>
      </pc:sldChg>
      <pc:sldChg chg="addSp delSp modSp add mod">
        <pc:chgData name="Deepika Vatsa" userId="f7100972-27fe-4ee6-8fb4-ec9b7931b409" providerId="ADAL" clId="{FECAADD6-485A-4B66-AEA2-DF6E35DB16E2}" dt="2025-08-19T06:35:11.602" v="557"/>
        <pc:sldMkLst>
          <pc:docMk/>
          <pc:sldMk cId="1492384228" sldId="627"/>
        </pc:sldMkLst>
        <pc:spChg chg="mod">
          <ac:chgData name="Deepika Vatsa" userId="f7100972-27fe-4ee6-8fb4-ec9b7931b409" providerId="ADAL" clId="{FECAADD6-485A-4B66-AEA2-DF6E35DB16E2}" dt="2025-08-18T12:26:23.477" v="504" actId="20577"/>
          <ac:spMkLst>
            <pc:docMk/>
            <pc:sldMk cId="1492384228" sldId="627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6:24.903" v="505" actId="478"/>
          <ac:picMkLst>
            <pc:docMk/>
            <pc:sldMk cId="1492384228" sldId="627"/>
            <ac:picMk id="5" creationId="{9F257CC6-C275-8610-3C49-0F57B9EED705}"/>
          </ac:picMkLst>
        </pc:picChg>
        <pc:picChg chg="add mod">
          <ac:chgData name="Deepika Vatsa" userId="f7100972-27fe-4ee6-8fb4-ec9b7931b409" providerId="ADAL" clId="{FECAADD6-485A-4B66-AEA2-DF6E35DB16E2}" dt="2025-08-18T12:26:29.619" v="508" actId="14100"/>
          <ac:picMkLst>
            <pc:docMk/>
            <pc:sldMk cId="1492384228" sldId="627"/>
            <ac:picMk id="6" creationId="{83230359-2DED-4BBB-12AD-ED524BA268FF}"/>
          </ac:picMkLst>
        </pc:picChg>
        <pc:inkChg chg="add">
          <ac:chgData name="Deepika Vatsa" userId="f7100972-27fe-4ee6-8fb4-ec9b7931b409" providerId="ADAL" clId="{FECAADD6-485A-4B66-AEA2-DF6E35DB16E2}" dt="2025-08-19T06:35:11.602" v="557"/>
          <ac:inkMkLst>
            <pc:docMk/>
            <pc:sldMk cId="1492384228" sldId="627"/>
            <ac:inkMk id="4" creationId="{1155A220-194C-EFD4-77A4-14FD19692ECE}"/>
          </ac:inkMkLst>
        </pc:inkChg>
      </pc:sldChg>
      <pc:sldChg chg="addSp delSp modSp add mod">
        <pc:chgData name="Deepika Vatsa" userId="f7100972-27fe-4ee6-8fb4-ec9b7931b409" providerId="ADAL" clId="{FECAADD6-485A-4B66-AEA2-DF6E35DB16E2}" dt="2025-08-19T06:35:11.602" v="557"/>
        <pc:sldMkLst>
          <pc:docMk/>
          <pc:sldMk cId="3339153089" sldId="628"/>
        </pc:sldMkLst>
        <pc:spChg chg="mod">
          <ac:chgData name="Deepika Vatsa" userId="f7100972-27fe-4ee6-8fb4-ec9b7931b409" providerId="ADAL" clId="{FECAADD6-485A-4B66-AEA2-DF6E35DB16E2}" dt="2025-08-18T12:27:21.792" v="546" actId="20577"/>
          <ac:spMkLst>
            <pc:docMk/>
            <pc:sldMk cId="3339153089" sldId="628"/>
            <ac:spMk id="2" creationId="{00000000-0000-0000-0000-000000000000}"/>
          </ac:spMkLst>
        </pc:spChg>
        <pc:picChg chg="add mod">
          <ac:chgData name="Deepika Vatsa" userId="f7100972-27fe-4ee6-8fb4-ec9b7931b409" providerId="ADAL" clId="{FECAADD6-485A-4B66-AEA2-DF6E35DB16E2}" dt="2025-08-18T12:27:28.341" v="550" actId="14100"/>
          <ac:picMkLst>
            <pc:docMk/>
            <pc:sldMk cId="3339153089" sldId="628"/>
            <ac:picMk id="5" creationId="{E774913A-6257-8DCF-186F-01DAC8BBA23F}"/>
          </ac:picMkLst>
        </pc:picChg>
        <pc:picChg chg="del">
          <ac:chgData name="Deepika Vatsa" userId="f7100972-27fe-4ee6-8fb4-ec9b7931b409" providerId="ADAL" clId="{FECAADD6-485A-4B66-AEA2-DF6E35DB16E2}" dt="2025-08-18T12:27:23.518" v="547" actId="478"/>
          <ac:picMkLst>
            <pc:docMk/>
            <pc:sldMk cId="3339153089" sldId="628"/>
            <ac:picMk id="6" creationId="{83230359-2DED-4BBB-12AD-ED524BA268FF}"/>
          </ac:picMkLst>
        </pc:picChg>
        <pc:inkChg chg="add">
          <ac:chgData name="Deepika Vatsa" userId="f7100972-27fe-4ee6-8fb4-ec9b7931b409" providerId="ADAL" clId="{FECAADD6-485A-4B66-AEA2-DF6E35DB16E2}" dt="2025-08-19T06:35:11.602" v="557"/>
          <ac:inkMkLst>
            <pc:docMk/>
            <pc:sldMk cId="3339153089" sldId="628"/>
            <ac:inkMk id="4" creationId="{32EFF042-9E45-5FAF-AD80-5DAD08A4AD4B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9T06:09:46.0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4833 14268 495 0,'0'0'160'0,"0"0"-68"0,0 0 7 0,0 0-6 0,0 0-41 0,0 0-26 0,0 0 38 0,-71-5 3 0,59 1-27 0,12 4-3 0,0 0 7 0,0 0 6 0,-12 0-14 15,12 0-8-15,0 0-11 16,-12 0-7-16,12 0-1 16,0 0-6-16,-12 0 2 15,12 0 0-15,0 0 2 16,0 0 7-16,0 0-5 16,0 0 0-16,0 0-8 15,0 0 5-15,0 0 0 16,0 0 0-16,0 0-3 15,0 0-2-15,36 0 4 16,19 0 9-16,17 0 4 16,-12 0-2-16,19 0-10 0,-7 0 3 15,8 0 2-15,3-5-1 16,13 0-1-16,7-2-3 16,13 4-2-16,-21 1-4 15,-3-3 4-15,-20-1-4 16,11 2-6-16,-15-3 6 15,16-5 1-15,-5 4-1 16,17-1 3-16,-17 2-3 16,1-1 3-16,-16 7-3 15,-9-3 0-15,-7 4 0 16,0 0 0-16,-4 0 0 0,-8 0 0 16,23 0 6-16,-11 0-4 15,0 0 2-15,-4 0-1 16,4 0 0-16,7 0-2 15,-7 0 7-15,0 0-5 16,12 0 4-16,-13 0 0 16,-3 0-4-16,-8 0-2 15,-4 0-1-15,-4 4 0 16,4 1 1-16,-9-1-1 16,1 3 0-16,-12-5 2 15,0-2-2-15,0 7 1 16,-12-7-1-16,0 0 0 15,0 0-1-15,0 3-4 16,0 2-59-16,-24 7-114 0,-31-10-168 16</inkml:trace>
  <inkml:trace contextRef="#ctx0" brushRef="#br0" timeOffset="25098.63">3137 14274 694 0,'0'0'239'0,"0"0"-110"0,0 0-11 0,0 0-36 0,0 0-13 0,0 0 3 0,0 0-18 15,-163 39-10-15,163-39-7 16,0 0-7-16,0 0-1 15,0 0-2-15,24 0-10 16,47-30-5-16,45-7 3 16,23-7-7-16,1-10-3 15,11-1-4-15,0 0-1 16,-7-1 1-16,-17 10 0 16,0 5 0-16,-23 7 0 15,-28 12-1-15,-21 4 0 16,-11 7 0-16,-28 4 0 0,-8 5 0 15,-8 2 1 1,0 0 0-16,0 0 0 0,0 0 2 16,0 0-2-16,-32 0 0 15,-16-2-1-15,-19 2-2 16,15 0 1-16,-16 0-4 16,32 0 5-16,4 0 0 15,17 0 1-15,15-6 4 16,-8 1-2-16,8 3 6 15,0-5-6-15,0 7 1 16,0 0-4-16,0-9-4 16,35 1 1-16,21 3 3 15,12 1-5-15,-16 4 10 0,3 0-4 16,-19 0-1 0,-4 0-1-16,-8 8 1 0,-8 7-3 15,-4 10-1-15,-12 7-2 16,0 10-17-16,0 9-17 15,-4 5-34-15,-44 5-65 16,4-7-50-16,0 0-147 16</inkml:trace>
  <inkml:trace contextRef="#ctx0" brushRef="#br0" timeOffset="29731.87">14130 14283 817 0,'0'0'241'0,"0"0"-170"0,0 0-6 0,0 0-43 0,0 0 3 0,0 0-3 0,0 0-14 16,4 8-7-16,40-8 11 15,28 0 18-15,7 0-18 16,5 0-3-16,19 0 3 16,17 0-4-16,15 0 1 15,9 0 1-15,7 0-5 16,12 0 1-16,-8 0-6 16,-7 0 0-16,-29 0-1 15,-15 0 1-15,-21-4 1 16,-23-2-1-16,-16 2 0 15,-20 4 0-15,-12 0-1 16,-12 0-26-16,12 0-84 16,0 0-144-16,-1 0-284 0</inkml:trace>
  <inkml:trace contextRef="#ctx0" brushRef="#br0" timeOffset="30431.48">18725 14393 982 0,'0'0'89'0,"0"0"-18"0,0 0-19 0,0 0-20 0,0 0-8 16,0 0-23-16,199 2 10 15,-48-21-1-15,13-1-9 16,-5 8 1-16,-8-1-2 16,-19 10-4-16,19 0-38 15,-12 3-142-15,-7 0-196 0</inkml:trace>
  <inkml:trace contextRef="#ctx0" brushRef="#br0" timeOffset="31081.75">22858 14365 888 0,'0'0'124'0,"0"0"3"0,0 0-7 0,0 0-51 0,0 0-24 0,0 0 7 0,-68-1-20 15,68 1-8-15,0 0-3 16,0 0 1-16,0 0-3 16,44 0-3-16,59 0-8 15,41-13 7-15,43-4-11 0,32-3 3 16,16-3-8 0,-12 0 1-16,0 4-13 0,-36 0-22 15,-36 9-35 1,-31 5-22-16,-21-2-1 0,-23 7-22 15,-20 0-143-15,11-5-250 16</inkml:trace>
  <inkml:trace contextRef="#ctx0" brushRef="#br0" timeOffset="35170.07">4563 15234 499 0,'0'0'259'0,"0"0"-109"0,0 0-20 0,0 0-50 15,0 0 4-15,0 0-31 0,0 0-15 16,-24-4-11-16,24 4-1 16,0 0-4-16,0-3-1 15,35-1-6-15,21-1 7 16,4-6-1-16,0 2-5 15,19 0-6-15,5-1-1 16,11-2 2-16,-3-2-1 16,4 4-4-16,-5 0-4 15,25-2 3-15,-13 7-1 0,5-2 0 16,7 0-4 0,-19 7 0-16,11-2 0 0,-3-2 0 15,-9 4 3-15,9-4-3 16,-1 4-7-16,-11-2 7 15,-9-1 4-15,9 3-4 16,-20 0 6-16,19 0-4 16,-15 0 3-16,4 0-3 15,3 0-1-15,-3 0 1 16,11 0 5-16,-7 0 0 16,8 0-5-16,-9 0 2 15,1 0 2-15,-5 0-2 16,5 0-3-16,-16 0-1 15,15 0 2-15,-3 0-2 16,0 0 9-16,3 0-9 0,-11 0 0 16,19 0 0-16,-7 0-2 15,8 0 2-15,-21 0 1 16,21 0 0-16,-8 0-1 16,-5 0-2-16,-7 0 2 15,11 0 7-15,-11 0-7 16,-4 0-7-16,15 0 7 15,-3 0 1-15,4 0 0 16,-17 0 0-16,5 0-1 16,-28 0 0-16,-8 0 7 15,-12 0-14-15,-13 0 14 16,-11 0-14-16,0 0 6 0,0 0-15 16,0 0-125-16,-43 0-102 15,-29 0-427-15</inkml:trace>
  <inkml:trace contextRef="#ctx0" brushRef="#br0" timeOffset="47170.95">11478 15506 371 0,'0'0'672'0,"0"0"-584"0,0 0 36 0,0 0-57 0,0 0-16 0,0 0-12 15,0 0-16-15,-83 0-9 16,83 0-10-16,48 0-2 16,47 0 12-16,45-3 22 15,23-17-22-15,4 2-12 16,8 1 0-16,0 5-2 15,-11-5 1-15,-17 6-1 16,-40 0 0-16,-23 6-3 16,-40 5 3-16,-20-4 0 15,-12 4 5-15,-12 0-5 16,12 0-14-16,0 0-40 16,19 0-33-16,17 9-1 0,12 8-78 15,20-12-186 1</inkml:trace>
  <inkml:trace contextRef="#ctx0" brushRef="#br0" timeOffset="47632.05">14457 15361 845 0,'0'0'147'0,"0"0"46"0,0 0-112 0,0 0-14 16,0 0-1-16,0 0-42 16,-68 0-17-16,68 6-7 15,68-5 0-15,39-1 14 16,33 0 5-16,15 0-4 0,8 0-8 16,0-5-4-1,-3-4-3-15,-29 1 0 0,-16-1 3 16,-31 1-3-16,-36 8-3 15,-16-4-1-15,-20 4 0 16,0 0 1-16,-12 0-19 16,12 0-43-16,-12 26-31 15,0 1-103-15,0-8-189 16</inkml:trace>
  <inkml:trace contextRef="#ctx0" brushRef="#br0" timeOffset="48369.34">17379 15295 792 0,'0'0'130'0,"0"0"32"0,0 0-89 0,0 0-2 0,0 0-11 0,0 0-23 15,-71 0-29-15,71 0-7 16,47 0 6-16,33 0 10 16,15 0-4-16,49 0 6 15,31 0-10-15,24 0 8 16,20 0-9-16,16-10-7 15,0-1 4-15,-4 2-4 16,-20 2 0-16,-16 4 2 16,-40 3-3-16,-15 0 0 15,-21 0 6-15,-39 0-5 16,-13 0-1-16,-27 0 2 16,-20 0-1-16,-4 0 1 15,-8 0 6-15,-8 0-5 0,0 0 4 16,0 0-3-1,0 0-1-15,0 0 0 0,0 0-3 16,0 0-7-16,0 0-44 16,24 10-57-16,0-3-67 15,0-7-256-15</inkml:trace>
  <inkml:trace contextRef="#ctx0" brushRef="#br0" timeOffset="49382.02">22511 15258 750 0,'0'0'131'0,"0"0"28"0,0 0-51 0,0 0-8 0,0 0-16 0,0 0-26 0,-75 0-19 15,75 0-8-15,0 0-27 16,0 0-1-16,52 0-2 16,47 0 12-16,32 0 3 15,33 0-3-15,11 0-11 16,24 0 11-16,0 0-12 15,0 0-1-15,-4 0 4 16,-4 0-5-16,-8 0 1 0,-19 0 0 16,-21 0 2-16,-27 7-2 15,-9 2 1-15,-27 2 3 16,-25-10-3-16,-27 3-1 16,-20 0 0-16,-8-4 4 15,0 0 0-15,0 0 17 16,0 0-4-16,0 0-6 15,0 0-6-15,0 0 0 16,0 0-5-16,0 0 0 16,0 0-18-16,0 1-68 15,-24 14-81-15,-7-8-182 16</inkml:trace>
  <inkml:trace contextRef="#ctx0" brushRef="#br0" timeOffset="50731.72">7517 16293 644 0,'0'0'390'0,"0"0"-261"0,0 0 18 0,0 0-68 0,0 0-14 15,0 0-42-15,0 0-22 16,-92-12-1-16,160 22-8 16,51-4 6-16,45-6 2 15,23 0 12-15,12 0-8 16,-24-10-3-16,-12-2-1 15,-23 4-7-15,-37 7-23 16,-31 1-43-16,-12 0-42 0,-29 0-135 16,-31 0-527-16</inkml:trace>
  <inkml:trace contextRef="#ctx0" brushRef="#br0" timeOffset="56599.68">9297 15125 896 0,'0'0'108'0,"0"0"-12"0,0 0-50 0,0 0-29 0,0 0-5 0,0 0 11 15,0 0 51-15,207 89-18 16,-100-48-21-16,21 7 6 15,11 3-6-15,16 9-17 16,4 6 16-16,5 8-13 16,-1-1-2-16,-12 3 0 15,-19-6-14-15,-5-10 8 16,-31-5-3-16,-25-12-6 16,-15-17 0-16,-12-6 3 15,-16-11-7-15,-16-9 3 16,-4 0 3-16,-8 0 7 0,0 0 14 15,0-20 9 1,-24-15-29-16,-44-2-6 0,12-9 0 16,-3 5 0-16,-13 0-1 15,24 7 0-15,0 3-2 16,5 8 1-16,7 4 2 16,12 4-1-16,16 14 0 15,8-3-1-15,0 4 0 16,0 0-4-16,0 0-6 15,0 11 0-15,68 12 8 16,11 7 2-16,17-1 1 16,19 0-2-16,-11 2 2 15,-9 5-5-15,-11-6 4 16,-24 1 1-16,-17 0 0 16,-7-7 0-16,-36 3 1 0,0 1 3 15,0 10-4-15,-71 8-5 16,-25 5 3-16,-19 10-26 15,-1-3-69-15,9-5-91 16,15-17-103-16</inkml:trace>
  <inkml:trace contextRef="#ctx0" brushRef="#br0" timeOffset="57667.15">13453 16093 703 0,'0'0'134'0,"0"0"-5"0,0 0-2 0,0 0-21 0,0 0-12 0,0 0-43 16,12-93-8-16,-12 84-3 15,0-3-19-15,0 4 7 16,0 7 9-16,0 1 6 16,0 0-25-16,0-4-2 15,0 2-13-15,0-2 11 0,0-7-7 16,0 6-2 0,0 0-5-16,0-3 0 0,0 5 1 15,0 3-1-15,0-2 0 16,0 2 0-16,0 0 0 15,0 0-4-15,0 0 1 16,0 0 2-16,0 0-5 16,0 0 1-16,0 0 3 15,0 0-2-15,0 0 4 16,0 0 10-16,0 0-2 16,0 0-8-16,0 0 1 15,0 0-5-15,0 2-1 0,-24 24-2 16,1 6 3-1,-1 10 1-15,12 1 3 0,12-8-1 16,0 7 2-16,0-15-6 16,28 2 5-16,39-3 0 15,1-10 0-15,4-15-1 16,11-1 0-16,-11 0 0 16,-4-23 2-16,-13-16 2 15,-19-14 0-15,-12-2-2 16,-24 6 1-16,0 3-1 15,-24 4 2-15,-48 11 2 16,-19 2-2-16,-1 11-3 16,9 11-6-16,3 7 6 15,0 0-5-15,17 10-10 16,-5 31-63-16,20 10-66 0,16 13-70 16,28 3-109-16</inkml:trace>
  <inkml:trace contextRef="#ctx0" brushRef="#br0" timeOffset="57881.82">13581 16266 845 0,'0'0'188'0,"0"0"-79"0,0 0-53 0,0 0-23 15,0 0 50-15,-44 175-22 16,-4-96-37-16,-20-1-16 0,-3 8-7 15,-1 3-1 1,0-6-2-16,5-14-33 0,19-11-55 16,16-18-38-16,16-18-46 15,16-12-2-15,0-10-165 16</inkml:trace>
  <inkml:trace contextRef="#ctx0" brushRef="#br0" timeOffset="58201.05">13115 16847 600 0,'0'0'179'15,"0"0"-27"-15,0 0-9 16,0 0 7-16,0 0-62 16,0 0-77-16,-68 11-9 15,28 43 0-15,9 10 12 0,7 0-14 16,24-4 0 0,0 0 3-16,0-6 4 0,20-5-7 15,19-15 2-15,9-10-9 16,8-14 7-16,0-10 0 15,-5 0 4-15,5-6-1 16,-20-32 0-16,0-6 9 16,-36-3-11-16,0-3 5 15,0 4-2-15,-36 8 4 16,-24 10 9-16,-7 7-10 16,-5 19-7-16,0 2-10 15,5 0-22-15,19 16-8 16,12 9-85-16,24-3-83 15,12-10-133-15</inkml:trace>
  <inkml:trace contextRef="#ctx0" brushRef="#br0" timeOffset="58453.56">13573 16483 979 0,'0'0'199'15,"0"0"-70"-15,0 0-82 16,0 0-25-16,0 0-19 16,0 0 41-16,199 106 7 15,-96-55-11-15,-11 0-24 16,11 5-12-16,-19 2-4 16,-12-2-2-16,-13-1-27 0,-15-4-30 15,-20-7-35-15,-12-6-40 16,0-13-34-16,-12-8-105 15,0-17-288-15</inkml:trace>
  <inkml:trace contextRef="#ctx0" brushRef="#br0" timeOffset="58732.57">14305 17011 724 0,'0'0'179'0,"0"0"-44"16,0 0-74-16,0 0-38 15,0 0 28-15,-71 163 13 16,71-110-31-16,12-6-20 15,39-2-6-15,17-16 5 16,4-7-8-16,-5-13 0 0,1-9 0 16,-20 0-2-1,-12 0 2-15,-12-17 3 0,-24-16 0 16,0-9-2-16,0 2-5 16,-32 7 3-16,-20 4-1 15,-16 20-2-15,9 9-3 16,-1 0-4-16,-20 20-5 15,13 20-36-15,-5 9-46 16,0 2-120-16,13-5-267 16</inkml:trace>
  <inkml:trace contextRef="#ctx0" brushRef="#br0" timeOffset="59165.66">13059 17561 623 0,'0'0'343'0,"0"0"-235"0,0 0-9 0,0 0-81 0,0 0-17 0,0 0-1 15,-294 128 7-15,258-72 9 16,4-10 13-16,8-7-18 15,8-3-1-15,8-9-2 16,4-7-3-16,-4-5-5 16,4-2-5-16,-4-1 4 15,4-4-17-15,4-5-1 16,0-3-6-16,-8 0-30 0,-4 0-97 16,12 0-82-1,0 0-337-15</inkml:trace>
  <inkml:trace contextRef="#ctx0" brushRef="#br0" timeOffset="59532.11">12601 17968 417 0,'0'0'271'0,"0"0"-131"16,0 0-8-16,0 0-66 15,0 0-21-15,0 0-23 16,-255 65-8-16,228-45 23 16,3-1-11-16,0-4-4 15,4 4 0-15,8 7-6 16,12 6-2-16,0 4-5 0,0 8-2 15,0-6-5 1,0-1-3-16,24-8 1 0,12-4 0 16,11-9 1-16,-3-6 3 15,12-10-3-15,-8 0 2 16,0 0 0-16,-13-10-1 16,-11-9 9-16,-12-3-2 15,-12-4 3-15,0-8 17 16,-12 5-9-16,-35 3 19 15,-13 8-18-15,-8 11 3 16,0 5-22-16,9 2-2 16,-1 0 0-16,24 0-11 0,16 2-27 15,16 14-78-15,4-3-59 16,0-10-111-16,12-3-392 16</inkml:trace>
  <inkml:trace contextRef="#ctx0" brushRef="#br0" timeOffset="59751.23">12729 17800 727 0,'0'0'237'0,"0"0"-94"0,0 0-28 0,0 0-40 0,0 0-73 0,0 0 0 15,155 8 17-15,-75 34-4 0,-1-2-1 16,-7 4-14-1,12 5 0-15,-17-8 0 0,1 2-2 16,-20-4-15-16,-20-7-123 16,-9-6-64-16,-19-13-71 15,0-7-320-15</inkml:trace>
  <inkml:trace contextRef="#ctx0" brushRef="#br0" timeOffset="60017.83">13266 18195 638 0,'0'0'79'15,"0"0"21"-15,0 0 8 16,0 0-29-16,0 0-38 16,-44 162 4-16,76-125-4 15,16-6-22-15,8-2-4 0,-8-12-14 16,-1-6 7-16,-11-11 10 16,8 0 4-1,-8-11 7-15,-12-20 18 0,-20-6-12 16,-4 1-22-16,0 4-1 15,-16-1 11-15,-32 13-20 16,-20 4 0-16,21 9-2 16,-21 7-1-16,-4 0-8 15,12 2-20-15,-7 25-49 16,19-3-105-16,24-3-293 16</inkml:trace>
  <inkml:trace contextRef="#ctx0" brushRef="#br0" timeOffset="60782.65">19111 15888 727 0,'0'0'257'0,"0"0"-98"0,0 0-3 0,0 0-56 0,0 0-23 0,0 0-52 16,-28-81-25-16,28 104-12 15,0 5 12-15,28 2 4 16,28-12 3-16,12 2 2 0,3-18-6 16,9-2 4-16,-16 0 5 15,-21-8-7-15,-7-18 0 16,-36-10 7-16,0-1-7 15,0-1-5-15,-24 5-5 16,-23 18-7-16,-25 4-24 16,-8 11-7-16,-3 11-35 15,-9 33 4-15,8 20-46 16,5 6-20-16,23 5-118 16,20-1-217-16</inkml:trace>
  <inkml:trace contextRef="#ctx0" brushRef="#br0" timeOffset="61232.56">19107 16110 856 0,'0'0'128'0,"0"0"-29"0,0 0-33 16,0 0-29-16,0 0-21 16,0 0-16-16,12-4 1 15,0 26 0-15,0 6 1 16,0-2-2-16,0 3-3 15,-12 0 3-15,0-14 0 16,0 1 0-16,0-12-7 16,12-4 7-16,-12 0 4 15,0 0 2-15,0 0-6 0,0-8-3 16,12-6 0 0,-12-3 0-16,0-3 6 0,0-4 1 15,0-4-1 1,0-2 3-16,-12 2 14 0,-12 5 0 15,12 8 15-15,0 9-4 16,0 6-6-16,-12 0-13 16,-20 35-6-16,-15 28-3 15,-1 24-2-15,-8 14 7 16,9 6 7-16,3 11-8 16,-8-5-4-16,-4 3-3 15,13-9 1-15,3-22-2 16,8-10 1-16,20-29-4 15,12-15-18-15,12-10-44 0,0-14-76 16,0-7-129-16,0 0-371 16</inkml:trace>
  <inkml:trace contextRef="#ctx0" brushRef="#br0" timeOffset="61515.73">18594 17078 768 0,'0'0'104'0,"0"0"-35"0,0 0 7 0,0 0 25 0,0 0-53 0,23 161-24 0,49-141-12 15,8-9 11-15,3-11 2 0,-3 0-8 16,-20 0 3-16,-13-22 5 16,-15-5 10-16,-20-9 2 15,-12 2-2-15,0-2-14 16,-36 7-11-16,-31 12-3 15,7 10-7-15,4 7-8 16,-3 0-3-16,15 0-22 16,8 12-37-16,20 5-70 15,8-5-94-15,8-12-399 16</inkml:trace>
  <inkml:trace contextRef="#ctx0" brushRef="#br0" timeOffset="61783.3">19446 16148 967 0,'0'0'265'0,"0"0"-149"15,0 0-89-15,0 0-24 16,0 0-3-16,115 200 32 15,-39-111 0-15,3-4-21 16,1 1-3-16,-20-8-8 16,7-5 2-16,-19 7-2 0,-20-7-27 15,4-2-50-15,4-14-41 16,-4-19-86-16,3-16-97 16</inkml:trace>
  <inkml:trace contextRef="#ctx0" brushRef="#br0" timeOffset="62249.11">20115 17146 783 0,'0'0'89'0,"0"0"33"16,0 0-35-16,0 0-37 16,0 0-17-16,254 168-6 15,-194-144 42-15,0-14-64 0,-12-8-4 16,-17-2 10-1,-7 0-5-15,-12 0 4 0,-12-19 1 16,0-2-4-16,0-9-3 16,-48 2-2-16,-7 1-2 15,-9 7 1-15,-4 11 8 16,-11 9 2-16,7 0-11 16,-8 9 9-16,21 29-9 15,11 6 2-15,16 5 2 16,28 0-4-16,4-1-2 15,0-3 0-15,16-4 4 16,52-6-5-16,15 3 2 16,9-13-26-16,-9-5 11 15,-3-11 9-15,-20-9 7 0,-4 0 0 16,-21-22 0-16,-11-12 0 16,-24-10 7-1,0-1-4-15,0-6-3 0,-59 0 2 16,-13 6 10-16,-8 10 6 15,9 13-9-15,3 12-9 16,20 10 0-16,0 0-9 16,17 44-50-16,7 14-87 15,0 5-150-15</inkml:trace>
  <inkml:trace contextRef="#ctx0" brushRef="#br0" timeOffset="62732.51">20158 17612 966 0,'0'0'87'0,"0"0"-20"0,0 0-36 0,0 0-9 0,-302 196 1 15,210-121-5-15,-3 3-10 16,11 4-8-16,-8-3 5 16,13-12 4-16,7-10-9 15,12-8 0-15,13-18 0 0,11-4 0 16,4-7-32-1,20-4-45-15,0-3-103 0,12-7-4 16,0-6-85-16,0 0-186 16</inkml:trace>
  <inkml:trace contextRef="#ctx0" brushRef="#br0" timeOffset="62999.39">19155 18370 462 0,'0'0'207'0,"0"0"-60"16,0 0-33-16,0 0 3 15,0 0-21-15,0 0-77 16,12 24-9-16,-12 22 29 15,0-2-5-15,0-1-20 16,0 1-5-16,24-10-2 16,12-12-5-16,7-10 4 15,5-12-2-15,12 0 15 0,-12-10-9 16,-1-21 4 0,-27-3 12-16,4-4-7 0,-24-1-2 15,0 5-7-15,0 5-4 16,-24 4 1-16,-11 11-7 15,-13 11-4-15,-8 3-10 16,-4 0-20-16,1 26-29 16,-9 6-110-16,20-3-369 15</inkml:trace>
  <inkml:trace contextRef="#ctx0" brushRef="#br0" timeOffset="64385.7">14588 18040 974 0,'0'0'127'0,"0"0"17"0,0 0-64 0,0 0-5 0,0 0-8 0,0 0 0 16,-84-138-46-16,84 146-21 15,12 43-14-15,48 18 14 16,-4 14 12-16,-16-1-3 15,-8-2-7-15,-9-7-1 16,-11-18-1-16,8-5 0 16,-16-21 0-16,4-11-1 15,-8-14 1-15,0-4-1 16,0 0 1-16,0 0 0 16,-8 0-1-16,-39-20-1 15,3 1-2-15,-4-1 0 16,12-1 4-16,0 8 0 15,24 4-1-15,0 1-5 0,12 8 6 16,0 0-1 0,0 0-3-16,0 14-10 0,12 23 8 15,32 5 6-15,-4-3 1 16,-4-7-1-16,-4-12-1 16,-8-5 1-16,-1-10 1 15,-23-5 1-15,12 0 1 16,-4-5 23-16,-4-37-4 15,8-5-15-15,-4-4-7 16,-8 12-1-16,12 14-8 16,-8 3-26-16,20 8-38 15,20 0-54-15,16-3-133 0,7 5-290 16</inkml:trace>
  <inkml:trace contextRef="#ctx0" brushRef="#br0" timeOffset="65251.14">18912 17901 917 0,'0'0'108'0,"0"0"67"15,0 0-69-15,0 0-20 0,0 0-41 0,0 0-31 0,-60 1-14 16,60 65 0-1,24 16 27-15,8 6 13 0,-8 3-24 16,-8-1-14-16,4-7 2 16,-20-9-3-16,0-15 0 15,0-17-1-15,0-17 0 16,0-17 0-16,0-8-2 16,0 0 2-16,0-15 13 15,-32-29-11-15,-4-11-2 16,0 3 0-16,8 2 0 15,9 9-1-15,7 17 2 16,12 12-1-16,-12 7 1 16,12 5-1-16,0 0 0 15,0 31-14-15,35 19 13 0,9 10 1 16,4-3 5-16,0-3-5 16,-12-13 0-16,7-17 1 15,-19-7 1-15,-8-14-1 16,-8-3-1-16,8 0 14 15,16-34-2-15,4-21-3 16,0-5-9-16,-4 0-29 16,7 2-67-16,-7 2-85 15,-8 8-356-15</inkml:trace>
  <inkml:trace contextRef="#ctx0" brushRef="#br0" timeOffset="66499.56">15241 18760 636 0,'0'0'175'0,"0"0"-85"0,0 0 44 0,0 0-52 0,0 0-38 0,0 0-33 0,-44-25-11 15,44 57-3 1,0 10 3-16,20 2 2 0,16-6 7 15,12-9-6 1,31-4 0-16,13-10 6 0,16-1-4 16,23-5-5-16,16-9 10 15,5 0-8-15,3 0-2 16,8 0-2-16,0-7 2 16,24-20 3-16,1-7-3 15,19 4-1-15,-8-6 0 16,-8 7-8-16,-4 1-1 15,0 3 1-15,-12 3 0 16,-12 6 9-16,-3 3 6 16,-29 6-6-16,-11 7-2 15,-17 0-2-15,-23 0 4 16,-9 0 4-16,-11 7 0 0,8 7 2 16,3-3 1-1,-3-3 9-15,-8-5-10 0,-4 5 3 16,-17-1 11-16,5-2 12 15,-20-1 0-15,0-4-14 16,12 0-10-16,0 0 8 16,8 0 1-16,3 0-1 15,1-18-9-15,20-14-2 16,-9-4 2-16,9 2 7 16,-4-4 9-16,-20-2 29 15,-20 4 3-15,-5-2-26 16,-15 5-12-16,-4 7 1 15,0 6-14-15,0 13-4 0,0 3 0 16,0 1-56-16,0 3-112 16,-23 0-106-16,23-8-634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9T06:11:19.8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21524 9986 1174 0,'0'0'20'0,"0"0"63"0,0 0-40 0,0 0 8 15,0 0 23-15,0 0-42 0,0 0-7 16,0 0 8-16,482-40-16 15,-283 21-5-15,-4-1-4 16,-20 6-4-16,-20 1-3 16,-15 7 0-16,-33-1 0 15,-39 7-1-15,-20 0-1 16,-16 0 0-16,-32 0 0 16,0 0-9-16,0 0-7 15,0 0-17-15,0 7-27 16,-56 9-7-16,-12 6 17 0,-27 1-50 15,-13-1-104 1,-15-4-178-16</inkml:trace>
  <inkml:trace contextRef="#ctx0" brushRef="#br0" timeOffset="433.48">21843 9712 733 0,'0'0'136'16,"0"0"42"-16,0 0-77 15,0 0-20-15,0 0-3 0,0 0-37 16,-60-31-17 0,36 36-21-16,-24 28 3 0,-20 11-1 15,1 7 1-15,-5-1-4 16,4-2 7-16,5 3 0 15,-5-6 2-15,8-2-1 16,5-2 1-16,15-10-7 16,8-4 4-16,8-8-3 15,24-6-3-15,0-4-2 16,0 3 1-16,24 2 2 16,36-2 5-16,7 4 3 15,13-3 0-15,8 0-6 16,-9-4 5-16,17 4-6 15,-17-4 1-15,-11 2-3 0,-16-2-2 16,-20 0 0-16,3-4 0 16,-15 3-5-16,-8-1-3 15,0-5-48 1,0-2-109-16,-12 0-119 0,4 0-441 16</inkml:trace>
  <inkml:trace contextRef="#ctx0" brushRef="#br0" timeOffset="2883.24">25502 6411 753 0,'0'0'12'0,"0"0"154"0,0 0-41 0,0 0-37 0,0 0-32 0,0 0-13 16,0 0-17-16,-36 9 10 15,127-9 26-15,41-23-31 16,31-4 1-16,0 6-28 15,20 1 4-15,8 6-3 16,28-3 6-16,4 1-6 16,-16 5 1-16,-19 4-6 15,-37 7 0-15,-32 0-3 16,-3 0 7-16,-33 0-4 0,-23 0 0 16,-24 0 0-1,-16 0 1-15,-16 0-1 0,-4 0 0 16,0 0 3-16,0 0 2 15,0 0-3-15,0 0-2 16,0 0-27-16,0 0-131 16,-40 0-176-16</inkml:trace>
  <inkml:trace contextRef="#ctx0" brushRef="#br0" timeOffset="3766.64">22906 7359 1060 0,'0'0'86'0,"0"0"24"0,0 0-44 0,0 0-33 0,0 0 20 15,0 0-19-15,0 20-12 16,127-20 1-16,64 0 19 16,64 0-10-16,12-10-17 15,11-8-15-15,-27 8 1 16,-20-1 8-16,-20 8-8 16,-36 1 1-16,-35 2-2 0,-45 0 0 15,-39 0-3 1,-20 0-2-16,-16 0 5 15,-16 0-7-15,4 0-25 16,-4 0-51-16,8 0-92 0,20 0-56 16,3 0-191-1</inkml:trace>
  <inkml:trace contextRef="#ctx0" brushRef="#br0" timeOffset="4517.6">26457 7402 685 0,'0'0'91'0,"0"0"65"0,0 0-21 0,0 0-40 0,0 0-17 16,0 0-37-16,-12 8-23 15,12-5 11-15,12 3-8 16,48-3-2-16,8 1 13 16,11 0-12-16,-3-4-19 15,3 0 1-15,5 0 2 16,-4 0-2-16,-21 0-2 15,-15 0 0-15,-16 0-26 16,4 0-76-16,-20 0-95 16,-12 0-222-16</inkml:trace>
  <inkml:trace contextRef="#ctx0" brushRef="#br0" timeOffset="7817.54">21655 14692 854 0,'0'0'192'0,"0"0"-74"0,0 0-34 0,0 0-4 0,0 0 19 15,0 0-53-15,0 0-1 16,-71-78 17-16,71 78-18 16,0 0-15-16,0 0 0 15,-8 0-17-15,8 0 2 16,0 0-6-16,0 0-5 15,0 4-3-15,0 24 3 16,0 23-3-16,0 17 0 16,0 10 3-16,0 10 2 15,8 11-4-15,8 4 1 16,4 7 2-16,3-8-4 16,-11-8 4-16,0-5-4 15,8-16-2-15,-8-15 2 0,-8-22 4 16,4-12-4-1,-8-15-1-15,0-5 1 0,4-4 3 16,-4 0 0-16,0 0 7 16,0 0 4-16,0-29-7 15,-4-10-7-15,-20-4 1 16,-8-2-2-16,20-6 3 16,-11-4-4-16,23-1-2 15,-12-4 0-15,4 1-5 16,4-1 0-16,-4 4 5 15,4-4-2-15,-8-1 3 16,-8-1-1-16,4-6 4 0,-8-3-1 16,4 6-3-16,-4 7 1 15,0 11 3-15,16 12 0 16,-4 10-2-16,1 12 2 16,7 9 3-16,-4 4-1 15,4 0-1-15,-4 0-1 16,-8 14-3-16,-20 31-3 15,-8 9 6-15,-16 21 0 16,1-6 3-16,3-8-5 16,0-7 4-16,20-17 0 15,8-9 2-15,9-17-4 16,7-11 0-16,12 0 0 16,-12 0 2-16,0-28 7 15,12-23-9-15,0-21-1 16,0-11-5-16,55 1 1 15,9 5-2-15,4 16 2 0,-8 16 5 16,-5 21-3-16,-7 11-1 16,20 13 0-16,-9 8-6 15,13 38 8-15,0 19-1 16,-5 16 0-16,-7 13-22 16,8 12-113-16,-8 2-92 15,-1-9-103-15</inkml:trace>
  <inkml:trace contextRef="#ctx0" brushRef="#br0" timeOffset="19404.09">24084 14627 830 0,'0'0'129'0,"0"0"-1"0,0 0-43 0,0 0 8 0,0 0-35 0,0 0 6 16,0 0-24-16,-103 25-2 15,103-25-1-15,0 0-3 16,0 0-20-16,47 0-4 15,37 0-2-15,31 0 5 16,25 0 14-16,19-6-4 16,8-9-23-16,9-8 13 15,11 1-11-15,-12 3-1 16,-36-4 3-16,-7 9 1 0,-41 9-5 16,-23 2 0-1,-28 3-1-15,-20 0 1 0,-8 0 0 16,-12 0 2-16,0 0 1 15,0 0 9-15,0 0 9 16,0 0 4-16,0 0-4 16,-24 0-11-16,-32 0 3 15,-28 0-11-15,-23 3-1 16,-29 12-1-16,-27 4 0 16,-4-2 0-16,-8-3 8 0,0 0-8 15,35 0-9 1,21-1 8-16,27-4-4 0,32 3 5 15,13 1-1-15,3-3-8 16,20 7-8-16,16 7-32 16,-4 3-56-16,0-1-90 15,8-6-104-15,4-11-784 16</inkml:trace>
  <inkml:trace contextRef="#ctx0" brushRef="#br0" timeOffset="24733.41">25382 14037 697 0,'0'0'168'0,"0"0"-38"0,0 0-50 0,0 0-46 0,0 0 18 16,0 0-10-16,0 0 3 15,56 38 5-15,-32-16 2 16,-8 7-9-16,16-3-12 0,-9 10-2 16,13 6-10-16,0-1-8 15,-4 1 2-15,4-13 3 16,-8-15-11-16,-8-10 16 15,27-4-2-15,21-41 13 16,28-36 23-16,43-35-33 16,12-11-18-16,5 4-3 15,-9 2 0-15,-28 20-1 16,-11 24-4-16,-41 18-9 16,-7 25 10-16,-28 17-16 15,-16 9-26-15,-4 4-39 16,-12 0-56-16,0 28 1 15,0 21-153-15,-4 4-412 16</inkml:trace>
  <inkml:trace contextRef="#ctx0" brushRef="#br0" timeOffset="40151.96">9014 16745 496 0,'0'0'240'0,"0"0"-125"0,0 0-36 0,0 0 29 0,0 0-26 15,0 0-20-15,0 0-10 16,0 0-8-16,-32-37-13 16,32 37 17-16,0 0-27 15,0 0-2-15,0 0-3 16,0 0-15-16,0 14-1 15,0 6 11-15,32-8 15 16,-8 2-22-16,-12-3 5 16,8-4 3-16,-4-7 13 0,3 0-10 15,9 0 9-15,16-22 2 16,24-22-9-16,15-14-12 16,-11-10-5-16,24 0 1 15,-5-7 0-15,-7 4-1 16,-5 9 0-16,-11 15-2 15,-8 16-20-15,-12 12-41 16,-16 19-55-16,-5 0-35 16,-19 0-133-16,-4 25-65 15</inkml:trace>
  <inkml:trace contextRef="#ctx0" brushRef="#br0" timeOffset="41368.44">11908 16335 749 0,'0'0'166'0,"0"0"-114"0,0 0 19 0,0 0-5 0,0 0-2 0,0 0-47 16,60 51 46-16,-24-29-20 15,0 1 0-15,-12-5 6 16,20-2-2-16,-17 1-24 16,5-12-2-16,-8-1 2 15,0-4 5-15,32 0-10 16,19-42 2-16,25-21-8 0,8-19-5 16,11-1-7-16,-16 3-7 15,1 10-31-15,-8 14-75 16,-13 7-8-16,-3 14-47 15,-9 2-115-15,-3 3-161 16</inkml:trace>
  <inkml:trace contextRef="#ctx0" brushRef="#br0" timeOffset="41985.78">15357 16582 1034 0,'0'0'143'0,"0"0"-57"0,0 0-23 16,0 0 32-16,0 0-42 0,0 0-10 15,-36-104-9-15,36 104-24 16,0 0-7-16,0 0-3 0,0 0-1 16,24 4-1-1,23 6 2-15,1 4 3 0,12-11-2 16,0-3 0-16,7 0 3 16,17-17-1-16,7-24-3 15,13-17 0-15,15-26 0 16,21-9-4-16,23-10-62 15,0 1-155-15,-11 7-282 16</inkml:trace>
  <inkml:trace contextRef="#ctx0" brushRef="#br0" timeOffset="48450.35">19613 14675 994 0,'0'0'94'0,"0"0"-11"0,0 0-27 0,0 0-18 16,0 0 2-16,0 0-7 0,0 0-13 16,56 8-11-1,99-30 16-15,64-15 7 0,28-6-20 16,19 0 6-16,17-2-6 16,20 5-12-16,11 3 0 15,13 3 7-15,-9 8-3 16,-27 14 0-16,-56 6-4 15,-40 6 0-15,-64 0-3 16,-39 0 6-16,-44 0-2 16,-12 6-1-16,-17-2 0 15,-19-1 2-15,0-3 4 16,0 0-5-16,0 2-1 16,0 9-4-16,-35 10-91 15,-69 10-151-15,-35 8-849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9T06:12:37.7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25414 302 364 0,'0'0'172'0,"0"0"-74"0,0 0-45 0,0 0-8 0,0 0 8 15,0 0 53-15,0 0-14 16,0-26-1-16,0 15 5 16,0 2 4-16,0-3-32 15,0 2-22-15,0 4-6 16,0 0 19-16,0 6-10 15,0 0-25-15,0 0 8 16,0 0-21-16,4 0 5 16,8 0-16-16,20 9-1 15,8 16-3-15,15 8 4 0,1-6 1 16,-8 10 2-16,0 1 3 16,-13 0-12-16,1 2 6 15,-4-2-1-15,-16-9-28 16,4-7-64-16,-8-8-44 15,-8-8-67-15,-4-6-56 16,0 0-189-16</inkml:trace>
  <inkml:trace contextRef="#ctx0" brushRef="#br0" timeOffset="202.57">25840 253 383 0,'0'0'426'0,"0"0"-177"15,0 0-74-15,0 0-92 0,0 0-46 16,0 0-26-16,-96 7-11 16,53 29 0-16,-21 14 9 15,-4 0-8-15,9-2 0 16,3-2-1-16,8-7-11 16,12-3-66-16,24-10-138 15,12-11-107-15</inkml:trace>
  <inkml:trace contextRef="#ctx0" brushRef="#br0" timeOffset="515.84">26210 467 892 0,'0'0'245'0,"0"0"-97"16,0 0-86-16,0 0-46 16,0 0 4-16,0 0 13 0,28 79 8 15,-20-42-26-15,-4 9-13 16,-4-6 3-16,0 2-10 15,0-1 3-15,0-7-69 16,8-4-84-16,16-12-202 16</inkml:trace>
  <inkml:trace contextRef="#ctx0" brushRef="#br0" timeOffset="771.23">27138 347 677 0,'0'0'389'15,"0"0"-158"-15,0 0-126 0,0 0-13 16,0 0-72-16,0 0-19 16,56 6-1-16,11 28 15 15,5 4-10-15,8 6 6 16,-21 5-4-16,1-2-7 15,-4 1 0-15,-20-10-14 16,0-9-105-16,-13-11-20 16,-11-18-112-16,0 0-102 15</inkml:trace>
  <inkml:trace contextRef="#ctx0" brushRef="#br0" timeOffset="949.23">27640 364 595 0,'0'0'197'0,"0"0"-14"0,0 0-37 15,0 0-16-15,0 0-52 16,0 0-57-16,-176 0-14 16,137 54 10-16,-9 8-6 15,4-2-10-15,12 0-1 16,4-6-2-16,16-7-48 16,4-19-200-16,8-12-138 15</inkml:trace>
  <inkml:trace contextRef="#ctx0" brushRef="#br0" timeOffset="1200.18">27954 438 606 0,'0'0'104'0,"0"0"2"0,0 0-14 16,0 0-27-16,0 0-31 15,0 0-9-15,207 178-4 16,-239-127-9-16,-27 2 4 15,11-7 8-15,4-12 0 16,28-17 2-16,4-12-4 16,12-5-8-16,0 0-6 15,36 0 15-15,36-26-19 16,23 4 0-16,-3-7-4 16,11-2-80-16,1-1-68 0,-9-3-105 15</inkml:trace>
  <inkml:trace contextRef="#ctx0" brushRef="#br0" timeOffset="1417.49">29025 296 693 0,'0'0'321'0,"0"0"-128"16,0 0-107-16,0 0-64 15,0 0-9-15,0 0 43 16,96 112-3-16,-28-63-5 15,3-5-21-15,-3 4-23 16,-8-1-1-16,-21-3-6 16,-7-2-31-16,-8-8-90 0,-24-10-94 15,12-19-113-15,-12-5-354 16</inkml:trace>
  <inkml:trace contextRef="#ctx0" brushRef="#br0" timeOffset="1599.06">29483 413 275 0,'0'0'508'15,"0"0"-277"-15,0 0-45 16,0 0-46-16,0 0-42 16,0 0-29-16,-131-73-60 15,107 104-9-15,-20 16 0 16,8 11 5-16,-8 12-2 16,5 7-6-16,-17 1-5 15,24-8-85-15,8-16-74 16,20-25-132-16,4-20-337 0</inkml:trace>
  <inkml:trace contextRef="#ctx0" brushRef="#br0" timeOffset="1933.29">29682 524 499 0,'0'0'203'16,"0"0"-83"-16,0 0-1 15,0 0-64-15,315-29-4 16,-267 29-22-16,-17 9 0 15,-27 19-5-15,-4 9 8 16,0 3-4-16,-24 8-14 16,-23-4 2-16,23-5-14 15,24-13-2-15,0-2 0 16,0-11 9-16,0-4-8 0,0 1-2 16,56-4 3-16,-5 0-2 15,17 5 1-15,0-5-2 16,-21 2 1-16,-19 1-1 15,-20 5 2-15,-8 0-1 16,0-5 13-16,-12 5 7 16,-67 7 8-16,-29 7-6 15,-43 0-20-15,-8 4-4 16,3 2-35-16,5-4-134 16,36-5-273-16</inkml:trace>
  <inkml:trace contextRef="#ctx0" brushRef="#br0" timeOffset="2767.09">32135 191 948 0,'0'0'271'0,"0"0"-128"0,0 0-31 0,0 0-71 0,0 0-41 0,0 0 10 16,12 74-10-16,48-35 7 0,-1-7-7 16,-3-4 4-16,0-8 1 15,-8-6-4-15,-13-6 0 16,-11-8 1-16,0 0-1 15,12 0-1-15,-12-15 6 16,0-23 1-16,-4-2-3 16,-8 0-4-16,-8-2 2 15,8 11-1-15,-12 8 9 16,0 9 22-16,0 13-1 16,0 1-4-16,0 0-15 0,0 11-10 15,0 21-4-15,0 16-1 16,0 10 3-16,0 15-3 15,-16 16 1-15,-16 10-79 16,8 9-88-16,-4-14-70 16,-4-9-247-16</inkml:trace>
  <inkml:trace contextRef="#ctx0" brushRef="#br0" timeOffset="3549.74">31235 408 692 0,'0'0'220'0,"0"0"-102"0,0 0-1 0,0 0-4 0,0 0-27 0,0 0-24 0,-48-92 25 0,40 89-24 16,4 1-6-16,-4 2-12 16,4 0-14-16,-4 0-15 15,8 0-5-15,-4 0-10 16,-4 0 3-16,8 22-8 15,-4 16 8-15,4 21-2 0,0 15 3 16,0 18 12 0,0 13-9-16,0 10 1 0,0 10 0 15,0-4-6 1,24 7-2-16,4-1-1 0,8-2 2 16,-4 5 10-16,4-5-6 15,0-7-6-15,-5-3 0 16,-7-1 0-16,0 4 1 15,12 2 1-15,-12 10 3 16,8 3 0-16,-4 7-4 16,4 4 8-16,-5 1 0 15,5 8-3-15,4 5-4 16,0 2 3-16,8-11-1 16,-16-6-1-16,3-5-1 15,5-3 0-15,-12-12 6 0,-12-14-7 16,8-15 3-16,-16-17-4 15,4-19 2-15,-4-19 5 16,4-16-14-16,-8-17 1 16,0-6-14-16,0-6-38 15,-36-45-60-15,-67-26-149 16,-29-34-136-16</inkml:trace>
  <inkml:trace contextRef="#ctx0" brushRef="#br0" timeOffset="4650.07">25020 1047 462 0,'0'0'225'0,"0"0"-53"0,0 0-80 0,0 0-38 0,0 0 20 0,0 0-30 15,0 0-13-15,-199 46-10 16,199-32-3-16,4 0 10 16,51 0 44-16,17 0-26 15,20-2-13-15,35 5-10 16,12-9 4-16,13 9-5 0,15-3-2 15,16 1-20-15,-8-1 3 16,16 3-1 0,9-4 3-16,7-1-3 0,4-3-2 15,8 2 2-15,-16-2-2 16,4-3-2-16,-16 5 2 16,-4-9 5-16,8-2-4 15,-8 0 3-15,4 0 6 16,4 0-9-16,4 0 7 15,12-7-2-15,20-5 8 16,16-10-1-16,32 3-5 16,16-3 5-16,-5 0-12 15,-7-4 1-15,-4 3-2 0,-9-5 6 16,-15 7-6-16,0-2-3 16,-32 1 3-16,-24 0 1 15,-12 5 0-15,-24 0 2 16,-11 3-2-16,-9 2-1 15,-4-3 0-15,1 10-2 16,15-1 7-16,4-1-4 16,-3 1-1-16,3-4 1 15,-8 1-2-15,-19 0 2 16,-1-1-2-16,-31 7 5 16,-29-1-2-16,-23 4-2 15,0 0 2-15,-24 0 12 0,-12 0-13 16,-4 0 3-16,-8 0-3 15,0 0-2-15,0 0-5 16,-60 13-13-16,-44 9-46 16,-67 7-96-16,-44 0-180 15</inkml:trace>
  <inkml:trace contextRef="#ctx0" brushRef="#br0" timeOffset="5484.07">23909 1377 938 0,'0'0'265'0,"0"0"-83"0,0 0-29 0,0 0-50 0,0 0-67 15,0 0-22-15,-24-22-14 16,24 44 2-16,24 11-2 16,12 11 0-16,0 7 0 15,-16 8-2-15,-5 9-29 16,5 1-111-16,-8-1-81 15,4 0-217-15</inkml:trace>
  <inkml:trace contextRef="#ctx0" brushRef="#br0" timeOffset="5933.98">24072 2452 963 0,'0'0'252'16,"0"0"-129"-16,0 0-50 16,0 0-11-16,0 0-40 0,0 0-20 15,108-46-2-15,-53 46-1 16,-19 0 0-16,-12 16 0 16,-24 19-13-16,0 6 3 15,0 6 10-15,-8 1 1 16,-20-10-2-16,8-10 2 15,8-8-5-15,8-11 5 16,4-9 0-16,0 0 6 16,0 0-9-16,4 0 6 15,44 0-3-15,8 0 0 0,16-3-21 16,-5 0-135-16,-11 3-191 16</inkml:trace>
  <inkml:trace contextRef="#ctx0" brushRef="#br0" timeOffset="6366.53">24482 3070 714 0,'0'0'210'0,"0"0"-115"15,0 0-32-15,0 0-13 16,0 0 9-16,0 0-44 16,128-41-13-16,-124 41-2 15,-4 25-1-15,0-2-4 16,0 11 5-16,0-2 0 16,0-5-3-16,-16 2-4 15,8-7-16-15,8 2-16 16,0-7 26-16,0 0 1 15,0-5 9-15,0 2 2 16,20-6 1-16,8 0 1 16,-9-2-1-16,5 0-1 15,-12 0 1-15,0 7 2 16,-12-4 10-16,0 3 5 0,-12 5-4 16,-35-4 14-16,-13-1-27 15,-8 5-5-15,0-4-63 16,5-4-89-16,7 3-280 15</inkml:trace>
  <inkml:trace contextRef="#ctx0" brushRef="#br0" timeOffset="6666.33">24411 3883 644 0,'0'0'342'0,"0"0"-238"0,0 0-71 0,0 0-33 0,0 0-21 15,0 0 8-15,0 83-73 0,0-45-214 16</inkml:trace>
  <inkml:trace contextRef="#ctx0" brushRef="#br0" timeOffset="6834.05">24446 4404 675 0,'0'0'218'15,"0"0"-85"-15,0 0-45 16,0 0-69-16,0 0-19 16,0 0-8-16,0 22-114 15,0-13-362-15</inkml:trace>
  <inkml:trace contextRef="#ctx0" brushRef="#br0" timeOffset="7166.45">23933 4635 573 0,'0'0'494'0,"0"0"-249"16,0 0-64-16,0 0-62 0,0 0-69 15,0 0-35-15,-44-6-14 16,52 46 11-16,20 11-1 15,4 0-11-15,-8 7-1 16,-12-4-9-16,11-10-48 16,1-6-77-16,0-16-48 15,20-15-103-15,-8-7-202 16</inkml:trace>
  <inkml:trace contextRef="#ctx0" brushRef="#br0" timeOffset="7634.5">24399 4785 731 0,'0'0'246'15,"0"0"-66"-15,0 0-63 16,0 0-74-16,0 0-39 16,0 0 2-16,0 75 0 15,12-38 2-15,4-3-2 16,3-13-5-16,-3-5-1 16,4-10 3-16,-8-6-2 15,0 0 0-15,8 0 3 16,-16 0 4-16,8-15-6 15,-4-8 1-15,-8 8-3 16,0-4 2-16,0 4-2 16,0-6 4-16,0 1-2 15,0 3-2-15,0 1-1 0,0 8 1 16,4 3 4 0,8 5-3-16,12 0 19 0,0 0-8 15,8 0-3-15,3 0-8 16,9 0-1-16,-16 22-1 15,16 2 1-15,-8 0 1 16,11-7-1-16,1-8-2 16,-12-8 1-16,-12-1 1 15,-4 0 0-15,-8 0 0 16,-12 0 0-16,12-17 6 16,-12-9 2-16,0-3 23 15,-12 2 20-15,-32-2-4 0,-8 3-35 16,-27 10-12-1,11 9-12-15,-16 7-97 0,17 0-93 16,31-2-369-16</inkml:trace>
  <inkml:trace contextRef="#ctx0" brushRef="#br0" timeOffset="8736.62">26163 2136 308 0,'0'0'413'0,"0"0"-234"0,0 0-77 0,0 0-25 16,0 0 11-16,0 0-27 0,119-114-34 16,44 85-18-16,84-2 18 15,76-5-20-15,39-2-6 16,36-1-2-16,4 3 3 15,-8 0-2-15,-7 2 0 16,-37 8 1-16,-24 4 0 16,-31 13-1-16,-60 2 0 15,-52 7 0-15,-79 0 5 16,-65 0-5-16,-31 0-14 16,-8 0 11-16,0 0-17 0,-19 16-48 15,-45 10 40 1,-36 5-17-16,-7 1-62 0,-9-3-157 15,9-2-333-15</inkml:trace>
  <inkml:trace contextRef="#ctx0" brushRef="#br0" timeOffset="9099.78">26537 2667 655 0,'0'0'87'0,"0"0"43"16,0 0-48 0,0 0-51-16,0 0 34 0,342 0 43 15,-87 0-57-15,40-20-47 16,39-7 0-16,20-7 0 15,29-7-3-15,-9 1 2 16,-24 2 2-16,-47 9-4 16,-56 7-1-16,-56 6 1 15,-56 8-1-15,-63 7 3 16,-36 1-3-16,-36 0-1 16,0 0-41-16,-36 15-79 15,-12 2 63-15,-12 7-37 16,17-4-46-16,-1 2-36 15</inkml:trace>
  <inkml:trace contextRef="#ctx0" brushRef="#br0" timeOffset="9468.45">26875 3568 905 0,'0'0'59'16,"0"0"22"-16,0 0-50 0,0 0 49 16,327-47-1-16,-88 5-45 15,47-5-12-15,13-7-18 16,3 3-1-16,-11 3-3 15,-24 7 1-15,-32 6 5 16,-36 12-5-16,-36 2-1 16,-12 1-1-16,-11 9-3 15,-21 4 1-15,-27 4-18 16,-13 3-20-16,-27 0-52 16,-16 0 26-16,-16 0-23 15,-20 0-68-15,0 16 17 0,-8-2-2 16</inkml:trace>
  <inkml:trace contextRef="#ctx0" brushRef="#br0" timeOffset="9767.36">27453 4161 690 0,'0'0'93'0,"0"0"-37"15,0 0 33-15,0 0-21 0,430-24-14 16,-219-13-21-16,31 1 3 16,5-2-36-16,0-1 0 15,-24 14 0-15,-16 3 4 16,-32 6-4-16,-35 13-4 15,-33 3-34-15,-35 0-30 16,-40 3-79-16,-32 19-144 16</inkml:trace>
  <inkml:trace contextRef="#ctx0" brushRef="#br0" timeOffset="9966.29">28639 4498 616 0,'0'0'90'16,"0"0"-34"-16,0 0-20 16,338 0-1-16,-230-3 10 15,7-16-18-15,-7-3-17 16,19-5-10-16,5 0-6 16,3-2-57-16,-15-6-109 15,19-3-411-15</inkml:trace>
  <inkml:trace contextRef="#ctx0" brushRef="#br0" timeOffset="12949.85">22169 1765 980 0,'0'0'132'0,"0"0"24"0,0 0-107 0,0 0-28 0,0 0 8 16,0 0 0-16,155-10 1 16,-15 1-5-16,11-7-15 15,-4-7-10-15,-3 2 0 16,-5-4 1-16,-36 3 2 15,-31-2-3-15,-48 3-3 16,-12 4-15-16,-12-1 9 16,0-2-15-16,-60 3 11 15,1 5 12-15,-9 1-4 16,24 4 5-16,16 1 16 16,16 2 21-16,12 4 14 15,0 0-16-15,0 0-24 16,0 0 0-16,28 0-11 0,28 0 0 15,35 0 1-15,-19 0 3 16,8 11-5-16,-21 6 2 16,-23 6-2-16,-12 8 0 15,-24 15-3-15,0 10-10 16,0 15-44-16,-56-2-109 16,-7-4-182-16</inkml:trace>
  <inkml:trace contextRef="#ctx0" brushRef="#br0" timeOffset="13551.16">22225 2774 448 0,'0'0'526'15,"0"0"-339"-15,0 0-51 0,0 0-76 0,0 0 2 0,0 0-31 0,-92 10-12 16,140-10-11-16,55 0 11 16,41 0 23-16,31-19-23 15,8-13-14-15,-4 4-2 16,-19 2 3-16,-41 1-12 16,-35 8 5-16,-41 2 1 15,-27 9 1-15,-16 3 2 16,0-2-3-16,-4 0 0 15,-51-2-15-15,-17-3 5 16,12-5 8-16,-11 0-2 16,15-1 4-16,12 0 3 15,16 6 4-15,16 4 7 16,12 3 18-16,0 0-10 0,0 3 0 16,0 0-13-16,0 0-9 15,40 0 0-15,28 0 0 16,23 6 8-16,-19 10-8 15,-4 0-4-15,-29 6 0 16,-7 0 4-16,-20 10-5 16,-12 15-33-16,-8 9-70 15,-79 15-136-15,-41-1-401 16</inkml:trace>
  <inkml:trace contextRef="#ctx0" brushRef="#br0" timeOffset="18633.99">31784 1370 958 0,'0'0'230'0,"0"0"-82"0,0 0-97 0,0 0-34 0,0 0-17 16,0 0 7-16,0 0-4 16,12 118 4-16,12-84 5 15,-12-2 0-15,-4-13-7 16,-8-8 7-16,0-7-12 16,0-4 4-16,0 0 10 15,0 0 6-15,0-24 22 16,0-13-22-16,-12-11-3 15,-8-3-8-15,8 3-1 16,12 6-1-16,0 18 0 0,0 15 27 16,0 9-8-16,0 0-11 15,0 0-15-15,0 12-3 16,60 23-1-16,20 3 8 16,3-3-5-16,1-6 1 15,-8-7-1-15,-13-6-5 16,-15-7-6-16,-16-5 10 15,-20-4-7-15,-12 0-9 16,12 0 17-16,-12-6 1 16,0-31 0-16,0-6 1 0,0-6-1 15,-24-4 1-15,-12 4 1 16,4 15 0-16,8 16 0 16,12 12 8-1,1 6-9-15,11 0-1 0,-4 0-9 16,-4 0-23-16,8 24-52 15,0 9-66-15,0-3-96 16,8 2-160-16</inkml:trace>
  <inkml:trace contextRef="#ctx0" brushRef="#br0" timeOffset="18923.22">32569 1308 843 0,'0'0'205'0,"0"0"-157"0,0 0-24 0,0 0 42 0,0 0-35 0,0 0-23 16,72 185-5-16,-41-157-2 15,13-6 3-15,-8-11-3 16,0-6 0-16,4-5 5 16,11 0-5-16,-15-22 11 15,-12-10 17-15,-12-3 18 16,-12-4 13-16,0 2 11 15,-12 2-13-15,-44 5-19 16,1 13-26-16,-5 2-13 16,-4 15-6-16,-11 0-31 15,11 17-81-15,-4 24-60 0,20 10-297 16</inkml:trace>
  <inkml:trace contextRef="#ctx0" brushRef="#br0" timeOffset="19500.52">32322 2051 864 0,'0'0'288'0,"0"0"-103"0,0 0-112 16,0 0-34-16,0 0-32 16,0 0-7-16,-24 69 0 15,24-34 9-15,0-6-5 16,0-7-4-16,0-6 6 16,0-3-3-16,0-10-1 15,0-3-1-15,0 0-1 16,0 0 21-16,0-12-4 15,0-23 14-15,0-14-25 16,0 2-3-16,0 0 0 16,0 8 12-16,0 18-1 15,0 10-3-15,0 7 9 16,0 4-10-16,0 0-10 0,12 8-7 16,44 17 6-16,8 0 1 15,-9-3-1-15,5-1-2 16,-16 0 3-16,-8-12-12 15,-20-6-1-15,-5-3 11 16,-3 0 2-16,-8 0 3 16,0-18 9-16,0-20-8 15,0-4 2-15,0-5 1 16,0 2 1-16,-19 7 0 16,-5 7-4-16,12 18-1 0,0 9-6 15,8 4 3 1,4 0-2-16,0 0-55 15,0 17-100-15,0 14-5 0,0 1-121 16,0-1-159 0</inkml:trace>
  <inkml:trace contextRef="#ctx0" brushRef="#br0" timeOffset="19784.58">32780 1993 455 0,'0'0'348'0,"0"0"-161"0,0 0-110 0,0 0-62 0,0 0-6 0,0 0 9 16,68 92-4-16,-33-70 7 16,1-4-16-16,-4-3 6 15,-4-13-6-15,-4-2-3 0,-16 0 28 16,16 0 45-16,0-22-14 16,-12-9-30-16,-4-7 18 15,-8-4 10-15,0 4-28 16,-8 4-3-16,-40 5-9 15,0 9-16-15,-8 11-3 16,-3 9-21-16,-9 0-54 16,8 29-76-16,-12 14-176 15,25 12-434-15</inkml:trace>
  <inkml:trace contextRef="#ctx0" brushRef="#br0" timeOffset="20518.64">32183 2727 585 0,'0'0'304'0,"0"0"-87"0,0 0-38 0,0 0-70 0,0 0 8 16,0 0-46-16,-48-60-43 16,48 60-24-16,32 9 1 15,27 13-4-15,13-1-2 16,0 7-3-16,-5-10 4 16,-7-2 6-16,-12-3-6 15,-16-6-1-15,-16-1-10 16,-8-6 1-16,-8 0 4 15,0 0 6-15,0-17 6 16,0-15-6-16,0-2-6 16,-8 2 6-16,4 7 8 15,-8 12 12-15,4 6 2 0,8 7 14 16,-4 0-6-16,-4 0-30 16,4 21-1-16,-8 21-2 15,4 13 3-15,4 9-3 16,4-4 3-16,-8 3 0 15,8-3-31-15,-12-9-60 16,12-6-79-16,0-17-53 16,0-19-102-16</inkml:trace>
  <inkml:trace contextRef="#ctx0" brushRef="#br0" timeOffset="21016.73">32792 2964 721 0,'0'0'248'0,"0"0"-116"16,0 0-14-16,0 0-56 16,0 0-36-16,0 0-2 15,123-106-11-15,-107 77 17 16,-8 12 17-16,-8 1 14 16,0 10-8-16,0 6-7 15,0 0-16-15,0 0-28 16,-20 0-2-16,-4 28-9 15,8 6 5-15,-3 6 4 16,19-5-5-16,0-4-1 16,0-4 0-16,47-12-5 15,9-9-7-15,4-6-1 0,-1 0 19 16,-3-6-21-16,-8-22 14 16,-12-9 6-16,8-2 2 15,-9-5-2-15,-11 8 2 16,-12 7-1-16,0 12 5 15,-12 12 3-15,0 5 18 16,0 0-9-16,0 0-5 16,4 0-11-16,28 13-1 15,0 16 0-15,8 2 4 16,4 0-3-16,-17-4 2 16,-7-5 5-16,-8-5-8 0,-12 0 2 15,0 3-2 1,-12 2 5-16,-43-4-2 15,-17 2-3-15,-12-1-1 0,5 4-27 16,19-5-74-16,4-2-80 16,28 4-162-1</inkml:trace>
  <inkml:trace contextRef="#ctx0" brushRef="#br0" timeOffset="21400.67">32704 3648 950 0,'0'0'199'0,"0"0"-44"0,0 0-145 0,0 0-10 0,0 0-5 0,0 0-46 15,-8 84-44-15,32-26-106 16,0 0-98-16,-4 5-196 16</inkml:trace>
  <inkml:trace contextRef="#ctx0" brushRef="#br0" timeOffset="21517.06">32792 4382 579 0,'0'0'117'15,"0"0"-7"-15,0 0 42 16,0 0-120-16,0 0-17 15,0 0-7-15,0 106-8 16,0-89-12-16,0 7-80 16,0 7-122-16,0 3-123 0</inkml:trace>
  <inkml:trace contextRef="#ctx0" brushRef="#br0" timeOffset="21650.4">32812 4803 415 0,'0'0'191'0,"0"0"-79"15,0 0 25-15,0 0 18 16,0 0-40-16,0 0-14 15,36 67-29-15,-36-67-32 16,0 0-24-16,0 0-16 16,0 0-25-16,-20 0-392 15</inkml:trace>
  <inkml:trace contextRef="#ctx0" brushRef="#br0" timeOffset="24467.96">5602 4393 609 0,'0'0'164'0,"0"0"-2"0,0 0-69 0,0 0-18 15,0 0 5-15,0 0-12 16,0 0-18-16,103-44-20 16,-27 6-20-16,15-3-1 15,1 4-5-15,0-4 4 0,-21 8-8 16,-11 3-3-16,12 0 3 16,-25 4 4-16,-15 8-3 15,-8 1 5-15,-12 11-5 16,-12 1 0-16,0 4 6 15,0-3 5-15,0 0 8 16,0-4 9-16,-24-4-17 16,0 7 2-16,-8-1-11 15,9 0 13-15,-1 0-2 16,12 6-14-16,0-4 8 16,8 4-3-16,4 0-3 15,0-4 5-15,0 4 2 16,0 0-5-16,0 0 1 0,0 0-10 15,24 0 0-15,24 0 5 16,-1 0 1-16,13 0-1 16,-24 0-2-16,-4 0 1 15,-20 0 1-15,-8 8 0 16,-4 14-15-16,0-1-12 16,0 3-51-16,0 0-55 15,0-8-121-15,0-5-186 16</inkml:trace>
  <inkml:trace contextRef="#ctx0" brushRef="#br0" timeOffset="24853.51">6645 3558 967 0,'0'0'200'0,"0"0"-39"16,0 0-72-16,0 0 21 0,0 0-72 0,0 0-36 16,-12-15-4-16,44 49 0 15,16-2 2-15,-1-2-1 16,-3-12 0-16,-16-5-6 16,-8-6-6-16,4-5-5 15,-24-2 1-15,12 0 7 0,-12 0 10 16,0-2 3-16,0-31 1 15,0-5-4-15,0 7 6 16,0 4 6-16,0 17 7 16,0 10 13-1,0 0-12-15,0 0-9 0,0 18-11 16,0 20-6-16,0 12 6 16,44 11 1-16,-17 0-1 15,5 5-11-15,-4-3-44 16,-8-5-107-16,16-13-127 15,-12-17-219-15</inkml:trace>
  <inkml:trace contextRef="#ctx0" brushRef="#br0" timeOffset="25322.46">7389 3797 540 0,'0'0'224'16,"0"0"-50"-16,0 0-91 15,0 0 10-15,0 0 1 16,0 0-27-16,24-126-23 16,-24 126-8-16,0 0-16 15,0 0-19-15,0 8-1 16,0 24-2-16,0-1 1 16,0 4 1-16,0-2 1 15,0-4-1-15,24-7 0 0,12-8-5 16,-4-4-5-16,4-10-11 15,0 0 11-15,-1-2 5 16,9-30 1-16,-4-6 4 16,-4-7 0-16,-4-1 7 15,-8 10-5-15,11 4 19 16,-11 13-14-16,-12 12 13 16,0 5 3-16,0 2-15 15,12 0-7-15,8 2 0 16,16 19-1-16,-1 9 4 15,-3 2-3-15,-8-6-2 16,-12 3 0-16,-12-2 1 16,-12-1 0-16,0 6 1 15,0-4-1-15,-36-3 2 0,0-3-1 16,-12-2-1-16,-7-4-38 16,7-3-100-16,-8-4-223 15</inkml:trace>
  <inkml:trace contextRef="#ctx0" brushRef="#br0" timeOffset="26460.63">3173 4120 499 0,'0'0'339'0,"0"0"-192"0,0 0-3 0,0 0-13 0,0 0-40 0,0 0-23 15,-24 13 17-15,24-17-29 16,48-25-23-16,23-12-22 16,21-8-9-16,4-6 3 15,7-1-5-15,-11 1 3 16,-9 4-3-16,-11 8-3 16,-28 8 2-16,-20 8 0 0,-12 18-4 15,-12 0-3 1,0 5 8-16,0-2-2 0,0 0-12 15,-36-4 11-15,12 5-1 16,-12 1-2-16,0 4 5 16,4 0 1-16,9-7 0 15,-1 5 4-15,12 2-4 16,0 0 3-16,12 0 6 16,0 0 1-16,0-3 0 15,0-1-5-15,0 1-4 16,0-4-2-16,36 7-1 15,11-3 2-15,-11 3-4 16,-4 0 4-16,-8 0 0 16,-12 0-1-16,0 0 1 0,0 17-9 15,0 8 0-15,-12 13-3 16,0 6-20-16,0 7-66 16,-12 0-54-16,-24-4-139 15,12-5-204-15</inkml:trace>
  <inkml:trace contextRef="#ctx0" brushRef="#br0" timeOffset="27103.05">4156 3210 950 0,'0'0'184'0,"0"0"-23"0,0 0-91 0,0 0-36 0,0 0-34 0,0 0 1 0,-4 86 1 16,28-39 6-16,12-12 1 15,-24-8-6-15,0-8 1 16,0-8-4-16,-12-5 1 16,12-6 3-16,-12 0-2 15,0 0 29-15,0-22 26 16,0-16-11-16,-24-7-41 15,0-2 4-15,0-2-8 16,12 8 0-16,0 12 6 16,4 15 3-16,8 6 7 15,0 8-9-15,0 0-8 16,0 0-6-16,20 0-2 16,40 11 6-16,24 4-1 0,-5 0-3 15,1-1-13 1,-8-6-2-16,-25-3 4 0,-3-5-11 15,-28 0 17-15,-8 0 11 16,-8 0 0-16,0-22 11 16,0-13-5-16,-8-6 15 15,-28-7-11-15,-12 1-10 16,13 9 10-16,15 8-8 16,-4 18 0-16,12 9-2 15,8 3-5-15,4 0-30 16,0 12-141-16,0 14-56 15,0-1-182-15</inkml:trace>
  <inkml:trace contextRef="#ctx0" brushRef="#br0" timeOffset="27402.45">4762 2986 745 0,'0'0'204'0,"0"0"-129"16,0 0-38-16,0 0 68 0,0 0-64 0,0 0-7 15,139 153-23-15,-91-133-5 16,-16-11-5-16,-5-7 2 16,5-2-2-16,-8 0 3 15,-12 0 2-15,12-18 28 16,-24-13 6-16,0-5-17 16,0-3 25-16,0 2-3 15,-44 6 4-15,-8 2-18 0,-15 10-5 16,11 16-26-16,-4 3-4 15,-11 0 1-15,3 31-68 16,-4 20-67-16,13 6-151 16,11 5-438-16</inkml:trace>
  <inkml:trace contextRef="#ctx0" brushRef="#br0" timeOffset="31583.12">4507 3802 699 0,'0'0'81'0,"0"0"30"0,0 0-28 0,0 0 26 16,0 0-22-16,0 0-37 0,-259 113-17 15,259-113-3-15,0 0-8 16,0 0-9-16,48-7 27 15,31-26 2-15,25-14-15 16,15-8-19-16,-11 3-7 16,-17-3 0-16,-19 12-2 15,-16 4 2-15,-20 13-6 16,-12 14 5-16,-24 12-3 16,0 0-80-16,0 31-273 15,-12 15-327-15</inkml:trace>
  <inkml:trace contextRef="#ctx0" brushRef="#br0" timeOffset="36403.68">7389 4561 920 0,'0'0'112'0,"0"0"16"0,0 0-45 0,0 0 6 0,0 0-39 0,0 0-25 15,0 0 12-15,-12 9-5 0,24-9-11 16,48-5-20-1,36-23 0-15,39-7-1 0,-4 4-12 16,-3 4-56-16,3 5-36 16,-15 5-125-16,-13 3-220 15</inkml:trace>
  <inkml:trace contextRef="#ctx0" brushRef="#br0" timeOffset="53533.62">179 6307 669 0,'0'0'177'0,"0"0"-56"0,0 0-67 15,0 0-21-15,0 0-16 0,0 0 6 0,0 0-15 16,0-14 16-16,0 9-5 16,0 3 5-16,0-2-19 15,0-1 8-15,12-1-13 16,12-1 0-16,3-2-1 15,5-2-4-15,16 6-8 16,8-1 5-16,-16-1 4 16,3 3-13-16,-19-2-13 15,0 0-7-15,0 1-3 16,8 4-10-16,-4 1 28 16,-8 0-3-16,4 0 14 15,-12 0-6-15,12 0 17 0,-13 0 0 16,21 0 8-1,-8 0-8-15,0 0-7 0,0 0 5 16,0 0 2 0,12 0 0-16,-12 0 0 0,7 0 0 15,-3 0 0-15,-4 0-4 16,8 6-59-16,-8 0-8 16,12 4 13-16,-12 3 47 15,0-1 2-15,-5 1 8 16,-3 0 1-16,4-8 0 15,-8 1-1-15,12 1 3 16,0-4-2-16,0 1 0 16,0 1-4-16,0 3 4 15,8-8 1-15,-9 7 6 0,1-2-4 16,0-3-1 0,-12 6-4-16,20-1 2 0,-8-5 0 15,0 8-2-15,0 0 2 16,0-6 0-16,-1 4 0 15,1-2 2-15,-12-2-2 16,12 2 0-16,0-3-1 16,0 7 1-16,8-1 0 15,-8 1 0-15,12-5 0 16,-5 5 3-16,-3-3 4 16,4 0-5-16,4-2 0 15,-12 2-2-15,12-2 0 16,-12 0 5-16,-1-1-5 15,1 4-5-15,0-5 5 16,8 4 7-16,-8-3-7 0,0 4 0 16,12-1 2-16,-4 2-2 15,3 1 0-15,-11 0-1 16,12-3 0-16,-12 4 1 16,8-2 0-16,-8 0 0 15,0 2 0-15,0 0 0 16,-13-1-1-16,13 0 1 15,0-3 1-15,0-5-1 16,-4 6 0-16,4-5 1 16,0 3 0-16,-8-1-1 15,4 3 12-15,4-1-2 16,-1-5-10-16,-11-2 0 16,20 0 0-16,-8 3 1 0,-8-3 7 15,8 4 5-15,8-1-3 16,-8-3-8-16,0 0 7 15,11 0-4-15,-11 4 3 16,0-4-8-16,0 0 9 16,-4 2 13-16,-8-2-11 15,12 0 1-15,-12 0-3 16,20 0-4-16,-9 0 5 16,1 0-3-16,0 0-3 15,0-9 1-15,0 2-2 0,0-2 4 16,0 1 1-1,8 1-7-15,-8 3 14 0,-9-7-9 16,5 6 4-16,4 1-9 16,0-6-1-16,0 4 4 15,12-3-3-15,-16 0 0 16,-4 1 1-16,4-1-1 16,-8 0 7-16,11 4 3 15,-11-2 2-15,12 1-2 16,0 2-11-16,-4-7 10 15,-4 6-10-15,4-4-1 16,-8 0 0-16,4 2 1 16,4-3 1-16,4 4 0 15,-12-8 1-15,11 2-2 0,1 3 6 16,-4-1-4 0,-4 0-2-16,-4 8 0 0,8-6 0 15,-8 3 0-15,0 0 0 16,0-9 1-16,0 5-1 15,0-1 6-15,0-2 6 16,0-1-8-16,8 4-3 16,-9 2 4-16,1-3-1 15,0 5-4-15,-8-6 6 16,8 2-4-16,-4 0 7 16,-8-6 3-16,4 4-5 0,4-1 1 15,4-1 2 1,0-2-6-16,0 4-3 15,-12-5-1-15,12 0 1 0,-12 1 6 16,12 5-6-16,-12-4 2 16,12 6-3-16,-12-1 1 15,0 5 8-15,0-2-7 16,12-1 2-16,-12-2-4 16,0-4 1-16,12 4 0 15,-12-5-1-15,20-4 0 16,-16 5 0-16,8-10 3 15,-4 8-3-15,-4-2 0 16,4 5 10-16,-8 3-4 16,3-4-3-16,5 4 5 15,-8-8-7-15,4 9 1 16,4-9 5-16,-4 8-7 16,-4-4 4-16,0 4 2 0,0 0-5 15,0-1 1-15,0 0-2 16,0-2 8-16,0-5 3 15,0 1-9-15,0-2 7 16,0 1-8-16,0 1 9 16,0 3-10-16,0-1 0 15,0-6 0-15,0 3 0 16,0-1 0-16,0 0 2 16,0 2 4-16,0-5 2 15,0 4-7-15,-4-6 2 16,-8 2 0-16,1-6 1 15,11 4-4-15,-12-5 0 0,4 5 0 16,8 1 0-16,-4 1 0 16,-4 1-4-16,8-1 4 15,-4-5 3-15,-4 2-3 16,-4 4-2-16,12-3 2 16,-12 4-1-16,0-2 5 15,0-1-7-15,12-1 6 16,-12-3-3-16,-12 4 0 15,16-3 4-15,-4 0-4 16,0 3-3-16,8 0 3 16,-4-1 0-16,8 0 0 15,0 1 0-15,0-3-1 16,0-1 2-16,0-3-1 0,0 5 0 16,0-3 0-16,0 5 0 15,0 1-1-15,0 1 0 16,0 0 2-16,0 0 2 15,0-1-1-15,0 0-2 16,0-2 0-16,8-1 0 16,-4-5 7-16,8 3-6 15,0 5 6-15,-4-2-7 16,16 1 0-16,-12 0 0 16,12-2 4-16,-12 4 4 15,8-1-8-15,-8 4 0 16,4-3-1-16,7 4 1 15,-3-6 0-15,4 2 0 16,0 2-1-16,0-3 1 0,0 11 1 16,-4-6-1-16,4 6 1 15,-8 3-3-15,-4-2 3 16,0 0-1-16,-1 2 0 16,-3 1 2-16,4-1-2 15,0 7-3-15,0-3 3 16,-12 3 0-16,0 0 1 15,0-3-1-15,0 3 0 16,0 0-7-16,0 0-19 16,0 0-100-16,0 26 1 15,0 12-123-15</inkml:trace>
  <inkml:trace contextRef="#ctx0" brushRef="#br0" timeOffset="57267.37">5741 9125 482 0,'0'0'81'0,"0"0"-24"0,0 0-14 0,0 0-7 0,0 0-13 0,0 0 32 16,0 0-7-16,0 31 1 16,0-31 7-16,0 0 18 15,0 0-25-15,0 0-8 0,0 0 2 16,0 0-11-16,0 0-12 15,0 0 2-15,0 0 8 16,0 0-16-16,0 0 16 16,0 0-11-16,0 0 7 15,0-6-16-15,0-6-8 16,-8 1-1-16,-4 0 3 16,-4 0 0-16,-4-6-1 15,8 5 6-15,-12 3-5 16,13-4 3-16,-1 1 4 15,-12-2-5-15,12 0 4 16,-8 1-3-16,4-3-1 16,-4 7-5-16,-4-7 2 0,-12 2 2 15,12-1 2-15,1-4-2 16,3 9-4-16,8-7 8 16,-4 3 1-16,-4 1-5 15,-4-3 4-15,-12 7-8 16,0-1 3-16,12-6-1 15,0-2-2-15,1-10 0 16,3 7 1-16,-4-1 1 16,0 0-3-16,0 0 1 15,12 7 2-15,-12-2-1 16,4 1 1-16,4-1-1 16,-8-5 0-16,5 1-1 15,-5-5-2-15,-12 3 1 16,12 2 0-16,12-2 1 15,-8 1-1-15,4 0 0 0,-8-3 1 16,4 3 3-16,-4 0-4 16,13-6 0-16,-1 7 0 15,0 2 1-15,0-2-1 16,12-2 0-16,-12 4 0 16,12-6 0-16,0 1 0 15,0 2 0-15,0 1 2 16,0-4-2-16,0 3 0 15,0-1 0-15,0 2 0 16,0 1 0-16,12-1-1 16,0 7 1-16,0-3 0 15,11 5-1-15,-3-6 1 0,4 2 0 16,0 0 0-16,0-3 3 16,0 3-3-16,0-4-6 15,0-2 6-15,0-2 0 16,7 7 7-16,-15-2-7 15,4 3 0-15,4-3-2 16,0-1 2-16,0 2-5 16,0-6 5-16,12 3 2 15,-4-1-2-15,-5 4-2 0,5-3 2 16,4 6 0 0,0 0 5-16,-12-1-4 15,0 1-1-15,0 1 0 16,-4-3 0-16,15-3 0 0,-11 3 0 15,12-2-5-15,-12-3 5 16,8 3 1-16,4 4-1 16,-12-6-1-16,11 9-1 15,-3-5 2-15,-4 2-2 16,-4 6 2-16,0-1 0 16,-4 7 0-16,4-3 0 15,0-2 0-15,-1 3-1 16,9-7 1-16,-4-3 0 15,4 8 0-15,4-5 1 16,-12 8-1-16,8-7 0 16,-16 5-1-16,7 1 1 0,-3-6 0 15,4 2 0-15,-12 3 0 16,12-5 1-16,0 6 0 16,0-2-1-16,12-1 0 15,-1 5-3-15,-3-5 3 16,4 2 2-16,-12 1-2 15,-4 4-2-15,-4-2 0 16,4 3 0-16,4-5 0 16,0 4 1-16,-1-3 1 15,13 0-1-15,-12 1 2 16,8 1 0-16,-8-5-1 16,0 4 2-16,0-4-6 15,0 1 3-15,-12 2 1 0,11-1 0 16,-3 0 1-16,-8 4-1 15,0-3 0-15,4 0 6 16,4-1-6-16,-4-2-8 16,4-5 8-16,4 2 0 15,-12-2 0-15,12-5 0 16,7 1 1-16,-15-2 1 16,4-4-2-16,-8 2 0 15,0 5 4-15,-8-1-4 16,4 7 5-16,-8-8 1 15,0 5-10-15,0-1 10 16,0-3-4-16,0 0-2 0,0 1 0 16,0 2 0-1,0 0-7-15,0-6 14 0,0 4-10 16,0-2 7-16,0 1-1 16,0-2-3-16,0-3 1 15,0 0 0-15,0-2 0 16,0 1-1-16,0 0-5 15,0 4 5-15,0-2 3 16,-8 2-1-16,4-2 3 16,-4-1-5-16,4 4 6 15,-8-6-3-15,4 2-3 16,4-2 0-16,-4 1 0 16,4 0 1-16,-4-2-1 0,8 0 2 15,0 1-2-15,0-3 0 16,0 9 0-16,0-2-1 15,0-5 10-15,0 0-9 16,0-4 0-16,0-2-8 16,12-2 7-16,8 1 1 15,-8 1 0-15,4 4 0 16,-4-3 1-16,8 3-1 16,-8 1 0-16,12-1-1 15,-12 1 2-15,8-4-1 16,-8 0 0-16,0 0 0 15,0 5 0-15,3-3 0 16,-3 5 5-16,0 1-10 16,8 2 7-16,-8-4-4 0,12 5 2 15,0-4 0-15,20 2-1 16,-8-5 1-16,11-7-3 16,1 4 2-16,0-8 0 15,0 8 1-15,-4-1 0 16,3 0 1-16,1 1-1 15,0-6 0-15,-4 1 1 16,11-2-1-16,-3 5 0 16,-8-3 0-16,16-1 2 15,7-8-2-15,5-2 0 16,20 2 6-16,-9 2-6 0,-15 13 0 16,-8 2-8-1,-1 6 8-15,-3-1 1 0,-8 5-1 16,-12 2 1-16,-12-1-1 15,23-3-1-15,-3-7 1 16,4 5 0-16,0-3 2 16,-12 5-3-16,-1 4 3 15,-3-3-4-15,-4-4 4 16,4 5-2-16,4-5 0 16,-12 2 0-16,8 2 0 15,-16-4 0-15,15 1 0 16,-15-1 0-16,4-1 3 15,4 5-2-15,-24 7-1 16,0 4-10-16,0 5-81 16,-32 0-99-16,-39 24-332 0</inkml:trace>
  <inkml:trace contextRef="#ctx0" brushRef="#br0" timeOffset="62301.53">10531 5178 855 0,'0'0'219'0,"0"0"-85"0,0 0-62 0,0 0 0 0,0 0-10 0,0 0-38 16,0 0 7-16,-24 3-22 15,12 0 8-15,-8 4 2 16,-4 3 5-16,12-4-5 16,-12 1-7-16,12-2 16 15,-7-1-8-15,7 2-15 16,8 0 6-16,-4-3-11 16,4 0 5-16,-4-3 1 15,8 0-1-15,0 0-2 16,0 0 5-16,0 0-5 15,0 0-3-15,0 0 5 0,0 0-1 16,0 0 0 0,8 0-3-16,51-9 2 0,33-20 8 15,4-2-5-15,-1-1-3 16,-15 0-1-16,-13 4-2 16,-15 6 0-16,-8 0 0 15,-8 5 0-15,-24 8 1 16,0 2-2-16,-12 7-2 15,0 0-5-15,0 0-29 16,0 0-31-16,0 0-3 16,-48 13-15-16,0 7-77 15,-12-6-23-15,-7 6-73 16,19-9-41-16</inkml:trace>
  <inkml:trace contextRef="#ctx0" brushRef="#br0" timeOffset="62375.73">10531 5178 250 0</inkml:trace>
  <inkml:trace contextRef="#ctx0" brushRef="#br0" timeOffset="62621.33">10531 5178 250 0,'-159'-70'259'0,"143"58"-127"0,4-4-40 0,0 6 81 0,12-2-63 0,0 4-37 0,0 5 0 15,0 1-11-15,0 2-16 16,0 0-21-16,0 0 7 16,0 0-21-16,0 0 2 15,0 0-13-15,0 0 9 16,0 13 2-16,0 5 15 15,0 7-2-15,0 4-11 16,0 5-13-16,0 5 13 16,0-1-10-16,0-5-2 15,0-6 0-15,0-7-1 0,0-7 0 16,0-4-1-16,0-2-2 16,0-1 0-16,12-6 3 15,12 0-1-15,11 0-10 16,1 0 9-16,12 0-31 15,0 0-84-15,8 0-157 16,3 0-579-16</inkml:trace>
  <inkml:trace contextRef="#ctx0" brushRef="#br0" timeOffset="64317.23">9786 7552 706 0,'0'0'223'0,"0"0"-54"0,0 0-32 15,0 0-34-15,0 0-20 0,0 0-28 0,-36-17-11 16,36 17-11-16,0 0-13 15,0 0-1-15,0 0-17 16,12 0 2-16,32 0-3 16,16 8 4-16,12 8 2 15,11 4-4-15,-3-3-1 16,15 4-2-16,-15-6 6 16,-8 0-3-16,-17-1-3 15,-19-1 0-15,8-1 0 0,-32-6 0 16,0 0-9-1,-12-6 5-15,0 0-4 0,0 0-3 16,0 0-2-16,0 0-1 16,0 0 6-16,-12 0-11 15,-32 0-1-15,-4-6 7 16,-19-3 12-16,-5-5-3 16,4 2 3-16,-3 0-1 15,-1-5 2-15,4-1 0 16,9-6 1-16,3 5 4 0,8 7-1 15,20 0 13 1,8 10 4-16,8 2-3 0,12 0 5 16,0 0-21-16,0 0 0 15,0 0-4-15,0 18-5 16,0 9 7-16,0 0 0 16,0-2-2-16,24-6 2 15,-12-7 0-15,0 2-2 16,-4-8 1-16,-4-6 1 15,-4 0 0-15,0 0-3 16,0 0 3-16,0 0 6 16,0 0-1-16,0-11 9 15,0-10-13-15,-12-10-1 16,-4 1 1-16,4 6-1 16,-8 2-1-16,20 13 1 15,0-2 3-15,0 11 2 16,0 0 1-16,0 0-6 0,0 0 0 15,0 0-8 1,0 0-2-16,24 0 8 0,12 11 1 16,12-2 1-16,-4-4-3 15,11 3-1-15,-15-4-43 16,4 4-99-16,4-8-99 16,-12 0-243-16</inkml:trace>
  <inkml:trace contextRef="#ctx0" brushRef="#br0" timeOffset="65768">7051 9292 685 0,'0'0'199'0,"0"0"-49"0,0 0-47 0,0 0-11 16,0 0 14-16,0 0-29 0,-44-31-21 16,44 31-16-16,0 0-7 15,0 0-14-15,0 0-9 16,0 0-9-16,0 0-1 15,8 6-2-15,28 22 2 16,20 11 21-16,-5 2-9 16,5 14-3-16,-8-2 0 15,8-2-6-15,-16-6-3 16,-17-10 2-16,-3-10-5 16,-8-13 5-16,-12-2-2 15,12-10 0-15,-12 0 6 0,0 0-3 16,0 0-3-16,0 0 12 15,0 0 4-15,0 0-3 16,-36-25 9-16,-19-7-22 16,-5-9 0-16,12 3 4 15,4-4-4-15,-3-4-1 16,-1 12 1-16,0-5 3 16,16 10-2-16,4 7-1 15,4 4 3-15,5 13 1 16,7-2-2-16,0 7 1 0,12 0-3 15,0 0 1 1,0 0-1-16,0 0-15 0,0 9 5 16,0 8 10-1,0 6 1-15,0-5 0 0,0 4-1 16,0-8-8-16,0 3 8 16,0-10 3-16,0-3-3 15,0-1-1-15,0-3 0 16,0 0 1-16,0 0 8 15,0 0-4-15,0-3-4 16,0-14-2-16,0-1-2 16,0 2 3-16,0-1-5 15,0 3 6-15,0 3-2 16,0 2 1-16,0 0-2 16,0 5-1-16,0 0 4 0,0-1-1 15,43 2-8 1,-3-4 7-16,16 4-3 15,0 3 2-15,3 0-37 0,1 0-67 16,8 0-127-16,-16 6-135 16</inkml:trace>
  <inkml:trace contextRef="#ctx0" brushRef="#br0" timeOffset="82718">16479 3772 583 0,'0'0'454'0,"0"0"-286"0,0 0-66 0,0 0-22 0,0 0-8 16,0 0-33-16,0 0 12 0,0 0-5 15,-20 9-13 1,20-9-9-16,0 0-11 0,8 0 2 16,40 0-10-16,24 0-1 15,31-13 2-15,25-9 4 16,3-3-4-16,-15 3-6 16,-21-6 0-16,-3 5 1 15,-21 1 0-15,-15 5-1 16,-32 5 0-16,-24 4-1 15,0 8 1-15,0-1 4 16,0 1 1-16,0 0-3 16,0 0 2-16,0 0-4 15,0 0-8-15,0 0-24 16,-12 0-13-16,-32 1-33 16,-7 9-57-16,3 0-12 15,-8-7-32-15,0 1-108 0,5-4-20 16</inkml:trace>
  <inkml:trace contextRef="#ctx0" brushRef="#br0" timeOffset="83105.75">16758 3594 427 0,'0'0'215'16,"0"0"-48"-16,0 0-33 15,0 0 7-15,0 0-48 16,0 0-4-16,12-89-34 15,-8 89 11-15,-4 0-14 16,0 0-19-16,0 0-15 16,0 0-10-16,0 0-8 0,0 0 1 15,0 25 2-15,-12 1 1 16,-16 7-2-16,-16 4-2 16,9-3 1-16,3 6 1 15,-4-3-1-15,8-1-1 16,8 1 1-16,-4-8 5 15,24-7-6-15,0-8 0 16,0-1-1-16,0-2-8 16,0 1 8-16,0-2 1 15,12 2-2-15,20 1 2 16,4 0-3-16,0-5 6 16,-1 0-2-16,-11-2-1 15,0-6-3-15,-4 0-1 16,4 0-18-16,4 0-99 15,4 0-153-15</inkml:trace>
  <inkml:trace contextRef="#ctx0" brushRef="#br0" timeOffset="113893.35">19609 3664 778 0,'0'0'201'0,"0"0"-65"0,0 0-41 0,0 0-4 0,0 0-18 16,0 0-21-16,0 0-16 16,0 0-11-16,-8-29-4 0,8 29 1 15,0 0-4-15,0 0 1 16,0 0-19-16,0 0 6 16,0 0-3-16,0 0-3 15,0 0-1-15,0 0-4 16,-4 9 5-16,4 17-10 15,-12 15-1-15,0 16 11 16,-12 16 2-16,-20 10-2 16,9 6-1-16,-9-2 1 15,-4 5 6-15,12 1-6 16,0-9-8-16,0-11 8 16,13-17-1-16,-1-21 8 15,12-12-7-15,4-18 1 0,8-5-1 16,0 0 1-16,0 0 4 15,0 0 3-15,0-5-7 16,-12-22 1-16,-12-4 1 16,24 0-3-16,-24-9 3 15,12 4-3-15,0-2 0 16,-8-4-1-16,8 4 1 16,0 3 3-16,8 3-3 15,-8 10-1-15,4 9 1 16,8 8 0-16,0-2 1 15,0 7-1-15,0 0-1 16,0 0-1-16,0 12-8 0,0 23-4 16,0 19 14-16,32 6 2 15,-8 4 0 1,0-4-2-16,0-2 0 0,12-14 1 16,-12-10-1-16,8-10-2 15,-9-12-1-15,1-3 3 16,12-9 0-16,8 0 5 15,16-4-12-15,11-30 0 16,25-10-75-16,-5-11-174 16,17-6-248-16</inkml:trace>
  <inkml:trace contextRef="#ctx0" brushRef="#br0" timeOffset="115157.65">14716 3317 719 0,'0'0'233'0,"0"0"-114"0,0 0-18 0,0 0-4 16,0 0-33-16,0 0-10 0,0 0-9 15,-36-21-17-15,36 21 0 16,0 0-6-16,0 0-8 15,0 0-2-15,0 0-9 16,0 3-3-16,0 20 8 16,36 23-11-16,19 9 7 15,-3 8-3-15,-8 7 2 16,4 0-3-16,-1-1 3 16,-11-5 2-16,-4-10-9 15,-20-10 8-15,12-6-4 16,-24-7 4-16,0-7-4 15,0-12 0-15,0-3 0 0,0-9 3 16,0 0 1 0,0 0-1-16,0 0 12 0,0 0 5 15,-36-4 1-15,-32-17-19 16,9-4 6-16,-9-4-5 16,20 2-2-16,12 6 2 15,12 9-1-15,24 8 4 16,-11 0 8-16,11 4-10 15,0 0-4-15,0 0-1 16,0 0-3-16,0 0 3 16,0 0-12-16,11 17 5 15,25 3 1-15,0-2 11 16,8-9-4-16,-8-2 0 16,12-3-1-16,-5-4-1 15,5 0-5-15,0 0 4 0,0-26 3 16,-5-8-8-16,-3-12-12 15,-8 3-12-15,4-7-18 16,-12-2-18-16,0-7-64 16,-12 4-30-16,12 0-121 15,-5 11-485-15</inkml:trace>
  <inkml:trace contextRef="#ctx0" brushRef="#br0" timeOffset="124453.41">25087 9372 379 0,'0'0'11'0,"0"0"21"0,0 0-30 0,0 0 6 0,0 0-8 15,0 0-53-15</inkml:trace>
  <inkml:trace contextRef="#ctx0" brushRef="#br0" timeOffset="125402">24717 9537 769 0,'0'0'159'0,"0"0"11"0,0 0-63 0,0 0-26 0,0 0-7 16,0 0-19-16,-127 6-21 15,127-6-14-15,0 0 7 16,0 0-14-16,0 0 8 16,0 0-11-16,0 0-3 15,0 0-6-15,0 0 16 16,0 0-7-16,24 0 0 16,31 0 10-16,25 0 6 15,4 0-5-15,23 0-10 16,9 0-8-16,-9 0-1 15,17 0-2-15,-17-9 6 0,9-5-4 16,-9 6-1-16,-3-1 0 16,11-6-1-16,0 8 2 15,-3-6 0-15,15 2-2 16,-3 1 1-16,-5 0-1 16,-3 3 0-16,-9-3 0 15,-11 0 1-15,3 3 0 16,-11-2-1-16,4 1 1 15,-1 3 1-15,-7 3 2 16,-5 2-1-16,-19 0 3 16,8 0-2-16,-20 0-1 15,-13 0-2-15,-23 0 7 16,0 0 3-16,-12 0-5 0,0 0 12 16,0 0-6-16,0 0-2 15,0 0-6-15,0 0 1 16,0 0-2-16,-12 0-3 15,-24 0-8-15,-11 0-36 16,11 2-68-16,4 11-129 16,20-1-336-16</inkml:trace>
  <inkml:trace contextRef="#ctx0" brushRef="#br0" timeOffset="126123.9">28516 9397 679 0,'0'0'106'0,"0"0"54"0,0 0-30 0,0 0-9 0,0 0-21 0,0 0 12 16,-28 0-51-16,28 0-10 16,0 0-29-16,0 0-6 15,28-5 0-15,51-6 5 16,29-1 7-16,19-7 3 16,1 3-17-16,11 0-7 15,-8 1 5-15,9-1-10 16,11-1 5-16,0 0-5 15,24 7 0-15,-23-4 0 16,3 5-2-16,-28-4 0 16,-35 7 0-16,-36 3-2 15,-28-1 1-15,-20 4-2 0,-8 0-2 16,0 0 6-16,0 0-1 16,0 0 6-16,-8 0-6 15,-16 0 0-15,-4 4-1 16,-4 0-25-16,20 4-46 15,-8 4-60-15,4-2-92 16,-4 2-159-16</inkml:trace>
  <inkml:trace contextRef="#ctx0" brushRef="#br0" timeOffset="126806.04">32091 9591 979 0,'0'0'156'0,"0"0"20"0,0 0-60 0,0 0-34 0,0 0-16 16,0 0-14-1,-239 0-16-15,231 0-3 0,8 0-2 16,0 0-2-16,0 0-12 16,0 0-3-16,0 0-11 15,60 0-2-15,43-11 9 16,37-6-7-16,23-3 5 16,12 2-3-16,0-2-1 15,25 3-3-15,-25 3 1 16,-12 1-2-16,-12-1 0 15,-19 3 0-15,-21 1 0 16,-27 1 2-16,-36 2-2 16,-5 3 0-16,-27 4 7 15,-16-3-14-15,0 3 6 0,0 0-65 16,-12 0-106-16,-59 0-262 16</inkml:trace>
  <inkml:trace contextRef="#ctx0" brushRef="#br0" timeOffset="134138.64">23841 15627 516 0,'0'0'129'0,"0"0"-58"0,0 0 18 0,0 0-5 0,0 0-11 15,0 0-10-15,0 0-43 16,0 0-1-16,-24 0 0 16,24 0-7-16,0 0-3 15,0 0 2-15,0 0 6 16,0 0 0-16,0 0-9 15,12 0 3-15,20-5 19 0,4 4-9 16,-12 1-13-16,0-4 2 16,0 4-9-16,19-4 2 15,-15 3 9-15,8-3-2 16,0 1 11-16,-4-3-16 16,12 0 2-16,-16 5-5 15,7-5-1-15,1 6 3 16,-4-4 4-16,4 1-5 15,-12 0-1-15,8 3 14 16,3 0 7-16,-11 0-11 16,12 0-12-16,0 0 4 15,-4 0 1-15,4 0-4 0,0 0 4 16,-1 0 2 0,13 0 7-16,0 0 9 0,-4 0-5 15,-8-5-4-15,11 4-9 16,-11-2 5-16,8-2 1 15,-8 5-6-15,0 0-2 16,7 0 5-16,-7 0-8 16,0 0 3-16,-12 0 0 15,0 0 3-15,20 0 8 16,-16 0-5-16,7 0 6 16,9 0-5-16,-20-1 2 15,12 1-7-15,-12 0-2 16,12 0-3-16,-1 0 1 15,-3 0 1-15,12 0-1 16,-16 0 1-16,8 0-2 0,0 0 1 16,-4 0 3-16,3-4-4 15,9 4 2-15,-8-3-2 16,4-1 2-16,-8 4-2 16,11-2 2-16,-15-1 6 15,8 3-3-15,0-4-3 16,8 4 8-16,0-3-6 15,3 0 3-15,1-1-3 16,0 1-2-16,8 3 0 16,-5-3-1-16,5-1-1 0,-8 4 0 15,0-2 1 1,-1-1-1-16,-3-2 1 0,16 0 0 16,-12 2 1-16,-4-1 3 15,15 2-5-15,-11-1 2 16,0-1-2-16,8-3 0 15,-13 4 0-15,5-3 1 16,0 0 1-16,8 3-1 16,-9-3 0-16,1-1 2 15,0 1-2-15,-4 3 1 16,-4-1 0-16,3 1-2 16,-7 1 2-16,8-3-2 15,-4 3 0-15,-4-2 0 16,8 4 4-16,-9-4-4 15,-3 2 1-15,-4-1 1 0,-4 1-2 16,8 2 0-16,-16 0 0 16,4 0 1-16,-8 0 1 15,0 0-2-15,0-4 0 16,7 4 1-16,-7 0 4 16,0 0-4-16,-8 0 0 15,4 0 2-15,-4 0-3 16,-4 0 0-16,0 0 4 15,0 0-8-15,0-3 4 16,-52-5-85-16,-51-6-165 16,-48-15-263-16</inkml:trace>
  <inkml:trace contextRef="#ctx0" brushRef="#br0" timeOffset="139485.54">16201 16068 583 0,'0'0'129'0,"0"0"52"0,0 0-50 0,0 0-52 0,0 0-4 16,0 0-14-16,0 0-28 15,0 0-4-15,0 0 7 16,0 0-5-16,0 0-12 16,0 0-4-16,35 0 1 15,9 0-5-15,-8-9-1 16,20 3 2-16,-4-1-3 15,15 0-1-15,1 5 3 0,-4-3 10 16,3-5-3 0,5 9-2-16,8-3 0 0,-9-2-4 15,9 0 6-15,0 1-12 16,-9 4 2-16,-11-3-6 16,20-3 8-16,-17 5-4 15,13-7 5-15,-4 3 2 16,-1 5-3-16,21-5-9 15,-8 6 14-15,-1-4-9 16,-3 4 1-16,-9-3-5 16,1 3 5-16,-4 0-3 15,11-3 2-15,-7 3-5 16,8-5 11-16,-17 4-9 16,-7-3 1-16,12 0 4 15,-16 4-7-15,-9-1-1 0,17 1 1 16,-4 0 0-1,-8 0 0-15,11 0 0 0,-3 0 0 16,-8 0-1-16,20 0 2 16,-9-4-2-16,1 0 5 15,8 1-5-15,-17 1 4 16,5-4-2-16,-8 5-1 16,-12 1 1-16,8 0-2 15,-9 0 1-15,1 0 1 16,8 0-2-16,-4 0 0 15,4 0 0-15,3 0 2 16,-11 0-3-16,0 0 2 16,-12 0-2-16,-12 0 0 15,0 0 1-15,-4 0 3 0,-8 0-2 16,0 0 0 0,0 0 1-16,0 0-1 0,0 0-1 15,-24 0-2-15,-68 0-59 16,-39 0-69-16,-52 0-157 15,-28 0-286-15</inkml:trace>
  <inkml:trace contextRef="#ctx0" brushRef="#br0" timeOffset="141386.28">17483 15750 531 0,'0'0'162'0,"0"0"-13"0,0 0-46 0,0 0-6 0,0 0-48 16,0 0 4-16,0-6-23 15,0 6 10-15,0 0-14 16,0 0-4-16,0 0-12 16,0 0-10-16,0 0 9 15,0 0-5-15,0 17-4 16,0 14 17-16,0 7 0 16,0 9 6-16,0 11 5 0,0 7-16 15,12 6 5 1,4 14-4-16,3 5-5 0,5 2-6 15,0 7 11 1,8-7 1-16,4 4-3 0,-8-1 8 16,-4 3-6-16,-4 5 5 15,4 3-7-15,-13-4-7 16,13-6 9-16,-4-7-6 16,-4-14-3-16,8 0-4 15,0 0 2-15,8 0-2 16,4-1 0-16,-5 2-1 15,5-6 1-15,-12 6 1 16,0-7 6-16,-8 2-7 16,4-15 2-16,-20-7 1 0,12-11 1 15,0-11 2 1,0-3-2-16,-12-13-1 0,0-5 0 16,0-1-3-16,0-5-2 15,0 0 2-15,0 0 16 16,0 0-16-16,0-22-3 15,-36-14-70-15,-8-12-47 16,-8-6-78-16,-3-2-141 16</inkml:trace>
  <inkml:trace contextRef="#ctx0" brushRef="#br0" timeOffset="150752.64">5355 17422 300 0,'0'0'267'0,"0"0"-150"0,0 0-33 0,0 0 28 0,0 0-23 16,0 0-23-16,0 0-14 16,-8 5-11-16,8-5-8 15,0 0 1-15,0 0-10 16,0 0 1-16,0 0-10 0,0 0-2 15,0 0-5-15,0 0-8 16,0 0 3-16,0 0 5 16,0 0-8-16,24 3 5 15,0-3 5-15,0 3 1 16,7 0 11-16,5-3-10 16,-4 0 3-16,-4 0-10 15,-4 0 1-15,0 0-3 16,-4 4-2-16,15-4-1 15,1 6 2-15,-4-6-2 16,-4 4 0-16,4-4-3 0,-20 0 3 16,24 0 6-16,-12 0-1 15,11 0-1-15,1 0-1 16,0 0 3-16,-4 2-3 16,4 2 0-1,0-1 2-15,-5-3-1 0,-7 4-4 16,0-4 1-16,0 0 4 15,12 0-3-15,-4 0 2 16,-4 0 0-16,4 0-2 16,-9 0 7-16,1 0-8 15,12 0 4-15,-4 0-1 16,-4 0-4-16,-4 0 3 16,0 0 4-16,7 0-1 15,-7 0 3-15,20 0 4 16,-4 0-1-16,-4 0-2 0,-4 0-1 15,3-4-5-15,1 1 2 16,0-1-2-16,-4 2 2 16,4 2 0-16,-12-4-1 15,12 1 0-15,-5 0-3 16,-3-1 7-16,4 1-4 16,-8 0-5-16,12 0 3 15,-4-2 4-15,8 4-6 16,-5 1 1-16,-3-3 1 15,16-2 2-15,-4 4-5 16,-4-3 2-16,-5 1 5 16,-3-1-6-16,4 2 4 15,8 2-1-15,-16-3-2 0,8-2 5 16,-5 5-3-16,-7-6 3 16,20 3 0-16,-8-3 1 15,0 0 0-15,0-2-3 16,0 7 1-16,-5-2-3 15,-3-1-2-15,-4 0 0 16,8 2 0-16,-8-1-1 16,12-2 3-16,-4 3-1 15,-5 0-1-15,9-3 1 16,-4 3 1-16,4-2 2 16,0 4 0-16,-4-4-5 15,-8 4 2-15,-1 0 1 16,-7-2-3-16,4 2 6 15,4 0-3-15,-12 0 4 0,0 0-4 16,12 0 3-16,-12 0-4 16,0-3 1-16,-4 3 1 15,-4 0 0-15,4 0-1 16,-8 0 0-16,0 0 2 16,0 0-5-16,0 0 8 15,0 0-7-15,0 0-1 16,0 0 0-16,-56 0-52 15,-24 0-143-15,-15 24-141 16,11 6-523-16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9T06:16:22.8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23336 15650 836 0,'0'0'231'0,"0"0"-54"0,0 0-65 0,0 0-19 0,0 0-2 0,0 0-25 0,0 0-30 15,-92 0-9-15,92 0-4 16,0 0 2-16,68 0-9 0,27-7 8 16,37-14 8-16,7-2-18 15,-4 0-7-15,-3 1-5 16,-5 3 0-16,-23 3-1 15,-17 7 2-15,-19-2-2 16,-24 9 1-16,-28 2-2 16,-8 0 0-16,-8 0-1 15,0 0 1-15,0 0-3 16,0 0-21-16,-12 0-30 16,-20 2-31-16,-4 20-71 15,12 2-54-15,16-12-173 16</inkml:trace>
  <inkml:trace contextRef="#ctx0" brushRef="#br0" timeOffset="3599.97">14600 6615 547 0,'0'0'334'0,"0"0"-211"0,0 0-27 0,0 0-34 0,0 0 6 0,0 0-53 0,0 0 5 15,-163 17-12 1,79 2 13-16,-7 3 2 0,-25 7-6 16,-15 3-2-16,-13 2-9 15,-7-3-4-15,4 0-2 16,7-11 1-16,41-11-1 15,19-9 0-15,32 0 5 16,17 0 11-16,7 0 6 16,12-1-4-16,12-12 1 15,0-3-18-15,0-6 0 16,24 2-1-16,23-2-2 16,-3 4-3-16,4 2 1 15,-4 2 4-15,-8 8-2 16,-20 2 2-16,-4 4 0 15,-4 0-11-15,-8 0 2 0,0 0 1 16,0 0 6-16,-20 20 2 16,-40 11 1-16,0 5 0 15,12-4 0-15,1 0-1 16,3-3 0-16,20 2 0 16,0-2 0-16,12 2 1 15,4-2-1-15,8 2 0 16,0-3-2-16,0-2 4 15,20 3-3-15,16 0 2 16,32-3-1-16,-9-1 4 0,1-7-4 16,8-5 2-1,-9-6-2-15,1-7-11 0,0 0-62 16,-4-11-117-16,-21-23-225 16</inkml:trace>
  <inkml:trace contextRef="#ctx0" brushRef="#br0" timeOffset="4266.08">11128 6849 741 0,'0'0'240'0,"0"0"-88"0,0 0-15 0,0 0-38 0,0 0-19 0,0 0-48 15,-80-42-22-15,69 58-10 16,-1 20-2-16,0 14 0 16,12 6 4-16,0-1-2 15,0-1 0-15,12-7 0 16,31-12 0-16,5-3 1 16,0-17-1-16,-4-4 2 15,-4-9-2-15,-5-2 0 16,-3 0 6-16,-8-22 13 15,8-16 18-15,-20-6-4 0,-12-3-5 16,0-3-14-16,0 7-1 16,-44 3-1-16,-4 6-5 15,1 6-6-15,-9 8-1 16,-4 15 0-16,12 5 0 16,1 0-48-16,-9 36-85 15,20 23-117-15,16 11-265 16</inkml:trace>
  <inkml:trace contextRef="#ctx0" brushRef="#br0" timeOffset="8834.59">20847 9566 1033 0,'0'0'150'0,"0"0"-62"0,0 0-69 16,0 0 6-16,0 0 1 0,307 0 7 0,-37-38 4 15,65-3-10-15,15-1-19 16,1 0-6-16,-25 8 3 16,-31 6-5-16,-36 0 1 15,-48 10 3-15,-60 3-4 16,-60 8 0-16,-35 4 2 16,-32 0-1-16,-24 3-1 15,0 0 0-15,0-4 11 0,-12-6 1 16,-56-7-4-1,-15-7-6-15,-21-10-3 16,1 3 2-16,19-7-1 0,17 5 2 16,27 9 5-16,20 8 0 15,16 8 8-15,4 8 7 16,0 0-22-16,0 0 0 16,36 0-5-16,39 24 4 15,17 3-1-15,-1 4 4 16,-11 9-4-16,-20 4 4 15,-24-2-5-15,-1 5 4 16,-35-2-2-16,0 2 0 16,0 8 1-16,-35-4-24 15,-25-3-88-15,-8-7-72 0,9-17-231 16</inkml:trace>
  <inkml:trace contextRef="#ctx0" brushRef="#br0" timeOffset="9516.51">24880 9093 883 0,'0'0'150'0,"0"0"52"15,0 0-73-15,0 0-5 0,0 0-36 0,0 0-43 0,-83-48-27 16,83 48-4-16,0 0-13 15,0 14-1-15,24 32 6 0,12 14 14 16,19 14 8-16,-15 5-2 16,-4 0-15-16,-4-7-9 15,-20-12-1-15,12-10 0 16,-4-10 2-16,-9-14-3 16,5-9-10-16,-4 2-35 15,0-7-49-15,-12 1-138 16,0-6-142-16</inkml:trace>
  <inkml:trace contextRef="#ctx0" brushRef="#br0" timeOffset="11118.14">22137 15735 662 0,'0'0'105'0,"0"0"19"0,0 0-29 0,-354 57-9 0,282-42 23 16,28-5-16-16,20-3-28 15,24-7-5-15,0 0-22 16,0 4-27-16,116-4-5 16,59 0 27-16,60 0 4 15,44-33-14-15,-9-1-12 16,21-8-7-16,-32 11-4 15,-12-2 7-15,-40 5-5 16,-44 6 2-16,-47 6-3 16,-45 6-2-16,-35 10-1 15,-24 0 2-15,-12 0-26 0,0 0-79 16,0 0-55-16,0 7-96 16,0 12-89-16</inkml:trace>
  <inkml:trace contextRef="#ctx0" brushRef="#br0" timeOffset="24238.82">7517 10649 617 0,'0'0'144'0,"0"0"16"15,0 0-64-15,0 0 4 0,0 0-12 0,0 0-19 16,0 0-36-16,0 0-9 15,-36 0-6-15,36 0 0 16,0 0-5-16,0 0-12 16,0-5 5-16,52 3 2 15,27-6 11-15,5 3-14 16,8-4 7-16,11 1-6 16,1-1 2-16,-5-3 0 15,17-3-6-15,-1 0-2 16,1 5 1-16,-9-1 0 15,9 2 1-15,-9-4-2 0,5 5 3 16,-13-1-3-16,5 4 0 16,-13-2 0-16,13 2-3 15,-9-6 3-15,-3 6 7 16,-9-3-7-16,1 3 0 16,-4-4 0-16,11 1 1 15,-7-2 1-15,11 6-1 16,-3-3-1-16,-8 3 3 15,7 0 0-15,1 4-3 16,-9-2 4-16,9 2 1 16,-20 0 2-16,-13 0 4 15,13 0 0-15,-16 0 3 0,11 0-8 16,-19 0 6-16,-8 0-11 16,4 0 1-16,-8 0 3 15,7 0 4-15,5 0 4 16,-12 0-1-16,0 0-6 15,0 0-3-15,-12 0 8 16,-12 0-7-16,-4 0 6 16,-8 0-5-16,0 0 12 15,0 0-6-15,0 0-3 16,0 0-3-16,0 0-5 16,-20-5-6-16,-64 1-135 15,-35 4-194-15</inkml:trace>
  <inkml:trace contextRef="#ctx0" brushRef="#br0" timeOffset="28950">13254 10947 558 0,'0'0'85'0,"0"0"-20"0,0 0-18 0,0 0-14 0,0 0 96 16,0 0-71-16,-115 222-13 15,55-120 7-15,-24 15-8 16,-19 19-10-16,-13 16-16 16,1 9-10-16,-4 3-4 15,3-1 5-15,-3-21-7 0,15-18 6 16,13-26-4-16,19-24 0 16,24-28 8-16,16-16 11 15,16-15-13-15,8-12-5 16,8 0-2-16,0-3 6 15,0 0 3-15,0 0-6 16,0 0-6-16,0 0-24 16,20-25-88-16,40-21-88 15,20-2-159-15</inkml:trace>
  <inkml:trace contextRef="#ctx0" brushRef="#br0" timeOffset="29533.9">13708 11134 617 0,'0'0'128'0,"0"0"44"0,0 0-112 16,0 0 6-16,0 0 10 0,0 0-28 0,-8-16-12 15,8 16-29-15,0 27 5 16,36 13 23-16,32 18-2 16,15 4-2-16,21 18-14 15,11 16 18-15,13 4-15 0,3 17-3 16,20 8-8-1,25 14-6-15,-1 4 9 0,12 1 1 16,-12-12 2-16,0-13 0 16,-31-22-14-16,-29-15-1 15,-31-11-2-15,-17-23 2 16,-19-10 0-16,-16-16 0 16,-16-13 1-16,-4-3-1 15,-4-6 0-15,-8 0-4 16,0 0-25-16,-36-11-67 15,-67-19-220-15</inkml:trace>
  <inkml:trace contextRef="#ctx0" brushRef="#br0" timeOffset="32838.93">21524 15538 908 0,'0'0'126'0,"0"0"54"0,0 0-83 0,0 0-29 0,0 0 20 16,0 0-40-16,0 0 5 15,0 0-17-15,-159 75-22 16,238-55 12-16,73-14 1 16,27-6-6-16,40 0-2 15,12 0-9-15,4-9-8 16,0 1 0-16,7 3-1 16,-15 1 2-16,-8-1-2 15,-43 5-1-15,-49-7 2 16,-31 7-7-16,-41 0 11 15,-19 0-8-15,-20 0 4 16,-16 0-4-16,0 0-2 0,0 0 4 16,0 0-25-16,0 0-41 15,-4 0-106-15,-44 12-102 16,-7 8-397-16</inkml:trace>
  <inkml:trace contextRef="#ctx0" brushRef="#br0" timeOffset="39349.6">4551 3737 1061 0,'0'0'6'0,"0"0"-12"0,0 0 4 0,0 0 1 0,0 0 2 0,0 0 18 16,0 0 59-1,386 5-41-15,-115-47-10 0,55-9-13 16,24-1-3-16,25-2-8 15,-13-3-3-15,-28 10 0 16,-39 9-1-16,-52 15 1 16,-56 6 1-16,-44 15-1 15,-39 2 0-15,-32 0-10 16,-29 19-72-16,-43 15-114 16,-31 4-299-16</inkml:trace>
  <inkml:trace contextRef="#ctx0" brushRef="#br0" timeOffset="50983.7">11996 3737 1034 0,'0'0'249'0,"0"0"-132"0,0 0-1 0,0 0-45 0,0 0-54 0,0 0-15 0,0 0 0 16,0 0-1-16,195 178 0 0,-115-126 7 15,-20-6-4-15,-13-4-4 16,-11-8 0-16,8-13-2 15,-28-4-1-15,4-15-12 16,-4-2-17-16,-4 0 15 16,8-21 15-16,-8-21-3 15,-1-11 4-15,1-7 1 16,-12-1 0-16,0 1 1 16,0 11 2-16,0 17 4 15,0 13 14-15,0 19 15 16,0 0-8-16,0 5-23 15,0 39-5-15,0 9 0 0,0 21 5 16,24 15 5 0,-4 7 6-16,-16 11-10 0,4 7-5 15,-8-8-1 1,0-8-2-16,0-22-46 0,12-19-131 16,0-19-68-16,4-25-215 15</inkml:trace>
  <inkml:trace contextRef="#ctx0" brushRef="#br0" timeOffset="51466.59">13031 4314 853 0,'0'0'192'15,"0"0"-74"-15,0 0-41 0,96-165-24 16,-72 120-17-16,-16 7-8 15,-8 14 35-15,0 8 18 16,0 8-24-16,0 8 2 16,0 0-35-16,-20 9-24 15,-16 30-5-15,4 19 1 16,8 6 3-16,24-1-1 16,0-6 2-16,0-11-6 15,12-9-7-15,32-15 2 16,4-13 4-16,11-9 3 15,-3 0-2-15,12-9 6 16,-20-29 0-16,-1-12 0 0,-11-5-1 16,0-5 2-16,-4 9 0 15,-8 12 2-15,-12 14-3 16,-8 16 5-16,4 5 18 16,-8 4-8-16,0 0-12 15,12 11-3-15,12 20-2 16,11 6 2-16,-11 2 7 15,-12-4-4-15,-12 0-2 16,0-2 1-16,0 0 0 16,-36-7-2-16,-19 3-25 15,-17-4-71-15,-12 1-108 16,5 3-176-16</inkml:trace>
  <inkml:trace contextRef="#ctx0" brushRef="#br0" timeOffset="53433.54">18968 7902 397 0,'0'0'557'0,"0"0"-399"0,0 0-23 0,0 0-83 0,0 0-41 0,0 0-11 15,-44 60 0-15,56-3 23 16,8 1-9-16,-8-11-1 16,-12-9-6-16,12-12-5 15,-12-17 0-15,0-6 0 0,0-3-1 16,0 0 18-1,0-25 61-15,0-15-34 0,-12-18-42 16,-20 0 7-16,16 1-2 16,-4 7 9-16,16 11-10 15,4 18-3-15,0 15 8 16,0 6 3-16,0 0-16 16,4 7-4-16,52 30 2 15,24 13 2-15,-5-2 0 16,-7-1 1-16,4-5-6 15,-5-13 5-15,-19-11-4 16,-4-7-1-16,-20-9 0 16,-8-2 2-16,-8 0-1 15,4-15 8-15,-9-30 1 16,-3-13-2-16,0-8 1 0,0-1-4 16,0 11 0-16,-23 11 0 15,11 19 1-15,8 20 0 16,4 6-2-16,0 0-6 15,0 15-83-15,0 25-71 16,0 4-74-16,4-3-131 16</inkml:trace>
  <inkml:trace contextRef="#ctx0" brushRef="#br0" timeOffset="53699.72">19716 7937 659 0,'0'0'160'0,"0"0"-31"0,0 0-13 0,0 0-67 0,0 0-8 0,152 165-12 0,-105-143-21 16,9-2-5-16,-8-11 3 15,0-9-4-15,-4 0 5 16,-5-4-4-16,-7-27 19 16,-20-3 18-16,-12-4 0 15,0-3 7-15,-20 8-14 16,-28 1-14-16,-11 13 4 15,-13 15-23-15,-8 4-4 0,1 0-16 16,-5 33-75 0,13 13-121-16,3 13-197 15</inkml:trace>
  <inkml:trace contextRef="#ctx0" brushRef="#br0" timeOffset="54316.9">18104 10689 962 0,'0'0'218'0,"0"0"-80"0,0 0-59 0,0 0 4 0,0 0-32 16,0 0-13-16,91-40-34 15,37 18 3-15,15-7-2 16,-15 3-4-16,-9 1 3 0,-15-1-4 15,-21 5 0 1,-15-6-5-16,0 3-69 0,-21 3-81 16,-11-3-129-16,-24-7-394 15</inkml:trace>
  <inkml:trace contextRef="#ctx0" brushRef="#br0" timeOffset="57116.93">8488 11220 863 0,'0'0'178'0,"0"0"-39"0,0 0-28 0,0 0-48 0,0 0-17 15,0 0 2-15,-36-6-19 16,48 6-15-16,92-4 8 15,51-14 40-15,52-14-42 16,16-4-16-16,0 8-1 16,0 3-3-16,-24 6 2 15,-24 12-7-15,-35 3 1 16,-25 4-38-16,-31 0-87 0,-28 15-26 16,-21 2-142-1,-23 10-293-15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9T06:17:42.5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18060 5661 908 0,'0'0'190'0,"0"0"-72"0,0 0-29 0,0 0-28 0,0 0-25 0,0 0 6 16,0 0-9-16,0 0 0 15,76-59 4-15,-76 59-11 16,0 0-8-16,0 0-1 15,0 4-6-15,0 29-8 16,-20 7 3-16,-16 15 10 16,-12 12 2-16,-8 9-4 15,-15 13-7-15,3-4 0 16,-4 1-3-16,-7-7-4 16,15-2 1-16,-4-17 0 15,25-9 0-15,7-14-1 16,12-11 0-16,12-13 1 15,8-4-1-15,4-9 3 0,0 0 1 16,0 0 3 0,0 0 0-16,0-8 3 0,0-22-9 15,-8-8-1-15,8-6 1 16,0-7-1-16,0 0-3 16,0 0 3-16,0 0 0 15,0 4 0-15,0 6 2 16,0 3-2-16,0 11 1 15,0 12-1-15,0 6 2 16,0 9-2-16,0 0 0 16,0 0 1-16,0 0-1 15,0 0-5-15,0 12-5 0,0 23-3 16,0 12 13-16,0 11 2 16,0 2-1-16,-12 0 3 15,0-5-2-15,0-8-2 16,12-5 0-16,0-11 0 15,0-8 0-15,0-10 0 16,32-4 0-16,4-3-11 16,12-6-21-16,11 0-17 15,25 0-59-15,-4-22-98 16,23-7-166-16</inkml:trace>
  <inkml:trace contextRef="#ctx0" brushRef="#br0" timeOffset="7850.49">7740 7882 1068 0,'0'0'149'0,"0"0"-23"0,0 0-59 0,0 0-20 0,0 0-26 0,0 0-20 16,0 0 0-16,0 0 11 15,290 17 15-15,-134-46-2 16,-5 1-18-16,0-4-6 15,-23 1-1-15,-13 1-3 0,-19 9-21 16,-17 1-50 0,-27 8-66-16,-20-1-75 0,-32 7-285 15</inkml:trace>
  <inkml:trace contextRef="#ctx0" brushRef="#br0" timeOffset="9634.37">26234 6976 913 0,'0'0'209'0,"0"0"-80"0,0 0-34 0,0 0-4 0,0 0-30 0,0 0-29 16,16 0-14-16,88 0 0 0,59-13 26 15,24-18-16-15,12 4-19 16,-12-2-7-16,-28 7-1 15,-19 4-1-15,-41 1-1 16,-19 6-12-16,-24 7-23 16,-28-2-30-16,-8 2-41 15,-20 4-63-15,0 0-90 16,0 0-198-16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9T06:19:07.3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14270 9733 625 0,'0'0'194'0,"0"0"-31"0,0 0-79 0,0 0-7 0,0 0-27 16,0 0 2-16,0 0-12 15,0 0-14-15,-36 8-8 16,36-5 3-16,0-3-3 16,0 0-4-16,0 3-6 15,0 0 10-15,24 4-8 0,35-1 25 16,21-5 4-1,8 5-17-15,11-6-7 0,-3 0-8 16,19 0-1-16,5 0-3 16,7 0-3-16,24 0 1 15,-11 0-1-15,-13 0 0 16,4-6 7-16,-11 1-6 16,3 3-1-16,-15 2-2 15,-5 0 1-15,-19 0-5 16,0 0 6-16,-17 0-1 15,-19 0 2-15,-4 0 0 16,-16-4 0-16,-8 1-1 16,-4 0 6-16,-5-3-3 15,-3 2 8-15,-4 0-7 16,4 1-2-16,-8 3-2 0,0-2-1 16,0 2-50-16,-31 0-92 15,-17 0-99-15,0 0-343 16</inkml:trace>
  <inkml:trace contextRef="#ctx0" brushRef="#br0" timeOffset="6364.67">20919 9867 660 0,'0'0'116'0,"0"0"23"0,0 0-73 0,0 0 12 0,0 0-4 15,0 0-26-15,0 0-16 16,-12 0-7-16,12 0 11 16,0 0-12-16,0 0-7 0,0 0-7 15,0 0-6 1,0 0-2-16,79 0 4 0,21 0 32 15,27 0 4-15,13 0-30 16,23 0-3-16,20 0 6 16,8-11-7-16,8 7-8 15,-11-6 0-15,-13 7 1 16,-24-3-1-16,-24 3 0 16,-11-4 2-16,-44 3-2 15,-17 4 0-15,-27-4 1 16,-8 4 2-16,-16 0-2 15,4 0 10-15,-8 0 12 16,0 0 1-16,0 0-2 0,0 0-14 16,0-1 4-1,0-3-3-15,0 4-5 0,0 0-4 16,0 0 0-16,0 0-10 16,0 0-27-16,-44 0-98 15,-39 0-228-15</inkml:trace>
  <inkml:trace contextRef="#ctx0" brushRef="#br0" timeOffset="8212.41">5076 10820 732 0,'0'0'183'0,"0"0"-105"0,0 0-27 0,0 0 6 0,0 0-16 0,0 0-5 16,0 0-5-16,128 28 29 16,-33-24-15-16,33-4-24 0,35 0 5 15,12 0-7-15,16 0-7 16,4 0-5-16,4 0-5 16,-36-4 3-16,-11-2-2 15,-49 6-3-15,-31-5 0 16,-36 4 0-16,-12 1 0 15,-12 0 1-15,-12 0 0 16,0 0 0-16,0 0-1 16,0-3 0-16,0 3-14 15,0 0-54-15,0 0-135 16,0 0-160-16</inkml:trace>
  <inkml:trace contextRef="#ctx0" brushRef="#br0" timeOffset="9063.04">11176 10663 722 0,'0'0'221'0,"0"0"-107"0,0 0-5 0,0 0-16 0,0 0-26 0,0 0-47 15,-48-12-9-15,48 12-8 16,80 0-3-16,39 0 8 15,44-9 3-15,13-4-3 16,23 7-4-16,0-5-3 16,8 6 3-16,-20 1-4 15,-24 4 3-15,-31 0-1 16,-37 0 0-16,-27 0-2 16,-20 0 4-16,-28 0-4 0,-16 0 1 15,-4 0-5-15,0 0 7 16,0 0-3-1,0 0 0-15,0 0-5 0,0 0-36 16,19 0-62-16,9 0-103 16,28 0-146-16</inkml:trace>
  <inkml:trace contextRef="#ctx0" brushRef="#br0" timeOffset="10183.6">17391 10477 620 0,'0'0'101'0,"0"0"38"0,0 0-42 0,0 0-24 0,0 0 3 0,0 0 9 15,-143 0-29-15,143 0-13 16,0 0-4-16,0 0-10 0,0 0-7 16,0 0-9-16,0 0 7 15,0 0-1-15,40 0-17 16,51 0 5-16,49 0 13 16,23 0 6-16,28 0-16 15,16 0-1-15,-8 0-7 16,12 0 4-16,-24-7-6 15,-24 1 4-15,-11 0-2 16,-21 3-4-16,-7-3 4 16,-29 3 1-16,9-5-1 15,-33 3-1-15,1-2 12 16,-12 0-8-16,-5-3 0 16,-7 8 6-16,-12 2-5 0,-16-3-5 15,-8 3 0-15,-12-2-2 16,0-2 1-16,0 4 0 15,0 0 0-15,0 0-3 16,0 0-27-16,0 0-84 16,-56 0-35-16,-16 0-244 15</inkml:trace>
  <inkml:trace contextRef="#ctx0" brushRef="#br0" timeOffset="11317.07">12482 11737 739 0,'0'0'166'0,"0"0"-102"0,0 0-23 0,0 0 10 0,0 0 4 16,0 0 3 0,-24 26-24-16,24-26-20 0,60 3-12 15,47-3 8-15,44 0 25 16,45 0-9-16,15 0-17 16,24-17 3-16,-1 5 2 15,13 0-13-15,-4-1 5 16,-20 4-5-16,-12 3 2 15,-24-1-1-15,-12 0 7 16,-23 0-1-16,-33 5 21 16,-15-6-9-16,-25 8-13 15,-11 0-4-15,-16 0 4 16,-4 0 19-16,-17 0 1 16,-19 0-6-16,0 0-1 15,-12-1-1-15,0 1-5 0,0-4-8 16,0 2-1-16,0 2-5 15,0 0 1-15,0 0-1 16,0 0-22-16,0 0-66 16,0 0-51-16,-12 0-163 15,-11 0-365-15</inkml:trace>
  <inkml:trace contextRef="#ctx0" brushRef="#br0" timeOffset="18662.41">24482 9847 306 0,'0'0'240'0,"0"0"-156"0,0 0-20 0,0 0-9 16,0 0 68-16,0 0-57 0,0 0-20 15,0 0 1 1,0 0 5-16,0 0-15 0,0 0 6 16,0 0-1-16,0 0-9 15,0 0-1-15,0 0-19 16,0 0-4-16,0 0-5 16,0 0-4-16,0 0 13 15,0 0-9-15,0 0-1 16,0 0 0-16,0 0 0 15,0 0 2-15,-12 0-5 16,12 0 0-16,0 0 1 16,0 0-1-16,0 0 1 15,0 0 0-15,-8 0 0 16,4 0 4-16,-4 0 1 16,4 0-2-16,-7 0 7 0,-9 0-2 15,4 0-3 1,-4 0-1-16,-8 0-4 0,-4 0 0 15,-4 0 1-15,0 0-2 16,12 0 16-16,1 0 6 16,3 0 27-16,-4 0-15 15,12 0-7-15,12 0-8 16,-12 0-5-16,12 0 2 16,0 0 0-16,0 0-7 15,0 0 0-15,0 0-6 16,0 0-2-16,0 0 9 15,0 0-8-15,24-1 3 16,55 1-1-16,17-4-2 16,19 1-1-16,1-6 4 0,-9 2-5 15,9 3 0-15,-21 0 1 16,-11 3 0-16,-4-3-1 16,-13-2 0-16,-7-2-1 15,-24 7 0-15,-24 1-4 16,-12 0 3-16,0 0-17 15,0 0-40-15,0 0-72 16,-80 0-184-16</inkml:trace>
  <inkml:trace contextRef="#ctx0" brushRef="#br0" timeOffset="38347.72">13907 10667 600 0,'0'0'224'0,"0"0"-58"0,0 0-63 0,0 0 6 0,0 0-34 0,0 0-30 16,0 0 5-16,0 0-11 15,-32 0-23-15,32 0-12 16,0 0 1-16,0 0-2 0,60 4 7 16,32 3 9-16,27-7-6 15,20 0-4 1,1 0-4-16,7 0 2 15,-27 0-7-15,-5 0 2 0,-31-7-2 16,-13 7-6-16,-23-4 6 16,-16 4 1-16,-20 0-1 15,-12 0-7-15,0 0-10 16,0 0-98-16,-12 0-78 16,-36 0-188-16</inkml:trace>
  <inkml:trace contextRef="#ctx0" brushRef="#br0" timeOffset="42531.2">21564 10544 501 0,'0'0'214'0,"0"0"-48"0,0 0-102 0,0 0 8 0,0 0 2 15,0 0-4-15,0 0-28 16,-28 12-3-16,28-12-9 15,12 0-16-15,48 0-6 16,23 0 11-16,21 0-1 0,3 0-5 16,-3 0-7-16,11-4-1 15,-19-4-5-15,-5 2 1 16,-19-4-1-16,-16 3 0 16,-16 4-1-16,-9 0-5 15,-19 3-7-15,-12 0-30 16,0 0-123-16,0 0-123 15,0 0-436-15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9T06:20:10.4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1162 5235 738 0,'0'0'269'0,"0"0"-125"0,0 0-60 0,0 0-18 0,0 0-23 15,0 0 29-15,0 0-13 16,-12 3 3-16,12-3-4 0,0 0-12 16,0 0-5-16,0 0-11 15,0 0-6-15,0 3-12 16,0-3-8-16,0 0 1 15,0 0 1-15,0 0 1 16,0 0-4-16,0 0-3 16,0 0-1-16,0 0 1 15,12 0 1-15,12 0 1 16,12 0-2-16,-4 0 1 16,8 0-1-16,15 0-1 15,13 0 0-15,8 0 1 16,3 0-3-16,13-3 3 15,-8-6-1-15,-5-1-3 16,-19 1-2-16,0 2 0 0,-25-3-3 16,-11 8 3-16,-4 2 1 15,-16-4 2-15,-4 4 3 16,0 0 0-16,0 0 0 16,0-3 1-16,0 0 3 15,0-6-1-15,-4 0-1 16,-28-7-2-16,-3-1-1 15,-13 0-4-15,0 2 5 16,4-3 0-16,8 0 6 16,1 3-4-16,11 6-1 15,12 1 5-15,0 7 0 16,12 1-1-16,0 0 3 0,0 0-7 16,0 0-1-16,0 0-8 15,12 0 3-15,24 0 1 16,11 18 3-16,1 5 1 15,-4-4 0-15,4 4 0 16,-5-2-2-16,-19-2 2 16,-12 1-2-16,-8-1-5 15,-4 0-1-15,0 6-17 16,0 3-39-16,-40 8-53 16,-15 5-68-16,7 0-42 15,4 10-295-15</inkml:trace>
  <inkml:trace contextRef="#ctx0" brushRef="#br0" timeOffset="2799.3">10005 6273 712 0,'0'0'227'0,"0"0"-61"0,0 0-52 0,0 0-30 0,0 0-19 0,0 0-14 16,0 0-3-16,-20 0-19 0,20 0-10 16,0 0-2-16,8 0-4 15,52 0-1-15,44 0 13 16,27 0-5-16,32 0-13 16,24 0-6-16,20 0 1 15,-8-6-1-15,-11-6 1 16,-25-1-2-16,-20 4 1 15,-27-2-2-15,-13 5 1 16,-39 0 0-16,-8 6 0 16,-25 0 0-16,-15 0 0 15,-8 0-1-15,-8 0 1 16,0 0 2-16,0 0 0 16,0 0-2-16,0 0 0 0,0 0-1 15,0 0-4 1,0 0-17-16,0 0-67 0,0 0-94 15,0 0-71-15,0 6-143 16</inkml:trace>
  <inkml:trace contextRef="#ctx0" brushRef="#br0" timeOffset="3498.93">13883 6404 677 0,'0'0'255'0,"0"0"-80"0,0 0-58 0,0 0-47 0,0 0-35 16,0 0-4-16,132 0-16 16,-37 0-9-16,-3 0-2 15,11 0 3-15,-7 0-6 16,-4 0 4-16,-13 0-3 15,-7 0 0-15,-12 0-2 16,-25 0 0-16,-3 0 3 16,-20 0 1-16,-8 0-4 15,-4 0 0-15,0 0-1 16,0 0-1-16,0 0-77 16,0 0-85-16,-28 0-269 15</inkml:trace>
  <inkml:trace contextRef="#ctx0" brushRef="#br0" timeOffset="5132.74">18992 6271 482 0,'0'0'214'0,"0"0"-7"0,0 0-58 0,0 0-58 0,0 0-3 0,0 0-12 15,-104 6-1-15,104-5-17 16,0 3-27-16,0-4 8 16,0 0-19-16,0 4-1 15,44-2-9-15,52 3 12 16,43-5 6-16,24 0-19 16,0 0-4-16,5 0-5 0,-17 0 0 15,-12 0 9 1,-35-7-8-16,-25 7 2 0,-39-4-3 15,-20 4 0-15,-20 0-2 16,0 0 2-16,0 0 0 16,0 0 8-16,0 0-8 15,0 0 0-15,-12 0-2 16,-20 0-41-16,4 0-48 16,-3 0-61-16,7 0-47 15,24 16-185-15</inkml:trace>
  <inkml:trace contextRef="#ctx0" brushRef="#br0" timeOffset="5867.95">21751 6346 692 0,'0'0'240'0,"0"0"-74"0,0 0-59 16,0 0-17-16,0 0-16 0,0 0-5 15,-52-9-34-15,64 9-17 0,84 0-7 16,79-4 6 0,48-11-8-16,32-5 1 0,-8-1-10 15,-5 0 4-15,-31 7-3 16,-47-1-1-16,-45 8 4 15,-51 0-4-15,-40 4-2 16,-20 3 1-16,-8 0 0 16,0 0 1-16,0 0 0 15,0-5 0-15,0 5-25 16,-44 0-60-16,4 0-87 16,-16 11-80-16,32 0-317 15</inkml:trace>
  <inkml:trace contextRef="#ctx0" brushRef="#br0" timeOffset="6766.31">25414 6358 719 0,'0'0'238'15,"0"0"-72"-15,0 0-76 0,0 0-1 0,0 0-21 0,0 0-9 16,-20 17-33-16,64-14-18 16,51-1 10-16,25-2 13 15,7 0-19-15,1 0-8 16,-13 0-1-16,-7 0-3 15,-5 0 1-15,-19 0-1 16,-28 0-3-16,-21-2 3 16,-19-6 0-16,-16 7 0 0,0 1-2 15,0-3-7-15,0 3-14 16,0 0-9-16,0 0-29 16,0 0-20-16,0 0-51 15,8 0-124-15,4 0-155 16</inkml:trace>
  <inkml:trace contextRef="#ctx0" brushRef="#br0" timeOffset="7554.14">28814 6375 366 0,'0'0'452'0,"0"0"-317"0,0 0-6 0,0 0-12 0,0 0-20 16,0 0-16-16,-67 3 0 15,67-3-28-15,0 0-14 16,0 0-12-16,55 0-6 15,57 0-18-15,59 0 10 0,40-22-10 16,24 5-4 0,12 2 8-16,20-2-5 0,-21 5-1 15,-27 3-1-15,-51 0-4 16,-57-1 3-16,-39 3-3 16,-36 3 2-16,-24 3 1 15,-12-3 0-15,0 4-1 16,0 0-14-16,0 0-19 15,0 0-45-15,-24 0-106 16,-8 9-53-16,4 8-288 16</inkml:trace>
  <inkml:trace contextRef="#ctx0" brushRef="#br0" timeOffset="10582.99">4901 6892 650 0,'0'0'188'0,"0"0"-22"0,0 0-50 0,0 0-14 16,0 0-23-16,0 0 12 15,0 0-16-15,-48 0-14 0,48 0-9 16,0 0-26-16,0 0-11 15,0 0-10-15,48 0 1 16,36 0 9-16,31 0 6 16,24 0-15-16,5-11 1 15,27 4-6-15,4-3 0 16,4-5 0-16,-15 4-2 16,-37-1-1-16,-20 2 2 15,-27 2 0-15,-20 4 1 16,-24-2-2-16,-16 2 0 15,-9 0-8-15,-11 1-18 16,0 3-30-16,0 0-50 0,0 0-70 16,-11 0-69-16,-25 0-486 15</inkml:trace>
  <inkml:trace contextRef="#ctx0" brushRef="#br0" timeOffset="20067.48">6724 7826 659 0,'0'0'294'0,"0"0"-167"0,0 0-25 0,0 0-48 0,0 0-17 15,0 0-19-15,0 0-12 16,-47 9-6-16,94-9 4 16,21 4 8-16,16-4 3 15,19 0-9-15,5 0-6 16,7-9 0-16,-7-2-4 15,-5 2-47-15,-11 3-119 16,-20 6-74-16,11-3-236 16</inkml:trace>
  <inkml:trace contextRef="#ctx0" brushRef="#br0" timeOffset="20384.57">8556 7771 910 0,'0'0'162'15,"0"0"-66"-15,0 0-60 16,0 0 17-16,0 0-16 0,0 0-22 16,-68 4 9-16,140-4 5 15,20 0-5-15,27 0-18 16,16 0-6-16,-15 0-1 16,19-7-47-16,-19 5-63 15,-17-1-67-15,1-3-197 16</inkml:trace>
  <inkml:trace contextRef="#ctx0" brushRef="#br0" timeOffset="27683.35">975 8756 665 0,'0'0'219'0,"0"0"-64"0,0 0-31 0,0 0-43 0,0 0-22 0,0 0 24 15,0 0-31-15,0 0-15 16,-187 0-7-16,187 0-25 16,0 0 5-16,36 0 2 15,71 0 19-15,57 0 15 16,43 0-9-16,16-4-27 16,-12-16-3-16,-12 3 0 15,-36 2-7-15,-36-5 1 16,-19 4-1-16,-40 7 2 15,-45-1 0-15,-11 7 2 16,-12-1-1-16,0 2 9 16,0-5 0-16,0-6-10 0,-35-4 8 15,-21-4-10-15,-16-1 3 16,0-7-3-16,-7 8 0 16,19-1 1-16,4 4 0 15,28 14-1-15,9-2 0 16,15 6 0-16,4 0 0 15,0 0-3-15,0 0-2 16,0 0-5-16,0 0-1 16,39 8 3-16,17 12 8 15,4 2 0-15,8-1 1 16,-9 5-2-16,1-1 2 16,-24 4-1-16,-12 2 0 15,-16 8 0-15,-8 5 0 0,0 7 6 16,-20 11-6-1,-52 9-15-15,0 9-77 0,-31 5-105 16,-17 6-160-16</inkml:trace>
  <inkml:trace contextRef="#ctx0" brushRef="#br0" timeOffset="35816.6">18713 9610 547 0,'0'0'281'0,"0"0"-104"0,0 0-33 0,0 0-49 0,0 0-9 16,0 0 0-16,0 0-25 16,-96 12-8-16,96-12-28 15,0 0-2-15,0 0-18 16,0 8-4-16,24 1 0 15,56 0 4-15,16 4 5 16,43-4 2-16,12-6-8 16,0 1 3-16,1-4-6 0,-21 0-1 15,-11 0 0-15,-21 0 3 16,-15 0-3-16,-17 0-3 16,-27 0 3-16,-8-7 4 15,-20-1 1-15,-8 5-5 16,-4-1 3-16,0-3-3 15,0 1-41-15,-4 0-65 16,-32 1-61-16,0 5-58 16,16-1-161-16</inkml:trace>
  <inkml:trace contextRef="#ctx0" brushRef="#br0" timeOffset="36999.58">25641 9906 788 0,'0'0'159'16,"0"0"-6"-16,0 0-69 0,0 0 14 0,0 0-33 0,0 0 14 0,-12 0-33 0,12 0-29 15,44 0-7-15,75 0-4 16,33 0 5-16,31 0-8 16,20 0 1-16,16 0-4 15,8-8 0-15,-8 0 0 16,-20 2 6-16,-48-2-6 15,-43 8 0-15,-29-2 0 16,-35 2 0-16,-20-4 1 16,-20 1-1-16,-4 0 0 15,0 0 1-15,0 3-1 16,8 0-48-16,8 0-86 16,20 0-43-16,27 0-48 15,21-5-62-15</inkml:trace>
  <inkml:trace contextRef="#ctx0" brushRef="#br0" timeOffset="37632.86">29507 9712 850 0,'0'0'146'0,"0"0"32"0,0 0-80 0,0 0 7 0,0 0 12 0,0 0-29 16,-119 0-44-16,119 0-11 16,0 1-25-16,0-1-6 15,0 0-1-15,0 6-1 16,16-1-1-16,75-5-2 16,37 4 3-16,23-4 13 15,28 0-13-15,8 0-1 16,0 0 1-16,-12 0 0 15,-23-4 1-15,-25-7-2 16,-31 10 1-16,-21-3-2 16,-15 2 1-16,-32-2 2 0,-8 1-2 15,-8 0-1-15,-12 0 1 16,0 0-9-16,0 3-37 16,-12 0-55-16,-68 0-81 15,-15 9-163-15</inkml:trace>
  <inkml:trace contextRef="#ctx0" brushRef="#br0" timeOffset="39191.29">3511 10402 653 0,'0'0'166'0,"0"0"-56"0,0 0-29 0,0 0 39 0,0 0-44 0,0 0-17 16,-47 0-30-16,47 0-12 15,0 0-16-15,35 0 9 16,37 5 26-16,8-5 19 0,35 0-23 16,5 0-20-1,7 0-4-15,4-3-2 0,-15-10 0 16,-13 4-6-16,-23 0 2 16,-20 9-2-1,-24-5 0-15,-1 5-1 0,-11 0 0 16,-4 0 0-16,-4 0-9 15,-4 0-11-15,0 0-95 16,0 5-51-16,0 7-104 16,12-6-161-16</inkml:trace>
  <inkml:trace contextRef="#ctx0" brushRef="#br0" timeOffset="40632.76">10173 10419 741 0,'0'0'141'0,"0"0"-18"0,0 0-23 0,0 0-1 0,0 0-29 15,0 0 9-15,-188-12-34 0,188 12 6 16,0 0-38-16,0 0 4 15,0 0-13-15,0 0-3 16,0 0-1-16,0 0-4 16,68 0 4-16,28 0-4 15,19 0 9-15,28 0 0 16,9 2-5-16,11-2-1 16,0 0 1-16,-11 0 0 15,-25 0 0-15,-20 0 5 16,-27 0-5-16,-20 0 0 15,-24 0 0-15,-12 0 2 16,-17 0-2-16,-7 0 1 0,0 0 4 16,0 0-2-1,0 0 0-15,0 0 2 0,0 0-5 16,0 0-26-16,0 10-56 16,0-1-109-16,0 1-131 15</inkml:trace>
  <inkml:trace contextRef="#ctx0" brushRef="#br0" timeOffset="41683.11">14258 10458 615 0,'0'0'165'0,"0"0"-38"0,0 0-10 0,0 0-21 0,0 0 5 16,0 0-19-16,-104-8-8 16,96 8-5-16,8 0-20 15,0 0-12-15,0 0-12 16,0 0-14-16,0 0-5 16,0 0-6-16,0 0-16 0,88 0 9 15,31 0 7-15,44 0 7 16,13 0-5-16,11-4 6 15,12-14-6-15,0 3-2 16,-24 0 3-16,-24 4 0 16,-31 2-3-16,-41-1-5 15,-7 8 3-15,-24-6 2 16,-16 7 0-16,-8-3 0 16,-12 2-8-16,-4-2 8 15,-4 4 0-15,-4-3 0 16,0-1-8-16,0 4-40 15,8 0-95-15,-8 0-61 16,0 0-228-16</inkml:trace>
  <inkml:trace contextRef="#ctx0" brushRef="#br0" timeOffset="56082.98">5028 10927 639 0,'0'0'167'0,"0"0"-56"0,0 0 9 0,0 0-24 0,0 0-35 0,0 0-9 0,0 0-11 15,0 0 5-15,-47-2-28 16,47 2 15-16,0 0-21 16,0 0-6-16,27 0 5 15,29 0 32-15,16 2-5 16,19 1-14-16,5 1-10 0,19-4-2 15,13 0-1 1,-9 0-3-16,9 0-3 0,-1 0-5 16,-11 0 5-16,-9 0-5 15,1 0 2-15,-17 0-1 16,-23 0-1-16,-20 0 0 16,-24 0 0-16,-1 0 1 15,-11 0-2-15,-12 0 4 16,0 0-3-16,0 0 0 15,0 0 0-15,0 0 0 16,0 0-7-16,0 5-31 16,0 17-125-16,-24 6-88 15,1 3-330-15</inkml:trace>
  <inkml:trace contextRef="#ctx0" brushRef="#br0" timeOffset="57183.77">6537 11908 218 0,'0'0'704'0,"0"0"-601"0,0 0 24 0,0 0-58 0,0 0 7 15,0 0-2-15,-175 0-30 16,175 0-13-16,0 0-1 15,0 0-11-15,24 0 4 0,48 0-3 16,31 0-3-16,49-11 13 16,23-6-12-16,12 5-17 15,12 3 4-15,0 5-5 16,-16 0 1-16,-16 1-1 16,-27 3 1-16,-33 0-1 15,-27 0-2-15,-12 0 0 16,-33 0-16-16,-11 12 1 15,0-1-56-15,-12 8-74 16,-12-1-74-16,0 2-248 16</inkml:trace>
  <inkml:trace contextRef="#ctx0" brushRef="#br0" timeOffset="62050.02">1126 12767 441 0,'0'0'236'0,"0"0"-80"0,0 0-28 0,0 0 7 0,0 0-22 0,0 0-23 0,0 0-9 16,-266 9 6-16,266-5-37 16,0-4-21-16,0 1-14 15,0-1-11-15,0 4-2 16,47-4 1-16,57 0-2 15,35 0 12-15,25 0-5 16,-1-9-2-16,-12-10-6 16,-8 1 0-16,-3 4 3 15,-9 2-3-15,-15 1-6 16,-37 5 6-16,-31 6 6 16,-16 0-5-16,-32 0-2 15,0 0 2-15,0 0-1 0,0 0 5 16,0 0 3-1,-20-7 5-15,-52 2-7 0,-11-5-4 16,-17-2-2 0,5 1 0-16,3-4 5 0,20 3-3 15,1 2-2-15,35 0 1 16,12 8 2-16,12-5-2 16,4 7 8-16,8-4-4 15,0 4-5-15,0 0-1 16,0 0-6-16,0 0-3 15,44 0 3-15,16 0 7 16,11 6 0-16,-3 8 0 16,4-1 0-16,-5-1 1 15,-19 0 0-15,0 2-1 0,-4-2-1 16,-32 7-1-16,-8 1 2 16,-4 2 0-16,0 6-2 15,0-1 0-15,-12 5-5 16,-48 9-33-16,4 3-53 15,-4 3-62-15,1-7-66 16,23-11-284-16</inkml:trace>
  <inkml:trace contextRef="#ctx0" brushRef="#br0" timeOffset="71488.86">27158 841 599 0,'0'0'341'0,"0"0"-130"0,0 0-82 0,0 0-63 15,0 0-22-15,0 0-42 16,0 0 2-16,0 0 1 0,-223 18 0 15,203 30 1-15,20 1 14 16,0 2 6-16,0-5-7 16,20-7-16-16,28-8 3 15,19-10-4-15,-3-10 8 16,24-5-4-16,-5-6 5 16,13-6 1-16,-1-32 3 15,-7-17-10-15,-16 0 6 16,-36-12-7-16,-13 0 0 15,-23 1 3-15,0 8 8 16,-23 7 7-16,-33 13-16 16,-8 9-6-16,-4 14-2 15,-3 8-1-15,3 7-21 16,12 0-47-16,5 45-68 16,-5 15-93-16,12 12-136 0</inkml:trace>
  <inkml:trace contextRef="#ctx0" brushRef="#br0" timeOffset="71833.02">27313 1323 879 0,'0'0'294'0,"0"0"-141"0,0 0-46 0,0 0-51 0,0 0-56 15,0 0-1-15,-60 51 1 16,-23 17 2-16,-21 23 6 16,-15 15 2-16,-20 1-8 15,11 1 2-15,13-16-4 16,19-24 3-16,40-18-3 15,28-22-2-15,9-16-35 16,19-9-79-16,0-3-42 16,0 0-45-16,35-11-66 0,9-15-112 15</inkml:trace>
  <inkml:trace contextRef="#ctx0" brushRef="#br0" timeOffset="72149.36">26644 1899 264 0,'0'0'375'16,"0"0"-126"-16,0 0-84 15,0 0-21-15,0 0-49 16,0 0-56-16,-12-33-35 16,-12 48-3-16,-19 25 6 15,7 5 15-15,20-2-5 16,8 8 0-16,8 4-11 16,0-3-4-16,8-6-2 15,44-11 3-15,15-14-3 16,17-10 0-16,8-11 6 0,23 0 3 15,-7-11-2 1,-17-23-5-16,-19-10 11 0,-28-5-10 16,-29-4 6-16,-15-5 12 15,0 0-5-15,-47 2-1 16,-21 10-12-16,-8 10-3 16,-3 14-3-16,19 7-8 15,0 15-39-15,5 0-79 16,7 0-132-16,12 15-204 15</inkml:trace>
  <inkml:trace contextRef="#ctx0" brushRef="#br0" timeOffset="72784.64">27883 1178 365 0,'0'0'604'0,"0"0"-347"0,0 0-110 0,0 0-63 0,0 0-72 0,0 0-12 0,-44 3 0 0,107 53 1 15,1 19 39-15,4 3-12 16,15 14-7-16,-11 3-11 15,4-2-7-15,-13-8 3 16,-7-5-6-16,0-15-11 16,-8-6-25-16,-12-12-31 15,-1-12-7-15,-23-12 7 16,12-13-3-16,-24-2 8 16,0-8 29-16,0 0 33 15,0 0 4-15,0-3 8 16,0-20 8-16,0-2 15 15,0 3 31-15,0 3-23 16,0 12 35-16,0 5-22 16,0 2-12-16,-12 0-41 15,0 2-3-15,0 29-9 0,-11 11 9 16,-1 13 0-16,4 9 1 16,16 5 3-16,4 7-3 15,0-4 3-15,0-7-4 16,16-17 1-16,31-20-1 15,17-19-1-15,0-9 1 16,4 0 4-16,-1-24 13 16,-19-20-14-16,-12-7 11 15,-32-1-7-15,-4-2 3 16,-4-4 8-16,-76 7-7 16,-23 10-5-16,-17 10-6 15,-19 15 0-15,-4 16-9 16,-9 0-13-16,-7 27-68 0,4 23-124 15,3 1-211-15</inkml:trace>
  <inkml:trace contextRef="#ctx0" brushRef="#br0" timeOffset="73519.07">26501 2473 824 0,'0'0'249'0,"0"0"-93"16,0 0-99-16,0 0-38 0,0 0-11 0,0 0 0 15,-311 113 15-15,228-45 10 16,-25 5-8-16,-15 7-10 0,-20-3-15 15,-21 1 5-15,33-8 5 16,-8-14-10-16,35-16-1 16,32-16-7-16,17-13 3 15,31-11 5-15,0 0 0 16,12 0 1-16,-8-4-1 16,4-16 0-16,4 4-1 15,0 4 4-15,4 2 7 16,8 6 9-16,0 4 16 15,0 0-27-15,0 0-5 16,0 0-3-16,0 24-24 16,0 14 23-16,0 13-1 15,0 6 1-15,0-3 1 16,0-3 0-16,48-4 9 0,8-12-9 16,27-10 0-1,-3-12 10-15,4-13-4 0,-5 0-3 16,13-6-1-16,-17-34 5 15,-7-3 14-15,-24-8 13 16,-20-2 2-16,-24-1-5 16,0-2-13-16,-20 6-9 15,-52 8-4-15,-7 11-5 16,3 10-1-16,0 8-6 16,17 10-5-16,11 3-16 0,12 0-54 15,12 5-79-15,4 18-88 16,20-6-128-16</inkml:trace>
  <inkml:trace contextRef="#ctx0" brushRef="#br0" timeOffset="74203.11">26736 2317 455 0,'0'0'436'0,"0"0"-179"0,0 0-91 0,0 0-53 0,0 0-58 16,0 0-55-16,-48-9 3 15,112 50-3-15,23 19 34 16,-3 4-12-16,8 5 11 15,-9 2-16-15,-11-5-17 16,7 5 9-16,-19-3-8 16,0-3 1-16,-4 1-2 15,-9-6 0-15,-11-6 1 16,-12-9 2-16,8-10-3 16,-16-8 0-16,-4-8-3 15,-4-9 3-15,-8-10 0 16,0 0 0-16,0 0 6 15,0 0 5-15,0-12 0 0,0-12-6 16,-20-5-3-16,-4 6 0 16,0 4-2-16,0 1 2 15,0 4-2-15,4 14 0 16,-15 0 0-16,-1 0-4 16,-12 10 4-16,12 21-2 15,4 16-3-15,8 12 0 16,13 4 5-16,11 3-1 15,0-1 1-15,0-16-2 16,35-4 0-16,21-10-1 16,4-13 2-16,0-13-5 0,7-9 2 15,5 0 3-15,-4-9-4 16,-1-27 8-16,-19-5-3 16,-24-11 5-16,-12-7-2 15,-12-6 2-15,0-3-3 16,-36 15-2-16,-44 3 0 15,1 19-1-15,-17 17-3 16,1 7-6-16,-17 7-18 16,-7 0-79-16,-1 29-112 15,-3 14-180-15</inkml:trace>
  <inkml:trace contextRef="#ctx0" brushRef="#br0" timeOffset="78749.07">25450 3123 400 0,'0'0'172'0,"0"0"-67"0,0 0 4 0,0 0-24 0,0 0-15 15,0 0-2-15,-32-38-13 16,20 36-2-16,0-5-8 0,0-3-11 15,0 4 7-15,0 3-5 16,12-3-6-16,-12 6-15 16,4-6 4-16,-8 2-3 15,4 0-9-15,-11-1-1 16,-1 2 2-16,0-3-3 16,-8 2-4-16,8 0 15 15,-8-2-10-15,8 6 2 16,-4-3-3-16,-7 3-5 15,3 0 4-15,-4 0 4 16,4 0 6-16,8 0-4 16,0 0 7-16,8 0-8 15,-15 0-6-15,7 0 2 0,12 0-4 16,-12 0-1-16,4 0 2 16,8 0-2-16,0 6 0 15,0-3-5-15,0 1 8 16,0 0-3-16,8-2 1 15,-8 5-1-15,4-2-1 16,-4 9 0-16,-12 1 1 16,12 2-3-16,-7-3 3 15,7 7 0-15,8-5 0 16,-4 6 0-16,4 0-2 16,4-1 4-16,0 9-2 15,0-5 0-15,0 0 1 0,0 4-1 16,0-4 3-1,0 1-3-15,0-1 2 0,0-4 5 16,0 2-5-16,12-1-1 16,4-2 3-16,3 2-1 15,-7-2 1-15,12 2-3 16,0-4 3-16,0-2 1 16,-4 4-5-16,4-9 0 15,0 6 7-15,0-5-5 16,0 0 1-16,11 2-2 15,-3-2-1-15,4 1 6 16,-8-4-4-16,4 2 5 16,-8-10-1-16,12 4 8 0,-5-2-14 15,5 0 14 1,12-3-7-16,-4 4-5 0,4-4-1 16,-9 0 3-16,-7 0-4 15,16 0 0-15,-12 0-1 16,8 0 1-16,-9 0 2 15,1 0 0-15,8 0-2 16,-8-4 2-16,-8-7 0 16,4 2-1-16,4 1 1 15,-13-5 0-15,13-3-2 16,-12 6 2-16,-4-8 2 16,-8 4-2-16,4-1 0 0,-4-1 2 15,0-4-2 1,-4 2 0-16,4-4 7 0,-12-2-2 15,0 0-1-15,0-3-1 16,0 0 0-16,0-5 3 16,0 4-6-16,0-1 3 15,0 4-4-15,0-1 3 16,0 1-3-16,0 5 2 16,-20-3 1-16,4 6-2 15,-16-7 3-15,4-1-1 16,4 3-2-16,-8 4 0 15,-3 1 1-15,11 5-2 16,-20-1 0-16,8 1-1 16,-12-2 0-16,12 6 1 15,-7 2-1-15,7-2 0 0,0 2 0 16,-12 0 0-16,16 3 0 16,-4-3 0-16,-3 2 0 15,-5 4 0-15,0-4-4 16,-4 3 4-16,1 1-1 15,-1 0 0-15,4 0 0 16,4 0-4-16,-8 0 5 16,5 0 0-16,-1 5-1 15,4 5 0-15,4 2-3 16,-8 1 1-16,20 3 2 16,-7 3 0-16,3 6 0 15,4 4-1-15,0 2 0 0,-8 4 2 16,8 4-2-16,12-4 1 15,0 2 0-15,12 2 1 16,0-5 0-16,0 3-2 16,0-3 2-16,0-6 5 15,0 4-5-15,12-1-1 16,20-1-2-16,-8-2 2 16,4 0 1-16,-4-1 0 15,12-9 2-15,-5 2-2 16,5-6 2-16,8 6-2 15,-4-3 0-15,4-6 2 16,11-4 4-16,-3-2-4 16,4-5-2-16,4 4 2 0,-5-4-1 15,5 0-1-15,8 0 0 16,-16 0 0-16,7 0 3 16,-15 0-5-16,4-4 4 15,-4-5-2-15,-16-1 0 16,3 0 1-16,-7 3 0 15,8-9 0-15,4 0-1 16,-12-3 4-16,0-1-3 16,0-1 0-16,-12-3 1 15,11 2-1-15,-11-3-1 16,0-1 4-16,-12-3-4 16,8-5 1-16,-4 6 0 0,-4-4-2 15,8 7 2-15,-8 3 0 16,0-4 0-16,0 1 0 15,0-1 0-15,0 4-2 16,0-4 1-16,0 5 0 16,-12-2 1-16,-20-1-1 15,21 0 0-15,-13 6 0 16,4 2 0-16,-4-1 1 16,-4 5 0-16,4-1-1 15,-20 1-1-15,12 2 0 16,-7 1 1-16,-21 0-1 15,-8 1 0-15,8-1 1 16,-19 3 0-16,11 0 0 16,-4-2-4-16,1 7 3 15,-1-3 0-15,-7 4 1 0,19 0-2 16,0 0 2-16,4 0-8 16,1 0 8-16,15 9 0 15,-4 4-1-15,8-1-1 16,0 5 2-16,4 2-3 15,9 6-3-15,-1 4 6 16,8 5 0-16,4 7-2 16,0 0 0-16,4 8 1 15,8-6-1-15,0 5 2 16,0-6 4-16,0 1-4 16,12-3-5-16,24 0 4 15,7 2 2-15,-7-7 6 0,24-6-6 16,-4-7-1-1,3 1-1-15,1-5 1 0,8-5 1 16,-8-4 0-16,23-4 6 16,9 1-4-16,-9-6-1 15,9 0-2-15,-8 0-2 16,-5 0 2-16,-7 0 0 16,0-7 2-16,-17-14-1 15,13 4-1-15,-20-2-1 16,0-1 1-16,-25-1 4 15,13-3-3-15,-12 0 0 16,-12-3 1-16,-4 0 2 16,-4-2-3-16,-4-7 1 15,0-5 0-15,0 4-1 16,0-8 0-16,-24 3 0 0,-4 8 1 16,-15 2-1-16,-1 6-1 15,4-3 0-15,-8 4-1 16,-8-2 1-16,-3 1 0 15,-9 4 1-15,8 3 0 16,1 5-1-16,3 6-1 16,-4 4-3-16,16 4-4 15,-8 0 2-15,-15 0-5 16,11 7-32-16,-8 21-71 16,-3 13-106-16,11-3-157 15</inkml:trace>
  <inkml:trace contextRef="#ctx0" brushRef="#br0" timeOffset="82549.45">23642 3936 742 0,'0'0'161'0,"0"0"11"0,0 0-79 0,0 0 7 0,0 0-36 0,0 0 4 16,0 0-20-16,0 0-22 16,-115 4-16-16,115-4 7 15,0 0-1-15,55 0 7 16,37 0-6-16,16 0-2 16,7-14-13-16,-7-8 3 15,-13 3-1-15,-7-1-4 16,-29 8 1-16,-23 3 5 15,-24 4-5-15,-12 0 4 16,0 3-3-16,0-2 2 16,0-2 6-16,0-3-4 0,-8-4-6 15,-20-4-1-15,-8 6-1 16,5 1 0-16,15-1 1 16,-4 6 1-16,8 1 0 15,12 1 0-15,0 3 0 16,0 0 3-16,0 0-3 15,0 0-2-15,0-2 0 16,0 2-11-16,0 0 11 16,36 0 2-16,19 0 0 15,-7 0 0-15,-12 0 0 16,0 5 0-16,-16 4-3 16,-8 8 0-16,0-2-6 15,-12 12 0-15,0 2-6 16,0-3-1-16,0 13-45 15,-20 7-44-15,-4 1-31 16,0 5-85-16,-12 3-126 0</inkml:trace>
  <inkml:trace contextRef="#ctx0" brushRef="#br0" timeOffset="86782.92">16854 374 893 0,'0'0'274'15,"0"0"-108"-15,0 0-37 0,0 0-43 0,0 0-55 0,0 0-27 0,0 0 2 16,175 17 7-16,-92 17-7 15,-15 8 2-15,0-2-2 16,-20-1-4-16,-9-5-2 16,-19-1-1-16,4-15-6 15,-12-6-26-15,-12-12-66 16,12 0-44-16,-12-14 82 16,0-24-52-16,0-12 61 15,0 4 49-15,-36 4 3 0,12 11 18 16,-8 5 25-16,9 14 10 15,11 7 3-15,0 5 12 16,0 0-25-16,-12 5-21 16,0 24-15-16,-12 11-6 15,0 8 9-15,-7 0-8 16,-5 6-2-16,-8 3 0 16,8-12 0-16,8-7-39 15,9-15-135-15,31-23-112 16,0 0-304-16</inkml:trace>
  <inkml:trace contextRef="#ctx0" brushRef="#br0" timeOffset="87149.43">17809 384 532 0,'0'0'389'15,"0"0"-237"-15,0 0 12 16,0 0-55-16,0 0-24 15,0 0-12-15,319 181-32 16,-264-143-18-16,-7-1-20 16,-12-3 0-16,-12-3-1 15,-12-10-4-15,0-12-18 16,-12-9-64-16,8 0-76 16,-4-15 40-16,-4-23-48 15,0-6 81-15,0-3 79 16,0 5 8-16,-16 3 82 0,-4 14 36 15,-4 7-21-15,12 8 8 16,0 6-19-16,4 4-11 16,4 0-21-16,-8 0-54 15,0 20 0-15,-20 21-5 16,-3 14 5-16,-13 7 0 16,4 1-1-16,-4 5-3 15,8-13-131-15,9-9-82 16,31-20-130-16</inkml:trace>
  <inkml:trace contextRef="#ctx0" brushRef="#br0" timeOffset="87483.89">18836 578 608 0,'0'0'414'0,"0"0"-183"0,0 0-101 0,0 0-16 0,0 0-45 15,0 0-42-15,0-13-16 16,4 35-10-16,40 7 6 15,4 6-4-15,0 3-1 0,8-1 5 16,-17-6-7-16,-7-2 0 16,-16-7-15-16,-8-8-60 15,4-8-126-15,-12-6-21 16,0 0-86-16,0-6-27 16</inkml:trace>
  <inkml:trace contextRef="#ctx0" brushRef="#br0" timeOffset="87652.74">18836 578 193 0,'203'91'294'0,"-218"-109"-121"15,-5 5 56-15,8 4-65 16,0 3-11-16,12 6-47 16,-12 0-15-16,12 0-60 0,-20 6-15 15,-4 19-13-15,-4 13 0 16,-8-1 1-16,-19 11-3 16,7 0-1-16,-12 3-1 15,-8-9-44-15,33-9-115 16,3-14-113-16,8-4-183 15</inkml:trace>
  <inkml:trace contextRef="#ctx0" brushRef="#br0" timeOffset="88099.16">17753 714 483 0,'0'0'415'0,"0"0"-167"0,0 0-83 0,0 0-43 0,0 0-48 0,0 0-23 0,-23-22-26 16,23 22-17-1,0 24-6-15,-12 9 0 0,12 14 1 16,-20 8 1-16,-4-7 1 16,8 2-5-16,4-12-16 15,12-6-109-15,0-10-113 16,0-10-115-16,40-5-343 0</inkml:trace>
  <inkml:trace contextRef="#ctx0" brushRef="#br0" timeOffset="88499.96">18406 876 553 0,'0'0'354'0,"0"0"-165"16,0 0-83-16,0 0-68 0,0 0-9 15,0 0-8-15,140-17-2 16,-136 34-14-16,-4 6-5 16,0 12 1-16,0-1 2 15,-40 5-1-15,-4-8 9 16,8-7-7-16,16-3-4 15,8-12 4-15,8-9 0 16,4 0-4-16,0 0 1 16,0 0 7-16,16 0-1 15,28 0 5-15,24 0-4 16,-8-3-8-16,-1-3-47 16,1-1-94-16,12-2-166 0</inkml:trace>
  <inkml:trace contextRef="#ctx0" brushRef="#br0" timeOffset="88967.16">19366 873 498 0,'0'0'303'15,"0"0"-159"-15,0 0-45 16,0 0-54-16,0 0 14 15,0 0-13-15,104-17 0 16,-93 17-6-16,1 0-21 16,12 0-9-16,-12 0-7 15,-12 17-3-15,12-5-9 0,-12 1 9 16,8 3 6-16,-8-7-6 16,0 8-8-16,0-8 7 15,0 7 1-15,0 6 4 16,0-2 1-16,-8 5-4 15,-4-7-1-15,0-6-1 16,12-2 1-16,0-10 1 16,0 0-1-16,0 0 1 15,0 0 3-15,0 0-1 16,12 7-2-16,20-2 0 16,-16 3-1-16,-4-2-2 15,0 0 2-15,-12-3-1 0,0 1-4 16,0 6 4-16,0-1 0 15,-40 0 1-15,-16 7-1 16,-3-3-7-16,-9 0-61 16,8-4-70-16,12-4-43 15,29-5-233-15</inkml:trace>
  <inkml:trace contextRef="#ctx0" brushRef="#br0" timeOffset="89365.69">20676 498 956 0,'0'0'309'0,"0"0"-171"0,0 0-69 0,0 0-61 0,0 0-7 16,0 0 7-16,80 108 1 15,-37-60-6-15,-7-4 0 16,-8-9-1-16,-4-12-2 16,-4-13 0-16,4-10-5 15,-12 0-7-15,0 0-8 16,0-9 20-16,0-19 1 16,-5-3 13-16,-3-4-5 0,-4-5-4 15,0 0 6-15,0 9 20 16,0 8 16-16,0 12-18 15,0 7 2-15,0 4-11 16,0 0-20-16,0 4-1 16,-11 33-7-16,-25 11 7 15,0 22 0-15,-12 13-26 16,-20 8-109-16,-11 11-120 16,-9 5-232-16</inkml:trace>
  <inkml:trace contextRef="#ctx0" brushRef="#br0" timeOffset="90050.59">15954 1245 816 0,'0'0'270'15,"0"0"-100"-15,0 0-64 0,0 0-45 0,0 0-61 0,0 0 0 0,0-18-20 16,0 52-9-16,0 10-39 15,0 10-92-15,0 12-79 16,0 10-139-16</inkml:trace>
  <inkml:trace contextRef="#ctx0" brushRef="#br0" timeOffset="90183.26">15922 2053 172 0,'0'0'294'15,"0"0"-146"-15,0 0-95 16,0 0 42-16,0 0-68 15,0 0-11-15,-4 162-16 16,4-135-33-16,0 4-144 16</inkml:trace>
  <inkml:trace contextRef="#ctx0" brushRef="#br0" timeOffset="90349.65">15755 2883 170 0,'0'0'225'15,"0"0"-157"-15,0 0-45 16,0 0 2-16,0 0-15 16,0 0-7-16,-48 180-5 15,16-129 2-15,-4 3-47 16,0 12-255-16</inkml:trace>
  <inkml:trace contextRef="#ctx0" brushRef="#br0" timeOffset="90482.99">15591 3683 80 0,'0'0'101'0,"0"0"-66"15,0 0-28-15,0 0-6 16,0 0-1-16,-23 190-7 16</inkml:trace>
  <inkml:trace contextRef="#ctx0" brushRef="#br0" timeOffset="90684.34">15556 4273 507 0,'0'0'114'16,"0"0"-43"-16,0 0 91 0,0 0-70 16,0 0-32-16,0 0 33 15,-48 149-43-15,48-140-37 16,-8 2-10-16,8-2-1 15,0 7-4-15,0-1-145 16,0 1-229-16,0 1-246 16</inkml:trace>
  <inkml:trace contextRef="#ctx0" brushRef="#br0" timeOffset="90817.23">15548 4680 669 0,'0'0'201'0,"0"0"-50"16,0 0-8-16,0 0-44 15,0 0-50-15,0 0-31 16,0-4-18-16,0-25-67 16,8-14-276-16</inkml:trace>
  <inkml:trace contextRef="#ctx0" brushRef="#br0" timeOffset="91816.12">14962 1365 700 0,'0'0'247'0,"0"0"-71"0,0 0-58 0,0 0-42 16,0 0-52-16,0 0 5 0,32 0-6 16,52-5 3-16,31 0-3 15,1-2-18-15,-21 2 2 16,1-2-7-16,-28 0-1 16,-45 1-1-16,-11 2-13 15,-12 2 13-15,0-3 2 16,0-10 3-16,-23 3-3 15,-9-5-1-15,-4 6 1 16,0 0 0-16,20 2 1 16,8 4 12-16,8 5 7 15,0 0 0-15,0 0 2 0,0 0-22 16,0 0 3-16,32 0 0 16,28 0 10-16,11 0-12 15,1 18 7-15,-4 0-8 16,-9 6-4-16,-15 3-15 15,-28 6-10-15,-16 12-70 16,0 0-35-16,0 12-41 16,-12 3-159-16</inkml:trace>
  <inkml:trace contextRef="#ctx0" brushRef="#br0" timeOffset="92265.91">15217 1946 602 0,'0'0'254'0,"0"0"-106"0,0 0-31 0,0 0-53 0,0 0-32 0,0 0-19 15,48 3 19-15,32-3 5 16,3 0-17-16,9-7-17 15,-21-5-3-15,-11-3 1 16,-16 0-2-16,-32 6-2 16,0-1-30-16,-12 0 8 0,0 5-16 15,-24-4 20-15,-32 0 8 16,-3-2 7-16,15 5 12 16,8 6 11-16,12-3 7 15,20 3 21-15,4-2-18 16,0 2 12-16,0 0-28 15,0 0 1-15,0 0-1 16,16 0 1-16,32 0 1 16,-4 0-2-16,3 0 2 15,1 9-7-15,-16 5-6 16,-16 3-3-16,-4 3-1 16,-12 9-31-16,0 2-97 0,-28 4-80 15,-52 6-208-15</inkml:trace>
  <inkml:trace contextRef="#ctx0" brushRef="#br0" timeOffset="94099.16">14584 3915 466 0,'0'0'175'0,"0"0"-95"0,0 0 43 0,0 0-68 0,0 0 18 16,0 0-35-16,-12 11 11 15,28-11 18-15,44 4 16 16,31-4-3-16,17 0-51 16,19 0-4-16,13 0-8 15,-1 0 6-15,12-6-10 0,13-2-6 16,11 3 0-16,-8-2-7 15,8 5 0-15,0-5-2 16,1 4 0-16,-5-4 2 16,-8 1 0-16,0 0 0 15,-7 3 0-15,3-2 1 16,-16 4 2-16,-11 1 5 16,7 0-3-16,0 0 9 15,1-3 8-15,-1-5-13 16,0 6 19-16,1-5-18 15,3 4 7-15,-4 1-12 16,13-3 15-16,-13 5-16 16,0-2 3-16,5-2-4 0,-5 4 13 15,0-4-14-15,5 4 2 16,-5-2 1 0,0 2-4-16,1-3 3 0,-21-3-6 15,5 6 10-15,-17 0-7 16,9-3-1-16,11-1 1 15,-8 0-3-15,13 2 2 16,-9-1-5-16,-15-1 5 16,7 1 0-16,-19 1 0 15,-13-3 0-15,-15 3 0 16,0-2 0-16,-8-1 0 16,-13 1 0-16,1-2 0 0,0-1-2 15,-4 3 2-15,23 3 1 16,-7-3-1-16,0-3 1 15,11 0 0-15,-15 5-1 16,-20-6 0-16,-12 8 0 16,-12-1 0-16,0 1 1 15,-12-4-2-15,0 4 1 16,0 0-7-16,0 0 6 16,0 13 1-16,0 8 3 15,0 1-2-15,0 7-1 16,0 3 3-16,0 7-2 15,0 9 0-15,0 6 6 16,-12 6-2-16,0 4-2 16,0 3 2-16,0 5-4 15,12 1 0-15,0 0 1 0,0 1-2 16,0-8 5-16,0-10-3 16,0-1-1-16,0-14 8 15,0-6-7-15,0-10 6 16,0-12 13-16,0 0-2 15,0-11-11-15,0-2-5 16,0 0 1-16,0 0-4 16,-20 0-7-16,-52 0-30 15,-55 0-67-15,-48 0-193 16,-48-11-425-16</inkml:trace>
  <inkml:trace contextRef="#ctx0" brushRef="#br0" timeOffset="95650.6">14660 4042 566 0,'0'0'120'0,"0"0"126"0,0 0-95 0,0 0-27 0,0 0-29 15,0 0-6-15,-12-49-17 16,12 49-21-16,0 0-26 15,0 0-14-15,0 0-11 16,0 17-12-16,0 15 4 16,0 19 8-16,0 7 9 0,0 17 3 15,0-3 6-15,0 1-11 16,12-7-1-16,8-5-2 16,-8 1-1-16,0-6-2 15,0-3-1-15,11-2 1 16,-23-9-1-16,20-4-1 15,-16-2 1-15,8-8 0 16,-4-4 1-16,4-4-1 16,4-1 2-16,-4-3-2 15,8 0 0-15,4-3 0 16,0 2 0-16,12 1 1 0,11 0-1 16,1 1 0-1,8-6 0-15,15 0 5 0,-3-2-5 16,24-2-4-16,-9-5 4 15,13 3 1-15,-16-1 0 16,11 2-1-16,5 1 0 16,11-7 0-16,9 0 4 15,3 3-4-15,5 1-4 16,-17-1 4-16,9-3 0 16,-9 0-3-16,8 0 3 15,17 0 3-15,7 0-2 16,13 0-1-16,7 5 1 15,-4 3 0-15,-4 1-1 16,13 1 0-16,-1-3 3 16,4-4-7-16,-16-1 5 0,-3-2-1 15,-5 0 6-15,-16 4-5 16,1-4-1-16,-1 0 10 16,5 0 0-16,-5 0-6 15,0 0 3-15,-7 0-5 16,-5 0 0-16,1 0-2 15,3 0-1-15,-3 0 1 16,-9 0 4-16,-15 0 2 16,3-4-4-16,-3 2-2 15,4 2 0-15,-5 0 2 16,-11 0-2-16,-9 0 0 16,1 0 0-16,20 0-1 0,3 0 0 15,-3 0-1 1,-13 0-2-16,-3 0 4 0,4 0 3 15,11 0-3-15,5 0 2 16,-17 0-1-16,-7 0-2 16,-4 0 4-16,-8 0-3 15,19 0 1-15,-7-3-1 16,-12-4 0-16,11 3 0 16,-3 4 0-16,0-6 0 15,-5 1-1-15,5-2 1 16,-8 1 3-16,-5-1-1 15,-15 3-2-15,-8 1 0 0,12-4 0 16,-28 5 1 0,-4-6 3-16,-4 3-1 0,4-4 11 15,4 0 1 1,4-9 0-16,7 3-7 0,5-7-1 16,0-3 0-16,-8-1-6 15,-8 1 8-15,-4-5 0 16,-4 3 1-16,-8-6 0 15,0 1-6-15,0-2 0 16,0-1-1-16,-20 1-3 16,-4-8 0-16,0 3 0 15,0-2-4-15,0 0-3 16,0 0-5-16,1 3-7 16,-1 0-25-16,-12 0-29 15,-20 7-99-15,0-4-186 16</inkml:trace>
  <inkml:trace contextRef="#ctx0" brushRef="#br0" timeOffset="99132.57">16221 4311 680 0,'0'0'290'0,"0"0"-86"0,0 0-55 0,0 0-6 0,0 0-35 16,0 0-38-16,-8-3-33 16,8 3-32-16,0 0-5 15,0 0-3-15,0 0-22 16,43-6-48-16,17 2-108 16,24-1-81-16,7-6-135 15,13 6-295-15</inkml:trace>
  <inkml:trace contextRef="#ctx0" brushRef="#br0" timeOffset="99282.84">17168 4248 375 0,'0'0'250'15,"0"0"-102"-15,0 0 15 0,0 0-21 16,0 0-29-16,0 0-31 16,104 0-48-16,-76 0-25 15,7 0-9-15,21 0-9 16,36-5-69-16,15-3-118 15,9 2-152-15</inkml:trace>
  <inkml:trace contextRef="#ctx0" brushRef="#br0" timeOffset="99432.61">18454 4219 506 0,'0'0'136'15,"0"0"78"-15,0 0-112 0,0 0-18 16,0 0-44-16,0 0-38 15,104 7-2-15,-56-7-31 16,19 0-109-16,9 0-314 16</inkml:trace>
  <inkml:trace contextRef="#ctx0" brushRef="#br0" timeOffset="99599.07">19589 4222 439 0,'0'0'337'15,"0"0"-160"-15,0 0 4 16,0 0-51-16,0 0-44 0,0 0-43 16,8 0-16-1,-8 0-25-15,0 0-2 0,0 0-85 16,0 0-223-16</inkml:trace>
  <inkml:trace contextRef="#ctx0" brushRef="#br0" timeOffset="100534.5">20310 4032 715 0,'0'0'318'0,"0"0"-99"15,0 0-53-15,0 0-15 0,0 0-71 0,0 0-42 0,-24-22-38 16,16 39 0-16,8 15 0 15,-4 9 1-15,-4 3 9 16,8-8-10-16,-4 0 0 16,-4-9 1-16,8-3-1 15,0-9-4-15,-12-4 4 16,12-11-17-16,0 0 12 16,-12 0 5-16,0-13 4 15,0-25-4-15,4-7 0 16,4-3 0-16,4-1 0 15,0 13 0-15,0 10 1 16,0 15 7-16,0 10-6 0,0 1 1 16,0 0-3-16,0 9-17 15,36 20 16-15,24 2 1 16,-1 7 0-16,-3-5 4 16,12-8-4-16,-16-14-1 15,-21-3 1-15,5-8-3 16,-24 0-1-16,12 0-3 15,0-13 5-15,-4-16 2 16,-4-12 1-16,-8 0 7 16,-8-3-7-16,0 0 0 15,0 13 0-15,0 14-1 16,0 7 1-16,0 6-1 16,-8 4-6-16,-8 0-90 0,8 14-114 15,4 17-23-15,4 6-138 16,0-6-213-16</inkml:trace>
  <inkml:trace contextRef="#ctx0" brushRef="#br0" timeOffset="100769.58">20943 4120 531 0,'0'0'138'0,"0"0"28"0,0 0-66 0,0 0-45 0,0 0-35 0,0 0-6 0,131 153-7 15,-111-149 3-15,4-1 2 16,-12-3 24-16,20 0 44 16,-8-10-20-16,-9-22 4 0,-3-4-17 15,-12 0-6-15,0-6 13 16,0 11-16-16,-35 4-27 16,-37 16-11-16,-12 11-10 15,-39 0-82-15,-20 4-114 16,-9 36-252-16</inkml:trace>
  <inkml:trace contextRef="#ctx0" brushRef="#br0" timeOffset="101216.55">16479 4713 1035 0,'0'0'237'0,"0"0"-115"0,0 0-61 0,0 0-46 0,0 0-15 0,0 0-6 16,152-10-23-16,-61 9-52 15,17 1-122-15,11 0-163 16</inkml:trace>
  <inkml:trace contextRef="#ctx0" brushRef="#br0" timeOffset="101366.71">17881 4702 556 0,'0'0'252'0,"0"0"-56"0,0 0-53 16,0 0-90-16,0 0-28 15,0 0-23-15,179 0-2 16,-111 0-16-16,23 0-111 16,25 0-114-16,3 0-298 15</inkml:trace>
  <inkml:trace contextRef="#ctx0" brushRef="#br0" timeOffset="101532.99">19223 4686 460 0,'0'0'162'0,"0"0"44"15,0 0-55-15,0 0-14 16,0 0-8-16,0 0-70 16,258 25-49-16,-222-25-10 15,12 0-22-15,12 0-181 16,7 0-242-16</inkml:trace>
  <inkml:trace contextRef="#ctx0" brushRef="#br0" timeOffset="101699.68">20417 4711 628 0,'0'0'298'15,"0"0"-104"-15,0 0-72 0,0 0-29 16,0 0-49-1,0 0-36-15,12 0-8 0,-12 2-8 16,0-2-96-16,0 7-143 16,0-4-207-16</inkml:trace>
  <inkml:trace contextRef="#ctx0" brushRef="#br0" timeOffset="102167.25">20417 4711 644 0,'303'-136'396'15,"-315"117"-176"-15,0 6-41 16,0 9-51-16,4 4-50 15,8 0-29-15,0 0-34 16,0 0-15-16,0 7-2 16,0 17-15-16,0 10 17 15,24 0 1-15,8 4-1 16,3-5-11-16,-3-11-15 16,-4-6-16-16,-4-10-13 15,-4-6-9-15,4 0 1 16,-12 0 27-16,0-17 36 0,0-8 6 15,0-6 1-15,0-2 15 16,-12 7 10-16,0 9 3 16,0 10 25-16,0 7-3 15,0 0-17-15,0 0-31 16,0 7-9-16,0 18-9 16,0 6 9-16,0 7-1 15,-12 4 0-15,-12-1-43 16,12-2-93-16,12-8-93 15,0-16-119-15,0-8-172 16</inkml:trace>
  <inkml:trace contextRef="#ctx0" brushRef="#br0" timeOffset="102582.62">21150 4820 260 0,'0'0'365'0,"0"0"-98"15,0 0-146-15,0 0-59 16,0 0-6-16,0 0-19 15,111-122-11-15,-103 113 28 16,-8 6 7-16,0 3-20 16,0 0-17-16,0 0-21 15,0 0-3-15,0 23-10 16,0 4 4-16,0-1-2 0,0-2-3 16,24-7-1-1,12-5-9-15,-12-7 5 0,8-5-2 16,-4 0 5-16,3 0 8 15,-7-7 5-15,12-20 0 16,0-1 2-16,0 1 2 16,0 5 3-16,-5 5 17 15,-19 5 4-15,0 12-7 16,8 0-3-16,4 0-16 16,0 6 4-16,4 19-3 15,-4-2 5-15,-12 5 2 16,-4-5 9-16,-8-5-6 15,0 1-2-15,-8-5-6 16,-44-4-5-16,-16 4-15 0,-11-1-98 16,7 1-126-16,0-5-256 15</inkml:trace>
  <inkml:trace contextRef="#ctx0" brushRef="#br0" timeOffset="106299.28">25087 3984 655 0,'0'0'243'0,"0"0"-98"0,0 0-65 0,0 0-18 16,0 0 11-16,0 0-19 16,0 0-8-16,-11 22-4 15,11-22-17-15,-8 0-17 16,4 0-8-16,-16 0 0 15,-4 0-128-15,-8 0-508 16</inkml:trace>
  <inkml:trace contextRef="#ctx0" brushRef="#br0" timeOffset="113000.59">5450 15719 512 0,'0'0'134'0,"0"0"17"0,0 0-29 0,0 0-9 0,0 0-14 16,0 0-14-16,0 0-2 15,0 0 10-15,-91 42-6 16,87-42-20-16,4 0-17 15,0 0-24-15,0 0-5 16,0 0-19-16,0 0 9 16,0 0-11-16,16 0-1 15,40-7 1-15,15-19 0 0,21-7-13 16,23-3-50-16,17-10-118 16,-5 3-166-1,12-2-574-15</inkml:trace>
  <inkml:trace contextRef="#ctx0" brushRef="#br0" timeOffset="116416.37">24948 3865 563 0,'0'0'182'0,"0"0"-2"0,0 0-79 0,0 0-29 0,0 0-16 15,0 0-32-15,0 0-10 16,-20 56-10-16,4-24 4 16,-8 6 30-16,-19 15 3 15,-1 11-21-15,-8 3 17 16,-16 1-1-16,13 0-27 15,-5-4 3-15,0-8-7 16,24-9-1-16,1-7 4 16,15-19-7-16,8-7 2 15,0-11 5-15,12-3-3 0,0 0 3 16,0 0-3 0,0 0 8-16,0 0-13 0,0 0-5 15,0 0-2-15,0-7-63 16,0-5-76-16,12-10-38 15,35-7-88-15,21-3-68 16</inkml:trace>
  <inkml:trace contextRef="#ctx0" brushRef="#br0" timeOffset="116716.75">25502 3888 585 0,'0'0'258'0,"0"0"-80"16,0 0-62-16,0 0 0 15,0 0-28-15,0 0-12 16,-36-24-41-16,36 24-29 16,0 24-6-16,12 12 1 15,35 16 8-15,21 10 5 16,4 0-3-16,-4 4-4 15,3-6-7-15,-11-6 0 16,-16-9 0-16,-1-5 0 16,-15-9 0-16,-4-5-2 15,-4-6-34-15,-8-4-147 16,-8-7-197-16</inkml:trace>
  <inkml:trace contextRef="#ctx0" brushRef="#br0" timeOffset="120932.62">7612 12289 674 0,'0'0'283'0,"0"0"-109"0,0 0-78 0,0 0-39 0,0 0-43 0,0 0-10 0,0 0-3 15,-12 26 24-15,36 3 46 16,12 6-31-16,-16-2-12 15,-4 9-7-15,-4-3-7 16,-4-1-5-16,-4-9 0 16,4-7 1-16,4-9-10 15,-12-6 1-15,12-5-1 16,-12-2 1-16,12 0 4 16,-12 0-3-16,12 0-1 15,12 0 17-15,11-2 0 16,-3-15-9-16,4-5-3 15,-12 3-6-15,12 0 2 16,-12 3 4-16,-4 0-6 0,-16 3 0 16,4 4 1-16,-8-4 1 15,0 1 1-15,0 2-1 16,0-3 4-16,0 1-4 16,0 3 0-16,0-4 5 15,0 5 8-15,0 2 8 16,-8 3 0-16,4 3 6 15,4-3-8-15,0 3-9 16,0 0-1-16,0 0-3 16,0 0-8-16,0 0 3 0,0 0-6 15,0 6 3 1,0 22-2-16,0 9 3 0,0 3-1 16,0 8 0-16,0 6 1 15,0 2-1-15,0 5 0 16,0 3-6-16,0-5-19 15,0 2-77-15,0-3-80 16,0-5-212-16,0-7-472 16</inkml:trace>
  <inkml:trace contextRef="#ctx0" brushRef="#br0" timeOffset="130549.19">24001 4676 804 0,'0'0'250'0,"0"0"-26"0,0 0-93 0,0 0-41 0,0 0-17 0,0 0-53 16,0 0-19-16,-44 27 0 16,44 32 5-16,12 4 2 15,0 8-7-15,-12-5 1 16,0-3-2-16,0-7-10 15,24-4-98-15,7-13-139 16,21-20-129-16</inkml:trace>
  <inkml:trace contextRef="#ctx0" brushRef="#br0" timeOffset="130866.66">26306 4584 860 0,'0'0'353'0,"0"0"-126"16,0 0-72-16,0 0-64 15,0 0-43-15,0 0-33 16,-36-23-15-16,36 49-2 0,0 17 0 16,0 23 2-16,0 12-1 15,0 24-3-15,0 16-87 16,-80 24-116-16,-27 14-141 16,-44 12-390-16</inkml:trace>
  <inkml:trace contextRef="#ctx0" brushRef="#br0" timeOffset="137956.37">9388 16856 587 0,'0'0'169'0,"0"0"-64"0,0 0 16 0,0 0-25 0,0 0-14 15,0 0-23-15,0 0-16 16,0 0-23-16,-12 13-11 16,24-7 3-16,24 3 22 15,-4 1 3-15,4-6-18 16,-12-2-10-16,11-2 6 15,21 0-3-15,8-30 3 16,15-16-10-16,25-14-5 16,15-18-8-16,9-10-108 15,35-18-60-15,12-5-264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9T06:22:50.1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28727 698 566 0,'0'0'286'16,"0"0"-84"-16,0 0-66 0,75-184-49 0,-59 151 3 0,-4 9-13 15,-4 6-28-15,-4 9 2 16,-4 4-21-16,8 5-8 16,-8 0-4-16,0-3 5 15,0-1-11-15,0 4-3 16,0 0-1-16,0 0-8 15,0 0 0-15,0 0-1 16,0 0-1-16,0 0 1 16,0 0-3-16,0 0-2 15,-8 7 5-15,-16 21 1 16,-12 9 0-16,1 19-3 0,15 7 3 16,8 1 5-16,12 3-5 15,0-7 1-15,0-13-1 16,55-5 0-16,17-12-4 15,8-9 3-15,15-16 1 16,-3-5 0-16,-1 0 0 16,-7-38 4-16,-16-15 1 15,-16-17-2-15,-17-8 2 16,-27 10-3-16,-8-5 4 16,0 9-2-16,-59 10-4 15,-21 5 0-15,8 18-2 16,-7 11-3-16,-1 13 1 15,16 7-12-15,-3 0-46 16,11 17-66-16,8 39-61 0,0 11-25 16,13 5-105-16,11 14-231 15</inkml:trace>
  <inkml:trace contextRef="#ctx0" brushRef="#br0" timeOffset="567.98">29017 1047 629 0,'0'0'289'0,"0"0"-74"0,0 0-92 0,0 0-32 0,0 0-33 0,0 0-44 0,-139 51-7 15,51 9 9-15,-15 14 6 16,-13 6 4-16,1 11-16 15,-5-1-10-15,-7 5 0 16,20-10 0-16,7-21 0 16,36-20-6-16,21-19-2 15,19-16-7-15,24-9-4 16,0 0 4-16,0 0-2 16,0 0 13-16,0-18-6 0,0-2 9 15,0 1 1 1,0 7 1-16,0 3 1 0,0 2 0 15,0 7 18-15,0 0 10 16,0 0-8-16,0 0-20 16,0 13-2-16,0 19-1 15,0 12 1-15,0 3 5 16,35 2-3-16,21-2 4 16,16-5-4-16,31-12 3 15,5-8-3-15,7-14-1 16,-7-8 2-16,-13 0 7 15,-15-16-8-15,-20-19 4 16,-28-12-1-16,-20-8 9 16,-12-2-9-16,-8 1 4 0,-56 1-8 15,-28 9 6-15,9 12-7 16,-9 10-2-16,32 9-5 16,17 10-29-16,19 5-60 15,20 0-76-15,4 0-121 16,0 0-113-16</inkml:trace>
  <inkml:trace contextRef="#ctx0" brushRef="#br0" timeOffset="1153.88">29192 1168 670 0,'0'0'294'0,"0"0"-98"0,0 0-57 0,0 0 0 0,0 0-43 0,0 0-61 0,24-108-31 0,32 149 2 16,24 19 24-16,19 13 8 15,17 7-6-15,11 3-6 16,1 2-23-16,-13-6-3 16,1-1 6-16,-21-10-6 15,-11-10-16-15,-13-10-19 16,-15-17-9-16,-8-11-22 0,-16-13-14 15,-16-1 18 1,-16-6 25-16,0 0 23 16,0 0 2-16,0-23 3 0,-12 4 9 15,-12-1 0-15,8 8 31 16,4 2 17-16,-8 6-1 16,20 4-5-16,-12 0-6 15,12 0-20-15,0 0-16 16,0 20 2-16,0 19 3 15,0 4 2-15,0 8 5 16,0 7-8-16,0-7-4 16,32-6-1-16,16-8 0 15,11-8 0-15,1-15 0 16,20-6 1-16,-9-8 1 16,9 0-1-16,-16-26 4 15,-20-21 4-15,-1-8 1 16,-27-8-3-16,-16-4 2 0,0-2-2 15,-47 9 5-15,-33 9-1 16,-28 12-6-16,-7 19-4 16,-24 20-4-16,-37 0-24 15,-27 24-78-15,-16 30-109 16,8 7-154-16,36-1-381 16</inkml:trace>
  <inkml:trace contextRef="#ctx0" brushRef="#br0" timeOffset="1899.24">28528 2155 902 0,'0'0'249'0,"0"0"-101"0,0 0-39 0,0 0-60 0,0 0-35 16,0 0-13-16,-379 131 4 15,264-62 18-15,-1 5-4 16,13-5 7-16,15-2 9 16,-3-5-27-16,11-4-8 15,8 0 3-15,13-11-2 16,11-5-2-16,16-14 3 16,8-12-2-16,24-12 1 15,-8-4-2-15,8 0 4 16,0 0 2-16,0 0 0 15,-4 0 6-15,-4 0-11 0,4-11 0 16,-4 0 1 0,-4 0 1-16,8 2 0 0,-8 3 3 15,4 3-1-15,4 3 5 16,-7 0-3-16,-9 0-6 16,-16 12-5-16,0 27 5 15,-8 11 0-15,8 6 0 16,20 4-4-16,16 15 3 15,0-2-2-15,0-5 2 16,16-3-2-16,40-19 3 16,4-16 0-16,11-18-3 15,9-12-1-15,0 0 4 16,3-31 4-16,-15-26-1 16,-8-8 1-16,-32 0 2 0,-20-5 2 15,-8 6-7-15,-12 1 5 16,-60 6-2-16,-28 10 1 15,5 11-5-15,3 14-5 16,29 13 3-16,7 5-15 16,32 4-31-16,0 0-80 15,16 4-131-15,8 2-178 16</inkml:trace>
  <inkml:trace contextRef="#ctx0" brushRef="#br0" timeOffset="2486.82">28281 2102 953 0,'0'0'195'0,"0"0"-23"16,0 0-53-16,0 0-66 0,0 0-34 0,0 0 8 0,171 79 28 15,-60-12-19-15,17 12 3 16,-5 6-19-16,-15 8-17 16,-13-2-2-16,-15 1 4 15,0-6-2-15,-9-2-6 16,-11-15 3-16,0-10-3 0,-13-11 3 16,-11-12-18-1,-16-10-2-15,12-21-6 0,-28 2 6 16,-4-7-2-16,0 0 22 15,0 0 3-15,0-25 4 16,-4-7-7 0,-28 6 7-16,12 7-5 0,4 8 0 15,4 10 2-15,0 1 9 16,-7 0-12-16,-9 9-1 16,-28 29-3-16,12 13 1 15,8 13 0-15,20 1 2 16,8 10-1-16,8-7-1 15,0-9 2-15,12-12 0 16,36-16-1-16,8-8 0 0,12-13 1 16,3-10 0-16,9 0 0 15,-4-18 1-15,-1-28-1 16,-15-14 5-16,-12-11 4 16,-36-7-9-16,-12-3 3 15,0 9-3-15,-32-2 0 16,-56 12 4-16,-47 11-4 15,-5 13-12-15,-15 24-32 16,-20 14-47-16,-24 20-108 16,-20 34-261-16</inkml:trace>
  <inkml:trace contextRef="#ctx0" brushRef="#br0" timeOffset="3566.41">25920 3148 489 0,'0'0'427'0,"0"0"-201"0,0 0-65 0,0 0-8 0,0 0-39 15,0 0-35-15,-120-9-42 16,120 9-13-16,0 0-21 16,28 0-3-16,52 0 3 15,27 0 8-15,29-5-3 16,7-8-7-16,8-3 0 16,-19-1 1-16,-21 3-4 0,-27 0 2 15,-37 5 0-15,-27 3 0 16,-16 6 0-16,-4-4-3 15,0 0 3-15,0-4 0 16,-47-6-8-16,-13-1 3 16,-20-4 3-16,-11 0 2 15,7 2 0-15,4 6-1 16,29-2 1-16,19 10 0 16,20 3 1-16,8 0-1 15,4 0 4-15,0-5-3 16,0 5 0-16,0 0-2 15,0 0-2-15,48 0-7 16,27 0 9-16,17 8 1 16,-9 6 0-16,-15 6 2 0,-24 3-4 15,-20 2 2-15,-24 13-6 16,0 4-5-16,0 9-14 16,-48 14-20-16,-32 8-34 15,-11 14-109-15,-29-1-147 16</inkml:trace>
  <inkml:trace contextRef="#ctx0" brushRef="#br0" timeOffset="6821.67">26469 4226 470 0,'0'0'127'0,"0"0"0"0,0 0-22 0,0 0-10 16,0 0-12-16,0 0-12 16,0 0-9-16,-36-20-17 0,28 11 25 15,-4 3-22-15,0 3-7 16,8-1-6-16,-15 0-1 15,7-1-12-15,0 5-12 16,0 0-10-16,-4 0 2 16,4 0-8-16,-20 0 6 15,8 0 0-15,-8 0 0 16,-8 0 0-16,-3 13-1 16,-17 9 3-16,16 3-2 15,-4 0 6-15,8 0-5 16,-3 1-1-16,11 5 5 15,8 3-5-15,0 10 2 0,8-6 0 16,4 2-2 0,12-5 4-16,0 1-4 0,0-1 9 15,0-9-6-15,0 7-3 16,24 0 2-16,4-6 1 16,4 3 3-16,4-9-1 15,-1-1-2-15,9-5-2 16,-8-2 0-16,0-3-1 15,0-6 1-15,8-4 4 16,-9 0-1-16,5 0 5 16,16 0-2-16,12-23 3 15,-5-5 0-15,5-3-1 16,-8 0-6-16,-16 0-2 16,-9-1 5-16,1 1-2 15,-12 2 10-15,-16 4 17 16,-4-1 1-16,-4 1-8 15,0-6-9-15,0-2-1 0,-16-1-8 16,-28-1 1-16,-3 3-6 16,-1-2 5-16,0 7-3 15,-8 2-1-15,20 5-2 16,1 5 1-16,-9 10-2 16,-4-2-7-16,12 7-22 15,-12 0-76-15,1 0-103 16,15 0-100-16,8 9-281 15</inkml:trace>
  <inkml:trace contextRef="#ctx0" brushRef="#br0" timeOffset="7766.3">28090 4318 426 0,'0'0'146'0,"0"0"-30"0,0 0 23 0,0 0-34 0,0 0-8 0,0 0-15 16,-32-55-23-16,32 49 1 16,-12 0-9-16,12 3-9 15,0 3 21-15,0 0-15 16,-12 0-14-16,12 0-21 15,0 0-6-15,-8 0-5 16,4 0-4-16,-8 0 2 16,0 19-1-16,-12 3 1 15,4 7 0-15,16 2 0 16,-8 4 0-16,4 1 1 0,8-2 2 16,0 5-1-1,0-5-2-15,0-1 5 16,0-3-4-16,32 0 2 15,4-3-3-15,0-2 2 0,12 5-2 16,-5-9 2-16,-3-1 4 16,4-1-4-16,-8-7-2 15,12-5 1-15,-5-2-1 16,-3 0 5-16,4-5-4 16,0 0 1-16,-4 0 0 15,-4 0-1-15,-5 0 9 16,5-17-7-16,-4-3 0 15,4 2 2-15,-8-5 5 16,4-4-4-16,-8-1-2 16,-1-9 5-16,-3 0 5 0,-16 2 0 15,4-4 3-15,-8 7 4 16,0 5-3-16,0-4 2 16,-24 2-4-16,-19-8-9 15,-1 8 4-15,-8 2-11 16,-4 6 0-16,1 4 0 15,-9-1 0-15,-16 5-1 16,12 0-7-16,-15 7-21 16,11 6-48-16,-19 0-51 15,-13 0-144-15,-3 6-173 16</inkml:trace>
  <inkml:trace contextRef="#ctx0" brushRef="#br0" timeOffset="8206.73">26035 4805 583 0,'0'0'276'0,"0"0"-131"0,0 0-51 0,0 0-37 0,0 0-8 16,0 0-33-16,4 0-10 15,-4 0-12-15,8 0-36 0,8 0-75 16,4 0-142-16,36 0-211 15</inkml:trace>
  <inkml:trace contextRef="#ctx0" brushRef="#br0" timeOffset="8532.48">28806 4911 844 0,'0'0'190'0,"0"0"-30"15,0 0-106-15,0 0-54 16,0 0-8-16,0 0-143 16,-47-19-413-16</inkml:trace>
  <inkml:trace contextRef="#ctx0" brushRef="#br0" timeOffset="20135.37">24590 4709 554 0,'0'0'117'0,"0"0"29"0,0 0-70 0,0 0 24 0,0 0-24 16,0 0-13-16,0 0-11 16,-4 0-9-16,-4 0 10 15,4 0-21-15,4 0 2 0,-8 0-3 16,8 0-4 0,0 0 1-16,0 0-2 0,0 0-2 15,0 0-6 1,0 0-1-16,0 0-11 0,0 0-6 15,32 0-3-15,16 0 3 16,19 0 3-16,5 0-2 16,0 0 3-16,11 0-4 15,-3 0 0-15,-9 0-4 16,-11 0 0-16,-4 0 3 16,-12 0 0-16,-16 0-3 15,-8 0-3-15,-17 0-5 0,-3 0 11 16,0 0 2-1,0 0 1-15,0 0-2 0,0 0 2 16,0 0 0-16,0 0 15 16,0 0-11-16,0-6-6 15,-11 1 0-15,-1-4-3 16,-4-4 3-16,-8 4 14 16,4 0-9-16,-4 2 7 15,4 1-2-15,8-4-5 16,0 5 10-16,8 0-9 15,-4 1 6-15,4 3-12 16,4 1 5-16,0 0-3 16,0 0-2-16,0 0 0 15,0 0-4-15,0 0 1 16,0 0-3-16,0 0-7 0,28 0 11 16,4 0-1-16,12 1 3 15,-8 7 7-15,-1 1-6 16,-11 0-1-16,-12-4-8 15,-12 6 5-15,0 9-18 16,0 0-30-16,0 13-35 16,-44 5-64-16,-15 1-28 15,-1-1-214-15</inkml:trace>
  <inkml:trace contextRef="#ctx0" brushRef="#br0" timeOffset="21387.54">27202 3432 459 0,'0'0'182'0,"0"0"-26"0,0 0-64 0,0 0-4 0,0 0 3 15,0 0-33-15,28-60 4 16,-20 60-9-16,-8 0-5 16,0 0-3-16,0 0-20 15,0 0 8-15,0 0-24 0,0 0-6 16,0 9 0 0,-12 25-3-16,-32 12 1 0,8 9 1 15,-20 6 0-15,-7 6 4 16,-5 4 5-16,-4 2-10 15,-7 3 7-15,11 3-1 16,4-4 0-16,-4-7-5 16,25-8-2-16,3-6 4 15,-4-11 0-15,8-6 6 16,16-3 5-16,-4-12 7 16,8 1-8-16,-3-6-13 15,3-2 14-15,8-6-2 16,-4-9-4-16,12 0 0 15,0 0 0-15,0 0 7 0,0 0-8 16,0 0-8-16,0 0-5 16,0 0-64-16,0-14-104 15,24-1-36-15,35-11-265 16</inkml:trace>
  <inkml:trace contextRef="#ctx0" brushRef="#br0" timeOffset="22055.95">27170 3473 528 0,'0'0'281'0,"0"0"-53"0,0 0-97 0,0 0-27 0,0 0-18 0,0 0-10 0,0-34-21 16,0 34-1-16,0 0-34 15,0 0-15-15,56 0 7 16,3 0 15-16,13 15-5 16,-4 6-18-16,3 11 6 15,21 9 0-15,-8 8 12 0,11 11-16 16,-3 4-3 0,3 8-1-16,-15 5 4 0,11 3-3 15,-19-4 1 1,0-3-4-16,-1-11 0 0,-3-1 1 15,-12-6 0-15,-8-8 0 16,-9-6 0-16,-19-15-1 16,4-8 0-16,-12-11-1 15,-12-7 1-15,8 0 1 16,-8 0 0-16,0 0 2 16,0 0-3-16,0-3-61 15,-20-19-152-15,-16-7-226 0</inkml:trace>
  <inkml:trace contextRef="#ctx0" brushRef="#br0" timeOffset="23183.05">5661 8124 630 0,'0'0'344'0,"0"0"-138"0,0 0-49 0,0 0-7 0,0 0-49 16,0 0-38-16,-59 0-24 0,59 0-16 16,24 0-13-16,71 0 6 15,33 0 9-15,-1 0-7 16,12 0-16-16,-11 0 0 15,-21 0 0-15,9-6-2 16,-33-6 0-16,-3 4-1 16,-32 3-2-16,-12 2 0 15,-13 3-22-15,1 0-25 16,-16 0-93-16,-8 0-213 16,0 0-601-16</inkml:trace>
  <inkml:trace contextRef="#ctx0" brushRef="#br0" timeOffset="35483.47">6283 7728 769 0,'0'0'270'0,"0"0"-116"0,0 0-59 0,0 0-32 0,0 0-45 16,0 0-17-16,0 0-2 16,151-67 2-16,-107 67 0 15,-9 0 0-15,1 0 1 0,-12 0 4 16,0 13-4-16,-12 15-1 16,-12 7 1-16,0 3 4 15,0-2 4-15,-12 6-6 16,-36-1 7-16,1-2 0 15,-1-4 10-15,0-2 4 16,4-8 6-16,20-9 5 16,24-7-13-16,0-5-14 15,0-3-3-15,0-1 3 16,0 0 6-16,36 0-6 16,32 0-4-16,15 0-4 15,-3-5-1-15,-16-4-23 16,3-4-45-16,-7 3-83 15,-4 1-104-15,4 3-400 0</inkml:trace>
  <inkml:trace contextRef="#ctx0" brushRef="#br0" timeOffset="37700.05">25653 3121 643 0,'0'0'171'0,"0"0"-39"16,0 0-19-16,0 0-32 0,0 0 0 0,0 0-10 15,-28-3-5-15,28 3-9 16,0 0 3-16,0 0-29 16,0 0-7-16,0 0-5 15,0 0-16-15,52 0 5 16,27-7 8-16,29 1-2 16,-5-2 2-16,13-1-8 0,-1-3-8 15,1-1-1 1,-9 1 0-16,-11-2 2 0,-24 6 0 15,-17 2 0-15,-19-2 0 16,-24 5-1-16,-4 0 2 16,-4 0 0-16,-4 3 1 15,0-3-2-15,0 0 2 16,0-7 10-16,0-2-12 16,0-4 2-16,-4-3-2 15,-28-1 0-15,-4-1-1 16,4 2 0-16,-3-2 2 15,7 4-1-15,4 7 5 16,4 0 7-16,8 6-5 16,12 1 14-16,-12 3-18 0,12 0-2 15,0 0 0-15,0 0-2 16,0 0-2-16,0 0-1 16,0 0-4-16,24 0-5 15,20 0 12-15,8 17-3 16,3-5 5-16,-7 3-2 15,-4 3 0-15,-8-6 1 16,-12 0-1-16,-12 11 0 16,-1 2-1-16,1-3-1 15,-12 10 2-15,0-4-1 16,0 1-1-16,-12 5 1 16,-23 3-2-16,-21 3-11 15,-8 11-51-15,-15 6-97 16,11 0-114-16,8-2-244 0</inkml:trace>
  <inkml:trace contextRef="#ctx0" brushRef="#br0" timeOffset="39121.07">24295 2707 142 0,'0'0'686'0,"0"0"-496"0,0 0-42 0,0 0-28 15,0 0-39-15,0 0-19 0,-8-31-30 16,8 31-22-16,0 3-10 16,0 14 2-16,0 6 6 15,0 5 7-15,0-1-3 16,8 8-4-16,4-6-3 15,-12 2-3-15,12-2 2 16,-12-4-4-16,0 4 0 16,0-7-1-16,0-2-2 15,0 1 3-15,0-4 1 16,0-8 1-16,0 1 0 16,0-10 0-16,0 0-1 15,0 0 5-15,12 0-6 16,12 0 5-16,12 0-2 0,-4-5 2 15,-5-4 0-15,5-3-3 16,-8-1-1-16,0 4 0 16,-12-8 4-16,0 9-2 15,0-8 1-15,-12 3-4 16,8-1 7-16,-8 0-2 16,0-3 4-16,0 2-3 15,0-5 5-15,0 2-7 16,0 2 8-16,-12-3 1 15,4 4 3-15,-8 4 2 16,4 2 1-16,4 2-5 16,-4 3-6-16,12 4-1 0,0 0-3 15,0 0-4-15,0 0-4 16,0 8-3-16,0 23-1 16,0 12 6-16,0 16 1 15,0 2 2-15,0 4 0 16,0 3-1-16,0-3-7 15,0-1-13-15,0-7-38 16,0 2-53-16,0-6-79 16,12-15-83-16,0-4-346 15</inkml:trace>
  <inkml:trace contextRef="#ctx0" brushRef="#br0" timeOffset="40300.68">27297 3372 629 0,'0'0'192'16,"0"0"8"-16,0 0-68 0,0 0 10 0,0 0-46 0,0 0-16 16,-12-55-66-16,4 55-12 0,-4 0-2 15,-4 29-7-15,-7 12 6 16,-21 11 1-16,-4 6 2 16,-12 10-2-16,-19 11 7 15,-5-1-14-15,-8 2 14 16,9-3-7-16,3-6 0 15,13-15-2-15,15-5-3 16,16-15 10-16,4-12-4 16,20-4-1-16,0-13 0 15,12-5-1-15,0-2 1 16,0 0 2-16,0 0 1 16,0 0-3-16,0 0 1 15,-12 0-2-15,12 0 0 0,0 0-6 16,0 0 5-1,0 3 2-15,0-3 0 0,0 0 1 16,0 0 7-16,0 0-8 16,0 0-5-16,0 0 5 15,0 0 0-15,0 0 0 16,0 0-2-16,0 0-10 16,0 0 10-16,0 0-14 15,0-5 5-15,0-6-5 16,0-2-8-16,0-7 16 15,0-2 8-15,0-1-2 16,12-5 4-16,-12 7-2 0,0 2 2 16,0 7 0-16,0 3 10 15,0 5-3-15,0 4-1 16,0 0-2-16,0 0-2 16,0 0-4-16,-12 4 1 15,4 21-6-15,-8 10 8 16,-4 3-3-16,9-7 0 15,7 3-9-15,-4-4 9 16,4-9 0-16,4-4 0 16,0-8-2-16,0-3 0 15,0-6-2-15,0 0-52 16,35 0-20-16,25-15 13 16,32-21-121-16,-9 4-190 0</inkml:trace>
  <inkml:trace contextRef="#ctx0" brushRef="#br0" timeOffset="41417.75">27202 3463 780 0,'0'0'218'0,"0"0"-82"0,0 0-81 0,0 0-20 0,0 0-25 16,0 0-10-16,51 23 11 15,29 15 27-15,12 6 9 0,15 7 2 16,1 9-21-1,7 3-5-15,1 8 1 0,-21-1-15 16,-3 2 0-16,-9 0-6 16,-3 0 2-16,-12-10-4 15,-9-7-1-15,1-11 0 16,-12-6 4-16,-12-12-4 16,-12-8 0-16,-4-6 6 15,-16-7-5-15,3-5 6 16,-7 0 6-16,0 0-9 15,0 0 3-15,0 0 0 16,0 0-6-16,0 0 9 0,0 0-9 16,0 0-1-16,0 0 0 15,-19-10-1-15,3 1 0 16,-8 2-3-16,0-2-12 16,0-1-15-16,-8 4 13 15,8-4 6-15,4 5-8 16,4 1 2-16,4 0-18 15,1 4-12-15,3-3 7 16,-4 1-21-16,8 2-32 16,-4-3 7-16,-4 3 0 15,0 0 21-15,0 0 65 16,-12 0 0-16,12 0 1 16,-8 0 12-16,-4 0-2 0,8 0 3 15,4 0 5-15,0 0 9 16,4 0 64-16,4 0-2 15,4 0 15-15,0 0-46 16,0 0 32-16,0 0-23 16,0 0-26-16,0 0-8 15,0 0-25-15,0 0-6 16,16 0-4-16,32 3 3 16,8 6-1-16,0 0 1 15,-5-4 7-15,-7 3-8 16,4-8-6-16,-16 0 3 15,-8 0 3-15,-12 0 0 16,-12 0-1-16,0 0-1 16,0-8-5-16,0-18 3 0,0-3-1 15,-12-7 3-15,-20-5-6 16,8-6 12-16,0-4-4 16,0 5 0-16,12 10 1 15,0 4 10-15,4 13 2 16,8 9 12-16,-4 6 11 15,4 4-15-15,0 0-19 16,0 0-2-16,0 0-3 16,0 0-6-16,0 7 4 15,0 22 3-15,0 7-20 16,0 8-65-16,0 9-100 0,0 7-141 16,-35-5-530-1</inkml:trace>
  <inkml:trace contextRef="#ctx0" brushRef="#br0" timeOffset="42202.36">26015 5085 878 0,'0'0'255'0,"0"0"-95"15,0 0-39-15,0 0-65 0,0 0-41 0,0 0-13 0,68-56-2 16,-8 50 0-16,-13 6-5 16,-15 0-3-16,-8 2-3 15,-20 23-13-15,-4 6-2 16,0 13 9-16,-36-5 12 15,0-2 5-15,1-6 1 16,11-9-1-16,12-10 0 16,12-3 1-16,0-9 6 15,0 0 10-15,24 0 28 16,43 0-15-16,17-5-15 16,0-13-14-16,-5-2-1 15,17-2-40-15,-5 5-98 0,5 2-136 16,15-7-582-1</inkml:trace>
  <inkml:trace contextRef="#ctx0" brushRef="#br0" timeOffset="42634.61">28504 5025 939 0,'0'0'270'0,"0"0"-141"0,0 0-62 0,0 0-33 0,0 0-29 16,0 0-1-16,266-29-4 16,-206 29-4-16,-16 11 2 15,-32 12 2-15,-12 14 0 16,0 1-2-16,-36-1 1 16,-12 2 1-16,5-13 0 0,23-4 1 15,8-13-1 1,12-6 1-16,0-3 0 0,0 0 6 15,32 0 5-15,35-12 3 16,29-16-15-16,7-9-6 16,17-6-141-16,7-8-160 15,16-9-671-15</inkml:trace>
  <inkml:trace contextRef="#ctx0" brushRef="#br0" timeOffset="49151.86">6163 7669 555 0,'0'0'119'0,"0"0"-21"0,0 0-67 0,0 0 4 0,0 0 29 16,0 0-27-16,-350 125 29 15,318-97-24-15,16-8-21 16,16-10 1-16,0-9-13 0,0-1 1 16,0 0-4-16,60 0 34 15,23 0 7-15,-3 0-23 16,4-5-21-16,-17-12 9 15,-7 3-8-15,-4 1-3 16,-20 3-1-16,-13 7 4 16,-23 0-3-16,0 3 5 15,0 0-4-15,0 0 4 16,0 9-5-16,-43 16-1 16,-5 10 5-16,-12 1 3 0,24-6-8 15,4 0-4 1,16-15 4-16,9-1 0 0,7-12 3 15,0 2-3 1,0-4 0-16,0 0 0 0,23 0 4 16,33 0 5-16,16-20-2 15,-4 2-3-15,-9-4 0 16,-3 6-3-16,-28 6 1 16,-8 2-2-16,-20 8-3 15,0 0-1-15,0 0 0 16,0 8-4-16,0 11 8 15,-36 5 0-15,4 3 0 16,-4-8 0-16,24 0 0 16,0 0-1-16,12-9-11 15,0-3-62-15,0-6-77 16,36-1-97-16,24 0-132 16</inkml:trace>
  <inkml:trace contextRef="#ctx0" brushRef="#br0" timeOffset="49585.15">7533 7719 656 0,'0'0'246'0,"0"0"-35"0,0 0-90 0,0 0-7 0,0 0-15 0,0 0-9 16,-40-41-37-16,32 41-10 15,4 0-22-15,-4 0-12 16,8 0-6-16,0 0-3 15,0 14 0-15,0 18 0 16,0 12 0-16,0 10 1 16,20 4 3-16,-4-5-1 0,-4-2-3 15,0-9 1 1,-4-7-1-16,-4-6 1 0,-4-13-4 16,8 0 2-16,-8-3-40 15,0-2-87-15,0 9-77 16,-8-11-118-16,-16-4-518 15</inkml:trace>
  <inkml:trace contextRef="#ctx0" brushRef="#br0" timeOffset="53234.6">27345 3245 217 0,'0'0'115'0,"0"0"-97"0,0 0-18 0,0 0 2 16,0 0 11-16,0 0 28 15,0 0 18-15,12 0-28 16,-12 3 9-16,0-1-1 16,0-2-20-16,0 0 11 15,0 0 1-15,0 0 33 0,0 0 3 16,0 0 9-16,0 0-21 16,0 0 20-16,0 0-40 15,0 0 10-15,0 0-4 16,0 0-29-16,0 0-2 15,0 12-8-15,0 8 3 16,-36 11-5-16,0 12 4 16,-7 6 1-16,-17 9-2 15,0 5-2-15,-20 10 1 16,-11 7 8-16,-5 3-8 16,-7 3 6-16,7-4 4 15,1 1-12-15,3-7 0 16,1-6 0-16,15-10 7 15,20-22-7-15,12-13 6 0,20-13 0 16,12-8-2-16,12 0 13 16,-3-4 11-16,3 0-5 15,0 0 6-15,0 0-4 16,0 1 1-16,0-1-11 16,0 0 5-16,0 0-7 15,0 0-5-15,0 0 1 16,0-5-9-16,0-16-1 15,0-3-1-15,0 4 2 16,0-3-4-16,0 1-2 16,0 2-7-16,0-2 13 0,0 0-3 15,0 6 0 1,3 1 3-16,5 0-2 0,-4 6 2 16,-4 4 0-16,0 5-2 15,0 0-1-15,0 0-4 16,0 0-21-16,0 0-49 15,0 0-40-15,8 0-82 16,-4 5-70-16,16 12-200 16</inkml:trace>
  <inkml:trace contextRef="#ctx0" brushRef="#br0" timeOffset="53868.85">26589 4216 185 0,'0'0'624'0,"0"0"-495"0,0 0-17 0,0 0-19 0,0 0-7 15,0 0-13-15,-176-89-14 16,160 79-2-16,-7 1-18 0,-1 5-21 16,0-1 4-1,-8 5-13-15,-16 0-5 0,0 0-4 16,-19 9 0-16,-13 20-3 16,8 5 3-16,-11 11-1 15,15 2 0-15,-4 8 1 16,25-4 2-16,3-4-2 15,16 1 0-15,8-2 0 16,8 4 2-16,12-6 3 16,0-1-5-16,0-1 1 15,36 0 9-15,12-2-6 16,7-2-4-16,17-2 3 16,8-11 4-16,3-8 0 15,-3-8 1-15,-8-9-3 16,-1 0 1-16,9 0-1 0,0-23 2 15,3-14 3-15,1-5-3 16,-13-3-4-16,-7-6 7 16,-16 0-2-16,-12-9 3 15,-12-3 10-15,-20-1 4 16,-4 0 2-16,0 4-23 16,-28 9 0-16,-28 8 1 15,-4 3 0-15,-7 13-5 16,3 3-1-16,-4 13-1 15,24 4-5-15,-3 7-43 16,-1 0-84-16,0 33-118 16,0 1-181-16</inkml:trace>
  <inkml:trace contextRef="#ctx0" brushRef="#br0" timeOffset="60467.67">16432 333 811 0,'0'0'274'0,"0"0"-100"0,0 0-42 0,0 0-30 15,0 0-33-15,0 0-49 16,0 0-15-16,0 0-1 16,35 31 15-16,25 3 5 15,0 6-11-15,-4-2 1 16,-9 4-10-16,-11-8-3 16,-4 1-1-16,-16-9-3 15,-4-5-30-15,-4-1-82 16,-8-7-79-16,0-13-99 0,0 0-170 15</inkml:trace>
  <inkml:trace contextRef="#ctx0" brushRef="#br0" timeOffset="60667.51">16746 408 747 0,'0'0'268'0,"0"0"-85"15,0 0-79-15,0 0 13 16,0 0-58-16,0 0-37 15,-80-21-22-15,57 63 0 16,-25 9-4-16,4 9 8 16,-4-8 0-16,4 13-4 15,5-2-25-15,15-6-47 16,4-9-72-16,20-14-121 0,0-17-292 16</inkml:trace>
  <inkml:trace contextRef="#ctx0" brushRef="#br0" timeOffset="60934.18">17053 706 473 0,'0'0'533'0,"0"0"-317"0,0 0-84 16,0 0-37-16,0 0-25 15,0 0-39-15,0 0-14 16,8 27 5-16,4 2-3 16,-8 3-18-16,-4 2 3 15,0-3-4-15,0 6-1 16,0-3-10-16,0-8-123 16,0-1-111-16,0-10-259 15</inkml:trace>
  <inkml:trace contextRef="#ctx0" brushRef="#br0" timeOffset="61300.63">17893 498 875 0,'0'0'317'16,"0"0"-134"-16,0 0-38 15,0 0-48-15,0 0-34 16,0 0-40-16,-12-39-16 0,12 39-7 15,24 30-1-15,43 5-4 16,-7 6 6-16,0 0-1 16,-4 4 0-16,-17 2-1 15,-3 0-1-15,-16-2-35 16,4-4-65-16,-12-18-63 16,0-10-53-16,0-13-153 15,-4 0-268-15</inkml:trace>
  <inkml:trace contextRef="#ctx0" brushRef="#br0" timeOffset="61502.63">18199 558 659 0,'0'0'294'0,"0"0"-53"16,0 0-106-16,0 0-10 16,0 0-83-16,0 0-42 15,-95 0 0-15,83 45 2 16,-24 9-2-16,0 3 0 15,4 0-8-15,4 0-13 16,-3-12-143-16,31-11-52 16,0-14-249-16</inkml:trace>
  <inkml:trace contextRef="#ctx0" brushRef="#br0" timeOffset="61800.59">18442 716 622 0,'0'0'205'16,"0"0"-87"-16,0 0-42 15,0 0-59-15,0 0-1 16,0 0-4-16,152 106-9 16,-152-77 9-16,0 5 4 15,-44-5 2-15,4-2-16 16,8-7 14-16,8-7-1 15,12-2-2-15,12-9-11 16,0-2 3-16,0 0 5 16,0 0 33-16,12 0-20 15,36-2-15-15,12-18 4 0,-5 0-12 16,25-2-9-16,-8-3-85 16,7 0-201-16,5-3-453 15</inkml:trace>
  <inkml:trace contextRef="#ctx0" brushRef="#br0" timeOffset="62085.73">19485 510 785 0,'0'0'321'15,"0"0"-126"-15,0 0-92 0,0 0-36 16,0 0-40-16,0 0 25 16,104 48-25-16,-44-15-10 15,-5-2-3-15,-7 1-12 16,-4-2-2-16,-20 2-2 16,-12 1-19-16,0-8-46 15,-12-3-43-15,0-6-29 16,0-11-26-16,0-5-107 15,0 0-3-15</inkml:trace>
  <inkml:trace contextRef="#ctx0" brushRef="#br0" timeOffset="62284.62">19808 587 446 0,'0'0'216'0,"0"0"-18"16,0 0-16-16,0 0-21 15,0 0-47-15,0 0-11 16,-44-60-37-16,44 60-55 15,-12 13-9-15,8 19-1 16,-8 9 15-16,-20 3-16 16,9 5 0-16,3 2-1 15,-8 0-5-15,-4-3-98 16,20-12-114-16,8-10-156 16,4-10-364-16</inkml:trace>
  <inkml:trace contextRef="#ctx0" brushRef="#br0" timeOffset="62621.24">19947 714 649 0,'0'0'242'0,"0"0"-83"0,0 0-79 16,0 0-40-16,0 0-17 16,0 0-22-16,187-25-1 15,-175 41 0-15,-12 2 0 16,0 8 0-16,0-9-3 15,0 11 3-15,0-10 3 16,0-5-3-16,0 3-3 16,4-3-17-16,20-8 2 15,8 9-22-15,4-5 1 0,-4 1 11 16,-4 3 23-16,-4-4 2 16,-13 0 3-16,-3 2 3 15,-8-5-3-15,0 5 0 16,-23 3 13-16,-45 2-13 15,-12-5-8-15,-3 4-85 16,11-3-187-16,16-3-351 16</inkml:trace>
  <inkml:trace contextRef="#ctx0" brushRef="#br0" timeOffset="63212.59">16722 1399 496 0,'0'0'0'0,"0"0"-79"0</inkml:trace>
  <inkml:trace contextRef="#ctx0" brushRef="#br0" timeOffset="67234.36">21620 276 552 0,'0'0'187'16,"0"0"-35"-16,0 0 13 16,0 0-32-16,0 0-19 15,0 0-21-15,0 0 15 16,-80-42-33-16,80 39-22 16,-4 3-9-16,4 0-14 15,0 0-21-15,0 0-9 0,0 0-1 16,0 11-8-16,24 20 4 15,28 3 3-15,3 1 2 16,13-6 6-16,-20-7-6 16,-12 0-5-16,-1-7-13 15,-15-7 2-15,-4-7-13 16,-8-1 4-16,4 0 1 16,4 0-13-16,4 0 19 15,-8-21 18-15,4-4-4 16,-8-4 1-16,-8 1-7 15,0-1 10-15,0 4 2 16,0 3 7-16,0 6 11 0,0 10-15 16,0 2 23-16,0 4 18 15,0 0-24-15,0 0-14 16,0 0 5-16,0 0-13 16,0 8-1-16,0 26 0 15,0 3 0-15,0 14 1 16,0 0 1-16,0 7-1 15,0 5-20-15,-8 4-58 16,-16-3-131-16,-4-2-146 16</inkml:trace>
  <inkml:trace contextRef="#ctx0" brushRef="#br0" timeOffset="72350.48">20525 11717 371 0,'0'0'90'0,"0"0"-15"0,0 0-31 0,0 0 4 16,0 0-7-16,0 0-11 15,0 0 32-15,-307-96-31 16,263 83 10-16,4 0-1 16,5 2 15-16,-9 2-3 0,8 4-10 15,12-1-2-15,-8 5-5 16,16 1-10-16,-4 0 6 16,8 0-4-16,8 0 6 15,-4 0-3-15,8 0-15 16,0 0 4-16,0 0 2 15,0 0 13-15,0 0-3 16,0 0 0-16,20 0 10 16,44 12 28-16,40-6-22 15,23-3-13-15,16-3-19 16,33 0 4-16,-5 0-11 16,4 0-8-16,4-3 0 15,4-6 0-15,16-4 0 0,12 1 3 16,12-3-2-16,-4 2-2 15,-16-4 4-15,-8 6-2 16,-27 2-1-16,-9 4-1 16,-32 5 1-16,-19 0 1 15,-24 0-1-15,-17 0 0 16,-19 0 0-16,-12 0 0 16,-12 0 0-16,-12 0 2 15,-4 0-2-15,-8 0 0 16,0 0 0-16,0 0-4 15,0 0-40-15,-104 0-146 16,-59 0-242-16</inkml:trace>
  <inkml:trace contextRef="#ctx0" brushRef="#br0" timeOffset="77450.92">30371 11519 645 0,'0'0'193'0,"0"0"-44"0,0 0-40 0,0 0-58 15,0 0 16-15,0 0-10 0,0 0-18 16,-115 22 22-1,115-6 1-15,0-1-23 0,79-3 19 16,41-4-11-16,27-8-11 16,16 0-26-16,4 0-10 15,5 0-2-15,-17-11 2 16,-16-7 0-16,-11-4 0 16,-33 5-13-16,-11 2-29 15,-36 5-76-15,-28 7-66 16,-9-2-117-16,-11 1-427 15</inkml:trace>
  <inkml:trace contextRef="#ctx0" brushRef="#br0" timeOffset="79018">6888 12576 889 0,'0'0'139'16,"0"0"-36"-16,0 0-32 0,0 0 1 0,0 0-28 15,0 0-7-15,-24 11 4 0,131-7-7 16,45 0 21-16,43-4-19 16,28 0-18-16,12 0-10 15,19-10-8-15,-15-2 0 16,-8 2 0-16,-20 3 0 16,-36 4 0-16,-47 3 1 15,-21 0-1-15,-51 0 0 16,-20 0 2-16,-24 0-1 15,-12 0-1-15,0 0-3 16,0 0 1-16,0 0-5 16,0 0-64-16,-36 16-106 15,-48 2-83-15,-19 1-477 0</inkml:trace>
  <inkml:trace contextRef="#ctx0" brushRef="#br0" timeOffset="80867.53">12836 12633 241 0,'0'0'398'0,"0"0"-293"16,0 0-14-16,0 0-9 0,-350-31-3 0,278 31 48 15,16-5-43-15,17 5-7 16,3-2-41-16,16 2 24 16,-4 0-28-16,24 0-4 15,0 0-2-15,0 0-13 16,0 0-9-16,12 0-3 15,95 0 6-15,69-4 29 16,43-7-14-16,16-6-16 16,-13 0-4-16,-14 2 0 0,-29 9-2 15,-20-5 0-15,-32 6 0 16,-51 1 0 0,-32 1 0-16,-32 1 0 0,0-4 0 15,-12 5 1-15,0 1 0 16,0 0-1-16,0 0-12 15,0 0-58-15,0 0-66 16,0 0-44-16,0 0-90 16,20 7-30-16</inkml:trace>
  <inkml:trace contextRef="#ctx0" brushRef="#br0" timeOffset="81601.38">15675 12484 697 0,'0'0'208'0,"0"0"-24"0,0 0-61 0,0 0-9 0,0 0-11 0,0 0-26 15,-36 0-23-15,36 0-16 16,0 0-8-16,60 0-13 16,20-13-11-16,15-5-3 15,-3-5-1-15,23 1-2 16,5 0-3-16,7-4 0 15,4 4-54-15,-15-1-139 16,-25-3-184-16</inkml:trace>
  <inkml:trace contextRef="#ctx0" brushRef="#br0" timeOffset="102034.55">5956 13950 711 0,'0'0'199'0,"0"0"-72"16,0 0-25-16,0 0-11 0,0 0-29 0,0 0-29 15,0 0-24-15,-36-9-9 16,36 9 0-16,56 0 4 16,51 0 22-16,29 0 1 15,7 0-14-15,20 0-3 16,-11 5-5-16,11 3-2 16,0 4-2-16,-11-1 1 0,-13-2-2 15,-32-3 1-15,-11-1 2 16,-36-1-3-16,-17-1 0 15,-19 0 0-15,-4-3 3 16,-16 0-2-16,4 0 1 16,-8 0 0-16,0 0-2 15,0 4-41-15,0 2-81 16,0-6-163-16,0 0-398 16</inkml:trace>
  <inkml:trace contextRef="#ctx0" brushRef="#br0" timeOffset="103817.89">7811 14775 155 0,'0'0'664'0,"0"0"-538"0,0 0-46 0,0 0-16 0,0 0 3 0,0 0-12 15,0 0-34-15,-11 23-16 16,126-19 10-16,24-4 13 16,25 0-10-16,-1 0-5 0,-8 0-13 15,-4 0 0-15,-11 0 0 16,-13 0 0-16,-7-8-1 16,-17 6-25-16,-11-1-59 15,-9 3-90-15,-15-7-109 16,-4-2-413-16</inkml:trace>
  <inkml:trace contextRef="#ctx0" brushRef="#br0" timeOffset="104301.58">10288 14658 805 0,'0'0'119'0,"0"0"-36"0,0 0-19 0,0 0 19 0,0 0-25 0,0 0-8 0,-24 3-40 16,24 1-10-16,36 0-2 16,36-2 2-16,31-2-4 15,13 0 7-15,11 0-6 16,4 0-90-16,-3 0-133 16,-1-2-444-16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9T06:25:14.4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11068 4590 1019 0,'0'0'236'0,"0"0"-67"0,0 0-68 0,0 0-22 0,0 0-37 0,0 0-10 16,0 0-11-16,84-25-10 15,0-1 3-15,7-3-9 16,5 5 0-16,-5 2-5 15,1 2 0-15,-20 3-1 0,-1 3 1 16,-35 6 0 0,-16 8-18-16,-16 0-2 0,-4 0-18 15,0 0-9-15,0 0-5 16,-36 0-41-16,-36 0-2 16,1 0 25-16,-21 0 36 15,13 0 1-15,3-1 24 16,8-19 6-16,13 1 6 15,15 3 36-15,-4 3 25 16,20 2 1-16,12 6 31 16,0 3-26-16,12 2-37 15,0 0 4-15,0 0-23 16,0 0-7-16,0 0-7 0,0 6-1 16,0 24 0-1,12 9 1-15,-12 10 3 0,0-3 2 16,0 3-3-16,0-11-2 15,0-6 0-15,0-4 0 16,0-11 1-16,0 0-2 16,0 0 0-16,24-5 0 15,24-1-35-15,11-9-72 16,21-2-50-16,28 0-59 16,15-2-241-16</inkml:trace>
  <inkml:trace contextRef="#ctx0" brushRef="#br0" timeOffset="13365.59">18550 6502 360 0,'0'0'541'0,"0"0"-430"0,0 0 10 0,0 0-52 0,0 0 12 16,0 0-39-16,0 0-23 0,-60-10-4 16,60 10-7-16,0 0 14 15,56 10 8-15,39-3 21 16,45-7-9-16,11 0-23 0,24 0-4 15,12 0-7 1,0 0-7-16,1 0-1 0,-13 0 9 16,-8 0-8-16,-16 0 1 15,-23 0-1-15,-13 0-1 16,-35 0-3-16,-28 0 3 16,-21 0-1-16,-19 0 1 15,-12 0 2-15,0 0 1 16,0 0 1-16,0 0 1 15,0 0 0-15,0 0-5 16,0 0 2-16,0 0-4 16,0 0-14-16,12 0-90 15,-12 0-83-15,12 0-102 0,32 0-332 16</inkml:trace>
  <inkml:trace contextRef="#ctx0" brushRef="#br0" timeOffset="14048.46">22038 6448 576 0,'0'0'121'0,"0"0"62"0,0 0-54 0,0 0 1 0,0 0 11 15,0 0-65-15,-56 7-2 0,56-7-7 16,0 0-30-16,-8 0 2 15,8 0-10-15,0 0-8 16,0 0-8-16,0 0-6 16,0 0 1-16,0 0-3 15,20 0-2-15,40 0-1 16,19 0 5-16,13 0-5 16,-9 0-3-16,-11 0 1 15,-4 0 0-15,-21 0-1 16,-11 0 3-16,-12 0-3 0,-4 0 2 15,-16 0-2 1,4 0 0-16,-4 0 1 0,-4 0 0 16,0 0 1-16,0 0-1 15,0 0 0-15,0 0-3 16,0 0-5-16,8 0-5 16,-8 0-12-16,4 0-28 15,-4 0-61-15,8 0-39 16,-8 0-100-16,0 0-279 15</inkml:trace>
  <inkml:trace contextRef="#ctx0" brushRef="#br0" timeOffset="15381.95">28866 6471 568 0,'0'0'141'0,"0"0"11"0,0 0-41 0,0 0-25 0,0 0 10 15,0 0 5-15,-163-4-46 16,159 4-12-16,4 0-11 16,-8 0-8-16,8 0-3 15,0 0-2-15,0 0-9 16,0 0-2-16,0 0 5 15,32 0 14-15,59 0-2 16,29 0 4-16,35 0-22 16,-4-12-1-16,-3-2 6 15,-17 2-12-15,-4 3 1 16,-11 2 3-16,-9 1-4 0,-11 3-2 16,-8 3 2-1,-13 0 3-15,-19 0-3 0,-12 0 1 16,-16 0 1-16,-9 0-3 15,-15 0 1-15,-4 0-6 16,0 0 6-16,0 0 2 16,0 0-2-16,0 0-10 15,0 0-24-15,0 0-75 16,-35 0-87-16,-25 0-155 16,0 0-440-16</inkml:trace>
  <inkml:trace contextRef="#ctx0" brushRef="#br0" timeOffset="17001.14">11363 7334 786 0,'0'0'78'0,"0"0"-69"0,0 0-7 0,0 0 0 0,0 0 26 15,0 0 5-15,44 25 7 16,-8-25-6-16,-1 0-8 15,1 0-8-15,8 0 7 16,8-12-4-16,4-17-17 0,11-6 7 16,5-8-9-16,0 4 1 15,11-5-6-15,21-1-18 16,3-2-60-16,-3-8-182 16</inkml:trace>
  <inkml:trace contextRef="#ctx0" brushRef="#br0" timeOffset="19171.96">9631 8070 664 0,'0'0'75'0,"0"0"34"0,0 0-19 0,0 0-38 0,0 0 11 15,0 0-12-15,0 0-7 16,-20 3 4-16,20-3-17 16,48 0 1-16,32 0-1 15,35 0 2-15,4 0-16 16,33 0 7-16,23 0-18 15,20 0 11-15,16 0-6 16,4-6-4-16,-8 0-7 16,4 0 1-16,-24 2-1 15,-12 4 0-15,1 0 2 16,-1 0-1-16,-12 0 1 0,-20 0 1 16,-15 4-2-1,-13 2 11-15,-31-3 20 0,-16 0-2 16,-13 0 0-16,-27-3-5 15,-8 3-15-15,-16-3 6 16,-4 4-9-16,0-4 1 16,0 0 0-16,0 0-4 15,0 3 3-15,0-3-3 16,0 0-1-16,0 0-1 16,0 0-1-16,0 0-1 15,0 4-16-15,-16 2-93 16,-32 2-92-16,-19 0-109 15,7-7-302-15</inkml:trace>
  <inkml:trace contextRef="#ctx0" brushRef="#br0" timeOffset="22388.68">15898 8107 606 0,'0'0'94'0,"0"0"-37"0,0 0 55 0,0 0-56 0,0 0-3 0,0 0 13 15,0 0 9-15,0 0-10 16,-64 0-35-16,64 0-9 16,0 0 0-16,0 0-9 0,0 0-8 15,0 0 6 1,0 0-7-16,60 0 23 0,12 0 30 15,19 5-28-15,5-5-17 16,19 0 12-16,17 0-1 16,7 0-5-16,12 0-7 15,1 0-9-15,23-5 9 16,-12 4-9-16,0-3 0 16,-7-3 9-16,3 5-8 15,-8-5 3-15,0 5 2 16,-7-9 4-16,7 5-3 15,0-5 0-15,1 2 3 16,-1 1-4-16,4-5 0 16,17 6 1-16,-17-7 0 0,-4 10 3 15,-8-1 1-15,-7 5-6 16,-9 0 6-16,-19 0 15 16,-17 0-9-16,-27 5-13 15,-20 4-1-15,0-3 3 16,-21-3-1-16,-11 1-6 15,-8-4 11-15,-4 3-5 16,0-3-6-16,0 0 3 16,0 0-1-16,0 0-1 15,0 0-1-15,0 0 0 16,0 0-5-16,0 0-44 16,0 7-146-16,-47-5-108 15,-13-2-389-15</inkml:trace>
  <inkml:trace contextRef="#ctx0" brushRef="#br0" timeOffset="28868.48">25334 8462 1004 0,'0'0'96'0,"0"0"21"0,0 0-30 0,0 0-9 0,0 0-13 16,0 0-39-16,0 0-21 15,-8-7 5-15,160 7 43 0,43-6-20 16,40-21-18-16,31 3-6 16,17-5-5-16,0 7-1 15,-16 3 2-15,-25 9-5 16,-38 1 2-1,-45 9-2-15,-52-3 5 0,-27 3-4 16,-32 0-1-16,-24-4-2 16,-12 4 0-16,-12 0-2 15,0 0-17-15,12 0-72 16,-12 0-102-16,0 0-155 16</inkml:trace>
  <inkml:trace contextRef="#ctx0" brushRef="#br0" timeOffset="31243.66">13676 9169 1016 0,'0'0'75'0,"0"0"29"0,0 0-37 0,0 0-3 0,0 0-19 0,0 0-15 0,56 32 43 15,4 3-15 1,-12-4-35-16,7-6-4 0,-7-5 6 15,0-14-12-15,12-6-3 16,11 0 10-16,21-31-8 16,23-30-3-16,37-27-9 15,35-23 0-15,36-17-19 16,35-19-117-16,21-7-273 16</inkml:trace>
  <inkml:trace contextRef="#ctx0" brushRef="#br0" timeOffset="36134.8">4491 9918 778 0,'0'0'206'0,"0"0"-109"0,0 0-35 0,0 0-21 0,0 0-10 0,0 0-6 15,0 0 18-15,0 0 23 16,83 70-22-16,9-63-24 16,16-5 2-16,43-2-10 15,12 3-2-15,24 5-8 16,12 1 0-16,32 7-2 16,-4-1 5-16,4-6-5 15,-20-2 0-15,-24-7-2 16,-24 0 1-16,-23 0 0 15,-21 0 2-15,-15-7-1 0,-33 1 2 16,-27 3-2 0,-20 1 0-16,-24 2 0 0,0 0 0 15,0 0 0-15,0 0-4 16,0 0-46-16,0 0-114 16,-56 14-67-16,-7 8-306 15</inkml:trace>
  <inkml:trace contextRef="#ctx0" brushRef="#br0" timeOffset="39553.79">17917 10804 736 0,'0'0'161'0,"0"0"-36"0,0 0-63 0,0 0 10 0,0 0-7 0,0 0-9 16,0 0-22-16,0 0 5 15,36 7-29-15,31-4 13 16,29-1 7-16,-1 2-16 16,5-4-5-16,7 3-6 15,13-3-3-15,3 0 3 16,-11 0 0-16,-1 0 0 16,-27 0-3-16,-13-7 0 15,-15 7-4-15,-20-5-7 16,0 5-41-16,-4 0-84 0,-28 0-108 15,4 0-241-15</inkml:trace>
  <inkml:trace contextRef="#ctx0" brushRef="#br0" timeOffset="40650.06">19577 10823 787 0,'0'0'133'0,"0"0"-62"0,0 0-69 0,0 0-2 0,0 0 0 0,0 0 23 0,84-3 27 16,-5 3-12-16,5 0-23 15,19 3-7-15,13-3-4 16,11 0 3-16,5 0-1 15,3 0 0-15,-23 0 2 16,-21 0-2-16,-19-3 4 16,-28-3-4-16,-9 6-6 15,-15 0-8-15,-16 0 8 16,-4-3-1-16,0 3-2 16,0 0-33-16,0 0-221 15,0 0-248-15</inkml:trace>
  <inkml:trace contextRef="#ctx0" brushRef="#br0" timeOffset="41216.23">22579 10689 956 0,'0'0'70'0,"0"0"59"0,0 0-50 0,0 0-42 0,0 0-29 16,0 0-3-16,-131-38 4 16,131 38-9-16,0 0 0 15,16 0 0-15,39 0 0 16,29 11 1-16,8-2 0 15,15-2-1-15,9-5-6 16,3-2-19-16,4 0-66 16,-15 0-44-16,-5 0-159 15</inkml:trace>
  <inkml:trace contextRef="#ctx0" brushRef="#br0" timeOffset="47501.01">28277 10740 1024 0,'0'0'138'0,"0"0"-25"0,0 0-58 0,0 0-18 0,0 0 16 15,0 0-42-15,0 0 2 16,0 0-1-16,95 93 11 15,-15-68-19-15,8-9 1 16,23-2-5-16,8-9 0 16,21-5-10-16,-9 0-35 15,-7 0-91-15,-5-15-92 16,-15-5-256-16</inkml:trace>
  <inkml:trace contextRef="#ctx0" brushRef="#br0" timeOffset="48784.18">13887 11325 593 0,'0'0'196'0,"0"0"-15"0,0 0-119 0,0 0 31 0,0 0-4 15,0 0-8-15,0-22-18 0,0 22-21 16,0 0-35-16,0 0 3 15,0 0-5-15,0 0-3 16,0 0 0-16,0 0-1 16,0 0 14-16,32-7 5 15,16-12 5-15,24-6-9 16,11-13-6-16,17-13-8 16,-1-8-2-16,13 0-20 15,-17-5-126-15,-3 1-110 16,-20-3-247-16</inkml:trace>
  <inkml:trace contextRef="#ctx0" brushRef="#br0" timeOffset="54170.52">7007 12449 643 0,'0'0'207'0,"0"0"-61"0,0 0-88 0,0 0-15 16,0 0-20-16,0 0 9 16,0 0 22-16,195 0-12 15,-79 0 5-15,15 0 7 0,8 0-18 16,25-13-1 0,-1-3-13-16,24-1 4 0,0 3-12 15,0 0-10 1,1 1 1-16,-13 3 0 0,-12 2-4 15,-8-1 4-15,-19-2-3 16,-29 6-2-16,-23-3 1 16,-29 8-1-16,-19 0 0 15,-12 0 0-15,-12 0-2 16,-4 0 2-16,-8 0 4 16,0 0-4-16,0 0-9 15,0 0-23-15,0-2-68 16,0 2-56-16,4 0-59 15,16-8-234-15</inkml:trace>
  <inkml:trace contextRef="#ctx0" brushRef="#br0" timeOffset="61199.66">15428 12679 829 0,'0'0'167'0,"0"0"-25"0,0 0-35 0,0 0-1 0,0 0-6 0,0 0-30 15,0 0-29-15,0 0-22 16,-211-68-9-16,211 68-8 16,108 0 0-16,63 0 20 15,56 0-1-15,28 0 3 16,11 0-18-16,5 0-3 15,12 5-2-15,-8 6-1 16,-17-2 2-16,-35 1 1 16,-47-5-2-16,-33-1-1 15,-40-2 1-15,-35-2 0 0,-32 0 0 16,-12 0 1-16,-24 0 3 16,0 0 0-16,12 0 1 15,-12 0-3-15,0 0 1 16,0 0-4-16,0 0-13 15,0 0-57-15,12 0-73 16,20 0-79-16,7 0-216 16</inkml:trace>
  <inkml:trace contextRef="#ctx0" brushRef="#br0" timeOffset="62200.99">24132 12699 632 0,'0'0'201'0,"0"0"-22"0,0 0-69 0,0 0 0 0,0 0-20 0,0 0 11 16,-44-12-30-16,44 12-5 15,0 0-17-15,0 0-13 16,0 0-21-16,8 0-13 16,64-3 2-16,35-3 3 15,29-1-3-15,7 3-3 0,8 2-1 16,13-6 3-1,-1 6-7-15,0-5 12 0,-8 5-13 16,-31 2 7-16,-29 0-4 16,-27 0-2-1,-28 0 4-15,-8 0-2 0,-8 0 2 16,-24 0 2-16,11 0-2 16,-11 0 0-16,0 0 0 15,0 0-1-15,0 0-1 16,0 0-8-16,0 0-27 15,0 0-41-15,0 0-78 16,0 0-71-16,0 0-197 16</inkml:trace>
  <inkml:trace contextRef="#ctx0" brushRef="#br0" timeOffset="64500.2">9468 13941 978 0,'0'0'123'0,"0"0"-53"0,0 0-26 0,0 0-3 0,0 0-12 0,0 0-15 15,0 0 4-15,83-19-12 16,37 9 10-16,31-7-5 15,20-1-4-15,16-5-7 16,13 6 5-16,-9-3-2 16,4 4-3-16,-20 3-7 15,-20 7-7-15,-15 0-79 16,-37 1-144-16,-11 4-308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9T06:26:43.9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14027 6162 453 0,'0'0'374'0,"0"0"-279"0,0 0 17 0,0 0-10 0,0 0-26 16,0 0-23-16,0 0-11 15,0 0-19-15,36-18-5 16,43 7 13-16,13 9-10 15,3-1-8-15,1 3 0 16,7 0 3-16,13 0 2 16,3 0-8-16,9 5-5 15,23-1-3-15,16-1-1 16,-4-3 2-16,21 0 5 16,-17 0-8-16,-8 0-1 15,-20 0-2-15,-31 0 3 16,-16 0 3-16,-33 0-3 15,-23 0 1-15,-24 0 3 16,8 0-3-16,-16 0-1 0,4 0 2 16,-8 0-1-1,0 0-1-15,0 0 0 0,0 0-1 16,0 0-8-16,0 0-34 16,-32 19-85-16,8-6-55 15,12-9-249-15</inkml:trace>
  <inkml:trace contextRef="#ctx0" brushRef="#br0" timeOffset="1764.1">21548 6057 695 0,'0'0'136'0,"0"0"-35"0,0 0 4 0,0 0 0 0,0 0-33 0,0 0-9 15,-32-9-27-15,32 9 2 16,0 0-14-16,0 0-9 15,32 0-5-15,63 0 10 16,57 3 33-16,27-3-15 16,16 0-9-16,4 0-16 15,8-8 0-15,-8 0-8 16,-12-6-3-16,-11 12 2 16,-33 0-3-16,-16 2-1 0,-23 0 0 15,-33 0 3 1,-35 0-3-16,-4 0 1 0,-20 0-2 15,-12 0 1-15,0 0-2 16,0 0 2-16,0 0 2 16,0 0 0-16,0 0-2 15,0 0 2-15,0 0 3 16,0 0-5-16,0 0-2 16,0 0-22-16,0 0-58 15,0 14-59-15,-20-2-46 16,-4 2-166-16</inkml:trace>
  <inkml:trace contextRef="#ctx0" brushRef="#br0" timeOffset="2651.59">27767 6094 912 0,'0'0'183'0,"0"0"-51"0,0 0-47 0,0 0 17 0,0 0-36 0,0 0-17 16,-28-28-23-16,28 25-2 16,0 3-12-16,0 0-9 15,0 0 0-15,52 0-3 0,40 0 0 16,27-2 3-16,8-2 1 15,-11 4-4-15,15 0-6 16,-7 0 6-16,-17 0 6 16,-15 0-6-16,-21 0 0 15,-15 0 0-15,-16-4 4 16,-16-1-4-16,-4 0-3 16,-20 5 2-16,0-1-10 15,0-2-28-15,0-7-49 16,-20 2-55-16,-44-1-124 15,-35-6-343-15</inkml:trace>
  <inkml:trace contextRef="#ctx0" brushRef="#br0" timeOffset="3612.65">7672 6772 672 0,'0'0'142'16,"0"0"-31"-16,0 0 11 0,0 0-22 0,0 0-15 0,0 0-35 16,-60 22-20-16,60-18-8 15,0-3-13-15,12 7 0 16,60-2 52-16,20-3 7 0,15-3-22 16,-3 0-31-16,-1 0-5 15,1 0-8-15,-21 0-2 16,-3 0 1-16,-8 0-2 15,-25 0 5-15,1 0-7 16,-16 0 3-16,-20 0-4 16,0 0-15-16,-12 0-22 15,0 0-25-15,0 0-34 16,0 0-38-16,0 0-92 16,0 7-272-16</inkml:trace>
  <inkml:trace contextRef="#ctx0" brushRef="#br0" timeOffset="5812.63">11327 7594 744 0,'0'0'95'0,"0"0"-1"0,0 0 15 0,0 0-14 15,0 0-27-15,0 0-25 0,-91-9-19 0,91 9-11 16,0 0-9-16,0 0 1 16,0 0-4-16,55 1 17 15,17 9 21-15,20 0-14 16,-9-3-7-16,21-3 1 16,-1 2-11-16,5-6-5 15,7 0-1-15,1 0 3 16,-9 0-1-16,13 0-2 15,-17 0 5-15,-11 0 2 16,-33-10 11-16,-23 3-8 16,-4 5 6-16,-20 2-3 15,-8-3 13-15,-4-2-14 0,0 5 0 16,0-2-2 0,0 2-2-16,0 0-3 0,0 0-5 15,0 0-1-15,0 0-1 16,0 0-11-16,0 0-25 15,0 0-61-15,0 0-51 16,12 0-49-16,-4 0-140 16,8 0-257-16</inkml:trace>
  <inkml:trace contextRef="#ctx0" brushRef="#br0" timeOffset="7080">17698 7868 899 0,'0'0'98'0,"0"0"-29"0,0 0-9 0,0 0 9 0,0 0 17 15,0 0-34-15,79-15-20 16,5 14 14-16,31-9 4 16,1-2-28-16,-9-1-5 15,9 4-9-15,-1-2-5 0,-7 5 5 16,-5 3-6-1,-19 0-2-15,-16 3 0 0,-25 0 0 16,-7 0-19-16,-12 0-31 16,0 0-66-16,-12 0-125 15,-8 0-206-15</inkml:trace>
  <inkml:trace contextRef="#ctx0" brushRef="#br0" timeOffset="8062.33">23957 7877 921 0,'0'0'132'0,"0"0"8"15,0 0-45-15,0 0-19 0,0 0 12 0,0 0-28 0,-72 0-37 16,72 0 14-16,0 0-10 15,0 0-8-15,0 0-6 16,0 0-7-16,0 0-3 0,0 0 3 16,0 0-3-1,4 0-2-15,52 0 2 0,35 0 1 16,5 0-1-16,7 0-3 16,-7 0 0-16,0 0 0 15,-17-7-16-15,1 0-16 16,-20 1-20-16,-1 1-33 15,-15-1-38-15,-16-5-16 16,-8 6-67-16,-16-8-207 16</inkml:trace>
  <inkml:trace contextRef="#ctx0" brushRef="#br0" timeOffset="24463.12">4049 8902 666 0,'0'0'218'0,"0"0"-109"0,0 0-22 0,0 0-6 0,0 0-16 16,0 0-22-16,0 0-8 16,-151 34-10-16,151-34-4 0,0 0 12 15,35-11-2-15,45-21 4 16,24-12-13-16,-9-2-1 15,-3-1-16-15,-21 1-5 16,1 6 0-16,-16 3 3 16,-20 3-2-16,-1 13 1 15,-23 1-2-15,-12 10 0 16,0 6-1-16,0 0 1 16,-12 4 7-16,-31 0-7 15,-9 0-18-15,-4 0 11 16,20 0 4-16,4 0 2 0,17 0 0 15,7 0 1 1,4 0 0-16,4 0 4 0,0 0 2 16,0 0-3-1,0 0-2-15,0 0-1 0,0 0-2 16,27 0 2-16,29 0-3 16,12 0 0-16,4 0 3 15,-5 7 0-15,-7 12-2 16,-12 6 2-16,-12 3 1 15,-13 11 0-15,1 8-1 16,-24 8-1-16,0 5-12 16,0 5-24-16,0 0-43 15,0-8-120-15,0-6-259 16</inkml:trace>
  <inkml:trace contextRef="#ctx0" brushRef="#br0" timeOffset="30563.31">6163 9381 455 0,'0'0'302'15,"0"0"-124"-15,0 0-49 0,0 0-7 0,0 0-42 0,0 0-27 0,0 0-20 16,-32 0-21-16,52 0-6 16,60 0 15-16,39 0 36 15,33 0-25-15,23-2-16 16,24-5-13-16,24-1 6 16,12 3-7-16,-4 1-2 15,4 4 4-15,-28-1-4 16,-20-3 0-16,-20 0 0 15,-16 1 0-15,-11 1 2 16,-13 2-1-16,-12 0-1 16,-19 0 1-16,-16 0-1 15,-21 5 0-15,-23 3 0 16,0-7 2-16,-12-1 1 0,-12 0 38 16,0 0-6-16,-12 4-18 15,0-4-14-15,0 0 11 16,0 0-14-16,0 0 0 15,0 0 5-15,0 0-5 16,0 4-33-16,-24 8-159 16,-48 7-166-16</inkml:trace>
  <inkml:trace contextRef="#ctx0" brushRef="#br0" timeOffset="32346.99">12577 9571 687 0,'0'0'191'0,"0"0"-47"0,0 0-26 0,0 0-21 0,0 0-37 0,0 0-14 15,0 0-6-15,44 9 12 16,64-9 39-16,55 0-43 16,12 0-20-16,4 0-12 15,8 0-9-15,-3 0 1 16,-9 0-1-16,-8 0-7 16,-28 0 6-16,-35 0 1 15,-32 0-6-15,-29 0-1 16,-19 0 1-16,-24 0-1 0,12 0 0 15,-12 0-4 1,0 0 4-16,0 0 2 0,0 0-2 16,0 0-2-16,0 0-58 15,0 0-108-15,12 0-72 16,24 0-305-16</inkml:trace>
  <inkml:trace contextRef="#ctx0" brushRef="#br0" timeOffset="32833.62">15826 9608 768 0,'0'0'188'0,"0"0"-45"0,0 0-26 0,0 0-28 0,0 0-29 15,0 0-29-15,-59 23 14 16,154-23 23-16,41 0 3 16,19 0-43-16,20-17-22 0,0-3-5 15,12 11 1-15,-23-1-2 16,-25 6 0-16,-8 4 0 16,-39 0 0-16,-32 0 0 15,-25 0 0-15,-15 0 0 16,-16 0 0-16,-4 0-3 15,0 0-1-15,0 0 4 16,0 0-3-16,0 0-57 16,-16 0-77-16,8 0-25 15,8 0-136-15,0 0-384 0</inkml:trace>
  <inkml:trace contextRef="#ctx0" brushRef="#br0" timeOffset="33431.82">18502 9610 825 0,'0'0'180'16,"0"0"-80"-16,0 0 21 0,0 0-62 0,0 0-24 0,0 0 16 16,-48 12-17-16,84-12 10 15,68 0 2-15,63 0 0 16,28 0-21-16,-8 0-19 0,0-5-2 16,-12 5-2-16,-11-3 3 15,-13 3-5-15,-24 0 13 16,-19 0-10-16,-29 0 5 15,-27 0-1-15,-20 0-5 16,-20 0-2-16,-12 0 9 16,0 0-1-16,0 0 2 15,0 0 1-15,0 0-6 16,0 0 2-16,0 0-5 16,0 0-1-16,0 0-1 15,0 0 0-15,0 0 0 16,0 0-3-16,0 0-22 15,0 0-48-15,12 5-93 16,-12 7-44-16,0 5-65 16,12-6-354-16</inkml:trace>
  <inkml:trace contextRef="#ctx0" brushRef="#br0" timeOffset="35413.37">25115 9619 413 0,'0'0'74'0,"0"0"2"0,0 0-30 0,0 0 22 0,0 0 13 15,0 0 59-15,0-48-77 16,0 43 20-16,0-2-16 15,0 4 15-15,0 3-7 16,0 0-20-16,0 0-20 16,0 0-7-16,0 0-24 15,0 0 5-15,0 0-9 16,48 0 0-16,32 3 13 16,11 4-13-16,5-7 14 15,19 0-14-15,13 0 5 16,3 0-3-16,-3 0 4 15,-1 0-5-15,-20-13-1 16,-23 7 0-16,-16-2 1 0,-12 3-2 16,-21 0 2-16,-11 4-2 15,-24-2 3-15,0-2-3 16,12 5 1-16,-12-1 0 16,0 1 0-16,0 0-1 15,0-4-7-15,0 4-27 16,0 0-48-16,-24 0-102 15,-35 0-97-15,-9 0-299 16</inkml:trace>
  <inkml:trace contextRef="#ctx0" brushRef="#br0" timeOffset="36296.68">9121 10357 931 0,'0'0'63'0,"0"0"-28"0,0 0-19 0,0 0-7 0,0 0 26 0,0 0 48 16,299 0-39-16,-180 0-5 16,25 0-23-16,15-4-1 15,-4 2-3-15,21-5-3 16,7 3-3-16,-16-1-3 0,-16 1-3 16,-11 0 0-1,-25 4 2-15,-19 0-2 0,-25 0 0 16,-15 0-4-16,4 0-18 15,-16 0-83-15,-17 0-237 16</inkml:trace>
  <inkml:trace contextRef="#ctx0" brushRef="#br0" timeOffset="58130.27">1807 11665 600 0,'0'0'87'0,"0"0"52"15,0 0-23-15,0 0-33 0,0 0-38 0,0 0-12 16,0 0-17-16,0 0-6 16,-28 38 21-16,92-38 15 15,40 0 25-15,23-20-29 16,36-11-12-16,12-11-12 16,1 2-7-16,-25-2-11 15,-24 5 5-15,-43 14-5 16,-36 4 0-16,-24 9 1 0,-16 2-1 15,-8 0 12 1,0-1 5-16,-56 2-14 0,-16-2-3 16,-31-1-6-16,-5 1 6 15,5 2 0-15,11-6 1 16,20 8-2-16,29-6 2 16,15 6 1-16,16 5-1 15,12 0 0-15,0 0 2 16,0 0-3-16,4 0-9 15,52 0 4-15,15 0 5 16,21 0 2-16,-9 0-2 16,-11 9 0-16,-16 3 0 15,-8 8-1-15,-5 8 1 16,-19 10 0-16,-20 13-1 16,-4 10-2-16,0 7-2 0,0 17-48 15,-12 9-108-15,-24 13-135 16</inkml:trace>
  <inkml:trace contextRef="#ctx0" brushRef="#br0" timeOffset="73013.44">17554 13088 462 0,'0'0'376'0,"0"0"-220"0,0 0-28 0,0 0-72 0,0 0 8 15,0 0-21-15,0 0-26 16,152-4 22-16,15-14 40 16,20-5-22-16,32-9-30 15,4-1 5-15,0 2-19 0,-12 6-2 16,-16 6-2-16,-28 6-8 15,-19 6 2-15,-33 4 5 16,-27 1-6-16,-33-3-1 16,-19 5-1-16,-16 0 0 15,-16 0 1-15,-4 0-1 16,0 0 0-16,0-2-4 16,0 2-6-16,0 0-67 15,0 0-65-15,0 0-79 0,0 0-376 16</inkml:trace>
  <inkml:trace contextRef="#ctx0" brushRef="#br0" timeOffset="77347.2">10276 13776 670 0,'0'0'134'0,"0"0"-60"0,0 0 21 0,0 0-11 0,0 0-13 15,0 0-24-15,0 0-15 16,-12 27-10-16,92-22 37 16,27-3-9-16,9-2-24 15,27 0 5-15,8 0-5 16,9-9-3-16,-5-4-9 15,20 1-3-15,0 2-5 16,12 1-4-16,1 2 4 0,-25 7-4 16,-12 0 0-16,-24 0 3 15,-19 0-4-15,-16 0-1 16,-13 11 3-16,-27-6 1 16,-8 0 2-16,-20 0-4 15,-12-2 6-15,0 0-6 16,-12-3 5-16,11 0-2 15,-11 0-1-15,0 0 3 16,0 0-2-16,0 0-3 16,0 0 8-16,0 0-10 0,12 0-28 15,12 4-115-15,-4 9-115 16,-16 1-168-16</inkml:trace>
  <inkml:trace contextRef="#ctx0" brushRef="#br0" timeOffset="84250.72">6466 15266 734 0,'0'0'176'0,"0"0"5"0,0 0-63 0,0 0-31 0,0 0-18 15,0 0-11-15,0 0-9 0,-92 15 2 16,92-15-14-16,0 0-17 16,0 0-3-16,20 0-8 15,68 0 2-15,47 0 24 16,40-9-16-16,16-8-14 16,16 2 2-16,-8 5-5 15,0 1 2-15,-23 6-2 16,-25-1-1-16,-20 4-1 15,-39 0 1-15,-32 0-1 16,-17 0 0-16,-27 0-1 16,-8 0 1-16,-8 0-1 15,0 0 1-15,0 0 0 0,0 0-5 16,0 0-6-16,0 0-37 16,0 0-75-16,0 0-91 15,0 0-192-15</inkml:trace>
  <inkml:trace contextRef="#ctx0" brushRef="#br0" timeOffset="95196.39">12649 15249 657 0,'0'0'285'0,"0"0"-143"0,0 0-26 0,0 0-9 16,0 0-4-16,0 0-40 0,0 0-12 15,-24 3-10-15,92-3-9 16,35 0 3-16,29 0-9 15,31 0-12-15,24 0-4 16,0-3-7-16,12-6 5 16,0-1-6-16,-15 7-2 15,-29 3-1-15,-16 0-1 16,-11 0 3-16,-45 0-1 16,-3 0 0-16,-20 0-2 15,-25 0 1-15,-11 0 0 16,-12 0 0-16,-4 0 1 15,4 0 0-15,-12 0-4 16,4 0-13-16,4 7-54 16,-4 2-103-16,20 3-77 0,32-5-292 15</inkml:trace>
  <inkml:trace contextRef="#ctx0" brushRef="#br0" timeOffset="96163.81">17753 15351 531 0,'0'0'278'0,"0"0"-110"0,0 0-22 0,0 0-41 0,0 0-20 0,0 0 14 16,-47 0-35-16,47 0 3 16,0 0-21-16,0 0-9 0,0 0-5 15,0 0 3-15,24 0-8 16,47 0 8-16,21 0 0 16,47 0-11-16,24 0-10 15,13-6-4-15,23-7-8 16,4 4 1-16,-8-2-2 15,-8 5-1-15,-36 6 1 16,-19-3-1-16,-41 3 0 16,-7 0-2-16,-28 0 2 15,-21 0 1-15,-3 0-1 16,-20 0-6-16,-12 0 3 16,4 0-11-16,-4 0-20 15,0 0-57-15,0 0-62 0,-48 0-117 16,1 7-308-16</inkml:trace>
  <inkml:trace contextRef="#ctx0" brushRef="#br0" timeOffset="99513.02">23511 291 881 0,'0'0'281'0,"0"0"-101"0,0 0-41 0,0 0-29 15,0 0-49-15,0 0-31 0,0 0-18 16,151-47-9-16,-67 85 5 0,7 4 6 16,-7 5-11-16,-24 0 14 15,7 4-7-15,-19-2-8 16,-12-9-2-16,-24 2 0 15,0-13-17-15,0-11-63 16,-4-11-88-16,-4-7-43 16,4 0 10-16,-4-31-14 15,-4-9-122-15,0-7 22 16,0 1 236-16,0 0 79 16,-4-2 246-16,-28 7-57 15,20 6-6-15,0 6 18 16,12 14-60-16,-12 4 3 15,4 11-29-15,4 0-5 16,-4 0-58-16,-4 8-44 0,-12 26 2 16,-16 6 8-16,-15 9-2 15,7-1-1-15,-8-2-13 16,4 5-4-16,9-1 2 16,23-10-98-16,16-4-126 15,4-14-97-15,4-10-480 16</inkml:trace>
  <inkml:trace contextRef="#ctx0" brushRef="#br0" timeOffset="99766.1">24626 578 884 0,'0'0'332'0,"0"0"-112"0,0 0-103 0,0 0-77 0,0 0-28 0,0 0-9 0,0 44 19 15,0-15-4-15,0 2-10 16,0 1-7-16,0 10-1 16,0-8-7-16,-4 4-58 15,4-7-127-15,0-8-74 16,0-6-254-16</inkml:trace>
  <inkml:trace contextRef="#ctx0" brushRef="#br0" timeOffset="100146.42">25951 362 910 0,'0'0'309'0,"0"0"-75"15,0 0-79-15,0 0-53 16,0 0-53-16,0 0-36 15,-31-38-13-15,31 61-1 16,59 14 1-16,13 4 3 16,4 3 0-16,-1 7-2 15,-7 0-1-15,-12-9-2 16,-16-1-14-16,-5-15-49 16,-15-12-60-16,-8-7-71 15,-12-7-33-15,0 0-89 16,0-21-230-16</inkml:trace>
  <inkml:trace contextRef="#ctx0" brushRef="#br0" timeOffset="100313.2">26342 398 346 0,'0'0'324'0,"0"0"-21"15,0 0-123-15,0 0-42 16,0 0-20-16,0 0-43 16,-120-56-63-16,108 81-6 15,-12 14 0-15,1 12 4 16,-9-4-8-16,8 7-2 15,0-6 0-15,4-3-95 16,8-14-141-16,12-12-144 16</inkml:trace>
  <inkml:trace contextRef="#ctx0" brushRef="#br0" timeOffset="100563.37">26664 532 330 0,'0'0'294'0,"0"0"-84"15,0 0-122-15,0 0-54 16,0 0 5-16,0 0-6 16,259 84-10-16,-259-57 9 15,0 4 18-15,0 0 0 16,0-7 13-16,-8-1-29 16,4-9-5-16,4-6-4 15,0-8-12-15,0 0-9 16,4 0 1-16,52 0 8 15,11-8-4-15,9-13-9 0,12-4-17 16,-5 3-90-16,13 4-135 16,-1 1-353-1</inkml:trace>
  <inkml:trace contextRef="#ctx0" brushRef="#br0" timeOffset="100897.64">28420 435 149 0,'0'0'894'0,"0"0"-633"0,0 0-90 16,0 0-65-16,0 0-68 15,0 0-29-15,32-22-1 16,28 53-1-16,-1 5 3 16,13 2-8-16,-12-1 0 15,-16 4-2-15,3-6 0 16,-23-3-7-16,-12-6-33 16,-4-4-83-16,-8-10-74 15,0-9-21-15,0-3-157 16,0 0-91-16</inkml:trace>
  <inkml:trace contextRef="#ctx0" brushRef="#br0" timeOffset="101096.6">28790 495 460 0,'0'0'211'0,"0"0"53"16,0 0-95-16,0 0-31 16,0 0-40-16,0 0-43 15,-63-51-29-15,59 51-26 16,-8 9-4-16,-8 19 4 15,-4 11 1-15,-4 2 3 16,-16 4-1-16,20-4-3 16,-7-4-42-16,15-7-74 15,16-9-48-15,0-7-88 16,0-14-97-16</inkml:trace>
  <inkml:trace contextRef="#ctx0" brushRef="#br0" timeOffset="101418.61">28842 596 549 0,'0'0'265'0,"0"0"-128"16,0 0-32-16,0 0-59 16,0 0-12-16,0 0-16 15,315-44-18-15,-291 44 1 16,-13 9-10-16,-11 13 18 16,0 8-9-16,0 0 8 15,-11 7 5-15,-25-6 0 16,0 1-13-16,24-4 1 15,12-3-2-15,0-4-7 0,0-10 5 16,0-2-2-16,24-9-3 16,8 0-21-16,4 0 9 15,-13 0-11-15,5 0 30 16,-16 4 0-16,-4 0 1 16,-8 2 7-16,0 2-6 15,0 6 13-15,-44-2 14 16,-39 2-14-16,-9 6-10 15,-39 6-4-15,-32-1-84 16,-13 12-330-16</inkml:trace>
  <inkml:trace contextRef="#ctx0" brushRef="#br0" timeOffset="104830.04">23606 1028 512 0,'0'0'151'0,"0"0"28"0,0 0-102 0,0 0 5 0,0 0-38 0,0 0 8 16,0-77-16-16,-12 75-7 16,-8-6-11-16,5 8 8 15,-5 0-8-15,-8 0-9 16,-4 0-9-16,-4 29 0 0,0 8-1 15,24-3 1 1,-8 4 1-16,20-6 0 0,0 0 0 16,0-3 0-16,0-7-1 15,8-6 6-15,16-9-4 16,-12-7-1-16,12 0 0 16,8 0 7-16,-8 0 3 15,4-7 3-15,8-22-8 16,-5-3-2-16,-7-3 3 15,8 0-4-15,-16 9 5 16,-4 6-6-16,-4 6 15 16,-8 4-6-16,0 10 6 15,0 0-11-15,0 0-6 16,4 0-6-16,8 7-7 16,0 15 8-16,8 2 5 0,-8-3 0 15,0-3 0-15,12-2 0 16,7 1 1-16,-3-8-1 15,16-3 0-15,-4-3 1 16,4-3-1-16,11 0 0 16,-15 0-1-16,8 0 1 15,-16-8 0-15,4-2-4 16,-16-7 1-16,-4 1 3 16,-5 4 0-16,-3-7 6 15,-4 2-5-15,-4-3 0 0,0 3 1 16,0 1 1-16,-4 3 1 15,-15 13 2 1,7 0-4-16,-4 0 8 0,-16 0-10 16,8 0-4-16,0 22 3 15,0-3 1-15,16 0 0 16,4 6-4-16,4 1 0 16,0 3 3-16,0-1-2 15,4 3 6-15,20 0-6 16,8 6 4-16,-8 4-1 15,20-2 2-15,-17 1-1 16,9 2-1-16,-12-4 2 16,-4 1-2-16,-8-5 3 15,-12-2 0-15,0-10-3 16,0-8 13-16,0-4-6 0,0-10 23 16,-32 0 12-1,-8 0 8-15,-15-11-4 0,-5-19-26 16,4-1-10-16,16 3 1 15,20 5-8-15,16 7-3 16,4 0 0-16,0 1 2 16,0-4 0-16,12 0-2 15,40-8-5-15,4-5 5 16,24 6-1-16,-17-10-3 16,-7 5 0-16,4 2 3 15,-16 3-2-15,-17 1-3 16,-7 3 6-16,-8 2 0 15,-12 8 0-15,0 2 0 16,0 7 0-16,0-2 0 16,0 5-2-16,-24 0-6 0,12 0-4 15,-8 14 3-15,5 14 3 16,3 2 0-16,12-5 3 16,0 2 3-16,0 2-3 15,4-7 3-15,39-2 0 16,5-7 5-16,12-6-13 15,-12-3 8-15,-5-4-23 16,17 0-17-16,-24 0-44 16,12-15-27-16,-16-4-80 15,-8 4-128-15</inkml:trace>
  <inkml:trace contextRef="#ctx0" brushRef="#br0" timeOffset="105613.01">23300 1679 663 0,'0'0'270'0,"0"0"-92"0,0 0-62 0,0 0-17 0,0 0-16 16,0 0-30-16,-112 0-14 0,112 0-22 15,24-4-9-15,56 2 5 16,35-8 26-16,49-3-19 16,23 4-14-16,0 3-3 15,12-1-3-15,-12 3-1 16,-24 2 1-16,-11 2 2 15,-25 0 3-15,-43 0-4 16,-13 0-1-16,-35 0-3 16,-16 0-3-16,-20 0 3 15,0 0 0-15,0 0-5 16,0 0-45-16,0 6-93 16,-48 5-89-16,0-6-298 0</inkml:trace>
  <inkml:trace contextRef="#ctx0" brushRef="#br0" timeOffset="107514.67">23865 1973 353 0,'0'0'191'0,"0"0"-172"0,0 0-17 0,0 0-4 0,0 0-6 0,0 0 7 15,0 31-159-15</inkml:trace>
  <inkml:trace contextRef="#ctx0" brushRef="#br0" timeOffset="107664.3">23889 2300 410 0,'0'0'91'15,"0"0"-7"-15,0 0-60 16,0 0-16-16,0 0 4 15,0 0-12-15,0 36-21 16,0-21-192-16</inkml:trace>
  <inkml:trace contextRef="#ctx0" brushRef="#br0" timeOffset="107830.27">23889 2696 368 0,'0'0'114'0,"0"0"-13"16,0 0-36-16,0 0-5 15,0 0 21-15,0 0-45 16,0 37-35-16,0-31-1 16,0 4-1-16,8 2-124 15,-4 8-233-15</inkml:trace>
  <inkml:trace contextRef="#ctx0" brushRef="#br0" timeOffset="107996.74">23909 3272 435 0,'0'0'109'16,"0"0"-25"-16,0 0-5 16,0 0 17-16,0 0-52 15,0 0-29-15,0 156-14 16,0-143-2-16,0 0-10 16,0 6-104-16,0 3-198 15</inkml:trace>
  <inkml:trace contextRef="#ctx0" brushRef="#br0" timeOffset="108213.52">23853 4078 449 0,'0'0'82'0,"0"0"30"16,0 0-17-16,0 0 28 15,12 165-65-15,-4-131 15 16,4-3-15-16,0-3-6 15,-8-2-34-15,4-6 25 16,-4-16-22-16,-4 1-21 16,8-5-1-16,-8 0 0 0,0 0-97 15,0-5-294 1</inkml:trace>
  <inkml:trace contextRef="#ctx0" brushRef="#br0" timeOffset="108730.29">21711 1775 746 0,'0'0'340'0,"0"0"-111"0,0 0-69 0,0 0-31 0,0 0-56 0,0 0-42 15,0-32-17-15,0 32-14 16,0 9-4-16,0 16 1 16,0 13 2-16,0 7 1 15,0 10-22-15,0 3-97 16,0 7-133-16,12-1-111 16</inkml:trace>
  <inkml:trace contextRef="#ctx0" brushRef="#br0" timeOffset="109330.46">21337 2698 844 0,'0'0'234'0,"0"0"-86"0,0 0-41 0,0 0-45 16,0 0-49-16,0 0-6 0,167-123-2 15,-107 123-5-15,-4 0-1 16,-9 16 0-16,-15 18 1 16,-32 8-2-16,0 10 2 15,-44 3 1-15,-3 3 6 16,-9-18-5-16,28-8 1 16,8-13-2-16,20-7-1 15,0-4 0-15,0-6-4 16,0-2-1-16,8 0 5 15,44 0 8-15,15 0-8 16,13-2-3-16,-8-11-27 16,-12 6-98-16,11 7-190 15,-11 0-602-15</inkml:trace>
  <inkml:trace contextRef="#ctx0" brushRef="#br0" timeOffset="109663.31">21385 3892 963 0,'0'0'257'0,"0"0"-25"0,0 0-88 0,0 0-80 0,0 0-42 15,0 0-22-15,-24 51 5 16,24-18 11-16,12 13-6 16,0 1-9-16,0 4-1 15,-12 4-4-15,0-1-33 16,0-10-105-16,0-6-108 15,12-18-156-15</inkml:trace>
  <inkml:trace contextRef="#ctx0" brushRef="#br0" timeOffset="110212.89">21711 4069 898 0,'0'0'225'0,"0"0"-106"0,0 0-86 15,0 0-33-15,0 0 12 16,0 0-2-16,0 131 2 16,0-96-9-16,0-3-3 15,0-10-1-15,24-9 1 16,-8-4 0-16,4-9 1 16,-4 0 0-16,-4 0 2 15,-4 0 3-15,4 0-5 16,-12-13 2-16,0 0-3 15,0 5-1-15,0-6-1 16,0-1-3-16,0 0 5 0,0-8 3 16,0 4 2-16,0-4 5 15,0 1-8-15,35 3 0 16,9 7 1-16,4 1 0 16,-12 6-1-16,12 5 0 15,-16 0-2-15,7 0-8 16,-3 21 6-16,-4 8 0 15,-8 2-1-15,12 1 2 16,-12-2 1-16,7-5-6 16,-3-7 0-16,4-5-2 15,4-8-1-15,0-5 3 16,-4 0-2-16,-4 0 8 16,-9-9 0-16,-3-12 9 0,-8-9 11 15,-8-1 18-15,0-3 43 16,0-7 16-16,-47-3-40 15,-21 6-17-15,-4 5-24 16,-7 8-16-16,7 19-2 16,4 6-42-16,5 0-112 15,7 7-186-15,44 13-540 16</inkml:trace>
  <inkml:trace contextRef="#ctx0" brushRef="#br0" timeOffset="111234.56">23212 3174 712 0,'0'0'239'0,"0"0"-52"0,0 0-55 0,0 0-39 0,0 0-3 0,0 0-48 16,-16-9-12-16,108 7-5 0,39-9 18 16,44-2-24-16,13 1-14 15,11-1-1 1,-24 4-4-16,-12 1 0 0,-32 7 0 15,-31 1 0-15,-28 0 0 16,-37 0-3-16,-23 0-2 16,-12 0 1-16,0 0-2 15,0 0 6-15,0 0 0 16,0 0 1-16,0 0 4 16,0 0-2-16,0 0 3 15,0 0-3-15,0 0 4 0,0 0-6 16,0 1 10-1,0 16-11-15,0 8 0 0,0 14 2 16,0 2-4-16,0 10 6 16,0 9 0-16,0 0-4 15,12 4 2-15,12-4 0 16,8-6-2-16,-8-6-4 16,0-10 4-16,-8-4 1 15,-8-7 4-15,-4-14-4 16,4-4-1-16,-8-9 2 15,0 0 2-15,0 0 2 16,0 0-3-16,0 0 0 16,0 0-3-16,-12 0 0 0,-44 0-1 15,-28 0-27 1,1 0-49-16,-33 0-89 0,9 0-108 16,-21 2-195-1</inkml:trace>
  <inkml:trace contextRef="#ctx0" brushRef="#br0" timeOffset="111696.5">23057 3187 758 0,'0'0'240'0,"0"0"-88"0,0 0-90 0,0 0-16 0,0 0-24 16,0 0-18-16,0 102 61 16,24-30 30-16,8 6-43 15,-8 4-13-15,3-6-18 16,-3-7 1-16,0-5-8 15,-4-6-10-15,4-12 0 16,8-10-4-16,-4-7 1 16,15-12-1-16,17-7 1 15,32-6 4-15,15-4 8 16,45 0-5-16,11 0-6 16,16-19-4-16,4 0 5 0,-8-3-6 15,-7 0 3 1,-29 6-20-16,-24 1-11 0,-31 8 1 15,-16-3 0-15,-25 7-2 16,-19-1-59-16,-12 4-61 16,-8 0-50-16,-4 0-218 15</inkml:trace>
  <inkml:trace contextRef="#ctx0" brushRef="#br0" timeOffset="112030.26">23638 3677 600 0,'0'0'341'0,"0"0"-132"0,0 0-69 0,0 0-8 0,0 0-16 16,0 0-39-16,-67 0-22 15,67 0-14-15,47 0-15 16,49 0 3-16,39 0-4 0,17 0-16 16,3 0-9-16,20-23-15 15,-12 1-81-15,-11-4-122 16,-13 1-231-16</inkml:trace>
  <inkml:trace contextRef="#ctx0" brushRef="#br0" timeOffset="117380.56">24204 1820 486 0,'0'0'139'0,"0"0"-10"0,0 0-33 0,0 0-47 0,0 0-15 0,0 0 2 16,0 0-11-16,0 0-5 15,0-17-17-15,0 17 2 16,0 0 8-16,0 0-6 15,0 0 4-15,0 0-10 16,0 0 2-16,0 0-3 16,0 16-4-16,0 9 4 15,8 2 3-15,3 6 0 16,1 2-3-16,-8 3 1 0,8-2 0 16,-4 2 4-16,-4 6-3 15,4-3-1-15,-8 7 2 16,0-3-2-16,0-5 6 15,0 1-6-15,0 4 0 16,0 1 7-16,0 0-2 16,0 1-1-16,0-6 3 15,0 4-6-15,0 0 2 16,0-2-4-16,4 3 11 16,8-4-10-16,-4-4 2 15,4 0 0-15,0 2-1 16,0 6-1-16,8-2-1 15,-4 0 6-15,-4-5 6 16,-4-10 9-16,-4-11 7 16,-4-5-3-16,0-10-7 0,0 0-2 15,0-3 4-15,0 0-7 16,0 0 5-16,0 0-5 16,-28 0-13-16,-16 0-32 15,0 0-116-15,4 12-213 16</inkml:trace>
  <inkml:trace contextRef="#ctx0" brushRef="#br0" timeOffset="118047.9">24223 4303 629 0,'0'0'214'0,"0"0"-70"0,0 0-44 0,0 0-6 0,0 0-29 0,0 0-21 15,-19-74-31-15,19 74-12 16,0 0-1-16,0 0-11 16,0 22 0-16,0 16 9 15,0 13 2-15,12 5 2 0,-5 8-2 16,-3 5-1-16,-4-1-39 15,0-2-75-15,0-2-117 16,0-5-160-16</inkml:trace>
  <inkml:trace contextRef="#ctx0" brushRef="#br0" timeOffset="121114.35">23638 3895 12 0,'0'0'1030'0,"0"0"-838"0,0 0-65 0,0 0-31 16,0 0-16-16,0 0-22 0,0 0-11 16,60 20-4-16,79-70-24 15,40-13-14-15,28-11-5 16,16-10-30-16,-12-2-198 16,1 1-295-16</inkml:trace>
  <inkml:trace contextRef="#ctx0" brushRef="#br0" timeOffset="138373.59">20174 3432 379 0,'0'0'146'0,"0"0"-44"0,0 0 74 0,0 0-102 0,0 0 1 16,0 0-8-16,0 0-21 0,0 0 7 16,-187 3-11-1,187-3-12-15,0 4 1 0,12-2 6 16,56 2-8-16,27-3 60 16,41-1-45-16,27 0-12 15,16 0-12-15,16-23 2 16,8 1-12-16,-4-1 3 15,8 1-3-15,16-7-5 16,0 1 4-16,8 1-6 16,4-5-3-16,0 8 4 15,0-3-2-15,-16 6-1 16,-20 1 0-16,-24 6-2 16,0 1 2-16,1 0-1 15,-25 2 1-15,-8 2 5 16,-7 4-6-16,-29-1 3 15,9 3 0-15,-1-1-1 16,-7 0 0-16,7 1 0 0,16-3 2 16,9-5-3-16,23 2-1 15,12-5 7-15,12 0-2 16,-11 0 6-16,11 4-7 16,0-11 9-16,24 0-1 15,8-1 1-15,-4-3-5 16,-8 1-3-16,4 3 0 15,-24-1 5-15,0 2-5 16,-24 1 7-16,-19 7-5 16,-17-1-4-16,-3 4-3 15,-5 0 3-15,12-2 0 0,17 2 0 16,-9 6-1-16,4-2-2 16,-11 4 1-16,15-3-1 15,-4-3 1-15,5 2 2 16,-5-5-3-16,-12-3 0 15,5 2 0-15,-17 2 0 16,-3 4 3-16,-1 2-2 16,-31-1-1-16,-1 4 7 15,-15-5-10-15,-20 5 4 16,-4 0-2-16,-8-5 1 16,-1 5-3-16,-11 0 3 0,24 0 0 15,-4 0 2 1,-4-2-2-16,3-2 0 0,17 0 0 15,-16 4 1-15,-8-2-1 16,0 2 0-16,-12 0 0 16,-5 0 0-16,-7 0-2 15,-8 0 1-15,8 0-1 16,0 6-2-16,0 10 4 16,0 5 0-16,-4 9 0 15,-4 5 1-15,8 6-1 16,-4 6 2-16,4 4 1 15,4-2-3-15,-8-1 1 16,4-2-1-16,0 2 1 16,0-3 0-16,0 3 0 15,-12-5-1-15,8-4 0 0,-8-7 0 16,4-3-1-16,-4-15 1 16,0 3 1-16,0-11-1 15,0-3 0-15,0-3 0 16,0 0-1-16,0 4 0 15,0 3 0-15,-48 4 1 16,-24 1 0-16,-31 2 1 16,-5-4 0-16,-27 3-1 15,-29 0 1-15,-23-1 1 16,-4 3 1-16,-4-2-3 16,4-1-7-16,8-4 7 15,8 1-2-15,-1-6 1 16,9-1-5-16,4-2 6 15,4 0 0-15,15 0 0 16,-7 0 0-16,12 0 7 0,-13 0-5 16,1 0-2-16,-12 0-1 15,-4 0-1-15,-5 0 4 16,-3 4-1-16,12 0 1 16,8-2-1-16,15 3-1 15,13-5 0-15,20 0 0 16,-9 4 2-16,-3 6-2 15,-9 7-2-15,-11 1 2 16,-24 2 1-16,-25 11 3 16,-31 5-2-16,-7-1-4 15,-5-1 1-15,20-1-3 0,11 0 2 16,13 3 0-16,0-2 2 16,-8 1-1-1,16-2 1-15,-8-1-1 0,-8-1 2 16,4-5-2-16,3-4 2 15,5-5 3-15,28-2-1 16,4-6-1-16,11-4-1 16,1 3-1-16,0-1 0 15,-13 0 0-15,-15 3 1 0,-16 7 0 16,-8 2-2 0,-8 6-1-16,24-4 2 0,11-1 1 15,29-3 2-15,27-4-3 16,17-4 1-16,19 0-5 15,13-2 4-15,-1-1-1 16,-8 3 1-16,0 2 0 16,5 4-6-16,-17 1 2 15,12 2 3-15,9 2-1 16,-1-7 2-16,16-4 6 16,8 0-6-16,12-6-7 15,1 5 6-15,-1-7 1 16,0 3 6-16,4 0-2 15,-16-1-8-15,0-3 5 16,0 0-1-16,1 0 1 16,11 0 1-16,0 0 3 15,0 0-6-15,4 0 6 0,4-20-4 16,4-7 1-16,4-9-2 16,4-12 0-16,4-2 8 15,0-7-14-15,0-6 8 16,0 5-2-16,0-1 5 15,16 7 9-15,8 5-11 16,0 5-2-16,-4 7-1 16,4 6 0-16,-12 8 8 15,0 4-11-15,-1 4 3 16,1 3-18-16,0-1-40 0,20-5-87 16,4-10-209-1,4-13-371-15</inkml:trace>
  <inkml:trace contextRef="#ctx0" brushRef="#br0" timeOffset="154196.25">18486 591 721 0,'0'0'300'0,"0"0"-156"0,0 0-97 0,0 0-29 0,0 0 2 0,0 0-7 16,0 0-13-16,342-90 0 16,-306 116-3-16,-16 30 3 15,-20 28 5-15,0 15 0 16,-67 2 4-16,19-12-7 15,24-29-2-15,24-26 0 16,0-24-2-16,0-10-3 16,4 0 2-16,40-41 3 0,11-13 9 15,-3-12-5 1,4 8-3-16,-20 3 3 0,-4 9 0 16,-5 12-7-16,-7 17 6 15,-16 8-3-15,4 9 0 16,-8 0 0-16,4 0-8 15,4 25 2-15,8 5 6 16,4-3-1-16,4-3 4 16,12-3-3-16,-12-12 0 15,0-9 1-15,-1 0 0 16,1-22 3-16,-4-20 14 16,-8-9 32-16,-12 4-3 15,0 2-14-15,0 7 23 16,-20 13 10-16,-20 6-34 15,-3 10-21-15,7 5-10 16,-12 4-1-16,16 0-23 16,-4 32-72-16,9 14-104 0,7 9-172 15</inkml:trace>
  <inkml:trace contextRef="#ctx0" brushRef="#br0" timeOffset="154566.26">18956 1552 662 0,'0'0'289'0,"0"0"-133"0,0 0 2 0,0 0-12 0,0 0-12 0,0 0-17 16,-199 29-45-16,199-46-27 15,71-26-19-15,49-17-26 16,39-11-3-16,4 0 0 15,-7 9 3-15,-9 11-37 16,-28 17-57-16,1 5-103 0,-21 9-161 16,-11 1-582-1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9T06:29:35.6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12729 1234 623 0,'0'0'70'0,"0"0"74"0,0 0-48 0,0 0 18 0,0 0-27 0,0 0-24 15,187-178-10-15,-127 143 13 16,-17 4 0-16,-15 11 1 16,-8 6-14-16,-20 9-7 15,0 5-2-15,0 0-15 16,0 0-7-16,0 0-15 15,0 0 10-15,0 0-15 16,0 14-2-16,-32 17-2 16,-31 14 1-16,-37 7 1 15,-7 7 5-15,3 1-4 0,-15 0 1 16,3-3 0-16,13-6-1 16,7-6-1-16,4-9 0 15,21-9 0-15,35-14 0 16,24-9 1-1,4-4 4-15,8 0 6 0,0 0-4 16,0-26 8-16,0-5-11 16,0-7-4-16,0-2 0 15,0 4-4-15,8-1 4 16,4 3 0-16,0-2 1 16,0 3-1-16,0 11-1 15,-12 5 0-15,0 14 2 16,0 3-2-16,0 0 0 15,0 0 0-15,0 6-9 16,0 19-1-16,0 19 6 0,0 7 5 16,0 7 0-16,12 0-1 15,8-11 1-15,4-6 0 16,11-6-1-16,1-13 0 16,12-2-1-16,8-7 2 15,3-8-22-15,1-5-31 16,12 0-33-16,-4 0-63 15,15-16-105-15,-11-12-384 16</inkml:trace>
  <inkml:trace contextRef="#ctx0" brushRef="#br0" timeOffset="9502.41">2950 4702 406 0,'0'0'694'0,"0"0"-606"0,0 0 2 16,0 0-28-16,0 0-23 0,0 0-13 15,0 0-16-15,96 11-4 16,31-11 12-16,48 0-4 16,-12-15-10-16,13 3-2 15,-13 2-2-15,12 6-63 0,-12 4-66 16,-7 0-163-16,3 0-246 15</inkml:trace>
  <inkml:trace contextRef="#ctx0" brushRef="#br0" timeOffset="10401.42">9002 4471 131 0,'0'0'704'0,"0"0"-588"0,0 0-14 0,0 0-16 16,0 0 2-16,0 0-12 15,-163 2-5-15,163-2-18 16,0 0-5-16,0 3-21 16,0-3-13-16,0 0 8 15,0 2-5-15,59 2-8 16,33 2 2-16,39 1 13 16,29-7-9-16,27 0-8 15,12 0 1-15,12 0-1 16,0 0-4-16,20 0-1 15,-4 0 0-15,-16 0 1 0,-28 0-3 16,-32 0 0-16,-43 0-4 16,-29 7 4-16,-19 0 1 15,-4-6-1-15,-20 4 0 16,-8-5 0-16,-9 0 0 16,-7 0 0-16,-12 0 2 15,0 0 0-15,0 0-2 16,0 0 1-16,0 0-1 15,0 3-3-15,0-3-12 16,0 1-56-16,0-1-112 0,0 0-80 16,36 0-234-16</inkml:trace>
  <inkml:trace contextRef="#ctx0" brushRef="#br0" timeOffset="11554.6">16105 4621 429 0,'0'0'375'0,"0"0"-242"0,0 0-17 0,0 0 30 16,0 0-35-16,0 0-34 0,-56 0-5 15,56 0-29 1,0 0-16-16,0 0-13 0,0 0-5 15,12 0-9-15,56 0 0 16,59 0 9-16,29 0 2 16,27-5-2-16,28-7-8 15,0 2 0-15,0 0-1 16,0 1 0-16,-24-1 0 16,-16-2 3-16,-15-2-3 15,-17 2 1-15,12 0-1 16,-31 2 0-16,-17-2 0 15,-35 1 1-15,-28 5-1 16,-20 1 0-16,-8 1-3 16,-12 4-10-16,0-3-21 0,-12-1-82 15,-48-2-23-15,-20 3-204 16,-3-1-441-16</inkml:trace>
  <inkml:trace contextRef="#ctx0" brushRef="#br0" timeOffset="20500.46">3348 5841 763 0,'0'0'97'0,"0"0"21"0,0 0 18 0,0 0-74 0,0 0 28 15,0 0-35-15,0 0-25 16,-187 14-10-16,187-1-17 15,24 2-2-15,79 2 26 16,37-2 19-16,47-2-1 0,24-12-32 16,12-1-12-16,-4 8 0 15,-16-5 1-15,-16 1 0 16,-12-2-2-16,-35-2-5 16,-25 4 2-16,-23-3-40 15,-29 3-16-15,-19 2-26 16,4 1-70-16,-28 0-143 15,-16-2-500-15</inkml:trace>
  <inkml:trace contextRef="#ctx0" brushRef="#br0" timeOffset="23921.55">16901 6019 609 0,'0'0'55'0,"0"0"26"0,0 0 24 0,0 0-64 0,0 0 26 15,0 0 14-15,0 0-11 16,0 0-21-16,399 0-25 16,-260-7 4-16,12 1-18 0,12 2-9 15,13 4 4 1,11 0 6-16,-12 0-11 0,-12 0-1 15,-23 19 1-15,-1 8-1 16,-24-5 1-16,-27 2-2 16,-20 0-5-16,-13 2-23 15,-39-5-151-15,-16-10-190 16</inkml:trace>
  <inkml:trace contextRef="#ctx0" brushRef="#br0" timeOffset="33585.74">25510 6527 868 0,'0'0'49'0,"0"0"-2"0,0 0-29 0,0 0-17 0,0 0 12 0,0 0-13 15,0 0-6 1,0-25-5-16,15 25-23 0,5 20-49 16,-8 5-157-16,0 6-137 15</inkml:trace>
  <inkml:trace contextRef="#ctx0" brushRef="#br0" timeOffset="33716.86">25884 6905 379 0,'0'0'81'16,"0"0"-20"-16,0 0-17 16,0 0-35-16,0 0-9 15,0 0-6-15,187 44-97 16</inkml:trace>
  <inkml:trace contextRef="#ctx0" brushRef="#br0" timeOffset="33866.93">26724 7216 503 0,'0'0'35'0,"0"0"36"16,0 0-29-16,0 0-30 15,0 0-11-15,0 0 6 16,175 9-7-16,-127-15-21 15,0-12-138-15</inkml:trace>
  <inkml:trace contextRef="#ctx0" brushRef="#br0" timeOffset="34017.61">27532 6849 643 0,'0'0'73'0,"0"0"32"0,0 0-87 15,0 0-18-15,0 0-1 16,12-166-135-16,36 105-121 16</inkml:trace>
  <inkml:trace contextRef="#ctx0" brushRef="#br0" timeOffset="34199.75">28165 5944 635 0,'0'0'58'0,"0"0"37"16,0 0-50-16,0 0-28 0,315-177-3 16,-244 160-13-16,5 3-1 15,-4 12-3-15,-12 2-57 16,-1 0-141-16,1 0-400 16</inkml:trace>
  <inkml:trace contextRef="#ctx0" brushRef="#br0" timeOffset="34354.85">29889 5772 581 0,'0'0'92'0,"0"0"65"16,0 0-95-16,0 0-38 16,0 0-13-16,0 0-11 0,327 69 0 15,-268-65-9-15,5 6-88 16,0-4-225-16</inkml:trace>
  <inkml:trace contextRef="#ctx0" brushRef="#br0" timeOffset="34522.76">31116 6073 568 0,'0'0'64'0,"0"0"44"15,0 0-6-15,0 0-32 16,0 0-18-16,0 0-37 0,262 45-7 15,-230-45-8-15,-8 0-3 16,0 0-87 0,-12-16-243-16</inkml:trace>
  <inkml:trace contextRef="#ctx0" brushRef="#br0" timeOffset="34718.86">31621 5296 644 0,'0'0'67'15,"0"0"74"-15,0 0-100 0,0 0-29 16,0 0-6-16,0 0-6 16,175-171-69-16,-143 151-246 15</inkml:trace>
  <inkml:trace contextRef="#ctx0" brushRef="#br0" timeOffset="34902.19">32334 4864 560 0,'0'0'100'15,"0"0"-29"-15,0 0 36 16,0 0-29-16,0 0-41 15,0 0-13-15,267-79-12 16,-255 72-12-16,0 0-9 0,-12 7-14 16,0-7-302-16</inkml:trace>
  <inkml:trace contextRef="#ctx0" brushRef="#br0" timeOffset="38283.44">25406 6734 271 0,'0'0'245'0,"0"0"-140"0,0 0-36 0,0 0 70 15,0 0-44-15,0 0-26 0,0-7 12 0,0 4 0 16,0-6-23 0,0-4-6-16,0 4-32 0,0-8-13 15,0 1-3-15,8 1-3 16,8-5 15-16,8 0-16 15,8-3 1-15,-4 1 0 16,3-1-2-16,-7 8 2 16,8 4-1-16,-8 3 0 15,-8 8-1-15,8 0-2 16,0 0-2-16,8 6 0 16,3 8 5-16,9 12 0 15,-4-1 2-15,-4 10-1 16,-16 1 1-16,4 6 4 15,-12 9-2-15,-12-4-3 0,0 6 0 16,0 1 9-16,0-10-6 16,0 1-3-1,0-6 3-15,12-8 1 0,-5 1-5 16,-3 2 7-16,8-5-7 16,-4 6 6-16,-4 0-2 15,4-3 7-15,4-1 4 16,-8-5-10-16,8-6-5 15,8-4 0-15,4-6 0 16,0 4 0-16,20 0 1 16,-5-5 5-16,-3-4-5 15,12 3 1-15,4-8-2 16,-4 0 2-16,3 0 3 0,5 0-1 16,16-13 4-16,-12-13-5 15,7 1-3-15,-23 2 0 16,-4-1 0-16,-8-7 5 15,-8 8-1-15,-1-10-4 16,-3 2 3-16,-16 5-3 16,8-3 5-16,-4 4-2 15,-4-2-3-15,-4-4 9 16,8 4-3-16,-8-2-5 16,0 3 7-16,4 5-1 15,4 2-4-15,-4 8-3 16,4 6 0-16,-8 1 0 15,12 4-2-15,4 0 0 0,16 0-5 16,16 0 7 0,-1 0-1-16,1 0 1 0,8 20 0 15,4 0 0-15,-1 7 1 16,9 1-1-16,-8 0 0 16,-1 1 1-16,-3 1 1 15,0-2-2-15,-4-4 2 16,3 0-2-16,5-2 0 15,-12-6 1-15,8-1 0 16,-1-10-1-16,-15 1-2 16,4-6 2-16,-8 0 3 15,-12 0 0-15,0-11-2 0,19-15 9 16,-19-5-8 0,0-1 2-16,0-7-3 0,-12 2 4 15,-8-3-4 1,-4-2 5-16,0 0-2 0,0 2 4 15,-16 4 10-15,-28 2 1 16,5 5 3-16,-17 1-10 16,12 5 5-16,4-4-12 15,-8 3 5-15,5-4-3 16,-1-8-4-16,16 5-3 16,-4-4 6-16,16 6-5 15,-4-4 1-15,16 10-1 16,-4-4-1-16,8 3 1 15,0-5-1-15,0-3 0 0,0 1-1 16,0-2-1-16,36 6 2 16,0-6 0-16,-4 6-2 15,4 4 2-15,0 1 2 16,11 3-2-16,1 2-7 16,8 5 7-16,4-4-1 15,7 7 0-15,5-2 0 16,8-2 1-16,-9 11-1 15,13 2 1-15,-5 0-2 16,1 0 1-16,-16 6 0 16,3 3-1-16,-11 5 0 15,-16-8-2-15,-4 1 0 16,-16-1 3-16,4-3-2 16,-12-3-6-16,-12 0 8 0,0 0 2 15,0 0-2-15,0-9 2 16,0-18 2-16,0-4 5 15,0-7-7-15,0 0-1 16,0-4-7-16,0-2 7 16,0 3 0-16,0 3 0 15,0 6 6-15,0 6-6 16,31 5 0-16,5 5-2 16,0 2 1-16,12 4-3 15,24 8 3-15,-1 2 0 16,21 0 0-16,-1 0 1 15,5 0-2-15,7 0 2 16,-7 12-1-16,-4 7-2 0,-9 7 3 16,-11 6-9-16,-8 7 2 15,-13-2 5-15,-7 2 0 16,-8-1 4-16,8 2-4 16,-4 2 1-16,-5 0 1 15,9-4 0-15,-8-4 0 16,0-8-1-16,0-1 1 15,8 1 1-15,-9-4 2 16,1 3-3-16,0-5 0 16,0-4 0-16,0-1 1 15,-4-3-1-15,3 1 0 16,13-9 0-16,-4 3 0 16,4-7 2-16,-12 0 2 0,23 0 0 15,1-17 0-15,8-17-2 16,-13-2 1-16,5-4 0 15,-24-1-3-15,12 5 1 16,-4-5 0-16,-9 6 0 16,1-5-2-16,0 9 2 15,8 6-1-15,-4-4 0 16,3 7 0-16,5 4 0 16,0 2 0-16,-4 6-1 15,4 0 0-15,-13 7 0 16,13 3-1-16,-4 0 2 15,-8 0-5-15,12 0 3 16,-1 0 2-16,1 10 0 0,0-3 0 16,-4-1 0-16,-8 1-1 15,-1-6 1-15,-3 3 2 16,-4-4-1-16,-8 0-1 16,-8 0 0-16,0-5 4 15,8-15 2-15,-16-2-2 16,-4-10-4-16,0-3 3 15,0-9-5-15,0-3 6 16,-24-8-1-16,-12-7 0 16,12 2-3-16,0 8 0 15,4 2 0-15,16 17 3 16,-4 0 1-16,8 9-4 16,0 4 4-16,0 4-4 0,0 5 3 15,0-6-3-15,44 1-2 16,4-2 2-16,8 1 0 15,-4 6 0-15,3 1-9 16,5 3 9-16,0 1 7 16,-1-2-7-16,-3 2 0 15,-8 6-1-15,0-3-1 16,-16 3 2-16,3 0-2 16,-11 0 3-16,-4 0-2 15,-8 0-1-15,-8 0 2 16,-4 0-4-16,0 0-2 0,0 0-2 15,0 0-12-15,0-3-57 16,0 3-58-16,-16 0-53 16,-39 0-213-16</inkml:trace>
  <inkml:trace contextRef="#ctx0" brushRef="#br0" timeOffset="47084.07">25653 7051 254 0,'0'0'125'0,"0"0"-32"0,0 0-23 0,0 0 6 0,0 0-14 16,0 0 53-16,0 0-32 15,0 0 1-15,-40 10-28 16,32-10 25-16,4 0-18 16,4 0-16-16,-8 0 4 15,8 0-19-15,0 0-3 0,0 0 13 16,0 0 3-16,0 0-14 15,0 0-4-15,0 0-12 16,0 0-2-16,0-3 3 16,0-17-15-16,0-4 0 15,0-3-2-15,12 3 0 16,24-12 1-16,8 5-1 16,-8-6 1-16,-1 7 0 15,13 0 0-15,-4 6 0 16,-8 5 0-16,0 2 0 15,-1-1-2-15,9 4 2 16,8 3-1-16,4-5 1 16,0 2-6-16,-9 2 5 0,1 7 2 15,8-6-1-15,-16 7 0 16,3 4 0-16,-15 0-4 16,4 0-1-16,-8 0 2 15,0 15 2-15,-4 2 1 16,-8 10-4-16,0-3 4 15,0 7-1-15,-8 6 1 16,-4-3 1-16,0 1-1 16,0 3 0-16,0 1 0 15,0-1 4-15,-4-7-4 16,-16 3 0-16,16-3 0 16,-8-1 0-16,0 1 0 15,4-3 0-15,4 3-3 16,-4-2 3-16,4 2 2 0,4 0-1 15,0-2-1-15,0 0-1 16,0-4 1-16,0-5 0 16,0-2 1-16,0 1-2 15,4 4-1-15,16-4 2 16,-4 0 3-16,4-4-3 16,4 1-1-16,3 1-2 15,-7-8 2-15,24 0 1 16,-16 0 0-16,4-2-1 15,-4 0-1-15,4-1 1 16,-8-3 1-16,11 3 0 16,1-6 0-16,8 0 0 15,-8 0 0-15,12 0 1 0,-5 0 3 16,-3 0 2-16,4-9-3 16,-8-11 0-16,8 3-3 15,-16 3 0-15,3 1 2 16,-7-3-1-16,-8 1-1 15,4 2 1-15,-8 1 1 16,0-4-2-16,8-7 6 16,-8 3-6-16,-8-4 0 15,4 2 1-15,-4-5 3 16,-4 6-2-16,0-4 1 0,0-4-2 16,0 0 10-1,0-2-5-15,0 0 0 0,0 3-3 16,-4 4 6-1,4 5-2-15,0 2-5 0,0 5-1 16,0 0 3-16,0-1-3 16,0-2-1-16,0-6 1 15,24 4 0-15,4 0-1 16,3 5 0-16,-7 5-1 16,0 3-10-16,0 0 11 15,8 3-4-15,-4 1 3 16,8 0-1-16,-5 0 2 15,5 0 0-15,-4 0-2 16,4 0 2-16,4 9 0 16,-8 0-3-16,15 5 2 0,-11-1 1 15,-4-2-1-15,4 2 1 16,0-3-2-16,-12 0 4 16,19-6-1-16,-19 4-1 15,4-8 0-15,-4 2 1 16,-4-2-1-16,16 0 0 15,0 0-1-15,0-5 2 16,7-17 4-16,-7-4-5 16,0 4 2-16,-12-5-4 15,-4 7 4-15,-8-3 4 16,-8 1-1-16,4 4-5 16,-8-2 0-16,0-1 8 0,0 0-5 15,0 2-1-15,-20-1-1 16,-8-1 3-16,-16 1-3 15,12-4-1-15,-4 1 0 16,-3-3-5-16,-5 5 12 16,-4-1-7-16,4 0 5 15,-4 2-2-15,1-2-1 16,3-2 5-16,8 7 0 16,0-2-1-16,8 0-1 15,-3-3-1-15,7-4 0 16,0 1-3-16,0-4 1 15,4-2 10-15,4-2-12 16,4 2 1-16,4 0 4 16,4-1-5-16,4-2 0 15,0 4 0-15,0 5 0 0,0-1-1 16,0 4 0 0,0 2 1-16,4 1-2 0,20 4 1 15,-4 2-1-15,8 4 1 16,4-5-1-16,3 4 1 15,9 3 1-15,-4-8 1 16,4 3-1-16,4 7 0 16,-5 1-1-16,-3 4-4 15,-4 0 3-15,-4 0 1 16,4 0 0-16,0 9-3 16,-1 7 2-16,9 2 2 15,-8 6 0-15,12 1 0 0,-4-4 0 16,-9 9 0-16,1-1 0 15,-12 2 0-15,0 11-1 16,0-4 1-16,-4-3 0 16,8-1-7-16,-4-6 7 15,8 2 6-15,-9-4-5 16,1-4-1-16,-4-8 0 16,4 0 0-16,0-8 0 15,-8-2-1-15,8-4-1 16,-4 0 1-16,4 0-3 15,-1 0 4-15,1 0 0 16,0-16 2-16,8-3 3 16,-8 3-5-16,-12-8 7 0,12 0-6 15,8-3-1-15,-8 4 0 16,-9-5-5-16,5 5 6 16,-20-5-1-16,0 5 4 15,0-2-1-15,0-1-3 16,0 1 6-16,0-1-2 15,0-6 4-15,-20 8-6 16,9-10 0-16,7 2 0 16,-4-2-2-16,8 3 0 15,0-1 4-15,0 1-4 16,0 2 1-16,43 0-1 16,-3 2 1-16,16 3 0 15,4-4 1-15,-1 5 1 16,9 5-3-16,-8-3 2 0,0 12-3 15,-5 1 1-15,13 4-2 16,-4 2 2-16,-1 2 0 16,1 0 1-16,4 0-1 15,-1 0-1-15,-3 0-4 16,-8 0 5-16,-8 6-2 16,-12 10-2-16,-1-7 1 15,-11 4 3-15,-4-2-2 16,4-1 1-16,0 7 1 15,-4-5-1-15,-8 9 1 16,-8 0-4-16,-4 9 4 16,0 6 1-16,0 0 0 15,0 4-2-15,0 2 3 0,-4-1-2 16,-20-1 1-16,12 6-1 16,-8-6 2-16,-4 2-2 15,0-5 0-15,0 6 0 16,4-11 0-16,9-1 0 15,7-5-1-15,4-5 2 16,0-1-2-16,0-5 0 16,0 5 0-16,0-3 1 15,0 3 0-15,0-3-3 16,4-4 2-16,15-4 0 0,5 0-1 16,12 1 0-1,-12-7 2-15,20 1 1 0,-4-1-1 16,7-3 0-1,9 0 0-15,0 0 0 0,-4 0 0 16,3 0 1-16,-7-3-1 16,8-7 2-16,-8-4-2 15,-1 9 0-15,1-10 0 16,0-2 1-16,8-2 1 16,0-7-2-16,3 1 1 15,1-11-1-15,-12 4 1 16,-4 9 1-16,-9-5-2 15,-7 11 0-15,-8-9-2 16,24 4 3-16,-16-10-1 16,8-3 0-16,-4 4 7 0,3-9-4 15,-11 6-3-15,0 3 1 16,0 0-1-16,-4 3 0 16,-8 11-1-16,4-6 5 15,8 2-4-15,-4 1 4 16,3-2 2-16,9 6-6 15,-8 0 2-15,0-1 0 16,4 7-2-16,4 2 0 16,-8 4 0-16,0 2-4 15,7 2 2-15,-3 0 2 16,8 0 0-16,8 0 0 16,4 0 0-16,0 0-1 15,11 0-6-15,9 0 7 0,12 0 6 16,3 0-5-16,1 0-1 15,-17-3-2-15,-7 3 2 16,-4-5 0-16,-16 3 0 16,4-5-3-16,-21 5 3 15,-3-2-2-15,-8 0 2 16,-8 2 0-16,-4-7 0 16,8-2 5-16,-8 2-4 15,0-7-1-15,0 1 0 16,0-8 2-16,0-2-1 15,0 1-1-15,0-3 0 16,0-1 1-16,-8-1-1 16,-8 4 1-16,-15 0 0 15,-1-1-1-15,-4-3 1 0,0 3 0 16,0 1 0-16,0-2-1 16,0 1 0-16,1 1 0 15,-1-1 1-15,4 1-1 16,8 3 1-16,0-1-1 15,12 8-1-15,12-1 1 16,0 0 2-16,0-2-2 16,0 3 0-16,0 4 0 15,0-2 0-15,0 3-2 16,36-4 1-16,-4 5 1 16,4-2-3-16,0 4 3 15,-1 0-2-15,9 1 3 0,-4-1-1 16,-4 3 0-16,-4 3-1 15,-8 1 1-15,0 0-10 16,-5 0 7-16,-7 0 3 16,4 0-17-16,-4 0 15 15,0 0-15-15,-12 0-31 16,0 0-47-16,0 1-80 16,0 16-91-16,0-3-221 15</inkml:trace>
  <inkml:trace contextRef="#ctx0" brushRef="#br0" timeOffset="52650.75">29204 6991 459 0,'0'0'178'0,"0"0"1"0,0 0-39 0,0 0-23 0,0 0-17 0,0-184-11 0,0 162-25 15,0 5 5-15,0 7-1 16,0 8-22-16,0 2-17 16,0 0-6-16,0 0-10 15,0 6-13-15,0 31-6 16,0 23 6-16,8 17 15 16,16 19-6-16,-8 6-2 15,-4 3 8-15,-12-7-9 16,0-13 0-16,0-8-5 15,0-17-1-15,0-13 1 16,0-15 1-16,0-13-2 16,0-12 4-16,0-7-4 0,0 0 2 15,0 0 9-15,-16-9 4 16,-20-20-6-16,-7-12 0 16,-5-10-8-16,12 0 0 15,4 0 2-15,16 16-3 16,-4 13-5-16,16 16 5 15,-4 6 7-15,8 0-7 16,0 0 0-16,0 19-11 16,0 12 9-16,24 11 0 15,24 1 0-15,-4-1 3 16,4-13-2-16,-5-8 2 16,-3-13-2-16,-8-8 1 0,24 0-2 15,-8-19 2 1,-1-23 2-16,1-6-2 0,-12-8-2 15,0 2-15-15,-16 3-90 16,-4 16-73-16,-8 15-55 16,-8 17-182-16</inkml:trace>
  <inkml:trace contextRef="#ctx0" brushRef="#br0" timeOffset="53233.48">28595 8585 638 0,'0'0'168'0,"0"0"-8"0,0 0-48 0,-24-191 4 0,24 171-23 0,0 8-30 16,12 12-20-16,12 0-22 16,12 21-12-16,20 25 21 15,4 21 20-15,-5 8-15 16,5-1-19-16,-12-4-2 16,-12-24-3-16,11-18-6 15,-23-14-4-15,-4-14-1 16,-4 0 1-16,8-14 9 15,8-37 17-15,0-20 3 16,4-9-25-16,-9-7 8 16,-3 7-13-16,-12 7-3 0,-12 15 3 15,0 19 0 1,0 20 0-16,0 17-5 0,0 2-13 16,0 0-43-16,0 6-105 15,0 26-36-15,8 12-23 16,16 5-131-16</inkml:trace>
  <inkml:trace contextRef="#ctx0" brushRef="#br0" timeOffset="54035.17">29834 8405 415 0,'0'0'205'16,"0"0"-24"-16,0 0-55 0,0 0 0 15,0 0-2 1,0 0-8-16,11-119-45 0,-58 125-49 15,-21 30-14-15,8 10-13 16,13 2 9-16,23-6-4 16,16-10 0-16,8-11 0 15,0-2-8-15,0-15 8 16,0-4-14-16,32 0 4 16,3-4 10-16,-3-10 0 15,4-6 4-15,-8 7-4 16,-16 4 0-16,8 9 1 15,-4 0-1-15,16 0-4 16,-1 4-1-16,5 18 2 16,-12-1 1-16,-8-4 2 15,-4-8-1-15,0-6 0 0,-12-3 1 16,8 0 2-16,4 0 5 16,0 0 2-16,12-16-5 15,11-13-4-15,21-2 0 16,4 0 1-16,8 2 0 15,-5 13-1-15,-7 10-1 16,0 6 1-16,-8 0 5 16,-13 6-5-16,-11 19 0 15,-12 10 16-15,-12-3-8 16,0 3-6-16,0-10 5 16,0-6-4-16,-20-16-2 15,4-3 4-15,8 0 11 0,-3-30-10 16,11-7-4-16,0-1-2 15,0-6-6-15,19 9 3 16,29 1 3-16,0 5 0 16,8 9 11-16,-8 1-9 15,7 7-2-15,-3 12 0 16,8 0 3-16,3 0-3 16,-11 0 0-16,4 12 1 15,-20 7 2-15,8 10 4 16,-28-3-5-16,-5-1-1 15,1-3-2-15,-4-13 1 16,-4 2 0-16,4-11-2 16,-8 0-5-16,0 0 4 0,0-20-2 15,0-15-19-15,0-11 5 16,-8-9 14-16,-4-9-4 16,0 4 4-16,12 2-9 15,0 14-4-15,0 12 15 16,0 14 3-16,0 8-1 15,0 10 1-15,0 0-3 16,0 0 0-16,0 0-6 16,12 0-6-16,12 22-161 15,-4 4-191-15</inkml:trace>
  <inkml:trace contextRef="#ctx0" brushRef="#br0" timeOffset="54250.48">31761 8090 893 0,'0'0'188'0,"0"0"-106"0,0 0-50 0,0 0-10 16,0 0-22-16,0 0-57 15,0-26-175-15,0 46-168 16</inkml:trace>
  <inkml:trace contextRef="#ctx0" brushRef="#br0" timeOffset="54750.23">31761 8090 620 0,'235'117'218'16,"-259"-124"-59"-16,-8 7-13 16,-8 0-94-16,-8 4-14 15,-8 27-20-15,13 6-15 16,15 0 1-16,8-6-4 16,16-2 0-16,4-15-2 0,0-3 0 15,0-11 0-15,24 0 4 16,12 0 0-16,-1-11 2 15,1-10 1-15,0-4-3 16,0 3-1-16,-4 2-1 16,-8 11 0-16,8 5-1 15,-9 4 0-15,1 0-8 16,12 0 9-16,-8 0 6 16,4 0-6-16,4 4 2 15,-4-4-2-15,-9 0 3 16,1 0-2-16,0 0-1 15,0 0 8-15,0-6-8 16,12-7 2-16,0 1 4 16,0-2 7-16,-1 4 2 0,-3 5-7 15,0-1 2-15,-16-1-8 16,4 3-2-16,-8 2 0 16,-8 2 0-16,4 0-6 15,-8-3-24-15,0 3-24 16,0-4-52-16,0 1-115 15,-32 1-258-15</inkml:trace>
  <inkml:trace contextRef="#ctx0" brushRef="#br0" timeOffset="54916.8">30837 7940 1004 0,'0'0'144'0,"0"0"-25"0,0 0-89 0,0 0-30 0,0 0-20 0,0 0 15 16,179-26-100-16,-75 45-153 15,3 3-281-15</inkml:trace>
  <inkml:trace contextRef="#ctx0" brushRef="#br0" timeOffset="55350.4">32641 7931 665 0,'0'0'260'16,"0"0"-66"-16,0 0-70 0,0 0-83 16,0 0-27-16,0 0-3 15,-60 102 8-15,48-62 6 16,12-6-3-16,0-2-7 15,0-2-4-15,24-11-9 16,31-3 1-16,17-11-3 16,0-5 5-16,15 0-3 15,-11-9 4-15,-8-22-5 16,-1-3 0-16,-27-8 1 0,-8 5-1 16,-20 7 2-1,-12 8-3-15,0 9-3 0,0 10 2 16,-8 3 0-16,-28 0-5 15,-4 16 0-15,9 13 1 16,-5-1 5-16,24 1-4 16,12-7 4-16,0-5-2 15,0-2-5-15,0-10-2 16,48-1 5-16,-1-4-9 16,21 0-1-16,0 0-45 15,-5-4-52-15,-7-6-130 16,-20 6-70-16</inkml:trace>
  <inkml:trace contextRef="#ctx0" brushRef="#br0" timeOffset="55668.39">29539 9648 1186 0,'0'0'150'0,"0"0"-45"0,0 0-74 0,0 0 29 0,0 0 37 15,0 0-45 1,422-69-22-16,-271 15-25 0,16-26-1 15,29-10-8-15,3-4-10 16,12-6-109-16,-36 15-266 16,-20 3-785-16</inkml:trace>
  <inkml:trace contextRef="#ctx0" brushRef="#br0" timeOffset="59968.16">29977 9655 734 0,'0'0'292'0,"0"0"-163"0,0 0 13 0,0 0-86 0,0 0 16 0,0 0-3 16,0 0-1-16,-64 31-28 15,160-58-18-15,55-52 10 16,60-32-7-16,32-30-25 16,28-16-1-16,-1 9-93 15,-15 5-229-15,-56 15-527 16</inkml:trace>
  <inkml:trace contextRef="#ctx0" brushRef="#br0" timeOffset="63400.28">4304 7689 803 0,'0'0'79'0,"0"0"42"0,0 0-20 0,0 0-7 0,0 0 0 15,0 0 16-15,0 0-46 16,-128 9-36-16,152-9-1 15,92 0-10-15,59 0 2 0,60-2-2 16,55-11-4-16,25-1-10 16,15 6 7-16,21 4-5 15,-13 4-1-15,-43 0-4 16,-52 0-1-16,-24 0-8 16,-52 4 9-16,-40 12 5 15,-43-7-2-15,-40 1-6 16,-32-8-4-16,-12 6 2 15,0-6-11-15,0 9-32 16,0 4-50-16,-56 10-93 16,-40 4-149-16</inkml:trace>
  <inkml:trace contextRef="#ctx0" brushRef="#br0" timeOffset="74756.17">11610 14820 155 0,'0'0'411'0,"0"0"-306"0,0 0 40 0,0 0-62 0,0 0-11 16,0 0-31-16,0 0-8 15,0 0-2-15,32 0-9 0,4 0 3 16,-13 0 8-16,21 0 7 16,-8 0-5-16,4-4 1 15,16 4-10-15,11-2 10 16,5 2 2-16,8 0-23 15,-9 0-10-15,1 0 15 16,8 0-19-16,-9 0 20 16,1 0-8-16,8 0-4 15,11 0 12-15,-7 0-1 16,-1 0-13-16,-3 0-6 0,-8 0 2 16,-1 0 4-1,-3 0-12-15,0 0 10 16,3 0-5-16,-11 0 5 15,12 0 1-15,-1 0 0 0,17 0-5 16,8 0 3-16,11 0 0 16,9 0 7-16,3 0-9 15,-4-3 0-15,1-2 7 16,-1 1-5-16,-11 4 4 16,-9-4 1-16,1 4-2 15,-4 0-3-15,-9 0 6 16,1 0-7-16,15 0 0 15,-3 0 0-15,-1 0 1 16,9 0-1-16,0 0-2 16,11 0 1-16,4 0 0 15,9 0 2-15,-13 0-1 16,-19 0-1-16,7 0-2 0,-7 0 4 16,7-4-3-1,-7 4 1-15,0 0-2 0,-5 0 0 16,5 0 0-16,-5 0 1 15,13 0 3-15,-1 0-3 16,5 0 2-16,7 0 4 16,-7 0-7-16,-1 0 0 15,-3-2 7-15,-13 2-6 16,5 0 4-16,-16 0 4 16,-1 0-8-16,-3 0 2 0,11 0-3 15,1 0 5 1,12 0 2-16,-5-3 5 0,-3 3-11 15,-9-5-1-15,9 5 7 16,-16-2-3-16,3 2 1 16,5 0-3-16,-16 0 1 15,-1 0 0-15,-7 0 8 16,-12 0-9-16,11 0-2 16,-11 0 1-16,-4 0 2 15,12-2-3-15,-8-3 0 16,-1-1 12-16,1 2-11 15,12 2-1-15,-12 2-3 16,-5-3 3-16,5 3 0 16,-12-3 0-16,0 0 1 15,0 0-1-15,-16 3 0 0,15 0 2 16,1 0-5-16,-4 0 6 16,-4-4-2-16,-4 4-1 15,-12 0 0-15,8 0 0 16,-20 0 0-16,0 0 1 15,12 0 0-15,-12 0-1 16,0 0 1-16,0 0 4 16,0 0-4-16,0 0 7 15,0-4-2-15,0 4 3 16,0-5-1-16,-24-4-4 16,-12-4-3-16,-12-3-2 15,-8-4 1-15,9 1 0 16,-1 4 0-16,0-4 2 0,4 10-2 15,8-1-1-15,1 3-1 16,15 4 4-16,16 0-4 16,-4-2 5-16,8 5-3 15,0 0 1-15,0 0 2 16,0 0-2-16,0 0-1 16,0 0-5-16,0 0-2 15,12 0 5-15,32 0 2 16,3 5 1-16,25 8 0 15,-12 3 4-15,-5 0-4 16,-7 2-1-16,-4 4-3 16,-8 1 3-16,-24-3-2 0,12 4 2 15,-12 2 0-15,-12 3-2 16,0 2 1-16,0 13-4 16,-56 1 3-16,-28 9-6 15,-11 6-4 1,-21 0-27-16,-3 0-36 0,-5-2-53 15,-7-6-142-15,35-8-191 16,5-20-296-16</inkml:trace>
  <inkml:trace contextRef="#ctx0" brushRef="#br0" timeOffset="79451.78">17730 15650 548 0,'0'0'325'0,"0"0"-192"0,0 0-14 0,0 0-8 15,0 0-4-15,0 0-9 0,0 0-19 16,55-96-31 0,-55 96-10-16,0 0-11 0,4 0-14 15,8 0-9-15,12 17-3 16,0 11 14-16,8-5-5 15,4-2-2-15,-12-5-4 16,-5-14 2-16,-7-2-5 16,24 0 8-16,24-6 1 15,36-41-2-15,19-16-2 16,12-14-6-16,-7-3-27 16,-5 4-130-16,1-6-329 15</inkml:trace>
  <inkml:trace contextRef="#ctx0" brushRef="#br0" timeOffset="86750.01">14704 15741 797 0,'0'0'171'0,"0"0"-51"0,0 0 8 0,0 0 0 0,0 0-19 15,0 0-38-15,0 0-30 16,-295 5-11-16,295-1-7 0,0-4-5 16,0 0-1-1,0 4 0-15,48 3-14 0,71-7 11 16,56 0 28-16,56 0-17 15,40 0-7 1,44 0-10-16,-1-11-1 0,-11 2-3 16,-29 3 0-16,-23 3-4 15,-24 3 0-15,-32 0-1 16,-39 0 1-16,-41 0 0 16,-35 0 0-16,-33 0 2 15,-35 0 7-15,0-4 8 16,-12 0 11-16,0 3 4 15,0-3-4-15,0 4-11 16,0-4-3-16,0-1-1 0,12 0-5 16,-12 5-7-16,0-2 11 15,0 0-5-15,0 2 1 16,0 0-3-16,0-6-3 16,0 6-1-16,0 0-1 15,0 0-6-15,-12 0-32 16,-35 0-62-16,-45 6-99 15,0 5-337-15</inkml:trace>
  <inkml:trace contextRef="#ctx0" brushRef="#br0" timeOffset="88801.52">15532 7950 429 0,'0'0'119'0,"0"0"-50"0,0 0-38 0,0 0-28 0,0 0-1 0,0 0-2 0,0 0 0 16,0 0 0-16,71 0 0 16,-59 0 0-16,12 0-2 15,-12 5-57-15,-4 2-222 16</inkml:trace>
  <inkml:trace contextRef="#ctx0" brushRef="#br0" timeOffset="88986.03">15532 7950 149 0,'139'156'265'16,"-139"-150"-152"-16,0 4-37 15,0-3-42-15,0 10 25 16,0-1-36-16,12 10-4 0,4 6-17 16,4 6-2-16,4 6 0 15,0 4 0-15,0 0-53 16,-13-1-47-16,9 1-154 15</inkml:trace>
  <inkml:trace contextRef="#ctx0" brushRef="#br0" timeOffset="89154.18">15791 8972 336 0,'0'0'170'15,"0"0"-84"-15,0 0-51 0,0 0-12 16,0 0-14-1,0 0-9-15,-12 188-1 0,12-150 1 16,0 0-22-16,0 3-119 16,0 10-212-16</inkml:trace>
  <inkml:trace contextRef="#ctx0" brushRef="#br0" timeOffset="89318.16">15536 9856 334 0,'0'0'239'15,"0"0"-141"-15,0 0-2 16,0 0-29-16,0 0-48 16,0 0 24-16,-36 139-43 15,36-125 10-15,20 7-10 16,-4 0-32-16,-4 5-152 0,0 12-108 16</inkml:trace>
  <inkml:trace contextRef="#ctx0" brushRef="#br0" timeOffset="89503.52">15627 10582 88 0,'0'0'315'15,"0"0"-203"-15,0 0-52 16,0 0 2-16,0 0-40 16,0 0-17-16,92 92-3 15,-76-66-2-15,-4-1 0 16,-4 13-11-16,4 3-69 15,0 7-307-15</inkml:trace>
  <inkml:trace contextRef="#ctx0" brushRef="#br0" timeOffset="89669.35">15802 11400 359 0,'0'0'206'15,"0"0"-116"-15,0 0-19 16,0 0 21-16,0 0-67 15,-55 175-24-15,39-125 5 16,4 11-6-16,-12 2-49 16,4-4-85-16,20-7 74 15,-4 13-16-15,-4-8-362 0</inkml:trace>
  <inkml:trace contextRef="#ctx0" brushRef="#br0" timeOffset="89868.68">15556 12474 485 0,'0'0'78'0,"0"0"1"0,0 0 12 16,-32 168 108-16,28-139-152 16,4-4-4-16,0-3-28 15,0-1-13-15,0 16-1 16,0 7-2-16,0 14-5 16,0 7-12-16,0-2-109 15,0 5 17-15,0 3-47 16,0-6-198-16,0 15 218 15</inkml:trace>
  <inkml:trace contextRef="#ctx0" brushRef="#br0" timeOffset="90200.43">15368 13922 184 0,'0'0'240'16,"0"0"-153"-16,0 0 41 15,0 0-90-15,-19 166-35 16,19-135-2-16,0-2-1 15,0-2 0-15,0 1-1 16,0 6-9-16,0 6 6 16,0 8-16-16,0 3-16 15,0 13 26-15,0-6-124 16,0 1 134-16,0 2 1 16,0-10 7-16,0-4 83 0,19-6 62 15,-7-4-13-15,0-11 3 16,0-3-74-16,0-14 26 15,0-4-10-15,-12-5 13 16,0 0 5-16,0 0-18 16,0 0-37-16,0 0-35 15,0 0-8-15,0 0-10 16,0-1-15-16,0-35-183 16,0-24-216-16</inkml:trace>
  <inkml:trace contextRef="#ctx0" brushRef="#br0" timeOffset="91567.85">15384 14404 368 0,'0'0'201'0,"0"0"-51"16,0 0 58-16,0 0-88 0,0 0 0 0,0 0-12 0,-12-145-9 15,12 125-5-15,0 3-8 16,0 6-30-16,0 8-3 16,0 3-8-16,0 0-25 15,0 0-14-15,8 0-6 16,4 14 2-16,12 26-2 0,0 12 14 15,0 13-2 1,-4 3 5-16,-8 7-11 0,-8 1-5 16,8-5 2-16,-4-6 2 15,-4-5-3-15,-4-9-2 16,0-10 2-16,8-14-2 16,-8-18-1-16,0-6 1 15,0-3 5-15,0 0 0 16,0 0 9-16,0-18 3 15,0-15-5-15,0-15-9 16,0-9-3-16,0-12 1 16,4-11 6-16,8-5-7 15,0 3 1-15,-4 8-2 16,-8 14 2-16,0 9 0 16,0 13-1-16,0 16 1 0,0 9 2 15,0 9 8 1,0 4-5-16,0 0-1 0,0 0-5 15,0 35-1-15,0 20 1 16,-8 15 2-16,-8 12 5 16,-4 10-4-16,16-7-1 15,-8-3 0-15,4-5 0 16,-4-17-2-16,8-3 0 16,-4-12 3-16,8-13-3 15,0-10 0-15,0-15-3 16,0-3 3-16,0-4 0 0,0 0 3 15,0 0 4-15,0-14 0 16,0-23 0-16,0-17-6 16,0-11-1-16,0-4-3 15,0 4-3-15,0 9 4 16,0 15 0-16,0 15 2 16,-4 14 0-16,-4 8 0 15,8 4 0-15,-4 0-1 16,4 0-8-16,0 14-1 15,-8 20-2-15,8 11 10 16,0 6-1-16,-12-1-20 16,12-3-35-16,0-6-40 15,0-11-80-15,0-9-76 16,0-13-48-16,0-8-113 0</inkml:trace>
  <inkml:trace contextRef="#ctx0" brushRef="#br0" timeOffset="92217.11">15711 14220 536 0,'0'0'237'0,"0"0"-20"0,0 0-77 0,0 0-18 0,0 0-61 0,0 0-9 16,-64-158 9-16,20 133-6 0,1-1-15 16,-5 2-5-16,-4 3-8 15,-4 5-15-15,9 1 8 16,-1 7-5-16,-8 8-1 16,12 0-8-16,-4 0-4 15,-11 14-4-15,-9 22 2 16,-4 13 0-16,1 9 2 15,15 9-2-15,16 2 3 16,4 8 0-16,4 5-3 16,21 3 0-16,11 8 3 15,0-4 10-15,0-6 0 16,0-1-3-16,35-2-5 0,13-4-1 16,8-7-2-16,4-5 2 15,11-8-1 1,9-1-2-16,11-11-1 0,-7-4 12 15,8-3-10-15,-9-8 0 16,25-12-4-16,-5-7 5 16,-7-10-3-16,3 0 10 15,-15-14-3-15,12-28 0 16,-1-16 2-16,5-9-6 16,-5-7 2-16,-23-3-2 15,-12-3-1-15,-17-10-1 0,-7-4 18 16,-24-6 1-1,-12-3-1-15,0 1 4 0,-24-3-11 16,-43 6 5-16,-29 7-9 16,-19 10 0-16,-17 6-4 15,-27 13-4-15,-28 12-1 16,-36 27-14-16,-48 24-37 16,-24 24-103-16,-63 44-242 15,-52 22-727-15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9T06:31:18.8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17941 4680 610 0,'0'0'119'0,"0"0"-21"0,0 0-33 0,0 0 22 0,0 0-22 0,0 0 11 0,0 0-10 16,0 0-13-16,-48 0-12 16,48 0-1-16,0 0 4 15,0 0-9-15,0 0-8 16,0 0-12-16,48 3-3 16,35 3 21-16,33-6 1 15,35 0-3-15,12 0-6 16,24 0-8-16,8 0-8 15,-15 0-5-15,-5 0-1 16,-12 0 1-16,-24 0-3 16,-7 0 2-16,-21 0 1 0,-23 0-3 15,-20 0 8-15,-1 0 4 16,-27 0-1-16,-8 0 6 16,-8 0 1-16,-12 0-7 15,-12 0 2-15,0 0-5 16,0 0-1-16,0 0 5 15,0 0-11-15,0 0 3 16,0 0-1-16,0 0-1 16,0 0-6-16,0 0 3 15,0 0-3-15,0 0-15 16,0 0-61-16,-12 0-80 0,-12 0-98 16,24 0-160-16,0 0-347 15</inkml:trace>
  <inkml:trace contextRef="#ctx0" brushRef="#br0" timeOffset="1516.3">27249 4597 803 0,'0'0'163'16,"0"0"-22"-16,0 0-59 0,0 0 3 0,0 0 1 0,0 0-14 15,-43 0-37-15,43 0-9 16,0 0-4-16,0 0-11 16,47 0-1-16,57 0-1 0,27 0 10 15,33 0-9-15,7 0-6 16,8 0 0-16,16 0 0 16,-16 0-4-16,-8 0 4 15,-19 0-8-15,-33 0 8 16,-15 0 1-16,-21-3-4 15,-15-1-1-15,-32 4 0 16,0-3 0-16,-24 3-4 16,-4-3 4-16,-8 3 1 15,0-4 2-15,0 4 0 16,0 0-3-16,0 0-2 0,0 0-8 16,0 0-30-1,0 0-68-15,0 0-72 16,0 0-76-16,0-2-225 0</inkml:trace>
  <inkml:trace contextRef="#ctx0" brushRef="#br0" timeOffset="3151.3">7051 5491 641 0,'0'0'159'0,"0"0"27"0,0 0-52 0,0 0 1 0,0 0-23 15,0 0-33-15,-175 9-30 0,175-9-8 16,0 5-33 0,0 1 1-16,0 3-7 0,36 5 9 15,55-2 19-15,29-2-6 16,31-4-14-1,12 0-9-15,0-6 2 0,-11 0 0 16,-13 0-3-16,-23 0 2 16,-29 0 0-16,-19-9-1 15,-20 0-1-15,-13 0 0 16,-11 2 0-16,-4 3-2 16,-8-2 2-16,0 2-17 15,0 4-58-15,24 0-79 16,12-2-69-16,19 2-102 15,41-10-370-15</inkml:trace>
  <inkml:trace contextRef="#ctx0" brushRef="#br0" timeOffset="3949.52">12776 5454 570 0,'0'0'251'16,"0"0"-95"-16,0 0-29 0,0 0-23 0,0 0-7 0,0 0-5 0,-270 0-19 15,262 0-12-15,4 0-15 16,4 0-19-16,0 0 3 16,0 0-12-16,0 0-9 0,12 0-4 15,71 0 0 1,37 0 7-16,39 0 2 0,20 0-5 15,16 0-9-15,-16 0 4 16,-7-6 1-16,-33-2-1 16,-19 3-3-16,-25-4-1 15,-27 6 2-15,-24-2-2 16,-33 5 0-16,-7 0-6 16,-4 0 6-16,0 0 0 15,0 0 0-15,0 0 4 16,0 0-4-16,0 0-5 0,0 0-8 15,0 0-26 1,0 0-62-16,0 0-66 0,0 8-75 16,-4 1-116-1,4-4-363-15</inkml:trace>
  <inkml:trace contextRef="#ctx0" brushRef="#br0" timeOffset="7681.56">5944 6600 852 0,'0'0'77'0,"0"0"33"0,0 0 5 0,0 0-38 0,0 0-7 0,0 0-5 15,0 0-22-15,-179 32-30 16,251-30-6-16,55 2 25 15,48-4 4-15,12 0-8 16,12 0-18-16,0 0-9 16,1 4-1-16,-5-1 3 15,-8 3 2-15,-12-3-5 16,-44-3-1-16,-35 0 1 16,-28 2 0-16,-25-2 9 15,-27 0-9-15,-16 0-2 16,0 0 2-16,0 0-3 15,0 4-62-15,0 0-68 16,0 8-24-16,0 1-152 0,0-5-164 16</inkml:trace>
  <inkml:trace contextRef="#ctx0" brushRef="#br0" timeOffset="8431.02">12776 6613 962 0,'0'0'138'0,"0"0"-29"0,0 0-32 0,0 0-20 16,0 0 23-16,0 0-14 0,-67 21-31 16,67-17-14-16,67 3-8 15,85-7 23-15,71 0 11 16,36 0-18-16,27-25-19 16,-3-4-7-16,-4 3 2 15,-40 8-5-15,-32 3 0 16,-44 6-4-16,-36 8 2 15,-43 1 2-15,-40 0-51 16,-44 9-144-16,0 20-75 0,-56-6-338 16</inkml:trace>
  <inkml:trace contextRef="#ctx0" brushRef="#br0" timeOffset="14398.85">15898 15889 321 0,'0'0'217'0,"0"0"-141"0,0 0-37 0,0 0-19 0,0 0 4 16,0 0 5-16,0 0-24 15,0 0 18-15,44 8 11 16,-32-8-20-16,-12-8-11 0,0-1 0 16,12-3-6-1,0-8-4-15,0 0-91 0,8-11-16 16,-9 4-32-16,1-2-87 15</inkml:trace>
  <inkml:trace contextRef="#ctx0" brushRef="#br0" timeOffset="14547.59">16141 15459 168 0,'0'0'90'0,"0"0"-88"15,0 0-2-15,0 0-6 0,0 0-60 16,0 0-37 0</inkml:trace>
  <inkml:trace contextRef="#ctx0" brushRef="#br0" timeOffset="14731.62">16372 15111 101 0,'0'0'157'0,"0"0"-76"16,0 0-60-16,0 0-18 16,0 0-3-16,0 0-1 15,83-106-6-15,-71 93-28 16,0-3-12-16,-12-2-48 16</inkml:trace>
  <inkml:trace contextRef="#ctx0" brushRef="#br0" timeOffset="15015.99">16746 14297 24 0,'0'0'69'0,"0"0"-24"16,0 0-44-16,0 0-1 15</inkml:trace>
  <inkml:trace contextRef="#ctx0" brushRef="#br0" timeOffset="15148.02">16885 14029 81 0,'0'0'67'0,"0"0"3"0,0 0-40 15,0 0-29-15,0 0 10 16,0 0-11-16,48-145-44 15</inkml:trace>
  <inkml:trace contextRef="#ctx0" brushRef="#br0" timeOffset="15931.08">17136 13687 173 0,'0'0'65'0,"0"0"-28"16,0 0 26-16,0 0-18 15,0 0 42-15,0 0-52 16,128-86 9-16,-116 73-8 15,0 3-34-15,0 0 6 0,7-4 5 16,-3-3-4 0,4 1 3-16,4-2-12 0,0 5 0 15,0-3-1-15,0 1-18 16,0-5-15-16,-4 2 1 16,4 1-15-16,-1 2 17 15,-11 5-2-15,12-2 33 16,-4-2 0-16,-8 2 20 15,4 3 0-15,4-4 4 16,-16 6-3-16,8-3 5 16,-4 4 5-16,-4-8-9 15,16 2-8-15,-8-2-4 16,12-6-3-16,-1-2-3 16,13 6 13-16,-4-3-14 15,-4 3 1-15,-4 0-4 16,8 3 0-16,-8 4 0 0,0-4-7 15,-1 4-1-15,-3 0-13 16,4 2 4-16,0 4 12 16,-8-4-3-16,4-4 8 15,4 2-1-15,8-8 2 16,4-7 0-16,3 0 8 16,-7 1 11-16,4 1-6 15,0 8-4-15,-24 10 0 16,0-3-3-16,0 3-7 15,-4 0 1-15,-4 2-1 16,8-1 0-16,7-3-1 0,5-5-4 16,0 2 5-1,20-7-2-15,-4 5 2 16,-4-4-13-16,-4 3-5 0,-9 5-5 16,13 3-1-16,-12-7-9 15,8 5 18-15,-8-5 9 16,4 1-7-16,-8-1 0 15,16-1 3-15,7-6 1 16,-7 8-11-16,-8-6 3 16,4-1 0-16,-8 5 17 15,0 2 0-15,8-2 12 16,-9-2 17-16,1 8 12 0,-8-3 19 16,8 3-27-16,-4-1-21 15,4 1-10-15,8-2-2 16,-8 4 0-16,4-7-1 15,7 5-14-15,9-3-47 16,4-4-48-16,0 1-114 16</inkml:trace>
  <inkml:trace contextRef="#ctx0" brushRef="#br0" timeOffset="16115.2">19704 12471 14 0,'0'0'136'0,"0"0"-28"0,0 0-35 0,0 0-45 0,0 0-4 0,0 0 35 16,235-59-21-16,-203 55-3 0,-4-6-10 16,4 1-24-16,4 1-1 15,8-1-3-15,3-1-41 16,1-1-11-16,8-10-76 16,-4 6-24-16</inkml:trace>
  <inkml:trace contextRef="#ctx0" brushRef="#br0" timeOffset="16355.34">20616 12252 100 0,'0'0'160'16,"0"0"-115"-16,0 0 34 15,0 0-14-15,0 0-12 16,0 0-3-16,279-48-10 16,-243 39-17-16,12 1-3 15,-13-1-9-15,1 6 6 0,-4-5-5 16,4 7-12-16,-4-1-1 15,8-2-7-15,-5 0-2 16,1 1-10-16,8 0-22 16,-12 3 0-16,8-3 9 15,3 0-47-15,5-6 47 16,8-4-21-16,8 0 17 16</inkml:trace>
  <inkml:trace contextRef="#ctx0" brushRef="#br0" timeOffset="16616.81">22030 12025 137 0,'0'0'144'0,"0"0"-100"16,0 0-38-16,0 0 0 15,0 0-6-15,0 0 14 16,219-32-2-16,-184 31-5 16,-11 1-13-16,0 0 12 15,12 0-12-15,-4 0 14 16,-4 0-9-16,-4 0 2 15,-4 0 9-15,-4 0 16 16,-5 0 35-16,-3 0-12 16,-4 0-15-16,-4 0-11 15,0 0-2-15,0 0-9 0,0 0-5 16,0 0-7-16,0 0 0 16,0 1-13-16,-27 9-191 15</inkml:trace>
  <inkml:trace contextRef="#ctx0" brushRef="#br0" timeOffset="26281.47">15372 8029 829 0,'0'0'64'0,"0"0"-28"0,0 0 78 0,0 0-17 0,0 0 15 15,0 0-65-15,0 0-5 16,0 0-20-16,219-10-14 16,-79-8 2-16,27-1-5 15,8 2-5-15,12 2 9 0,12 5-20 16,-3 1 11 0,15 1 0-16,-16 6 7 15,-28-2-7-15,-16 4-7 0,-23 0 0 16,-25 0-73-16,-19 0-108 15,-25 0-118-15</inkml:trace>
  <inkml:trace contextRef="#ctx0" brushRef="#br0" timeOffset="28965.88">24343 7955 816 0,'0'0'14'0,"0"0"-5"0,0 0 27 0,0 0 42 0,0 0 2 0,0 0-1 16,398 7-28-16,-239-7-15 15,5 0-19-15,-21 0-5 16,0 3-10-16,-15 0 7 16,-37 3-9-16,13-1-9 15,-21 0-81-15,9-5-108 16,-20 0-222-16</inkml:trace>
  <inkml:trace contextRef="#ctx0" brushRef="#br0" timeOffset="34364.17">12577 9457 786 0,'0'0'8'0,"0"0"16"0,0 0 6 0,0 0-14 0,0 0 39 16,0 0 16-16,0 0-36 16,24 30-4-16,72-30-6 15,19 0-10-15,1 0-14 16,27 0 9-16,4 0-10 15,-3 0 2-15,3 0 1 16,-16 0-2-16,-15 0-1 16,-13 0 0-16,-27 0 0 15,-8 0 0-15,-12 0-2 16,-5 0-38-16,-7 25-51 16,16-3-151-16,-16-3-49 0</inkml:trace>
  <inkml:trace contextRef="#ctx0" brushRef="#br0" timeOffset="35767.85">22575 9394 588 0,'0'0'53'0,"0"0"45"0,0 0 3 0,0 0-24 0,0 0 3 0,0 0-3 0,-76-13-25 16,76 13-18-16,0 0-1 16,0 0-4-16,0 0-24 15,0 0-3-15,0 0-2 16,44 0 0-16,52 0 8 16,27 0 2-16,9 0-1 15,7 0-3-15,-8 0-5 16,5 0 0-16,-17 0 1 15,-11 0-2-15,-17 0 2 16,-7 0-2-16,-28 0 1 16,-21 0-1-16,-15 0 0 0,-8 0-1 15,-8 0 1-15,-4 0 0 16,8 0 0-16,-8 0 1 16,0 0-1-16,0 0-4 15,0 0-46-15,0 4-54 16,0 8-113-16,0-6-129 15</inkml:trace>
  <inkml:trace contextRef="#ctx0" brushRef="#br0" timeOffset="37986.5">9165 10493 809 0,'0'0'19'0,"0"0"45"0,0 0-16 0,0 0-32 0,0 0-14 15,0 0 27-15,60-6 48 16,79 8-12-16,36-2-2 16,25 0-27-16,19-16-29 15,7-11 10-15,5-2-17 16,-8 3 3-16,-12 10-7 0,-35 14-7 16,-37 2-100-16,-55 0-299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9T06:32:04.1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14413 4743 602 0,'0'0'266'0,"0"0"-104"0,0 0-59 0,0 0-34 0,0 0-17 16,0 0-19-16,0 0 9 0,-16 6 3 15,32-2 2-15,40-3-22 16,15 3 13-16,25-4-13 16,7 4-6-16,25-2 13 15,15 3-16-15,28-5-6 16,5 0 7-16,-1 0-13 16,4 0 2-16,-4 0-6 15,-12 0 1-15,9-7 1 16,-21-1 0-16,-20 1-2 15,9 0 0-15,3 1-1 16,4-5 1-16,-3 1 0 16,-5-1 0-16,-8 1-1 15,-7 1 1-15,-17 2 4 0,13-2-4 16,-17 2 7 0,1-1-5-16,-13 3 2 0,-19 3 2 15,8-2-2-15,-9-2 1 16,-11 1 3-16,32 4-8 15,-21-3 4-15,13 4 3 16,-4 0-7-16,-1 0 3 16,-7 0-2-16,-12 0 0 15,-13 0 1-15,-11 0-2 16,-4 0 0-16,-8 0 0 16,-12 0 6-16,0 0-5 15,0 0 0-15,-12 0 1 16,12 0-2-16,-12 0 1 15,0 0-2-15,0 0 4 0,0 0-2 16,0 0-1-16,0 0-1 16,0 0-7-16,0 0 8 15,0 0-24-15,-24 0-96 16,-12 0-77-16,0 5-138 16</inkml:trace>
  <inkml:trace contextRef="#ctx0" brushRef="#br0" timeOffset="1066.99">23582 4939 273 0,'0'0'376'0,"0"0"-159"0,0 0-75 0,0 0-27 16,0 0-22-16,0 0-18 15,-163-18-13-15,163 18 6 16,-12-7-18-16,12 7-21 15,0-3 18-15,0 0-22 16,0 3-12-16,0 0-9 16,0 0-1-16,48 0 6 0,48 0-6 15,51 0 31 1,28-3-19-16,24-6-12 16,12-4-3-16,-12 3 9 15,-12 1-7-15,-23 5-1 0,-25 4-1 16,-24 0 0-16,-39 0 0 15,-20 0-2-15,-12 0 4 16,-32 0-3-16,0 0 1 16,-12 0 0-16,4 0-2 15,-4 0 6-15,0 0 2 16,0 0-6-16,0 0-1 16,0 0 0-16,0 0 1 0,0 0 0 15,0 0 0-15,0 0-1 16,0 0-11-16,0 0-47 15,0 0-89-15,0 0-121 16,-28 0-79-16</inkml:trace>
  <inkml:trace contextRef="#ctx0" brushRef="#br0" timeOffset="3783.47">17264 6932 448 0,'0'0'169'15,"0"0"-34"-15,0 0 10 0,0 0-35 0,0 0-19 0,0 0 3 0,-191-20-21 16,183 20-5-16,8 0-5 15,0 0-14-15,0 0-13 16,0 0-4-16,79 0 5 16,41 0 39-16,43 0-29 15,24 0-26-15,24 0-12 16,24 6-2-16,8-3 0 16,0 1 2-16,-16-2-4 15,-20 2-1-15,-20 1-4 0,-12 1 1 16,-24 1 6-16,-7 0-3 15,-33 2-4-15,-27 2 1 16,-13-4-1-16,-35-3-1 16,-12 2 1-16,-4-6 2 15,-16 5-2-15,4-3-2 16,-8-2-4-16,0 0 6 16,0 0 0-16,0 0-12 15,0 7-58-15,-60 0-176 16,-39-7-182-16</inkml:trace>
  <inkml:trace contextRef="#ctx0" brushRef="#br0" timeOffset="43600.44">12904 8360 632 0,'0'0'136'0,"0"0"6"0,0 0-48 0,0 0-27 0,0 0 10 0,0 0-28 15,0 0-10-15,-72 0-21 16,72 0-1-16,0 0-1 0,0 0-7 16,0 0-5-1,60 0 6-15,55 2 11 0,41 2 4 16,39-1-12-16,16-3 0 15,12 0 2-15,12 0-5 16,-24 0-6-16,-12-7 3 16,-24-1-2-16,-24 7-4 15,-23 1-1-15,-21 0 6 16,-39-3-5-16,-12 0 0 16,-32 3 0-16,-21-4 5 15,5 4-3-15,-4 0 8 16,-4 0-4-16,0 0-1 15,0 0-4-15,0 0-2 16,0 0-5-16,0 0-28 0,0 0-82 16,-15 0-48-16,-9 0-96 15,16 10-206-15</inkml:trace>
  <inkml:trace contextRef="#ctx0" brushRef="#br0" timeOffset="44516.69">17821 8405 53 0,'0'0'659'0,"0"0"-502"0,0 0-25 0,0 0-57 0,0 0 2 15,0 0-1-15,-8 0-9 16,8 0-11-16,0-1 21 0,0 1-25 15,0 0-16 1,20-4-9-16,52 4-6 0,59-6 3 16,44-6-8-1,20-1 4-15,5-3-15 0,11 6 7 16,-4-2-10-16,-16 3 9 16,-8-2-6-16,-20 6-2 15,-32-2 0-15,-11 0 2 16,-29 4-3-16,-19 0 1 15,-28-1-2-15,-20 4 3 16,-24 0-4-16,0 0 0 16,0 0 0-16,0 0 0 15,0 0-6-15,0 0-16 16,0 0-23-16,0 0-84 16,-24 0-36-16,-20 0-85 0,28 10-226 15</inkml:trace>
  <inkml:trace contextRef="#ctx0" brushRef="#br0" timeOffset="45432.97">22042 8353 248 0,'0'0'620'0,"0"0"-519"0,0 0-10 0,0 0 0 0,0 0-32 0,0 0 11 0,-24 0-17 16,24 0-3-16,0 0 4 15,0 0-19-15,0 0-5 16,0 0-1-16,83 7-28 16,53-1 10-16,27 1 8 15,12-6-19-15,0 7 0 16,-7 4 0-16,-5-1 0 16,0 6 0-16,-12 3-6 15,-31 0-11-15,-29-2-18 16,-11 4-43-16,-32 3-49 15,-24 1-82-15,-24-8-170 0</inkml:trace>
  <inkml:trace contextRef="#ctx0" brushRef="#br0" timeOffset="50784.27">25490 8874 854 0,'0'0'158'0,"0"0"-2"0,0 0-61 0,0 0-45 0,0 0 2 16,0 0-10-16,0 0 5 16,151 15 36-16,80-15-60 15,4 0-10-15,-4 0-6 16,-32 0-7-16,-44-4 1 15,-39 4-1-15,-45-2 0 16,-35-1-5-16,-24 3-6 16,-12-5-15-16,0 4-10 15,-16-2 3-15,-40-5 17 0,-3 6 14 16,15-5 2-16,-4 7 0 16,0 0 0-16,0 0 1 15,5 0 0-15,-9 13 1 16,-4 19 2-16,12 5 6 15,9 12 4-15,11 2-11 16,20 6 5-16,4 4-8 16,0 1 2-16,0-5 0 15,0-2-4-15,12-8 1 16,4-12-2-16,3-8-35 16,-3-10-89-16,4-6-56 15,4-11-120-15,8 0-118 16</inkml:trace>
  <inkml:trace contextRef="#ctx0" brushRef="#br0" timeOffset="51385.58">26851 9283 760 0,'0'0'246'0,"0"0"-75"0,0 0-96 0,0 0-45 0,0 0-24 15,0 0 23-15,84 86 28 16,-60-41-27-16,0 2-2 0,-12-3-7 16,-12-2-13-16,0-10-4 15,0-14 3-15,0-7 4 16,0-9-1-16,0-2 0 15,0 0 32-15,0-13 38 16,-24-28-44-16,-8-27-23 16,4-10 4-16,20-8-14 15,8-6-3-15,0 10-1 16,56 8 0-16,12 17-2 16,3 20-1-16,-11 18 2 15,0 16-4-15,-5 3-2 16,-15 5-5-16,-8 31 8 0,-20 5 4 15,-12 4-7 1,0 2 4-16,-24-5 3 0,-36-8-4 16,1-5-8-16,-9-10-1 15,32-4-8-15,4-11 12 16,16-1 0-16,8-3 10 16,8 0 0-16,0 0 0 15,0 0-5-15,0 10-6 16,20-1-4-16,20 10 14 15,16 6 1-15,12 4 1 16,-9 2-1-16,1 9 2 16,8-6-2-16,-9 4 1 15,-11 0 1-15,-12-3-2 0,-12 3 0 16,-4-5-2 0,-4-6-112-16,4-1-154 0,15-14-216 15</inkml:trace>
  <inkml:trace contextRef="#ctx0" brushRef="#br0" timeOffset="51567.42">28090 9681 803 0,'0'0'270'0,"0"0"-105"0,0 0-63 0,0 0-16 0,0 0-57 0,0 0-29 0,-20 0-1 16,20-4-136-16,32-3-182 15,3-2-657-15</inkml:trace>
  <inkml:trace contextRef="#ctx0" brushRef="#br0" timeOffset="52417.44">25207 10271 742 0,'0'0'233'0,"0"0"-89"0,0 0-75 0,0 0-31 0,0 0-36 0,0 0-2 16,0-3-3-16,0 19 2 15,24 22-20-15,-16 13-118 16,-8 9-111-16,0 7-220 15</inkml:trace>
  <inkml:trace contextRef="#ctx0" brushRef="#br0" timeOffset="52566.57">25255 11032 371 0,'0'0'196'0,"0"0"-91"16,0 0 32-16,0 0-84 15,0 0-4-15,0 0-39 16,59 106-10-16,-51-80 0 15,-8 15-58-15,0 6-117 16,0 9-100-16</inkml:trace>
  <inkml:trace contextRef="#ctx0" brushRef="#br0" timeOffset="52734.04">25322 11925 445 0,'0'0'116'16,"0"0"-32"-16,0 0-20 0,0 0 10 15,24 165-54 1,-20-124-13-16,4 1-7 0,4-2-6 16,0-1 0-16,-12-5-135 15,0-5-146-15</inkml:trace>
  <inkml:trace contextRef="#ctx0" brushRef="#br0" timeOffset="52967.09">25406 13179 561 0,'0'0'60'16,"0"0"-2"-16,-24 222 193 15,24-149-206-15,0-3 36 0,0-5-21 16,32 0 66-16,-16-14-98 16,-4-14 20-16,0-6 4 15,-4-7-10-15,-4-11-13 16,-4-6 0-16,0-7-22 15,0 0-2-15,0 0-1 16,0 0-4-16,0 0-14 16,0-20-168-16,0 2-217 15</inkml:trace>
  <inkml:trace contextRef="#ctx0" brushRef="#br0" timeOffset="53733.11">24518 9927 833 0,'0'0'306'0,"0"0"-159"0,0 0-52 0,0 0-61 0,0 0-27 0,0 0 16 0,24 96 6 16,8-48-28-16,-4 9 0 16,-8 16-1-16,4 11-7 15,-1 16-141-15,-23 4-192 16</inkml:trace>
  <inkml:trace contextRef="#ctx0" brushRef="#br0" timeOffset="54302.36">24375 14175 911 0,'0'0'215'0,"0"0"-27"0,0 0-37 0,0 0-24 0,0 0-49 0,0 0-76 15,24-86 4-15,-8 154-6 16,7 17 2-16,-11 7 2 16,-4 10-4-16,-4-3-3 15,4-20-32-15,16-15-107 16,12-33-126-16,12-20-57 15,12-11-274-15</inkml:trace>
  <inkml:trace contextRef="#ctx0" brushRef="#br0" timeOffset="54851.9">25243 14166 804 0,'0'0'231'0,"0"0"-103"16,0 0-81-16,0 0 11 15,0 0-16-15,0 0-14 16,-24 204-14-16,24-158-10 16,32-7-4-16,4-10 0 15,3-7 1-15,5-12-1 16,0-8 2-16,-4-2 4 16,8 0-2-16,-17 0 2 15,-7-12 1-15,0-15 0 16,-24 3 1-16,0-7 0 15,0 2-6-15,0-2-1 0,0-5 2 16,0 5-2-16,-12 5-1 16,0 1 0-16,12 1 0 15,0 10 4-15,0-6 1 16,0 7 1-16,12 9 12 16,20 3-9-16,-4 1-9 15,8 0 0-15,8 1 1 16,-9 26-2-16,13 5 2 15,0 6-1-15,-4 7 0 16,-8-2-1-16,19-4 1 16,-7-4 3-16,0-8-3 15,-12-9 1-15,8-9-1 16,-17-9 1-16,5 0 3 0,-4 0 1 16,-8-29 15-16,-8-10 27 15,-12-7-20-15,0 1 9 16,-36-3-4-16,-47 1-6 15,-33 5-16-15,-23 6-10 16,11 19-1-16,-15 10-2 16,20 7-16-16,15 0-57 15,28 9-147-15,29 11-219 16</inkml:trace>
  <inkml:trace contextRef="#ctx0" brushRef="#br0" timeOffset="55566.9">26995 10353 638 0,'0'0'184'0,"0"0"9"0,0 0-72 0,0 0-14 0,0 0-36 0,0 0 4 0,131 0 5 16,88-6-23-16,96-17-7 15,83-5-30-15,60-6 4 16,51-4 0-16,57-7-1 15,7 3-14-15,-4 6 0 16,-11 6-9-16,-84 5 0 16,-56 9 0-16,-72 6 0 15,-107 10 0-15,-92 0-1 16,-75 0 0-16,-56 0-3 0,-16 0-1 16,-4 6 5-16,-92 8-1 15,-43 10 1-15,-36 4-14 16,-20 3-35-16,8 8-61 15,-17 6-90-15,-15 3-81 16,-3-1-272-16</inkml:trace>
  <inkml:trace contextRef="#ctx0" brushRef="#br0" timeOffset="55983.76">27158 11226 731 0,'0'0'107'15,"0"0"-6"-15,0 0-38 16,0 0-12-16,0 0 24 16,0 0-39-16,-267 22-30 15,267-13-5-15,68-1 16 16,95-7 48-16,60-1 16 15,84 0-33-15,55-18-29 16,64-16-18-16,24-8 26 16,40-6 32-16,31 2-19 0,-7-10-2 15,-20 5-29 1,-5 5-6-16,-55 4-1 16,-59 11-2-16,-85 12 0 0,-103 13 0 15,-71 6 0-15,-68 0-2 16,-36 0-6-16,-12 0 7 15,-12 18-1-15,-80 8-2 16,-39 8-6-16,-45 5-30 16,-23 7-76-16,-20 9-72 15,-16 3-129-15,16 2-172 16</inkml:trace>
  <inkml:trace contextRef="#ctx0" brushRef="#br0" timeOffset="56349.79">28396 12025 684 0,'0'0'166'16,"0"0"-26"-16,0 0-27 16,0 0-26-16,0 0-23 15,0 0-26-15,-302 119-17 16,314-97-11-16,91-6 63 15,60-7 30-15,72-9-48 16,48 0-29-16,51-4-17 16,57-19 6-16,35-10 12 0,12 1-11 15,23-3-9-15,-27 1-4 16,-35 5 0-16,-37 7-3 16,-71 9 0-16,-80 13 0 15,-72 0 0-15,-55 0-1 16,-49 0-3-16,-35 0 3 15,0 13-13-15,-79 9-25 16,-53 7-27-16,-31 5-38 16,-24 7-53-16,-24-2-92 15,-20 3-330-15</inkml:trace>
  <inkml:trace contextRef="#ctx0" brushRef="#br0" timeOffset="56720.34">28257 12954 852 0,'0'0'178'0,"0"0"-119"16,0 0 8-16,0 0-38 15,0 0 7-15,0 0-16 16,60 47 36-16,87-42 31 15,44-5-30-15,44 0-9 16,44 0-13-16,35-17-17 16,48-9-5-16,13-6 6 15,7 4 9-15,-28-8-10 16,-19 5-7-16,-29-4-5 16,-35 7 1-16,-40 5-6 0,-68 3 0 15,-59 12-1-15,-56 2-5 16,-32 3 5-16,-16-1 4 15,0 1-4-15,0 3-7 16,-48 0-36-16,-36 0-76 16,-19 0-78-16,-13 0-56 15,-15 0-367-15</inkml:trace>
  <inkml:trace contextRef="#ctx0" brushRef="#br0" timeOffset="57166.74">27652 14130 964 0,'0'0'73'0,"0"0"-46"0,0 0 6 0,0 0-10 0,0 0 20 0,0 0-10 16,159 36 29-16,28-36-22 0,48 0 1 16,60-22 9-16,39-16-13 15,32-6 1-15,21 3-18 16,-5-2-1-16,-8 6 10 15,-36 6-12-15,-43-4-16 16,-52 8-1-16,-56 9 0 16,-48-2-2-16,-47 13 2 15,-52 5 0-15,-28 0-1 16,-12-4-4-16,0 5 4 16,0 1-20-16,-60 0-40 15,-35 9-42-15,-33 20-39 16,9 0-75-16,-21 0-166 0</inkml:trace>
  <inkml:trace contextRef="#ctx0" brushRef="#br0" timeOffset="57566.83">27206 14794 1059 0,'0'0'53'0,"0"0"-25"15,0 0-6-15,0 0 41 16,0 0 5-16,0 0-8 16,326 11 4-16,-103-11-19 15,48-11-5 1,51-14-4-16,29 3-12 0,15-2-7 15,16 4-2-15,16 0 5 16,9 2 8-16,-21 2-13 16,-32 3-13-16,-43 4-3 15,-52 2 2-15,-56 1 0 16,-64 0 1-16,-59-1-2 16,-49 4 0-16,-27 0 0 15,-4 3 1-15,0 0-1 0,-16 0 0 16,-71 0-1-1,-33 0-61-15,-11 23-117 0,-16-9-103 16,15-14-395-16</inkml:trace>
  <inkml:trace contextRef="#ctx0" brushRef="#br0" timeOffset="61316.33">32019 9600 538 0,'0'0'79'0,"0"0"44"0,0 0-60 0,0 0 8 0,0 0 25 0,0 0-23 15,0 0-29-15,0 0-15 16,36-95-6-16,-36 82-8 15,-24-2 1-15,-15-5-2 16,-17 6-12-16,-4-3-1 16,-8 5 1-16,-3 1-2 15,-9 5 6-15,-15 3-5 16,-21 3-1-16,9 0 10 0,-17 0-4 16,5 0 20-16,-1 0-12 15,-19 0-7-15,0 0 8 16,-1 0-11-16,1 0-1 15,7 12-1-15,-7 2-2 16,-12 2 3-16,-12 0 0 16,-1 6-3-16,9 0 3 15,-16 11 0-15,4 4-3 16,-17 1 0-16,-15 3 7 16,0 4-5-16,-12-2-2 15,24 3 16-15,4-6-14 16,16-3 16-16,3 5 2 15,13 4-9-15,8-4 0 0,15 2 11 16,5 3-12 0,16-1-6-16,-1 13-3 0,-7 4 4 15,19 5-3-15,-8 1-1 16,13 7 4-16,7 10 2 16,1 4-2-16,3 10 2 15,8 11-1-15,5 0-3 16,7-6 3-16,4-2-2 15,16-13 3-15,-3 3-4 16,7-1-1-16,4 2 1 16,4 16 0-16,8-4-3 15,8 4 10-15,12-10-8 0,0-5-1 16,0 1 3-16,20-8-1 16,28-2 3-16,12-2-6 15,11-8 2-15,9 0 0 16,11-8-2-16,5-3 2 15,12-5-4-15,19-6 8 16,12 1-3-16,13-5-2 16,3-7 0-16,8 0 0 15,8-5-1-15,-3-3 0 16,3-3 1-16,-4 3 3 16,4-6-3-16,4-11 1 15,1 2-2-15,3-8 2 16,-4-6-3-16,0 5 3 15,-16-6-2-15,-7 1 2 16,-21 5-4-16,20-9 3 0,-7-2-1 16,15 0 10-16,4 0-10 15,0 0 1-15,5 0 5 16,-5-17-6-16,0-1-1 16,-12-5 1-16,5 2 3 15,3-4 1-15,16-12 5 16,0 1 3-16,13-5 0 15,-9-5-2-15,-8-5-2 16,-8 4 0-16,-12-4-2 16,1 1-2-16,-9-6-2 15,-4 4 5-15,-11-2 0 16,-9-3-4-16,-15-1 4 0,3 2-7 16,-15-8 16-16,3 1-3 15,-15-8-8-15,16-2 5 16,-17 1-4-16,5-5-4 15,-12-3-2-15,-5 2 2 16,-7-7-2-16,-12-2 1 16,-4-2 0-16,-21-2-2 15,-3 4 4-15,-16 1-3 16,-4-2 0-16,0 2-3 16,0-3 3-16,0-2 5 15,-16-9 3-15,-15 6-7 16,-17-8 3-16,-12 5 2 15,-20 3 2-15,9 2-7 16,-21 2 4-16,-11 5 22 16,-17 3-8-16,-31 5-19 0,-36 5 4 15,-24 5 6-15,-44 4-8 16,-24-2-2-16,-3 10 0 16,-1 4 2-16,-8 18-2 15,1 15 0-15,-13 18-6 16,-36 0-5-16,-27 34-46 15,-20 38-76-15,-68 21-161 16,-24 15-202-16</inkml:trace>
  <inkml:trace contextRef="#ctx0" brushRef="#br0" timeOffset="62534.08">25816 11572 604 0,'0'0'104'0,"0"0"9"0,0 0-63 0,0 0 63 0,0 0-12 0,0 0-20 16,92-73-12-16,-80 70-32 16,0-3 2-16,-12 6-19 15,0 0 17-15,0 0-16 0,0 0-12 16,0 0-3-16,0 0-2 16,0 0-4-16,0 0 0 15,-68 9 0-15,-28 20 2 16,-35 13-1-16,-20 3 0 15,-33 14-2-15,-15 4 0 16,-12 8-2-16,-12-2 2 16,24 2 1-16,12-2 0 15,12-10 0-15,24-8 0 16,35-5 0-16,25-18 0 16,31-11 2-16,24-9-2 15,20-5 0-15,-4-3 11 16,8 0 1-16,0 0-5 15,0-25 5-15,1-6-11 16,3-1-1-16,8-13 0 0,0 1 1 16,0-7-1-1,0-2 1-15,19 7-1 0,5 8 0 16,-12 13 0-16,0 12 0 16,-4 5 4-16,-8 8-4 15,0 0 10-15,0 0-10 16,0 21-1-16,-44 30-5 15,-15 16 6-15,-1 9 2 16,4 4-1-16,36-11 0 16,16-5 5-16,4-13-5 15,0-13 0-15,24-13 3 16,44-6-3-16,16-12-1 0,31-7 0 16,16 0-1-16,21-14-84 15,-9-23-119-15,-4-14-347 16</inkml:trace>
  <inkml:trace contextRef="#ctx0" brushRef="#br0" timeOffset="66016.61">33596 11277 403 0,'0'0'26'0,"0"0"40"0,0 0 19 0,0 0-3 0,0 0 18 15,0 0-29-15,0 0-33 16,0 4-11-16,0-4-7 15,-36 6 20-15,-8 1-3 16,-7-5-1-16,-17 0-7 16,8 3-9-16,-11-5-4 15,-9 0-9-15,8 0-3 16,-7 0 11-16,-5-9-12 16,-7-4-3-16,-13-2 0 15,-11 10 2-15,-17-2-2 16,5 5 0-16,-13 2-2 15,-11 0 2-15,8 0 9 0,-21 0-8 16,-11 0 2-16,0 9-3 16,0 13 6-16,-12 7 3 15,-8 2-7-15,-4 5 1 16,-4-1 11-16,3-4-6 16,13 1-6-16,16-3 10 15,28-2-10-15,3 3 7 16,21-1-9-16,4 2 3 15,-9 5 5-15,-19 2-8 16,-9 6 0-16,-15 0 9 16,-8 4-8-16,4-1 1 0,8-2 5 15,11-4-3-15,1 1-1 16,8 2 0-16,-9 3 8 16,13 1-10-16,8 0 12 15,7 3-10-15,25 0 3 16,-5-1-5-16,13 6-1 15,-1 3 0-15,16-8 1 16,9-1 0-16,23 3-1 16,4 5 0-16,-16 3 0 15,12 5 0-15,-3 0 7 16,7 5 2-16,-4 2 6 16,20 0-5-16,-8 6 4 15,16 7 5-15,4 8-11 16,1 15 2-16,-1 5 7 0,4 4-6 15,8-1 4 1,0-6 7-16,0 1-2 0,0-1-6 16,20 3-1-16,19 1-1 15,17-4-6-15,24-6 7 16,-9-7 5-16,33-3-9 16,3-3-3-16,13-3 6 15,7-2-6-15,9 1 2 16,-5-6-2-16,20-7 9 15,13-10-5-15,-9-8-6 16,8-9 4-16,-4-7-2 16,5-3-2-16,-1-12-2 0,4-8 4 15,8-11-4 1,8-7 1-16,-3 0-3 0,19 0 5 16,24-4 2-16,8-17-7 15,23-12 3-15,-19 4-3 16,-12-2-5-16,-24-3 4 15,12-8 0-15,12-13 1 16,20-10 0-16,36-18 2 16,4-6 0-16,7-4-2 15,-23 2 20-15,-28 4-8 16,-40 9 2-16,-24-2-12 16,-35 4 1-16,-25-1 5 15,4-5-6-15,-15-6 4 16,0-11-3-16,11-10 3 15,-19-10-5-15,11-14 3 0,-19-14-3 16,-29-11-1-16,-31-4 1 16,-20 6 7-16,-8 7-7 15,-8 6-1-15,-51 6 4 16,-21-3-4-16,-8 7 0 16,-15 2-6-16,-5 8 12 15,-19 1-6-15,-9 11 0 16,-15 8-1-16,-4 7 0 15,-20 14 1-15,0 12-5 16,-13 10 2-16,1 10 3 16,-8 19 4-16,-4 11-4 15,-12 19-1-15,-28 1-14 0,-40 18-32 16,-23 44-43-16,-13 12-86 16,-11 18-64-16,19 1-199 15</inkml:trace>
  <inkml:trace contextRef="#ctx0" brushRef="#br0" timeOffset="66900.17">27194 15483 775 0,'0'0'86'0,"0"0"86"0,0 0-28 0,0 0-40 0,0 0-34 0,0 0-29 16,-211-27-36-16,143 68-4 15,-16 19 3-15,-7 5 13 0,-5 8 4 16,1 11-3-16,-9 9-13 16,-3 6 2-16,-5 7-7 15,5-8 0-15,15-15-1 16,16-23 0-16,21-21 1 16,31-16 5-16,16-17-5 15,8-6-1-15,0 0 1 16,-4-17 9-16,-4-26-6 15,8-16-2-15,0-4-1 16,0 0 0-16,0 10-1 16,0 7 1-16,0 15 0 15,0 11 1-15,0 8-1 0,0 12 4 16,0-2 0-16,0 2-4 16,0 0-5-16,0 34-1 15,0 17 6-15,-28 9 0 16,8-7 1-16,16-3-1 15,4 0 1-15,0-12 0 16,0-3 2-16,0-10-3 16,36-5 0-16,12-15 3 15,23-5-2-15,13 0 0 16,20-21-1-16,-9-21-13 16,17-2-141-16,-29-11-175 15,-11 4-595-15</inkml:trace>
  <inkml:trace contextRef="#ctx0" brushRef="#br0" timeOffset="69149.89">21982 13100 430 0,'0'0'538'0,"0"0"-417"0,0 0-15 0,0 0-68 0,0 0-11 0,0 0 40 16,0 0-4-16,-32 0 19 16,64-12-23-16,59-19-12 15,41-20-27-15,31-8-17 16,24-10-3-16,8-2-70 16,-8-1-203-16,-19 2-400 15</inkml:trace>
  <inkml:trace contextRef="#ctx0" brushRef="#br0" timeOffset="69649.82">24307 17484 1126 0,'0'0'105'16,"0"0"31"-16,0 0-33 0,0 0-11 0,0 0-18 0,0 0-25 0,279-146-47 0,-88 55-2 16,40-10-27-16,16-10-204 15,-16-3-352-15</inkml:trace>
  <inkml:trace contextRef="#ctx0" brushRef="#br0" timeOffset="74166.84">25000 11766 606 0,'0'0'102'0,"0"0"-94"0,0 0-16 0,0 0-14 0,0 0 0 16,0 0-26-16,0 171-85 0</inkml:trace>
  <inkml:trace contextRef="#ctx0" brushRef="#br0" timeOffset="74483.62">25920 15877 716 0,'0'0'141'0,"0"0"-65"16,0 0-49-16,0 0 26 15,0 0-19-15,0 0 6 16,0 36-30-16,-12-40-10 16,0-28-64-16,-8-12-143 15,-4-19-156-15</inkml:trace>
  <inkml:trace contextRef="#ctx0" brushRef="#br0" timeOffset="75501.13">21866 15266 859 0,'0'0'283'0,"0"0"-159"0,0 0 17 0,0 0-68 0,0 0-9 0,0 0 0 0,-4 40-29 16,32-5 9-16,20 9-9 0,-4-12-22 15,-20-10-4-15,0-9-4 16,-4-13-4-16,-5 0 14 16,29-35 0-16,40-65 9 15,55-45-16-15,28-45-8 16,21-27-46-16,-13-18-132 16,-28-18-379-16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19T06:33:28.7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11514 2750 838 0,'0'0'221'0,"0"0"-52"0,-394 51-36 0,318-34 1 0,21-6-21 16,43-2-42-16,0-6-34 0,12 3-13 15,12 5-17-15,115-2-4 16,84 4 17-16,84-1 9 15,55-2-16-15,13-1-12 16,-17 1 1-16,-20 3 0 16,-43-4-2-16,-28 0-3 15,-52-3-13-15,-56 0-7 16,-51-1-21-16,-24-5 4 16,-41 0-24-16,-15 3-20 15,-16 3-49-15,-35 2-43 16,-85 6-187-16</inkml:trace>
  <inkml:trace contextRef="#ctx0" brushRef="#br0" timeOffset="5966.62">7473 4897 655 0,'0'0'275'0,"0"0"-129"0,0 0-11 0,0 0-43 0,0 0-36 0,0 0-2 16,0 0-10-16,-96 5-5 15,96-5-8-15,0 0-1 16,0 0 4-16,24 6-2 16,56-3-2-16,16 3 10 15,31-6-5-15,16 0-18 16,29 0-1-16,27 0 5 16,24 0-8-16,0-15 1 15,7 5-10-15,-7 1 4 16,-12 2-2-16,-11 7-2 15,-1-3-1-15,0 3 2 0,-12 0-4 16,12 0 4 0,-12 0 1-16,-12 0-6 0,-12 0 3 15,-23 0-1-15,-9 3 2 16,-31 4-1-16,-25-2 1 16,-19-1 4-16,-12 0-4 15,-16-4 2-15,-8 1 0 16,-8-1 0-16,-12 0-1 15,0 0 1-15,0 0-1 16,0 0-4-16,0 0 4 16,0 0-5-16,0 0-2 15,0 5-15-15,0 4-37 16,-48 7-117-16,-32 4-93 16,32-11-237-16</inkml:trace>
  <inkml:trace contextRef="#ctx0" brushRef="#br0" timeOffset="7899.94">10579 17624 750 0,'0'0'165'0,"0"0"-45"0,0 0 10 0,0 0-40 0,0 0-28 0,0 0-6 15,-92 0-21-15,92 0 2 0,0 0-18 16,32 0 7-16,52 0 23 15,59 0-1-15,28 0-22 16,28-10 3-16,12-8-9 16,36 1-12-16,0 4-8 15,8 3-1-15,15 6 1 16,5-3 5-16,0 3 0 16,4 2-5-16,-13-5 1 15,1-1-4-15,-20 3 10 16,-12-2-4-16,-24 5-2 15,-12-1 0-15,-16 3 0 16,-4 0-1-16,5 0 3 16,-9 0-3-16,24 0 0 0,12 0-2 15,12-12 2-15,20 1 0 16,-16 5 0-16,-8 0-2 16,4-2 1-16,11 7-2 15,13-6 3-15,-16 1 3 16,-8-1-3-16,-16 4 0 15,-32-1 0-15,-23 1 1 16,-33 3-1-16,-11-3 0 16,-29 3 0-16,5 0 0 15,-16-3 1-15,3 3-1 16,13 0 3-16,27-5-2 16,29 4-1-16,27-2 1 15,16-2-1-15,-16 5 0 16,-3 0-3-16,-25 0 3 0,-24 0 5 15,-31 0-5-15,-16 0-3 16,-32 0 3-16,-13 0 2 16,-7-1-1-16,4 1 1 15,-8-4-2-15,-12 1 2 16,12-1-2-16,0-1 0 16,8-2-3-16,-8 0 6 15,-12 4-4-15,0-4 5 16,0 2-4-16,0-4 3 15,-44-4-3-15,-24-1 0 16,5-3-1-16,-5-7 1 16,0 4 0-16,-3-3 0 15,11 3 5-15,-8 1-4 0,21 3 4 16,-1 4 2-16,28 6 1 16,8 2 6-16,8 4-1 15,4 0 0-15,0 0-8 16,0 0-5-16,0 0 0 15,24 0 0-15,36 0 1 16,19 10 4-16,5 2-4 16,-1 4-1-16,-3 1 1 15,-8 1 0-15,-5 2-1 16,-19 2 4-16,-16 0-4 16,-16 0-6-16,-16 7 6 15,0 2-2-15,-12 7-5 0,-56 7 1 16,-31 6-34-16,-29 9-74 15,-35 3-148-15,-8 10-225 16</inkml:trace>
  <inkml:trace contextRef="#ctx0" brushRef="#br0" timeOffset="12617.17">10989 9668 250 0,'0'0'272'0,"0"0"-187"0,0 0-63 0,0 0-14 0,0 0-8 0,0 0 1 15,0 0-1-15,24 56 0 16,-16-27-13-16,-8 2-25 16,0 4-22-16,4 1-80 0,8-5-172 15</inkml:trace>
  <inkml:trace contextRef="#ctx0" brushRef="#br0" timeOffset="13837.47">17100 15274 217 0,'0'0'116'0,"0"0"-116"0,0 0 19 0,347 80 99 0,-264-71-115 15,-11 2 31-15,0-9-34 16,-4 0-4-16,3-2 4 16,9 0 0-16,-1 0 55 15,-3 0-51-15,4 0 2 0,11 0-5 16,-7 0-1-16,0 0 66 16,-5 5-63-16,5 0-3 15,-5 3 1-15,1-7 33 16,-16 3-34-16,-9-4 0 15,-7 0 6-15,0 4-6 16,-4-4 24-16,-8 0 45 16,11 0-10-16,-15 0-37 15,4 0-4-15,-12 0-9 16,12 0-7-16,8 9 0 16,-9-6 11-16,1 3-4 15,0 0-3-15,-12-1 18 16,12 0 9-16,-4-1-7 15,-16-1 5-15,4 3-1 0,-16-6-7 16,4 0-17-16,-8 0 18 16,0 0-14-16,0 0-7 15,0 0-3-15,0 0-1 16,-72 0-146-16,-40 0-313 16</inkml:trace>
  <inkml:trace contextRef="#ctx0" brushRef="#br0" timeOffset="15067.01">10722 9975 553 0,'0'0'276'0,"0"0"-95"0,0 0-61 0,0 0-48 0,0 0-13 16,0 0-22-16,0-29-8 0,0 29-20 16,0 0-5-16,0 0 3 15,0 0-5-15,0 0 1 16,0 0 0-16,0 0-3 16,0 0 0-16,0 0-4 15,0 0-1-15,0 0 0 16,20 0-8-16,-8 20 11 15,0 2-21-15,12 3-5 16,12 10-53-16,-1 3-34 16,1 7-48-16,0 3-22 15,-16 6 53-15,4 3-70 16</inkml:trace>
  <inkml:trace contextRef="#ctx0" brushRef="#br0" timeOffset="16132.47">20019 15503 427 0,'0'0'314'0,"0"0"-57"0,0 0-85 0,0 0-39 0,0 0 0 16,0 0-35-16,0-6-14 16,0 3-22-16,0 3-10 15,0-4-12-15,0 4-10 16,0 0-13-16,0 0-14 16,0 0-3-16,0 0 0 15,0 0-13-15,0 0-73 16,-32-7-229-16,-32-8-456 15</inkml:trace>
  <inkml:trace contextRef="#ctx0" brushRef="#br0" timeOffset="18149.29">11128 15639 120 0,'0'0'340'0,"0"0"-309"0,0 0-15 0,0 0 6 0,0 0 9 0,0 0-17 16,0 0-7-16,0 0-14 16,0 0 7-16,0 0-2 15,0 0 4-15,0 0-4 16,0 0 2-16,12 0-7 0,-12 0 5 15,12 0-10-15,0 0 12 16,-12 0-11-16,12 0 12 16,-12 0-2-16,0 0 0 15,0 0 1-15,12 0 0 16,-12 0 0-16,8 0 0 16,-8 0 0-16,0 0-3 15,0 0 3-15,0 0 3 16,0 0 0-16,0 0 3 15,0 0-5-15,0 0 1 16,0 0-2-16,0 0 1 16,0 0 1-16,0 0-2 15,0 0 0-15,0 0 7 0,4 0-5 16,8 0 0-16,-4 0 2 16,-8 0-4-16,4 0-6 15,4 0 3-15,-4 0-18 16,8 4-88-16,0-4-199 15</inkml:trace>
  <inkml:trace contextRef="#ctx0" brushRef="#br0" timeOffset="19618">16738 14896 17 0,'0'0'88'0,"370"-116"-46"0,-194 59 78 0,-9 3-6 0,-4-5-92 0,-12 2 33 16,-11-5-21-16,-1 1 20 15,-11 4-51-15,-9-2 23 16,-4 4-20-16,-19-1 44 16,-4 1-35-16,3-4-1 15,-3-1 13-15,23-6 17 0,-7-4 4 16,19-6 21-16,0-6-45 16,-11-3-12-16,-17 3-8 15,1 0 13-15,-4 7-13 16,-1-3 4-16,-3 3 1 15,-21 2-7-15,-11 0 15 16,-4 1-6-16,4-8 16 16,-5 3-7-16,-7 1-15 15,20-1 16-15,-20 2-13 16,3 0-5-16,5 4-3 16,-12-6-1-16,16 2 1 15,-1-3 0-15,1-3 0 16,-4-2 1-16,-8 1-1 15,-13 1 0-15,9 3 0 0,-16 4-1 16,-8 1 1-16,-8 5-5 16,-8 1 4-16,4 3-5 15,-8 8 6-15,12-2 0 16,12 3 0-16,-12 4 0 16,23-3 0-16,-11 6-1 15,0 2 1-15,-4-5-2 16,-8 5 2-16,-8 10 1 15,4 10-1-15,-8 3-20 16,0 6-8-16,0 3 20 16,0-3 6-16,4-3-1 15,4 3 2-15,-8-2 1 16,12 4-3-16,-12 8 3 16,0 7 4-16,0-4-4 15,0 4-4-15,12 0-6 0,-12 0 8 16,0 0 2-16,0 0 0 15,0 0 9-15,0 0 27 16,0 0 15-16,12 0-9 16,-12 0-6-16,0 0-9 15,0 0-8-15,0 0-6 16,0 0-13-16,0 17 1 16,0 14 10-16,-24 7 0 15,-12 4 0-15,0 9-1 16,-8 0-8-16,-3-1 0 15,3 1-1-15,-4-7-1 16,20-13 3-16,16-8-3 0,4-13 0 16,8-10 0-16,0 0 2 15,0 0 13-15,0-22 35 16,24-17-22-16,12-2-24 16,20-13-2-16,-8 6 3 15,7 4-5-15,-7 6 9 16,-12 8 6-16,-12 6 20 15,8 7-16-15,-16 9 0 16,4 8-8-16,3 0-11 16,13 5-2-16,12 28 2 15,20 12 4-15,-9 6-3 0,1 11 0 16,-4 5-1 0,-8 5-11-16,-1 5-95 0,1-4-130 15,12 1-273-15</inkml:trace>
  <inkml:trace contextRef="#ctx0" brushRef="#br0" timeOffset="21537.42">15428 8322 255 0,'0'0'264'0,"0"0"-158"0,0 0-39 0,0 0 57 0,0 0-68 15,0 0-2-15,-12-62-33 16,36 50 13-16,-12-1 1 16,-12 7 7-16,8 3 22 15,-8 3-16-15,0 0-24 16,0 0-8-16,0 0-14 0,0 0-2 16,0 0-13-16,0 0 13 15,12 5-10-15,16 24 10 16,4 13-40-16,4 6-64 15,-1 13-88-15,-11 1-8 16,8 1-11-16,-16 8-23 16</inkml:trace>
  <inkml:trace contextRef="#ctx0" brushRef="#br0" timeOffset="22867.54">15683 8863 175 0,'0'0'123'0,"0"0"3"16,-24 185-70-16,24-128 19 0,-12-2-7 15,4-8-27 1,-4-2 40-16,12-5 5 0,0 2-60 15,0-1-12 1,0 1-1-16,-24 9-13 0,1 6 4 16,-1 9 14-16,-8 11-18 15,4 5-22-15,-4 3-7 16,8 4-72-16,-12-4 14 16,16-4 42-16,4-5 23 15,9-9 11-15,7-7 11 16,0-6 0-16,0-3 13 15,0-11 16-15,0-5-11 16,0 1 0-16,0-5 55 16,0 5 6-16,0-1-43 15,0-6 16-15,0 2-22 0,0-2-25 16,0-4 3-16,0 1 1 16,0-4-8-16,0 5-2 15,0 10 1-15,0 4-18 16,0 8-50-16,0 9-16 15,0-2-41-15,0 7 111 16,0 2-18-16,0-2 31 16,-12-7-5-16,0-5 5 15,12-7 0-15,0-6 2 16,0-10 2-16,0 0 2 16,0-6 11-16,0 0 0 15,0-2 6-15,0-2 40 0,0 2 14 16,0 2-46-16,0 7-20 15,0 6-8-15,0 3-1 16,0 0 1-16,0-1-2 16,0 8-2-16,-4 3-9 15,4 0-20-15,0-1 29 16,-8 4-75-16,4 3-5 16,4 1 82-16,-8-6-8 15,4-7 9-15,4-10-2 16,0 5 1-16,0 5 0 15,0-4 0-15,0 4 65 16,0-10-65-16,0-9 0 16,0 7 0-16,0-5-5 15,0 13 3-15,0-3 2 16,0 1 21-16,0 4 6 0,0-11-27 16,0 13-12-1,0 9-59-15,0 0 55 0,0 9-23 16,0 0 28-16,0-4 11 15,0-1 18-15,0 2-13 16,0-9 2-16,0 3-5 16,0 0 18-16,0-1-20 15,0 1 0-15,0 0 0 16,0 9 4-16,0-4-4 16,0-1-12-16,0-6 11 15,0-12-39-15,0-5-28 16,24 6-58-16,-8-2-12 0,-4 8 138 15,-1-10 81 1,-3 0-67-16,4 7-14 0,-12 0 0 16,0 5 159-16,0-4-143 15,12-4-4-15,-12 1-3 16,0 7-8-16,12-5 96 16,-12-3-85-16,12-2-12 15,0 2-7-15,8 13-14 16,-16 0 17-16,8 2 2 15,-12 0-4-15,8 6 3 16,-4-2 2-16,-4-1 2 16,12-3 0-16,-12 3-1 15,8-2-19-15,-4-1 13 0,16 5 6 16,-16-7-7 0,16-5 7-16,-8-1 19 0,0-3-17 15,-1-1-2-15,1 3 3 16,0-2 36-16,0 3-39 15,-12 2 0-15,0-3 2 16,0 1 47-16,0-4-48 16,0 3-1-16,0 1 6 15,0-8-6-15,0 2 0 16,0-3 0-16,0 4 1 16,0 2-1-16,0-11 46 15,0 1-46-15,-12-13-7 16,0-3-28-16,12 4 20 15,0-10 6-15,0 11-6 0,0-5 5 16,-12 3 3-16,12-2-9 16,0 27 8-16,-11 0 8 15,-1 6 6-15,0 6-6 16,0-10 0-16,0-10-39 16,4-5-126-16,-4-11 46 15,8 0 12-15,4-3-107 16</inkml:trace>
  <inkml:trace contextRef="#ctx0" brushRef="#br0" timeOffset="23099.74">15508 16431 36 0,'0'0'80'0,"0"0"-48"0,0 0-7 0,0 0 50 0,0 0 28 0,0 0-35 16,0 132-6-16,0-122-25 0,0-1 44 16,0 2 6-16,0-10 49 15,0 7-50-15,0-2-27 16,0 0-22-16,0-2 39 15,0-2-19-15,0 2-21 16,0-4-13-16,0 0 5 16,0 0-19-16,0 0-6 15,0 0-3-15,0 0-52 16,0-19-141-16,0-13-554 16</inkml:trace>
  <inkml:trace contextRef="#ctx0" brushRef="#br0" timeOffset="25019.06">15882 15695 232 0,'0'0'333'0,"0"0"-224"0,0 0 50 0,0 0-86 0,0 0 6 15,0 0-16-15,0 0-5 0,16-73 6 16,-16 64 0-16,0 4 3 16,0-2-8-16,0-2 2 15,-4-1-25-15,-16-1-19 16,-4 1 9-16,0-3-14 16,0 0-9-16,1 3 5 15,-1 1-4-15,-8-1 0 16,-4 1-4-16,-4-1 4 15,-4 3 0-15,-3 7-5 16,-1 0 3-16,-8 0-3 16,-4 0 1-16,5 0 0 15,3 10 4-15,-4 3-4 16,20 9 0-16,0 7 0 16,5 9 0-16,-5 9 0 0,12 4 1 15,-8 3 2-15,4-1 11 16,4 5-6-16,0 3 5 15,4-7 0-15,9 6-6 16,-1-2 5-16,12 2-4 16,0-6-6-16,0 2 8 15,0 1-6-15,0-8 7 16,12-3-2-16,11-1-5 16,9-3 4-16,8-1-1 0,4-5 4 15,12-2-2 1,-9-9-8-16,13 1 7 0,8-9-8 15,7 3 2 1,5 0 1-16,0-5 0 0,-9-1-3 16,-3-5 2-16,-4-4-2 15,3-5 2-15,-11 0 3 16,4 0-2-16,-12 0-2 16,7 0 1-16,-7-14 5 15,0-11-4-15,12-11 0 16,-5-3-3-16,-7-1 1 15,0-5 1-15,-4 7 0 16,-16-1-1-16,-4-3 0 16,7 1 3-16,-19-2-2 15,12-1 2-15,-12-2 0 0,0-5 3 16,0-1 0 0,0-6-7-16,-4 5 0 0,-8 0 3 15,4 10-3-15,-4 2-2 16,0 2 2-16,0 5 1 15,0-2 4-15,0 2-1 16,-12 0 2-16,-12-2-1 16,-12 1 5-16,4 4-2 15,-7-1-4-15,-9-3-1 16,-8 3-2-16,-4 5 0 16,1 6-1-16,-9 9 0 15,-28 4-4-15,-19 8-12 16,-36 0-38-16,-13 27-88 15,-23 14-216-15,12 3-290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7309F-D4B8-452D-BC77-DEB69A8603D9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A75701-B17A-4AA0-909E-FBEBBC4DE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02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6BDB1-8E0A-45C9-A0E9-4C66032D1CF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25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256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34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10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794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43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14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245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32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982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76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570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3D751-62FC-4A0B-831A-83C45D595346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57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customXml" Target="../ink/ink8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9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customXml" Target="../ink/ink10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customXml" Target="../ink/ink11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customXml" Target="../ink/ink1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customXml" Target="../ink/ink13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customXml" Target="../ink/ink14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1524000" y="1371600"/>
            <a:ext cx="9144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46179" y="408087"/>
            <a:ext cx="1000074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CSET301 – AI-ML</a:t>
            </a:r>
          </a:p>
          <a:p>
            <a:pPr algn="ctr"/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Lecture </a:t>
            </a:r>
            <a:r>
              <a:rPr lang="en-US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: Hyperparameters in DT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ctr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415"/>
    </mc:Choice>
    <mc:Fallback xmlns="">
      <p:transition advTm="24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381CCD-359B-D8A2-1997-A5B56A02FD41}"/>
              </a:ext>
            </a:extLst>
          </p:cNvPr>
          <p:cNvSpPr txBox="1"/>
          <p:nvPr/>
        </p:nvSpPr>
        <p:spPr>
          <a:xfrm>
            <a:off x="842305" y="1325563"/>
            <a:ext cx="107750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Issues in DT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and Underfitting in DT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 in DT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049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Issues in DT Learning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35FFCD6-253F-CEEB-E0FE-880344B9F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97" y="1828800"/>
            <a:ext cx="10541970" cy="39573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897F26-99A9-F642-8644-B1DA511DD72F}"/>
                  </a:ext>
                </a:extLst>
              </p14:cNvPr>
              <p14:cNvContentPartPr/>
              <p14:nvPr/>
            </p14:nvContentPartPr>
            <p14:xfrm>
              <a:off x="1070640" y="4951080"/>
              <a:ext cx="7902360" cy="1883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897F26-99A9-F642-8644-B1DA511DD7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1280" y="4941720"/>
                <a:ext cx="7921080" cy="190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8423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Overfitting in DT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1B87EC0-4ADE-A96C-B968-87A230E18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408" y="1828801"/>
            <a:ext cx="7667031" cy="41060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81368BA-F5E0-A773-67B3-8C235CEA513D}"/>
                  </a:ext>
                </a:extLst>
              </p14:cNvPr>
              <p14:cNvContentPartPr/>
              <p14:nvPr/>
            </p14:nvContentPartPr>
            <p14:xfrm>
              <a:off x="3233520" y="2255040"/>
              <a:ext cx="6780240" cy="3788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81368BA-F5E0-A773-67B3-8C235CEA51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24160" y="2245680"/>
                <a:ext cx="6798960" cy="380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0805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Geometric Intuition of Overfitting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CC44FAA-E59D-50D6-3358-2471E4514B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354" t="16689"/>
          <a:stretch/>
        </p:blipFill>
        <p:spPr>
          <a:xfrm>
            <a:off x="175242" y="1285155"/>
            <a:ext cx="3672590" cy="21781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26D618-238D-B539-BF07-568502E06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935" y="1208191"/>
            <a:ext cx="3525186" cy="22551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273CA3-0887-342D-F8FA-5EDE2B21A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2072" y="1241136"/>
            <a:ext cx="3392774" cy="21878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A0B93D-A73B-22B4-5A61-8B5DBA7A0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6569" y="4251960"/>
            <a:ext cx="3495431" cy="22243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9067CCF-8C03-819F-576B-A43A43E179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0935" y="4276707"/>
            <a:ext cx="3495430" cy="22941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C9484A8-7883-649E-C20B-8A897E7B61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262" y="4350174"/>
            <a:ext cx="3734329" cy="2171121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CA4674-FCF8-F505-2833-DDDACC470EEC}"/>
              </a:ext>
            </a:extLst>
          </p:cNvPr>
          <p:cNvCxnSpPr>
            <a:cxnSpLocks/>
          </p:cNvCxnSpPr>
          <p:nvPr/>
        </p:nvCxnSpPr>
        <p:spPr>
          <a:xfrm>
            <a:off x="4032354" y="2308485"/>
            <a:ext cx="52858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BCE1A6C-EA7A-A3BB-E665-CC14CC750C1D}"/>
              </a:ext>
            </a:extLst>
          </p:cNvPr>
          <p:cNvCxnSpPr>
            <a:cxnSpLocks/>
          </p:cNvCxnSpPr>
          <p:nvPr/>
        </p:nvCxnSpPr>
        <p:spPr>
          <a:xfrm>
            <a:off x="8167988" y="2295993"/>
            <a:ext cx="52858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F8FE725-8023-6324-8D77-E557C4114EF8}"/>
              </a:ext>
            </a:extLst>
          </p:cNvPr>
          <p:cNvCxnSpPr>
            <a:cxnSpLocks/>
          </p:cNvCxnSpPr>
          <p:nvPr/>
        </p:nvCxnSpPr>
        <p:spPr>
          <a:xfrm>
            <a:off x="10497755" y="3630118"/>
            <a:ext cx="0" cy="6218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6F46995-D9EE-AB0E-2F95-9B01A574D060}"/>
              </a:ext>
            </a:extLst>
          </p:cNvPr>
          <p:cNvCxnSpPr>
            <a:cxnSpLocks/>
          </p:cNvCxnSpPr>
          <p:nvPr/>
        </p:nvCxnSpPr>
        <p:spPr>
          <a:xfrm flipH="1">
            <a:off x="8086121" y="5413948"/>
            <a:ext cx="6257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D1B6595-BDA8-94AC-023D-22A548C4E7B3}"/>
              </a:ext>
            </a:extLst>
          </p:cNvPr>
          <p:cNvCxnSpPr>
            <a:cxnSpLocks/>
          </p:cNvCxnSpPr>
          <p:nvPr/>
        </p:nvCxnSpPr>
        <p:spPr>
          <a:xfrm flipH="1">
            <a:off x="3935228" y="5388965"/>
            <a:ext cx="6257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BB64B5A-B5B2-BDA4-EACF-D7E09FE85A5B}"/>
                  </a:ext>
                </a:extLst>
              </p14:cNvPr>
              <p14:cNvContentPartPr/>
              <p14:nvPr/>
            </p14:nvContentPartPr>
            <p14:xfrm>
              <a:off x="64440" y="58320"/>
              <a:ext cx="12307320" cy="6517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BB64B5A-B5B2-BDA4-EACF-D7E09FE85A5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080" y="48960"/>
                <a:ext cx="12326040" cy="653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8002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Underfitting in DT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D806ACB-E7DB-68C3-CB5F-56E2EA889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685" y="1600457"/>
            <a:ext cx="6936629" cy="452807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23D9F8F-5A38-AC2A-2BE7-2F6DDCB94C7F}"/>
                  </a:ext>
                </a:extLst>
              </p14:cNvPr>
              <p14:cNvContentPartPr/>
              <p14:nvPr/>
            </p14:nvContentPartPr>
            <p14:xfrm>
              <a:off x="1638360" y="1209240"/>
              <a:ext cx="7407720" cy="4489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23D9F8F-5A38-AC2A-2BE7-2F6DDCB94C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29000" y="1199880"/>
                <a:ext cx="7426440" cy="450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4307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112331D-2B54-394C-1B8B-69BDD8D2D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396" y="1952419"/>
            <a:ext cx="7145912" cy="377382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253D9F7-5718-29E9-229A-BBDE1A6BAEC3}"/>
              </a:ext>
            </a:extLst>
          </p:cNvPr>
          <p:cNvSpPr txBox="1">
            <a:spLocks/>
          </p:cNvSpPr>
          <p:nvPr/>
        </p:nvSpPr>
        <p:spPr>
          <a:xfrm>
            <a:off x="1007197" y="0"/>
            <a:ext cx="91732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Geometric Intuition of Underfitting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5B89B29-120B-8A46-6F7E-B038397A8D8B}"/>
                  </a:ext>
                </a:extLst>
              </p14:cNvPr>
              <p14:cNvContentPartPr/>
              <p14:nvPr/>
            </p14:nvContentPartPr>
            <p14:xfrm>
              <a:off x="2786400" y="2016720"/>
              <a:ext cx="7175880" cy="827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5B89B29-120B-8A46-6F7E-B038397A8D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77040" y="2007360"/>
                <a:ext cx="7194600" cy="84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2099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Hyperparameters in DT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BB23C75-79E3-DF1C-D40A-D199F6F0F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320" y="2113602"/>
            <a:ext cx="8569143" cy="306228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1F747CC-9EC1-D90F-A8CF-544555B4AABA}"/>
                  </a:ext>
                </a:extLst>
              </p14:cNvPr>
              <p14:cNvContentPartPr/>
              <p14:nvPr/>
            </p14:nvContentPartPr>
            <p14:xfrm>
              <a:off x="1827360" y="3502080"/>
              <a:ext cx="7251840" cy="734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1F747CC-9EC1-D90F-A8CF-544555B4AA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18000" y="3492720"/>
                <a:ext cx="7270560" cy="75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5781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Hyperparameter Tuning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F5BB2CF-D3D0-72A8-63E3-727EEFD25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580122"/>
            <a:ext cx="10860638" cy="4475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A0C6AF-A876-1DCD-2348-A7B28B921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225" y="1516414"/>
            <a:ext cx="1038370" cy="4572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5754016-7047-ACB2-CA67-7539D0D762BC}"/>
                  </a:ext>
                </a:extLst>
              </p14:cNvPr>
              <p14:cNvContentPartPr/>
              <p14:nvPr/>
            </p14:nvContentPartPr>
            <p14:xfrm>
              <a:off x="283680" y="134640"/>
              <a:ext cx="10902600" cy="5949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5754016-7047-ACB2-CA67-7539D0D762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4320" y="125280"/>
                <a:ext cx="10921320" cy="596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1955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Hyperparameter Tuning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9A0C6AF-A876-1DCD-2348-A7B28B921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225" y="1516414"/>
            <a:ext cx="1038370" cy="4572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D85BF9-2634-8C6B-1C54-FA92545D2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197" y="1745046"/>
            <a:ext cx="10384703" cy="44572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68254F-11DA-AC9D-812C-5397EBBEA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5618" y="1638274"/>
            <a:ext cx="1038370" cy="38105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99470DB-0722-7CDC-167C-133CF9F88CCA}"/>
                  </a:ext>
                </a:extLst>
              </p14:cNvPr>
              <p14:cNvContentPartPr/>
              <p14:nvPr/>
            </p14:nvContentPartPr>
            <p14:xfrm>
              <a:off x="2016720" y="83160"/>
              <a:ext cx="9425880" cy="5245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99470DB-0722-7CDC-167C-133CF9F88C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07360" y="73800"/>
                <a:ext cx="9444600" cy="526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2900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Other Issues in DT Learning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9A0C6AF-A876-1DCD-2348-A7B28B921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225" y="1516414"/>
            <a:ext cx="1038370" cy="457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68254F-11DA-AC9D-812C-5397EBBE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618" y="1638274"/>
            <a:ext cx="1038370" cy="3810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AC247E-DBE5-6911-F887-A62BC46F4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196" y="1428471"/>
            <a:ext cx="10515599" cy="342368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D44C91F-5D68-F084-51F2-938816A04A8F}"/>
                  </a:ext>
                </a:extLst>
              </p14:cNvPr>
              <p14:cNvContentPartPr/>
              <p14:nvPr/>
            </p14:nvContentPartPr>
            <p14:xfrm>
              <a:off x="1616760" y="1554480"/>
              <a:ext cx="9284040" cy="3464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D44C91F-5D68-F084-51F2-938816A04A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07400" y="1545120"/>
                <a:ext cx="9302760" cy="348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4835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Other Issues in DT Learning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9A0C6AF-A876-1DCD-2348-A7B28B921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225" y="1516414"/>
            <a:ext cx="1038370" cy="457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68254F-11DA-AC9D-812C-5397EBBE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618" y="1638274"/>
            <a:ext cx="1038370" cy="381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06E42A-5E65-5F01-9A82-45CA807E2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197" y="1325563"/>
            <a:ext cx="10041028" cy="495795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267644-BB13-4B62-8175-9BB783EEF195}"/>
                  </a:ext>
                </a:extLst>
              </p14:cNvPr>
              <p14:cNvContentPartPr/>
              <p14:nvPr/>
            </p14:nvContentPartPr>
            <p14:xfrm>
              <a:off x="640440" y="87840"/>
              <a:ext cx="10563120" cy="5438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267644-BB13-4B62-8175-9BB783EEF1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1080" y="78480"/>
                <a:ext cx="10581840" cy="545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6936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Bias and Variance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9A0C6AF-A876-1DCD-2348-A7B28B921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225" y="1516414"/>
            <a:ext cx="1038370" cy="457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68254F-11DA-AC9D-812C-5397EBBE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618" y="1638274"/>
            <a:ext cx="1038370" cy="3810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10BE66-5BD9-07F6-1AA0-14F9ADA14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197" y="1216610"/>
            <a:ext cx="7267373" cy="44270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51ECBD-4C8A-6BFA-9C9A-9D8946BE6B77}"/>
                  </a:ext>
                </a:extLst>
              </p14:cNvPr>
              <p14:cNvContentPartPr/>
              <p14:nvPr/>
            </p14:nvContentPartPr>
            <p14:xfrm>
              <a:off x="1062000" y="342360"/>
              <a:ext cx="10961280" cy="5331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51ECBD-4C8A-6BFA-9C9A-9D8946BE6B7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2640" y="333000"/>
                <a:ext cx="10980000" cy="535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3333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Bias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9A0C6AF-A876-1DCD-2348-A7B28B921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225" y="1516414"/>
            <a:ext cx="1038370" cy="457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68254F-11DA-AC9D-812C-5397EBBE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618" y="1638274"/>
            <a:ext cx="1038370" cy="381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257CC6-C275-8610-3C49-0F57B9EED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197" y="1325563"/>
            <a:ext cx="10171925" cy="499177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A9C1D95-D797-0F6E-B55D-5D886E3136C2}"/>
                  </a:ext>
                </a:extLst>
              </p14:cNvPr>
              <p14:cNvContentPartPr/>
              <p14:nvPr/>
            </p14:nvContentPartPr>
            <p14:xfrm>
              <a:off x="2075400" y="1648080"/>
              <a:ext cx="8424360" cy="4075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A9C1D95-D797-0F6E-B55D-5D886E3136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66040" y="1638720"/>
                <a:ext cx="8443080" cy="409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9948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Variance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9A0C6AF-A876-1DCD-2348-A7B28B921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225" y="1516414"/>
            <a:ext cx="1038370" cy="457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68254F-11DA-AC9D-812C-5397EBBE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618" y="1638274"/>
            <a:ext cx="1038370" cy="3810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230359-2DED-4BBB-12AD-ED524BA26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196" y="1325563"/>
            <a:ext cx="9658421" cy="44011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155A220-194C-EFD4-77A4-14FD19692ECE}"/>
                  </a:ext>
                </a:extLst>
              </p14:cNvPr>
              <p14:cNvContentPartPr/>
              <p14:nvPr/>
            </p14:nvContentPartPr>
            <p14:xfrm>
              <a:off x="4619520" y="1665000"/>
              <a:ext cx="7701840" cy="4629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155A220-194C-EFD4-77A4-14FD19692E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10160" y="1655640"/>
                <a:ext cx="7720560" cy="464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2384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Bias-Variance Trade off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9A0C6AF-A876-1DCD-2348-A7B28B921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225" y="1516414"/>
            <a:ext cx="1038370" cy="457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68254F-11DA-AC9D-812C-5397EBBE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618" y="1638274"/>
            <a:ext cx="1038370" cy="381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74913A-6257-8DCF-186F-01DAC8BBA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196" y="1325562"/>
            <a:ext cx="9555873" cy="50486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EFF042-9E45-5FAF-AD80-5DAD08A4AD4B}"/>
                  </a:ext>
                </a:extLst>
              </p14:cNvPr>
              <p14:cNvContentPartPr/>
              <p14:nvPr/>
            </p14:nvContentPartPr>
            <p14:xfrm>
              <a:off x="2655720" y="990000"/>
              <a:ext cx="5175000" cy="5389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EFF042-9E45-5FAF-AD80-5DAD08A4AD4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46360" y="980640"/>
                <a:ext cx="5193720" cy="540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9153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 rot="20995170">
            <a:off x="2045159" y="2362983"/>
            <a:ext cx="7793037" cy="146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11100" b="1" i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Thank You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4176</TotalTime>
  <Words>68</Words>
  <Application>Microsoft Office PowerPoint</Application>
  <PresentationFormat>Widescreen</PresentationFormat>
  <Paragraphs>24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Monotype Corsiva</vt:lpstr>
      <vt:lpstr>Times New Roman</vt:lpstr>
      <vt:lpstr>Office 2013 - 2022 Theme</vt:lpstr>
      <vt:lpstr>PowerPoint Presentation</vt:lpstr>
      <vt:lpstr>Outline</vt:lpstr>
      <vt:lpstr>Issues in DT Learning</vt:lpstr>
      <vt:lpstr>Overfitting in DT</vt:lpstr>
      <vt:lpstr>Geometric Intuition of Overfitting</vt:lpstr>
      <vt:lpstr>Underfitting in DT</vt:lpstr>
      <vt:lpstr>PowerPoint Presentation</vt:lpstr>
      <vt:lpstr>Hyperparameters in DT</vt:lpstr>
      <vt:lpstr>Hyperparameter Tuning</vt:lpstr>
      <vt:lpstr>Hyperparameter Tuning</vt:lpstr>
      <vt:lpstr>Other Issues in DT Learning </vt:lpstr>
      <vt:lpstr>Other Issues in DT Learning </vt:lpstr>
      <vt:lpstr>Bias and Variance</vt:lpstr>
      <vt:lpstr>Bias</vt:lpstr>
      <vt:lpstr>Variance</vt:lpstr>
      <vt:lpstr>Bias-Variance Trade off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Hoor Fatima</dc:creator>
  <cp:lastModifiedBy>Deepika Vatsa</cp:lastModifiedBy>
  <cp:revision>1</cp:revision>
  <dcterms:created xsi:type="dcterms:W3CDTF">2025-07-21T17:24:10Z</dcterms:created>
  <dcterms:modified xsi:type="dcterms:W3CDTF">2025-08-19T06:35:13Z</dcterms:modified>
</cp:coreProperties>
</file>