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6"/>
  </p:notesMasterIdLst>
  <p:sldIdLst>
    <p:sldId id="395" r:id="rId2"/>
    <p:sldId id="591" r:id="rId3"/>
    <p:sldId id="592" r:id="rId4"/>
    <p:sldId id="593" r:id="rId5"/>
    <p:sldId id="594" r:id="rId6"/>
    <p:sldId id="595" r:id="rId7"/>
    <p:sldId id="596" r:id="rId8"/>
    <p:sldId id="597" r:id="rId9"/>
    <p:sldId id="598" r:id="rId10"/>
    <p:sldId id="599" r:id="rId11"/>
    <p:sldId id="600" r:id="rId12"/>
    <p:sldId id="601" r:id="rId13"/>
    <p:sldId id="602" r:id="rId14"/>
    <p:sldId id="612" r:id="rId15"/>
    <p:sldId id="603" r:id="rId16"/>
    <p:sldId id="604" r:id="rId17"/>
    <p:sldId id="605" r:id="rId18"/>
    <p:sldId id="606" r:id="rId19"/>
    <p:sldId id="607" r:id="rId20"/>
    <p:sldId id="608" r:id="rId21"/>
    <p:sldId id="609" r:id="rId22"/>
    <p:sldId id="610" r:id="rId23"/>
    <p:sldId id="611" r:id="rId24"/>
    <p:sldId id="58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929AA0-30FE-40F5-9F14-BAD5341BE9C1}" v="167" dt="2025-07-29T06:46:20.5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ika Vatsa" userId="f7100972-27fe-4ee6-8fb4-ec9b7931b409" providerId="ADAL" clId="{6884C358-F078-41E2-B52A-C991C4377FC1}"/>
    <pc:docChg chg="undo redo custSel addSld delSld modSld">
      <pc:chgData name="Deepika Vatsa" userId="f7100972-27fe-4ee6-8fb4-ec9b7931b409" providerId="ADAL" clId="{6884C358-F078-41E2-B52A-C991C4377FC1}" dt="2025-07-23T05:24:38.241" v="3543" actId="2696"/>
      <pc:docMkLst>
        <pc:docMk/>
      </pc:docMkLst>
      <pc:sldChg chg="addSp delSp modSp mod">
        <pc:chgData name="Deepika Vatsa" userId="f7100972-27fe-4ee6-8fb4-ec9b7931b409" providerId="ADAL" clId="{6884C358-F078-41E2-B52A-C991C4377FC1}" dt="2025-07-23T05:20:50.743" v="3433"/>
        <pc:sldMkLst>
          <pc:docMk/>
          <pc:sldMk cId="0" sldId="257"/>
        </pc:sldMkLst>
        <pc:spChg chg="del">
          <ac:chgData name="Deepika Vatsa" userId="f7100972-27fe-4ee6-8fb4-ec9b7931b409" providerId="ADAL" clId="{6884C358-F078-41E2-B52A-C991C4377FC1}" dt="2025-07-22T09:46:07.314" v="366" actId="478"/>
          <ac:spMkLst>
            <pc:docMk/>
            <pc:sldMk cId="0" sldId="257"/>
            <ac:spMk id="2" creationId="{00000000-0000-0000-0000-000000000000}"/>
          </ac:spMkLst>
        </pc:spChg>
        <pc:spChg chg="del">
          <ac:chgData name="Deepika Vatsa" userId="f7100972-27fe-4ee6-8fb4-ec9b7931b409" providerId="ADAL" clId="{6884C358-F078-41E2-B52A-C991C4377FC1}" dt="2025-07-22T09:46:19.992" v="386" actId="478"/>
          <ac:spMkLst>
            <pc:docMk/>
            <pc:sldMk cId="0" sldId="257"/>
            <ac:spMk id="3" creationId="{00000000-0000-0000-0000-000000000000}"/>
          </ac:spMkLst>
        </pc:spChg>
        <pc:spChg chg="mod">
          <ac:chgData name="Deepika Vatsa" userId="f7100972-27fe-4ee6-8fb4-ec9b7931b409" providerId="ADAL" clId="{6884C358-F078-41E2-B52A-C991C4377FC1}" dt="2025-07-22T09:25:41.921" v="69"/>
          <ac:spMkLst>
            <pc:docMk/>
            <pc:sldMk cId="0" sldId="257"/>
            <ac:spMk id="4" creationId="{00000000-0000-0000-0000-000000000000}"/>
          </ac:spMkLst>
        </pc:spChg>
        <pc:spChg chg="add del mod">
          <ac:chgData name="Deepika Vatsa" userId="f7100972-27fe-4ee6-8fb4-ec9b7931b409" providerId="ADAL" clId="{6884C358-F078-41E2-B52A-C991C4377FC1}" dt="2025-07-22T09:46:11.087" v="367" actId="478"/>
          <ac:spMkLst>
            <pc:docMk/>
            <pc:sldMk cId="0" sldId="257"/>
            <ac:spMk id="7" creationId="{1ADD9D61-713D-4A99-56C5-830DCBC11A42}"/>
          </ac:spMkLst>
        </pc:spChg>
        <pc:spChg chg="add mod">
          <ac:chgData name="Deepika Vatsa" userId="f7100972-27fe-4ee6-8fb4-ec9b7931b409" providerId="ADAL" clId="{6884C358-F078-41E2-B52A-C991C4377FC1}" dt="2025-07-23T05:16:58.934" v="3366" actId="207"/>
          <ac:spMkLst>
            <pc:docMk/>
            <pc:sldMk cId="0" sldId="257"/>
            <ac:spMk id="8" creationId="{991BA802-3D45-4E0C-D372-BE4FFEF41DD1}"/>
          </ac:spMkLst>
        </pc:spChg>
        <pc:spChg chg="add del mod">
          <ac:chgData name="Deepika Vatsa" userId="f7100972-27fe-4ee6-8fb4-ec9b7931b409" providerId="ADAL" clId="{6884C358-F078-41E2-B52A-C991C4377FC1}" dt="2025-07-22T09:46:21.354" v="387" actId="478"/>
          <ac:spMkLst>
            <pc:docMk/>
            <pc:sldMk cId="0" sldId="257"/>
            <ac:spMk id="10" creationId="{B8D89D22-2E94-CDDE-9114-30348B772120}"/>
          </ac:spMkLst>
        </pc:spChg>
        <pc:picChg chg="add mod">
          <ac:chgData name="Deepika Vatsa" userId="f7100972-27fe-4ee6-8fb4-ec9b7931b409" providerId="ADAL" clId="{6884C358-F078-41E2-B52A-C991C4377FC1}" dt="2025-07-22T09:46:31.182" v="390" actId="1076"/>
          <ac:picMkLst>
            <pc:docMk/>
            <pc:sldMk cId="0" sldId="257"/>
            <ac:picMk id="11" creationId="{C4C88D64-41B1-3E23-255C-8D6CD72FE16B}"/>
          </ac:picMkLst>
        </pc:picChg>
        <pc:cxnChg chg="add mod">
          <ac:chgData name="Deepika Vatsa" userId="f7100972-27fe-4ee6-8fb4-ec9b7931b409" providerId="ADAL" clId="{6884C358-F078-41E2-B52A-C991C4377FC1}" dt="2025-07-23T05:20:50.743" v="3433"/>
          <ac:cxnSpMkLst>
            <pc:docMk/>
            <pc:sldMk cId="0" sldId="257"/>
            <ac:cxnSpMk id="2" creationId="{CBA55D45-5BC0-2827-B096-7BB0262967E4}"/>
          </ac:cxnSpMkLst>
        </pc:cxnChg>
        <pc:cxnChg chg="del">
          <ac:chgData name="Deepika Vatsa" userId="f7100972-27fe-4ee6-8fb4-ec9b7931b409" providerId="ADAL" clId="{6884C358-F078-41E2-B52A-C991C4377FC1}" dt="2025-07-23T05:20:50.377" v="3432" actId="478"/>
          <ac:cxnSpMkLst>
            <pc:docMk/>
            <pc:sldMk cId="0" sldId="257"/>
            <ac:cxnSpMk id="5" creationId="{D12CAC9D-CDF2-ED92-8F02-70DAC510318D}"/>
          </ac:cxnSpMkLst>
        </pc:cxnChg>
      </pc:sldChg>
      <pc:sldChg chg="addSp delSp modSp mod">
        <pc:chgData name="Deepika Vatsa" userId="f7100972-27fe-4ee6-8fb4-ec9b7931b409" providerId="ADAL" clId="{6884C358-F078-41E2-B52A-C991C4377FC1}" dt="2025-07-23T05:21:07.139" v="3444" actId="1036"/>
        <pc:sldMkLst>
          <pc:docMk/>
          <pc:sldMk cId="0" sldId="258"/>
        </pc:sldMkLst>
        <pc:spChg chg="mod">
          <ac:chgData name="Deepika Vatsa" userId="f7100972-27fe-4ee6-8fb4-ec9b7931b409" providerId="ADAL" clId="{6884C358-F078-41E2-B52A-C991C4377FC1}" dt="2025-07-23T05:21:07.139" v="3444" actId="1036"/>
          <ac:spMkLst>
            <pc:docMk/>
            <pc:sldMk cId="0" sldId="258"/>
            <ac:spMk id="2" creationId="{00000000-0000-0000-0000-000000000000}"/>
          </ac:spMkLst>
        </pc:spChg>
        <pc:spChg chg="mod">
          <ac:chgData name="Deepika Vatsa" userId="f7100972-27fe-4ee6-8fb4-ec9b7931b409" providerId="ADAL" clId="{6884C358-F078-41E2-B52A-C991C4377FC1}" dt="2025-07-22T09:58:53.373" v="693" actId="113"/>
          <ac:spMkLst>
            <pc:docMk/>
            <pc:sldMk cId="0" sldId="258"/>
            <ac:spMk id="3" creationId="{00000000-0000-0000-0000-000000000000}"/>
          </ac:spMkLst>
        </pc:spChg>
        <pc:spChg chg="del mod">
          <ac:chgData name="Deepika Vatsa" userId="f7100972-27fe-4ee6-8fb4-ec9b7931b409" providerId="ADAL" clId="{6884C358-F078-41E2-B52A-C991C4377FC1}" dt="2025-07-22T09:58:39.592" v="690" actId="478"/>
          <ac:spMkLst>
            <pc:docMk/>
            <pc:sldMk cId="0" sldId="258"/>
            <ac:spMk id="4" creationId="{00000000-0000-0000-0000-000000000000}"/>
          </ac:spMkLst>
        </pc:spChg>
        <pc:spChg chg="add del mod ord">
          <ac:chgData name="Deepika Vatsa" userId="f7100972-27fe-4ee6-8fb4-ec9b7931b409" providerId="ADAL" clId="{6884C358-F078-41E2-B52A-C991C4377FC1}" dt="2025-07-22T09:57:25.796" v="671" actId="478"/>
          <ac:spMkLst>
            <pc:docMk/>
            <pc:sldMk cId="0" sldId="258"/>
            <ac:spMk id="6" creationId="{BA9307D0-EBDA-93E8-6688-2F7B8C8E0E6C}"/>
          </ac:spMkLst>
        </pc:spChg>
        <pc:cxnChg chg="add mod">
          <ac:chgData name="Deepika Vatsa" userId="f7100972-27fe-4ee6-8fb4-ec9b7931b409" providerId="ADAL" clId="{6884C358-F078-41E2-B52A-C991C4377FC1}" dt="2025-07-23T05:21:02.836" v="3439"/>
          <ac:cxnSpMkLst>
            <pc:docMk/>
            <pc:sldMk cId="0" sldId="258"/>
            <ac:cxnSpMk id="4" creationId="{14743623-04A4-B42C-4A68-90F92DBBA454}"/>
          </ac:cxnSpMkLst>
        </pc:cxnChg>
        <pc:cxnChg chg="del">
          <ac:chgData name="Deepika Vatsa" userId="f7100972-27fe-4ee6-8fb4-ec9b7931b409" providerId="ADAL" clId="{6884C358-F078-41E2-B52A-C991C4377FC1}" dt="2025-07-23T05:21:02.444" v="3438" actId="478"/>
          <ac:cxnSpMkLst>
            <pc:docMk/>
            <pc:sldMk cId="0" sldId="258"/>
            <ac:cxnSpMk id="5" creationId="{7F0521BD-D115-2D03-6CC7-BFE0E882D8F6}"/>
          </ac:cxnSpMkLst>
        </pc:cxnChg>
      </pc:sldChg>
      <pc:sldChg chg="modSp del">
        <pc:chgData name="Deepika Vatsa" userId="f7100972-27fe-4ee6-8fb4-ec9b7931b409" providerId="ADAL" clId="{6884C358-F078-41E2-B52A-C991C4377FC1}" dt="2025-07-22T10:01:31.830" v="728" actId="47"/>
        <pc:sldMkLst>
          <pc:docMk/>
          <pc:sldMk cId="0" sldId="259"/>
        </pc:sldMkLst>
        <pc:spChg chg="mod">
          <ac:chgData name="Deepika Vatsa" userId="f7100972-27fe-4ee6-8fb4-ec9b7931b409" providerId="ADAL" clId="{6884C358-F078-41E2-B52A-C991C4377FC1}" dt="2025-07-22T09:25:41.921" v="69"/>
          <ac:spMkLst>
            <pc:docMk/>
            <pc:sldMk cId="0" sldId="259"/>
            <ac:spMk id="4" creationId="{00000000-0000-0000-0000-000000000000}"/>
          </ac:spMkLst>
        </pc:spChg>
      </pc:sldChg>
      <pc:sldChg chg="modSp del mod">
        <pc:chgData name="Deepika Vatsa" userId="f7100972-27fe-4ee6-8fb4-ec9b7931b409" providerId="ADAL" clId="{6884C358-F078-41E2-B52A-C991C4377FC1}" dt="2025-07-23T05:06:18.427" v="3264" actId="2696"/>
        <pc:sldMkLst>
          <pc:docMk/>
          <pc:sldMk cId="0" sldId="262"/>
        </pc:sldMkLst>
        <pc:spChg chg="mod">
          <ac:chgData name="Deepika Vatsa" userId="f7100972-27fe-4ee6-8fb4-ec9b7931b409" providerId="ADAL" clId="{6884C358-F078-41E2-B52A-C991C4377FC1}" dt="2025-07-22T10:02:14.578" v="730" actId="1076"/>
          <ac:spMkLst>
            <pc:docMk/>
            <pc:sldMk cId="0" sldId="262"/>
            <ac:spMk id="2" creationId="{00000000-0000-0000-0000-000000000000}"/>
          </ac:spMkLst>
        </pc:spChg>
        <pc:spChg chg="mod">
          <ac:chgData name="Deepika Vatsa" userId="f7100972-27fe-4ee6-8fb4-ec9b7931b409" providerId="ADAL" clId="{6884C358-F078-41E2-B52A-C991C4377FC1}" dt="2025-07-22T10:06:11.393" v="778" actId="1076"/>
          <ac:spMkLst>
            <pc:docMk/>
            <pc:sldMk cId="0" sldId="262"/>
            <ac:spMk id="3" creationId="{00000000-0000-0000-0000-000000000000}"/>
          </ac:spMkLst>
        </pc:spChg>
        <pc:spChg chg="mod">
          <ac:chgData name="Deepika Vatsa" userId="f7100972-27fe-4ee6-8fb4-ec9b7931b409" providerId="ADAL" clId="{6884C358-F078-41E2-B52A-C991C4377FC1}" dt="2025-07-22T09:25:41.921" v="69"/>
          <ac:spMkLst>
            <pc:docMk/>
            <pc:sldMk cId="0" sldId="262"/>
            <ac:spMk id="4" creationId="{00000000-0000-0000-0000-000000000000}"/>
          </ac:spMkLst>
        </pc:spChg>
      </pc:sldChg>
      <pc:sldChg chg="addSp delSp modSp del mod">
        <pc:chgData name="Deepika Vatsa" userId="f7100972-27fe-4ee6-8fb4-ec9b7931b409" providerId="ADAL" clId="{6884C358-F078-41E2-B52A-C991C4377FC1}" dt="2025-07-22T10:06:14.611" v="779" actId="47"/>
        <pc:sldMkLst>
          <pc:docMk/>
          <pc:sldMk cId="0" sldId="263"/>
        </pc:sldMkLst>
        <pc:spChg chg="mod">
          <ac:chgData name="Deepika Vatsa" userId="f7100972-27fe-4ee6-8fb4-ec9b7931b409" providerId="ADAL" clId="{6884C358-F078-41E2-B52A-C991C4377FC1}" dt="2025-07-22T10:05:23.938" v="763" actId="12"/>
          <ac:spMkLst>
            <pc:docMk/>
            <pc:sldMk cId="0" sldId="263"/>
            <ac:spMk id="3" creationId="{00000000-0000-0000-0000-000000000000}"/>
          </ac:spMkLst>
        </pc:spChg>
        <pc:picChg chg="add del mod">
          <ac:chgData name="Deepika Vatsa" userId="f7100972-27fe-4ee6-8fb4-ec9b7931b409" providerId="ADAL" clId="{6884C358-F078-41E2-B52A-C991C4377FC1}" dt="2025-07-22T10:05:49.915" v="769" actId="21"/>
          <ac:picMkLst>
            <pc:docMk/>
            <pc:sldMk cId="0" sldId="263"/>
            <ac:picMk id="4" creationId="{830F81FE-6170-E751-2692-A3AADFCECC17}"/>
          </ac:picMkLst>
        </pc:picChg>
        <pc:picChg chg="del mod">
          <ac:chgData name="Deepika Vatsa" userId="f7100972-27fe-4ee6-8fb4-ec9b7931b409" providerId="ADAL" clId="{6884C358-F078-41E2-B52A-C991C4377FC1}" dt="2025-07-22T10:03:48.859" v="755" actId="478"/>
          <ac:picMkLst>
            <pc:docMk/>
            <pc:sldMk cId="0" sldId="263"/>
            <ac:picMk id="1026" creationId="{EF6DEE9D-3770-CBC7-7CDA-ABFEBECE9A8B}"/>
          </ac:picMkLst>
        </pc:picChg>
      </pc:sldChg>
      <pc:sldChg chg="del">
        <pc:chgData name="Deepika Vatsa" userId="f7100972-27fe-4ee6-8fb4-ec9b7931b409" providerId="ADAL" clId="{6884C358-F078-41E2-B52A-C991C4377FC1}" dt="2025-07-22T10:08:25.100" v="799" actId="47"/>
        <pc:sldMkLst>
          <pc:docMk/>
          <pc:sldMk cId="0" sldId="264"/>
        </pc:sldMkLst>
      </pc:sldChg>
      <pc:sldChg chg="addSp delSp modSp mod">
        <pc:chgData name="Deepika Vatsa" userId="f7100972-27fe-4ee6-8fb4-ec9b7931b409" providerId="ADAL" clId="{6884C358-F078-41E2-B52A-C991C4377FC1}" dt="2025-07-23T05:20:12.441" v="3415"/>
        <pc:sldMkLst>
          <pc:docMk/>
          <pc:sldMk cId="0" sldId="276"/>
        </pc:sldMkLst>
        <pc:spChg chg="mod">
          <ac:chgData name="Deepika Vatsa" userId="f7100972-27fe-4ee6-8fb4-ec9b7931b409" providerId="ADAL" clId="{6884C358-F078-41E2-B52A-C991C4377FC1}" dt="2025-07-23T05:15:49.357" v="3349" actId="207"/>
          <ac:spMkLst>
            <pc:docMk/>
            <pc:sldMk cId="0" sldId="276"/>
            <ac:spMk id="2" creationId="{00000000-0000-0000-0000-000000000000}"/>
          </ac:spMkLst>
        </pc:spChg>
        <pc:spChg chg="del mod">
          <ac:chgData name="Deepika Vatsa" userId="f7100972-27fe-4ee6-8fb4-ec9b7931b409" providerId="ADAL" clId="{6884C358-F078-41E2-B52A-C991C4377FC1}" dt="2025-07-22T10:51:53.775" v="2857" actId="478"/>
          <ac:spMkLst>
            <pc:docMk/>
            <pc:sldMk cId="0" sldId="276"/>
            <ac:spMk id="3" creationId="{00000000-0000-0000-0000-000000000000}"/>
          </ac:spMkLst>
        </pc:spChg>
        <pc:spChg chg="del mod">
          <ac:chgData name="Deepika Vatsa" userId="f7100972-27fe-4ee6-8fb4-ec9b7931b409" providerId="ADAL" clId="{6884C358-F078-41E2-B52A-C991C4377FC1}" dt="2025-07-22T09:30:00.857" v="194" actId="478"/>
          <ac:spMkLst>
            <pc:docMk/>
            <pc:sldMk cId="0" sldId="276"/>
            <ac:spMk id="4" creationId="{00000000-0000-0000-0000-000000000000}"/>
          </ac:spMkLst>
        </pc:spChg>
        <pc:spChg chg="add del mod ord">
          <ac:chgData name="Deepika Vatsa" userId="f7100972-27fe-4ee6-8fb4-ec9b7931b409" providerId="ADAL" clId="{6884C358-F078-41E2-B52A-C991C4377FC1}" dt="2025-07-22T10:51:53.775" v="2857" actId="478"/>
          <ac:spMkLst>
            <pc:docMk/>
            <pc:sldMk cId="0" sldId="276"/>
            <ac:spMk id="6" creationId="{DF1F7109-6D42-A6CD-F452-0870CFC44C57}"/>
          </ac:spMkLst>
        </pc:spChg>
        <pc:spChg chg="add del mod">
          <ac:chgData name="Deepika Vatsa" userId="f7100972-27fe-4ee6-8fb4-ec9b7931b409" providerId="ADAL" clId="{6884C358-F078-41E2-B52A-C991C4377FC1}" dt="2025-07-22T10:51:53.775" v="2857" actId="478"/>
          <ac:spMkLst>
            <pc:docMk/>
            <pc:sldMk cId="0" sldId="276"/>
            <ac:spMk id="7" creationId="{FF220C66-A4E6-C8D7-391A-04D70E625C9C}"/>
          </ac:spMkLst>
        </pc:spChg>
        <pc:spChg chg="add del mod">
          <ac:chgData name="Deepika Vatsa" userId="f7100972-27fe-4ee6-8fb4-ec9b7931b409" providerId="ADAL" clId="{6884C358-F078-41E2-B52A-C991C4377FC1}" dt="2025-07-22T09:29:47.313" v="184"/>
          <ac:spMkLst>
            <pc:docMk/>
            <pc:sldMk cId="0" sldId="276"/>
            <ac:spMk id="9" creationId="{43D22531-29B1-0753-0946-7FE02105E3BE}"/>
          </ac:spMkLst>
        </pc:spChg>
        <pc:spChg chg="add del mod">
          <ac:chgData name="Deepika Vatsa" userId="f7100972-27fe-4ee6-8fb4-ec9b7931b409" providerId="ADAL" clId="{6884C358-F078-41E2-B52A-C991C4377FC1}" dt="2025-07-22T10:51:53.775" v="2857" actId="478"/>
          <ac:spMkLst>
            <pc:docMk/>
            <pc:sldMk cId="0" sldId="276"/>
            <ac:spMk id="10" creationId="{762B94E8-9E92-C874-B94F-CA816E8E5609}"/>
          </ac:spMkLst>
        </pc:spChg>
        <pc:spChg chg="add del mod">
          <ac:chgData name="Deepika Vatsa" userId="f7100972-27fe-4ee6-8fb4-ec9b7931b409" providerId="ADAL" clId="{6884C358-F078-41E2-B52A-C991C4377FC1}" dt="2025-07-22T10:51:55.493" v="2858" actId="478"/>
          <ac:spMkLst>
            <pc:docMk/>
            <pc:sldMk cId="0" sldId="276"/>
            <ac:spMk id="12" creationId="{761C11D7-EAE4-DE47-846C-5394B9B4B7D2}"/>
          </ac:spMkLst>
        </pc:spChg>
        <pc:spChg chg="add mod">
          <ac:chgData name="Deepika Vatsa" userId="f7100972-27fe-4ee6-8fb4-ec9b7931b409" providerId="ADAL" clId="{6884C358-F078-41E2-B52A-C991C4377FC1}" dt="2025-07-22T10:58:29.586" v="3175" actId="1076"/>
          <ac:spMkLst>
            <pc:docMk/>
            <pc:sldMk cId="0" sldId="276"/>
            <ac:spMk id="13" creationId="{05B054CE-66A9-69B7-25DF-5E63A7E7226F}"/>
          </ac:spMkLst>
        </pc:spChg>
        <pc:graphicFrameChg chg="add del mod modGraphic">
          <ac:chgData name="Deepika Vatsa" userId="f7100972-27fe-4ee6-8fb4-ec9b7931b409" providerId="ADAL" clId="{6884C358-F078-41E2-B52A-C991C4377FC1}" dt="2025-07-22T10:58:21.671" v="3172" actId="478"/>
          <ac:graphicFrameMkLst>
            <pc:docMk/>
            <pc:sldMk cId="0" sldId="276"/>
            <ac:graphicFrameMk id="14" creationId="{15B9210D-0693-05A9-B8B7-394487320ED6}"/>
          </ac:graphicFrameMkLst>
        </pc:graphicFrameChg>
        <pc:cxnChg chg="add mod">
          <ac:chgData name="Deepika Vatsa" userId="f7100972-27fe-4ee6-8fb4-ec9b7931b409" providerId="ADAL" clId="{6884C358-F078-41E2-B52A-C991C4377FC1}" dt="2025-07-23T05:20:12.441" v="3415"/>
          <ac:cxnSpMkLst>
            <pc:docMk/>
            <pc:sldMk cId="0" sldId="276"/>
            <ac:cxnSpMk id="3" creationId="{A353B9D7-DA76-EC76-62EC-B68A91A5CACC}"/>
          </ac:cxnSpMkLst>
        </pc:cxnChg>
        <pc:cxnChg chg="del">
          <ac:chgData name="Deepika Vatsa" userId="f7100972-27fe-4ee6-8fb4-ec9b7931b409" providerId="ADAL" clId="{6884C358-F078-41E2-B52A-C991C4377FC1}" dt="2025-07-23T05:20:11.800" v="3414" actId="478"/>
          <ac:cxnSpMkLst>
            <pc:docMk/>
            <pc:sldMk cId="0" sldId="276"/>
            <ac:cxnSpMk id="5" creationId="{50E184E5-16FE-EBD7-7894-1DC87C936193}"/>
          </ac:cxnSpMkLst>
        </pc:cxnChg>
      </pc:sldChg>
      <pc:sldChg chg="modSp del">
        <pc:chgData name="Deepika Vatsa" userId="f7100972-27fe-4ee6-8fb4-ec9b7931b409" providerId="ADAL" clId="{6884C358-F078-41E2-B52A-C991C4377FC1}" dt="2025-07-22T09:48:52.734" v="447" actId="2696"/>
        <pc:sldMkLst>
          <pc:docMk/>
          <pc:sldMk cId="0" sldId="282"/>
        </pc:sldMkLst>
        <pc:spChg chg="mod">
          <ac:chgData name="Deepika Vatsa" userId="f7100972-27fe-4ee6-8fb4-ec9b7931b409" providerId="ADAL" clId="{6884C358-F078-41E2-B52A-C991C4377FC1}" dt="2025-07-22T09:25:41.921" v="69"/>
          <ac:spMkLst>
            <pc:docMk/>
            <pc:sldMk cId="0" sldId="282"/>
            <ac:spMk id="3" creationId="{00000000-0000-0000-0000-000000000000}"/>
          </ac:spMkLst>
        </pc:spChg>
        <pc:spChg chg="mod">
          <ac:chgData name="Deepika Vatsa" userId="f7100972-27fe-4ee6-8fb4-ec9b7931b409" providerId="ADAL" clId="{6884C358-F078-41E2-B52A-C991C4377FC1}" dt="2025-07-22T09:25:41.921" v="69"/>
          <ac:spMkLst>
            <pc:docMk/>
            <pc:sldMk cId="0" sldId="282"/>
            <ac:spMk id="4" creationId="{00000000-0000-0000-0000-000000000000}"/>
          </ac:spMkLst>
        </pc:spChg>
      </pc:sldChg>
      <pc:sldChg chg="add del">
        <pc:chgData name="Deepika Vatsa" userId="f7100972-27fe-4ee6-8fb4-ec9b7931b409" providerId="ADAL" clId="{6884C358-F078-41E2-B52A-C991C4377FC1}" dt="2025-07-23T05:12:37.326" v="3321" actId="47"/>
        <pc:sldMkLst>
          <pc:docMk/>
          <pc:sldMk cId="2852168949" sldId="350"/>
        </pc:sldMkLst>
      </pc:sldChg>
      <pc:sldChg chg="add del">
        <pc:chgData name="Deepika Vatsa" userId="f7100972-27fe-4ee6-8fb4-ec9b7931b409" providerId="ADAL" clId="{6884C358-F078-41E2-B52A-C991C4377FC1}" dt="2025-07-23T05:13:42.142" v="3334" actId="47"/>
        <pc:sldMkLst>
          <pc:docMk/>
          <pc:sldMk cId="178954834" sldId="363"/>
        </pc:sldMkLst>
      </pc:sldChg>
      <pc:sldChg chg="modSp mod">
        <pc:chgData name="Deepika Vatsa" userId="f7100972-27fe-4ee6-8fb4-ec9b7931b409" providerId="ADAL" clId="{6884C358-F078-41E2-B52A-C991C4377FC1}" dt="2025-07-22T09:24:57.233" v="65" actId="20577"/>
        <pc:sldMkLst>
          <pc:docMk/>
          <pc:sldMk cId="0" sldId="395"/>
        </pc:sldMkLst>
        <pc:spChg chg="mod">
          <ac:chgData name="Deepika Vatsa" userId="f7100972-27fe-4ee6-8fb4-ec9b7931b409" providerId="ADAL" clId="{6884C358-F078-41E2-B52A-C991C4377FC1}" dt="2025-07-22T09:24:57.233" v="65" actId="20577"/>
          <ac:spMkLst>
            <pc:docMk/>
            <pc:sldMk cId="0" sldId="395"/>
            <ac:spMk id="2" creationId="{00000000-0000-0000-0000-000000000000}"/>
          </ac:spMkLst>
        </pc:spChg>
      </pc:sldChg>
      <pc:sldChg chg="modSp del">
        <pc:chgData name="Deepika Vatsa" userId="f7100972-27fe-4ee6-8fb4-ec9b7931b409" providerId="ADAL" clId="{6884C358-F078-41E2-B52A-C991C4377FC1}" dt="2025-07-22T09:36:18.403" v="300" actId="47"/>
        <pc:sldMkLst>
          <pc:docMk/>
          <pc:sldMk cId="3480929016" sldId="553"/>
        </pc:sldMkLst>
        <pc:spChg chg="mod">
          <ac:chgData name="Deepika Vatsa" userId="f7100972-27fe-4ee6-8fb4-ec9b7931b409" providerId="ADAL" clId="{6884C358-F078-41E2-B52A-C991C4377FC1}" dt="2025-07-22T09:25:41.921" v="69"/>
          <ac:spMkLst>
            <pc:docMk/>
            <pc:sldMk cId="3480929016" sldId="553"/>
            <ac:spMk id="4" creationId="{0A61BF14-BB4C-4FFC-7012-6231EFAFCD41}"/>
          </ac:spMkLst>
        </pc:spChg>
      </pc:sldChg>
      <pc:sldChg chg="del">
        <pc:chgData name="Deepika Vatsa" userId="f7100972-27fe-4ee6-8fb4-ec9b7931b409" providerId="ADAL" clId="{6884C358-F078-41E2-B52A-C991C4377FC1}" dt="2025-07-22T09:23:28.413" v="0" actId="47"/>
        <pc:sldMkLst>
          <pc:docMk/>
          <pc:sldMk cId="4163686748" sldId="554"/>
        </pc:sldMkLst>
      </pc:sldChg>
      <pc:sldChg chg="del">
        <pc:chgData name="Deepika Vatsa" userId="f7100972-27fe-4ee6-8fb4-ec9b7931b409" providerId="ADAL" clId="{6884C358-F078-41E2-B52A-C991C4377FC1}" dt="2025-07-22T09:23:28.413" v="0" actId="47"/>
        <pc:sldMkLst>
          <pc:docMk/>
          <pc:sldMk cId="3935020306" sldId="555"/>
        </pc:sldMkLst>
      </pc:sldChg>
      <pc:sldChg chg="modSp del">
        <pc:chgData name="Deepika Vatsa" userId="f7100972-27fe-4ee6-8fb4-ec9b7931b409" providerId="ADAL" clId="{6884C358-F078-41E2-B52A-C991C4377FC1}" dt="2025-07-22T10:01:31.830" v="728" actId="47"/>
        <pc:sldMkLst>
          <pc:docMk/>
          <pc:sldMk cId="2250760117" sldId="572"/>
        </pc:sldMkLst>
        <pc:spChg chg="mod">
          <ac:chgData name="Deepika Vatsa" userId="f7100972-27fe-4ee6-8fb4-ec9b7931b409" providerId="ADAL" clId="{6884C358-F078-41E2-B52A-C991C4377FC1}" dt="2025-07-22T09:25:41.921" v="69"/>
          <ac:spMkLst>
            <pc:docMk/>
            <pc:sldMk cId="2250760117" sldId="572"/>
            <ac:spMk id="4" creationId="{AAA3C26B-3FEA-A51C-8509-EDFF58FF4F4A}"/>
          </ac:spMkLst>
        </pc:spChg>
      </pc:sldChg>
      <pc:sldChg chg="addSp delSp modSp mod">
        <pc:chgData name="Deepika Vatsa" userId="f7100972-27fe-4ee6-8fb4-ec9b7931b409" providerId="ADAL" clId="{6884C358-F078-41E2-B52A-C991C4377FC1}" dt="2025-07-23T05:21:25.243" v="3452"/>
        <pc:sldMkLst>
          <pc:docMk/>
          <pc:sldMk cId="549806327" sldId="573"/>
        </pc:sldMkLst>
        <pc:spChg chg="mod">
          <ac:chgData name="Deepika Vatsa" userId="f7100972-27fe-4ee6-8fb4-ec9b7931b409" providerId="ADAL" clId="{6884C358-F078-41E2-B52A-C991C4377FC1}" dt="2025-07-23T05:18:21.699" v="3391" actId="1035"/>
          <ac:spMkLst>
            <pc:docMk/>
            <pc:sldMk cId="549806327" sldId="573"/>
            <ac:spMk id="2" creationId="{1CD95200-E997-69E7-D60F-2B2833820E43}"/>
          </ac:spMkLst>
        </pc:spChg>
        <pc:spChg chg="mod">
          <ac:chgData name="Deepika Vatsa" userId="f7100972-27fe-4ee6-8fb4-ec9b7931b409" providerId="ADAL" clId="{6884C358-F078-41E2-B52A-C991C4377FC1}" dt="2025-07-22T10:11:40.522" v="861" actId="33524"/>
          <ac:spMkLst>
            <pc:docMk/>
            <pc:sldMk cId="549806327" sldId="573"/>
            <ac:spMk id="3" creationId="{7E3D72CB-FD10-51F1-E138-1F3205E12992}"/>
          </ac:spMkLst>
        </pc:spChg>
        <pc:picChg chg="mod modCrop">
          <ac:chgData name="Deepika Vatsa" userId="f7100972-27fe-4ee6-8fb4-ec9b7931b409" providerId="ADAL" clId="{6884C358-F078-41E2-B52A-C991C4377FC1}" dt="2025-07-22T10:11:25.482" v="856" actId="1076"/>
          <ac:picMkLst>
            <pc:docMk/>
            <pc:sldMk cId="549806327" sldId="573"/>
            <ac:picMk id="4" creationId="{F4073854-4E6C-1C34-8E9C-E284C7C1B544}"/>
          </ac:picMkLst>
        </pc:picChg>
        <pc:cxnChg chg="del">
          <ac:chgData name="Deepika Vatsa" userId="f7100972-27fe-4ee6-8fb4-ec9b7931b409" providerId="ADAL" clId="{6884C358-F078-41E2-B52A-C991C4377FC1}" dt="2025-07-23T05:21:24.872" v="3451" actId="478"/>
          <ac:cxnSpMkLst>
            <pc:docMk/>
            <pc:sldMk cId="549806327" sldId="573"/>
            <ac:cxnSpMk id="5" creationId="{2583FC77-E3AB-35E6-B60C-53A76FE8003F}"/>
          </ac:cxnSpMkLst>
        </pc:cxnChg>
        <pc:cxnChg chg="add mod">
          <ac:chgData name="Deepika Vatsa" userId="f7100972-27fe-4ee6-8fb4-ec9b7931b409" providerId="ADAL" clId="{6884C358-F078-41E2-B52A-C991C4377FC1}" dt="2025-07-23T05:21:25.243" v="3452"/>
          <ac:cxnSpMkLst>
            <pc:docMk/>
            <pc:sldMk cId="549806327" sldId="573"/>
            <ac:cxnSpMk id="6" creationId="{ABECC0BA-46D9-85A9-9BEC-69239BC9C062}"/>
          </ac:cxnSpMkLst>
        </pc:cxnChg>
      </pc:sldChg>
      <pc:sldChg chg="del">
        <pc:chgData name="Deepika Vatsa" userId="f7100972-27fe-4ee6-8fb4-ec9b7931b409" providerId="ADAL" clId="{6884C358-F078-41E2-B52A-C991C4377FC1}" dt="2025-07-22T10:12:15.086" v="862" actId="2696"/>
        <pc:sldMkLst>
          <pc:docMk/>
          <pc:sldMk cId="1030842975" sldId="574"/>
        </pc:sldMkLst>
      </pc:sldChg>
      <pc:sldChg chg="del">
        <pc:chgData name="Deepika Vatsa" userId="f7100972-27fe-4ee6-8fb4-ec9b7931b409" providerId="ADAL" clId="{6884C358-F078-41E2-B52A-C991C4377FC1}" dt="2025-07-22T10:12:15.086" v="862" actId="2696"/>
        <pc:sldMkLst>
          <pc:docMk/>
          <pc:sldMk cId="1844610887" sldId="575"/>
        </pc:sldMkLst>
      </pc:sldChg>
      <pc:sldChg chg="addSp delSp modSp mod">
        <pc:chgData name="Deepika Vatsa" userId="f7100972-27fe-4ee6-8fb4-ec9b7931b409" providerId="ADAL" clId="{6884C358-F078-41E2-B52A-C991C4377FC1}" dt="2025-07-23T05:21:29.136" v="3454"/>
        <pc:sldMkLst>
          <pc:docMk/>
          <pc:sldMk cId="810527257" sldId="576"/>
        </pc:sldMkLst>
        <pc:spChg chg="mod">
          <ac:chgData name="Deepika Vatsa" userId="f7100972-27fe-4ee6-8fb4-ec9b7931b409" providerId="ADAL" clId="{6884C358-F078-41E2-B52A-C991C4377FC1}" dt="2025-07-23T05:18:32.996" v="3393" actId="255"/>
          <ac:spMkLst>
            <pc:docMk/>
            <pc:sldMk cId="810527257" sldId="576"/>
            <ac:spMk id="2" creationId="{8C8DA422-5599-BE5B-B151-D196E8414908}"/>
          </ac:spMkLst>
        </pc:spChg>
        <pc:spChg chg="del">
          <ac:chgData name="Deepika Vatsa" userId="f7100972-27fe-4ee6-8fb4-ec9b7931b409" providerId="ADAL" clId="{6884C358-F078-41E2-B52A-C991C4377FC1}" dt="2025-07-22T10:13:31.716" v="864" actId="478"/>
          <ac:spMkLst>
            <pc:docMk/>
            <pc:sldMk cId="810527257" sldId="576"/>
            <ac:spMk id="3" creationId="{23292E8A-B934-BC7E-D793-FA32925820AA}"/>
          </ac:spMkLst>
        </pc:spChg>
        <pc:spChg chg="add del mod">
          <ac:chgData name="Deepika Vatsa" userId="f7100972-27fe-4ee6-8fb4-ec9b7931b409" providerId="ADAL" clId="{6884C358-F078-41E2-B52A-C991C4377FC1}" dt="2025-07-22T10:13:33.431" v="865" actId="478"/>
          <ac:spMkLst>
            <pc:docMk/>
            <pc:sldMk cId="810527257" sldId="576"/>
            <ac:spMk id="6" creationId="{83784901-344E-5428-88AA-7C54D084D705}"/>
          </ac:spMkLst>
        </pc:spChg>
        <pc:picChg chg="add mod">
          <ac:chgData name="Deepika Vatsa" userId="f7100972-27fe-4ee6-8fb4-ec9b7931b409" providerId="ADAL" clId="{6884C358-F078-41E2-B52A-C991C4377FC1}" dt="2025-07-22T10:13:36.274" v="867" actId="1076"/>
          <ac:picMkLst>
            <pc:docMk/>
            <pc:sldMk cId="810527257" sldId="576"/>
            <ac:picMk id="7" creationId="{D042E4FB-BDAC-1A6F-5268-672F6BAA70EC}"/>
          </ac:picMkLst>
        </pc:picChg>
        <pc:cxnChg chg="add mod">
          <ac:chgData name="Deepika Vatsa" userId="f7100972-27fe-4ee6-8fb4-ec9b7931b409" providerId="ADAL" clId="{6884C358-F078-41E2-B52A-C991C4377FC1}" dt="2025-07-23T05:21:29.136" v="3454"/>
          <ac:cxnSpMkLst>
            <pc:docMk/>
            <pc:sldMk cId="810527257" sldId="576"/>
            <ac:cxnSpMk id="3" creationId="{D70A73E4-B319-02F9-A019-8583C8BD017A}"/>
          </ac:cxnSpMkLst>
        </pc:cxnChg>
        <pc:cxnChg chg="del">
          <ac:chgData name="Deepika Vatsa" userId="f7100972-27fe-4ee6-8fb4-ec9b7931b409" providerId="ADAL" clId="{6884C358-F078-41E2-B52A-C991C4377FC1}" dt="2025-07-23T05:21:28.712" v="3453" actId="478"/>
          <ac:cxnSpMkLst>
            <pc:docMk/>
            <pc:sldMk cId="810527257" sldId="576"/>
            <ac:cxnSpMk id="5" creationId="{40F7F98D-83E9-028D-8FA0-BC9D6977408D}"/>
          </ac:cxnSpMkLst>
        </pc:cxnChg>
      </pc:sldChg>
      <pc:sldChg chg="del">
        <pc:chgData name="Deepika Vatsa" userId="f7100972-27fe-4ee6-8fb4-ec9b7931b409" providerId="ADAL" clId="{6884C358-F078-41E2-B52A-C991C4377FC1}" dt="2025-07-22T10:13:40.415" v="868" actId="47"/>
        <pc:sldMkLst>
          <pc:docMk/>
          <pc:sldMk cId="2512841971" sldId="577"/>
        </pc:sldMkLst>
      </pc:sldChg>
      <pc:sldChg chg="addSp delSp modSp mod">
        <pc:chgData name="Deepika Vatsa" userId="f7100972-27fe-4ee6-8fb4-ec9b7931b409" providerId="ADAL" clId="{6884C358-F078-41E2-B52A-C991C4377FC1}" dt="2025-07-23T05:21:46.433" v="3460" actId="14100"/>
        <pc:sldMkLst>
          <pc:docMk/>
          <pc:sldMk cId="835005002" sldId="578"/>
        </pc:sldMkLst>
        <pc:spChg chg="del mod">
          <ac:chgData name="Deepika Vatsa" userId="f7100972-27fe-4ee6-8fb4-ec9b7931b409" providerId="ADAL" clId="{6884C358-F078-41E2-B52A-C991C4377FC1}" dt="2025-07-23T05:18:44.103" v="3394" actId="478"/>
          <ac:spMkLst>
            <pc:docMk/>
            <pc:sldMk cId="835005002" sldId="578"/>
            <ac:spMk id="2" creationId="{91E18C70-E367-59EE-B161-70D8F2FCB574}"/>
          </ac:spMkLst>
        </pc:spChg>
        <pc:spChg chg="mod">
          <ac:chgData name="Deepika Vatsa" userId="f7100972-27fe-4ee6-8fb4-ec9b7931b409" providerId="ADAL" clId="{6884C358-F078-41E2-B52A-C991C4377FC1}" dt="2025-07-23T05:21:46.433" v="3460" actId="14100"/>
          <ac:spMkLst>
            <pc:docMk/>
            <pc:sldMk cId="835005002" sldId="578"/>
            <ac:spMk id="4" creationId="{7776C47F-6F4E-DC03-37A6-E7A3B197AE34}"/>
          </ac:spMkLst>
        </pc:spChg>
        <pc:spChg chg="add del mod">
          <ac:chgData name="Deepika Vatsa" userId="f7100972-27fe-4ee6-8fb4-ec9b7931b409" providerId="ADAL" clId="{6884C358-F078-41E2-B52A-C991C4377FC1}" dt="2025-07-23T05:18:45.920" v="3395" actId="478"/>
          <ac:spMkLst>
            <pc:docMk/>
            <pc:sldMk cId="835005002" sldId="578"/>
            <ac:spMk id="6" creationId="{4E321242-3F8E-3E41-604D-15D680DFF783}"/>
          </ac:spMkLst>
        </pc:spChg>
        <pc:spChg chg="add mod">
          <ac:chgData name="Deepika Vatsa" userId="f7100972-27fe-4ee6-8fb4-ec9b7931b409" providerId="ADAL" clId="{6884C358-F078-41E2-B52A-C991C4377FC1}" dt="2025-07-23T05:18:46.673" v="3396"/>
          <ac:spMkLst>
            <pc:docMk/>
            <pc:sldMk cId="835005002" sldId="578"/>
            <ac:spMk id="7" creationId="{C86B6E8B-F1EE-EC17-42A6-8C54D5AE7919}"/>
          </ac:spMkLst>
        </pc:spChg>
        <pc:cxnChg chg="del">
          <ac:chgData name="Deepika Vatsa" userId="f7100972-27fe-4ee6-8fb4-ec9b7931b409" providerId="ADAL" clId="{6884C358-F078-41E2-B52A-C991C4377FC1}" dt="2025-07-23T05:21:33.356" v="3455" actId="478"/>
          <ac:cxnSpMkLst>
            <pc:docMk/>
            <pc:sldMk cId="835005002" sldId="578"/>
            <ac:cxnSpMk id="5" creationId="{B2627C12-E6DC-37C6-3534-91290B918037}"/>
          </ac:cxnSpMkLst>
        </pc:cxnChg>
        <pc:cxnChg chg="add mod">
          <ac:chgData name="Deepika Vatsa" userId="f7100972-27fe-4ee6-8fb4-ec9b7931b409" providerId="ADAL" clId="{6884C358-F078-41E2-B52A-C991C4377FC1}" dt="2025-07-23T05:21:33.753" v="3456"/>
          <ac:cxnSpMkLst>
            <pc:docMk/>
            <pc:sldMk cId="835005002" sldId="578"/>
            <ac:cxnSpMk id="8" creationId="{DFAC204A-2B4C-B3BD-E2C3-309FA6A4D4FE}"/>
          </ac:cxnSpMkLst>
        </pc:cxnChg>
      </pc:sldChg>
      <pc:sldChg chg="del">
        <pc:chgData name="Deepika Vatsa" userId="f7100972-27fe-4ee6-8fb4-ec9b7931b409" providerId="ADAL" clId="{6884C358-F078-41E2-B52A-C991C4377FC1}" dt="2025-07-22T10:20:38.022" v="1476" actId="47"/>
        <pc:sldMkLst>
          <pc:docMk/>
          <pc:sldMk cId="1577856654" sldId="579"/>
        </pc:sldMkLst>
      </pc:sldChg>
      <pc:sldChg chg="del">
        <pc:chgData name="Deepika Vatsa" userId="f7100972-27fe-4ee6-8fb4-ec9b7931b409" providerId="ADAL" clId="{6884C358-F078-41E2-B52A-C991C4377FC1}" dt="2025-07-22T10:23:03.818" v="1507" actId="2696"/>
        <pc:sldMkLst>
          <pc:docMk/>
          <pc:sldMk cId="858610061" sldId="580"/>
        </pc:sldMkLst>
      </pc:sldChg>
      <pc:sldChg chg="del">
        <pc:chgData name="Deepika Vatsa" userId="f7100972-27fe-4ee6-8fb4-ec9b7931b409" providerId="ADAL" clId="{6884C358-F078-41E2-B52A-C991C4377FC1}" dt="2025-07-22T10:31:42.979" v="2065" actId="47"/>
        <pc:sldMkLst>
          <pc:docMk/>
          <pc:sldMk cId="2808099838" sldId="581"/>
        </pc:sldMkLst>
      </pc:sldChg>
      <pc:sldChg chg="addSp delSp modSp mod">
        <pc:chgData name="Deepika Vatsa" userId="f7100972-27fe-4ee6-8fb4-ec9b7931b409" providerId="ADAL" clId="{6884C358-F078-41E2-B52A-C991C4377FC1}" dt="2025-07-23T05:21:56.245" v="3463" actId="14100"/>
        <pc:sldMkLst>
          <pc:docMk/>
          <pc:sldMk cId="1700069977" sldId="582"/>
        </pc:sldMkLst>
        <pc:spChg chg="del mod">
          <ac:chgData name="Deepika Vatsa" userId="f7100972-27fe-4ee6-8fb4-ec9b7931b409" providerId="ADAL" clId="{6884C358-F078-41E2-B52A-C991C4377FC1}" dt="2025-07-23T05:11:29.001" v="3295" actId="478"/>
          <ac:spMkLst>
            <pc:docMk/>
            <pc:sldMk cId="1700069977" sldId="582"/>
            <ac:spMk id="2" creationId="{3EA993F1-7D74-5A35-94E0-755C8170DDD2}"/>
          </ac:spMkLst>
        </pc:spChg>
        <pc:spChg chg="mod">
          <ac:chgData name="Deepika Vatsa" userId="f7100972-27fe-4ee6-8fb4-ec9b7931b409" providerId="ADAL" clId="{6884C358-F078-41E2-B52A-C991C4377FC1}" dt="2025-07-23T05:21:56.245" v="3463" actId="14100"/>
          <ac:spMkLst>
            <pc:docMk/>
            <pc:sldMk cId="1700069977" sldId="582"/>
            <ac:spMk id="4" creationId="{C7E4D45C-A04E-4FD8-8E36-9127F8599888}"/>
          </ac:spMkLst>
        </pc:spChg>
        <pc:spChg chg="add del mod">
          <ac:chgData name="Deepika Vatsa" userId="f7100972-27fe-4ee6-8fb4-ec9b7931b409" providerId="ADAL" clId="{6884C358-F078-41E2-B52A-C991C4377FC1}" dt="2025-07-23T05:11:31.373" v="3296" actId="478"/>
          <ac:spMkLst>
            <pc:docMk/>
            <pc:sldMk cId="1700069977" sldId="582"/>
            <ac:spMk id="6" creationId="{BC483E00-42FE-1B2D-5AB9-B054E0125187}"/>
          </ac:spMkLst>
        </pc:spChg>
        <pc:spChg chg="add del mod">
          <ac:chgData name="Deepika Vatsa" userId="f7100972-27fe-4ee6-8fb4-ec9b7931b409" providerId="ADAL" clId="{6884C358-F078-41E2-B52A-C991C4377FC1}" dt="2025-07-23T05:19:05.174" v="3403" actId="478"/>
          <ac:spMkLst>
            <pc:docMk/>
            <pc:sldMk cId="1700069977" sldId="582"/>
            <ac:spMk id="7" creationId="{77CBCD7F-8AE7-4B57-3A9F-538E17F926AC}"/>
          </ac:spMkLst>
        </pc:spChg>
        <pc:spChg chg="add del mod">
          <ac:chgData name="Deepika Vatsa" userId="f7100972-27fe-4ee6-8fb4-ec9b7931b409" providerId="ADAL" clId="{6884C358-F078-41E2-B52A-C991C4377FC1}" dt="2025-07-23T05:19:06.810" v="3404" actId="478"/>
          <ac:spMkLst>
            <pc:docMk/>
            <pc:sldMk cId="1700069977" sldId="582"/>
            <ac:spMk id="9" creationId="{DA1F278C-AFDE-7105-568A-768E46CCC33B}"/>
          </ac:spMkLst>
        </pc:spChg>
        <pc:spChg chg="add mod">
          <ac:chgData name="Deepika Vatsa" userId="f7100972-27fe-4ee6-8fb4-ec9b7931b409" providerId="ADAL" clId="{6884C358-F078-41E2-B52A-C991C4377FC1}" dt="2025-07-23T05:19:07.408" v="3405"/>
          <ac:spMkLst>
            <pc:docMk/>
            <pc:sldMk cId="1700069977" sldId="582"/>
            <ac:spMk id="10" creationId="{7124F2BA-B4C0-9D6A-F84A-5C187670E1ED}"/>
          </ac:spMkLst>
        </pc:spChg>
        <pc:cxnChg chg="del">
          <ac:chgData name="Deepika Vatsa" userId="f7100972-27fe-4ee6-8fb4-ec9b7931b409" providerId="ADAL" clId="{6884C358-F078-41E2-B52A-C991C4377FC1}" dt="2025-07-23T05:21:52.654" v="3461" actId="478"/>
          <ac:cxnSpMkLst>
            <pc:docMk/>
            <pc:sldMk cId="1700069977" sldId="582"/>
            <ac:cxnSpMk id="5" creationId="{EA92F9DF-D5D8-49B1-F8B9-EDE5C89C9DF6}"/>
          </ac:cxnSpMkLst>
        </pc:cxnChg>
        <pc:cxnChg chg="add mod">
          <ac:chgData name="Deepika Vatsa" userId="f7100972-27fe-4ee6-8fb4-ec9b7931b409" providerId="ADAL" clId="{6884C358-F078-41E2-B52A-C991C4377FC1}" dt="2025-07-23T05:21:53.350" v="3462"/>
          <ac:cxnSpMkLst>
            <pc:docMk/>
            <pc:sldMk cId="1700069977" sldId="582"/>
            <ac:cxnSpMk id="11" creationId="{C11FA30D-24D1-6FBC-D7BC-51AEC489E098}"/>
          </ac:cxnSpMkLst>
        </pc:cxnChg>
      </pc:sldChg>
      <pc:sldChg chg="del">
        <pc:chgData name="Deepika Vatsa" userId="f7100972-27fe-4ee6-8fb4-ec9b7931b409" providerId="ADAL" clId="{6884C358-F078-41E2-B52A-C991C4377FC1}" dt="2025-07-22T10:38:05.600" v="2234" actId="47"/>
        <pc:sldMkLst>
          <pc:docMk/>
          <pc:sldMk cId="591297716" sldId="583"/>
        </pc:sldMkLst>
      </pc:sldChg>
      <pc:sldChg chg="del">
        <pc:chgData name="Deepika Vatsa" userId="f7100972-27fe-4ee6-8fb4-ec9b7931b409" providerId="ADAL" clId="{6884C358-F078-41E2-B52A-C991C4377FC1}" dt="2025-07-22T10:38:24.185" v="2235" actId="47"/>
        <pc:sldMkLst>
          <pc:docMk/>
          <pc:sldMk cId="4024096756" sldId="584"/>
        </pc:sldMkLst>
      </pc:sldChg>
      <pc:sldChg chg="addSp delSp modSp mod">
        <pc:chgData name="Deepika Vatsa" userId="f7100972-27fe-4ee6-8fb4-ec9b7931b409" providerId="ADAL" clId="{6884C358-F078-41E2-B52A-C991C4377FC1}" dt="2025-07-23T05:23:45.037" v="3532" actId="1076"/>
        <pc:sldMkLst>
          <pc:docMk/>
          <pc:sldMk cId="2784952323" sldId="585"/>
        </pc:sldMkLst>
        <pc:spChg chg="mod">
          <ac:chgData name="Deepika Vatsa" userId="f7100972-27fe-4ee6-8fb4-ec9b7931b409" providerId="ADAL" clId="{6884C358-F078-41E2-B52A-C991C4377FC1}" dt="2025-07-23T05:22:56.013" v="3522" actId="1076"/>
          <ac:spMkLst>
            <pc:docMk/>
            <pc:sldMk cId="2784952323" sldId="585"/>
            <ac:spMk id="2" creationId="{CD4594CC-77DE-BEF3-7ACE-59D14DBBA2F4}"/>
          </ac:spMkLst>
        </pc:spChg>
        <pc:spChg chg="mod">
          <ac:chgData name="Deepika Vatsa" userId="f7100972-27fe-4ee6-8fb4-ec9b7931b409" providerId="ADAL" clId="{6884C358-F078-41E2-B52A-C991C4377FC1}" dt="2025-07-23T05:23:45.037" v="3532" actId="1076"/>
          <ac:spMkLst>
            <pc:docMk/>
            <pc:sldMk cId="2784952323" sldId="585"/>
            <ac:spMk id="4" creationId="{170DDB5B-6792-55DA-AF63-9A96FA1939A3}"/>
          </ac:spMkLst>
        </pc:spChg>
        <pc:cxnChg chg="add mod">
          <ac:chgData name="Deepika Vatsa" userId="f7100972-27fe-4ee6-8fb4-ec9b7931b409" providerId="ADAL" clId="{6884C358-F078-41E2-B52A-C991C4377FC1}" dt="2025-07-23T05:22:47.005" v="3517"/>
          <ac:cxnSpMkLst>
            <pc:docMk/>
            <pc:sldMk cId="2784952323" sldId="585"/>
            <ac:cxnSpMk id="3" creationId="{6EEF62DB-73C3-BC16-B7FD-7A94B557C61B}"/>
          </ac:cxnSpMkLst>
        </pc:cxnChg>
        <pc:cxnChg chg="del">
          <ac:chgData name="Deepika Vatsa" userId="f7100972-27fe-4ee6-8fb4-ec9b7931b409" providerId="ADAL" clId="{6884C358-F078-41E2-B52A-C991C4377FC1}" dt="2025-07-23T05:22:45.556" v="3516" actId="478"/>
          <ac:cxnSpMkLst>
            <pc:docMk/>
            <pc:sldMk cId="2784952323" sldId="585"/>
            <ac:cxnSpMk id="5" creationId="{D6A26A94-065F-5020-54F4-34DABAADC81C}"/>
          </ac:cxnSpMkLst>
        </pc:cxnChg>
      </pc:sldChg>
      <pc:sldChg chg="del">
        <pc:chgData name="Deepika Vatsa" userId="f7100972-27fe-4ee6-8fb4-ec9b7931b409" providerId="ADAL" clId="{6884C358-F078-41E2-B52A-C991C4377FC1}" dt="2025-07-22T10:48:01.051" v="2641" actId="47"/>
        <pc:sldMkLst>
          <pc:docMk/>
          <pc:sldMk cId="34458836" sldId="586"/>
        </pc:sldMkLst>
      </pc:sldChg>
      <pc:sldChg chg="del">
        <pc:chgData name="Deepika Vatsa" userId="f7100972-27fe-4ee6-8fb4-ec9b7931b409" providerId="ADAL" clId="{6884C358-F078-41E2-B52A-C991C4377FC1}" dt="2025-07-22T10:48:09.429" v="2642" actId="47"/>
        <pc:sldMkLst>
          <pc:docMk/>
          <pc:sldMk cId="1852533425" sldId="587"/>
        </pc:sldMkLst>
      </pc:sldChg>
      <pc:sldChg chg="del">
        <pc:chgData name="Deepika Vatsa" userId="f7100972-27fe-4ee6-8fb4-ec9b7931b409" providerId="ADAL" clId="{6884C358-F078-41E2-B52A-C991C4377FC1}" dt="2025-07-22T10:50:58.990" v="2855" actId="47"/>
        <pc:sldMkLst>
          <pc:docMk/>
          <pc:sldMk cId="2624307318" sldId="588"/>
        </pc:sldMkLst>
      </pc:sldChg>
      <pc:sldChg chg="modSp">
        <pc:chgData name="Deepika Vatsa" userId="f7100972-27fe-4ee6-8fb4-ec9b7931b409" providerId="ADAL" clId="{6884C358-F078-41E2-B52A-C991C4377FC1}" dt="2025-07-22T09:25:41.921" v="69"/>
        <pc:sldMkLst>
          <pc:docMk/>
          <pc:sldMk cId="0" sldId="589"/>
        </pc:sldMkLst>
        <pc:spChg chg="mod">
          <ac:chgData name="Deepika Vatsa" userId="f7100972-27fe-4ee6-8fb4-ec9b7931b409" providerId="ADAL" clId="{6884C358-F078-41E2-B52A-C991C4377FC1}" dt="2025-07-22T09:25:41.921" v="69"/>
          <ac:spMkLst>
            <pc:docMk/>
            <pc:sldMk cId="0" sldId="589"/>
            <ac:spMk id="3" creationId="{00000000-0000-0000-0000-000000000000}"/>
          </ac:spMkLst>
        </pc:spChg>
      </pc:sldChg>
      <pc:sldChg chg="addSp delSp modSp add mod">
        <pc:chgData name="Deepika Vatsa" userId="f7100972-27fe-4ee6-8fb4-ec9b7931b409" providerId="ADAL" clId="{6884C358-F078-41E2-B52A-C991C4377FC1}" dt="2025-07-23T05:20:42.730" v="3429"/>
        <pc:sldMkLst>
          <pc:docMk/>
          <pc:sldMk cId="4072135879" sldId="590"/>
        </pc:sldMkLst>
        <pc:spChg chg="mod">
          <ac:chgData name="Deepika Vatsa" userId="f7100972-27fe-4ee6-8fb4-ec9b7931b409" providerId="ADAL" clId="{6884C358-F078-41E2-B52A-C991C4377FC1}" dt="2025-07-23T05:16:48.828" v="3364" actId="207"/>
          <ac:spMkLst>
            <pc:docMk/>
            <pc:sldMk cId="4072135879" sldId="590"/>
            <ac:spMk id="2" creationId="{00000000-0000-0000-0000-000000000000}"/>
          </ac:spMkLst>
        </pc:spChg>
        <pc:spChg chg="del">
          <ac:chgData name="Deepika Vatsa" userId="f7100972-27fe-4ee6-8fb4-ec9b7931b409" providerId="ADAL" clId="{6884C358-F078-41E2-B52A-C991C4377FC1}" dt="2025-07-22T09:33:40.180" v="249" actId="478"/>
          <ac:spMkLst>
            <pc:docMk/>
            <pc:sldMk cId="4072135879" sldId="590"/>
            <ac:spMk id="3" creationId="{00000000-0000-0000-0000-000000000000}"/>
          </ac:spMkLst>
        </pc:spChg>
        <pc:spChg chg="del">
          <ac:chgData name="Deepika Vatsa" userId="f7100972-27fe-4ee6-8fb4-ec9b7931b409" providerId="ADAL" clId="{6884C358-F078-41E2-B52A-C991C4377FC1}" dt="2025-07-22T09:33:36.965" v="248" actId="478"/>
          <ac:spMkLst>
            <pc:docMk/>
            <pc:sldMk cId="4072135879" sldId="590"/>
            <ac:spMk id="6" creationId="{DF1F7109-6D42-A6CD-F452-0870CFC44C57}"/>
          </ac:spMkLst>
        </pc:spChg>
        <pc:spChg chg="del">
          <ac:chgData name="Deepika Vatsa" userId="f7100972-27fe-4ee6-8fb4-ec9b7931b409" providerId="ADAL" clId="{6884C358-F078-41E2-B52A-C991C4377FC1}" dt="2025-07-22T09:33:40.180" v="249" actId="478"/>
          <ac:spMkLst>
            <pc:docMk/>
            <pc:sldMk cId="4072135879" sldId="590"/>
            <ac:spMk id="7" creationId="{FF220C66-A4E6-C8D7-391A-04D70E625C9C}"/>
          </ac:spMkLst>
        </pc:spChg>
        <pc:spChg chg="add del mod">
          <ac:chgData name="Deepika Vatsa" userId="f7100972-27fe-4ee6-8fb4-ec9b7931b409" providerId="ADAL" clId="{6884C358-F078-41E2-B52A-C991C4377FC1}" dt="2025-07-22T09:33:41.989" v="250" actId="478"/>
          <ac:spMkLst>
            <pc:docMk/>
            <pc:sldMk cId="4072135879" sldId="590"/>
            <ac:spMk id="8" creationId="{3A42CD8B-E7C8-D2E6-CB60-EA168BDCC118}"/>
          </ac:spMkLst>
        </pc:spChg>
        <pc:spChg chg="del">
          <ac:chgData name="Deepika Vatsa" userId="f7100972-27fe-4ee6-8fb4-ec9b7931b409" providerId="ADAL" clId="{6884C358-F078-41E2-B52A-C991C4377FC1}" dt="2025-07-22T09:33:40.180" v="249" actId="478"/>
          <ac:spMkLst>
            <pc:docMk/>
            <pc:sldMk cId="4072135879" sldId="590"/>
            <ac:spMk id="10" creationId="{762B94E8-9E92-C874-B94F-CA816E8E5609}"/>
          </ac:spMkLst>
        </pc:spChg>
        <pc:picChg chg="add mod">
          <ac:chgData name="Deepika Vatsa" userId="f7100972-27fe-4ee6-8fb4-ec9b7931b409" providerId="ADAL" clId="{6884C358-F078-41E2-B52A-C991C4377FC1}" dt="2025-07-22T09:33:58.086" v="257" actId="1076"/>
          <ac:picMkLst>
            <pc:docMk/>
            <pc:sldMk cId="4072135879" sldId="590"/>
            <ac:picMk id="9" creationId="{C356703B-A591-E735-D099-756D6F0724A1}"/>
          </ac:picMkLst>
        </pc:picChg>
        <pc:picChg chg="add mod">
          <ac:chgData name="Deepika Vatsa" userId="f7100972-27fe-4ee6-8fb4-ec9b7931b409" providerId="ADAL" clId="{6884C358-F078-41E2-B52A-C991C4377FC1}" dt="2025-07-22T09:33:59.666" v="258" actId="1076"/>
          <ac:picMkLst>
            <pc:docMk/>
            <pc:sldMk cId="4072135879" sldId="590"/>
            <ac:picMk id="11" creationId="{062F518F-DFCE-D51F-C42D-1B8DAD530657}"/>
          </ac:picMkLst>
        </pc:picChg>
        <pc:picChg chg="add mod">
          <ac:chgData name="Deepika Vatsa" userId="f7100972-27fe-4ee6-8fb4-ec9b7931b409" providerId="ADAL" clId="{6884C358-F078-41E2-B52A-C991C4377FC1}" dt="2025-07-22T09:33:56.159" v="256" actId="1076"/>
          <ac:picMkLst>
            <pc:docMk/>
            <pc:sldMk cId="4072135879" sldId="590"/>
            <ac:picMk id="12" creationId="{D688BB6C-9417-8D92-55EB-D522DC679CCF}"/>
          </ac:picMkLst>
        </pc:picChg>
        <pc:picChg chg="add mod">
          <ac:chgData name="Deepika Vatsa" userId="f7100972-27fe-4ee6-8fb4-ec9b7931b409" providerId="ADAL" clId="{6884C358-F078-41E2-B52A-C991C4377FC1}" dt="2025-07-22T09:34:03.951" v="259" actId="1076"/>
          <ac:picMkLst>
            <pc:docMk/>
            <pc:sldMk cId="4072135879" sldId="590"/>
            <ac:picMk id="13" creationId="{299DD2B6-62B2-98BD-205B-D8B8B72CDD4D}"/>
          </ac:picMkLst>
        </pc:picChg>
        <pc:cxnChg chg="add mod">
          <ac:chgData name="Deepika Vatsa" userId="f7100972-27fe-4ee6-8fb4-ec9b7931b409" providerId="ADAL" clId="{6884C358-F078-41E2-B52A-C991C4377FC1}" dt="2025-07-23T05:20:42.730" v="3429"/>
          <ac:cxnSpMkLst>
            <pc:docMk/>
            <pc:sldMk cId="4072135879" sldId="590"/>
            <ac:cxnSpMk id="3" creationId="{E868FEB9-887F-37ED-60BD-FBD1105706A2}"/>
          </ac:cxnSpMkLst>
        </pc:cxnChg>
        <pc:cxnChg chg="del">
          <ac:chgData name="Deepika Vatsa" userId="f7100972-27fe-4ee6-8fb4-ec9b7931b409" providerId="ADAL" clId="{6884C358-F078-41E2-B52A-C991C4377FC1}" dt="2025-07-23T05:20:42.313" v="3428" actId="478"/>
          <ac:cxnSpMkLst>
            <pc:docMk/>
            <pc:sldMk cId="4072135879" sldId="590"/>
            <ac:cxnSpMk id="5" creationId="{50E184E5-16FE-EBD7-7894-1DC87C936193}"/>
          </ac:cxnSpMkLst>
        </pc:cxnChg>
      </pc:sldChg>
      <pc:sldChg chg="addSp delSp modSp add mod">
        <pc:chgData name="Deepika Vatsa" userId="f7100972-27fe-4ee6-8fb4-ec9b7931b409" providerId="ADAL" clId="{6884C358-F078-41E2-B52A-C991C4377FC1}" dt="2025-07-23T05:20:39.010" v="3427"/>
        <pc:sldMkLst>
          <pc:docMk/>
          <pc:sldMk cId="3439049211" sldId="591"/>
        </pc:sldMkLst>
        <pc:spChg chg="mod">
          <ac:chgData name="Deepika Vatsa" userId="f7100972-27fe-4ee6-8fb4-ec9b7931b409" providerId="ADAL" clId="{6884C358-F078-41E2-B52A-C991C4377FC1}" dt="2025-07-23T05:16:43.256" v="3363" actId="207"/>
          <ac:spMkLst>
            <pc:docMk/>
            <pc:sldMk cId="3439049211" sldId="591"/>
            <ac:spMk id="2" creationId="{00000000-0000-0000-0000-000000000000}"/>
          </ac:spMkLst>
        </pc:spChg>
        <pc:spChg chg="del">
          <ac:chgData name="Deepika Vatsa" userId="f7100972-27fe-4ee6-8fb4-ec9b7931b409" providerId="ADAL" clId="{6884C358-F078-41E2-B52A-C991C4377FC1}" dt="2025-07-22T09:35:48.586" v="290" actId="478"/>
          <ac:spMkLst>
            <pc:docMk/>
            <pc:sldMk cId="3439049211" sldId="591"/>
            <ac:spMk id="3" creationId="{00000000-0000-0000-0000-000000000000}"/>
          </ac:spMkLst>
        </pc:spChg>
        <pc:spChg chg="del">
          <ac:chgData name="Deepika Vatsa" userId="f7100972-27fe-4ee6-8fb4-ec9b7931b409" providerId="ADAL" clId="{6884C358-F078-41E2-B52A-C991C4377FC1}" dt="2025-07-22T09:35:45.766" v="289" actId="478"/>
          <ac:spMkLst>
            <pc:docMk/>
            <pc:sldMk cId="3439049211" sldId="591"/>
            <ac:spMk id="6" creationId="{DF1F7109-6D42-A6CD-F452-0870CFC44C57}"/>
          </ac:spMkLst>
        </pc:spChg>
        <pc:spChg chg="del">
          <ac:chgData name="Deepika Vatsa" userId="f7100972-27fe-4ee6-8fb4-ec9b7931b409" providerId="ADAL" clId="{6884C358-F078-41E2-B52A-C991C4377FC1}" dt="2025-07-22T09:35:48.586" v="290" actId="478"/>
          <ac:spMkLst>
            <pc:docMk/>
            <pc:sldMk cId="3439049211" sldId="591"/>
            <ac:spMk id="7" creationId="{FF220C66-A4E6-C8D7-391A-04D70E625C9C}"/>
          </ac:spMkLst>
        </pc:spChg>
        <pc:spChg chg="add del mod">
          <ac:chgData name="Deepika Vatsa" userId="f7100972-27fe-4ee6-8fb4-ec9b7931b409" providerId="ADAL" clId="{6884C358-F078-41E2-B52A-C991C4377FC1}" dt="2025-07-22T09:35:51.845" v="292" actId="478"/>
          <ac:spMkLst>
            <pc:docMk/>
            <pc:sldMk cId="3439049211" sldId="591"/>
            <ac:spMk id="8" creationId="{F57D67EC-941F-047B-5B83-163A12BECBA6}"/>
          </ac:spMkLst>
        </pc:spChg>
        <pc:spChg chg="del">
          <ac:chgData name="Deepika Vatsa" userId="f7100972-27fe-4ee6-8fb4-ec9b7931b409" providerId="ADAL" clId="{6884C358-F078-41E2-B52A-C991C4377FC1}" dt="2025-07-22T09:35:48.586" v="290" actId="478"/>
          <ac:spMkLst>
            <pc:docMk/>
            <pc:sldMk cId="3439049211" sldId="591"/>
            <ac:spMk id="10" creationId="{762B94E8-9E92-C874-B94F-CA816E8E5609}"/>
          </ac:spMkLst>
        </pc:spChg>
        <pc:spChg chg="add mod">
          <ac:chgData name="Deepika Vatsa" userId="f7100972-27fe-4ee6-8fb4-ec9b7931b409" providerId="ADAL" clId="{6884C358-F078-41E2-B52A-C991C4377FC1}" dt="2025-07-22T09:44:11.797" v="365" actId="20577"/>
          <ac:spMkLst>
            <pc:docMk/>
            <pc:sldMk cId="3439049211" sldId="591"/>
            <ac:spMk id="11" creationId="{06381CCD-359B-D8A2-1997-A5B56A02FD41}"/>
          </ac:spMkLst>
        </pc:spChg>
        <pc:cxnChg chg="add mod">
          <ac:chgData name="Deepika Vatsa" userId="f7100972-27fe-4ee6-8fb4-ec9b7931b409" providerId="ADAL" clId="{6884C358-F078-41E2-B52A-C991C4377FC1}" dt="2025-07-23T05:20:39.010" v="3427"/>
          <ac:cxnSpMkLst>
            <pc:docMk/>
            <pc:sldMk cId="3439049211" sldId="591"/>
            <ac:cxnSpMk id="3" creationId="{9FFC9232-0F3D-BF13-4461-6E51D2C9C5C7}"/>
          </ac:cxnSpMkLst>
        </pc:cxnChg>
        <pc:cxnChg chg="del">
          <ac:chgData name="Deepika Vatsa" userId="f7100972-27fe-4ee6-8fb4-ec9b7931b409" providerId="ADAL" clId="{6884C358-F078-41E2-B52A-C991C4377FC1}" dt="2025-07-23T05:20:38.614" v="3426" actId="478"/>
          <ac:cxnSpMkLst>
            <pc:docMk/>
            <pc:sldMk cId="3439049211" sldId="591"/>
            <ac:cxnSpMk id="5" creationId="{50E184E5-16FE-EBD7-7894-1DC87C936193}"/>
          </ac:cxnSpMkLst>
        </pc:cxnChg>
      </pc:sldChg>
      <pc:sldChg chg="addSp delSp modSp add mod">
        <pc:chgData name="Deepika Vatsa" userId="f7100972-27fe-4ee6-8fb4-ec9b7931b409" providerId="ADAL" clId="{6884C358-F078-41E2-B52A-C991C4377FC1}" dt="2025-07-23T05:20:46.224" v="3431"/>
        <pc:sldMkLst>
          <pc:docMk/>
          <pc:sldMk cId="3695788924" sldId="592"/>
        </pc:sldMkLst>
        <pc:spChg chg="mod">
          <ac:chgData name="Deepika Vatsa" userId="f7100972-27fe-4ee6-8fb4-ec9b7931b409" providerId="ADAL" clId="{6884C358-F078-41E2-B52A-C991C4377FC1}" dt="2025-07-23T05:16:54.290" v="3365" actId="207"/>
          <ac:spMkLst>
            <pc:docMk/>
            <pc:sldMk cId="3695788924" sldId="592"/>
            <ac:spMk id="2" creationId="{00000000-0000-0000-0000-000000000000}"/>
          </ac:spMkLst>
        </pc:spChg>
        <pc:picChg chg="add mod">
          <ac:chgData name="Deepika Vatsa" userId="f7100972-27fe-4ee6-8fb4-ec9b7931b409" providerId="ADAL" clId="{6884C358-F078-41E2-B52A-C991C4377FC1}" dt="2025-07-22T09:47:30.119" v="427" actId="1076"/>
          <ac:picMkLst>
            <pc:docMk/>
            <pc:sldMk cId="3695788924" sldId="592"/>
            <ac:picMk id="3" creationId="{780FB1CB-F0C4-259B-45AD-974689AE136B}"/>
          </ac:picMkLst>
        </pc:picChg>
        <pc:picChg chg="del">
          <ac:chgData name="Deepika Vatsa" userId="f7100972-27fe-4ee6-8fb4-ec9b7931b409" providerId="ADAL" clId="{6884C358-F078-41E2-B52A-C991C4377FC1}" dt="2025-07-22T09:47:24.492" v="423" actId="478"/>
          <ac:picMkLst>
            <pc:docMk/>
            <pc:sldMk cId="3695788924" sldId="592"/>
            <ac:picMk id="9" creationId="{C356703B-A591-E735-D099-756D6F0724A1}"/>
          </ac:picMkLst>
        </pc:picChg>
        <pc:picChg chg="del">
          <ac:chgData name="Deepika Vatsa" userId="f7100972-27fe-4ee6-8fb4-ec9b7931b409" providerId="ADAL" clId="{6884C358-F078-41E2-B52A-C991C4377FC1}" dt="2025-07-22T09:47:25.691" v="424" actId="478"/>
          <ac:picMkLst>
            <pc:docMk/>
            <pc:sldMk cId="3695788924" sldId="592"/>
            <ac:picMk id="11" creationId="{062F518F-DFCE-D51F-C42D-1B8DAD530657}"/>
          </ac:picMkLst>
        </pc:picChg>
        <pc:picChg chg="del">
          <ac:chgData name="Deepika Vatsa" userId="f7100972-27fe-4ee6-8fb4-ec9b7931b409" providerId="ADAL" clId="{6884C358-F078-41E2-B52A-C991C4377FC1}" dt="2025-07-22T09:47:26.976" v="425" actId="478"/>
          <ac:picMkLst>
            <pc:docMk/>
            <pc:sldMk cId="3695788924" sldId="592"/>
            <ac:picMk id="12" creationId="{D688BB6C-9417-8D92-55EB-D522DC679CCF}"/>
          </ac:picMkLst>
        </pc:picChg>
        <pc:picChg chg="del">
          <ac:chgData name="Deepika Vatsa" userId="f7100972-27fe-4ee6-8fb4-ec9b7931b409" providerId="ADAL" clId="{6884C358-F078-41E2-B52A-C991C4377FC1}" dt="2025-07-22T09:47:23.157" v="422" actId="478"/>
          <ac:picMkLst>
            <pc:docMk/>
            <pc:sldMk cId="3695788924" sldId="592"/>
            <ac:picMk id="13" creationId="{299DD2B6-62B2-98BD-205B-D8B8B72CDD4D}"/>
          </ac:picMkLst>
        </pc:picChg>
        <pc:cxnChg chg="add mod">
          <ac:chgData name="Deepika Vatsa" userId="f7100972-27fe-4ee6-8fb4-ec9b7931b409" providerId="ADAL" clId="{6884C358-F078-41E2-B52A-C991C4377FC1}" dt="2025-07-23T05:20:46.224" v="3431"/>
          <ac:cxnSpMkLst>
            <pc:docMk/>
            <pc:sldMk cId="3695788924" sldId="592"/>
            <ac:cxnSpMk id="4" creationId="{3BFC784D-5408-BD0B-6DA5-62F3FD69F164}"/>
          </ac:cxnSpMkLst>
        </pc:cxnChg>
        <pc:cxnChg chg="del">
          <ac:chgData name="Deepika Vatsa" userId="f7100972-27fe-4ee6-8fb4-ec9b7931b409" providerId="ADAL" clId="{6884C358-F078-41E2-B52A-C991C4377FC1}" dt="2025-07-23T05:20:45.811" v="3430" actId="478"/>
          <ac:cxnSpMkLst>
            <pc:docMk/>
            <pc:sldMk cId="3695788924" sldId="592"/>
            <ac:cxnSpMk id="5" creationId="{50E184E5-16FE-EBD7-7894-1DC87C936193}"/>
          </ac:cxnSpMkLst>
        </pc:cxnChg>
      </pc:sldChg>
      <pc:sldChg chg="addSp delSp modSp add mod">
        <pc:chgData name="Deepika Vatsa" userId="f7100972-27fe-4ee6-8fb4-ec9b7931b409" providerId="ADAL" clId="{6884C358-F078-41E2-B52A-C991C4377FC1}" dt="2025-07-23T05:20:54.403" v="3435"/>
        <pc:sldMkLst>
          <pc:docMk/>
          <pc:sldMk cId="1876629941" sldId="593"/>
        </pc:sldMkLst>
        <pc:spChg chg="del">
          <ac:chgData name="Deepika Vatsa" userId="f7100972-27fe-4ee6-8fb4-ec9b7931b409" providerId="ADAL" clId="{6884C358-F078-41E2-B52A-C991C4377FC1}" dt="2025-07-22T09:48:33.749" v="445" actId="478"/>
          <ac:spMkLst>
            <pc:docMk/>
            <pc:sldMk cId="1876629941" sldId="593"/>
            <ac:spMk id="4" creationId="{00000000-0000-0000-0000-000000000000}"/>
          </ac:spMkLst>
        </pc:spChg>
        <pc:spChg chg="mod">
          <ac:chgData name="Deepika Vatsa" userId="f7100972-27fe-4ee6-8fb4-ec9b7931b409" providerId="ADAL" clId="{6884C358-F078-41E2-B52A-C991C4377FC1}" dt="2025-07-23T05:17:03.918" v="3367" actId="207"/>
          <ac:spMkLst>
            <pc:docMk/>
            <pc:sldMk cId="1876629941" sldId="593"/>
            <ac:spMk id="8" creationId="{991BA802-3D45-4E0C-D372-BE4FFEF41DD1}"/>
          </ac:spMkLst>
        </pc:spChg>
        <pc:picChg chg="add mod">
          <ac:chgData name="Deepika Vatsa" userId="f7100972-27fe-4ee6-8fb4-ec9b7931b409" providerId="ADAL" clId="{6884C358-F078-41E2-B52A-C991C4377FC1}" dt="2025-07-22T09:48:37.216" v="446" actId="1076"/>
          <ac:picMkLst>
            <pc:docMk/>
            <pc:sldMk cId="1876629941" sldId="593"/>
            <ac:picMk id="2" creationId="{22289BA6-595C-092F-1636-E2409F3160FF}"/>
          </ac:picMkLst>
        </pc:picChg>
        <pc:picChg chg="del">
          <ac:chgData name="Deepika Vatsa" userId="f7100972-27fe-4ee6-8fb4-ec9b7931b409" providerId="ADAL" clId="{6884C358-F078-41E2-B52A-C991C4377FC1}" dt="2025-07-22T09:48:28.505" v="442" actId="478"/>
          <ac:picMkLst>
            <pc:docMk/>
            <pc:sldMk cId="1876629941" sldId="593"/>
            <ac:picMk id="11" creationId="{C4C88D64-41B1-3E23-255C-8D6CD72FE16B}"/>
          </ac:picMkLst>
        </pc:picChg>
        <pc:cxnChg chg="add mod">
          <ac:chgData name="Deepika Vatsa" userId="f7100972-27fe-4ee6-8fb4-ec9b7931b409" providerId="ADAL" clId="{6884C358-F078-41E2-B52A-C991C4377FC1}" dt="2025-07-23T05:20:54.403" v="3435"/>
          <ac:cxnSpMkLst>
            <pc:docMk/>
            <pc:sldMk cId="1876629941" sldId="593"/>
            <ac:cxnSpMk id="3" creationId="{69F5443E-C01E-3D27-219E-2E87903016D9}"/>
          </ac:cxnSpMkLst>
        </pc:cxnChg>
        <pc:cxnChg chg="del">
          <ac:chgData name="Deepika Vatsa" userId="f7100972-27fe-4ee6-8fb4-ec9b7931b409" providerId="ADAL" clId="{6884C358-F078-41E2-B52A-C991C4377FC1}" dt="2025-07-23T05:20:54.014" v="3434" actId="478"/>
          <ac:cxnSpMkLst>
            <pc:docMk/>
            <pc:sldMk cId="1876629941" sldId="593"/>
            <ac:cxnSpMk id="5" creationId="{D12CAC9D-CDF2-ED92-8F02-70DAC510318D}"/>
          </ac:cxnSpMkLst>
        </pc:cxnChg>
      </pc:sldChg>
      <pc:sldChg chg="addSp delSp modSp add mod">
        <pc:chgData name="Deepika Vatsa" userId="f7100972-27fe-4ee6-8fb4-ec9b7931b409" providerId="ADAL" clId="{6884C358-F078-41E2-B52A-C991C4377FC1}" dt="2025-07-23T05:20:58.202" v="3437"/>
        <pc:sldMkLst>
          <pc:docMk/>
          <pc:sldMk cId="2583576287" sldId="594"/>
        </pc:sldMkLst>
        <pc:spChg chg="add mod">
          <ac:chgData name="Deepika Vatsa" userId="f7100972-27fe-4ee6-8fb4-ec9b7931b409" providerId="ADAL" clId="{6884C358-F078-41E2-B52A-C991C4377FC1}" dt="2025-07-22T10:00:49.069" v="727" actId="1038"/>
          <ac:spMkLst>
            <pc:docMk/>
            <pc:sldMk cId="2583576287" sldId="594"/>
            <ac:spMk id="6" creationId="{306222C9-0521-EF58-FCA8-88726E3AA54A}"/>
          </ac:spMkLst>
        </pc:spChg>
        <pc:spChg chg="add mod">
          <ac:chgData name="Deepika Vatsa" userId="f7100972-27fe-4ee6-8fb4-ec9b7931b409" providerId="ADAL" clId="{6884C358-F078-41E2-B52A-C991C4377FC1}" dt="2025-07-22T10:00:49.069" v="727" actId="1038"/>
          <ac:spMkLst>
            <pc:docMk/>
            <pc:sldMk cId="2583576287" sldId="594"/>
            <ac:spMk id="7" creationId="{41F3D0F9-36A4-1DEC-B009-0E145E036B07}"/>
          </ac:spMkLst>
        </pc:spChg>
        <pc:spChg chg="mod">
          <ac:chgData name="Deepika Vatsa" userId="f7100972-27fe-4ee6-8fb4-ec9b7931b409" providerId="ADAL" clId="{6884C358-F078-41E2-B52A-C991C4377FC1}" dt="2025-07-23T05:17:08.699" v="3368" actId="207"/>
          <ac:spMkLst>
            <pc:docMk/>
            <pc:sldMk cId="2583576287" sldId="594"/>
            <ac:spMk id="8" creationId="{991BA802-3D45-4E0C-D372-BE4FFEF41DD1}"/>
          </ac:spMkLst>
        </pc:spChg>
        <pc:spChg chg="add mod">
          <ac:chgData name="Deepika Vatsa" userId="f7100972-27fe-4ee6-8fb4-ec9b7931b409" providerId="ADAL" clId="{6884C358-F078-41E2-B52A-C991C4377FC1}" dt="2025-07-22T10:00:49.069" v="727" actId="1038"/>
          <ac:spMkLst>
            <pc:docMk/>
            <pc:sldMk cId="2583576287" sldId="594"/>
            <ac:spMk id="10" creationId="{C075F099-43B8-F612-EEB7-EA60283F766E}"/>
          </ac:spMkLst>
        </pc:spChg>
        <pc:spChg chg="add mod">
          <ac:chgData name="Deepika Vatsa" userId="f7100972-27fe-4ee6-8fb4-ec9b7931b409" providerId="ADAL" clId="{6884C358-F078-41E2-B52A-C991C4377FC1}" dt="2025-07-22T10:00:49.069" v="727" actId="1038"/>
          <ac:spMkLst>
            <pc:docMk/>
            <pc:sldMk cId="2583576287" sldId="594"/>
            <ac:spMk id="12" creationId="{4E13DD79-D7A3-56C4-1219-626F93F20780}"/>
          </ac:spMkLst>
        </pc:spChg>
        <pc:picChg chg="del">
          <ac:chgData name="Deepika Vatsa" userId="f7100972-27fe-4ee6-8fb4-ec9b7931b409" providerId="ADAL" clId="{6884C358-F078-41E2-B52A-C991C4377FC1}" dt="2025-07-22T10:00:34.658" v="716" actId="478"/>
          <ac:picMkLst>
            <pc:docMk/>
            <pc:sldMk cId="2583576287" sldId="594"/>
            <ac:picMk id="2" creationId="{22289BA6-595C-092F-1636-E2409F3160FF}"/>
          </ac:picMkLst>
        </pc:picChg>
        <pc:picChg chg="add mod">
          <ac:chgData name="Deepika Vatsa" userId="f7100972-27fe-4ee6-8fb4-ec9b7931b409" providerId="ADAL" clId="{6884C358-F078-41E2-B52A-C991C4377FC1}" dt="2025-07-22T10:00:49.069" v="727" actId="1038"/>
          <ac:picMkLst>
            <pc:docMk/>
            <pc:sldMk cId="2583576287" sldId="594"/>
            <ac:picMk id="3" creationId="{236E3EE2-16FE-131B-ECBF-55568068757F}"/>
          </ac:picMkLst>
        </pc:picChg>
        <pc:picChg chg="add mod">
          <ac:chgData name="Deepika Vatsa" userId="f7100972-27fe-4ee6-8fb4-ec9b7931b409" providerId="ADAL" clId="{6884C358-F078-41E2-B52A-C991C4377FC1}" dt="2025-07-22T10:00:49.069" v="727" actId="1038"/>
          <ac:picMkLst>
            <pc:docMk/>
            <pc:sldMk cId="2583576287" sldId="594"/>
            <ac:picMk id="4" creationId="{9A1AD1A2-9FF8-5D81-B390-C61128637D1C}"/>
          </ac:picMkLst>
        </pc:picChg>
        <pc:picChg chg="add mod">
          <ac:chgData name="Deepika Vatsa" userId="f7100972-27fe-4ee6-8fb4-ec9b7931b409" providerId="ADAL" clId="{6884C358-F078-41E2-B52A-C991C4377FC1}" dt="2025-07-22T10:00:49.069" v="727" actId="1038"/>
          <ac:picMkLst>
            <pc:docMk/>
            <pc:sldMk cId="2583576287" sldId="594"/>
            <ac:picMk id="9" creationId="{8ACCF344-D431-27F4-3519-E0D1C20E073B}"/>
          </ac:picMkLst>
        </pc:picChg>
        <pc:picChg chg="add mod">
          <ac:chgData name="Deepika Vatsa" userId="f7100972-27fe-4ee6-8fb4-ec9b7931b409" providerId="ADAL" clId="{6884C358-F078-41E2-B52A-C991C4377FC1}" dt="2025-07-22T10:00:49.069" v="727" actId="1038"/>
          <ac:picMkLst>
            <pc:docMk/>
            <pc:sldMk cId="2583576287" sldId="594"/>
            <ac:picMk id="11" creationId="{8640DA5C-AE56-878C-7DE7-A11F9AA0475B}"/>
          </ac:picMkLst>
        </pc:picChg>
        <pc:cxnChg chg="add mod">
          <ac:chgData name="Deepika Vatsa" userId="f7100972-27fe-4ee6-8fb4-ec9b7931b409" providerId="ADAL" clId="{6884C358-F078-41E2-B52A-C991C4377FC1}" dt="2025-07-23T05:20:58.202" v="3437"/>
          <ac:cxnSpMkLst>
            <pc:docMk/>
            <pc:sldMk cId="2583576287" sldId="594"/>
            <ac:cxnSpMk id="2" creationId="{83273B41-403D-3A3C-8252-05D272C66098}"/>
          </ac:cxnSpMkLst>
        </pc:cxnChg>
        <pc:cxnChg chg="del">
          <ac:chgData name="Deepika Vatsa" userId="f7100972-27fe-4ee6-8fb4-ec9b7931b409" providerId="ADAL" clId="{6884C358-F078-41E2-B52A-C991C4377FC1}" dt="2025-07-23T05:20:57.814" v="3436" actId="478"/>
          <ac:cxnSpMkLst>
            <pc:docMk/>
            <pc:sldMk cId="2583576287" sldId="594"/>
            <ac:cxnSpMk id="5" creationId="{D12CAC9D-CDF2-ED92-8F02-70DAC510318D}"/>
          </ac:cxnSpMkLst>
        </pc:cxnChg>
      </pc:sldChg>
      <pc:sldChg chg="addSp delSp modSp add mod">
        <pc:chgData name="Deepika Vatsa" userId="f7100972-27fe-4ee6-8fb4-ec9b7931b409" providerId="ADAL" clId="{6884C358-F078-41E2-B52A-C991C4377FC1}" dt="2025-07-23T05:21:13.213" v="3446"/>
        <pc:sldMkLst>
          <pc:docMk/>
          <pc:sldMk cId="3729385034" sldId="595"/>
        </pc:sldMkLst>
        <pc:spChg chg="mod">
          <ac:chgData name="Deepika Vatsa" userId="f7100972-27fe-4ee6-8fb4-ec9b7931b409" providerId="ADAL" clId="{6884C358-F078-41E2-B52A-C991C4377FC1}" dt="2025-07-23T05:17:55.758" v="3385" actId="1035"/>
          <ac:spMkLst>
            <pc:docMk/>
            <pc:sldMk cId="3729385034" sldId="595"/>
            <ac:spMk id="2" creationId="{00000000-0000-0000-0000-000000000000}"/>
          </ac:spMkLst>
        </pc:spChg>
        <pc:spChg chg="del mod">
          <ac:chgData name="Deepika Vatsa" userId="f7100972-27fe-4ee6-8fb4-ec9b7931b409" providerId="ADAL" clId="{6884C358-F078-41E2-B52A-C991C4377FC1}" dt="2025-07-23T05:06:56.645" v="3287" actId="478"/>
          <ac:spMkLst>
            <pc:docMk/>
            <pc:sldMk cId="3729385034" sldId="595"/>
            <ac:spMk id="3" creationId="{00000000-0000-0000-0000-000000000000}"/>
          </ac:spMkLst>
        </pc:spChg>
        <pc:spChg chg="del">
          <ac:chgData name="Deepika Vatsa" userId="f7100972-27fe-4ee6-8fb4-ec9b7931b409" providerId="ADAL" clId="{6884C358-F078-41E2-B52A-C991C4377FC1}" dt="2025-07-22T10:05:47.046" v="768" actId="478"/>
          <ac:spMkLst>
            <pc:docMk/>
            <pc:sldMk cId="3729385034" sldId="595"/>
            <ac:spMk id="4" creationId="{00000000-0000-0000-0000-000000000000}"/>
          </ac:spMkLst>
        </pc:spChg>
        <pc:spChg chg="add del mod">
          <ac:chgData name="Deepika Vatsa" userId="f7100972-27fe-4ee6-8fb4-ec9b7931b409" providerId="ADAL" clId="{6884C358-F078-41E2-B52A-C991C4377FC1}" dt="2025-07-23T05:06:58.461" v="3288" actId="478"/>
          <ac:spMkLst>
            <pc:docMk/>
            <pc:sldMk cId="3729385034" sldId="595"/>
            <ac:spMk id="6" creationId="{595294C1-D83A-223D-E5DF-2687F4C0C4C3}"/>
          </ac:spMkLst>
        </pc:spChg>
        <pc:spChg chg="add mod">
          <ac:chgData name="Deepika Vatsa" userId="f7100972-27fe-4ee6-8fb4-ec9b7931b409" providerId="ADAL" clId="{6884C358-F078-41E2-B52A-C991C4377FC1}" dt="2025-07-23T05:07:00.405" v="3290"/>
          <ac:spMkLst>
            <pc:docMk/>
            <pc:sldMk cId="3729385034" sldId="595"/>
            <ac:spMk id="8" creationId="{07DF8378-AAD8-5F9D-5926-27ECBAD72119}"/>
          </ac:spMkLst>
        </pc:spChg>
        <pc:picChg chg="add del mod">
          <ac:chgData name="Deepika Vatsa" userId="f7100972-27fe-4ee6-8fb4-ec9b7931b409" providerId="ADAL" clId="{6884C358-F078-41E2-B52A-C991C4377FC1}" dt="2025-07-23T05:06:59.846" v="3289" actId="478"/>
          <ac:picMkLst>
            <pc:docMk/>
            <pc:sldMk cId="3729385034" sldId="595"/>
            <ac:picMk id="5" creationId="{05A945AB-0130-AB94-D6EA-8E8B4C8C69B4}"/>
          </ac:picMkLst>
        </pc:picChg>
        <pc:cxnChg chg="add mod">
          <ac:chgData name="Deepika Vatsa" userId="f7100972-27fe-4ee6-8fb4-ec9b7931b409" providerId="ADAL" clId="{6884C358-F078-41E2-B52A-C991C4377FC1}" dt="2025-07-23T05:21:13.213" v="3446"/>
          <ac:cxnSpMkLst>
            <pc:docMk/>
            <pc:sldMk cId="3729385034" sldId="595"/>
            <ac:cxnSpMk id="3" creationId="{91A758A6-68A7-3C5B-4901-273664385E64}"/>
          </ac:cxnSpMkLst>
        </pc:cxnChg>
        <pc:cxnChg chg="del">
          <ac:chgData name="Deepika Vatsa" userId="f7100972-27fe-4ee6-8fb4-ec9b7931b409" providerId="ADAL" clId="{6884C358-F078-41E2-B52A-C991C4377FC1}" dt="2025-07-23T05:21:12.833" v="3445" actId="478"/>
          <ac:cxnSpMkLst>
            <pc:docMk/>
            <pc:sldMk cId="3729385034" sldId="595"/>
            <ac:cxnSpMk id="7" creationId="{65C76CC1-B771-E13B-D742-340E1D5CAD8C}"/>
          </ac:cxnSpMkLst>
        </pc:cxnChg>
      </pc:sldChg>
      <pc:sldChg chg="addSp delSp modSp add mod">
        <pc:chgData name="Deepika Vatsa" userId="f7100972-27fe-4ee6-8fb4-ec9b7931b409" providerId="ADAL" clId="{6884C358-F078-41E2-B52A-C991C4377FC1}" dt="2025-07-23T05:21:20.447" v="3450"/>
        <pc:sldMkLst>
          <pc:docMk/>
          <pc:sldMk cId="1503747669" sldId="596"/>
        </pc:sldMkLst>
        <pc:spChg chg="del">
          <ac:chgData name="Deepika Vatsa" userId="f7100972-27fe-4ee6-8fb4-ec9b7931b409" providerId="ADAL" clId="{6884C358-F078-41E2-B52A-C991C4377FC1}" dt="2025-07-23T05:18:01.094" v="3386" actId="478"/>
          <ac:spMkLst>
            <pc:docMk/>
            <pc:sldMk cId="1503747669" sldId="596"/>
            <ac:spMk id="2" creationId="{00000000-0000-0000-0000-000000000000}"/>
          </ac:spMkLst>
        </pc:spChg>
        <pc:spChg chg="mod">
          <ac:chgData name="Deepika Vatsa" userId="f7100972-27fe-4ee6-8fb4-ec9b7931b409" providerId="ADAL" clId="{6884C358-F078-41E2-B52A-C991C4377FC1}" dt="2025-07-22T10:08:16.400" v="798" actId="27636"/>
          <ac:spMkLst>
            <pc:docMk/>
            <pc:sldMk cId="1503747669" sldId="596"/>
            <ac:spMk id="3" creationId="{00000000-0000-0000-0000-000000000000}"/>
          </ac:spMkLst>
        </pc:spChg>
        <pc:spChg chg="add del mod">
          <ac:chgData name="Deepika Vatsa" userId="f7100972-27fe-4ee6-8fb4-ec9b7931b409" providerId="ADAL" clId="{6884C358-F078-41E2-B52A-C991C4377FC1}" dt="2025-07-23T05:18:04.034" v="3387" actId="478"/>
          <ac:spMkLst>
            <pc:docMk/>
            <pc:sldMk cId="1503747669" sldId="596"/>
            <ac:spMk id="6" creationId="{F876691B-7F3C-2C15-70BC-01577E758222}"/>
          </ac:spMkLst>
        </pc:spChg>
        <pc:spChg chg="add mod">
          <ac:chgData name="Deepika Vatsa" userId="f7100972-27fe-4ee6-8fb4-ec9b7931b409" providerId="ADAL" clId="{6884C358-F078-41E2-B52A-C991C4377FC1}" dt="2025-07-23T05:18:09.803" v="3388"/>
          <ac:spMkLst>
            <pc:docMk/>
            <pc:sldMk cId="1503747669" sldId="596"/>
            <ac:spMk id="8" creationId="{FAF0F256-03EF-AA03-B292-4A3D50B362A1}"/>
          </ac:spMkLst>
        </pc:spChg>
        <pc:picChg chg="add mod">
          <ac:chgData name="Deepika Vatsa" userId="f7100972-27fe-4ee6-8fb4-ec9b7931b409" providerId="ADAL" clId="{6884C358-F078-41E2-B52A-C991C4377FC1}" dt="2025-07-22T10:08:13.823" v="796" actId="14100"/>
          <ac:picMkLst>
            <pc:docMk/>
            <pc:sldMk cId="1503747669" sldId="596"/>
            <ac:picMk id="4" creationId="{AEF005CF-B525-14E8-5F26-09F83936D256}"/>
          </ac:picMkLst>
        </pc:picChg>
        <pc:picChg chg="del">
          <ac:chgData name="Deepika Vatsa" userId="f7100972-27fe-4ee6-8fb4-ec9b7931b409" providerId="ADAL" clId="{6884C358-F078-41E2-B52A-C991C4377FC1}" dt="2025-07-22T10:07:40.420" v="793" actId="478"/>
          <ac:picMkLst>
            <pc:docMk/>
            <pc:sldMk cId="1503747669" sldId="596"/>
            <ac:picMk id="5" creationId="{05A945AB-0130-AB94-D6EA-8E8B4C8C69B4}"/>
          </ac:picMkLst>
        </pc:picChg>
        <pc:cxnChg chg="del">
          <ac:chgData name="Deepika Vatsa" userId="f7100972-27fe-4ee6-8fb4-ec9b7931b409" providerId="ADAL" clId="{6884C358-F078-41E2-B52A-C991C4377FC1}" dt="2025-07-23T05:21:20.066" v="3449" actId="478"/>
          <ac:cxnSpMkLst>
            <pc:docMk/>
            <pc:sldMk cId="1503747669" sldId="596"/>
            <ac:cxnSpMk id="7" creationId="{65C76CC1-B771-E13B-D742-340E1D5CAD8C}"/>
          </ac:cxnSpMkLst>
        </pc:cxnChg>
        <pc:cxnChg chg="add mod">
          <ac:chgData name="Deepika Vatsa" userId="f7100972-27fe-4ee6-8fb4-ec9b7931b409" providerId="ADAL" clId="{6884C358-F078-41E2-B52A-C991C4377FC1}" dt="2025-07-23T05:21:20.447" v="3450"/>
          <ac:cxnSpMkLst>
            <pc:docMk/>
            <pc:sldMk cId="1503747669" sldId="596"/>
            <ac:cxnSpMk id="9" creationId="{3A23A287-BBE3-562E-ABE0-5090EACFAE71}"/>
          </ac:cxnSpMkLst>
        </pc:cxnChg>
      </pc:sldChg>
      <pc:sldChg chg="addSp delSp modSp add mod">
        <pc:chgData name="Deepika Vatsa" userId="f7100972-27fe-4ee6-8fb4-ec9b7931b409" providerId="ADAL" clId="{6884C358-F078-41E2-B52A-C991C4377FC1}" dt="2025-07-23T05:21:40.576" v="3459" actId="14100"/>
        <pc:sldMkLst>
          <pc:docMk/>
          <pc:sldMk cId="2169252664" sldId="597"/>
        </pc:sldMkLst>
        <pc:spChg chg="del">
          <ac:chgData name="Deepika Vatsa" userId="f7100972-27fe-4ee6-8fb4-ec9b7931b409" providerId="ADAL" clId="{6884C358-F078-41E2-B52A-C991C4377FC1}" dt="2025-07-23T05:18:51.798" v="3397" actId="478"/>
          <ac:spMkLst>
            <pc:docMk/>
            <pc:sldMk cId="2169252664" sldId="597"/>
            <ac:spMk id="2" creationId="{91E18C70-E367-59EE-B161-70D8F2FCB574}"/>
          </ac:spMkLst>
        </pc:spChg>
        <pc:spChg chg="mod">
          <ac:chgData name="Deepika Vatsa" userId="f7100972-27fe-4ee6-8fb4-ec9b7931b409" providerId="ADAL" clId="{6884C358-F078-41E2-B52A-C991C4377FC1}" dt="2025-07-23T05:21:40.576" v="3459" actId="14100"/>
          <ac:spMkLst>
            <pc:docMk/>
            <pc:sldMk cId="2169252664" sldId="597"/>
            <ac:spMk id="4" creationId="{7776C47F-6F4E-DC03-37A6-E7A3B197AE34}"/>
          </ac:spMkLst>
        </pc:spChg>
        <pc:spChg chg="add del mod">
          <ac:chgData name="Deepika Vatsa" userId="f7100972-27fe-4ee6-8fb4-ec9b7931b409" providerId="ADAL" clId="{6884C358-F078-41E2-B52A-C991C4377FC1}" dt="2025-07-23T05:18:53.707" v="3398" actId="478"/>
          <ac:spMkLst>
            <pc:docMk/>
            <pc:sldMk cId="2169252664" sldId="597"/>
            <ac:spMk id="6" creationId="{53F1752F-2FDE-42D9-4D71-76064AA39AAB}"/>
          </ac:spMkLst>
        </pc:spChg>
        <pc:spChg chg="add mod">
          <ac:chgData name="Deepika Vatsa" userId="f7100972-27fe-4ee6-8fb4-ec9b7931b409" providerId="ADAL" clId="{6884C358-F078-41E2-B52A-C991C4377FC1}" dt="2025-07-23T05:18:54.461" v="3399"/>
          <ac:spMkLst>
            <pc:docMk/>
            <pc:sldMk cId="2169252664" sldId="597"/>
            <ac:spMk id="7" creationId="{3C6ACF8F-B531-BE5A-2C1D-263F00828601}"/>
          </ac:spMkLst>
        </pc:spChg>
        <pc:cxnChg chg="del">
          <ac:chgData name="Deepika Vatsa" userId="f7100972-27fe-4ee6-8fb4-ec9b7931b409" providerId="ADAL" clId="{6884C358-F078-41E2-B52A-C991C4377FC1}" dt="2025-07-23T05:21:36.683" v="3457" actId="478"/>
          <ac:cxnSpMkLst>
            <pc:docMk/>
            <pc:sldMk cId="2169252664" sldId="597"/>
            <ac:cxnSpMk id="5" creationId="{B2627C12-E6DC-37C6-3534-91290B918037}"/>
          </ac:cxnSpMkLst>
        </pc:cxnChg>
        <pc:cxnChg chg="add mod">
          <ac:chgData name="Deepika Vatsa" userId="f7100972-27fe-4ee6-8fb4-ec9b7931b409" providerId="ADAL" clId="{6884C358-F078-41E2-B52A-C991C4377FC1}" dt="2025-07-23T05:21:37.159" v="3458"/>
          <ac:cxnSpMkLst>
            <pc:docMk/>
            <pc:sldMk cId="2169252664" sldId="597"/>
            <ac:cxnSpMk id="8" creationId="{960C88F0-C429-DECE-0649-D90C3C9B4B3F}"/>
          </ac:cxnSpMkLst>
        </pc:cxnChg>
      </pc:sldChg>
      <pc:sldChg chg="addSp delSp modSp add mod">
        <pc:chgData name="Deepika Vatsa" userId="f7100972-27fe-4ee6-8fb4-ec9b7931b409" providerId="ADAL" clId="{6884C358-F078-41E2-B52A-C991C4377FC1}" dt="2025-07-23T05:20:01.713" v="3413" actId="14100"/>
        <pc:sldMkLst>
          <pc:docMk/>
          <pc:sldMk cId="3506553672" sldId="598"/>
        </pc:sldMkLst>
        <pc:spChg chg="del">
          <ac:chgData name="Deepika Vatsa" userId="f7100972-27fe-4ee6-8fb4-ec9b7931b409" providerId="ADAL" clId="{6884C358-F078-41E2-B52A-C991C4377FC1}" dt="2025-07-23T05:18:58.744" v="3400" actId="478"/>
          <ac:spMkLst>
            <pc:docMk/>
            <pc:sldMk cId="3506553672" sldId="598"/>
            <ac:spMk id="2" creationId="{91E18C70-E367-59EE-B161-70D8F2FCB574}"/>
          </ac:spMkLst>
        </pc:spChg>
        <pc:spChg chg="mod">
          <ac:chgData name="Deepika Vatsa" userId="f7100972-27fe-4ee6-8fb4-ec9b7931b409" providerId="ADAL" clId="{6884C358-F078-41E2-B52A-C991C4377FC1}" dt="2025-07-23T05:19:53.232" v="3412" actId="14100"/>
          <ac:spMkLst>
            <pc:docMk/>
            <pc:sldMk cId="3506553672" sldId="598"/>
            <ac:spMk id="4" creationId="{7776C47F-6F4E-DC03-37A6-E7A3B197AE34}"/>
          </ac:spMkLst>
        </pc:spChg>
        <pc:spChg chg="add del mod">
          <ac:chgData name="Deepika Vatsa" userId="f7100972-27fe-4ee6-8fb4-ec9b7931b409" providerId="ADAL" clId="{6884C358-F078-41E2-B52A-C991C4377FC1}" dt="2025-07-23T05:19:00.479" v="3401" actId="478"/>
          <ac:spMkLst>
            <pc:docMk/>
            <pc:sldMk cId="3506553672" sldId="598"/>
            <ac:spMk id="6" creationId="{F683307C-B106-FF61-47F6-9AF0281F23D5}"/>
          </ac:spMkLst>
        </pc:spChg>
        <pc:spChg chg="add mod">
          <ac:chgData name="Deepika Vatsa" userId="f7100972-27fe-4ee6-8fb4-ec9b7931b409" providerId="ADAL" clId="{6884C358-F078-41E2-B52A-C991C4377FC1}" dt="2025-07-23T05:19:01.147" v="3402"/>
          <ac:spMkLst>
            <pc:docMk/>
            <pc:sldMk cId="3506553672" sldId="598"/>
            <ac:spMk id="7" creationId="{E0A3D3E7-23FD-A7A2-4008-A85FD6ED147D}"/>
          </ac:spMkLst>
        </pc:spChg>
        <pc:cxnChg chg="mod">
          <ac:chgData name="Deepika Vatsa" userId="f7100972-27fe-4ee6-8fb4-ec9b7931b409" providerId="ADAL" clId="{6884C358-F078-41E2-B52A-C991C4377FC1}" dt="2025-07-23T05:20:01.713" v="3413" actId="14100"/>
          <ac:cxnSpMkLst>
            <pc:docMk/>
            <pc:sldMk cId="3506553672" sldId="598"/>
            <ac:cxnSpMk id="5" creationId="{B2627C12-E6DC-37C6-3534-91290B918037}"/>
          </ac:cxnSpMkLst>
        </pc:cxnChg>
      </pc:sldChg>
      <pc:sldChg chg="addSp delSp modSp add del mod">
        <pc:chgData name="Deepika Vatsa" userId="f7100972-27fe-4ee6-8fb4-ec9b7931b409" providerId="ADAL" clId="{6884C358-F078-41E2-B52A-C991C4377FC1}" dt="2025-07-23T05:23:59.015" v="3535" actId="47"/>
        <pc:sldMkLst>
          <pc:docMk/>
          <pc:sldMk cId="2401294685" sldId="599"/>
        </pc:sldMkLst>
        <pc:spChg chg="del">
          <ac:chgData name="Deepika Vatsa" userId="f7100972-27fe-4ee6-8fb4-ec9b7931b409" providerId="ADAL" clId="{6884C358-F078-41E2-B52A-C991C4377FC1}" dt="2025-07-23T05:14:27.661" v="3341" actId="478"/>
          <ac:spMkLst>
            <pc:docMk/>
            <pc:sldMk cId="2401294685" sldId="599"/>
            <ac:spMk id="2" creationId="{CD4594CC-77DE-BEF3-7ACE-59D14DBBA2F4}"/>
          </ac:spMkLst>
        </pc:spChg>
        <pc:spChg chg="mod">
          <ac:chgData name="Deepika Vatsa" userId="f7100972-27fe-4ee6-8fb4-ec9b7931b409" providerId="ADAL" clId="{6884C358-F078-41E2-B52A-C991C4377FC1}" dt="2025-07-23T05:14:09.013" v="3339" actId="207"/>
          <ac:spMkLst>
            <pc:docMk/>
            <pc:sldMk cId="2401294685" sldId="599"/>
            <ac:spMk id="4" creationId="{170DDB5B-6792-55DA-AF63-9A96FA1939A3}"/>
          </ac:spMkLst>
        </pc:spChg>
        <pc:spChg chg="add del mod">
          <ac:chgData name="Deepika Vatsa" userId="f7100972-27fe-4ee6-8fb4-ec9b7931b409" providerId="ADAL" clId="{6884C358-F078-41E2-B52A-C991C4377FC1}" dt="2025-07-23T05:14:30.418" v="3342" actId="478"/>
          <ac:spMkLst>
            <pc:docMk/>
            <pc:sldMk cId="2401294685" sldId="599"/>
            <ac:spMk id="6" creationId="{4BF9E284-5898-8DDF-CE9A-3C976785F937}"/>
          </ac:spMkLst>
        </pc:spChg>
        <pc:spChg chg="add mod">
          <ac:chgData name="Deepika Vatsa" userId="f7100972-27fe-4ee6-8fb4-ec9b7931b409" providerId="ADAL" clId="{6884C358-F078-41E2-B52A-C991C4377FC1}" dt="2025-07-23T05:14:30.951" v="3343"/>
          <ac:spMkLst>
            <pc:docMk/>
            <pc:sldMk cId="2401294685" sldId="599"/>
            <ac:spMk id="7" creationId="{0119B940-AB8B-E340-E8DC-D2BDFC2C2C8E}"/>
          </ac:spMkLst>
        </pc:spChg>
      </pc:sldChg>
      <pc:sldChg chg="addSp delSp modSp add del mod">
        <pc:chgData name="Deepika Vatsa" userId="f7100972-27fe-4ee6-8fb4-ec9b7931b409" providerId="ADAL" clId="{6884C358-F078-41E2-B52A-C991C4377FC1}" dt="2025-07-23T05:24:38.241" v="3543" actId="2696"/>
        <pc:sldMkLst>
          <pc:docMk/>
          <pc:sldMk cId="3029789361" sldId="600"/>
        </pc:sldMkLst>
        <pc:spChg chg="del">
          <ac:chgData name="Deepika Vatsa" userId="f7100972-27fe-4ee6-8fb4-ec9b7931b409" providerId="ADAL" clId="{6884C358-F078-41E2-B52A-C991C4377FC1}" dt="2025-07-23T05:14:36.566" v="3344" actId="478"/>
          <ac:spMkLst>
            <pc:docMk/>
            <pc:sldMk cId="3029789361" sldId="600"/>
            <ac:spMk id="2" creationId="{CD4594CC-77DE-BEF3-7ACE-59D14DBBA2F4}"/>
          </ac:spMkLst>
        </pc:spChg>
        <pc:spChg chg="mod">
          <ac:chgData name="Deepika Vatsa" userId="f7100972-27fe-4ee6-8fb4-ec9b7931b409" providerId="ADAL" clId="{6884C358-F078-41E2-B52A-C991C4377FC1}" dt="2025-07-23T05:14:14.965" v="3340" actId="207"/>
          <ac:spMkLst>
            <pc:docMk/>
            <pc:sldMk cId="3029789361" sldId="600"/>
            <ac:spMk id="4" creationId="{170DDB5B-6792-55DA-AF63-9A96FA1939A3}"/>
          </ac:spMkLst>
        </pc:spChg>
        <pc:spChg chg="add del mod">
          <ac:chgData name="Deepika Vatsa" userId="f7100972-27fe-4ee6-8fb4-ec9b7931b409" providerId="ADAL" clId="{6884C358-F078-41E2-B52A-C991C4377FC1}" dt="2025-07-23T05:14:38.530" v="3345" actId="478"/>
          <ac:spMkLst>
            <pc:docMk/>
            <pc:sldMk cId="3029789361" sldId="600"/>
            <ac:spMk id="6" creationId="{F02D243D-009C-3431-8226-38FDB17887B5}"/>
          </ac:spMkLst>
        </pc:spChg>
        <pc:spChg chg="add mod">
          <ac:chgData name="Deepika Vatsa" userId="f7100972-27fe-4ee6-8fb4-ec9b7931b409" providerId="ADAL" clId="{6884C358-F078-41E2-B52A-C991C4377FC1}" dt="2025-07-23T05:14:39.434" v="3346"/>
          <ac:spMkLst>
            <pc:docMk/>
            <pc:sldMk cId="3029789361" sldId="600"/>
            <ac:spMk id="7" creationId="{BC661B70-CCBE-C4A5-04AC-7FA70FCEB17A}"/>
          </ac:spMkLst>
        </pc:spChg>
      </pc:sldChg>
      <pc:sldChg chg="modSp add del mod">
        <pc:chgData name="Deepika Vatsa" userId="f7100972-27fe-4ee6-8fb4-ec9b7931b409" providerId="ADAL" clId="{6884C358-F078-41E2-B52A-C991C4377FC1}" dt="2025-07-22T10:45:47.780" v="2494" actId="47"/>
        <pc:sldMkLst>
          <pc:docMk/>
          <pc:sldMk cId="4257758956" sldId="600"/>
        </pc:sldMkLst>
        <pc:spChg chg="mod">
          <ac:chgData name="Deepika Vatsa" userId="f7100972-27fe-4ee6-8fb4-ec9b7931b409" providerId="ADAL" clId="{6884C358-F078-41E2-B52A-C991C4377FC1}" dt="2025-07-22T10:45:15.158" v="2478" actId="12"/>
          <ac:spMkLst>
            <pc:docMk/>
            <pc:sldMk cId="4257758956" sldId="600"/>
            <ac:spMk id="4" creationId="{170DDB5B-6792-55DA-AF63-9A96FA1939A3}"/>
          </ac:spMkLst>
        </pc:spChg>
      </pc:sldChg>
      <pc:sldChg chg="addSp delSp modSp add mod">
        <pc:chgData name="Deepika Vatsa" userId="f7100972-27fe-4ee6-8fb4-ec9b7931b409" providerId="ADAL" clId="{6884C358-F078-41E2-B52A-C991C4377FC1}" dt="2025-07-23T05:20:34.530" v="3425"/>
        <pc:sldMkLst>
          <pc:docMk/>
          <pc:sldMk cId="3239011490" sldId="601"/>
        </pc:sldMkLst>
        <pc:spChg chg="mod">
          <ac:chgData name="Deepika Vatsa" userId="f7100972-27fe-4ee6-8fb4-ec9b7931b409" providerId="ADAL" clId="{6884C358-F078-41E2-B52A-C991C4377FC1}" dt="2025-07-23T05:16:36.510" v="3362" actId="207"/>
          <ac:spMkLst>
            <pc:docMk/>
            <pc:sldMk cId="3239011490" sldId="601"/>
            <ac:spMk id="2" creationId="{00000000-0000-0000-0000-000000000000}"/>
          </ac:spMkLst>
        </pc:spChg>
        <pc:cxnChg chg="add mod">
          <ac:chgData name="Deepika Vatsa" userId="f7100972-27fe-4ee6-8fb4-ec9b7931b409" providerId="ADAL" clId="{6884C358-F078-41E2-B52A-C991C4377FC1}" dt="2025-07-23T05:20:34.530" v="3425"/>
          <ac:cxnSpMkLst>
            <pc:docMk/>
            <pc:sldMk cId="3239011490" sldId="601"/>
            <ac:cxnSpMk id="4" creationId="{7B9879F7-3A1D-F2AB-DE14-AC3E9F018ECD}"/>
          </ac:cxnSpMkLst>
        </pc:cxnChg>
        <pc:cxnChg chg="del">
          <ac:chgData name="Deepika Vatsa" userId="f7100972-27fe-4ee6-8fb4-ec9b7931b409" providerId="ADAL" clId="{6884C358-F078-41E2-B52A-C991C4377FC1}" dt="2025-07-23T05:20:34.151" v="3424" actId="478"/>
          <ac:cxnSpMkLst>
            <pc:docMk/>
            <pc:sldMk cId="3239011490" sldId="601"/>
            <ac:cxnSpMk id="5" creationId="{50E184E5-16FE-EBD7-7894-1DC87C936193}"/>
          </ac:cxnSpMkLst>
        </pc:cxnChg>
      </pc:sldChg>
      <pc:sldChg chg="addSp delSp modSp add mod">
        <pc:chgData name="Deepika Vatsa" userId="f7100972-27fe-4ee6-8fb4-ec9b7931b409" providerId="ADAL" clId="{6884C358-F078-41E2-B52A-C991C4377FC1}" dt="2025-07-23T05:20:20.639" v="3419"/>
        <pc:sldMkLst>
          <pc:docMk/>
          <pc:sldMk cId="2717130231" sldId="602"/>
        </pc:sldMkLst>
        <pc:spChg chg="del">
          <ac:chgData name="Deepika Vatsa" userId="f7100972-27fe-4ee6-8fb4-ec9b7931b409" providerId="ADAL" clId="{6884C358-F078-41E2-B52A-C991C4377FC1}" dt="2025-07-23T05:16:01.154" v="3352" actId="478"/>
          <ac:spMkLst>
            <pc:docMk/>
            <pc:sldMk cId="2717130231" sldId="602"/>
            <ac:spMk id="2" creationId="{00000000-0000-0000-0000-000000000000}"/>
          </ac:spMkLst>
        </pc:spChg>
        <pc:spChg chg="add del mod">
          <ac:chgData name="Deepika Vatsa" userId="f7100972-27fe-4ee6-8fb4-ec9b7931b409" providerId="ADAL" clId="{6884C358-F078-41E2-B52A-C991C4377FC1}" dt="2025-07-23T05:16:02.768" v="3353" actId="478"/>
          <ac:spMkLst>
            <pc:docMk/>
            <pc:sldMk cId="2717130231" sldId="602"/>
            <ac:spMk id="6" creationId="{6DA9A92D-8D82-3D24-F90E-F548CACC3B08}"/>
          </ac:spMkLst>
        </pc:spChg>
        <pc:spChg chg="add mod">
          <ac:chgData name="Deepika Vatsa" userId="f7100972-27fe-4ee6-8fb4-ec9b7931b409" providerId="ADAL" clId="{6884C358-F078-41E2-B52A-C991C4377FC1}" dt="2025-07-23T05:16:25.734" v="3359"/>
          <ac:spMkLst>
            <pc:docMk/>
            <pc:sldMk cId="2717130231" sldId="602"/>
            <ac:spMk id="7" creationId="{7F4B3C9C-EE6F-0BBC-A1B2-DCB27147AC1C}"/>
          </ac:spMkLst>
        </pc:spChg>
        <pc:spChg chg="mod">
          <ac:chgData name="Deepika Vatsa" userId="f7100972-27fe-4ee6-8fb4-ec9b7931b409" providerId="ADAL" clId="{6884C358-F078-41E2-B52A-C991C4377FC1}" dt="2025-07-22T10:58:01.962" v="3168" actId="113"/>
          <ac:spMkLst>
            <pc:docMk/>
            <pc:sldMk cId="2717130231" sldId="602"/>
            <ac:spMk id="13" creationId="{05B054CE-66A9-69B7-25DF-5E63A7E7226F}"/>
          </ac:spMkLst>
        </pc:spChg>
        <pc:graphicFrameChg chg="add mod modGraphic">
          <ac:chgData name="Deepika Vatsa" userId="f7100972-27fe-4ee6-8fb4-ec9b7931b409" providerId="ADAL" clId="{6884C358-F078-41E2-B52A-C991C4377FC1}" dt="2025-07-22T10:56:57.073" v="3131" actId="20577"/>
          <ac:graphicFrameMkLst>
            <pc:docMk/>
            <pc:sldMk cId="2717130231" sldId="602"/>
            <ac:graphicFrameMk id="3" creationId="{26447246-77A9-0BA0-DDC4-AA7139BF3CBE}"/>
          </ac:graphicFrameMkLst>
        </pc:graphicFrameChg>
        <pc:graphicFrameChg chg="del">
          <ac:chgData name="Deepika Vatsa" userId="f7100972-27fe-4ee6-8fb4-ec9b7931b409" providerId="ADAL" clId="{6884C358-F078-41E2-B52A-C991C4377FC1}" dt="2025-07-22T10:56:05.332" v="3064" actId="478"/>
          <ac:graphicFrameMkLst>
            <pc:docMk/>
            <pc:sldMk cId="2717130231" sldId="602"/>
            <ac:graphicFrameMk id="14" creationId="{15B9210D-0693-05A9-B8B7-394487320ED6}"/>
          </ac:graphicFrameMkLst>
        </pc:graphicFrameChg>
        <pc:cxnChg chg="del">
          <ac:chgData name="Deepika Vatsa" userId="f7100972-27fe-4ee6-8fb4-ec9b7931b409" providerId="ADAL" clId="{6884C358-F078-41E2-B52A-C991C4377FC1}" dt="2025-07-23T05:20:20.177" v="3418" actId="478"/>
          <ac:cxnSpMkLst>
            <pc:docMk/>
            <pc:sldMk cId="2717130231" sldId="602"/>
            <ac:cxnSpMk id="5" creationId="{50E184E5-16FE-EBD7-7894-1DC87C936193}"/>
          </ac:cxnSpMkLst>
        </pc:cxnChg>
        <pc:cxnChg chg="add mod">
          <ac:chgData name="Deepika Vatsa" userId="f7100972-27fe-4ee6-8fb4-ec9b7931b409" providerId="ADAL" clId="{6884C358-F078-41E2-B52A-C991C4377FC1}" dt="2025-07-23T05:20:20.639" v="3419"/>
          <ac:cxnSpMkLst>
            <pc:docMk/>
            <pc:sldMk cId="2717130231" sldId="602"/>
            <ac:cxnSpMk id="8" creationId="{7D162270-8EA5-1790-83F3-A4F9A126E8B1}"/>
          </ac:cxnSpMkLst>
        </pc:cxnChg>
      </pc:sldChg>
      <pc:sldChg chg="addSp delSp modSp add mod">
        <pc:chgData name="Deepika Vatsa" userId="f7100972-27fe-4ee6-8fb4-ec9b7931b409" providerId="ADAL" clId="{6884C358-F078-41E2-B52A-C991C4377FC1}" dt="2025-07-23T05:20:26.685" v="3421"/>
        <pc:sldMkLst>
          <pc:docMk/>
          <pc:sldMk cId="1266594393" sldId="603"/>
        </pc:sldMkLst>
        <pc:spChg chg="del">
          <ac:chgData name="Deepika Vatsa" userId="f7100972-27fe-4ee6-8fb4-ec9b7931b409" providerId="ADAL" clId="{6884C358-F078-41E2-B52A-C991C4377FC1}" dt="2025-07-23T05:16:06.563" v="3354" actId="478"/>
          <ac:spMkLst>
            <pc:docMk/>
            <pc:sldMk cId="1266594393" sldId="603"/>
            <ac:spMk id="2" creationId="{00000000-0000-0000-0000-000000000000}"/>
          </ac:spMkLst>
        </pc:spChg>
        <pc:spChg chg="add mod">
          <ac:chgData name="Deepika Vatsa" userId="f7100972-27fe-4ee6-8fb4-ec9b7931b409" providerId="ADAL" clId="{6884C358-F078-41E2-B52A-C991C4377FC1}" dt="2025-07-22T10:57:48.108" v="3164" actId="14100"/>
          <ac:spMkLst>
            <pc:docMk/>
            <pc:sldMk cId="1266594393" sldId="603"/>
            <ac:spMk id="4" creationId="{1AD143D5-787C-C1A5-C997-9EC0616525DF}"/>
          </ac:spMkLst>
        </pc:spChg>
        <pc:spChg chg="add del mod">
          <ac:chgData name="Deepika Vatsa" userId="f7100972-27fe-4ee6-8fb4-ec9b7931b409" providerId="ADAL" clId="{6884C358-F078-41E2-B52A-C991C4377FC1}" dt="2025-07-23T05:16:08.217" v="3355" actId="478"/>
          <ac:spMkLst>
            <pc:docMk/>
            <pc:sldMk cId="1266594393" sldId="603"/>
            <ac:spMk id="6" creationId="{A74DC710-992E-573C-40A0-556A16BC3A75}"/>
          </ac:spMkLst>
        </pc:spChg>
        <pc:spChg chg="add mod">
          <ac:chgData name="Deepika Vatsa" userId="f7100972-27fe-4ee6-8fb4-ec9b7931b409" providerId="ADAL" clId="{6884C358-F078-41E2-B52A-C991C4377FC1}" dt="2025-07-23T05:16:27.514" v="3360"/>
          <ac:spMkLst>
            <pc:docMk/>
            <pc:sldMk cId="1266594393" sldId="603"/>
            <ac:spMk id="7" creationId="{1B3062FA-2CD8-A930-87D2-86A160AADA8E}"/>
          </ac:spMkLst>
        </pc:spChg>
        <pc:spChg chg="mod">
          <ac:chgData name="Deepika Vatsa" userId="f7100972-27fe-4ee6-8fb4-ec9b7931b409" providerId="ADAL" clId="{6884C358-F078-41E2-B52A-C991C4377FC1}" dt="2025-07-22T10:57:56.910" v="3167" actId="113"/>
          <ac:spMkLst>
            <pc:docMk/>
            <pc:sldMk cId="1266594393" sldId="603"/>
            <ac:spMk id="13" creationId="{05B054CE-66A9-69B7-25DF-5E63A7E7226F}"/>
          </ac:spMkLst>
        </pc:spChg>
        <pc:graphicFrameChg chg="del">
          <ac:chgData name="Deepika Vatsa" userId="f7100972-27fe-4ee6-8fb4-ec9b7931b409" providerId="ADAL" clId="{6884C358-F078-41E2-B52A-C991C4377FC1}" dt="2025-07-22T10:57:41.042" v="3162" actId="478"/>
          <ac:graphicFrameMkLst>
            <pc:docMk/>
            <pc:sldMk cId="1266594393" sldId="603"/>
            <ac:graphicFrameMk id="3" creationId="{26447246-77A9-0BA0-DDC4-AA7139BF3CBE}"/>
          </ac:graphicFrameMkLst>
        </pc:graphicFrameChg>
        <pc:cxnChg chg="del">
          <ac:chgData name="Deepika Vatsa" userId="f7100972-27fe-4ee6-8fb4-ec9b7931b409" providerId="ADAL" clId="{6884C358-F078-41E2-B52A-C991C4377FC1}" dt="2025-07-23T05:20:26.229" v="3420" actId="478"/>
          <ac:cxnSpMkLst>
            <pc:docMk/>
            <pc:sldMk cId="1266594393" sldId="603"/>
            <ac:cxnSpMk id="5" creationId="{50E184E5-16FE-EBD7-7894-1DC87C936193}"/>
          </ac:cxnSpMkLst>
        </pc:cxnChg>
        <pc:cxnChg chg="add mod">
          <ac:chgData name="Deepika Vatsa" userId="f7100972-27fe-4ee6-8fb4-ec9b7931b409" providerId="ADAL" clId="{6884C358-F078-41E2-B52A-C991C4377FC1}" dt="2025-07-23T05:20:26.685" v="3421"/>
          <ac:cxnSpMkLst>
            <pc:docMk/>
            <pc:sldMk cId="1266594393" sldId="603"/>
            <ac:cxnSpMk id="8" creationId="{A1395F78-30F5-3937-9A59-67E864B7EFC0}"/>
          </ac:cxnSpMkLst>
        </pc:cxnChg>
      </pc:sldChg>
      <pc:sldChg chg="addSp delSp modSp add mod">
        <pc:chgData name="Deepika Vatsa" userId="f7100972-27fe-4ee6-8fb4-ec9b7931b409" providerId="ADAL" clId="{6884C358-F078-41E2-B52A-C991C4377FC1}" dt="2025-07-23T05:20:16.708" v="3417"/>
        <pc:sldMkLst>
          <pc:docMk/>
          <pc:sldMk cId="4255891347" sldId="604"/>
        </pc:sldMkLst>
        <pc:spChg chg="del">
          <ac:chgData name="Deepika Vatsa" userId="f7100972-27fe-4ee6-8fb4-ec9b7931b409" providerId="ADAL" clId="{6884C358-F078-41E2-B52A-C991C4377FC1}" dt="2025-07-23T05:15:55.831" v="3350" actId="478"/>
          <ac:spMkLst>
            <pc:docMk/>
            <pc:sldMk cId="4255891347" sldId="604"/>
            <ac:spMk id="2" creationId="{00000000-0000-0000-0000-000000000000}"/>
          </ac:spMkLst>
        </pc:spChg>
        <pc:spChg chg="add del mod">
          <ac:chgData name="Deepika Vatsa" userId="f7100972-27fe-4ee6-8fb4-ec9b7931b409" providerId="ADAL" clId="{6884C358-F078-41E2-B52A-C991C4377FC1}" dt="2025-07-23T05:15:57.713" v="3351" actId="478"/>
          <ac:spMkLst>
            <pc:docMk/>
            <pc:sldMk cId="4255891347" sldId="604"/>
            <ac:spMk id="4" creationId="{1E8C311E-5024-0A5C-ADB3-9DF8A67D3DAA}"/>
          </ac:spMkLst>
        </pc:spChg>
        <pc:spChg chg="add mod">
          <ac:chgData name="Deepika Vatsa" userId="f7100972-27fe-4ee6-8fb4-ec9b7931b409" providerId="ADAL" clId="{6884C358-F078-41E2-B52A-C991C4377FC1}" dt="2025-07-23T05:16:23.931" v="3358"/>
          <ac:spMkLst>
            <pc:docMk/>
            <pc:sldMk cId="4255891347" sldId="604"/>
            <ac:spMk id="6" creationId="{2026D996-90C4-3C12-B2E6-96092CF25C70}"/>
          </ac:spMkLst>
        </pc:spChg>
        <pc:spChg chg="mod">
          <ac:chgData name="Deepika Vatsa" userId="f7100972-27fe-4ee6-8fb4-ec9b7931b409" providerId="ADAL" clId="{6884C358-F078-41E2-B52A-C991C4377FC1}" dt="2025-07-22T10:58:35.306" v="3177" actId="6549"/>
          <ac:spMkLst>
            <pc:docMk/>
            <pc:sldMk cId="4255891347" sldId="604"/>
            <ac:spMk id="13" creationId="{05B054CE-66A9-69B7-25DF-5E63A7E7226F}"/>
          </ac:spMkLst>
        </pc:spChg>
        <pc:graphicFrameChg chg="mod modGraphic">
          <ac:chgData name="Deepika Vatsa" userId="f7100972-27fe-4ee6-8fb4-ec9b7931b409" providerId="ADAL" clId="{6884C358-F078-41E2-B52A-C991C4377FC1}" dt="2025-07-22T10:58:54.235" v="3183" actId="14100"/>
          <ac:graphicFrameMkLst>
            <pc:docMk/>
            <pc:sldMk cId="4255891347" sldId="604"/>
            <ac:graphicFrameMk id="14" creationId="{15B9210D-0693-05A9-B8B7-394487320ED6}"/>
          </ac:graphicFrameMkLst>
        </pc:graphicFrameChg>
        <pc:cxnChg chg="del">
          <ac:chgData name="Deepika Vatsa" userId="f7100972-27fe-4ee6-8fb4-ec9b7931b409" providerId="ADAL" clId="{6884C358-F078-41E2-B52A-C991C4377FC1}" dt="2025-07-23T05:20:16.121" v="3416" actId="478"/>
          <ac:cxnSpMkLst>
            <pc:docMk/>
            <pc:sldMk cId="4255891347" sldId="604"/>
            <ac:cxnSpMk id="5" creationId="{50E184E5-16FE-EBD7-7894-1DC87C936193}"/>
          </ac:cxnSpMkLst>
        </pc:cxnChg>
        <pc:cxnChg chg="add mod">
          <ac:chgData name="Deepika Vatsa" userId="f7100972-27fe-4ee6-8fb4-ec9b7931b409" providerId="ADAL" clId="{6884C358-F078-41E2-B52A-C991C4377FC1}" dt="2025-07-23T05:20:16.708" v="3417"/>
          <ac:cxnSpMkLst>
            <pc:docMk/>
            <pc:sldMk cId="4255891347" sldId="604"/>
            <ac:cxnSpMk id="7" creationId="{B773A36C-D68E-6E7D-095A-1EC7008C66FA}"/>
          </ac:cxnSpMkLst>
        </pc:cxnChg>
      </pc:sldChg>
      <pc:sldChg chg="addSp delSp modSp add mod">
        <pc:chgData name="Deepika Vatsa" userId="f7100972-27fe-4ee6-8fb4-ec9b7931b409" providerId="ADAL" clId="{6884C358-F078-41E2-B52A-C991C4377FC1}" dt="2025-07-23T05:20:31.431" v="3423"/>
        <pc:sldMkLst>
          <pc:docMk/>
          <pc:sldMk cId="3000343820" sldId="605"/>
        </pc:sldMkLst>
        <pc:spChg chg="del">
          <ac:chgData name="Deepika Vatsa" userId="f7100972-27fe-4ee6-8fb4-ec9b7931b409" providerId="ADAL" clId="{6884C358-F078-41E2-B52A-C991C4377FC1}" dt="2025-07-23T05:16:13.022" v="3356" actId="478"/>
          <ac:spMkLst>
            <pc:docMk/>
            <pc:sldMk cId="3000343820" sldId="605"/>
            <ac:spMk id="2" creationId="{00000000-0000-0000-0000-000000000000}"/>
          </ac:spMkLst>
        </pc:spChg>
        <pc:spChg chg="del">
          <ac:chgData name="Deepika Vatsa" userId="f7100972-27fe-4ee6-8fb4-ec9b7931b409" providerId="ADAL" clId="{6884C358-F078-41E2-B52A-C991C4377FC1}" dt="2025-07-22T10:59:47.754" v="3207" actId="478"/>
          <ac:spMkLst>
            <pc:docMk/>
            <pc:sldMk cId="3000343820" sldId="605"/>
            <ac:spMk id="4" creationId="{1AD143D5-787C-C1A5-C997-9EC0616525DF}"/>
          </ac:spMkLst>
        </pc:spChg>
        <pc:spChg chg="add del mod">
          <ac:chgData name="Deepika Vatsa" userId="f7100972-27fe-4ee6-8fb4-ec9b7931b409" providerId="ADAL" clId="{6884C358-F078-41E2-B52A-C991C4377FC1}" dt="2025-07-23T05:16:14.811" v="3357" actId="478"/>
          <ac:spMkLst>
            <pc:docMk/>
            <pc:sldMk cId="3000343820" sldId="605"/>
            <ac:spMk id="4" creationId="{A81EBE12-917F-1A39-1B38-85449C2DC81C}"/>
          </ac:spMkLst>
        </pc:spChg>
        <pc:spChg chg="add del">
          <ac:chgData name="Deepika Vatsa" userId="f7100972-27fe-4ee6-8fb4-ec9b7931b409" providerId="ADAL" clId="{6884C358-F078-41E2-B52A-C991C4377FC1}" dt="2025-07-22T10:59:53.735" v="3211" actId="22"/>
          <ac:spMkLst>
            <pc:docMk/>
            <pc:sldMk cId="3000343820" sldId="605"/>
            <ac:spMk id="6" creationId="{254E2835-DAB1-3E5B-5251-BEF951804D79}"/>
          </ac:spMkLst>
        </pc:spChg>
        <pc:spChg chg="add mod">
          <ac:chgData name="Deepika Vatsa" userId="f7100972-27fe-4ee6-8fb4-ec9b7931b409" providerId="ADAL" clId="{6884C358-F078-41E2-B52A-C991C4377FC1}" dt="2025-07-23T05:16:30.424" v="3361"/>
          <ac:spMkLst>
            <pc:docMk/>
            <pc:sldMk cId="3000343820" sldId="605"/>
            <ac:spMk id="6" creationId="{2D09E08D-CF06-9310-2372-85E7B1DBB6F3}"/>
          </ac:spMkLst>
        </pc:spChg>
        <pc:spChg chg="add del">
          <ac:chgData name="Deepika Vatsa" userId="f7100972-27fe-4ee6-8fb4-ec9b7931b409" providerId="ADAL" clId="{6884C358-F078-41E2-B52A-C991C4377FC1}" dt="2025-07-22T10:59:55.017" v="3213" actId="22"/>
          <ac:spMkLst>
            <pc:docMk/>
            <pc:sldMk cId="3000343820" sldId="605"/>
            <ac:spMk id="8" creationId="{46282A04-E2EF-5990-7C9A-2482B8F88DE8}"/>
          </ac:spMkLst>
        </pc:spChg>
        <pc:spChg chg="add mod">
          <ac:chgData name="Deepika Vatsa" userId="f7100972-27fe-4ee6-8fb4-ec9b7931b409" providerId="ADAL" clId="{6884C358-F078-41E2-B52A-C991C4377FC1}" dt="2025-07-22T11:00:31.477" v="3250" actId="20577"/>
          <ac:spMkLst>
            <pc:docMk/>
            <pc:sldMk cId="3000343820" sldId="605"/>
            <ac:spMk id="10" creationId="{1A9471B8-64B2-EEE3-8FEC-CB7C57B99638}"/>
          </ac:spMkLst>
        </pc:spChg>
        <pc:spChg chg="mod">
          <ac:chgData name="Deepika Vatsa" userId="f7100972-27fe-4ee6-8fb4-ec9b7931b409" providerId="ADAL" clId="{6884C358-F078-41E2-B52A-C991C4377FC1}" dt="2025-07-22T10:59:19.150" v="3206" actId="20577"/>
          <ac:spMkLst>
            <pc:docMk/>
            <pc:sldMk cId="3000343820" sldId="605"/>
            <ac:spMk id="13" creationId="{05B054CE-66A9-69B7-25DF-5E63A7E7226F}"/>
          </ac:spMkLst>
        </pc:spChg>
        <pc:cxnChg chg="del">
          <ac:chgData name="Deepika Vatsa" userId="f7100972-27fe-4ee6-8fb4-ec9b7931b409" providerId="ADAL" clId="{6884C358-F078-41E2-B52A-C991C4377FC1}" dt="2025-07-23T05:20:30.996" v="3422" actId="478"/>
          <ac:cxnSpMkLst>
            <pc:docMk/>
            <pc:sldMk cId="3000343820" sldId="605"/>
            <ac:cxnSpMk id="5" creationId="{50E184E5-16FE-EBD7-7894-1DC87C936193}"/>
          </ac:cxnSpMkLst>
        </pc:cxnChg>
        <pc:cxnChg chg="add mod">
          <ac:chgData name="Deepika Vatsa" userId="f7100972-27fe-4ee6-8fb4-ec9b7931b409" providerId="ADAL" clId="{6884C358-F078-41E2-B52A-C991C4377FC1}" dt="2025-07-23T05:20:31.431" v="3423"/>
          <ac:cxnSpMkLst>
            <pc:docMk/>
            <pc:sldMk cId="3000343820" sldId="605"/>
            <ac:cxnSpMk id="7" creationId="{CB25073D-C8BF-4164-65B6-5B1D7B263018}"/>
          </ac:cxnSpMkLst>
        </pc:cxnChg>
      </pc:sldChg>
      <pc:sldChg chg="addSp delSp modSp add del mod">
        <pc:chgData name="Deepika Vatsa" userId="f7100972-27fe-4ee6-8fb4-ec9b7931b409" providerId="ADAL" clId="{6884C358-F078-41E2-B52A-C991C4377FC1}" dt="2025-07-23T05:07:03.568" v="3291" actId="2696"/>
        <pc:sldMkLst>
          <pc:docMk/>
          <pc:sldMk cId="1302649209" sldId="606"/>
        </pc:sldMkLst>
        <pc:spChg chg="mod">
          <ac:chgData name="Deepika Vatsa" userId="f7100972-27fe-4ee6-8fb4-ec9b7931b409" providerId="ADAL" clId="{6884C358-F078-41E2-B52A-C991C4377FC1}" dt="2025-07-23T05:06:38.842" v="3285" actId="1076"/>
          <ac:spMkLst>
            <pc:docMk/>
            <pc:sldMk cId="1302649209" sldId="606"/>
            <ac:spMk id="2" creationId="{00000000-0000-0000-0000-000000000000}"/>
          </ac:spMkLst>
        </pc:spChg>
        <pc:spChg chg="del">
          <ac:chgData name="Deepika Vatsa" userId="f7100972-27fe-4ee6-8fb4-ec9b7931b409" providerId="ADAL" clId="{6884C358-F078-41E2-B52A-C991C4377FC1}" dt="2025-07-23T05:06:11.168" v="3261" actId="478"/>
          <ac:spMkLst>
            <pc:docMk/>
            <pc:sldMk cId="1302649209" sldId="606"/>
            <ac:spMk id="3" creationId="{00000000-0000-0000-0000-000000000000}"/>
          </ac:spMkLst>
        </pc:spChg>
        <pc:spChg chg="add del mod">
          <ac:chgData name="Deepika Vatsa" userId="f7100972-27fe-4ee6-8fb4-ec9b7931b409" providerId="ADAL" clId="{6884C358-F078-41E2-B52A-C991C4377FC1}" dt="2025-07-23T05:06:14.218" v="3262" actId="478"/>
          <ac:spMkLst>
            <pc:docMk/>
            <pc:sldMk cId="1302649209" sldId="606"/>
            <ac:spMk id="6" creationId="{64114871-2460-BE07-A433-A6AA220B5F2C}"/>
          </ac:spMkLst>
        </pc:spChg>
        <pc:spChg chg="add mod">
          <ac:chgData name="Deepika Vatsa" userId="f7100972-27fe-4ee6-8fb4-ec9b7931b409" providerId="ADAL" clId="{6884C358-F078-41E2-B52A-C991C4377FC1}" dt="2025-07-23T05:06:14.889" v="3263"/>
          <ac:spMkLst>
            <pc:docMk/>
            <pc:sldMk cId="1302649209" sldId="606"/>
            <ac:spMk id="7" creationId="{4046B1BD-32BF-94BB-A445-155DB489242D}"/>
          </ac:spMkLst>
        </pc:spChg>
      </pc:sldChg>
      <pc:sldChg chg="addSp delSp modSp add mod">
        <pc:chgData name="Deepika Vatsa" userId="f7100972-27fe-4ee6-8fb4-ec9b7931b409" providerId="ADAL" clId="{6884C358-F078-41E2-B52A-C991C4377FC1}" dt="2025-07-23T05:21:16.949" v="3448"/>
        <pc:sldMkLst>
          <pc:docMk/>
          <pc:sldMk cId="1265168596" sldId="607"/>
        </pc:sldMkLst>
        <pc:spChg chg="del">
          <ac:chgData name="Deepika Vatsa" userId="f7100972-27fe-4ee6-8fb4-ec9b7931b409" providerId="ADAL" clId="{6884C358-F078-41E2-B52A-C991C4377FC1}" dt="2025-07-23T05:17:39.628" v="3374" actId="478"/>
          <ac:spMkLst>
            <pc:docMk/>
            <pc:sldMk cId="1265168596" sldId="607"/>
            <ac:spMk id="2" creationId="{00000000-0000-0000-0000-000000000000}"/>
          </ac:spMkLst>
        </pc:spChg>
        <pc:spChg chg="add del mod">
          <ac:chgData name="Deepika Vatsa" userId="f7100972-27fe-4ee6-8fb4-ec9b7931b409" providerId="ADAL" clId="{6884C358-F078-41E2-B52A-C991C4377FC1}" dt="2025-07-23T05:17:44.285" v="3376" actId="478"/>
          <ac:spMkLst>
            <pc:docMk/>
            <pc:sldMk cId="1265168596" sldId="607"/>
            <ac:spMk id="6" creationId="{C07E118B-1667-38AE-C2DA-C21278B87F83}"/>
          </ac:spMkLst>
        </pc:spChg>
        <pc:spChg chg="add mod">
          <ac:chgData name="Deepika Vatsa" userId="f7100972-27fe-4ee6-8fb4-ec9b7931b409" providerId="ADAL" clId="{6884C358-F078-41E2-B52A-C991C4377FC1}" dt="2025-07-23T05:17:49.187" v="3380" actId="1035"/>
          <ac:spMkLst>
            <pc:docMk/>
            <pc:sldMk cId="1265168596" sldId="607"/>
            <ac:spMk id="8" creationId="{28EA11DA-6FAE-4A30-1A45-D904D110690C}"/>
          </ac:spMkLst>
        </pc:spChg>
        <pc:cxnChg chg="del">
          <ac:chgData name="Deepika Vatsa" userId="f7100972-27fe-4ee6-8fb4-ec9b7931b409" providerId="ADAL" clId="{6884C358-F078-41E2-B52A-C991C4377FC1}" dt="2025-07-23T05:21:16.564" v="3447" actId="478"/>
          <ac:cxnSpMkLst>
            <pc:docMk/>
            <pc:sldMk cId="1265168596" sldId="607"/>
            <ac:cxnSpMk id="7" creationId="{65C76CC1-B771-E13B-D742-340E1D5CAD8C}"/>
          </ac:cxnSpMkLst>
        </pc:cxnChg>
        <pc:cxnChg chg="add mod">
          <ac:chgData name="Deepika Vatsa" userId="f7100972-27fe-4ee6-8fb4-ec9b7931b409" providerId="ADAL" clId="{6884C358-F078-41E2-B52A-C991C4377FC1}" dt="2025-07-23T05:21:16.949" v="3448"/>
          <ac:cxnSpMkLst>
            <pc:docMk/>
            <pc:sldMk cId="1265168596" sldId="607"/>
            <ac:cxnSpMk id="9" creationId="{8EEBD2E5-74AB-4847-0D3D-942182177146}"/>
          </ac:cxnSpMkLst>
        </pc:cxnChg>
      </pc:sldChg>
      <pc:sldChg chg="addSp delSp modSp add mod">
        <pc:chgData name="Deepika Vatsa" userId="f7100972-27fe-4ee6-8fb4-ec9b7931b409" providerId="ADAL" clId="{6884C358-F078-41E2-B52A-C991C4377FC1}" dt="2025-07-23T05:22:26.150" v="3493" actId="14100"/>
        <pc:sldMkLst>
          <pc:docMk/>
          <pc:sldMk cId="3320274339" sldId="608"/>
        </pc:sldMkLst>
        <pc:spChg chg="del">
          <ac:chgData name="Deepika Vatsa" userId="f7100972-27fe-4ee6-8fb4-ec9b7931b409" providerId="ADAL" clId="{6884C358-F078-41E2-B52A-C991C4377FC1}" dt="2025-07-23T05:11:34.839" v="3297" actId="478"/>
          <ac:spMkLst>
            <pc:docMk/>
            <pc:sldMk cId="3320274339" sldId="608"/>
            <ac:spMk id="2" creationId="{3EA993F1-7D74-5A35-94E0-755C8170DDD2}"/>
          </ac:spMkLst>
        </pc:spChg>
        <pc:spChg chg="del">
          <ac:chgData name="Deepika Vatsa" userId="f7100972-27fe-4ee6-8fb4-ec9b7931b409" providerId="ADAL" clId="{6884C358-F078-41E2-B52A-C991C4377FC1}" dt="2025-07-23T05:12:10.700" v="3318" actId="478"/>
          <ac:spMkLst>
            <pc:docMk/>
            <pc:sldMk cId="3320274339" sldId="608"/>
            <ac:spMk id="4" creationId="{C7E4D45C-A04E-4FD8-8E36-9127F8599888}"/>
          </ac:spMkLst>
        </pc:spChg>
        <pc:spChg chg="add del mod">
          <ac:chgData name="Deepika Vatsa" userId="f7100972-27fe-4ee6-8fb4-ec9b7931b409" providerId="ADAL" clId="{6884C358-F078-41E2-B52A-C991C4377FC1}" dt="2025-07-23T05:11:36.519" v="3298" actId="478"/>
          <ac:spMkLst>
            <pc:docMk/>
            <pc:sldMk cId="3320274339" sldId="608"/>
            <ac:spMk id="6" creationId="{EE908AC3-623C-CC58-D78A-A0D84DBEB9D0}"/>
          </ac:spMkLst>
        </pc:spChg>
        <pc:spChg chg="add mod">
          <ac:chgData name="Deepika Vatsa" userId="f7100972-27fe-4ee6-8fb4-ec9b7931b409" providerId="ADAL" clId="{6884C358-F078-41E2-B52A-C991C4377FC1}" dt="2025-07-23T05:22:15.127" v="3486" actId="1038"/>
          <ac:spMkLst>
            <pc:docMk/>
            <pc:sldMk cId="3320274339" sldId="608"/>
            <ac:spMk id="7" creationId="{F26712D0-C7B9-7F0F-CF59-812A62A6D723}"/>
          </ac:spMkLst>
        </pc:spChg>
        <pc:spChg chg="add mod">
          <ac:chgData name="Deepika Vatsa" userId="f7100972-27fe-4ee6-8fb4-ec9b7931b409" providerId="ADAL" clId="{6884C358-F078-41E2-B52A-C991C4377FC1}" dt="2025-07-23T05:22:26.150" v="3493" actId="14100"/>
          <ac:spMkLst>
            <pc:docMk/>
            <pc:sldMk cId="3320274339" sldId="608"/>
            <ac:spMk id="8" creationId="{B7CEB9D0-5895-DF81-7B8D-8329D77D5609}"/>
          </ac:spMkLst>
        </pc:spChg>
        <pc:cxnChg chg="del">
          <ac:chgData name="Deepika Vatsa" userId="f7100972-27fe-4ee6-8fb4-ec9b7931b409" providerId="ADAL" clId="{6884C358-F078-41E2-B52A-C991C4377FC1}" dt="2025-07-23T05:22:00.981" v="3464" actId="478"/>
          <ac:cxnSpMkLst>
            <pc:docMk/>
            <pc:sldMk cId="3320274339" sldId="608"/>
            <ac:cxnSpMk id="5" creationId="{EA92F9DF-D5D8-49B1-F8B9-EDE5C89C9DF6}"/>
          </ac:cxnSpMkLst>
        </pc:cxnChg>
        <pc:cxnChg chg="add mod">
          <ac:chgData name="Deepika Vatsa" userId="f7100972-27fe-4ee6-8fb4-ec9b7931b409" providerId="ADAL" clId="{6884C358-F078-41E2-B52A-C991C4377FC1}" dt="2025-07-23T05:22:19.189" v="3491" actId="1037"/>
          <ac:cxnSpMkLst>
            <pc:docMk/>
            <pc:sldMk cId="3320274339" sldId="608"/>
            <ac:cxnSpMk id="9" creationId="{7EE1F82B-D051-1DEB-01A1-439392556DE4}"/>
          </ac:cxnSpMkLst>
        </pc:cxnChg>
      </pc:sldChg>
      <pc:sldChg chg="addSp delSp modSp add mod">
        <pc:chgData name="Deepika Vatsa" userId="f7100972-27fe-4ee6-8fb4-ec9b7931b409" providerId="ADAL" clId="{6884C358-F078-41E2-B52A-C991C4377FC1}" dt="2025-07-23T05:22:41.271" v="3515" actId="1038"/>
        <pc:sldMkLst>
          <pc:docMk/>
          <pc:sldMk cId="2282133231" sldId="609"/>
        </pc:sldMkLst>
        <pc:spChg chg="mod">
          <ac:chgData name="Deepika Vatsa" userId="f7100972-27fe-4ee6-8fb4-ec9b7931b409" providerId="ADAL" clId="{6884C358-F078-41E2-B52A-C991C4377FC1}" dt="2025-07-23T05:22:41.271" v="3515" actId="1038"/>
          <ac:spMkLst>
            <pc:docMk/>
            <pc:sldMk cId="2282133231" sldId="609"/>
            <ac:spMk id="7" creationId="{F26712D0-C7B9-7F0F-CF59-812A62A6D723}"/>
          </ac:spMkLst>
        </pc:spChg>
        <pc:spChg chg="del">
          <ac:chgData name="Deepika Vatsa" userId="f7100972-27fe-4ee6-8fb4-ec9b7931b409" providerId="ADAL" clId="{6884C358-F078-41E2-B52A-C991C4377FC1}" dt="2025-07-23T05:13:17.945" v="3329" actId="478"/>
          <ac:spMkLst>
            <pc:docMk/>
            <pc:sldMk cId="2282133231" sldId="609"/>
            <ac:spMk id="8" creationId="{B7CEB9D0-5895-DF81-7B8D-8329D77D5609}"/>
          </ac:spMkLst>
        </pc:spChg>
        <pc:picChg chg="add mod">
          <ac:chgData name="Deepika Vatsa" userId="f7100972-27fe-4ee6-8fb4-ec9b7931b409" providerId="ADAL" clId="{6884C358-F078-41E2-B52A-C991C4377FC1}" dt="2025-07-23T05:13:18.601" v="3330"/>
          <ac:picMkLst>
            <pc:docMk/>
            <pc:sldMk cId="2282133231" sldId="609"/>
            <ac:picMk id="2" creationId="{F1D8BFBF-228E-E666-F268-C467FD154A6B}"/>
          </ac:picMkLst>
        </pc:picChg>
        <pc:cxnChg chg="add mod">
          <ac:chgData name="Deepika Vatsa" userId="f7100972-27fe-4ee6-8fb4-ec9b7931b409" providerId="ADAL" clId="{6884C358-F078-41E2-B52A-C991C4377FC1}" dt="2025-07-23T05:22:34.167" v="3495"/>
          <ac:cxnSpMkLst>
            <pc:docMk/>
            <pc:sldMk cId="2282133231" sldId="609"/>
            <ac:cxnSpMk id="3" creationId="{10749E9D-359E-22C0-D491-7608963679D2}"/>
          </ac:cxnSpMkLst>
        </pc:cxnChg>
        <pc:cxnChg chg="del">
          <ac:chgData name="Deepika Vatsa" userId="f7100972-27fe-4ee6-8fb4-ec9b7931b409" providerId="ADAL" clId="{6884C358-F078-41E2-B52A-C991C4377FC1}" dt="2025-07-23T05:22:33.727" v="3494" actId="478"/>
          <ac:cxnSpMkLst>
            <pc:docMk/>
            <pc:sldMk cId="2282133231" sldId="609"/>
            <ac:cxnSpMk id="5" creationId="{EA92F9DF-D5D8-49B1-F8B9-EDE5C89C9DF6}"/>
          </ac:cxnSpMkLst>
        </pc:cxnChg>
      </pc:sldChg>
      <pc:sldChg chg="addSp delSp modSp add mod">
        <pc:chgData name="Deepika Vatsa" userId="f7100972-27fe-4ee6-8fb4-ec9b7931b409" providerId="ADAL" clId="{6884C358-F078-41E2-B52A-C991C4377FC1}" dt="2025-07-23T05:24:32.028" v="3542" actId="14100"/>
        <pc:sldMkLst>
          <pc:docMk/>
          <pc:sldMk cId="2610700906" sldId="610"/>
        </pc:sldMkLst>
        <pc:spChg chg="del">
          <ac:chgData name="Deepika Vatsa" userId="f7100972-27fe-4ee6-8fb4-ec9b7931b409" providerId="ADAL" clId="{6884C358-F078-41E2-B52A-C991C4377FC1}" dt="2025-07-23T05:23:30.897" v="3527" actId="478"/>
          <ac:spMkLst>
            <pc:docMk/>
            <pc:sldMk cId="2610700906" sldId="610"/>
            <ac:spMk id="4" creationId="{170DDB5B-6792-55DA-AF63-9A96FA1939A3}"/>
          </ac:spMkLst>
        </pc:spChg>
        <pc:spChg chg="add mod">
          <ac:chgData name="Deepika Vatsa" userId="f7100972-27fe-4ee6-8fb4-ec9b7931b409" providerId="ADAL" clId="{6884C358-F078-41E2-B52A-C991C4377FC1}" dt="2025-07-23T05:24:32.028" v="3542" actId="14100"/>
          <ac:spMkLst>
            <pc:docMk/>
            <pc:sldMk cId="2610700906" sldId="610"/>
            <ac:spMk id="5" creationId="{A2902FD0-49ED-CC0F-C376-EFD1A253C258}"/>
          </ac:spMkLst>
        </pc:spChg>
      </pc:sldChg>
      <pc:sldChg chg="addSp delSp modSp add mod">
        <pc:chgData name="Deepika Vatsa" userId="f7100972-27fe-4ee6-8fb4-ec9b7931b409" providerId="ADAL" clId="{6884C358-F078-41E2-B52A-C991C4377FC1}" dt="2025-07-23T05:24:21.040" v="3541" actId="255"/>
        <pc:sldMkLst>
          <pc:docMk/>
          <pc:sldMk cId="565857117" sldId="611"/>
        </pc:sldMkLst>
        <pc:spChg chg="add mod">
          <ac:chgData name="Deepika Vatsa" userId="f7100972-27fe-4ee6-8fb4-ec9b7931b409" providerId="ADAL" clId="{6884C358-F078-41E2-B52A-C991C4377FC1}" dt="2025-07-23T05:24:21.040" v="3541" actId="255"/>
          <ac:spMkLst>
            <pc:docMk/>
            <pc:sldMk cId="565857117" sldId="611"/>
            <ac:spMk id="4" creationId="{253B6F8E-7D94-03FC-86B0-ACF980C6CF46}"/>
          </ac:spMkLst>
        </pc:spChg>
        <pc:spChg chg="del">
          <ac:chgData name="Deepika Vatsa" userId="f7100972-27fe-4ee6-8fb4-ec9b7931b409" providerId="ADAL" clId="{6884C358-F078-41E2-B52A-C991C4377FC1}" dt="2025-07-23T05:24:06.163" v="3536" actId="478"/>
          <ac:spMkLst>
            <pc:docMk/>
            <pc:sldMk cId="565857117" sldId="611"/>
            <ac:spMk id="5" creationId="{A2902FD0-49ED-CC0F-C376-EFD1A253C258}"/>
          </ac:spMkLst>
        </pc:spChg>
      </pc:sldChg>
      <pc:sldMasterChg chg="delSldLayout">
        <pc:chgData name="Deepika Vatsa" userId="f7100972-27fe-4ee6-8fb4-ec9b7931b409" providerId="ADAL" clId="{6884C358-F078-41E2-B52A-C991C4377FC1}" dt="2025-07-23T05:13:42.142" v="3334" actId="47"/>
        <pc:sldMasterMkLst>
          <pc:docMk/>
          <pc:sldMasterMk cId="2935578617" sldId="2147483672"/>
        </pc:sldMasterMkLst>
        <pc:sldLayoutChg chg="del">
          <pc:chgData name="Deepika Vatsa" userId="f7100972-27fe-4ee6-8fb4-ec9b7931b409" providerId="ADAL" clId="{6884C358-F078-41E2-B52A-C991C4377FC1}" dt="2025-07-23T05:13:42.142" v="3334" actId="47"/>
          <pc:sldLayoutMkLst>
            <pc:docMk/>
            <pc:sldMasterMk cId="2935578617" sldId="2147483672"/>
            <pc:sldLayoutMk cId="586807421" sldId="2147483684"/>
          </pc:sldLayoutMkLst>
        </pc:sldLayoutChg>
      </pc:sldMasterChg>
    </pc:docChg>
  </pc:docChgLst>
  <pc:docChgLst>
    <pc:chgData name="Deepika Vatsa" userId="f7100972-27fe-4ee6-8fb4-ec9b7931b409" providerId="ADAL" clId="{AC929AA0-30FE-40F5-9F14-BAD5341BE9C1}"/>
    <pc:docChg chg="undo redo custSel addSld delSld modSld sldOrd delMainMaster">
      <pc:chgData name="Deepika Vatsa" userId="f7100972-27fe-4ee6-8fb4-ec9b7931b409" providerId="ADAL" clId="{AC929AA0-30FE-40F5-9F14-BAD5341BE9C1}" dt="2025-07-29T06:46:20.533" v="1572"/>
      <pc:docMkLst>
        <pc:docMk/>
      </pc:docMkLst>
      <pc:sldChg chg="del">
        <pc:chgData name="Deepika Vatsa" userId="f7100972-27fe-4ee6-8fb4-ec9b7931b409" providerId="ADAL" clId="{AC929AA0-30FE-40F5-9F14-BAD5341BE9C1}" dt="2025-07-23T05:28:15.070" v="2" actId="47"/>
        <pc:sldMkLst>
          <pc:docMk/>
          <pc:sldMk cId="0" sldId="257"/>
        </pc:sldMkLst>
      </pc:sldChg>
      <pc:sldChg chg="del">
        <pc:chgData name="Deepika Vatsa" userId="f7100972-27fe-4ee6-8fb4-ec9b7931b409" providerId="ADAL" clId="{AC929AA0-30FE-40F5-9F14-BAD5341BE9C1}" dt="2025-07-23T05:28:15.070" v="2" actId="47"/>
        <pc:sldMkLst>
          <pc:docMk/>
          <pc:sldMk cId="0" sldId="258"/>
        </pc:sldMkLst>
      </pc:sldChg>
      <pc:sldChg chg="del">
        <pc:chgData name="Deepika Vatsa" userId="f7100972-27fe-4ee6-8fb4-ec9b7931b409" providerId="ADAL" clId="{AC929AA0-30FE-40F5-9F14-BAD5341BE9C1}" dt="2025-07-23T05:27:46.693" v="1" actId="47"/>
        <pc:sldMkLst>
          <pc:docMk/>
          <pc:sldMk cId="0" sldId="276"/>
        </pc:sldMkLst>
      </pc:sldChg>
      <pc:sldChg chg="modSp mod">
        <pc:chgData name="Deepika Vatsa" userId="f7100972-27fe-4ee6-8fb4-ec9b7931b409" providerId="ADAL" clId="{AC929AA0-30FE-40F5-9F14-BAD5341BE9C1}" dt="2025-07-23T05:30:40.965" v="115" actId="20577"/>
        <pc:sldMkLst>
          <pc:docMk/>
          <pc:sldMk cId="0" sldId="395"/>
        </pc:sldMkLst>
        <pc:spChg chg="mod">
          <ac:chgData name="Deepika Vatsa" userId="f7100972-27fe-4ee6-8fb4-ec9b7931b409" providerId="ADAL" clId="{AC929AA0-30FE-40F5-9F14-BAD5341BE9C1}" dt="2025-07-23T05:30:40.965" v="115" actId="20577"/>
          <ac:spMkLst>
            <pc:docMk/>
            <pc:sldMk cId="0" sldId="395"/>
            <ac:spMk id="2" creationId="{00000000-0000-0000-0000-000000000000}"/>
          </ac:spMkLst>
        </pc:spChg>
      </pc:sldChg>
      <pc:sldChg chg="delSp add del">
        <pc:chgData name="Deepika Vatsa" userId="f7100972-27fe-4ee6-8fb4-ec9b7931b409" providerId="ADAL" clId="{AC929AA0-30FE-40F5-9F14-BAD5341BE9C1}" dt="2025-07-23T05:31:24.407" v="124" actId="47"/>
        <pc:sldMkLst>
          <pc:docMk/>
          <pc:sldMk cId="287668785" sldId="560"/>
        </pc:sldMkLst>
        <pc:picChg chg="del">
          <ac:chgData name="Deepika Vatsa" userId="f7100972-27fe-4ee6-8fb4-ec9b7931b409" providerId="ADAL" clId="{AC929AA0-30FE-40F5-9F14-BAD5341BE9C1}" dt="2025-07-23T05:30:54.194" v="117" actId="21"/>
          <ac:picMkLst>
            <pc:docMk/>
            <pc:sldMk cId="287668785" sldId="560"/>
            <ac:picMk id="2050" creationId="{22B60C02-5515-4EC4-3F23-264ACAD584DC}"/>
          </ac:picMkLst>
        </pc:picChg>
      </pc:sldChg>
      <pc:sldChg chg="add del">
        <pc:chgData name="Deepika Vatsa" userId="f7100972-27fe-4ee6-8fb4-ec9b7931b409" providerId="ADAL" clId="{AC929AA0-30FE-40F5-9F14-BAD5341BE9C1}" dt="2025-07-23T05:36:45.727" v="175" actId="47"/>
        <pc:sldMkLst>
          <pc:docMk/>
          <pc:sldMk cId="2450812828" sldId="561"/>
        </pc:sldMkLst>
      </pc:sldChg>
      <pc:sldChg chg="add del">
        <pc:chgData name="Deepika Vatsa" userId="f7100972-27fe-4ee6-8fb4-ec9b7931b409" providerId="ADAL" clId="{AC929AA0-30FE-40F5-9F14-BAD5341BE9C1}" dt="2025-07-23T05:54:00.768" v="676" actId="47"/>
        <pc:sldMkLst>
          <pc:docMk/>
          <pc:sldMk cId="287564619" sldId="562"/>
        </pc:sldMkLst>
      </pc:sldChg>
      <pc:sldChg chg="add del ord">
        <pc:chgData name="Deepika Vatsa" userId="f7100972-27fe-4ee6-8fb4-ec9b7931b409" providerId="ADAL" clId="{AC929AA0-30FE-40F5-9F14-BAD5341BE9C1}" dt="2025-07-23T06:37:03.780" v="1338" actId="47"/>
        <pc:sldMkLst>
          <pc:docMk/>
          <pc:sldMk cId="1309982471" sldId="563"/>
        </pc:sldMkLst>
      </pc:sldChg>
      <pc:sldChg chg="add del">
        <pc:chgData name="Deepika Vatsa" userId="f7100972-27fe-4ee6-8fb4-ec9b7931b409" providerId="ADAL" clId="{AC929AA0-30FE-40F5-9F14-BAD5341BE9C1}" dt="2025-07-23T05:58:39.352" v="702" actId="47"/>
        <pc:sldMkLst>
          <pc:docMk/>
          <pc:sldMk cId="774750594" sldId="564"/>
        </pc:sldMkLst>
      </pc:sldChg>
      <pc:sldChg chg="add del">
        <pc:chgData name="Deepika Vatsa" userId="f7100972-27fe-4ee6-8fb4-ec9b7931b409" providerId="ADAL" clId="{AC929AA0-30FE-40F5-9F14-BAD5341BE9C1}" dt="2025-07-23T06:08:31.397" v="821" actId="47"/>
        <pc:sldMkLst>
          <pc:docMk/>
          <pc:sldMk cId="3999172815" sldId="565"/>
        </pc:sldMkLst>
      </pc:sldChg>
      <pc:sldChg chg="add del">
        <pc:chgData name="Deepika Vatsa" userId="f7100972-27fe-4ee6-8fb4-ec9b7931b409" providerId="ADAL" clId="{AC929AA0-30FE-40F5-9F14-BAD5341BE9C1}" dt="2025-07-23T06:11:54.628" v="959" actId="2696"/>
        <pc:sldMkLst>
          <pc:docMk/>
          <pc:sldMk cId="3177362686" sldId="566"/>
        </pc:sldMkLst>
      </pc:sldChg>
      <pc:sldChg chg="add del">
        <pc:chgData name="Deepika Vatsa" userId="f7100972-27fe-4ee6-8fb4-ec9b7931b409" providerId="ADAL" clId="{AC929AA0-30FE-40F5-9F14-BAD5341BE9C1}" dt="2025-07-23T06:23:07.992" v="1168" actId="47"/>
        <pc:sldMkLst>
          <pc:docMk/>
          <pc:sldMk cId="3560577388" sldId="567"/>
        </pc:sldMkLst>
      </pc:sldChg>
      <pc:sldChg chg="add del">
        <pc:chgData name="Deepika Vatsa" userId="f7100972-27fe-4ee6-8fb4-ec9b7931b409" providerId="ADAL" clId="{AC929AA0-30FE-40F5-9F14-BAD5341BE9C1}" dt="2025-07-23T06:23:55.199" v="1169" actId="47"/>
        <pc:sldMkLst>
          <pc:docMk/>
          <pc:sldMk cId="1294509964" sldId="568"/>
        </pc:sldMkLst>
      </pc:sldChg>
      <pc:sldChg chg="add del ord">
        <pc:chgData name="Deepika Vatsa" userId="f7100972-27fe-4ee6-8fb4-ec9b7931b409" providerId="ADAL" clId="{AC929AA0-30FE-40F5-9F14-BAD5341BE9C1}" dt="2025-07-23T06:42:21.688" v="1504" actId="47"/>
        <pc:sldMkLst>
          <pc:docMk/>
          <pc:sldMk cId="3878748831" sldId="569"/>
        </pc:sldMkLst>
      </pc:sldChg>
      <pc:sldChg chg="add del">
        <pc:chgData name="Deepika Vatsa" userId="f7100972-27fe-4ee6-8fb4-ec9b7931b409" providerId="ADAL" clId="{AC929AA0-30FE-40F5-9F14-BAD5341BE9C1}" dt="2025-07-23T06:27:13.380" v="1195" actId="47"/>
        <pc:sldMkLst>
          <pc:docMk/>
          <pc:sldMk cId="3075254007" sldId="570"/>
        </pc:sldMkLst>
      </pc:sldChg>
      <pc:sldChg chg="add del">
        <pc:chgData name="Deepika Vatsa" userId="f7100972-27fe-4ee6-8fb4-ec9b7931b409" providerId="ADAL" clId="{AC929AA0-30FE-40F5-9F14-BAD5341BE9C1}" dt="2025-07-23T06:29:08.930" v="1236" actId="47"/>
        <pc:sldMkLst>
          <pc:docMk/>
          <pc:sldMk cId="1114442619" sldId="571"/>
        </pc:sldMkLst>
      </pc:sldChg>
      <pc:sldChg chg="del">
        <pc:chgData name="Deepika Vatsa" userId="f7100972-27fe-4ee6-8fb4-ec9b7931b409" providerId="ADAL" clId="{AC929AA0-30FE-40F5-9F14-BAD5341BE9C1}" dt="2025-07-23T05:28:15.070" v="2" actId="47"/>
        <pc:sldMkLst>
          <pc:docMk/>
          <pc:sldMk cId="549806327" sldId="573"/>
        </pc:sldMkLst>
      </pc:sldChg>
      <pc:sldChg chg="del">
        <pc:chgData name="Deepika Vatsa" userId="f7100972-27fe-4ee6-8fb4-ec9b7931b409" providerId="ADAL" clId="{AC929AA0-30FE-40F5-9F14-BAD5341BE9C1}" dt="2025-07-23T05:28:15.070" v="2" actId="47"/>
        <pc:sldMkLst>
          <pc:docMk/>
          <pc:sldMk cId="810527257" sldId="576"/>
        </pc:sldMkLst>
      </pc:sldChg>
      <pc:sldChg chg="add del">
        <pc:chgData name="Deepika Vatsa" userId="f7100972-27fe-4ee6-8fb4-ec9b7931b409" providerId="ADAL" clId="{AC929AA0-30FE-40F5-9F14-BAD5341BE9C1}" dt="2025-07-23T06:30:09.001" v="1272" actId="47"/>
        <pc:sldMkLst>
          <pc:docMk/>
          <pc:sldMk cId="484703658" sldId="577"/>
        </pc:sldMkLst>
      </pc:sldChg>
      <pc:sldChg chg="del">
        <pc:chgData name="Deepika Vatsa" userId="f7100972-27fe-4ee6-8fb4-ec9b7931b409" providerId="ADAL" clId="{AC929AA0-30FE-40F5-9F14-BAD5341BE9C1}" dt="2025-07-23T05:28:15.070" v="2" actId="47"/>
        <pc:sldMkLst>
          <pc:docMk/>
          <pc:sldMk cId="835005002" sldId="578"/>
        </pc:sldMkLst>
      </pc:sldChg>
      <pc:sldChg chg="add del">
        <pc:chgData name="Deepika Vatsa" userId="f7100972-27fe-4ee6-8fb4-ec9b7931b409" providerId="ADAL" clId="{AC929AA0-30FE-40F5-9F14-BAD5341BE9C1}" dt="2025-07-23T06:30:24.944" v="1275" actId="47"/>
        <pc:sldMkLst>
          <pc:docMk/>
          <pc:sldMk cId="1652899310" sldId="578"/>
        </pc:sldMkLst>
      </pc:sldChg>
      <pc:sldChg chg="add del">
        <pc:chgData name="Deepika Vatsa" userId="f7100972-27fe-4ee6-8fb4-ec9b7931b409" providerId="ADAL" clId="{AC929AA0-30FE-40F5-9F14-BAD5341BE9C1}" dt="2025-07-23T06:42:19.975" v="1502" actId="47"/>
        <pc:sldMkLst>
          <pc:docMk/>
          <pc:sldMk cId="23855480" sldId="579"/>
        </pc:sldMkLst>
      </pc:sldChg>
      <pc:sldChg chg="add del">
        <pc:chgData name="Deepika Vatsa" userId="f7100972-27fe-4ee6-8fb4-ec9b7931b409" providerId="ADAL" clId="{AC929AA0-30FE-40F5-9F14-BAD5341BE9C1}" dt="2025-07-23T06:42:21.516" v="1503" actId="47"/>
        <pc:sldMkLst>
          <pc:docMk/>
          <pc:sldMk cId="3638433235" sldId="580"/>
        </pc:sldMkLst>
      </pc:sldChg>
      <pc:sldChg chg="del">
        <pc:chgData name="Deepika Vatsa" userId="f7100972-27fe-4ee6-8fb4-ec9b7931b409" providerId="ADAL" clId="{AC929AA0-30FE-40F5-9F14-BAD5341BE9C1}" dt="2025-07-23T05:28:15.070" v="2" actId="47"/>
        <pc:sldMkLst>
          <pc:docMk/>
          <pc:sldMk cId="1700069977" sldId="582"/>
        </pc:sldMkLst>
      </pc:sldChg>
      <pc:sldChg chg="del">
        <pc:chgData name="Deepika Vatsa" userId="f7100972-27fe-4ee6-8fb4-ec9b7931b409" providerId="ADAL" clId="{AC929AA0-30FE-40F5-9F14-BAD5341BE9C1}" dt="2025-07-23T05:28:15.070" v="2" actId="47"/>
        <pc:sldMkLst>
          <pc:docMk/>
          <pc:sldMk cId="2784952323" sldId="585"/>
        </pc:sldMkLst>
      </pc:sldChg>
      <pc:sldChg chg="del">
        <pc:chgData name="Deepika Vatsa" userId="f7100972-27fe-4ee6-8fb4-ec9b7931b409" providerId="ADAL" clId="{AC929AA0-30FE-40F5-9F14-BAD5341BE9C1}" dt="2025-07-23T05:28:15.070" v="2" actId="47"/>
        <pc:sldMkLst>
          <pc:docMk/>
          <pc:sldMk cId="4072135879" sldId="590"/>
        </pc:sldMkLst>
      </pc:sldChg>
      <pc:sldChg chg="modSp mod">
        <pc:chgData name="Deepika Vatsa" userId="f7100972-27fe-4ee6-8fb4-ec9b7931b409" providerId="ADAL" clId="{AC929AA0-30FE-40F5-9F14-BAD5341BE9C1}" dt="2025-07-23T05:30:11.221" v="54" actId="207"/>
        <pc:sldMkLst>
          <pc:docMk/>
          <pc:sldMk cId="3439049211" sldId="591"/>
        </pc:sldMkLst>
        <pc:spChg chg="mod">
          <ac:chgData name="Deepika Vatsa" userId="f7100972-27fe-4ee6-8fb4-ec9b7931b409" providerId="ADAL" clId="{AC929AA0-30FE-40F5-9F14-BAD5341BE9C1}" dt="2025-07-23T05:28:39.840" v="43" actId="20577"/>
          <ac:spMkLst>
            <pc:docMk/>
            <pc:sldMk cId="3439049211" sldId="591"/>
            <ac:spMk id="2" creationId="{00000000-0000-0000-0000-000000000000}"/>
          </ac:spMkLst>
        </pc:spChg>
        <pc:spChg chg="mod">
          <ac:chgData name="Deepika Vatsa" userId="f7100972-27fe-4ee6-8fb4-ec9b7931b409" providerId="ADAL" clId="{AC929AA0-30FE-40F5-9F14-BAD5341BE9C1}" dt="2025-07-23T05:30:11.221" v="54" actId="207"/>
          <ac:spMkLst>
            <pc:docMk/>
            <pc:sldMk cId="3439049211" sldId="591"/>
            <ac:spMk id="11" creationId="{06381CCD-359B-D8A2-1997-A5B56A02FD41}"/>
          </ac:spMkLst>
        </pc:spChg>
      </pc:sldChg>
      <pc:sldChg chg="addSp delSp modSp add mod">
        <pc:chgData name="Deepika Vatsa" userId="f7100972-27fe-4ee6-8fb4-ec9b7931b409" providerId="ADAL" clId="{AC929AA0-30FE-40F5-9F14-BAD5341BE9C1}" dt="2025-07-29T06:46:20.533" v="1572"/>
        <pc:sldMkLst>
          <pc:docMk/>
          <pc:sldMk cId="494535748" sldId="592"/>
        </pc:sldMkLst>
        <pc:spChg chg="del">
          <ac:chgData name="Deepika Vatsa" userId="f7100972-27fe-4ee6-8fb4-ec9b7931b409" providerId="ADAL" clId="{AC929AA0-30FE-40F5-9F14-BAD5341BE9C1}" dt="2025-07-23T05:30:57.529" v="118" actId="478"/>
          <ac:spMkLst>
            <pc:docMk/>
            <pc:sldMk cId="494535748" sldId="592"/>
            <ac:spMk id="11" creationId="{06381CCD-359B-D8A2-1997-A5B56A02FD41}"/>
          </ac:spMkLst>
        </pc:spChg>
        <pc:picChg chg="add mod">
          <ac:chgData name="Deepika Vatsa" userId="f7100972-27fe-4ee6-8fb4-ec9b7931b409" providerId="ADAL" clId="{AC929AA0-30FE-40F5-9F14-BAD5341BE9C1}" dt="2025-07-23T05:31:09.627" v="123" actId="1076"/>
          <ac:picMkLst>
            <pc:docMk/>
            <pc:sldMk cId="494535748" sldId="592"/>
            <ac:picMk id="4" creationId="{2131E057-9C88-25D8-4E2F-DF4368344C2C}"/>
          </ac:picMkLst>
        </pc:picChg>
        <pc:inkChg chg="add">
          <ac:chgData name="Deepika Vatsa" userId="f7100972-27fe-4ee6-8fb4-ec9b7931b409" providerId="ADAL" clId="{AC929AA0-30FE-40F5-9F14-BAD5341BE9C1}" dt="2025-07-29T06:46:20.533" v="1572"/>
          <ac:inkMkLst>
            <pc:docMk/>
            <pc:sldMk cId="494535748" sldId="592"/>
            <ac:inkMk id="5" creationId="{97C02ABE-DB82-9E3D-98CF-EDD56DBA336F}"/>
          </ac:inkMkLst>
        </pc:inkChg>
      </pc:sldChg>
      <pc:sldChg chg="del">
        <pc:chgData name="Deepika Vatsa" userId="f7100972-27fe-4ee6-8fb4-ec9b7931b409" providerId="ADAL" clId="{AC929AA0-30FE-40F5-9F14-BAD5341BE9C1}" dt="2025-07-23T05:28:15.070" v="2" actId="47"/>
        <pc:sldMkLst>
          <pc:docMk/>
          <pc:sldMk cId="3695788924" sldId="592"/>
        </pc:sldMkLst>
      </pc:sldChg>
      <pc:sldChg chg="del">
        <pc:chgData name="Deepika Vatsa" userId="f7100972-27fe-4ee6-8fb4-ec9b7931b409" providerId="ADAL" clId="{AC929AA0-30FE-40F5-9F14-BAD5341BE9C1}" dt="2025-07-23T05:28:15.070" v="2" actId="47"/>
        <pc:sldMkLst>
          <pc:docMk/>
          <pc:sldMk cId="1876629941" sldId="593"/>
        </pc:sldMkLst>
      </pc:sldChg>
      <pc:sldChg chg="addSp modSp add mod">
        <pc:chgData name="Deepika Vatsa" userId="f7100972-27fe-4ee6-8fb4-ec9b7931b409" providerId="ADAL" clId="{AC929AA0-30FE-40F5-9F14-BAD5341BE9C1}" dt="2025-07-29T06:46:20.533" v="1572"/>
        <pc:sldMkLst>
          <pc:docMk/>
          <pc:sldMk cId="3539443453" sldId="593"/>
        </pc:sldMkLst>
        <pc:spChg chg="mod">
          <ac:chgData name="Deepika Vatsa" userId="f7100972-27fe-4ee6-8fb4-ec9b7931b409" providerId="ADAL" clId="{AC929AA0-30FE-40F5-9F14-BAD5341BE9C1}" dt="2025-07-23T05:31:40.844" v="146" actId="5793"/>
          <ac:spMkLst>
            <pc:docMk/>
            <pc:sldMk cId="3539443453" sldId="593"/>
            <ac:spMk id="2" creationId="{00000000-0000-0000-0000-000000000000}"/>
          </ac:spMkLst>
        </pc:spChg>
        <pc:spChg chg="mod">
          <ac:chgData name="Deepika Vatsa" userId="f7100972-27fe-4ee6-8fb4-ec9b7931b409" providerId="ADAL" clId="{AC929AA0-30FE-40F5-9F14-BAD5341BE9C1}" dt="2025-07-23T05:35:24.925" v="174" actId="20577"/>
          <ac:spMkLst>
            <pc:docMk/>
            <pc:sldMk cId="3539443453" sldId="593"/>
            <ac:spMk id="11" creationId="{06381CCD-359B-D8A2-1997-A5B56A02FD41}"/>
          </ac:spMkLst>
        </pc:spChg>
        <pc:inkChg chg="add">
          <ac:chgData name="Deepika Vatsa" userId="f7100972-27fe-4ee6-8fb4-ec9b7931b409" providerId="ADAL" clId="{AC929AA0-30FE-40F5-9F14-BAD5341BE9C1}" dt="2025-07-29T06:46:20.533" v="1572"/>
          <ac:inkMkLst>
            <pc:docMk/>
            <pc:sldMk cId="3539443453" sldId="593"/>
            <ac:inkMk id="4" creationId="{FD17163E-0EE9-1605-F10E-F22D0D591500}"/>
          </ac:inkMkLst>
        </pc:inkChg>
      </pc:sldChg>
      <pc:sldChg chg="addSp modSp add mod">
        <pc:chgData name="Deepika Vatsa" userId="f7100972-27fe-4ee6-8fb4-ec9b7931b409" providerId="ADAL" clId="{AC929AA0-30FE-40F5-9F14-BAD5341BE9C1}" dt="2025-07-29T06:46:20.533" v="1572"/>
        <pc:sldMkLst>
          <pc:docMk/>
          <pc:sldMk cId="2249137657" sldId="594"/>
        </pc:sldMkLst>
        <pc:spChg chg="mod">
          <ac:chgData name="Deepika Vatsa" userId="f7100972-27fe-4ee6-8fb4-ec9b7931b409" providerId="ADAL" clId="{AC929AA0-30FE-40F5-9F14-BAD5341BE9C1}" dt="2025-07-23T05:37:07.679" v="206" actId="20577"/>
          <ac:spMkLst>
            <pc:docMk/>
            <pc:sldMk cId="2249137657" sldId="594"/>
            <ac:spMk id="11" creationId="{06381CCD-359B-D8A2-1997-A5B56A02FD41}"/>
          </ac:spMkLst>
        </pc:spChg>
        <pc:picChg chg="add mod">
          <ac:chgData name="Deepika Vatsa" userId="f7100972-27fe-4ee6-8fb4-ec9b7931b409" providerId="ADAL" clId="{AC929AA0-30FE-40F5-9F14-BAD5341BE9C1}" dt="2025-07-23T05:37:19.956" v="211" actId="1076"/>
          <ac:picMkLst>
            <pc:docMk/>
            <pc:sldMk cId="2249137657" sldId="594"/>
            <ac:picMk id="1026" creationId="{4C550732-15C6-486E-6D92-A9E584061D26}"/>
          </ac:picMkLst>
        </pc:picChg>
        <pc:inkChg chg="add">
          <ac:chgData name="Deepika Vatsa" userId="f7100972-27fe-4ee6-8fb4-ec9b7931b409" providerId="ADAL" clId="{AC929AA0-30FE-40F5-9F14-BAD5341BE9C1}" dt="2025-07-29T06:46:20.533" v="1572"/>
          <ac:inkMkLst>
            <pc:docMk/>
            <pc:sldMk cId="2249137657" sldId="594"/>
            <ac:inkMk id="4" creationId="{0E211030-1868-BB57-D891-15B046AE26D1}"/>
          </ac:inkMkLst>
        </pc:inkChg>
      </pc:sldChg>
      <pc:sldChg chg="del">
        <pc:chgData name="Deepika Vatsa" userId="f7100972-27fe-4ee6-8fb4-ec9b7931b409" providerId="ADAL" clId="{AC929AA0-30FE-40F5-9F14-BAD5341BE9C1}" dt="2025-07-23T05:28:15.070" v="2" actId="47"/>
        <pc:sldMkLst>
          <pc:docMk/>
          <pc:sldMk cId="2583576287" sldId="594"/>
        </pc:sldMkLst>
      </pc:sldChg>
      <pc:sldChg chg="addSp delSp modSp add mod ord">
        <pc:chgData name="Deepika Vatsa" userId="f7100972-27fe-4ee6-8fb4-ec9b7931b409" providerId="ADAL" clId="{AC929AA0-30FE-40F5-9F14-BAD5341BE9C1}" dt="2025-07-29T06:46:20.533" v="1572"/>
        <pc:sldMkLst>
          <pc:docMk/>
          <pc:sldMk cId="2043304788" sldId="595"/>
        </pc:sldMkLst>
        <pc:spChg chg="mod">
          <ac:chgData name="Deepika Vatsa" userId="f7100972-27fe-4ee6-8fb4-ec9b7931b409" providerId="ADAL" clId="{AC929AA0-30FE-40F5-9F14-BAD5341BE9C1}" dt="2025-07-23T05:40:15.192" v="227" actId="20577"/>
          <ac:spMkLst>
            <pc:docMk/>
            <pc:sldMk cId="2043304788" sldId="595"/>
            <ac:spMk id="2" creationId="{00000000-0000-0000-0000-000000000000}"/>
          </ac:spMkLst>
        </pc:spChg>
        <pc:spChg chg="mod">
          <ac:chgData name="Deepika Vatsa" userId="f7100972-27fe-4ee6-8fb4-ec9b7931b409" providerId="ADAL" clId="{AC929AA0-30FE-40F5-9F14-BAD5341BE9C1}" dt="2025-07-23T05:53:30.210" v="675" actId="1037"/>
          <ac:spMkLst>
            <pc:docMk/>
            <pc:sldMk cId="2043304788" sldId="595"/>
            <ac:spMk id="11" creationId="{06381CCD-359B-D8A2-1997-A5B56A02FD41}"/>
          </ac:spMkLst>
        </pc:spChg>
        <pc:picChg chg="add del mod">
          <ac:chgData name="Deepika Vatsa" userId="f7100972-27fe-4ee6-8fb4-ec9b7931b409" providerId="ADAL" clId="{AC929AA0-30FE-40F5-9F14-BAD5341BE9C1}" dt="2025-07-23T05:45:16.172" v="274" actId="478"/>
          <ac:picMkLst>
            <pc:docMk/>
            <pc:sldMk cId="2043304788" sldId="595"/>
            <ac:picMk id="2050" creationId="{532E7ECA-2966-D762-86AC-CF85DA936773}"/>
          </ac:picMkLst>
        </pc:picChg>
        <pc:picChg chg="add mod">
          <ac:chgData name="Deepika Vatsa" userId="f7100972-27fe-4ee6-8fb4-ec9b7931b409" providerId="ADAL" clId="{AC929AA0-30FE-40F5-9F14-BAD5341BE9C1}" dt="2025-07-23T05:52:40.517" v="609" actId="1076"/>
          <ac:picMkLst>
            <pc:docMk/>
            <pc:sldMk cId="2043304788" sldId="595"/>
            <ac:picMk id="2052" creationId="{92649715-A1CA-9DC4-289C-FF0198FB0C4F}"/>
          </ac:picMkLst>
        </pc:picChg>
        <pc:inkChg chg="add">
          <ac:chgData name="Deepika Vatsa" userId="f7100972-27fe-4ee6-8fb4-ec9b7931b409" providerId="ADAL" clId="{AC929AA0-30FE-40F5-9F14-BAD5341BE9C1}" dt="2025-07-29T06:46:20.533" v="1572"/>
          <ac:inkMkLst>
            <pc:docMk/>
            <pc:sldMk cId="2043304788" sldId="595"/>
            <ac:inkMk id="4" creationId="{02F66BF1-B1C0-CC3A-9A4F-093039AA943B}"/>
          </ac:inkMkLst>
        </pc:inkChg>
      </pc:sldChg>
      <pc:sldChg chg="del">
        <pc:chgData name="Deepika Vatsa" userId="f7100972-27fe-4ee6-8fb4-ec9b7931b409" providerId="ADAL" clId="{AC929AA0-30FE-40F5-9F14-BAD5341BE9C1}" dt="2025-07-23T05:28:15.070" v="2" actId="47"/>
        <pc:sldMkLst>
          <pc:docMk/>
          <pc:sldMk cId="3729385034" sldId="595"/>
        </pc:sldMkLst>
      </pc:sldChg>
      <pc:sldChg chg="del">
        <pc:chgData name="Deepika Vatsa" userId="f7100972-27fe-4ee6-8fb4-ec9b7931b409" providerId="ADAL" clId="{AC929AA0-30FE-40F5-9F14-BAD5341BE9C1}" dt="2025-07-23T05:28:15.070" v="2" actId="47"/>
        <pc:sldMkLst>
          <pc:docMk/>
          <pc:sldMk cId="1503747669" sldId="596"/>
        </pc:sldMkLst>
      </pc:sldChg>
      <pc:sldChg chg="addSp delSp modSp add mod">
        <pc:chgData name="Deepika Vatsa" userId="f7100972-27fe-4ee6-8fb4-ec9b7931b409" providerId="ADAL" clId="{AC929AA0-30FE-40F5-9F14-BAD5341BE9C1}" dt="2025-07-29T06:46:20.533" v="1572"/>
        <pc:sldMkLst>
          <pc:docMk/>
          <pc:sldMk cId="2365471124" sldId="596"/>
        </pc:sldMkLst>
        <pc:spChg chg="mod">
          <ac:chgData name="Deepika Vatsa" userId="f7100972-27fe-4ee6-8fb4-ec9b7931b409" providerId="ADAL" clId="{AC929AA0-30FE-40F5-9F14-BAD5341BE9C1}" dt="2025-07-23T05:52:26.438" v="607" actId="1076"/>
          <ac:spMkLst>
            <pc:docMk/>
            <pc:sldMk cId="2365471124" sldId="596"/>
            <ac:spMk id="11" creationId="{06381CCD-359B-D8A2-1997-A5B56A02FD41}"/>
          </ac:spMkLst>
        </pc:spChg>
        <pc:picChg chg="del">
          <ac:chgData name="Deepika Vatsa" userId="f7100972-27fe-4ee6-8fb4-ec9b7931b409" providerId="ADAL" clId="{AC929AA0-30FE-40F5-9F14-BAD5341BE9C1}" dt="2025-07-23T05:46:58.476" v="386" actId="478"/>
          <ac:picMkLst>
            <pc:docMk/>
            <pc:sldMk cId="2365471124" sldId="596"/>
            <ac:picMk id="2052" creationId="{92649715-A1CA-9DC4-289C-FF0198FB0C4F}"/>
          </ac:picMkLst>
        </pc:picChg>
        <pc:picChg chg="add mod">
          <ac:chgData name="Deepika Vatsa" userId="f7100972-27fe-4ee6-8fb4-ec9b7931b409" providerId="ADAL" clId="{AC929AA0-30FE-40F5-9F14-BAD5341BE9C1}" dt="2025-07-23T05:51:05.647" v="547" actId="1076"/>
          <ac:picMkLst>
            <pc:docMk/>
            <pc:sldMk cId="2365471124" sldId="596"/>
            <ac:picMk id="3074" creationId="{1FD8F825-EA11-7304-317C-BF8A7BFFF610}"/>
          </ac:picMkLst>
        </pc:picChg>
        <pc:inkChg chg="add">
          <ac:chgData name="Deepika Vatsa" userId="f7100972-27fe-4ee6-8fb4-ec9b7931b409" providerId="ADAL" clId="{AC929AA0-30FE-40F5-9F14-BAD5341BE9C1}" dt="2025-07-29T06:46:20.533" v="1572"/>
          <ac:inkMkLst>
            <pc:docMk/>
            <pc:sldMk cId="2365471124" sldId="596"/>
            <ac:inkMk id="4" creationId="{5332E421-8CB3-A639-AE77-30F718DD0B01}"/>
          </ac:inkMkLst>
        </pc:inkChg>
      </pc:sldChg>
      <pc:sldChg chg="del">
        <pc:chgData name="Deepika Vatsa" userId="f7100972-27fe-4ee6-8fb4-ec9b7931b409" providerId="ADAL" clId="{AC929AA0-30FE-40F5-9F14-BAD5341BE9C1}" dt="2025-07-23T05:28:15.070" v="2" actId="47"/>
        <pc:sldMkLst>
          <pc:docMk/>
          <pc:sldMk cId="2169252664" sldId="597"/>
        </pc:sldMkLst>
      </pc:sldChg>
      <pc:sldChg chg="addSp modSp add mod">
        <pc:chgData name="Deepika Vatsa" userId="f7100972-27fe-4ee6-8fb4-ec9b7931b409" providerId="ADAL" clId="{AC929AA0-30FE-40F5-9F14-BAD5341BE9C1}" dt="2025-07-29T06:46:20.533" v="1572"/>
        <pc:sldMkLst>
          <pc:docMk/>
          <pc:sldMk cId="3613863550" sldId="597"/>
        </pc:sldMkLst>
        <pc:spChg chg="mod">
          <ac:chgData name="Deepika Vatsa" userId="f7100972-27fe-4ee6-8fb4-ec9b7931b409" providerId="ADAL" clId="{AC929AA0-30FE-40F5-9F14-BAD5341BE9C1}" dt="2025-07-23T05:57:15.672" v="683" actId="20577"/>
          <ac:spMkLst>
            <pc:docMk/>
            <pc:sldMk cId="3613863550" sldId="597"/>
            <ac:spMk id="2" creationId="{00000000-0000-0000-0000-000000000000}"/>
          </ac:spMkLst>
        </pc:spChg>
        <pc:spChg chg="mod">
          <ac:chgData name="Deepika Vatsa" userId="f7100972-27fe-4ee6-8fb4-ec9b7931b409" providerId="ADAL" clId="{AC929AA0-30FE-40F5-9F14-BAD5341BE9C1}" dt="2025-07-23T05:58:32.528" v="701" actId="6549"/>
          <ac:spMkLst>
            <pc:docMk/>
            <pc:sldMk cId="3613863550" sldId="597"/>
            <ac:spMk id="11" creationId="{06381CCD-359B-D8A2-1997-A5B56A02FD41}"/>
          </ac:spMkLst>
        </pc:spChg>
        <pc:inkChg chg="add">
          <ac:chgData name="Deepika Vatsa" userId="f7100972-27fe-4ee6-8fb4-ec9b7931b409" providerId="ADAL" clId="{AC929AA0-30FE-40F5-9F14-BAD5341BE9C1}" dt="2025-07-29T06:46:20.533" v="1572"/>
          <ac:inkMkLst>
            <pc:docMk/>
            <pc:sldMk cId="3613863550" sldId="597"/>
            <ac:inkMk id="4" creationId="{BF7DEB34-E45A-D524-5404-E2187AAB57B9}"/>
          </ac:inkMkLst>
        </pc:inkChg>
      </pc:sldChg>
      <pc:sldChg chg="del">
        <pc:chgData name="Deepika Vatsa" userId="f7100972-27fe-4ee6-8fb4-ec9b7931b409" providerId="ADAL" clId="{AC929AA0-30FE-40F5-9F14-BAD5341BE9C1}" dt="2025-07-23T05:28:15.070" v="2" actId="47"/>
        <pc:sldMkLst>
          <pc:docMk/>
          <pc:sldMk cId="3506553672" sldId="598"/>
        </pc:sldMkLst>
      </pc:sldChg>
      <pc:sldChg chg="addSp modSp add mod">
        <pc:chgData name="Deepika Vatsa" userId="f7100972-27fe-4ee6-8fb4-ec9b7931b409" providerId="ADAL" clId="{AC929AA0-30FE-40F5-9F14-BAD5341BE9C1}" dt="2025-07-29T06:46:20.533" v="1572"/>
        <pc:sldMkLst>
          <pc:docMk/>
          <pc:sldMk cId="4006034928" sldId="598"/>
        </pc:sldMkLst>
        <pc:spChg chg="mod">
          <ac:chgData name="Deepika Vatsa" userId="f7100972-27fe-4ee6-8fb4-ec9b7931b409" providerId="ADAL" clId="{AC929AA0-30FE-40F5-9F14-BAD5341BE9C1}" dt="2025-07-23T06:01:53.476" v="715" actId="20577"/>
          <ac:spMkLst>
            <pc:docMk/>
            <pc:sldMk cId="4006034928" sldId="598"/>
            <ac:spMk id="2" creationId="{00000000-0000-0000-0000-000000000000}"/>
          </ac:spMkLst>
        </pc:spChg>
        <pc:spChg chg="mod">
          <ac:chgData name="Deepika Vatsa" userId="f7100972-27fe-4ee6-8fb4-ec9b7931b409" providerId="ADAL" clId="{AC929AA0-30FE-40F5-9F14-BAD5341BE9C1}" dt="2025-07-23T06:04:22.203" v="745" actId="207"/>
          <ac:spMkLst>
            <pc:docMk/>
            <pc:sldMk cId="4006034928" sldId="598"/>
            <ac:spMk id="11" creationId="{06381CCD-359B-D8A2-1997-A5B56A02FD41}"/>
          </ac:spMkLst>
        </pc:spChg>
        <pc:picChg chg="add mod">
          <ac:chgData name="Deepika Vatsa" userId="f7100972-27fe-4ee6-8fb4-ec9b7931b409" providerId="ADAL" clId="{AC929AA0-30FE-40F5-9F14-BAD5341BE9C1}" dt="2025-07-23T06:03:30.379" v="722" actId="1076"/>
          <ac:picMkLst>
            <pc:docMk/>
            <pc:sldMk cId="4006034928" sldId="598"/>
            <ac:picMk id="4098" creationId="{B6B0D7CD-49AB-61CA-4335-DFE095D59382}"/>
          </ac:picMkLst>
        </pc:picChg>
        <pc:inkChg chg="add">
          <ac:chgData name="Deepika Vatsa" userId="f7100972-27fe-4ee6-8fb4-ec9b7931b409" providerId="ADAL" clId="{AC929AA0-30FE-40F5-9F14-BAD5341BE9C1}" dt="2025-07-29T06:46:20.533" v="1572"/>
          <ac:inkMkLst>
            <pc:docMk/>
            <pc:sldMk cId="4006034928" sldId="598"/>
            <ac:inkMk id="4" creationId="{FC7AF4EC-CDE6-B7E2-589A-393E0F2D2138}"/>
          </ac:inkMkLst>
        </pc:inkChg>
      </pc:sldChg>
      <pc:sldChg chg="addSp delSp modSp add mod">
        <pc:chgData name="Deepika Vatsa" userId="f7100972-27fe-4ee6-8fb4-ec9b7931b409" providerId="ADAL" clId="{AC929AA0-30FE-40F5-9F14-BAD5341BE9C1}" dt="2025-07-29T06:46:20.533" v="1572"/>
        <pc:sldMkLst>
          <pc:docMk/>
          <pc:sldMk cId="2158759759" sldId="599"/>
        </pc:sldMkLst>
        <pc:spChg chg="add del">
          <ac:chgData name="Deepika Vatsa" userId="f7100972-27fe-4ee6-8fb4-ec9b7931b409" providerId="ADAL" clId="{AC929AA0-30FE-40F5-9F14-BAD5341BE9C1}" dt="2025-07-23T06:06:40.388" v="783" actId="478"/>
          <ac:spMkLst>
            <pc:docMk/>
            <pc:sldMk cId="2158759759" sldId="599"/>
            <ac:spMk id="4" creationId="{140EE86F-8360-3758-2268-F5A95F9EE36A}"/>
          </ac:spMkLst>
        </pc:spChg>
        <pc:spChg chg="add del">
          <ac:chgData name="Deepika Vatsa" userId="f7100972-27fe-4ee6-8fb4-ec9b7931b409" providerId="ADAL" clId="{AC929AA0-30FE-40F5-9F14-BAD5341BE9C1}" dt="2025-07-23T06:06:51.796" v="789"/>
          <ac:spMkLst>
            <pc:docMk/>
            <pc:sldMk cId="2158759759" sldId="599"/>
            <ac:spMk id="5" creationId="{B2356F49-E233-C5F7-4A30-05B5E809EC58}"/>
          </ac:spMkLst>
        </pc:spChg>
        <pc:spChg chg="mod">
          <ac:chgData name="Deepika Vatsa" userId="f7100972-27fe-4ee6-8fb4-ec9b7931b409" providerId="ADAL" clId="{AC929AA0-30FE-40F5-9F14-BAD5341BE9C1}" dt="2025-07-23T06:07:45.714" v="820" actId="20577"/>
          <ac:spMkLst>
            <pc:docMk/>
            <pc:sldMk cId="2158759759" sldId="599"/>
            <ac:spMk id="11" creationId="{06381CCD-359B-D8A2-1997-A5B56A02FD41}"/>
          </ac:spMkLst>
        </pc:spChg>
        <pc:picChg chg="add mod modCrop">
          <ac:chgData name="Deepika Vatsa" userId="f7100972-27fe-4ee6-8fb4-ec9b7931b409" providerId="ADAL" clId="{AC929AA0-30FE-40F5-9F14-BAD5341BE9C1}" dt="2025-07-23T06:07:21.696" v="808" actId="1037"/>
          <ac:picMkLst>
            <pc:docMk/>
            <pc:sldMk cId="2158759759" sldId="599"/>
            <ac:picMk id="6" creationId="{71437D90-5128-5EA3-7313-65A287FE21F3}"/>
          </ac:picMkLst>
        </pc:picChg>
        <pc:picChg chg="del">
          <ac:chgData name="Deepika Vatsa" userId="f7100972-27fe-4ee6-8fb4-ec9b7931b409" providerId="ADAL" clId="{AC929AA0-30FE-40F5-9F14-BAD5341BE9C1}" dt="2025-07-23T06:04:33.898" v="747" actId="478"/>
          <ac:picMkLst>
            <pc:docMk/>
            <pc:sldMk cId="2158759759" sldId="599"/>
            <ac:picMk id="4098" creationId="{B6B0D7CD-49AB-61CA-4335-DFE095D59382}"/>
          </ac:picMkLst>
        </pc:picChg>
        <pc:inkChg chg="add">
          <ac:chgData name="Deepika Vatsa" userId="f7100972-27fe-4ee6-8fb4-ec9b7931b409" providerId="ADAL" clId="{AC929AA0-30FE-40F5-9F14-BAD5341BE9C1}" dt="2025-07-29T06:46:20.533" v="1572"/>
          <ac:inkMkLst>
            <pc:docMk/>
            <pc:sldMk cId="2158759759" sldId="599"/>
            <ac:inkMk id="4" creationId="{FDC52B33-DD26-56FE-8158-06FD94E3B28E}"/>
          </ac:inkMkLst>
        </pc:inkChg>
      </pc:sldChg>
      <pc:sldChg chg="modSp add mod">
        <pc:chgData name="Deepika Vatsa" userId="f7100972-27fe-4ee6-8fb4-ec9b7931b409" providerId="ADAL" clId="{AC929AA0-30FE-40F5-9F14-BAD5341BE9C1}" dt="2025-07-23T06:16:47.270" v="979" actId="12"/>
        <pc:sldMkLst>
          <pc:docMk/>
          <pc:sldMk cId="1407172059" sldId="600"/>
        </pc:sldMkLst>
        <pc:spChg chg="mod">
          <ac:chgData name="Deepika Vatsa" userId="f7100972-27fe-4ee6-8fb4-ec9b7931b409" providerId="ADAL" clId="{AC929AA0-30FE-40F5-9F14-BAD5341BE9C1}" dt="2025-07-23T06:09:20.006" v="853" actId="20577"/>
          <ac:spMkLst>
            <pc:docMk/>
            <pc:sldMk cId="1407172059" sldId="600"/>
            <ac:spMk id="2" creationId="{00000000-0000-0000-0000-000000000000}"/>
          </ac:spMkLst>
        </pc:spChg>
        <pc:spChg chg="mod">
          <ac:chgData name="Deepika Vatsa" userId="f7100972-27fe-4ee6-8fb4-ec9b7931b409" providerId="ADAL" clId="{AC929AA0-30FE-40F5-9F14-BAD5341BE9C1}" dt="2025-07-23T06:16:47.270" v="979" actId="12"/>
          <ac:spMkLst>
            <pc:docMk/>
            <pc:sldMk cId="1407172059" sldId="600"/>
            <ac:spMk id="11" creationId="{06381CCD-359B-D8A2-1997-A5B56A02FD41}"/>
          </ac:spMkLst>
        </pc:spChg>
      </pc:sldChg>
      <pc:sldChg chg="del">
        <pc:chgData name="Deepika Vatsa" userId="f7100972-27fe-4ee6-8fb4-ec9b7931b409" providerId="ADAL" clId="{AC929AA0-30FE-40F5-9F14-BAD5341BE9C1}" dt="2025-07-23T05:30:24.218" v="55" actId="47"/>
        <pc:sldMkLst>
          <pc:docMk/>
          <pc:sldMk cId="3239011490" sldId="601"/>
        </pc:sldMkLst>
      </pc:sldChg>
      <pc:sldChg chg="addSp modSp add mod">
        <pc:chgData name="Deepika Vatsa" userId="f7100972-27fe-4ee6-8fb4-ec9b7931b409" providerId="ADAL" clId="{AC929AA0-30FE-40F5-9F14-BAD5341BE9C1}" dt="2025-07-29T06:46:20.533" v="1572"/>
        <pc:sldMkLst>
          <pc:docMk/>
          <pc:sldMk cId="3854070128" sldId="601"/>
        </pc:sldMkLst>
        <pc:spChg chg="mod">
          <ac:chgData name="Deepika Vatsa" userId="f7100972-27fe-4ee6-8fb4-ec9b7931b409" providerId="ADAL" clId="{AC929AA0-30FE-40F5-9F14-BAD5341BE9C1}" dt="2025-07-23T06:16:37.043" v="976" actId="20577"/>
          <ac:spMkLst>
            <pc:docMk/>
            <pc:sldMk cId="3854070128" sldId="601"/>
            <ac:spMk id="11" creationId="{06381CCD-359B-D8A2-1997-A5B56A02FD41}"/>
          </ac:spMkLst>
        </pc:spChg>
        <pc:picChg chg="add mod">
          <ac:chgData name="Deepika Vatsa" userId="f7100972-27fe-4ee6-8fb4-ec9b7931b409" providerId="ADAL" clId="{AC929AA0-30FE-40F5-9F14-BAD5341BE9C1}" dt="2025-07-23T06:16:04.107" v="969" actId="1076"/>
          <ac:picMkLst>
            <pc:docMk/>
            <pc:sldMk cId="3854070128" sldId="601"/>
            <ac:picMk id="6146" creationId="{66E1EC1A-96D5-0E00-533E-726B7D655EC9}"/>
          </ac:picMkLst>
        </pc:picChg>
        <pc:inkChg chg="add">
          <ac:chgData name="Deepika Vatsa" userId="f7100972-27fe-4ee6-8fb4-ec9b7931b409" providerId="ADAL" clId="{AC929AA0-30FE-40F5-9F14-BAD5341BE9C1}" dt="2025-07-29T06:46:20.533" v="1572"/>
          <ac:inkMkLst>
            <pc:docMk/>
            <pc:sldMk cId="3854070128" sldId="601"/>
            <ac:inkMk id="4" creationId="{D21DF0FB-DEBC-2A4C-02BB-67EBA33152D9}"/>
          </ac:inkMkLst>
        </pc:inkChg>
      </pc:sldChg>
      <pc:sldChg chg="del">
        <pc:chgData name="Deepika Vatsa" userId="f7100972-27fe-4ee6-8fb4-ec9b7931b409" providerId="ADAL" clId="{AC929AA0-30FE-40F5-9F14-BAD5341BE9C1}" dt="2025-07-23T05:27:46.693" v="1" actId="47"/>
        <pc:sldMkLst>
          <pc:docMk/>
          <pc:sldMk cId="2717130231" sldId="602"/>
        </pc:sldMkLst>
      </pc:sldChg>
      <pc:sldChg chg="addSp delSp modSp add mod">
        <pc:chgData name="Deepika Vatsa" userId="f7100972-27fe-4ee6-8fb4-ec9b7931b409" providerId="ADAL" clId="{AC929AA0-30FE-40F5-9F14-BAD5341BE9C1}" dt="2025-07-29T06:46:20.533" v="1572"/>
        <pc:sldMkLst>
          <pc:docMk/>
          <pc:sldMk cId="3816700751" sldId="602"/>
        </pc:sldMkLst>
        <pc:spChg chg="mod">
          <ac:chgData name="Deepika Vatsa" userId="f7100972-27fe-4ee6-8fb4-ec9b7931b409" providerId="ADAL" clId="{AC929AA0-30FE-40F5-9F14-BAD5341BE9C1}" dt="2025-07-23T06:22:53.809" v="1167" actId="20577"/>
          <ac:spMkLst>
            <pc:docMk/>
            <pc:sldMk cId="3816700751" sldId="602"/>
            <ac:spMk id="11" creationId="{06381CCD-359B-D8A2-1997-A5B56A02FD41}"/>
          </ac:spMkLst>
        </pc:spChg>
        <pc:picChg chg="del">
          <ac:chgData name="Deepika Vatsa" userId="f7100972-27fe-4ee6-8fb4-ec9b7931b409" providerId="ADAL" clId="{AC929AA0-30FE-40F5-9F14-BAD5341BE9C1}" dt="2025-07-23T06:19:57.911" v="1128" actId="478"/>
          <ac:picMkLst>
            <pc:docMk/>
            <pc:sldMk cId="3816700751" sldId="602"/>
            <ac:picMk id="6146" creationId="{66E1EC1A-96D5-0E00-533E-726B7D655EC9}"/>
          </ac:picMkLst>
        </pc:picChg>
        <pc:inkChg chg="add">
          <ac:chgData name="Deepika Vatsa" userId="f7100972-27fe-4ee6-8fb4-ec9b7931b409" providerId="ADAL" clId="{AC929AA0-30FE-40F5-9F14-BAD5341BE9C1}" dt="2025-07-29T06:46:20.533" v="1572"/>
          <ac:inkMkLst>
            <pc:docMk/>
            <pc:sldMk cId="3816700751" sldId="602"/>
            <ac:inkMk id="4" creationId="{33D52154-56AF-1280-9AC2-877B74ED008E}"/>
          </ac:inkMkLst>
        </pc:inkChg>
      </pc:sldChg>
      <pc:sldChg chg="del">
        <pc:chgData name="Deepika Vatsa" userId="f7100972-27fe-4ee6-8fb4-ec9b7931b409" providerId="ADAL" clId="{AC929AA0-30FE-40F5-9F14-BAD5341BE9C1}" dt="2025-07-23T05:27:46.693" v="1" actId="47"/>
        <pc:sldMkLst>
          <pc:docMk/>
          <pc:sldMk cId="1266594393" sldId="603"/>
        </pc:sldMkLst>
      </pc:sldChg>
      <pc:sldChg chg="addSp delSp modSp add mod">
        <pc:chgData name="Deepika Vatsa" userId="f7100972-27fe-4ee6-8fb4-ec9b7931b409" providerId="ADAL" clId="{AC929AA0-30FE-40F5-9F14-BAD5341BE9C1}" dt="2025-07-29T06:46:20.533" v="1572"/>
        <pc:sldMkLst>
          <pc:docMk/>
          <pc:sldMk cId="3109653638" sldId="603"/>
        </pc:sldMkLst>
        <pc:spChg chg="mod">
          <ac:chgData name="Deepika Vatsa" userId="f7100972-27fe-4ee6-8fb4-ec9b7931b409" providerId="ADAL" clId="{AC929AA0-30FE-40F5-9F14-BAD5341BE9C1}" dt="2025-07-23T06:24:40.986" v="1182" actId="20577"/>
          <ac:spMkLst>
            <pc:docMk/>
            <pc:sldMk cId="3109653638" sldId="603"/>
            <ac:spMk id="2" creationId="{00000000-0000-0000-0000-000000000000}"/>
          </ac:spMkLst>
        </pc:spChg>
        <pc:spChg chg="add mod">
          <ac:chgData name="Deepika Vatsa" userId="f7100972-27fe-4ee6-8fb4-ec9b7931b409" providerId="ADAL" clId="{AC929AA0-30FE-40F5-9F14-BAD5341BE9C1}" dt="2025-07-23T06:27:21.109" v="1196" actId="207"/>
          <ac:spMkLst>
            <pc:docMk/>
            <pc:sldMk cId="3109653638" sldId="603"/>
            <ac:spMk id="5" creationId="{828D6187-34F2-C300-952E-69BC96F18703}"/>
          </ac:spMkLst>
        </pc:spChg>
        <pc:spChg chg="del">
          <ac:chgData name="Deepika Vatsa" userId="f7100972-27fe-4ee6-8fb4-ec9b7931b409" providerId="ADAL" clId="{AC929AA0-30FE-40F5-9F14-BAD5341BE9C1}" dt="2025-07-23T06:24:44.760" v="1183" actId="478"/>
          <ac:spMkLst>
            <pc:docMk/>
            <pc:sldMk cId="3109653638" sldId="603"/>
            <ac:spMk id="11" creationId="{06381CCD-359B-D8A2-1997-A5B56A02FD41}"/>
          </ac:spMkLst>
        </pc:spChg>
        <pc:picChg chg="add mod">
          <ac:chgData name="Deepika Vatsa" userId="f7100972-27fe-4ee6-8fb4-ec9b7931b409" providerId="ADAL" clId="{AC929AA0-30FE-40F5-9F14-BAD5341BE9C1}" dt="2025-07-23T06:26:16.292" v="1188" actId="1076"/>
          <ac:picMkLst>
            <pc:docMk/>
            <pc:sldMk cId="3109653638" sldId="603"/>
            <ac:picMk id="7170" creationId="{A1AF04A7-0FA2-044D-C214-524777ECC4EB}"/>
          </ac:picMkLst>
        </pc:picChg>
        <pc:inkChg chg="add">
          <ac:chgData name="Deepika Vatsa" userId="f7100972-27fe-4ee6-8fb4-ec9b7931b409" providerId="ADAL" clId="{AC929AA0-30FE-40F5-9F14-BAD5341BE9C1}" dt="2025-07-29T06:46:20.533" v="1572"/>
          <ac:inkMkLst>
            <pc:docMk/>
            <pc:sldMk cId="3109653638" sldId="603"/>
            <ac:inkMk id="4" creationId="{A39BC729-5B04-79BB-6B7A-8E8340D5B445}"/>
          </ac:inkMkLst>
        </pc:inkChg>
      </pc:sldChg>
      <pc:sldChg chg="addSp delSp modSp add mod">
        <pc:chgData name="Deepika Vatsa" userId="f7100972-27fe-4ee6-8fb4-ec9b7931b409" providerId="ADAL" clId="{AC929AA0-30FE-40F5-9F14-BAD5341BE9C1}" dt="2025-07-29T06:46:20.533" v="1572"/>
        <pc:sldMkLst>
          <pc:docMk/>
          <pc:sldMk cId="649285932" sldId="604"/>
        </pc:sldMkLst>
        <pc:spChg chg="mod">
          <ac:chgData name="Deepika Vatsa" userId="f7100972-27fe-4ee6-8fb4-ec9b7931b409" providerId="ADAL" clId="{AC929AA0-30FE-40F5-9F14-BAD5341BE9C1}" dt="2025-07-23T06:29:22.447" v="1246" actId="20577"/>
          <ac:spMkLst>
            <pc:docMk/>
            <pc:sldMk cId="649285932" sldId="604"/>
            <ac:spMk id="2" creationId="{00000000-0000-0000-0000-000000000000}"/>
          </ac:spMkLst>
        </pc:spChg>
        <pc:spChg chg="del">
          <ac:chgData name="Deepika Vatsa" userId="f7100972-27fe-4ee6-8fb4-ec9b7931b409" providerId="ADAL" clId="{AC929AA0-30FE-40F5-9F14-BAD5341BE9C1}" dt="2025-07-23T06:27:54.847" v="1209" actId="478"/>
          <ac:spMkLst>
            <pc:docMk/>
            <pc:sldMk cId="649285932" sldId="604"/>
            <ac:spMk id="11" creationId="{06381CCD-359B-D8A2-1997-A5B56A02FD41}"/>
          </ac:spMkLst>
        </pc:spChg>
        <pc:graphicFrameChg chg="add mod modGraphic">
          <ac:chgData name="Deepika Vatsa" userId="f7100972-27fe-4ee6-8fb4-ec9b7931b409" providerId="ADAL" clId="{AC929AA0-30FE-40F5-9F14-BAD5341BE9C1}" dt="2025-07-23T06:28:30.079" v="1235" actId="122"/>
          <ac:graphicFrameMkLst>
            <pc:docMk/>
            <pc:sldMk cId="649285932" sldId="604"/>
            <ac:graphicFrameMk id="4" creationId="{F44C14DF-6D4A-688F-B8CE-CD66EFA6FC96}"/>
          </ac:graphicFrameMkLst>
        </pc:graphicFrameChg>
        <pc:inkChg chg="add">
          <ac:chgData name="Deepika Vatsa" userId="f7100972-27fe-4ee6-8fb4-ec9b7931b409" providerId="ADAL" clId="{AC929AA0-30FE-40F5-9F14-BAD5341BE9C1}" dt="2025-07-29T06:46:20.533" v="1572"/>
          <ac:inkMkLst>
            <pc:docMk/>
            <pc:sldMk cId="649285932" sldId="604"/>
            <ac:inkMk id="5" creationId="{4D268AA4-E631-C79E-4097-7D11DBC36762}"/>
          </ac:inkMkLst>
        </pc:inkChg>
      </pc:sldChg>
      <pc:sldChg chg="del">
        <pc:chgData name="Deepika Vatsa" userId="f7100972-27fe-4ee6-8fb4-ec9b7931b409" providerId="ADAL" clId="{AC929AA0-30FE-40F5-9F14-BAD5341BE9C1}" dt="2025-07-23T05:27:46.693" v="1" actId="47"/>
        <pc:sldMkLst>
          <pc:docMk/>
          <pc:sldMk cId="4255891347" sldId="604"/>
        </pc:sldMkLst>
      </pc:sldChg>
      <pc:sldChg chg="addSp modSp add mod">
        <pc:chgData name="Deepika Vatsa" userId="f7100972-27fe-4ee6-8fb4-ec9b7931b409" providerId="ADAL" clId="{AC929AA0-30FE-40F5-9F14-BAD5341BE9C1}" dt="2025-07-29T06:46:20.533" v="1572"/>
        <pc:sldMkLst>
          <pc:docMk/>
          <pc:sldMk cId="2666969699" sldId="605"/>
        </pc:sldMkLst>
        <pc:spChg chg="mod">
          <ac:chgData name="Deepika Vatsa" userId="f7100972-27fe-4ee6-8fb4-ec9b7931b409" providerId="ADAL" clId="{AC929AA0-30FE-40F5-9F14-BAD5341BE9C1}" dt="2025-07-23T06:29:33.883" v="1265" actId="20577"/>
          <ac:spMkLst>
            <pc:docMk/>
            <pc:sldMk cId="2666969699" sldId="605"/>
            <ac:spMk id="2" creationId="{00000000-0000-0000-0000-000000000000}"/>
          </ac:spMkLst>
        </pc:spChg>
        <pc:spChg chg="mod">
          <ac:chgData name="Deepika Vatsa" userId="f7100972-27fe-4ee6-8fb4-ec9b7931b409" providerId="ADAL" clId="{AC929AA0-30FE-40F5-9F14-BAD5341BE9C1}" dt="2025-07-23T06:33:43.223" v="1306" actId="20577"/>
          <ac:spMkLst>
            <pc:docMk/>
            <pc:sldMk cId="2666969699" sldId="605"/>
            <ac:spMk id="11" creationId="{06381CCD-359B-D8A2-1997-A5B56A02FD41}"/>
          </ac:spMkLst>
        </pc:spChg>
        <pc:inkChg chg="add">
          <ac:chgData name="Deepika Vatsa" userId="f7100972-27fe-4ee6-8fb4-ec9b7931b409" providerId="ADAL" clId="{AC929AA0-30FE-40F5-9F14-BAD5341BE9C1}" dt="2025-07-29T06:46:20.533" v="1572"/>
          <ac:inkMkLst>
            <pc:docMk/>
            <pc:sldMk cId="2666969699" sldId="605"/>
            <ac:inkMk id="4" creationId="{54A1DAAF-D2F0-4DC6-6E1A-61D9097790F6}"/>
          </ac:inkMkLst>
        </pc:inkChg>
      </pc:sldChg>
      <pc:sldChg chg="del">
        <pc:chgData name="Deepika Vatsa" userId="f7100972-27fe-4ee6-8fb4-ec9b7931b409" providerId="ADAL" clId="{AC929AA0-30FE-40F5-9F14-BAD5341BE9C1}" dt="2025-07-23T05:27:46.693" v="1" actId="47"/>
        <pc:sldMkLst>
          <pc:docMk/>
          <pc:sldMk cId="3000343820" sldId="605"/>
        </pc:sldMkLst>
      </pc:sldChg>
      <pc:sldChg chg="addSp modSp add mod">
        <pc:chgData name="Deepika Vatsa" userId="f7100972-27fe-4ee6-8fb4-ec9b7931b409" providerId="ADAL" clId="{AC929AA0-30FE-40F5-9F14-BAD5341BE9C1}" dt="2025-07-29T06:46:20.533" v="1572"/>
        <pc:sldMkLst>
          <pc:docMk/>
          <pc:sldMk cId="1055965943" sldId="606"/>
        </pc:sldMkLst>
        <pc:spChg chg="mod">
          <ac:chgData name="Deepika Vatsa" userId="f7100972-27fe-4ee6-8fb4-ec9b7931b409" providerId="ADAL" clId="{AC929AA0-30FE-40F5-9F14-BAD5341BE9C1}" dt="2025-07-23T06:34:57.432" v="1319" actId="20577"/>
          <ac:spMkLst>
            <pc:docMk/>
            <pc:sldMk cId="1055965943" sldId="606"/>
            <ac:spMk id="11" creationId="{06381CCD-359B-D8A2-1997-A5B56A02FD41}"/>
          </ac:spMkLst>
        </pc:spChg>
        <pc:inkChg chg="add">
          <ac:chgData name="Deepika Vatsa" userId="f7100972-27fe-4ee6-8fb4-ec9b7931b409" providerId="ADAL" clId="{AC929AA0-30FE-40F5-9F14-BAD5341BE9C1}" dt="2025-07-29T06:46:20.533" v="1572"/>
          <ac:inkMkLst>
            <pc:docMk/>
            <pc:sldMk cId="1055965943" sldId="606"/>
            <ac:inkMk id="4" creationId="{C0C55115-FEA6-D1D6-7A98-CD2B91A115DC}"/>
          </ac:inkMkLst>
        </pc:inkChg>
      </pc:sldChg>
      <pc:sldChg chg="del">
        <pc:chgData name="Deepika Vatsa" userId="f7100972-27fe-4ee6-8fb4-ec9b7931b409" providerId="ADAL" clId="{AC929AA0-30FE-40F5-9F14-BAD5341BE9C1}" dt="2025-07-23T05:28:15.070" v="2" actId="47"/>
        <pc:sldMkLst>
          <pc:docMk/>
          <pc:sldMk cId="1265168596" sldId="607"/>
        </pc:sldMkLst>
      </pc:sldChg>
      <pc:sldChg chg="addSp modSp add mod">
        <pc:chgData name="Deepika Vatsa" userId="f7100972-27fe-4ee6-8fb4-ec9b7931b409" providerId="ADAL" clId="{AC929AA0-30FE-40F5-9F14-BAD5341BE9C1}" dt="2025-07-29T06:46:20.533" v="1572"/>
        <pc:sldMkLst>
          <pc:docMk/>
          <pc:sldMk cId="3928892522" sldId="607"/>
        </pc:sldMkLst>
        <pc:spChg chg="mod">
          <ac:chgData name="Deepika Vatsa" userId="f7100972-27fe-4ee6-8fb4-ec9b7931b409" providerId="ADAL" clId="{AC929AA0-30FE-40F5-9F14-BAD5341BE9C1}" dt="2025-07-23T06:35:21.314" v="1325" actId="12"/>
          <ac:spMkLst>
            <pc:docMk/>
            <pc:sldMk cId="3928892522" sldId="607"/>
            <ac:spMk id="11" creationId="{06381CCD-359B-D8A2-1997-A5B56A02FD41}"/>
          </ac:spMkLst>
        </pc:spChg>
        <pc:inkChg chg="add">
          <ac:chgData name="Deepika Vatsa" userId="f7100972-27fe-4ee6-8fb4-ec9b7931b409" providerId="ADAL" clId="{AC929AA0-30FE-40F5-9F14-BAD5341BE9C1}" dt="2025-07-29T06:46:20.533" v="1572"/>
          <ac:inkMkLst>
            <pc:docMk/>
            <pc:sldMk cId="3928892522" sldId="607"/>
            <ac:inkMk id="4" creationId="{FBFF3825-967C-1B16-3DFE-D18B79AC26B6}"/>
          </ac:inkMkLst>
        </pc:inkChg>
      </pc:sldChg>
      <pc:sldChg chg="addSp modSp add mod">
        <pc:chgData name="Deepika Vatsa" userId="f7100972-27fe-4ee6-8fb4-ec9b7931b409" providerId="ADAL" clId="{AC929AA0-30FE-40F5-9F14-BAD5341BE9C1}" dt="2025-07-29T06:46:20.533" v="1572"/>
        <pc:sldMkLst>
          <pc:docMk/>
          <pc:sldMk cId="2914318388" sldId="608"/>
        </pc:sldMkLst>
        <pc:spChg chg="mod">
          <ac:chgData name="Deepika Vatsa" userId="f7100972-27fe-4ee6-8fb4-ec9b7931b409" providerId="ADAL" clId="{AC929AA0-30FE-40F5-9F14-BAD5341BE9C1}" dt="2025-07-23T06:36:29.475" v="1337" actId="113"/>
          <ac:spMkLst>
            <pc:docMk/>
            <pc:sldMk cId="2914318388" sldId="608"/>
            <ac:spMk id="11" creationId="{06381CCD-359B-D8A2-1997-A5B56A02FD41}"/>
          </ac:spMkLst>
        </pc:spChg>
        <pc:inkChg chg="add">
          <ac:chgData name="Deepika Vatsa" userId="f7100972-27fe-4ee6-8fb4-ec9b7931b409" providerId="ADAL" clId="{AC929AA0-30FE-40F5-9F14-BAD5341BE9C1}" dt="2025-07-29T06:46:20.533" v="1572"/>
          <ac:inkMkLst>
            <pc:docMk/>
            <pc:sldMk cId="2914318388" sldId="608"/>
            <ac:inkMk id="4" creationId="{FD5380AF-F9A1-C78E-7124-47CDE07F8E24}"/>
          </ac:inkMkLst>
        </pc:inkChg>
      </pc:sldChg>
      <pc:sldChg chg="del">
        <pc:chgData name="Deepika Vatsa" userId="f7100972-27fe-4ee6-8fb4-ec9b7931b409" providerId="ADAL" clId="{AC929AA0-30FE-40F5-9F14-BAD5341BE9C1}" dt="2025-07-23T05:28:15.070" v="2" actId="47"/>
        <pc:sldMkLst>
          <pc:docMk/>
          <pc:sldMk cId="3320274339" sldId="608"/>
        </pc:sldMkLst>
      </pc:sldChg>
      <pc:sldChg chg="addSp modSp add mod">
        <pc:chgData name="Deepika Vatsa" userId="f7100972-27fe-4ee6-8fb4-ec9b7931b409" providerId="ADAL" clId="{AC929AA0-30FE-40F5-9F14-BAD5341BE9C1}" dt="2025-07-29T06:46:20.533" v="1572"/>
        <pc:sldMkLst>
          <pc:docMk/>
          <pc:sldMk cId="726719763" sldId="609"/>
        </pc:sldMkLst>
        <pc:spChg chg="mod">
          <ac:chgData name="Deepika Vatsa" userId="f7100972-27fe-4ee6-8fb4-ec9b7931b409" providerId="ADAL" clId="{AC929AA0-30FE-40F5-9F14-BAD5341BE9C1}" dt="2025-07-23T09:28:35.976" v="1511" actId="20577"/>
          <ac:spMkLst>
            <pc:docMk/>
            <pc:sldMk cId="726719763" sldId="609"/>
            <ac:spMk id="11" creationId="{06381CCD-359B-D8A2-1997-A5B56A02FD41}"/>
          </ac:spMkLst>
        </pc:spChg>
        <pc:inkChg chg="add">
          <ac:chgData name="Deepika Vatsa" userId="f7100972-27fe-4ee6-8fb4-ec9b7931b409" providerId="ADAL" clId="{AC929AA0-30FE-40F5-9F14-BAD5341BE9C1}" dt="2025-07-29T06:46:20.533" v="1572"/>
          <ac:inkMkLst>
            <pc:docMk/>
            <pc:sldMk cId="726719763" sldId="609"/>
            <ac:inkMk id="4" creationId="{4C59A83E-6E31-85EE-7963-3CD17CAAC70A}"/>
          </ac:inkMkLst>
        </pc:inkChg>
      </pc:sldChg>
      <pc:sldChg chg="del">
        <pc:chgData name="Deepika Vatsa" userId="f7100972-27fe-4ee6-8fb4-ec9b7931b409" providerId="ADAL" clId="{AC929AA0-30FE-40F5-9F14-BAD5341BE9C1}" dt="2025-07-23T05:28:15.070" v="2" actId="47"/>
        <pc:sldMkLst>
          <pc:docMk/>
          <pc:sldMk cId="2282133231" sldId="609"/>
        </pc:sldMkLst>
      </pc:sldChg>
      <pc:sldChg chg="del">
        <pc:chgData name="Deepika Vatsa" userId="f7100972-27fe-4ee6-8fb4-ec9b7931b409" providerId="ADAL" clId="{AC929AA0-30FE-40F5-9F14-BAD5341BE9C1}" dt="2025-07-23T05:28:15.070" v="2" actId="47"/>
        <pc:sldMkLst>
          <pc:docMk/>
          <pc:sldMk cId="2610700906" sldId="610"/>
        </pc:sldMkLst>
      </pc:sldChg>
      <pc:sldChg chg="addSp modSp add mod">
        <pc:chgData name="Deepika Vatsa" userId="f7100972-27fe-4ee6-8fb4-ec9b7931b409" providerId="ADAL" clId="{AC929AA0-30FE-40F5-9F14-BAD5341BE9C1}" dt="2025-07-29T06:46:20.533" v="1572"/>
        <pc:sldMkLst>
          <pc:docMk/>
          <pc:sldMk cId="3648386067" sldId="610"/>
        </pc:sldMkLst>
        <pc:spChg chg="mod">
          <ac:chgData name="Deepika Vatsa" userId="f7100972-27fe-4ee6-8fb4-ec9b7931b409" providerId="ADAL" clId="{AC929AA0-30FE-40F5-9F14-BAD5341BE9C1}" dt="2025-07-23T06:39:46.112" v="1429" actId="20577"/>
          <ac:spMkLst>
            <pc:docMk/>
            <pc:sldMk cId="3648386067" sldId="610"/>
            <ac:spMk id="11" creationId="{06381CCD-359B-D8A2-1997-A5B56A02FD41}"/>
          </ac:spMkLst>
        </pc:spChg>
        <pc:inkChg chg="add">
          <ac:chgData name="Deepika Vatsa" userId="f7100972-27fe-4ee6-8fb4-ec9b7931b409" providerId="ADAL" clId="{AC929AA0-30FE-40F5-9F14-BAD5341BE9C1}" dt="2025-07-29T06:46:20.533" v="1572"/>
          <ac:inkMkLst>
            <pc:docMk/>
            <pc:sldMk cId="3648386067" sldId="610"/>
            <ac:inkMk id="4" creationId="{1FF0FA38-AD8E-318C-CC37-4E2B237525FB}"/>
          </ac:inkMkLst>
        </pc:inkChg>
      </pc:sldChg>
      <pc:sldChg chg="del">
        <pc:chgData name="Deepika Vatsa" userId="f7100972-27fe-4ee6-8fb4-ec9b7931b409" providerId="ADAL" clId="{AC929AA0-30FE-40F5-9F14-BAD5341BE9C1}" dt="2025-07-23T05:28:15.070" v="2" actId="47"/>
        <pc:sldMkLst>
          <pc:docMk/>
          <pc:sldMk cId="565857117" sldId="611"/>
        </pc:sldMkLst>
      </pc:sldChg>
      <pc:sldChg chg="addSp modSp add mod">
        <pc:chgData name="Deepika Vatsa" userId="f7100972-27fe-4ee6-8fb4-ec9b7931b409" providerId="ADAL" clId="{AC929AA0-30FE-40F5-9F14-BAD5341BE9C1}" dt="2025-07-29T06:46:20.533" v="1572"/>
        <pc:sldMkLst>
          <pc:docMk/>
          <pc:sldMk cId="1440736019" sldId="611"/>
        </pc:sldMkLst>
        <pc:spChg chg="mod">
          <ac:chgData name="Deepika Vatsa" userId="f7100972-27fe-4ee6-8fb4-ec9b7931b409" providerId="ADAL" clId="{AC929AA0-30FE-40F5-9F14-BAD5341BE9C1}" dt="2025-07-23T06:40:24.433" v="1440" actId="20577"/>
          <ac:spMkLst>
            <pc:docMk/>
            <pc:sldMk cId="1440736019" sldId="611"/>
            <ac:spMk id="2" creationId="{00000000-0000-0000-0000-000000000000}"/>
          </ac:spMkLst>
        </pc:spChg>
        <pc:spChg chg="mod">
          <ac:chgData name="Deepika Vatsa" userId="f7100972-27fe-4ee6-8fb4-ec9b7931b409" providerId="ADAL" clId="{AC929AA0-30FE-40F5-9F14-BAD5341BE9C1}" dt="2025-07-23T06:41:42.519" v="1501" actId="5793"/>
          <ac:spMkLst>
            <pc:docMk/>
            <pc:sldMk cId="1440736019" sldId="611"/>
            <ac:spMk id="11" creationId="{06381CCD-359B-D8A2-1997-A5B56A02FD41}"/>
          </ac:spMkLst>
        </pc:spChg>
        <pc:inkChg chg="add">
          <ac:chgData name="Deepika Vatsa" userId="f7100972-27fe-4ee6-8fb4-ec9b7931b409" providerId="ADAL" clId="{AC929AA0-30FE-40F5-9F14-BAD5341BE9C1}" dt="2025-07-29T06:46:20.533" v="1572"/>
          <ac:inkMkLst>
            <pc:docMk/>
            <pc:sldMk cId="1440736019" sldId="611"/>
            <ac:inkMk id="4" creationId="{002C085F-5950-B114-DC9A-5C7744B1D5EB}"/>
          </ac:inkMkLst>
        </pc:inkChg>
      </pc:sldChg>
      <pc:sldChg chg="addSp modSp add mod">
        <pc:chgData name="Deepika Vatsa" userId="f7100972-27fe-4ee6-8fb4-ec9b7931b409" providerId="ADAL" clId="{AC929AA0-30FE-40F5-9F14-BAD5341BE9C1}" dt="2025-07-29T06:46:20.533" v="1572"/>
        <pc:sldMkLst>
          <pc:docMk/>
          <pc:sldMk cId="1106724558" sldId="612"/>
        </pc:sldMkLst>
        <pc:spChg chg="mod">
          <ac:chgData name="Deepika Vatsa" userId="f7100972-27fe-4ee6-8fb4-ec9b7931b409" providerId="ADAL" clId="{AC929AA0-30FE-40F5-9F14-BAD5341BE9C1}" dt="2025-07-23T09:47:26.324" v="1571" actId="20577"/>
          <ac:spMkLst>
            <pc:docMk/>
            <pc:sldMk cId="1106724558" sldId="612"/>
            <ac:spMk id="11" creationId="{06381CCD-359B-D8A2-1997-A5B56A02FD41}"/>
          </ac:spMkLst>
        </pc:spChg>
        <pc:inkChg chg="add">
          <ac:chgData name="Deepika Vatsa" userId="f7100972-27fe-4ee6-8fb4-ec9b7931b409" providerId="ADAL" clId="{AC929AA0-30FE-40F5-9F14-BAD5341BE9C1}" dt="2025-07-29T06:46:20.533" v="1572"/>
          <ac:inkMkLst>
            <pc:docMk/>
            <pc:sldMk cId="1106724558" sldId="612"/>
            <ac:inkMk id="4" creationId="{3E2F171C-7538-F376-CA98-D8BAB9AA58DC}"/>
          </ac:inkMkLst>
        </pc:inkChg>
      </pc:sldChg>
      <pc:sldMasterChg chg="del delSldLayout">
        <pc:chgData name="Deepika Vatsa" userId="f7100972-27fe-4ee6-8fb4-ec9b7931b409" providerId="ADAL" clId="{AC929AA0-30FE-40F5-9F14-BAD5341BE9C1}" dt="2025-07-23T06:42:21.688" v="1504" actId="47"/>
        <pc:sldMasterMkLst>
          <pc:docMk/>
          <pc:sldMasterMk cId="220542818" sldId="2147483684"/>
        </pc:sldMasterMkLst>
        <pc:sldLayoutChg chg="del">
          <pc:chgData name="Deepika Vatsa" userId="f7100972-27fe-4ee6-8fb4-ec9b7931b409" providerId="ADAL" clId="{AC929AA0-30FE-40F5-9F14-BAD5341BE9C1}" dt="2025-07-23T06:42:21.688" v="1504" actId="47"/>
          <pc:sldLayoutMkLst>
            <pc:docMk/>
            <pc:sldMasterMk cId="220542818" sldId="2147483684"/>
            <pc:sldLayoutMk cId="1969632149" sldId="2147483685"/>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715519172" sldId="2147483686"/>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069285203" sldId="2147483687"/>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3481227295" sldId="2147483688"/>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2420472748" sldId="2147483689"/>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187148095" sldId="2147483690"/>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192461630" sldId="2147483691"/>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84921356" sldId="2147483692"/>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388528399" sldId="2147483693"/>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2764167781" sldId="2147483694"/>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483679427" sldId="2147483695"/>
          </pc:sldLayoutMkLst>
        </pc:sldLayoutChg>
      </pc:sldMasterChg>
    </pc:docChg>
  </pc:docChgLst>
  <pc:docChgLst>
    <pc:chgData name="Hoor Fatima" userId="8f3a0386-cde8-4824-abbb-da106ff85ca6" providerId="ADAL" clId="{EEDEA048-40A0-4102-9473-E3FCCA9E4CCF}"/>
    <pc:docChg chg="custSel addSld modSld">
      <pc:chgData name="Hoor Fatima" userId="8f3a0386-cde8-4824-abbb-da106ff85ca6" providerId="ADAL" clId="{EEDEA048-40A0-4102-9473-E3FCCA9E4CCF}" dt="2025-07-21T19:04:14.283" v="27"/>
      <pc:docMkLst>
        <pc:docMk/>
      </pc:docMkLst>
      <pc:sldChg chg="delSp modSp mod">
        <pc:chgData name="Hoor Fatima" userId="8f3a0386-cde8-4824-abbb-da106ff85ca6" providerId="ADAL" clId="{EEDEA048-40A0-4102-9473-E3FCCA9E4CCF}" dt="2025-07-21T19:03:54.910" v="26" actId="14100"/>
        <pc:sldMkLst>
          <pc:docMk/>
          <pc:sldMk cId="0" sldId="395"/>
        </pc:sldMkLst>
        <pc:spChg chg="mod">
          <ac:chgData name="Hoor Fatima" userId="8f3a0386-cde8-4824-abbb-da106ff85ca6" providerId="ADAL" clId="{EEDEA048-40A0-4102-9473-E3FCCA9E4CCF}" dt="2025-07-21T19:03:54.910" v="26" actId="14100"/>
          <ac:spMkLst>
            <pc:docMk/>
            <pc:sldMk cId="0" sldId="395"/>
            <ac:spMk id="2" creationId="{00000000-0000-0000-0000-000000000000}"/>
          </ac:spMkLst>
        </pc:spChg>
        <pc:spChg chg="del">
          <ac:chgData name="Hoor Fatima" userId="8f3a0386-cde8-4824-abbb-da106ff85ca6" providerId="ADAL" clId="{EEDEA048-40A0-4102-9473-E3FCCA9E4CCF}" dt="2025-07-21T19:03:28.832" v="6" actId="478"/>
          <ac:spMkLst>
            <pc:docMk/>
            <pc:sldMk cId="0" sldId="395"/>
            <ac:spMk id="4" creationId="{00000000-0000-0000-0000-000000000000}"/>
          </ac:spMkLst>
        </pc:spChg>
        <pc:spChg chg="del">
          <ac:chgData name="Hoor Fatima" userId="8f3a0386-cde8-4824-abbb-da106ff85ca6" providerId="ADAL" clId="{EEDEA048-40A0-4102-9473-E3FCCA9E4CCF}" dt="2025-07-21T19:03:26.127" v="5" actId="478"/>
          <ac:spMkLst>
            <pc:docMk/>
            <pc:sldMk cId="0" sldId="395"/>
            <ac:spMk id="10" creationId="{00000000-0000-0000-0000-000000000000}"/>
          </ac:spMkLst>
        </pc:spChg>
      </pc:sldChg>
      <pc:sldChg chg="add">
        <pc:chgData name="Hoor Fatima" userId="8f3a0386-cde8-4824-abbb-da106ff85ca6" providerId="ADAL" clId="{EEDEA048-40A0-4102-9473-E3FCCA9E4CCF}" dt="2025-07-21T19:04:14.283" v="27"/>
        <pc:sldMkLst>
          <pc:docMk/>
          <pc:sldMk cId="0" sldId="589"/>
        </pc:sldMkLst>
      </pc:sldChg>
    </pc:docChg>
  </pc:docChgLst>
</pc:chgInfo>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7-29T06:15:02.600"/>
    </inkml:context>
    <inkml:brush xml:id="br0">
      <inkml:brushProperty name="width" value="0.05292" units="cm"/>
      <inkml:brushProperty name="height" value="0.05292" units="cm"/>
      <inkml:brushProperty name="color" value="#FF0000"/>
    </inkml:brush>
  </inkml:definitions>
  <inkml:trace contextRef="#ctx0" brushRef="#br0">15030 16659 588 0,'0'0'184'0,"0"0"-50"0,0 0-8 0,0 0-41 0,0 0-16 16,0 0 19-16,-115-130-28 0,103 117 14 0,0 6-20 0,0 4-5 0,0-3-29 0,0 6 25 0,12 0 6 0,0 0-36 0,0 0-15 0,0 0-2 0,0 0 0 15,0 0 2-15,0 0 0 16,0 0-8-16,0 22 3 16,0 10 2-16,0 7 3 15,0 10 0-15,0 17 2 16,4 18-4-16,28 14 2 16,4 4 0-16,-5 0 3 15,5 0-3-15,-12-13 5 16,0-12-9-16,0-12 9 15,-12-19-6-15,0-9 3 16,8-15-3-16,-16-9 2 16,4-13-1-16,-8 0 4 15,0 0-1-15,0 0 2 0,0 0 14 16,0-35-7-16,-12-23-12 16,-32-15-2-16,-12-7-1 15,8-11 3-15,-11-8 0 16,-9-8-3-16,8-1 1 15,1 2 0-15,3 11-3 16,16 13 3-16,4 13 2 16,4 10 0-16,8 16 0 15,0 18 0-15,13 10-1 16,3 15 1-16,4 0-2 0,-4 0-5 16,4 24-2-16,-20 23-8 15,-8 13 16-15,8 3 1 16,-12-1-1-16,24-18 1 15,0-13 0-15,0-15-1 16,12-9-1-16,0-7 2 16,0 0 2-16,0-19 1 15,0-40 1-15,0-12-4 16,0-12-11-16,24 7 11 16,32 10-6-16,-4 15 3 15,3 15-1-15,-7 10 0 16,20 14 1-16,4 10 1 15,11 2-1-15,21 0 2 16,15 22-3-16,9 12 2 16,-13 6 1-16,1 6-31 0,-9-4-71 15,-11-8-19-15,-9-14-98 16,-15-14-162-16</inkml:trace>
  <inkml:trace contextRef="#ctx0" brushRef="#br0" timeOffset="77226.39">18267 12013 663 0,'0'0'198'0,"0"0"-76"0,0 0-18 0,0 0-63 0,0 0-17 0,0 0-11 15,0 0-8-15,0 0 10 16,199 24 14-16,-83-17-10 15,11 3 21-15,12-5-3 16,17 0-18-16,-5-1-12 16,12-1-3-16,4 1-1 15,-7-3 2-15,3-1-5 16,-20 5 4-16,-7-2-4 0,-29 3-2 16,-27 0 1-1,-20-3 1-15,-21-3 3 0,-19 0 0 16,-8 0-3-16,0 0-1 15,-12 0-4-15,0 0-3 16,0 0-44-16,12 4-84 16,-12-2-87-16,0-2-328 15</inkml:trace>
  <inkml:trace contextRef="#ctx0" brushRef="#br0" timeOffset="108221.49">28046 17672 436 0,'0'0'163'0,"0"0"-98"0,0 0-11 0,0 0-11 0,0 0 50 16,0 0-30-16,0 0-30 0,0 0 15 15,12 0-9-15,-12 3 0 16,0-1-8-16,0-2 2 16,0 0-15-16,0 0 7 15,0 4-8-15,0-4-3 16,12 0-4-16,-12 0 5 16,0 0-2-16,24 0 0 15,-1 0-3-15,13-9 3 0,20-26-1 16,24-12-5-1,-5-8-3-15,13-8-4 0,-4 3-32 16,-1-4-73-16,-11 1-72 16,-16-1-430-16</inkml:trace>
  <inkml:trace contextRef="#ctx0" brushRef="#br0" timeOffset="109359.17">27998 12922 865 0,'0'0'132'0,"0"0"-62"0,0 0-53 0,0 0 2 0,0 0 26 0,0 0-28 15,0 0-7-15,0 0 1 16,0-4 7-16,24-27 32 0,44-15-14 15,15-15-25-15,33-10-11 16,-9-2-6-16,21 2-44 16,-13 15-72-16,-31 5-96 15,-25 10-375-15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7-29T06:17:19.976"/>
    </inkml:context>
    <inkml:brush xml:id="br0">
      <inkml:brushProperty name="width" value="0.05292" units="cm"/>
      <inkml:brushProperty name="height" value="0.05292" units="cm"/>
      <inkml:brushProperty name="color" value="#FF0000"/>
    </inkml:brush>
  </inkml:definitions>
  <inkml:trace contextRef="#ctx0" brushRef="#br0">21643 5085 410 0,'0'0'124'0,"0"0"-92"0,0 0 3 0,0 0-5 0,0 0 48 0,0 0-14 16,0 0-8-16,0 0 3 16,96-15-30-16,-72 6-10 15,0 2 11-15,8 3-10 0,-8-1-4 16,19-2-5-1,5-1 2-15,12 3-4 16,8-1 1-16,-5 3-8 16,17 0-1-16,3 3 6 0,-3 0 2 15,12 0-3-15,-9 0-2 16,13 0 3-16,7 0 3 16,1 0 0-16,-1 0 9 15,-7-3-14-15,11 0 0 16,-3-5-1-16,15 5-1 15,-15 1 6-15,-1-2-6 16,1 1 1-16,-20 3-3 16,23 0-1-16,-15 0 1 15,15 0-1-15,-3-2 3 0,-9-5 7 16,5-3-8 0,-5 4-2-16,1-4 0 0,7 1 2 15,5 2-1-15,-5-2 6 16,-7 3 4-16,4-1-3 15,-1 1-4-15,1 0 3 16,-5 1-5-16,9 0-1 16,-9 0-1-16,1-2 6 15,-5 3-5-15,17-2 7 16,-9 0-5-16,-3 2 3 16,-12 0-6-16,-1 2 0 15,5 2 1-15,-1 0 2 16,5-3 0-16,12-3 1 0,3-2 1 15,-3 0-4 1,15-1 3-16,4 2-2 0,-3-3 1 16,-5 5 1-16,-19-2-3 15,-5 2 5-15,-7 4-5 16,0-3 4-16,-5 4-3 16,-11 0 7-16,-16-3-8 15,-8 3 3-15,3 0 4 16,-11 0 5-16,-4-4 1 15,-16 4-4-15,-4 0 5 16,-12 0-12-16,0 0 5 16,0 0-5-16,0 0 9 0,0 0-12 15,0 0-3 1,-40 0-155-16,-63 0-285 16</inkml:trace>
  <inkml:trace contextRef="#ctx0" brushRef="#br0" timeOffset="129939.08">8652 5644 72 0,'0'0'456'0,"0"0"-334"0,0 0-33 0,0 0-19 0,0 0-23 0,0 0-4 0,0 0-11 16,0 0-5-16,0-5 7 16,0 5 2-16,0 0-2 15,0 0-23-15,0 0 2 16,0 0-6-16,0 0-6 16,12 0 1-16,11 2 11 15,13 5 16-15,0-2-3 16,8 6 8-16,4-5-10 15,7 3-13-15,5-3 0 16,0 3-1-16,12 1-7 16,-5-2-2-16,13-4 3 15,7 1-4-15,5 0 1 16,0 3-1-16,11-3 4 0,-7 1-2 16,-1-1-2-16,9-2 0 15,15-1-4-15,-3-2 3 16,-1 0 2-1,1 0 7-15,-21 0-7 0,-23 0-1 16,-16 0 0-16,-21 4-5 16,-11-1 5-16,0 1 0 15,-12-4 0-15,-4 0 4 16,-8 0-4-16,0 0 2 16,0 0-2-16,0 0 0 15,0 0-6-15,0 0 6 16,0 0 0-16,4 11-152 15,16-1-81-15,16-7-337 0</inkml:trace>
  <inkml:trace contextRef="#ctx0" brushRef="#br0" timeOffset="131333.23">18948 5917 589 0,'0'0'46'0,"0"0"20"0,0 0-41 15,0 0 35-15,0 0 38 0,0 0-19 0,127 27-27 0,-59-21-16 0,4-6-26 16,11 0 34-16,9 0-19 16,3 0-4-16,17 0-2 15,7 0 0-15,21 0-17 16,-1 0 1-16,16 0 7 15,5 0-7-15,-9 0-1 16,-8 0 2-16,-15 0 0 16,-13 0 3-16,-19 0-6 15,-1 0-2-15,-27 0 3 16,-12 0-2-16,-17 0 1 16,-19 0 3-16,-4 0-1 15,-4 0 6-15,-4 0-8 0,-8 0 3 16,0 0 1-16,0 0-4 15,0 0-1-15,0 0-7 16,0 0-103-16,0-6-121 16</inkml:trace>
  <inkml:trace contextRef="#ctx0" brushRef="#br0" timeOffset="134808.45">1994 7099 696 0,'0'0'140'0,"0"0"-3"0,0 0-49 0,0 0-19 16,0 0-9-16,0 0-35 16,-23 3-5-16,23 4-10 15,0-4-8-15,19 2 13 0,33 4 7 16,28-1 5 0,23-2 8-16,25 0-7 0,27-6-23 15,28 0 2-15,8 0 1 16,20 0-6-16,-4-12 4 15,4-5-6-15,-12 2 0 16,-11 5 5-16,-37 1-5 16,0 1 4-16,-35 8-4 15,-21-1 0-15,-23 1 0 16,-16-4 0-16,-32 4 3 16,-1 0-3-16,-23-4 0 15,12 4-2-15,-12 0-35 16,12 0-131-16,-12 0-151 15</inkml:trace>
  <inkml:trace contextRef="#ctx0" brushRef="#br0" timeOffset="141685.81">19613 8061 643 0,'0'0'211'0,"0"0"-188"0,0 0-12 0,0 0 19 0,0 0 36 0,474-19-20 0,-275-4-22 15,4 0 0-15,-8 1 1 16,-8 1-12-16,-12-4-8 16,-12 1-1-16,-23 2-4 0,-21 3 0 15,-15 8-9-15,-9 1 7 16,-15 7-88-16,-32-5-171 15,-36 7-415-15</inkml:trace>
  <inkml:trace contextRef="#ctx0" brushRef="#br0" timeOffset="145515.96">13453 9897 851 0,'0'0'90'0,"0"0"-2"0,0 0-49 0,0 0 8 0,0 0-25 16,0 0 12-16,0 0-33 16,24 10 10-16,12 7 40 15,-12 0-32-15,8-1-1 0,-16-7-3 16,8-3-4-16,-4-3-2 15,3-3-5 1,21 0 4-16,20 0-3 0,39-38 1 16,37-15 0-16,11-12-4 15,4-1-4-15,-3 6-98 16,-29 9-160-16,-27-3-296 16</inkml:trace>
  <inkml:trace contextRef="#ctx0" brushRef="#br0" timeOffset="154766.64">17706 12662 786 0,'0'0'124'0,"0"0"-44"16,0 0-50-16,0 0 16 0,0 0 28 0,0 0-28 0,0 0-19 0,24 0 4 15,-24 0-30-15,0 0 10 16,0 0-4-16,0 0-6 16,0 0-2-16,0 0-4 15,0 0 5-15,23 12 0 0,-3 3 4 16,-4-5-4-16,4-7 2 16,-16 1 2-16,8-4 12 15,0 0-6-15,20 0 10 16,16-10 10-16,23-24 0 15,21-17-7-15,27-7-15 16,-15-2-4-16,-13 3-3 16,-19 10 3-16,-12 9-4 15,-12 8 0-15,-5 6-2 16,-19 2-37-16,20-1-115 16,-20-3-84-16,-8-2-276 15</inkml:trace>
  <inkml:trace contextRef="#ctx0" brushRef="#br0" timeOffset="157883.2">4423 14379 703 0,'0'0'196'0,"0"0"-132"0,0 0 0 0,0 0-37 0,0 0-6 0,0 0-12 0,0 0-8 0,0 36 1 0,0-21-2 0,12 2 10 15,0 0 27-15,0-2-13 16,0-3-2-16,-4-6 2 0,8-6-4 15,-4 0-1-15,12 0-2 16,19-10 14-16,37-35-12 16,16-15-6-16,31-13-9 15,16 3-4-15,5 2-11 16,-5 12-83-16,8-1-109 16,-11 3-215-16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7-29T06:18:05.375"/>
    </inkml:context>
    <inkml:brush xml:id="br0">
      <inkml:brushProperty name="width" value="0.05292" units="cm"/>
      <inkml:brushProperty name="height" value="0.05292" units="cm"/>
      <inkml:brushProperty name="color" value="#FF0000"/>
    </inkml:brush>
  </inkml:definitions>
  <inkml:trace contextRef="#ctx0" brushRef="#br0">24797 5616 580 0,'0'0'105'0,"0"0"83"0,0 0-70 0,0 0-31 0,0 0-23 16,0 0-1-16,0 0-22 0,0 0 46 0,-48-162-33 15,48 153-19-15,0 4-4 16,-8 5-1-16,8-1-18 16,-4 1 16-16,4 0-28 15,0 0 3-15,0 0-3 16,0 0 0-16,0 0-1 16,0 0-1-16,0 0-10 15,0 15 12-15,0 14-7 0,0 2 5 16,0 11 4-1,0 3-4-15,0 15 10 0,0 9-16 16,0 2 9-16,0 1-1 16,0 1 0-16,0-2 0 15,12-2 0-15,0-5 0 16,4-9 0-16,-4 0 7 16,8-10-6-16,-8-4-2 15,0-7 3-15,0-3-10 16,-12-11 8-16,0-6 0 15,0-4 1-15,0-5-1 16,0-5-1-16,0 0 1 16,0 0 5-16,0 0-3 0,0 0 3 15,0 0 8-15,0 0-2 16,0 0-5-16,0-12 1 16,-24-7-7-16,-8-3 8 15,4-10-5-15,-8 1-3 16,4-11 13-16,8 4-9 15,1-4-2-15,11 2 4 16,-8-2 1-16,8 6-7 16,0 9 0-16,0 3 1 15,0 10 8-15,12 4-8 16,0 7 2-16,0 3-4 16,0 0 1-16,-4 0-4 0,4 0-5 15,0 13-2 1,0 14 9-16,0 11 2 0,4 2 1 15,28-2-1-15,-4 0 0 16,3-3-8-16,-7-4 15 16,12-6-7-16,-12-3 0 15,8-6-2-15,-8-7-3 16,0-1 5-16,0-8 3 16,11 0-3-16,9 0 0 15,-4-17 2-15,16-17 2 16,0-8 5-16,-9-4-5 15,-7-6-4-15,4-2-2 16,-12-6 2-16,-8-1 2 16,4 5-2-16,-9 12-6 15,-7 12 2-15,4 5-3 0,-8 9-13 16,4 8-50-16,12-2-68 16,0 8-82-16,0 1-246 15</inkml:trace>
  <inkml:trace contextRef="#ctx0" brushRef="#br0" timeOffset="22196.64">7123 7908 325 0,'0'0'160'0,"0"0"-41"0,0 0-38 0,0 0 25 0,0 0-13 0,0 0-3 16,0 0-23-16,8 4-4 16,-8-4-18-16,0 0-14 15,0 0 0-15,0 0 13 16,0 0-3-16,0-13-19 15,4-4-4-15,8-4-10 16,7-1-2-16,5 0-3 0,0-1 13 16,0 0-1-1,24-2-3-15,-4-1-5 0,15 2 0 16,-11-3-4-16,20 5-2 16,-8 3 0-16,19 8 5 15,-7-2-5-15,0 5 0 16,19 2-1-16,-7 2-1 15,7 3 1-15,-7 1 0 16,12 0 1-16,-5 0-1 16,17 0 0-16,7 0 0 15,1 0 1-15,11 0-1 16,-8 0 5-16,-15 0-5 16,-1 0 0-16,-19 0-4 15,8 0 4-15,-9 0 4 16,1 0-4-16,-5 0 0 0,13 0-5 15,-8 0 12-15,11 0-6 16,-3 0-1-16,15 0-1 16,-3 0 1-16,11 0 0 15,5 1 1-15,15-1-1 16,8 4 0-16,9 0 0 16,11 3-3-16,0 5 3 15,0-2 0-15,5 5-10 16,3-1 10-16,8-2 0 15,-8 1 1-15,4-4-1 16,-11 1 2-16,-21-8-2 16,-4 6 0-16,13-8 0 0,-13 0 0 15,-8 0 0-15,9 0 0 16,-13 0 1-16,1 0 0 16,-13 0-1-16,-19-10-1 15,-13 0 1-15,-23 2 2 16,-16-1 2-16,-20 4-4 15,-12-2 3-15,0-3 0 16,0 1 7-16,-1-6-4 16,1 5-6-16,-4 1 1 15,-8 1 3-15,0 2 0 16,0 1 5-16,4-1-3 16,8-6 3-16,-4 8-2 15,-4-7-6-15,4 5 1 16,-8 6-2-16,0-3 0 15,4 3 2-15,-4 0-4 0,0 0-3 16,8 0-5-16,4 0-1 16,12 0 11-16,0 12 0 15,-12 8 0-15,24-1 0 16,-12 5-4-16,7 3 2 16,9 5 2-16,4-1 0 15,16 1 1-15,-1 3-1 16,-3-2 0-16,4-6-2 15,-12-1 1-15,-5-10 1 16,5 1 1-16,12 1 7 16,0-7-7-16,7 3-1 15,17-6 0-15,-4-3 1 0,27 0-1 16,5-1-1 0,19-4 1-16,8 0 0 0,17 0-1 15,-5 0-2-15,-12 0 0 16,1-4 2-16,-13-6 1 15,12 2-7-15,-7-1 7 16,7 2-1-16,1 0 2 16,23 1-2-16,0-3 1 15,4 0 0-15,8-1 0 16,1-2 0-16,-5-3 0 16,-4 8 0-16,8-9 2 15,-4 3-2-15,5 4-1 0,-1-2 1 16,-8 5 0-16,-8-5 0 15,5 2-4-15,-9 1 8 16,-16 2-4-16,13-2 0 16,-21 2 0-16,-4 0 6 15,1-3-6-15,15 0 1 16,-4-2-1-16,13-1 1 16,-1 2-1-16,12-2 1 15,-11 2-7-15,-1-2 8 16,4 1-2-16,-16-2 0 15,9-2-6-15,-5 3 6 16,-4-3 4-16,1 8-4 16,-13-5 0-16,-7 8-1 0,-5 0 1 15,-11-3-2 1,-9 7 2-16,1 0-1 0,7 0 4 16,13 0-6-16,3 0 4 15,-15 0-1-15,3 0 2 16,-15 7-2-16,-1 6 0 15,-7 0-2-15,-24-2 1 16,-5 3 0-16,-15-6 0 16,-20 6 1-16,16-1-1 15,-16-1-2-15,4 0 4 16,-8 5-4-16,8 3 5 16,-4 2-5-16,-8-4-1 15,-1-1 4-15,-11-9 4 16,12 0-4-16,-12-7 4 15,0-1-3-15,0 0-1 0,0 0 0 16,0 0-66-16,-59 0-182 16,-33 0-601-16</inkml:trace>
  <inkml:trace contextRef="#ctx0" brushRef="#br0" timeOffset="23485.61">24307 7381 850 0,'0'0'203'0,"0"0"-74"0,0 0-29 0,0 0-21 15,0 0-25-15,0 0-32 0,0-31-20 16,0 31-1-16,0 0-2 15,0 19-3-15,0 14 4 16,12 13 7-16,0 5 6 0,-12 5-1 16,12 7 1-16,-12-3-6 15,0 5-5-15,0-7 9 16,0-13-5-16,0-5-6 16,0-9 0-16,0-11 2 15,0-4-1-15,0-7 0 16,0-9 3-16,0 0-3 15,0 0 2-15,0 0 8 16,0 0 6-16,0 0 41 16,0 0-11-16,-12-3-17 15,-12-12-26-15,4-8 0 16,-16-4 8-16,8-4 0 16,5 3-8-16,-1 1 2 15,4 7 2-15,8 11-2 0,0 5 3 16,12 4-1-16,0 0-8 15,0 0-1-15,0 0-9 16,0 0-9-16,0 4 11 16,0 21-1-16,12 2 9 15,20 5 1-15,-4-2-1 16,-5-6 0-16,1-4-1 16,0-2 1-16,-4-5 0 15,4-2 0-15,0-6 0 16,-12-5 0-16,0 0 0 15,12 0 2-15,8 0 4 16,3-22-3-16,13-7-3 16,-4-5-4-16,-8-2-22 0,0-1-23 15,-1 5-30-15,13 9-28 16,-4 1-47-16,-8 1-130 16,0 1-394-16</inkml:trace>
  <inkml:trace contextRef="#ctx0" brushRef="#br0" timeOffset="32627.18">25689 7525 360 0,'0'0'377'0,"0"0"-246"0,0 0-20 0,0 0-30 0,0 0-7 16,0 0-15-16,0 0 9 16,-4-26-28-16,4 26-1 15,0 0-6-15,0 0-10 16,0 0-23-16,0 0 0 0,0 0-6 16,0 13 5-16,0 5-8 15,4 2 9-15,16-7 2 16,-8-9-1-16,11-4 2 15,-11 0 3-15,20 0 7 16,8-1 26-16,20-30 21 16,19-12-30-16,5-8-23 15,8-2-5-15,-9 2-4 16,-3 4-2-16,-1 9-33 16,-7 2-61-16,-4 8-69 15,-20 3-174-15</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7-29T06:20:13.026"/>
    </inkml:context>
    <inkml:brush xml:id="br0">
      <inkml:brushProperty name="width" value="0.05292" units="cm"/>
      <inkml:brushProperty name="height" value="0.05292" units="cm"/>
      <inkml:brushProperty name="color" value="#FF0000"/>
    </inkml:brush>
  </inkml:definitions>
  <inkml:trace contextRef="#ctx0" brushRef="#br0">8675 4042 662 0,'0'0'31'0,"0"0"-6"0,0 0 3 0,0 0 43 16,0 0 3-16,0 0-34 0,0 0-7 0,0 0 24 16,140 155-4-16,-116-150 3 15,0-5 3-15,19 0-15 16,5 0-9-16,24-14-3 16,23-25-20-16,21-6-9 15,11-4-1-15,17-2-2 0,27 0-32 16,-8-3-154-1,0 3-250-15</inkml:trace>
  <inkml:trace contextRef="#ctx0" brushRef="#br0" timeOffset="9383.45">12848 12795 496 0,'0'0'249'0,"0"0"-85"0,0 0-79 0,0 0-44 0,0 0-5 16,0 0-13-16,0 0-8 16,0 0-3-16,0-6-6 15,8 12 31-15,8 6-1 16,-4 8-4-16,0-2-10 15,-4-5-2-15,4 2-3 16,0-5-11-16,0-6 2 16,0-1 3-16,-12-3-8 15,0 0 6-15,0 0 19 16,12 0 40-16,12-27-19 0,11-7-22 16,21-10-26-16,24-11-1 15,-5 3-43-15,29-10-83 16,-1-3-97-16,13-6-320 15</inkml:trace>
  <inkml:trace contextRef="#ctx0" brushRef="#br0" timeOffset="11516.93">14222 14916 797 0,'0'0'94'0,"0"0"-6"0,0 0-65 0,0 0 1 0,0 0 16 0,0 0-20 15,-8 1 5-15,8-1 4 16,0 0 2-16,0-4-2 16,12-29 12-16,36-21-18 15,19-18-23-15,17-21-24 16,19-9-90-16,25 0-160 15,-9 5-356-15</inkml:trace>
  <inkml:trace contextRef="#ctx0" brushRef="#br0" timeOffset="12168.2">15954 15133 890 0,'0'0'135'0,"0"0"-86"0,0 0 3 16,0 0 2-16,0 0 23 0,0 0-19 0,0-22-25 0,56-24 1 15,15-21-33-15,25-15-1 16,19-8-15-16,17-2-97 0,7 4-73 16,0-1-318-16</inkml:trace>
  <inkml:trace contextRef="#ctx0" brushRef="#br0" timeOffset="20832.93">17248 13932 710 0,'0'0'160'0,"0"0"-52"0,0 0-51 0,0 0 29 0,0 0-15 0,0 0-11 16,0 0-19-16,0 0-9 15,0 0 0-15,24-17-3 16,15-23 18-16,29-18-26 15,28-21-9-15,19-20-6 0,25-8-2 16,11-10-2-16,4 11-2 16,-4 7 4-16,-11 14-1 15,-13 5-2 1,-7 8 1-16,-17 11-1 0,-19 7-1 16,-9 7 5-16,-15 5-4 15,-20 11 1-15,-20 11 3 16,4 4-1-16,-24 10-2 15,0-1 2-15,0-3 4 16,0 2-2-16,0 2-1 16,0-4-1-16,0 3-4 15,0 5 4-15,-24-6-2 16,-8 6-2-16,-4-6-5 0,-4 7 5 16,-15 1 0-16,19 0-2 15,0 0-1-15,12 0 3 16,4 0 0-16,4 0 0 15,-4 0 0-15,20 0 0 16,0 0 1-16,0 0 1 16,0 0 2-16,0 0 1 15,0 0-2-15,0 0-3 16,0 0 6-16,0 0-6 16,0 0-1-16,0 0-1 15,36 0 1-15,0 0 1 16,8 0 0-16,4 0 0 0,-1 0 2 15,1 0-3 1,-12 11 1-16,-4 8-2 0,4 8 0 16,-12 5-8-16,-16 12-40 15,-8 8-58-15,0 9-50 16,0 7-141-16,-32-3-319 16</inkml:trace>
  <inkml:trace contextRef="#ctx0" brushRef="#br0" timeOffset="34449.64">26083 15317 659 0,'0'0'171'0,"0"0"-53"0,0 0 4 0,0 0-69 0,0 0 19 0,0 0-7 16,0 0-10-1,0 0-24-15,0-62-3 0,0 62 1 16,0 0-8-16,0 0-8 16,0 0-2-16,0 0-11 15,0 30-2-15,0 14 2 16,0 5 3-16,0 16 7 16,0 3-10-16,12 7 4 15,0 0-3-15,0 3 9 16,0-3-9-16,-4 5 2 15,-8-4 2-15,4 4-3 16,4-8-1-16,-4-5 0 0,4-10 5 16,-5-12-6-16,-3-14 0 15,8-9-1 1,-8-11 0-16,4-7 2 16,-4-4-1-16,0 0 2 0,0 0 7 15,0 0 8-15,0-27 34 16,0-14-36-16,0-14-15 15,0-6 2-15,0 5 0 16,0-4-2-16,0 0 0 16,-4-4-1-16,-7-3 3 15,-1 0-3-15,4 5 1 16,-4 1 0-16,8 4 1 16,-16 7-1-16,8 14 0 15,0 4 0-15,12 16 0 0,-12 3 0 16,4 13 0-16,-4 0 0 15,8 0-3-15,-4 0-2 16,4 0 2-16,-20 0-4 16,-12 6 6-16,-19 24-6 15,11-5 7-15,8 1-2 16,8-5 1 0,-4-2 0-16,8 1 1 0,1-8-1 15,11-6 1-15,12-2-2 16,0-3 2-16,0-1 1 15,0 0 0-15,0 0-1 16,0-1 4-16,0-20-3 16,0-8-2-16,0-2 0 0,12 0 1 15,11-1-2 1,1 11 2-16,0 2-2 0,8 6-1 16,-16 3 2-16,8 1-1 15,-4 1 0-15,16 6 0 16,7-3-2-16,17 1 2 15,0 4 1-15,19 0-4 16,-3 0 5-16,0 0 0 16,-1 0-9-16,5 0-3 15,-8 0-41-15,-5 0-64 16,-11 4-53-16,-8-4-179 16</inkml:trace>
  <inkml:trace contextRef="#ctx0" brushRef="#br0" timeOffset="35924.82">26294 12351 295 0,'0'0'157'0,"0"0"-122"0,0 0 25 0,0 0-4 0,0 0-15 0,0 0 36 16,12 117 0-16,-4-98-24 0,-8-12-7 15,0 1 15-15,0-5-21 16,0-3-9-16,4 0 9 16,4 0 22-16,4 0-12 15,4-12-4-15,8-18-28 16,7-10-15-16,5-8 6 15,20-3-9-15,-4-5-5 16,15 1-1-16,1 6-59 16,-4 4-89-16,-8 2-203 15</inkml:trace>
  <inkml:trace contextRef="#ctx0" brushRef="#br0" timeOffset="36484.26">27811 12246 623 0,'0'0'140'0,"0"0"-24"0,0 0-69 0,0 0 24 0,0 0-2 0,0 0-9 16,-8-4-1-16,8-21-34 15,12-6-25-15,20-11-1 16,4-3 0-16,23-2-17 16,9 3-94-16,-20 6-265 15</inkml:trace>
  <inkml:trace contextRef="#ctx0" brushRef="#br0" timeOffset="37233.51">26107 13001 556 0,'0'0'109'0,"0"0"38"0,0 0-102 16,0 0-43-16,0 0 0 0,0 0-3 0,-60 65 2 16,4-19 0-16,-27 5 0 15,3 5 2-15,-27 12-6 16,11 2-55-16,-8 3-82 16,9 3-20-16,15-10-271 15</inkml:trace>
  <inkml:trace contextRef="#ctx0" brushRef="#br0" timeOffset="38066.62">27321 13107 648 0,'0'0'143'0,"0"0"-43"0,0 0-21 0,0 0-17 15,0 0-30-15,0 0-20 16,-83 10-6-16,3 32-4 15,-16 18 2-15,-31 13 2 16,-24 19-3-16,-1 14-3 0,13 12-9 16,0-6-44-16,23-6-121 15,29-13-99-15</inkml:trace>
  <inkml:trace contextRef="#ctx0" brushRef="#br0" timeOffset="43433.04">31291 9503 754 0,'0'0'102'0,"0"0"70"16,0 0-99-16,0 0-13 0,0 0 10 0,0 0-19 0,0 0-22 15,16 5-29-15,79-25 0 16,29 0 0-16,27-5 1 15,0-1-1-15,5 1-12 16,-5-3-57-16,0 10-55 16,-23 4-52-16,-33 0-106 15</inkml:trace>
  <inkml:trace contextRef="#ctx0" brushRef="#br0" timeOffset="48684.44">7752 5991 693 0,'0'0'92'0,"0"0"-5"0,0 0-43 0,0 0 3 0,0 0 8 0,0 0-13 16,0 0-23-16,0-13-9 16,12 13-6-16,12 0-3 15,7 0 11-15,-3 0 13 16,4 0-7-16,-4 10-10 15,4 8 1-15,4 5 5 16,8-9-8-16,-17 4-3 0,5-9-1 16,-8-2 15-16,0-4 3 15,0-3 3-15,0 0-2 16,12 0-1-16,11-10-10 16,21-31 4-16,24-13-4 15,3-13-5-15,21-9-5 16,11 3-1-16,-19 4 0 15,7 3-1-15,-7 17-5 16,-17 2-14-16,5 5-30 16,-17 10-40-16,5 6-39 15,-16 5-32-15,-21 3-126 16</inkml:trace>
  <inkml:trace contextRef="#ctx0" brushRef="#br0" timeOffset="54830.37">9834 10020 777 0,'0'0'142'0,"0"0"-44"0,0 0-45 0,0 0 4 0,0 0 1 15,0 0-28-15,0 0-4 16,0-20-15-16,0 20-11 0,0 0 0 16,0 0-2-16,0 4-10 15,0 9 10-15,0 3 2 16,20-1 1-16,-8-6 9 15,-8-2-10-15,16 0-1 16,-20-7 1-16,24 0 6 16,12-3 13-16,23-39-19 15,21-12 0-15,35-12-14 16,1-7-172-16,-21-3-276 16</inkml:trace>
  <inkml:trace contextRef="#ctx0" brushRef="#br0" timeOffset="59500.19">2715 12075 595 0,'0'0'51'0,"0"0"-25"0,0 0-6 0,0 0 67 0,0 0-7 0,0 0-27 16,0 0-9-16,-32 1-17 15,32-1-13-15,0 5 6 16,0-5 3-16,0 3-11 15,0-3-12-15,0 1 2 16,0-1-1-16,8 0-2 0,44 0-3 16,16 0 4-1,35 0 0-15,-19-10 4 16,19-1-4-16,-19 6 0 16,11-2-4-16,-3 3-3 0,-8 0-16 15,-5 4-96 1,5 0-66-16,-28 0-69 0</inkml:trace>
  <inkml:trace contextRef="#ctx0" brushRef="#br0" timeOffset="71499.74">4491 15439 742 0,'0'0'151'0,"0"0"-150"0,0 0 25 15,0 0-7-15,0 0 28 0,0 0 6 0,0 0-22 16,-8 0-14-16,8 0-14 15,0 0 11-15,0 0-5 16,0 0 1-16,0 0 3 16,0 0-12-16,0 0 0 15,0 4 0-15,24 1 2 0,8 3 2 16,15-5-5-16,13-3 3 16,20 0-3-16,15 0 0 15,21-7-35-15,11-26-64 16,13-8-119-16,-1-3-95 15</inkml:trace>
  <inkml:trace contextRef="#ctx0" brushRef="#br0" timeOffset="73573.28">2345 16534 651 0,'0'0'106'0,"0"0"-47"0,0 0-11 0,0 0 5 0,0 0 36 0,0 0-37 16,-84-22-15-16,84 22 4 15,0-3-11-15,0 3-27 16,0 0 15-16,0 0 1 15,0 0-10-15,0 0-5 16,0 0-4-16,0 0 0 16,12 0-2-16,24 0 4 15,24 0 6-15,7 0-7 0,17 7 5 16,-4-1-3 0,15 1 0-16,-3-2 1 0,-13 3-1 15,-7-7-3 1,8 4 0-16,-17-2 3 0,5-3-2 15,-12 3-1-15,-4-3 1 16,-9 0 3-16,-7 0-4 16,-12 0-3-16,8 0-31 15,-16 0-66-15,8 0-86 16,-12 0-216-16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7-29T06:21:46.178"/>
    </inkml:context>
    <inkml:brush xml:id="br0">
      <inkml:brushProperty name="width" value="0.05292" units="cm"/>
      <inkml:brushProperty name="height" value="0.05292" units="cm"/>
      <inkml:brushProperty name="color" value="#FF0000"/>
    </inkml:brush>
  </inkml:definitions>
  <inkml:trace contextRef="#ctx0" brushRef="#br0">14504 15848 1045 0,'0'0'105'0,"0"0"-90"0,0 0-12 0,0 0 7 15,0 0 0-15,0 0 4 0,0 0-7 16,0 0-5-16,48 0 31 16,-24 14-16-16,0-1-10 15,-4-4 15-15,-4 1-12 16,-8-7-4-16,8-3 1 16,-4 0-3-16,8 0-2 15,27-22 1-15,9-39-3 16,16-34 0-16,23-23-20 15,21-13-61-15,23-5-72 16,5 9-91-16,-5 16-221 16</inkml:trace>
  <inkml:trace contextRef="#ctx0" brushRef="#br0" timeOffset="605.79">16197 14680 695 0,'0'0'183'0,"0"0"-168"0,0 0 20 0,0 0 1 0,0 0 46 16,0 0 19-16,12-40-75 16,15-11-19-16,17-13-7 15,4-6-18-15,12 0-84 16,-4 7-104-16,-9 9-182 15</inkml:trace>
  <inkml:trace contextRef="#ctx0" brushRef="#br0" timeOffset="1147.28">18347 16240 707 0,'0'0'139'0,"0"0"-134"0,0 0-5 0,0 0-35 0,131-169-103 0,-71 113 0 15</inkml:trace>
  <inkml:trace contextRef="#ctx0" brushRef="#br0" timeOffset="31931.32">26270 15801 237 0,'0'0'441'0,"0"0"-300"0,0 0-17 0,0 0-41 16,0 0 9-16,0 0-12 0,0 0-3 16,0 0-34-16,0 0-2 15,0-142 9-15,0 138 5 16,0 4-27-16,0 0-6 15,0 0-10-15,0 0-3 16,0 0-4-16,12 9-3 16,12 28 0-16,8 8-1 15,4 10 8-15,3 6-9 16,-7-3 1-16,4 8-1 16,-4-2 1-16,-16-1 1 15,4-1-4-15,-8-4 4 16,0 0-2-16,0-14 3 0,-8-10-6 15,4-5 4 1,-8-12-2-16,0-5 2 0,0-7-1 16,0-5 0-16,0 0 0 15,0 0 2-15,0 0 7 16,0-22-9-16,0-15 3 16,-36-7-3-16,4-4 0 15,-8-8 0-15,-4 1 4 16,8-2 0-16,-7-1-6 15,7 3 2-15,8 12 0 16,-4 5 0-16,12 13 2 16,8 6-2-16,0 12 6 15,0 1-4-15,0 6 5 16,8 0-7-16,-8 0 1 0,4 0 2 16,-4 0-2-16,-3 0-1 15,-9 0 0-15,-8 10-2 16,20 2 2-16,0-2-1 15,4-1 1-15,4-3-1 16,-4-2 2-16,4-4-4 16,4 0 5-16,0 0-4 15,0 0 2-15,0 0-4 16,0-16 0-16,0-19-5 16,0-10-6-16,0 7 14 15,0 3 1-15,4 6 0 16,16 9 0-16,4 9-2 15,8 0-3-15,-4 10 4 0,15 1-1 16,9 0-2-16,12 0-1 16,11 0 4-16,5 0-44 15,24 0-73-15,3 0-19 16,9-20-79-16,-9-11-179 16</inkml:trace>
  <inkml:trace contextRef="#ctx0" brushRef="#br0" timeOffset="35437.37">32509 7647 732 0,'0'0'94'0,"0"0"23"0,0 0-41 0,0 0 19 0,0 0-29 16,0 0-25-16,0 0-15 15,0-34-5-15,0 34-21 16,0 0-8-16,0 0 8 16,0 25 0-16,12-2 3 15,-4 2-2-15,4-5 4 16,-8-7 5-16,4-8-10 15,-4-5 2-15,4 0 5 16,8 0 19-16,32-18 47 16,27-33-12-16,21-19-52 15,23-12-9-15,9-8-5 0,3 4-48 16,4 7-64 0,-27 7-145-16,-24-2-758 0</inkml:trace>
  <inkml:trace contextRef="#ctx0" brushRef="#br0" timeOffset="36164.94">32979 8464 896 0,'0'0'19'16,"0"0"47"-16,0 0-56 0,0 0-10 0,0 0 7 0,0 0 17 0,-4 51 19 0,4-39-10 15,4-5-4-15,4-5-5 0,-4-2 13 16,8 0 15-16,8-5 21 15,28-33-6-15,7-26-36 16,17-12-31-16,8-13-3 16,-5 0-25-16,25 4-53 15,-13 8-113-15,1 9-270 0</inkml:trace>
  <inkml:trace contextRef="#ctx0" brushRef="#br0" timeOffset="36798.48">32274 10633 981 0,'0'0'92'0,"0"0"12"0,0 0-34 0,0 0-56 16,0 0 26-16,0 0-13 16,-20-6-17-16,20 6-7 0,0 0 6 15,0 0 3 1,0 6 4-16,0-6-4 0,8 0 6 15,28 0 5-15,24-30 17 16,31-13-24-16,17-21-10 16,7-13-6-16,13-6-44 15,3-2-99-15,5 3-73 16,-17 5-349-16</inkml:trace>
  <inkml:trace contextRef="#ctx0" brushRef="#br0" timeOffset="62164.24">4901 10013 459 0,'0'0'214'0,"0"0"-125"0,0 0-30 0,0 0 9 0,0 0 22 16,0 0-13-16,0 0-18 16,0 0-26-16,0 0-7 15,-12 7-4-15,12-7-7 16,0 0 2-16,0 0-8 15,0 0-9-15,60 0 10 16,11 0-5-16,21-7-5 16,15-9-9-16,9-6-81 15,11-4-200-15,5-2-391 16</inkml:trace>
  <inkml:trace contextRef="#ctx0" brushRef="#br0" timeOffset="62757.95">7541 9902 671 0,'0'0'234'16,"0"0"-158"-16,0 0-1 0,0 0-6 0,0 0-24 0,0 0-15 16,-32 10 6-16,32-10-14 15,0 0-8-15,12 0-14 16,44 0 6-16,35 0-6 0,5-5-5 15,11-5-66 1,9-7-114-16,-13-2-337 16</inkml:trace>
  <inkml:trace contextRef="#ctx0" brushRef="#br0" timeOffset="63531.29">10881 9861 866 0,'0'0'156'0,"0"0"-72"0,0 0-33 0,0 0 1 0,0 0 21 0,0 0-42 15,-12 3-13-15,12-3 3 16,0 3-5-16,40-3 6 0,16 0-2 15,16 0-14 1,7 0-6-16,17 0-2 0,7-21-74 16,1-10-160-1,-21 4-615-15</inkml:trace>
  <inkml:trace contextRef="#ctx0" brushRef="#br0" timeOffset="66334.24">4515 11172 748 0,'0'0'290'16,"0"0"-276"-16,0 0-4 0,0 0-10 0,0 0 2 0,0 0 14 0,36 22-16 15,67-19 14-15,17-3-12 16,7 0-2-16,24 0 0 0,-7 0-22 16,15 0-95-1,-4 0-98-15,28 0-72 0</inkml:trace>
  <inkml:trace contextRef="#ctx0" brushRef="#br0" timeOffset="67098.14">9201 10833 455 0,'0'0'371'0,"0"0"-303"0,0 0 9 0,0 0-47 0,0 0-5 0,0 0-5 0,44 9-4 0,27-9 1 15,1 0-17-15,20 0-1 16,3 0-98-16,9 0-249 15</inkml:trace>
  <inkml:trace contextRef="#ctx0" brushRef="#br0" timeOffset="67697.98">11690 11109 973 0,'0'0'170'15,"0"0"-76"-15,0 0-60 0,0 0-26 0,0 0 6 0,0 0 2 16,199 0-11-16,-72-17-5 0,12-8-17 16,17-3-149-16,-5-10-296 15</inkml:trace>
  <inkml:trace contextRef="#ctx0" brushRef="#br0" timeOffset="82081.44">8162 15541 582 0,'0'0'87'0,"0"0"-82"0,0 0 61 0,0 0-6 0,0 0 1 16,0 0-33-16,0 0-27 0,0 0 11 15,0 4 5 1,24 18-3-16,-4 0 13 0,4-3 20 15,-9 0-17-15,5-7-6 16,-8-7 8-16,0-5 1 16,12 0-15-16,24 0 22 15,36-39 5-15,39-28-18 16,32-15-27-16,8-20-13 16,13-3-61-16,-1-11-117 15,-12-10-232-15</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7-29T06:23:19.680"/>
    </inkml:context>
    <inkml:brush xml:id="br0">
      <inkml:brushProperty name="width" value="0.05292" units="cm"/>
      <inkml:brushProperty name="height" value="0.05292" units="cm"/>
      <inkml:brushProperty name="color" value="#FF0000"/>
    </inkml:brush>
  </inkml:definitions>
  <inkml:trace contextRef="#ctx0" brushRef="#br0">16551 4952 560 0,'0'0'111'0,"0"0"19"0,0 0-47 0,0 0 11 0,0 0-24 16,0 0 7-16,0 0-37 15,0 0-10-15,-72 0 20 16,72 0-14-16,0 0-2 16,0 0-20-16,0 0-2 15,0 0-4-15,0 0 3 16,0 0-11-16,0 0-1 15,24 0 1-15,36 0 9 16,20 0-2-16,35 0-4 0,16 0 3 16,21 0-5-16,-1 0 0 15,12 0-1-15,5 10 0 16,-5 2 1-16,-4-1-1 16,-4-2 4-16,-7-4-4 15,-5 6 0-15,-16-2 1 16,-11 1-2-16,-21 1 2 15,9 7-1-15,-20-6 2 16,-1-1 0-16,-15-1 0 16,-12 0 6-16,-21-6-6 15,-7 3 7-15,-8-6 12 16,-4-1-4-16,-8 0-7 16,-8 0-1-16,0 0-6 0,0 0 3 15,0 0-2-15,0 0-1 16,0 0-3-16,0 0-28 15,-8 0-113-15,-52 0-189 16</inkml:trace>
  <inkml:trace contextRef="#ctx0" brushRef="#br0" timeOffset="20379.66">13688 10674 649 0,'0'0'189'0,"0"0"-78"0,0 0-1 0,0 0-80 0,0 0 4 0,0 0-9 15,0 0-17-15,0 0-1 16,0 0-7-16,-12 31 2 16,24-2 7-16,12-3-6 15,-4-1 4-15,4-6-2 16,-8-7 3-16,-4-5-7 16,8-7 10-16,-8 0-6 15,12 0 16-15,19-12 22 16,29-30 5-16,32-18-42 15,27-15-4-15,20-3-2 16,24-8-27-16,1-2-154 16,-13-1-327-16</inkml:trace>
  <inkml:trace contextRef="#ctx0" brushRef="#br0" timeOffset="26212.51">14903 13384 292 0,'0'0'614'0,"0"0"-534"0,0 0-5 0,0 0-31 0,0 0 20 0,0 0 11 0,0 0 0 16,-60 20-37-16,60-16 9 15,0-4-13-15,0 0 0 16,0 0-15-16,0 0-1 15,0 0-3-15,0 0-8 16,0 0-6-16,16 0-1 16,59 0 2-16,21 0 4 15,20-4-2-15,15-8-8 16,8-1 0-16,5 4-29 16,7-8-39-16,8 2-23 15,-8-2-37-15,-19-2-58 16,-5-1-252-16</inkml:trace>
  <inkml:trace contextRef="#ctx0" brushRef="#br0" timeOffset="27280.9">21679 13411 631 0,'0'0'216'0,"0"0"-150"0,0 0 37 0,0 0-84 0,0 0 16 15,0 0 25-15,-36 4-29 16,36-4-11-16,0 0-9 15,0 0 0-15,12 0-11 0,60 0 9 16,44-4-1 0,47-18 0-16,24-4-6 0,12 1-1 15,8 6 4-15,-8 2-5 16,-12 5 0-16,0 3-3 16,-31-2 6-16,-17 2-6 15,-24 4 4-15,-23-2-2 16,-32 7 2-16,-24-4 1 15,-13 4-1-15,-3 0-2 16,-20 0-3-16,0 0 2 16,0 0-19-16,0 0-50 15,0 0-100-15,0 0-171 0</inkml:trace>
  <inkml:trace contextRef="#ctx0" brushRef="#br0" timeOffset="28479.48">6107 14203 857 0,'0'0'84'0,"0"0"-82"0,0 0-2 16,0 0 0-16,0 0 5 0,0 0 43 0,231 23-15 16,-115-23-31-16,15 0 0 15,8 0-2-15,1-6-52 16,11-12-223-16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7-29T06:24:20.742"/>
    </inkml:context>
    <inkml:brush xml:id="br0">
      <inkml:brushProperty name="width" value="0.05292" units="cm"/>
      <inkml:brushProperty name="height" value="0.05292" units="cm"/>
      <inkml:brushProperty name="color" value="#FF0000"/>
    </inkml:brush>
  </inkml:definitions>
  <inkml:trace contextRef="#ctx0" brushRef="#br0">6502 11308 163 0,'0'0'61'0,"0"0"53"16,0 0-67-16,0 0-9 0,0 0-8 0,386-20 5 16,-303 19-21-16,9-3 5 15,0 4-8-15,-9 0 5 16,1 0 3-16,-5 0-7 16,-7 0 1-16,-4 0 8 15,-9 0 0-15,-3 4-4 16,-8-4 4-16,-12 0-1 0,12 0-5 15,-25 0-3-15,-3 0-4 16,-8 0-6-16,-8 0-2 16,-4 0 0-16,0 0 2 15,0 0-1-15,0 0-1 16,0 0-102-16,-24 0-343 16</inkml:trace>
  <inkml:trace contextRef="#ctx0" brushRef="#br0" timeOffset="666.4">3742 12398 410 0,'0'0'51'0,"0"0"-43"0,0 0 34 0,0 0-27 0,0 0 31 15,0 0-23-15,375 4-5 0,-280-4-16 16,9 0 4 0,3 0 8-16,9 0-14 0,-9 0-1 15,21 0 1-15,-1 0 0 16,-12-11-17-16,-7 6-151 15</inkml:trace>
  <inkml:trace contextRef="#ctx0" brushRef="#br0" timeOffset="1500.4">9332 12585 346 0,'0'0'341'0,"0"0"-288"0,0 0-43 0,0 0-10 0,0 0 0 0,0 0 39 15,207 2-12-15,-99-2-27 0,7 0 1 16,1 0-7-16,11-7-96 16,-19-8-58-16</inkml:trace>
  <inkml:trace contextRef="#ctx0" brushRef="#br0" timeOffset="18383.5">6394 15877 656 0,'0'0'162'16,"0"0"-73"-16,0 0-11 0,0 0-21 0,0 0 19 0,0 0-23 0,0 0-27 0,0 0-4 16,12 0-13-16,-12 0 1 15,0 0-9-15,0 0 2 16,0 0-3-16,0 0-3 0,12 7-4 15,0 3 6-15,0-1 2 16,-8-3 0-16,4-2 0 16,4-4 0-16,-8 0 4 15,28 0 3-15,27-41 3 16,33-26-11-16,39-15-9 16,17-14-151-16,7-15-274 15</inkml:trace>
  <inkml:trace contextRef="#ctx0" brushRef="#br0" timeOffset="19455.86">9607 16124 630 0,'0'0'109'0,"0"0"17"0,0 0-63 0,0 0 25 0,0 0-11 0,0 0-19 16,-8-27-28-16,8 27 2 15,0 0-16-15,0 0-2 16,0 0-5-16,0 0-6 16,0 0-3-16,0 0-3 15,0 17 2-15,0 7 1 16,0 2 12-16,12-1-6 16,8-3-6-16,-4-8 1 0,-4-6 0 15,8-5 17 1,-8-3-14-16,12 0 13 0,23-15 1 15,37-50 1-15,28-18-19 16,7-19-7-16,24-4-70 16,17-3-77-16,-9-8-247 15</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7-29T06:25:51.059"/>
    </inkml:context>
    <inkml:brush xml:id="br0">
      <inkml:brushProperty name="width" value="0.05292" units="cm"/>
      <inkml:brushProperty name="height" value="0.05292" units="cm"/>
      <inkml:brushProperty name="color" value="#FF0000"/>
    </inkml:brush>
  </inkml:definitions>
  <inkml:trace contextRef="#ctx0" brushRef="#br0">30510 13521 1082 0,'0'0'105'0,"0"0"15"0,0 0-71 0,0 0-10 0,0 0-2 16,0 0-15-16,0 0 6 15,0 0 9-15,48 156-13 16,0-98-14-16,-16-11 6 16,-4-8-14-16,-4-12 7 0,-5-11-3 15,5-12-5 1,20-4 0-16,28-44 6 0,55-61 0 15,72-46-7-15,60-33-21 16,60-15-203-16,7 3-259 16</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7-29T06:27:53.751"/>
    </inkml:context>
    <inkml:brush xml:id="br0">
      <inkml:brushProperty name="width" value="0.05292" units="cm"/>
      <inkml:brushProperty name="height" value="0.05292" units="cm"/>
      <inkml:brushProperty name="color" value="#FF0000"/>
    </inkml:brush>
  </inkml:definitions>
  <inkml:trace contextRef="#ctx0" brushRef="#br0">1429 5367 473 0,'0'0'572'0,"0"0"-431"0,0 0 6 0,0 0-48 0,0 0-32 16,0 0-31-16,0 0-9 15,0 0-17-15,-56 7-10 16,56 8 0-16,0 3 6 15,24 1 9-15,8-10-11 16,-8-5 10-16,0-4-12 0,24 0 9 16,47-32-3-1,33-32 4-15,23-18-12 0,0-6-12 16,4 11-75 0,-15 0-84-16,-13 10-88 0,-23 3-201 15</inkml:trace>
  <inkml:trace contextRef="#ctx0" brushRef="#br0" timeOffset="879.68">430 8578 726 0,'0'0'104'0,"0"0"-104"0,0 0 1 0,0 0 23 0,0 0 15 0,0 0 26 15,123 64-28-15,-99-64-9 16,12 0 20-16,0 0-11 16,11-26 7-16,21-19-7 15,4-9-22-15,31-7-15 16,5-7-10-16,19 3-9 16,-11 13-150-16,-21-2-261 0</inkml:trace>
  <inkml:trace contextRef="#ctx0" brushRef="#br0" timeOffset="1597.23">1337 12493 811 0,'0'0'115'0,"0"0"-56"0,0 0 16 0,0 0-44 0,0 0-18 0,0 0 23 16,0-40-15-16,48 13-16 15,20-4 5-15,-8-12-1 16,11-3-9-16,13-5 0 16,7-6 0-16,5 9-60 15,-28 7-204-15,-13 13-561 16</inkml:trace>
  <inkml:trace contextRef="#ctx0" brushRef="#br0" timeOffset="2080.06">1608 15754 1089 0,'0'0'126'0,"0"0"-126"0,0 0-1 0,0 0 0 0,0 0 1 15,0 0 1-15,187-111 1 0,-71 54 2 16,15-8-4-16,-7 3-99 16,-29 0-172-16,-23-1-530 15</inkml:trace>
  <inkml:trace contextRef="#ctx0" brushRef="#br0" timeOffset="7855.46">5920 6808 881 0,'0'0'46'0,"0"0"33"0,0 0-10 0,0 0-24 16,0 0-13-16,0 0 6 16,0 0-33-16,0 0-2 15,-24 79-3-15,36-54 16 16,0-5 9-16,8-3-9 15,-8-7-5-15,0-6-10 16,0-4 12-16,36 0-8 0,43-31 8 16,41-42-1-1,51-24-12-15,20-20-62 0,8 3-131 16,-28 9-266-16</inkml:trace>
  <inkml:trace contextRef="#ctx0" brushRef="#br0" timeOffset="8755.61">8886 6993 645 0,'0'0'199'0,"0"0"-119"0,0 0-40 0,0 0-25 0,0 0-7 0,0 0-6 15,8 49 11-15,8-30-10 16,4-5 44-16,-8-4-21 15,0-3-9-15,-8-7 16 16,4 0-8-16,-8 0 3 16,16 0 2-16,16-9 5 15,40-36-20-15,19-17-14 16,41-18-2-16,7-9-21 16,20 3-88-16,-16-1-118 0,9 6-211 15</inkml:trace>
  <inkml:trace contextRef="#ctx0" brushRef="#br0" timeOffset="81433.24">16810 13753 660 0,'0'0'44'0,"0"0"61"0,0 0-59 0,0 0-19 16,0 0-19-16,0 0 1 0,0 0 0 15,135-12 22-15,-99 12-2 16,-12 12-6-16,0 5 23 15,-12-1-33-15,8-1 26 16,-8 1-10-16,0-3-27 16,-8-4 10-16,7-9 14 15,1 0-8-15,-4 0 2 16,8 0 11-16,16-9 28 0,4-29-22 16,36-16-30-1,7-10-7-15,5-5-2 0,7-2-1 16,5 2-27-1,8 2-77-15,3 2-132 0,-15 10-158 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7-29T06:29:38.717"/>
    </inkml:context>
    <inkml:brush xml:id="br0">
      <inkml:brushProperty name="width" value="0.05292" units="cm"/>
      <inkml:brushProperty name="height" value="0.05292" units="cm"/>
      <inkml:brushProperty name="color" value="#FF0000"/>
    </inkml:brush>
  </inkml:definitions>
  <inkml:trace contextRef="#ctx0" brushRef="#br0">3034 6642 437 0,'0'0'129'0,"0"0"-93"0,0 0-7 0,0 0-11 0,0 0 81 0,0 0-39 0,0 0-43 16,0 0 27-16,151 97-14 16,-115-64 29-16,-12-1-28 15,-4 2 5-15,-5 2-5 16,5-5 10-16,-8-5-22 16,12-8-5-16,-12-8 13 15,0-6 7-15,8-4 7 16,8 0 9-16,28-42 5 15,27-20-35-15,21-12-19 16,15-6 1-16,9 0-2 16,11 8-59-16,0 0-75 15,5 12-104-15,-21 5-164 0</inkml:trace>
  <inkml:trace contextRef="#ctx0" brushRef="#br0" timeOffset="833.53">2568 9571 603 0,'0'0'240'0,"0"0"-183"0,0 0-5 0,0 0-47 0,0 0-2 0,0 0 19 16,-12 59 30-16,32-27-12 15,-8 8-1-15,12 2-7 16,-1-7 3-16,1-6-16 16,-12-12-12-16,8-9 17 15,-4-6-9-15,4-2 8 16,4 0 4-16,0 0-5 16,43-20 7-16,17-21-16 0,12-14-3 15,19-13-9 1,-7-3-1-16,7 3-16 0,1 1-75 15,15 1-71-15,-28-1-232 16</inkml:trace>
  <inkml:trace contextRef="#ctx0" brushRef="#br0" timeOffset="1767.65">2986 12403 905 0,'0'0'88'0,"0"0"-86"0,0 0 6 0,0 0 13 0,0 0-20 0,0 0 54 15,0 68 28-15,0-62-51 16,12 1-7-16,0-4-10 16,-4-3 18-16,-4 0 15 15,4 0-13-15,8 0 9 16,27-19-8-16,17-23 7 15,24-12-34-15,7-7-9 0,5 5-1 16,-17 2-6-16,5 3-20 16,-4 4-90-16,15-2-46 15,-15 12-113-15,-12-1-222 16</inkml:trace>
  <inkml:trace contextRef="#ctx0" brushRef="#br0" timeOffset="2684.45">2671 15119 797 0,'0'0'199'0,"0"0"-94"0,0 0-20 0,0 0-6 0,0 0-35 0,0 0-24 0,-36-10-7 15,36 10-4-15,0 0-3 16,0 10-3-16,0 12 26 15,44-1-3-15,-20 1 1 16,0-8-9-16,-8-5-18 16,4-9 4-16,4 0 0 15,24 0 3-15,23-31 2 16,21-36-7-16,35-23 2 16,5-12-4-16,7-4-39 15,0-2-76-15,-11 0-75 0,-9 11-294 16</inkml:trace>
  <inkml:trace contextRef="#ctx0" brushRef="#br0" timeOffset="64280.7">24586 13116 496 0,'0'0'55'0,"0"0"7"0,0 0-44 0,0 0 6 16,0 0 15-16,0 0 8 0,0 0-28 0,0 0-7 0,0 0 12 16,52 18-9-16,-33-7 2 15,-7-2-5-15,0 0 2 16,-12-4-2-16,12-5 5 15,0 4-4-15,-4-4 9 16,4 0 22-16,16 0 3 16,28-5 2-16,35-30-32 15,29-13-7-15,11-13-10 0,9-2-5 16,-1-5-49 0,-24-4-175-16</inkml:trace>
  <inkml:trace contextRef="#ctx0" brushRef="#br0" timeOffset="71169.55">13696 15977 618 0,'0'0'53'0,"0"0"33"0,0 0-62 0,0 0 25 0,0 0-5 0,0 0 2 16,0 0-12-16,0 2-16 15,0 5-17-15,0 2 0 16,4 1 0-16,16 7 9 0,-4 0 21 16,4-1-17-16,-8 2 4 15,4-1-1 1,-8-1-16-16,4-3 6 0,0-4-5 15,0-5 9-15,-12-4 0 16,12 0-3-16,7 0 24 16,21-32 23-16,20-18-17 15,28-18-37-15,7-11-1 16,9-13-9-16,3 0-24 16,21-6-70-16,-13 2-146 15,-19 0-231-15</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7-29T06:31:24.955"/>
    </inkml:context>
    <inkml:brush xml:id="br0">
      <inkml:brushProperty name="width" value="0.05292" units="cm"/>
      <inkml:brushProperty name="height" value="0.05292" units="cm"/>
      <inkml:brushProperty name="color" value="#FF0000"/>
    </inkml:brush>
  </inkml:definitions>
  <inkml:trace contextRef="#ctx0" brushRef="#br0">13079 9670 277 0,'0'0'404'16,"0"0"-317"-16,0 0-19 0,0 0-43 0,0 0-4 0,0 0 22 0,0 0-8 0,-48 12-23 15,108-12-7-15,59 0 27 16,45 0 21-16,35 0-36 15,32-5-2-15,35-10-10 16,5 8-1-16,12-6 4 16,8 1-7-16,-1-1 7 15,-7 0-6-15,-24-3 16 16,-40-1-9-16,-44 2 2 16,-68-2-9-16,-51 12 5 15,-32-1-6-15,-24 3 12 0,0 3-1 16,0-5-9-16,0 5-2 15,0-1-1-15,0 1-3 16,0 0-86-16,0 0-140 16,12 0-171-16</inkml:trace>
  <inkml:trace contextRef="#ctx0" brushRef="#br0" timeOffset="1002.82">21305 9918 800 0,'0'0'54'0,"0"0"-36"0,0 0 50 15,0 0-11-15,0 0-4 0,0 0 34 16,-68 3-55-16,92-3-15 0,64 0-11 16,43 0 19-1,68 0 19-15,36 0-25 0,20-14-12 16,24 0 2-16,-9 1-9 16,-23 0 1-16,-24 2 1 15,-28 7-2-15,-31-1-3 16,-33 4 0-16,-27 1 6 15,-33 0-7-15,-23 0-2 16,-16 0-58-16,-8 0-91 16,-12 0-149-16,-12 0-343 15</inkml:trace>
  <inkml:trace contextRef="#ctx0" brushRef="#br0" timeOffset="13734.45">4001 12484 515 0,'0'0'127'0,"0"0"-17"0,0 0-34 0,0 0 37 0,0 0-38 0,0 0-13 16,0 0-28-16,-48-13-20 15,48 13-14-15,0 0 9 16,0 0-8-16,16 0 0 16,40 0 28-16,24 0 7 15,3 0-14-15,9 0-8 16,3 3-1-16,21 0-3 16,-9-3-9-16,21 3 3 15,-1-3 1-15,1 0-1 0,-9 0-2 16,8 0 5-16,-11 0-5 15,3 7-2-15,21-3 5 16,-9-1-5-16,28 5 0 16,-7-5-4-16,3-3 4 15,-4 0 0-15,1 0 4 16,-1 0-4-16,-8 0-3 16,4 0 1-16,-3-3 3 15,19-6-1-15,0 3 2 16,1-1-2-16,11 1 0 15,0 0 0-15,12 0 4 16,12-2-4-16,0 3 0 16,0-2 1-16,0 1-1 15,-11 6 0-15,-1 0 0 0,-4 0 2 16,-28 0 1 0,-4 0-3-16,-11 0 6 0,-1 0-6 15,16 0 5-15,9 0-4 16,19 0 5-16,-4 0-1 15,16 0-5-15,-8 0 0 16,-12 0 3-16,1 0-3 16,-13 0-2-16,-8 0 2 15,8 0 0-15,1 0 4 16,11-4-3-16,0-2 4 16,0 3-2-16,0-3 4 15,-3 6-4-15,-17-5-1 16,20 5-2-16,-12 0 1 0,0 0 2 15,-11 0-1-15,3 0-1 16,-16-1 0-16,-23 1 1 16,-9-3 4-16,-27 3 3 15,-20-5-3-15,-24 4 8 16,-17 1 3-16,-7-4 11 16,-12 4 6-16,0 0 3 15,0 0-19-15,0 0-2 16,0 0-15-16,0 0-2 15,0 0-14-15,0 0-96 16,-71 0-102-16,-9 0-327 16</inkml:trace>
  <inkml:trace contextRef="#ctx0" brushRef="#br0" timeOffset="15199.38">18848 12242 673 0,'0'0'104'0,"0"0"-19"0,0 0 12 0,0 0-40 0,0 0 12 16,0 0-10-16,-115 10-35 15,115-10-9-15,0 0-2 16,0 0-3-16,16 3-2 16,71 4-5-16,45-1 19 15,43 3 32-15,36-7-38 16,24 5-8-16,20-4 6 16,27-3-10-16,-3 0 7 15,-8 0-9-15,-28 0-2 16,-56 0 0-16,-32 0 7 0,-55 0-7 15,-41 0-1 1,-23 0-3-16,-36 0 4 0,0 0 8 16,12 0 18-16,-12 0 12 15,0 0-16-15,0 0-6 16,0 0-13-16,0 0 0 16,0 0-3-16,0 0-43 15,12 0-84-15,-12 0-137 16,12-3-605-16</inkml:trace>
  <inkml:trace contextRef="#ctx0" brushRef="#br0" timeOffset="19065.36">7545 13316 678 0,'0'0'119'0,"0"0"-16"0,0 0 9 0,0 0-48 0,0 0-26 16,0 0-18-16,0 0-16 16,20 0-4-16,59 0 19 15,9 5-2-15,11 2 4 16,-3-3-13-16,7-3-8 15,-7 4 1-15,-12-5 3 16,-17 0-3-16,-19 0 2 16,0 0-1-16,-16 0 6 0,-16 0-1 15,4 0 2 1,-9 0-9-16,-11 0-3 0,12 0-5 16,-12 0-72-16,0 0-164 15,0 0-252-15</inkml:trace>
  <inkml:trace contextRef="#ctx0" brushRef="#br0" timeOffset="20816.46">12239 13537 748 0,'0'0'153'0,"0"0"-75"0,0 0 55 0,0 0-90 0,0 0 7 15,0 0-12-15,-48 0-17 16,60 0-11-16,56 0-5 0,19 0 0 15,25 0-1-15,7 0-2 16,1 0 2-16,3 0-2 16,-3 0 0-16,-5 0-2 15,-23 0 0-15,-17 0-1 16,-19 0 1-16,0 0-13 16,-8 0-29-16,-1-3-66 15,-11-4-145-15,0-4-225 16</inkml:trace>
  <inkml:trace contextRef="#ctx0" brushRef="#br0" timeOffset="23199.81">15229 13636 732 0,'0'0'65'0,"0"0"-17"0,0 0 40 0,0 0-20 15,0 0-48-15,0 0 2 16,0 0-14-16,108 0-6 0,-5 0 1 16,25 0 7-1,11-7-15-15,0-5 5 0,5 0 0 16,-5 2-2-16,-12 3-13 16,-7 4-105-16,-17 1-56 15,-7-3-97-15</inkml:trace>
  <inkml:trace contextRef="#ctx0" brushRef="#br0" timeOffset="24082.24">17960 13636 651 0,'0'0'132'0,"0"0"-62"0,0 0-34 0,0 0 27 0,0 0 3 16,0 0-29-16,48 0-31 15,36-9-1-15,35-1-5 16,9 2 4-16,-1 7-8 16,13 1 2-16,-1 0-29 15,-12 0-108-15,-19 0-66 16,-29 0-129-16</inkml:trace>
  <inkml:trace contextRef="#ctx0" brushRef="#br0" timeOffset="25165.49">23662 13461 679 0,'0'0'93'0,"0"0"-12"0,0 0 9 0,0 0-16 0,0 0 11 15,0 0-13-15,-44 0-31 16,44 0-12-16,0 0-9 0,0 0-19 16,0 0-1-16,72 0 0 15,43-6 4-15,37-6 7 16,23-5-3-16,12 2-8 15,0-4 0-15,-12 6 0 16,-11 4-1-16,-9 2-6 16,-16 7-3-16,-15 0-14 15,-29 0-28-15,-15 0-53 16,-20 0-72-16,-25 0-85 16,-11 0-329-16</inkml:trace>
  <inkml:trace contextRef="#ctx0" brushRef="#br0" timeOffset="30837.78">13023 13449 687 0,'0'0'77'0,"0"0"-15"0,0 0-7 0,0 0 2 0,0 0 7 0,0 0-23 0,0 0-13 16,0-23 3-16,0 23-11 16,0 0 3-16,0 0-14 15,0 0 2-15,0 0-9 16,0 0-1-16,8 0-1 16,8 4-4-16,8 10 4 15,-4 8 2-15,4-2 4 16,-12-3-4-16,12-3 2 0,-12-4 2 15,8 4-3-15,-8-5 3 16,-1-2-3-16,-7 2-3 16,4-7 2-16,4-2 4 15,-8 0-3-15,4 0 10 16,-4 0 19-16,16-2 15 16,40-32-15-16,24-26-22 15,39-11-10-15,8-11-12 16,21-1-82-16,-1 10-73 15,-12 6-267-15</inkml:trace>
  <inkml:trace contextRef="#ctx0" brushRef="#br0" timeOffset="32200.01">15556 13379 487 0,'0'0'222'0,"0"0"-146"0,0 0 29 0,0 0-11 0,0 0-8 0,0 0-1 15,0-47-35 1,0 43-22-16,0 4 3 0,0 0-10 16,0 0-15-16,0 0-6 15,0 0-2-15,0 0-3 16,0 0 5-16,12 0-5 15,0 0 5-15,11 0-2 16,1 0 2-16,8 0 0 16,-16 0 1-16,4 0 1 15,-4 0 3-15,4 0-5 16,4 0 4-16,12-16 4 16,19-14-5-16,21-11-3 15,23-11 0-15,21-9-26 0,31-2-129 16,-7-4-203-16</inkml:trace>
  <inkml:trace contextRef="#ctx0" brushRef="#br0" timeOffset="34968.73">18255 13466 744 0,'0'0'76'0,"0"0"-39"0,0 0 8 16,0 0-26-16,0 0-10 0,0 0-9 0,0 0 2 15,84 24 17-15,-60 7-7 16,-4-2-4-16,-9-7 8 16,1-6 7-16,0-3-6 15,-12-6-11-15,12-7 2 16,-12 0 3-16,12 0 18 16,0 0 18-16,20-7-9 15,28-33 5-15,23-26-39 16,49-6-4-16,19-18-26 15,8 2-89-15,-7-3-193 16</inkml:trace>
  <inkml:trace contextRef="#ctx0" brushRef="#br0" timeOffset="43549.15">19410 16276 850 0,'0'0'89'0,"0"0"-11"16,0 0 21-16,0 0-26 0,0 0-6 0,0 0-7 0,0 0-22 16,-44 0-19-16,44 0-11 15,0 0-3-15,0 0-1 16,0 0-4-16,0 0 0 16,0 8-4-16,0 6 3 15,0 3 1-15,0 3 1 16,12-7 4-16,0-6-5 15,8-5 1-15,4-2 3 16,12 0 1-16,35-2-1 16,33-40 14-16,47-24-4 0,24-8-14 15,28-11-2 1,16 2-60-16,-8 4-156 0,0-1-265 16</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7-29T06:32:38.654"/>
    </inkml:context>
    <inkml:brush xml:id="br0">
      <inkml:brushProperty name="width" value="0.05292" units="cm"/>
      <inkml:brushProperty name="height" value="0.05292" units="cm"/>
      <inkml:brushProperty name="color" value="#FF0000"/>
    </inkml:brush>
  </inkml:definitions>
  <inkml:trace contextRef="#ctx0" brushRef="#br0">8194 4896 630 0,'0'0'73'0,"0"0"75"0,0 0 35 0,0 0-85 0,0 0-47 0,0 0 3 16,0 0-20-16,-32-13-33 15,32 13 1-15,48 0 3 0,31 0 31 16,29 4-13 0,19 1-15-16,24-1 0 0,13 2 0 15,-1 0-3-15,12-3-1 16,-12 3-3-16,-11-2 4 15,-21-4-1-15,-27 0-7 16,-21 0 6-16,-15 0-2 16,-20 0 0-16,-24 0 1 15,-12 0 0-15,-5 0-2 16,-7 0 5-16,0 0-3 16,0 0-2-16,0 0-12 15,0 0-82-15,0 0-162 0,0 0-413 16</inkml:trace>
  <inkml:trace contextRef="#ctx0" brushRef="#br0" timeOffset="950.32">12657 4921 658 0,'0'0'110'0,"0"0"-52"0,0 0-9 0,0 0-5 0,0 0 27 0,0 0-31 0,108 10 32 16,-13-10-21-16,17 0-10 15,7 0-16-15,12 0-6 16,5 0 5-16,-17 0-17 16,1 0 4-16,-9 3-7 15,-3-3 5-15,-17 0-4 16,-19 0-2-16,-12 0-1 15,-13 2-1-15,-15-2 0 16,-16 0 0-16,-8 3-1 16,-8 1-48-16,0 0-93 15,0-3-123-15,-56-1-133 16</inkml:trace>
  <inkml:trace contextRef="#ctx0" brushRef="#br0" timeOffset="1900.09">5801 5613 627 0,'0'0'176'0,"0"0"-13"0,0 0-55 0,0 0-14 0,0 0-41 0,0 0-24 0,-60 10-7 15,72-10-19-15,48 0 0 16,35 0 15-16,21 1-9 16,23-1 4-16,0 0-9 15,-11 0-4-15,-9 0 1 16,-11 0 4-16,-29-5-7 16,5-1 4-16,-28 3-3 15,-8-5 2-15,-17 8-2 16,-7-1-19-16,-12 1-70 15,0 0-51-15,-8-4-201 16</inkml:trace>
  <inkml:trace contextRef="#ctx0" brushRef="#br0" timeOffset="3866.54">3312 7214 600 0,'0'0'57'0,"0"0"99"0,0 0-75 0,0 0 23 0,0 0-29 0,0 0-42 16,0 0-13-16,0 0-18 16,48 22-2-16,68-22 7 15,27-8-2-15,8-4-5 16,20-1-1-16,-3 4 1 15,-5 0 6-15,-24 0-6 0,-19 1 2 16,-29 5 5-16,-31-5-7 16,-16 7 0-16,-20 1-2 15,-24 0 2-15,12 0 0 16,-12-2 4-16,0-2-4 16,0 4-3-16,0 0-135 15,12 0-256-15</inkml:trace>
  <inkml:trace contextRef="#ctx0" brushRef="#br0" timeOffset="4817.47">8138 6940 469 0,'0'0'365'0,"0"0"-320"0,0 0 63 0,0 0-55 0,0 0 2 0,0 0-32 0,60 25 13 15,55-25-17 1,24 0 12-16,37 0-1 0,23 0-18 16,0-6-11-16,0-6-1 15,-24-3 12-15,-36 10-10 16,-35-1 0-16,-44 6 0 15,-24 0-2-15,-13 0 0 16,-23 0-3-16,12 0-34 16,-12 0-77-16,0-7-176 15,0-2-470-15</inkml:trace>
  <inkml:trace contextRef="#ctx0" brushRef="#br0" timeOffset="9000.64">7170 8331 673 0,'0'0'64'0,"0"0"-6"0,0 0 44 0,0 0-54 0,0 0-24 0,0 0 11 16,0 0-17-16,32 16 1 15,96-16 15-15,39 0-23 16,16 0-11-16,8 0 0 16,-4 0 9-16,-15-10-8 15,-21 4 0-15,-32-3-1 16,-15 2 0-16,-33 1-2 16,-15-1-5-16,-16 4-9 15,-8-4-41-15,-8 1-107 16,0 0-110-16</inkml:trace>
  <inkml:trace contextRef="#ctx0" brushRef="#br0" timeOffset="9583.15">11598 8271 630 0,'0'0'162'0,"0"0"-86"0,0 0-42 0,0 0 5 15,0 0 23-15,0 0-44 16,231 0-6-16,-124 0-7 16,21 0-4-16,-1 0-1 15,13 0-5-15,-1 0-19 0,-20-4-214 16,1 1-192-16</inkml:trace>
  <inkml:trace contextRef="#ctx0" brushRef="#br0" timeOffset="9983.26">15683 8135 801 0,'0'0'110'15,"0"0"21"-15,0 0-80 16,0 0 14-16,0 0-27 16,0 0-13-16,-36 0-6 15,108 0-17-15,43 0-2 16,41-17 0-16,31-8 0 16,20 2-48-16,8-5-99 0,-4-4-251 15</inkml:trace>
  <inkml:trace contextRef="#ctx0" brushRef="#br0" timeOffset="10233.43">18454 7959 398 0,'0'0'670'16,"0"0"-641"-16,0 0-11 0,0 0-17 16,0 0 16-16,0 0 38 15,0 3-45-15,44-3-2 16,-8 0-4-16,4 0-4 16,3 0-83-16,-7 0-217 15</inkml:trace>
  <inkml:trace contextRef="#ctx0" brushRef="#br0" timeOffset="14866.79">5486 10521 701 0,'0'0'126'0,"0"0"-74"16,0 0-10-16,0 0 15 0,0 0-14 0,0 0-24 0,0 0-19 15,0 0-1-15,0 7-7 16,0 5 8-16,12 4 0 15,0 0 21-15,0 1-17 16,0-11 12-16,-4-1-12 16,-4-5 6-16,4 0 6 15,4 0 0-15,12 0 5 0,24-24 6 16,23-18-24 0,21-19-3-16,11-8-43 15,5 0-195-15,7-8-330 16</inkml:trace>
  <inkml:trace contextRef="#ctx0" brushRef="#br0" timeOffset="48136.67">16153 16204 680 0,'0'0'106'0,"0"0"-80"0,0 0-26 0,0 0 0 0,0 0 10 0,0 0-10 15,0 0 2-15,0 0-6 16,314-162-139-16,-254 120-364 15</inkml:trace>
  <inkml:trace contextRef="#ctx0" brushRef="#br0" timeOffset="51955.46">12565 17786 98 0,'0'0'713'0,"0"0"-619"0,0 0 26 0,0 0-77 16,0 0 39-16,0 0-25 0,0 0-17 16,0 0-25-16,0 0-9 15,0 0-6-15,0 0-1 16,0 0-3-16,24 5 4 16,0 9 0-16,0-2 0 15,0 5 1-15,-4-5-1 16,-4-2 4-16,-4 0-9 15,8-10 5-15,-8 0 0 16,23 0-1-16,33-16 2 16,16-34-2-16,35-18-3 15,9-18-63-15,11-4-38 16,0-7-154-16,5-4-350 0</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7-29T06:33:46.957"/>
    </inkml:context>
    <inkml:brush xml:id="br0">
      <inkml:brushProperty name="width" value="0.05292" units="cm"/>
      <inkml:brushProperty name="height" value="0.05292" units="cm"/>
      <inkml:brushProperty name="color" value="#FF0000"/>
    </inkml:brush>
  </inkml:definitions>
  <inkml:trace contextRef="#ctx0" brushRef="#br0">5462 6587 628 0,'0'0'117'0,"0"0"-70"0,0 0 23 0,0 0 14 0,0 0-5 16,0 0 7-16,0 0-37 16,0 0-27-16,-107 35-2 15,107-35-11-15,0 0 4 16,0 0-5-16,52 0-8 15,47 0 12-15,44 0 21 16,33 0-19-16,23 0-13 16,20 0 5-16,-8 0-6 0,-24 3-1 15,-20 1-4-15,-32-1 5 16,-39-1 0-16,-16 2 2 16,-44-4-2-16,-21 0 0 15,-7 0 0-15,-8 0 5 16,0 0 0-16,0 0-2 15,0 0 5-15,0 0-7 16,0 0-1-16,0 0-50 16,0 0-127-16,-20 0-313 15</inkml:trace>
  <inkml:trace contextRef="#ctx0" brushRef="#br0" timeOffset="4797.68">19621 6407 813 0,'0'0'120'0,"0"0"-15"0,0 0-31 0,0 0-8 0,0 0-2 0,0 0-6 16,0 0-33-16,-12 4-15 15,12-4-10-15,4 0 0 16,52 0 1-16,15 0 1 16,25 0 0-16,7 0 6 15,1 0-5-15,-1 0-3 16,-19 0 0-16,-4 0 3 0,-29 0-2 15,-7 0-1 1,-32 0 2-16,12 0-2 0,-16 0 0 16,-4 0-8-16,-4 0 8 15,0 0-2-15,0 2-36 16,0 6-79-16,0 2-157 16,0 4-77-16</inkml:trace>
  <inkml:trace contextRef="#ctx0" brushRef="#br0" timeOffset="13246.97">5168 9243 726 0,'0'0'120'0,"0"0"-88"0,0 0 49 0,0 0 2 0,0 0 11 16,0 0-46-16,0 0-33 16,-32 18-15-16,32-16 0 15,0 2 0-15,44-1 3 16,15-3 5-16,13 0 2 15,24 0-8-15,3 0 10 16,9 0-7-16,11 0 1 16,8 0-5-16,1 0-1 15,-13-3 2-15,-19-1 0 16,-16 4-2-16,-21-2-9 16,-11-1 9-16,-16 3 0 0,-16-5 0 15,-8 4 0-15,-4 1-1 16,-4 0 1-16,0 0-15 15,0 0-36-15,0 0-90 16,0 0-96-16,-24 0-485 16</inkml:trace>
  <inkml:trace contextRef="#ctx0" brushRef="#br0" timeOffset="29280.73">20580 8918 793 0,'0'0'192'0,"0"0"-79"0,0 0 42 0,0 0-87 0,0 0-2 15,0 0-4-15,0 0-21 16,-35-25-22-16,35 25-8 16,0 0-11-16,0 0-5 0,0 6 0 15,0 21-3-15,0 12 8 16,11 0 3-16,13-1-3 16,-12-10-1-16,0-5 1 15,0-11 2-15,0-8-2 16,-4-4 1-16,8 0 2 15,20 0 5-15,32-33 9 16,39-20-9-16,28-17-8 16,9-8-2-16,7 3-43 15,12 0-87-15,-7-1-115 0,3 2-287 16</inkml:trace>
  <inkml:trace contextRef="#ctx0" brushRef="#br0" timeOffset="40913.8">26875 7937 749 0,'0'0'99'0,"0"0"6"0,0 0-54 0,0 0 12 0,0 0-1 15,0 0-24-15,0 0-24 16,0 0 2-16,163 0-2 16,-19 0 23-16,19-6-18 15,0-4-7-15,1 1-11 16,-9-1 0-16,-8 2 1 15,-15 0-2-15,-17-1 3 16,-19 2-2-16,-29 0-1 16,-7 5-9-16,-24 2-30 15,-16 0-43-15,-4 0-74 16,-16 0-69-16,0 0-37 16</inkml:trace>
  <inkml:trace contextRef="#ctx0" brushRef="#br0" timeOffset="41480.61">27226 8626 552 0,'0'0'96'0,"0"0"77"16,0 0-64-16,0 0-8 0,0 0 7 0,0 0-59 0,-56 0-9 15,56 0-26-15,0 0-4 16,0 0-5-16,56 0-4 16,31 0 0-16,29 0 1 15,19 0-1-15,-4 0 4 16,9 0-10-16,-13 0-10 0,-7 0-34 15,-5 0-61 1,-11 0-37-16,-21 0-137 0</inkml:trace>
  <inkml:trace contextRef="#ctx0" brushRef="#br0" timeOffset="44713.32">6012 11670 915 0,'0'0'74'0,"0"0"-44"0,0 0 13 0,0 0-6 0,0 0 12 16,0 0-6-16,0 0-19 16,56 33-12-16,63-33-6 0,20-20 4 15,5 2-10-15,-5 5-1 16,-12 0-13-16,1 6-157 15,-9-2-215-15</inkml:trace>
  <inkml:trace contextRef="#ctx0" brushRef="#br0" timeOffset="53713.13">19585 10820 665 0,'0'0'177'0,"0"0"-47"0,0 0-76 0,0 0 6 0,0 0-4 0,0 0-36 15,0 0-7-15,0-4-1 16,4 4-3-16,8 0 7 15,0 11 23-15,-4-2-18 16,-4 0-5-16,4-2-2 16,-4-4 2-16,8-3-5 15,-4 0-5-15,4 0 0 16,23 0 12-16,21-13-1 16,28-22 2-16,47-9-19 0,9-7-2 15,11 2-32 1,-12 6-71-16,-7 6-88 0,-29 5-208 15</inkml:trace>
  <inkml:trace contextRef="#ctx0" brushRef="#br0" timeOffset="57380.35">24144 11383 611 0,'0'0'18'0,"0"0"13"0,0 0 18 0,0 0-27 16,0 0-8-16,0 0-3 0,0 0 37 15,32 31-5-15,-16-15-33 16,4-5 11-16,-9-3 6 16,1-6 10-16,-8-2 3 15,16 0 3-15,4 0-4 16,24-2 16-16,24-33-30 15,19-9-19-15,25-9-6 16,3-3 0-16,-3 0-100 16,3 1-196-16,-7-5-455 0</inkml:trace>
  <inkml:trace contextRef="#ctx0" brushRef="#br0" timeOffset="61131.35">31641 11572 147 0,'0'0'404'0,"0"0"-316"0,0 0 65 0,0 0-7 0,0 0-43 0,143-165-6 0,-131 152-16 16,0 4-2-16,-4 9-19 15,-8-2-21-15,0 2-6 16,0 0-30-16,4 0 2 16,4 11 4-16,4 12 4 15,0-10 3-15,4-2-10 16,4-7-2-16,4-4-4 15,12 0 4-15,43 0 4 16,29-47 5-16,35-19-13 16,16-12-27-16,-7-7-115 15,-33-1-154-15</inkml:trace>
  <inkml:trace contextRef="#ctx0" brushRef="#br0" timeOffset="70697.16">19844 13525 821 0,'0'0'33'0,"0"0"10"0,0 0 11 16,0 0-51-16,0 0 1 15,0 0 19-15,0 0 23 0,71 58 1 16,-47-22-9-1,0 0-8-15,-4-7-11 16,-4-7-15-16,-4-8-3 0,-4 1 4 16,4-9-4-16,0-6-1 15,0 0 0-15,32 0 0 16,15-35 6-16,25-25 4 16,35-20-10-16,17-5-24 15,7 5-135-15,-16 4-176 16,5 7-311-16</inkml:trace>
  <inkml:trace contextRef="#ctx0" brushRef="#br0" timeOffset="76247.53">27301 13350 794 0,'0'0'114'0,"0"0"-17"0,0 0-58 0,0 0-31 16,0 0 14-16,0 0-7 0,0 0-5 15,12-7-7-15,8-4 7 16,24-5-9-16,4-10-2 15,15-6 3-15,13-7-4 0,8 3-85 16,-1-8-167-16,-3 8-200 16</inkml:trace>
  <inkml:trace contextRef="#ctx0" brushRef="#br0" timeOffset="76847.69">32218 13074 628 0,'0'0'87'0,"0"0"53"0,0 0-32 0,0 0 0 0,0 0-13 0,0 0-18 15,-35 0-22-15,35 0-22 0,0-8-14 16,0-9-19-16,24-12-1 0,23-2-8 16,21-4 0-16,4-1-22 15,11 1-63-15,9 4-81 16,-9 1-126-16,-7 3-124 15</inkml:trace>
  <inkml:trace contextRef="#ctx0" brushRef="#br0" timeOffset="77496.95">31434 14058 846 0,'0'0'47'0,"0"0"1"0,0 0 33 0,0 0-46 0,0 0 28 0,0 0-46 0,231-165-17 15,-80 82 3-15,17-8-3 16,15-1-128-16,-16 2-274 16</inkml:trace>
  <inkml:trace contextRef="#ctx0" brushRef="#br0" timeOffset="131747.56">23463 17901 524 0,'0'0'115'0,"0"0"17"0,0 0-49 16,0 0 19-16,0 0 7 0,0 0-19 0,0 0-17 0,0 0-20 15,0-90-13-15,0 79 12 16,0 10-21-16,0-3-10 16,0 4 7-16,0 0-17 15,0 0-3-15,0 0-8 16,0 0-1-16,0 0-8 15,12 20 4-15,12 2 5 16,0 0 0-16,-8 0 5 16,4-2-1-16,-5-4-4 15,-7-9 4-15,4 3-3 0,0-10 4 16,-12 0 1-16,12 0 2 16,8 0 15-16,8-28 0 15,20-22-6-15,20-23-13 16,35-13-4-16,-7 1-1 15,7-4-3-15,1 6-20 16,-5 5-109-16,-7 10-80 16,-25 8-230-16</inkml:trace>
  <inkml:trace contextRef="#ctx0" brushRef="#br0" timeOffset="137614.35">32589 18030 80 0,'0'0'643'0,"0"0"-546"0,0 0-34 0,0 0-35 0,0 0 50 16,0 0 8-16,0 0-10 0,4 0-45 15,-4 0-14-15,12 0-10 16,0 0-2-16,12 20 1 15,-5 6 15-15,-7 2-17 16,12 6 6-16,-4-3-6 16,-8 0 2-16,4 2-1 15,-8-7-1-15,4-7-3 16,-8-9 4-16,4-3-2 16,-4-7 3-16,4 0-4 15,8 0 7-15,28-29 33 16,15-31-5-16,25-24-29 15,7-12-8-15,17 2-21 16,15-1-71-16,-7-2-104 0,-9 9-228 16</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7-29T06:36:34.455"/>
    </inkml:context>
    <inkml:brush xml:id="br0">
      <inkml:brushProperty name="width" value="0.05292" units="cm"/>
      <inkml:brushProperty name="height" value="0.05292" units="cm"/>
      <inkml:brushProperty name="color" value="#FF0000"/>
    </inkml:brush>
  </inkml:definitions>
  <inkml:trace contextRef="#ctx0" brushRef="#br0">20134 4845 448 0,'0'0'216'0,"0"0"-59"0,0 0-8 0,0 0-43 0,0 0-13 0,0 0-20 0,0 0-2 15,0 0-4-15,-67 0-14 16,67 0-23-16,0 0-11 16,0 0-8-16,0 0-3 15,0 0-1-15,48 0-3 16,67 0 4-16,28 0 4 15,33-8-7-15,7 0-4 16,4 1 0-16,0-2 0 16,-12-1 2-16,-12 1-4 15,-11 0 2-15,-21-2-1 16,-27 6 1-16,-21-2-1 16,-27 3 0-16,-32 4 0 15,-12-4 1-15,0 3-1 16,-12-3 1-16,0 2-1 0,0-2 3 15,0 4-3-15,12 0-34 16,-12 0-74-16,0 0-128 16,-24 0-315-16</inkml:trace>
  <inkml:trace contextRef="#ctx0" brushRef="#br0" timeOffset="15749.44">16619 5810 746 0,'0'0'117'0,"0"0"6"0,0 0-47 0,0 0-1 0,0 0-28 0,0 0-33 16,0 0-5-16,0 0-9 16,36 28 1-16,67-15 28 15,16-3 8-15,33-10-24 16,23 0-13-16,0 0 4 15,12 0-3-15,0-6 1 16,-23-8-2-16,-13 5-49 16,-20-10-171-16,-19 0-300 15</inkml:trace>
  <inkml:trace contextRef="#ctx0" brushRef="#br0" timeOffset="21183.39">12860 7066 614 0,'0'0'53'0,"0"0"1"0,0 0 11 0,0 0-38 0,0 0 14 0,0 0-21 16,0 0-6-16,0 0-6 16,-4 43 27-16,76-38 29 0,23 2-3 15,21-3-30-15,23-4-13 16,1 0-8-16,3 0-6 16,-4 0 2-16,-11 0 3 15,11 0 8-15,-20 0-10 16,-15 0-4-16,-20 0 8 15,-29 0-3-15,-19 0-6 16,-4 0 4-16,-20 0-5 16,-12 0 2-16,0 0 1 15,0 0-4-15,0 0 1 16,0 0-1-16,0 0 0 16,0 0-7-16,-8 9-174 15,-52-3-168-15</inkml:trace>
  <inkml:trace contextRef="#ctx0" brushRef="#br0" timeOffset="28350.23">16535 9682 376 0,'0'0'54'0,"0"0"-18"0,0 0 42 0,0 0-7 0,0 0-5 15,0 0 1-15,0 0-26 16,-20 37 3-16,32-32-20 15,24 1-4-15,24 5 13 16,7-8 20-16,29 0-4 0,19 0-15 16,13-3-19-1,11 0-5-15,4 0 4 0,9 0-5 16,-1 0 10 0,0 0-3-16,-11 0 9 0,-1 0-5 15,-23-3-13-15,-21 0-2 16,1 0-4-16,-29-5 9 15,-7 5 7-15,-16 3 4 16,-16 0-6-16,-8 0 0 16,-16-2-5-16,4 2 3 15,-8 0-13-15,0 0 1 16,0 0 1-16,0 0 2 16,0 0-4-16,0 0-1 15,0 0 1-15,0 0-3 16,0 0-1-16,0 0-90 0,-20 0-156 15,-32 0-155-15</inkml:trace>
  <inkml:trace contextRef="#ctx0" brushRef="#br0" timeOffset="33033.75">16280 10387 260 0,'0'0'312'0,"0"0"-268"0,0 0-25 0,0 0 45 0,0 0 34 0,0 0-21 16,0 15 8-16,0-13-32 15,24 1-14-15,0-1-30 16,32 6 12-16,15-6-4 16,21-2-16-16,16 0 5 0,19 0-12 15,24 0 4 1,1-12-192-16,3-8-249 16</inkml:trace>
  <inkml:trace contextRef="#ctx0" brushRef="#br0" timeOffset="39655.44">5124 12175 627 0,'0'0'175'0,"0"0"-99"0,0 0 42 0,0 0-29 0,0 0-8 16,0 0-28-16,0 0-9 16,0 0-4-16,0 0-26 0,0 0 13 15,0 0-21-15,0 7 2 16,0-3-8-16,0-3 0 15,0 10-12-15,12 2 5 16,12 5 7-16,-4-1 2 16,-4 1 3-16,-4-3-3 15,-1 6-2-15,1-6 4 16,-4-2 3-16,-4-3-1 16,4-4-1-16,-8-3 3 15,12 1-4-15,-12-4 10 16,0 0-14-16,12 0 10 15,0 0 9-15,0-16 26 0,32-22-14 16,8-17-22-16,3-5-9 16,37 0-6-16,-8-3-54 15,11-4-93-15,-3 0-126 16,-25-7-483-16</inkml:trace>
  <inkml:trace contextRef="#ctx0" brushRef="#br0" timeOffset="41132.37">4996 13935 505 0,'0'0'102'0,"0"0"-28"0,0 0 61 0,0 0-69 0,0 0 38 0,0 0-56 15,-15-13 12-15,15 10-12 16,0-1-3-16,0 4 4 16,0 0-11-16,0 0-13 15,0 0-9-15,0 0-11 16,0 0-5-16,0 0-5 16,0 0-1-16,0 4 4 15,0 13 2-15,23 7 9 16,-7 2 1-16,4-1-3 0,4 1 3 15,-12-8 13-15,0-4 2 16,0 1-10-16,0-6-2 16,0 1-3-16,0 0 0 15,-12-4 4-15,0-6-3 16,0 1-8-16,0-1 7 16,0 0 4-16,12 0 3 15,-4 0 4-15,20-11 5 16,15-21-5-16,17-12-14 15,20-11-7-15,3-1-8 16,1-5-32-16,8 3-58 0,3 3-76 16,-15-6-193-16</inkml:trace>
  <inkml:trace contextRef="#ctx0" brushRef="#br0" timeOffset="42182.99">5056 15005 449 0,'0'0'77'0,"0"0"-8"0,0 0-13 0,0 0 56 0,0 0-13 15,0 0-22-15,0 0-10 0,-12-38-11 16,12 38 5-16,0 0-14 15,0 0-17-15,0 0-17 16,0 0-2-16,0 0-6 16,0 0-5-16,0 1 0 15,0 23 18-15,8 2 1 16,16-4 1-16,-12-1-9 16,12-1 9-16,0-1 0 15,0-3-1-15,-12 1 0 16,8-3 3-16,-4-1-11 0,-5-3-6 15,-3-4 1-15,-4-6 1 16,4 0-4-16,4 0 6 16,0 0 7-16,24-16 7 15,20-33 10-15,8-21-26 16,39-13-7-16,1-13-72 16,3-3-189-16,-3-3-502 15</inkml:trace>
  <inkml:trace contextRef="#ctx0" brushRef="#br0" timeOffset="58116.83">26469 12665 660 0,'0'0'174'0,"0"0"-12"0,0 0-35 0,0 0-75 0,0 0 28 0,0 0-9 16,0 0-28-16,0 0-15 15,0 0-9-15,0 0-8 16,0 0-1-16,0 0-5 16,0 0-5-16,0 0 3 0,32 0-1 15,16 0 5 1,11-10-4-16,37-7 2 15,-4-1-4-15,3 0-1 0,9-4-66 16,-1 5-101-16,-7-2-215 16</inkml:trace>
  <inkml:trace contextRef="#ctx0" brushRef="#br0" timeOffset="58666.25">29579 12538 586 0,'0'0'74'0,"0"0"10"0,0 0-42 0,0 0-3 0,0 0-25 15,0 0 10-15,219-16-24 0,-172 8-15 16,1 7-13-16,-4-10-172 16</inkml:trace>
  <inkml:trace contextRef="#ctx0" brushRef="#br0" timeOffset="81449.66">7226 15448 637 0,'0'0'183'0,"0"0"-161"0,0 0-13 0,0 0-9 0,0 0 17 0,0 0-3 15,0 0 4-15,0 0 80 16,307 8-66-16,-168-8-20 15,0 0-9-15,1 0-1 16,3 0 6-16,4 0-8 16,-7 3-1-16,-21 3 1 15,-11-3 2-15,-17 3 0 16,-19-6 4-16,-16 4-11 16,-8-2 5-16,-13 1-11 0,-3 4-48 15,-20-3-175 1,-12-1-126-16</inkml:trace>
  <inkml:trace contextRef="#ctx0" brushRef="#br0" timeOffset="89115.65">25115 15285 623 0,'0'0'185'0,"0"0"-20"0,0 0-66 0,0 0 14 0,0 0-9 0,0 0-40 15,0 0 1-15,32-55 2 16,-32 55-55-16,0 0 14 15,0 0-21 1,0 0-4-16,0 0-1 0,0 0 0 16,0 0-4-16,0 0-1 15,0 0-1-15,12 4 2 16,0 5 8-16,0-8-1 16,12-1-2-16,24 0 1 15,19 0 3-15,25-14-1 16,27-27-4-16,9-10-2 15,11-9-36-15,-7 0-91 16,-13 0-59-16,-7-2-158 16</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7-29T06:38:12.337"/>
    </inkml:context>
    <inkml:brush xml:id="br0">
      <inkml:brushProperty name="width" value="0.05292" units="cm"/>
      <inkml:brushProperty name="height" value="0.05292" units="cm"/>
      <inkml:brushProperty name="color" value="#FF0000"/>
    </inkml:brush>
  </inkml:definitions>
  <inkml:trace contextRef="#ctx0" brushRef="#br0">22519 6854 628 0,'0'0'168'0,"0"0"-47"0,0 0-7 0,0 0-44 16,0 0 1-16,0 0-4 15,0 0-25-15,0 0-14 16,-199 13-19-16,199-13-7 16,0 0-1-16,4 3 8 15,64 1-8-15,47-4 18 16,37 0 4-16,23 0-16 16,16 0-4-16,-4 0-2 15,-12 0 0-15,-11-7-1 0,-17-2 0 16,-20 0-13-16,-27 1-10 15,-20 3-16-15,-21-1-42 16,-15 5-68-16,-20-2-168 16,-24-4-254-16</inkml:trace>
  <inkml:trace contextRef="#ctx0" brushRef="#br0" timeOffset="7416.41">4821 9280 599 0,'0'0'79'0,"0"0"46"0,0 0-72 0,0 0 69 0,0 0-25 16,0 0-21-16,0 0-28 0,56-41-19 0,-56 41-7 16,0 0-8-16,0 0-14 15,0 0 0-15,12 13 10 0,0 8 0 16,0 9 7 0,12-1-7-16,-12-2 0 0,0-1-10 15,12-8 5 1,-13-1-2-16,9-7 3 0,-8-8-4 15,4-2 8-15,8 0 7 16,32-2 13-16,28-47-15 16,31-20 6-16,24-11-21 15,25-9-4-15,23-6-14 16,-12 7-84-16,-12 2-110 16,-23 10-333-16</inkml:trace>
  <inkml:trace contextRef="#ctx0" brushRef="#br0" timeOffset="18350.68">29766 9426 865 0,'0'0'147'0,"0"0"-24"0,0 0-77 0,0 0-8 0,0 0 14 15,0 0-14-15,0 0-22 16,0 0-13-16,12-29-3 15,-12 29-3-15,0 13-3 16,0 7 6-16,0-3 1 16,0-3-1-16,12-6-1 15,0-8 1-15,-4 0 6 16,4 0-6-16,11 0 4 0,21 0 15 16,20-24-2-16,24-20-8 15,19-7-9-15,-3-9-8 16,3-1-37-1,-3 3-72-15,-21 3-124 0,1 4-150 16</inkml:trace>
  <inkml:trace contextRef="#ctx0" brushRef="#br0" timeOffset="45958.66">16830 10578 628 0,'0'0'157'0,"0"0"-26"0,0 0-26 0,0 0-20 0,0 0-28 0,0 0-7 0,0 0 7 16,0 0-35-16,36-12-5 16,55 7 3-16,17 0-5 15,31 0-3-15,12-6-3 16,24 5 0-16,13 3-3 16,-1 0 4-16,-12 3-8 15,0-4 2-15,0 4-2 16,-19 0 1-16,-9 0-2 15,-28 0-1-15,-23 0 1 16,-16 0 6-16,-13 0-7 0,-31 0 5 16,0 0 3-16,-24 0 3 15,8 0 8-15,-20 0 7 16,0 0-3-16,0 0-7 16,0 0 4-16,0 0-9 15,0 0-11-15,0 0-5 16,-32-3-112-16,-16 3-134 15,-8 0-377-15</inkml:trace>
  <inkml:trace contextRef="#ctx0" brushRef="#br0" timeOffset="54117.91">9340 11848 836 0,'0'0'50'0,"0"0"0"0,0 0 10 0,0 0-2 0,0 0-21 0,0 0-17 0,0 0 1 15,140 32 18-15,11-32 12 16,24 0-31-16,24-3-17 15,24-14-1-15,12 5 8 16,8 3-8-16,-16 3-2 16,-32 6 0-16,-28-4 1 15,-27 4-1-15,-37 0-5 16,-19 0 5-16,-40 0-1 16,-20 0 3-16,-13 0 3 15,-11 0-5-15,0 0 11 16,0 0-9-16,0 0 5 15,0 0-5-15,0 0-2 16,0 0-77-16,0 0-128 0,0 0-195 16</inkml:trace>
  <inkml:trace contextRef="#ctx0" brushRef="#br0" timeOffset="55134.39">16758 11941 646 0,'0'0'261'0,"0"0"-249"0,0 0 2 0,0 0 7 0,0 0-9 15,0 0 31-15,203 0 28 16,-44 0-18-16,17-6-22 16,-1-1-15-16,4 1-7 15,4 6 1-15,-16 0-6 16,-3 0-1-16,-17 0 2 16,-28 0-5-16,-23 0 0 0,-16 0 0 15,-25 3 0-15,-19 3-3 16,-12-2 3-16,-8-2 3 15,-8-2-3-15,-4 4 0 16,-4-4-2 0,0 1-44-16,0 9-90 0,0-5-222 15</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7-29T06:39:18.089"/>
    </inkml:context>
    <inkml:brush xml:id="br0">
      <inkml:brushProperty name="width" value="0.05292" units="cm"/>
      <inkml:brushProperty name="height" value="0.05292" units="cm"/>
      <inkml:brushProperty name="color" value="#FF0000"/>
    </inkml:brush>
  </inkml:definitions>
  <inkml:trace contextRef="#ctx0" brushRef="#br0">13629 8696 582 0,'0'0'235'0,"0"0"-173"0,0 0 45 0,0 0-50 0,0 0 9 16,0 0-11-16,0 0-19 16,0 0-15-16,-32 0-13 15,32 0 0-15,32 0-7 16,47 0 18-16,29 0-7 16,19 0 2-16,4 0-12 15,-3 0-2-15,-1 0 0 0,-19 0 1 16,-17 0 0-16,1 4-1 15,-20 1-4-15,-13 0-18 16,1 0-52-16,-4 1-38 16,-8 0-101-16,-5-6-171 15</inkml:trace>
  <inkml:trace contextRef="#ctx0" brushRef="#br0" timeOffset="686.18">17638 8604 491 0,'0'0'372'0,"0"0"-260"0,0 0 7 0,0 0-27 0,0 0 2 0,0 0-6 15,-4 0-11-15,4 0-35 16,0 0-19-16,0 0-6 16,48 0-15-16,23 0 10 15,49 0-6-15,27 3-6 16,16 6 5-16,25 1-5 16,23-3-24-16,0-2-108 15,12 2-51-15,-28-7-203 16</inkml:trace>
  <inkml:trace contextRef="#ctx0" brushRef="#br0" timeOffset="33601.31">17180 9693 268 0,'0'0'444'0,"0"0"-356"0,0 0 41 0,0 0-10 0,0 0-13 16,0 0-14-16,0 0-32 0,0 0-18 15,-72 0-17-15,72 0 8 16,0 0-16-16,0 0-5 15,48 0-6-15,68 0 4 16,51 0 8-16,52 0-3 16,28-11-7-16,12 6-7 15,-5-2 2-15,-19 7-3 16,-28 0 0-16,-28 0 3 16,-27 0-3-16,-37 0-1 15,-19 0-9-15,-36 0 3 16,-17 0-23-16,-19 0-55 15,-4 0-31-15,-20 0-93 16,0 0-237-16</inkml:trace>
  <inkml:trace contextRef="#ctx0" brushRef="#br0" timeOffset="34804.49">26600 9600 288 0,'0'0'576'15,"0"0"-385"-15,0 0-83 0,0 0-58 0,0 0-6 0,0 0-8 16,-35 14-19-16,126-14-2 16,49 0 12-16,59 0-5 15,12 0-11-15,8-14-7 16,-8-1-1-16,-12 1 0 15,-32 2-3-15,-16 0-4 0,-35 4 4 16,-25-2 5 0,-31 6-4-16,-16-2-1 15,-16 2 0-15,-16 1-5 0,-4-1 4 16,-8 4-9-16,0 0-24 16,0 0-50-16,-32 0-46 15,-40 0-261-15</inkml:trace>
  <inkml:trace contextRef="#ctx0" brushRef="#br0" timeOffset="36418.64">12143 10131 850 0,'0'0'79'0,"0"0"8"0,0 0-15 0,0 0-8 0,0 0-29 0,0 0-6 16,0-22-29-16,0 22-12 16,0 6 7-16,24 16 5 15,12-2 13-15,0-3 12 16,0 0 6-16,-4-5-3 15,-4 2-17-15,3-7 7 16,17-6-15-16,12-1 5 16,20 0 8-16,27-5-2 15,32-32-1-15,13-5-13 16,23-7 0-16,-12-3-74 16,-12-6-130-16,-11-6-274 15</inkml:trace>
  <inkml:trace contextRef="#ctx0" brushRef="#br0" timeOffset="43692.61">29376 11818 266 0,'0'0'350'0,"0"0"-240"0,0 0-15 0,0 0-30 0,0 0 36 0,0 0-27 16,0 0-29-16,24-1-15 15,-24 1-12-15,0 0-9 16,0 0 0-16,0 0 1 16,0 0-5-16,0 0-5 15,0 0 5-15,0 0-2 16,0 0-2-16,0 0-1 16,0 0-2-16,0-3-26 15,0-12-106-15,0-8-252 16</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7-29T06:40:21.797"/>
    </inkml:context>
    <inkml:brush xml:id="br0">
      <inkml:brushProperty name="width" value="0.05292" units="cm"/>
      <inkml:brushProperty name="height" value="0.05292" units="cm"/>
      <inkml:brushProperty name="color" value="#FF0000"/>
    </inkml:brush>
  </inkml:definitions>
  <inkml:trace contextRef="#ctx0" brushRef="#br0">18900 8295 744 0,'0'0'159'0,"0"0"-41"0,0 0-59 0,0 0 28 0,0 0 1 0,0 0-41 15,0 0-36-15,8-56-11 16,-8 56-7-16,0 0 2 15,4 11 5-15,16 6 15 16,-8 2 0-16,0-3-5 16,0-3-3-16,0-5-2 15,0-3 4-15,0-5-5 16,20 0 5-16,15 0-2 16,37-26 7-16,31-18-7 15,25-14-4-15,15 2-3 16,4-4-41-16,-3 2-125 15,7-3-278-15</inkml:trace>
  <inkml:trace contextRef="#ctx0" brushRef="#br0" timeOffset="2678.39">6394 9630 775 0,'0'0'109'0,"0"0"-20"0,0 0-22 0,0 0-7 0,0 0 2 0,0 0-39 0,4 6-20 16,68-6 2-16,19-14-5 16,37-4 0-16,-1 2 4 15,4-1-2-15,9 9-2 0,-1 1-2 16,5 0 0-16,-17 5-3 15,-24-2 5-15,5 0-22 16,-16 2-28-16,-1-1-81 16,-19 3-75-16,-1-5-66 15</inkml:trace>
  <inkml:trace contextRef="#ctx0" brushRef="#br0" timeOffset="6969.66">8500 11581 824 0,'0'0'73'0,"0"0"-49"0,0 0-8 0,0 0-7 0,0 0 11 15,0 0 7-15,0 0-22 16,80 14 15-16,27-14 10 16,33 0-9-16,11 0-21 15,12 0 2-15,5-3 5 16,7-10-7-16,-12-3-4 0,-4 0-40 16,-27 2-117-16,-5 2-126 15</inkml:trace>
  <inkml:trace contextRef="#ctx0" brushRef="#br0" timeOffset="7863.13">13418 11563 879 0,'0'0'114'0,"0"0"-102"0,0 0 1 0,0 0-4 0,0 0 24 15,0 0 24-15,318 9-20 0,-159-11-23 16,5-5-13-16,-1 3 0 16,-20 2 5-16,-4 2-2 15,-23 0-4-15,-32 0 0 16,-1 0-2-16,-23 0 1 16,-16 0 1-16,-1 0-10 15,-7 0-79-15,-12 2-114 16,0 2-124-16</inkml:trace>
  <inkml:trace contextRef="#ctx0" brushRef="#br0" timeOffset="9945.45">28946 11579 827 0,'0'0'203'0,"0"0"-55"0,0 0-56 0,0 0-29 0,0 0 10 0,0 0-38 15,0 0-28-15,-32 22 9 16,32-22-16-16,0 0 0 15,0 0 0-15,20 0 6 16,39 0-5-16,25 0-1 16,4-3-9-16,-5-7-59 15,-3 1-31-15,-8-6-41 16,-13-2-122-16,1-6-256 0</inkml:trace>
  <inkml:trace contextRef="#ctx0" brushRef="#br0" timeOffset="11278.5">6410 13690 798 0,'0'0'269'0,"0"0"-251"0,0 0 6 0,0 0-13 0,0 0 25 0,0 0 15 16,-84 7-23-16,96-5-25 15,68 1-1-15,39 1 17 16,68-4 10-16,36 0-22 0,56-12-6 15,24-14-2-15,23 1-15 16,5-9-150-16,-41-3-282 16</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7-29T06:40:58.329"/>
    </inkml:context>
    <inkml:brush xml:id="br0">
      <inkml:brushProperty name="width" value="0.05292" units="cm"/>
      <inkml:brushProperty name="height" value="0.05292" units="cm"/>
      <inkml:brushProperty name="color" value="#FF0000"/>
    </inkml:brush>
  </inkml:definitions>
  <inkml:trace contextRef="#ctx0" brushRef="#br0">14540 6407 727 0,'0'0'107'16,"0"0"-53"-16,0 0-21 0,0 0 64 0,0 0-22 0,0 0-7 0,0 0-64 15,0 0-1-15,0 0-1 16,0 0 0-16,0 0-2 16,120 41 3-16,-108-22 7 15,8-5-1-15,-8 1 6 16,-12-8 9-16,12 1-3 16,-12-5-13-16,11-3 0 15,13 0 3-15,24 0 10 16,32-28 20-16,39-29-28 15,21-19-13-15,11-10-18 16,0 1-89-16,0-4-96 0,-7 2-197 16</inkml:trace>
  <inkml:trace contextRef="#ctx0" brushRef="#br0" timeOffset="12105.34">14807 6288 609 0,'0'0'60'0,"0"0"-25"0,0 0-31 0,0 0-1 0,0 0 54 0,0 0 9 16,0 0-29-16,0 0-11 15,108 109 15-15,-89-102-1 0,-7-4 30 16,-8-3-24-16,20 0-20 16,20 0 23-16,16-19-29 15,35-13-1-15,9-17-19 16,11-3-4-16,37-12-2 15,3-6-87-15,16-8-215 16</inkml:trace>
  <inkml:trace contextRef="#ctx0" brushRef="#br0" timeOffset="18831.23">24845 10515 617 0,'0'0'174'0,"0"0"-90"0,0 0 72 0,0 0-44 0,0 0-29 0,0 0-2 0,0 0-10 16,-32 0-7-16,32 0-46 15,0 0-12-15,20 0-4 16,75 0 3-16,45 0 0 16,43 0 4-16,16 0-9 15,0 0-2-15,-20-5 2 0,-16 4 1 16,-15-7-1 0,-29 7-4-16,-3-6-15 0,-21 1-95 15,-11 3-33-15,-29-2-153 16,-31-4-169-16</inkml:trace>
  <inkml:trace contextRef="#ctx0" brushRef="#br0" timeOffset="20680.91">10220 10693 636 0,'0'0'192'0,"0"0"-47"0,0 0-61 0,0 0-2 0,0 0-17 15,0 0-39-15,-4 0-14 0,4 0-9 16,0 0-3-16,0 0-3 16,0 12 3-16,0 12 18 15,4 0-12-15,16 0-3 16,-8-1 0-16,12-3 10 16,-12-7-13-16,0-4 6 15,8-6 7-15,-4-3-6 16,16 0-1-16,15 0 15 15,33-8 20-15,16-22-21 16,43-14-10-16,-8-1-10 16,-3 1 3-16,-21 4-3 0,-15 6-1 15,-24 10-12-15,-9 4-37 16,9 2-39-16,-20 8-64 16,-12 0-197-16</inkml:trace>
  <inkml:trace contextRef="#ctx0" brushRef="#br0" timeOffset="25681.79">29459 13997 685 0,'0'0'220'0,"0"0"-38"0,0 0-85 0,0 0-88 0,0 0 27 16,0 0 14-16,0 0-10 15,72-20-22-15,-64 20-9 16,-8 0-8-16,0 0-1 16,0 0-4-16,0 0 1 15,0 0 0-15,0 0 3 0,4 0 1 16,4 0-1-16,4 1 0 16,0 13 1-16,-12-11-1 15,12 3 0-15,-8-6 0 16,16 0 1-16,15 0-1 15,21 0 6-15,28-24 7 16,19-26-12-16,17-16 1 16,23-13 2-16,8-6-4 15,9-3 0-15,-21 6-7 16,-8 10-24-16,-15 6-83 16,-21 9-231-16</inkml:trace>
  <inkml:trace contextRef="#ctx0" brushRef="#br0" timeOffset="29716.46">20206 17058 639 0,'0'0'279'0,"0"0"-153"0,0 0-39 0,0 0-60 0,0 0 9 0,0 0 12 15,0 0-12-15,12-24-25 16,0 24-9-16,-12 0-1 15,0 0 3-15,0 0-4 16,0 0-6-16,12 9 6 16,-12 6 7-16,20-1-7 15,-16-8 1-15,8-6 1 16,-4 0 5-16,16 0-5 0,27-6 18 16,25-39 1-16,36-22-8 15,15-15-13-15,12-10-27 16,-11-3-104-16,3 6-239 15</inkml:trace>
  <inkml:trace contextRef="#ctx0" brushRef="#br0" timeOffset="30998.29">27966 16847 1006 0,'0'0'73'0,"0"0"-23"0,0 0-18 0,0 0-23 0,0 0 8 15,0 0 11-15,0 2-10 16,0 18-12-16,8-2-1 16,8 2 1-16,4-6-5 15,-4-3 11-15,-8-1 21 16,4-5-27-16,0-5-1 16,0 0 15-16,20 0 19 15,15-15 2-15,13-36-19 0,24-12-19 16,7-10-3-1,13-7-8-15,-9 4-51 0,13-1-32 16,-5 6-77-16,-23 10-282 16</inkml:trace>
  <inkml:trace contextRef="#ctx0" brushRef="#br0" timeOffset="32664.34">10826 17303 866 0,'0'0'141'0,"0"0"-95"0,0 0-18 0,0 0-21 0,0 0 36 15,0 0-3-15,0 0-35 16,0-4-4-16,0 24-1 16,0 9 0-16,11-5 13 15,1 0-12-15,0-7 12 16,-4-8-11-16,4-1 3 15,-8-8-4-15,8 0 1 16,0 0 10-16,32-3 2 16,40-39 8-16,31-18-11 15,16-17-11-15,17-8-22 16,3-4-145-16,4-9-252 16</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7-29T06:41:49.179"/>
    </inkml:context>
    <inkml:brush xml:id="br0">
      <inkml:brushProperty name="width" value="0.05292" units="cm"/>
      <inkml:brushProperty name="height" value="0.05292" units="cm"/>
      <inkml:brushProperty name="color" value="#FF0000"/>
    </inkml:brush>
  </inkml:definitions>
  <inkml:trace contextRef="#ctx0" brushRef="#br0">10415 6384 875 0,'0'0'116'0,"0"0"-21"0,0 0-31 0,0 0-23 0,0 0 14 0,0 0-15 15,0 0-40-15,0 0 10 16,-8-22-8-16,52 44 10 15,0 5 6-15,-8-3-8 16,0-1 2-16,-12-9-3 0,-1 0 1 16,1-11 3-1,20-3 3-15,4 0 9 0,24-38 14 16,43-23-21-16,12-14-16 16,-7-13-2-1,11 5-3-15,-3 0-63 0,-1 6-58 16,1 8-69-16,-13 5-233 15</inkml:trace>
  <inkml:trace contextRef="#ctx0" brushRef="#br0" timeOffset="9099.87">17650 7771 769 0,'0'0'152'0,"0"0"-55"0,0 0-29 0,0 0-27 0,0 0-12 0,0 0-8 0,0 0-15 0,-4 4-4 15,4 1 0-15,0 3 0 16,0 1 0-16,0 5 31 16,4 1-7-16,16 1-14 15,-4-1-2-15,4-2-4 16,-8-3-3-16,0-4 3 0,0-2-5 15,-1-1 1 1,9-3-2-16,4 0 5 16,12 0 0-16,12 0 13 15,24-25 0-15,11-13-7 0,29-17-2 16,7-8-9 0,24-11-8-16,21-9-82 0,19-8-171 15,-16-8-612-15</inkml:trace>
  <inkml:trace contextRef="#ctx0" brushRef="#br0" timeOffset="52954.32">22042 7835 1060 0,'0'0'87'15,"0"0"18"-15,0 0 26 0,0 0-54 0,0 0-26 0,0 0 1 0,0 0-31 0,0 0-21 0,47-13-1 16,113 13 1-1,63 0-5-15,47-3 8 0,33 3-3 16,0-2 4-16,-9-4-4 16,-35 6-16-16,-40-3-35 15,-44-1-25-15,-35 1-54 16,-45-1-2-16,-23-2-81 16,-28 0-168-16</inkml:trace>
  <inkml:trace contextRef="#ctx0" brushRef="#br0" timeOffset="57550.9">9878 8749 880 0,'0'0'59'0,"0"0"21"0,0 0 8 0,0 0-33 0,0 0-28 16,0 0-3-16,0 0-24 15,0-9-3-15,0 30 3 0,0 11 3 16,12 2 5-16,12-7 5 16,0-6 5-16,0-1-18 15,7-13-1-15,-3-7 1 16,28 0 4-16,36 0 3 15,39-41 8-15,44-27-14 16,48-16-1-16,20-9-32 16,12 1-130-16,-28 13-164 15</inkml:trace>
  <inkml:trace contextRef="#ctx0" brushRef="#br0" timeOffset="65518.68">12366 10060 273 0,'0'0'385'0,"0"0"-366"0,0 0 81 0,0 0-37 0,0 0 6 16,0 0-6-16,0 0-42 16,0-20-21-16,12 20 1 15,12 6-1-15,0 12 10 16,20 0 2-16,-8 6 1 15,-8 1 9-15,3 1-1 16,-7-1 11-16,0-10 2 16,-4-1-24-16,-8-8 3 15,-8-6 7-15,4 0-5 0,4 0 14 16,12 0 13 0,24-29-5-16,31-16-8 0,17-16-20 15,19-1-9-15,-7-5-1 16,7 7-7-16,13 6-55 15,-21 7-45-15,1 8-87 16,-29 7-198-16</inkml:trace>
  <inkml:trace contextRef="#ctx0" brushRef="#br0" timeOffset="75820.45">24120 11665 866 0,'0'0'85'0,"0"0"-19"0,0 0-30 0,0 0-35 0,0 0 18 0,0 0 4 0,0 0-4 16,0 32-19 0,12-14 33-16,12 1 8 0,-4-5-27 15,-8-5 14 1,0-3-3-16,-8-3-10 0,4-3 9 15,-4 0-3 1,15 0 7-16,21-3-5 0,28-39-6 16,39-14-7-1,29-28-10-15,15-6-44 0,24-7-101 16,-7 1-77 0,-17-1-341-16</inkml:trace>
  <inkml:trace contextRef="#ctx0" brushRef="#br0" timeOffset="86705.95">18466 14462 572 0,'0'0'113'0,"0"0"24"0,0 0 10 0,0 0-42 0,0 0-21 0,0 0-35 16,0 0-31-16,0 0-13 0,0-5-5 15,0 5 0-15,12 10 8 16,8 2-5-16,-8 6 0 15,12-7 11-15,-8-1 6 16,8-6-15-16,8-4-1 16,23 0 18-16,41-6-3 15,35-46-15-15,44-17-4 16,32-12-1-16,16-3-77 0,12-2-118 16,-4 4-279-16</inkml:trace>
  <inkml:trace contextRef="#ctx0" brushRef="#br0" timeOffset="87552.62">21034 14440 801 0,'0'0'64'0,"0"0"-19"0,0 0 16 15,0 0-41-15,0 0 37 0,0 0-19 0,16 31-35 16,-4-23 11-16,8 4 50 0,-8-6-19 16,-12-5-15-16,0 3-17 15,12-4 5-15,-12 0-2 16,12 0-4-16,12 0 12 15,20-23-10-15,19-26 22 16,29-21-36-16,11-9-2 16,17-4-73-16,15 0-140 15,-3 6-267-15</inkml:trace>
  <inkml:trace contextRef="#ctx0" brushRef="#br0" timeOffset="88146.66">24132 14344 826 0,'0'0'51'0,"0"0"15"0,0 0-35 0,0 0 15 0,0 0 8 0,0 0 11 0,-12 67-29 16,12-54-1-16,0-1-3 15,0-6-12-15,0-2-1 16,0-4 5-16,0 0 24 16,0 0 6-16,12-6-12 15,56-30-20-15,19-15-20 16,17-11-2-16,11-9-37 15,25-5-107-15,11 0-145 16,16-14-611-16</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7-29T06:44:03.142"/>
    </inkml:context>
    <inkml:brush xml:id="br0">
      <inkml:brushProperty name="width" value="0.05292" units="cm"/>
      <inkml:brushProperty name="height" value="0.05292" units="cm"/>
      <inkml:brushProperty name="color" value="#FF0000"/>
    </inkml:brush>
  </inkml:definitions>
  <inkml:trace contextRef="#ctx0" brushRef="#br0">3886 7503 620 0,'0'0'73'0,"0"0"93"0,0 0-66 0,0 0 1 0,0 0-28 15,0 0-11-15,0 0-28 16,0 0-33-16,-48-59-1 16,48 59-11-16,0 9 7 15,0 11 4-15,24-1 13 0,0 1-11 16,7-7-1-1,-15-8 0-15,4 0 3 0,-8-5-2 16,0 0 6-16,12 0 4 16,24-17 5-16,20-37 2 15,15-13-19-15,25-10 0 16,7 5-33-16,-7 1-58 16,-5 6-99-16,-11 4-255 15</inkml:trace>
  <inkml:trace contextRef="#ctx0" brushRef="#br0" timeOffset="1072.49">10053 7473 516 0,'0'0'133'0,"0"0"-67"16,0 0 62-16,0 0-53 0,0 0-14 0,0 0-24 15,0-6-35-15,0 6 9 16,0 0-11-16,0 0 0 16,0 0 0-16,0 10 11 15,24 3 7-15,0-4 8 16,8 0-7-16,-4-2-3 16,3-4-1-16,-3-3-1 0,4 0-5 15,4 0-2-15,12 0 7 16,8-19-3-16,15-16-10 15,13-10-1-15,7-5-61 16,5-11-158-16,-4-2-492 16</inkml:trace>
  <inkml:trace contextRef="#ctx0" brushRef="#br0" timeOffset="2001.15">15464 7525 648 0,'0'0'162'0,"0"0"-69"0,0 0-30 0,0 0-28 16,0 0 26-16,0 0-29 0,0 0-28 0,0-4-4 0,0 4-2 0,0 0 2 15,12 7 6-15,8 0 14 16,-4 1 0-16,4-5-13 15,4-3-6-15,-12 0 6 16,11 0 2-16,25 0-4 16,8 0 2-16,16-31 3 0,11-14-2 15,9-9-8-15,11-3-2 16,5 1-75-16,-13-7-104 16,-3 11-186-16</inkml:trace>
  <inkml:trace contextRef="#ctx0" brushRef="#br0" timeOffset="10455.91">15898 6931 166 0,'0'0'103'0,"0"0"-23"16,0 0 4-16,0 0-28 0,0 0 4 0,0 0-12 0,0 0-6 0,0 0-8 15,-72-22 17-15,60 11 38 16,0 5-21-16,1 1 15 15,-1 5-26-15,0 0-6 16,0 0-4-16,4 0-5 16,4 0-6-16,4 0-2 15,0 0-17-15,0 0 4 16,0 0-15-16,0 0-6 16,0 0-3-16,0 0 3 15,48 0 3-15,47 0 10 0,17 2 18 16,19 1-10-16,12-3-9 15,9 0-3-15,11 0-7 16,0 0-1-16,0 0-1 16,-3 0-2-16,-17 0 2 15,-16 0 8-15,-11 0-8 16,-21 0 0-16,-23 0 0 16,-16 0-2-16,-20 0 2 15,-12 0 3-15,-24 0-2 16,11 0-1-16,-11 0 0 15,0 0-1-15,0 0-11 16,0 0-29-16,0 0-64 16,0 4-179-16,0-2-105 0</inkml:trace>
  <inkml:trace contextRef="#ctx0" brushRef="#br0" timeOffset="15022.01">14620 8629 838 0,'0'0'95'0,"0"0"1"0,0 0-54 0,0 0 15 0,0 0-2 0,0 0-21 16,0 0-15-16,-32-10-19 15,32 24 0-15,0 11-6 16,8 4 6-16,16-7 6 15,0 0-3-15,-8-6 4 0,4-3-5 16,-8-12 5 0,12 4-4-16,-1-5 2 0,25 0 0 15,12 0 6-15,27-35-1 16,21-19-5-16,35-16-5 16,5-3-14-1,7-10-34-15,-4 1-75 0,-11-5-111 16,-9 9-337-16</inkml:trace>
  <inkml:trace contextRef="#ctx0" brushRef="#br0" timeOffset="24106.03">27027 8374 645 0,'0'0'48'0,"0"0"71"0,0 0-59 0,0 0 17 0,0 0 19 0,0 0-3 16,0 0-32-16,4 0-33 15,15 0 7-15,9 0-20 16,32 0 0-16,20 0 9 15,11 0-20-15,17 0-3 16,7-14 4-16,1-3-5 16,3 2-5-16,-3-2-54 15,-1 1-33-15,-11 1-98 16,-17 2-153-16</inkml:trace>
  <inkml:trace contextRef="#ctx0" brushRef="#br0" timeOffset="25756.39">12096 9150 645 0,'0'0'133'0,"0"0"-29"0,0 0 3 0,0 0-48 0,0 0-8 0,0 0 12 16,0-3-30-16,0 3-33 15,0 0 3-15,0 0-4 0,0 0 1 16,0 0-6 0,0 9 0-16,0 6 6 0,0 6 0 15,4-3 0-15,8-6 0 16,-4-5-4-16,3-4 9 15,1-3-4-15,-8 0 2 16,16 0 6-16,16-12 7 16,12-16 0-16,43-10-12 15,-7-7-4-15,12-6-6 16,3 0-35-16,-3 0-51 16,7 0-85-16,-7 0-122 15</inkml:trace>
  <inkml:trace contextRef="#ctx0" brushRef="#br0" timeOffset="45342.65">6163 13139 460 0,'0'0'142'15,"0"0"-107"-15,0 0-14 0,0 0 7 0,0 0 27 0,0 0-7 16,0 0-27-16,0 0-11 16,12 0 10-16,0 0 0 15,12 0-14-15,-12 6-3 0,12 3 6 16,0 0-5-16,-1 4 7 16,-3-4-4-16,4-4 9 15,0 3-4-15,0-6 1 16,-4-2-2-16,-4 0 6 15,16 0 7-15,4 0 5 16,23-21-16-16,25-13-4 16,7-11-9-16,13-6-47 15,11-6-131-15,5-11-138 16</inkml:trace>
  <inkml:trace contextRef="#ctx0" brushRef="#br0" timeOffset="46326.56">10638 12951 621 0,'0'0'80'0,"0"0"4"0,0 0-52 0,0 0-14 15,0 0 16-15,0 0-20 0,0 0-13 16,0 3 6-16,0 12 28 0,12 5 19 16,12-4-36-16,-12-5 18 15,0-1-6-15,0 0-28 16,0-6 13-16,-4-1 15 16,-4-3-18-16,4 0 22 15,-4 0-30-15,16 0 19 16,16-14 7-16,35-14-27 15,-3-13 0-15,16-7-3 16,-13-6-17-16,9-6-65 16,0-3-69-16,3 2-185 15</inkml:trace>
  <inkml:trace contextRef="#ctx0" brushRef="#br0" timeOffset="47426.37">14282 12328 645 0,'0'0'173'0,"0"0"-64"0,0 0-86 0,0 0 37 0,0 0 4 0,0 0-21 15,-8 0-10-15,31 0-23 16,45-7 0-16,52-13-10 16,31-2 0-16,32-2 0 15,40 2-8-15,32-7 1 16,4 0-79-16,-1 4-57 15,-39 1-29-15,-43 3-57 16</inkml:trace>
  <inkml:trace contextRef="#ctx0" brushRef="#br0" timeOffset="48339.48">18279 12309 734 0,'0'0'168'0,"0"0"-129"0,0 0-39 0,0 0-22 0,0 0 22 0,327-91 2 0,-188 84 6 16,28-6 5-16,32 2-8 15,20 6-10-15,0 1 0 16,-8 1-19-16,0-5-89 16,-8 5-122-16</inkml:trace>
  <inkml:trace contextRef="#ctx0" brushRef="#br0" timeOffset="57972.88">27194 14268 788 0,'0'0'26'0,"0"0"-21"0,0 0-5 0,0 0-14 0,0 0 14 0,0 0 1 15,0 0 20-15,71 19-9 16,-59 8-4-16,8 1-4 16,-4-6-3-16,-8-4 2 15,4-7 1-15,0-8 5 16,0-3-5-16,12 0 16 15,12 0 46-15,11-23-30 16,9-22-26-16,16-6-10 0,0-9-20 16,3 0-93-1,9-4-101-15,7 4-169 16</inkml:trace>
  <inkml:trace contextRef="#ctx0" brushRef="#br0" timeOffset="59089.29">10053 14874 554 0,'0'0'110'0,"0"0"-110"0,0 0-9 0,0 0 7 16,0 0 0-16,0 0 2 0,48 22 0 15,-24-22 31-15,0 0 2 16,19 0 24-16,17 0-16 15,24-31-15-15,19-14-9 16,49-15-13-16,11-9-4 16,16-12-98-16,4 1-161 15</inkml:trace>
  <inkml:trace contextRef="#ctx0" brushRef="#br0" timeOffset="61619.08">8066 16077 629 0,'0'0'89'0,"0"0"-6"0,0 0-41 0,0 0 48 0,0 0 2 0,0 0-33 15,-12-106-11-15,12 99-20 16,0 0-6-16,0 7-1 16,0 0-2-16,0 0-17 15,0 0-1-15,0 0-2 0,12 0-4 16,12 13 5-1,-12-1-4-15,12 1 9 0,0-9-4 16,0-4-1-16,8 0 0 16,39-17 10-1,37-45 6-15,51-28-16 0,40-21-23 16,4-7-173-16,4-5-230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D7309F-D4B8-452D-BC77-DEB69A8603D9}" type="datetimeFigureOut">
              <a:rPr lang="en-IN" smtClean="0"/>
              <a:t>29-07-2025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A75701-B17A-4AA0-909E-FBEBBC4DE68B}" type="slidenum">
              <a:rPr lang="en-IN" smtClean="0"/>
              <a:t>‹#›</a:t>
            </a:fld>
            <a:endParaRPr lang="en-IN"/>
          </a:p>
        </p:txBody>
      </p:sp>
    </p:spTree>
    <p:extLst>
      <p:ext uri="{BB962C8B-B14F-4D97-AF65-F5344CB8AC3E}">
        <p14:creationId xmlns:p14="http://schemas.microsoft.com/office/powerpoint/2010/main" val="536027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06BDB1-8E0A-45C9-A0E9-4C66032D1CFA}" type="slidenum">
              <a:rPr lang="en-US" smtClean="0"/>
              <a:pPr/>
              <a:t>1</a:t>
            </a:fld>
            <a:endParaRPr lang="en-US"/>
          </a:p>
        </p:txBody>
      </p:sp>
    </p:spTree>
    <p:extLst>
      <p:ext uri="{BB962C8B-B14F-4D97-AF65-F5344CB8AC3E}">
        <p14:creationId xmlns:p14="http://schemas.microsoft.com/office/powerpoint/2010/main" val="2978825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29-07-2025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787256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29-07-2025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952341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53D751-62FC-4A0B-831A-83C45D595346}" type="datetimeFigureOut">
              <a:rPr lang="en-IN" smtClean="0"/>
              <a:t>29-07-2025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004310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53D751-62FC-4A0B-831A-83C45D595346}" type="datetimeFigureOut">
              <a:rPr lang="en-IN" smtClean="0"/>
              <a:t>29-07-2025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925794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953D751-62FC-4A0B-831A-83C45D595346}" type="datetimeFigureOut">
              <a:rPr lang="en-IN" smtClean="0"/>
              <a:t>29-07-2025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995439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953D751-62FC-4A0B-831A-83C45D595346}" type="datetimeFigureOut">
              <a:rPr lang="en-IN" smtClean="0"/>
              <a:t>29-07-2025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079145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53D751-62FC-4A0B-831A-83C45D595346}" type="datetimeFigureOut">
              <a:rPr lang="en-IN" smtClean="0"/>
              <a:t>29-07-2025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338245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53D751-62FC-4A0B-831A-83C45D595346}" type="datetimeFigureOut">
              <a:rPr lang="en-IN" smtClean="0"/>
              <a:t>29-07-2025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536320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53D751-62FC-4A0B-831A-83C45D595346}" type="datetimeFigureOut">
              <a:rPr lang="en-IN" smtClean="0"/>
              <a:t>29-07-2025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380982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29-07-2025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1499765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29-07-2025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4066570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53D751-62FC-4A0B-831A-83C45D595346}" type="datetimeFigureOut">
              <a:rPr lang="en-IN" smtClean="0"/>
              <a:t>29-07-2025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2B9C32-2956-40E0-818B-39100DB621C2}" type="slidenum">
              <a:rPr lang="en-IN" smtClean="0"/>
              <a:t>‹#›</a:t>
            </a:fld>
            <a:endParaRPr lang="en-IN"/>
          </a:p>
        </p:txBody>
      </p:sp>
    </p:spTree>
    <p:extLst>
      <p:ext uri="{BB962C8B-B14F-4D97-AF65-F5344CB8AC3E}">
        <p14:creationId xmlns:p14="http://schemas.microsoft.com/office/powerpoint/2010/main" val="29355786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19.jpe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ustomXml" Target="../ink/ink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customXml" Target="../ink/ink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customXml" Target="../ink/ink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customXml" Target="../ink/ink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customXml" Target="../ink/ink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p:cNvCxnSpPr/>
          <p:nvPr/>
        </p:nvCxnSpPr>
        <p:spPr>
          <a:xfrm>
            <a:off x="1524000" y="1371600"/>
            <a:ext cx="91440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2" name="TextBox 1"/>
          <p:cNvSpPr txBox="1"/>
          <p:nvPr/>
        </p:nvSpPr>
        <p:spPr>
          <a:xfrm>
            <a:off x="946179" y="408087"/>
            <a:ext cx="10000743" cy="3231654"/>
          </a:xfrm>
          <a:prstGeom prst="rect">
            <a:avLst/>
          </a:prstGeom>
          <a:noFill/>
        </p:spPr>
        <p:txBody>
          <a:bodyPr wrap="square" rtlCol="0">
            <a:spAutoFit/>
          </a:bodyPr>
          <a:lstStyle/>
          <a:p>
            <a:pPr algn="ctr"/>
            <a:r>
              <a:rPr lang="en-US" sz="4800" b="1" dirty="0">
                <a:latin typeface="Times New Roman" panose="02020603050405020304" pitchFamily="18" charset="0"/>
                <a:cs typeface="Times New Roman" panose="02020603050405020304" pitchFamily="18" charset="0"/>
              </a:rPr>
              <a:t>CSET301 – AI-ML</a:t>
            </a:r>
          </a:p>
          <a:p>
            <a:pPr algn="ctr"/>
            <a:endParaRPr lang="en-US" sz="4800" b="1" dirty="0">
              <a:latin typeface="Times New Roman" panose="02020603050405020304" pitchFamily="18" charset="0"/>
              <a:cs typeface="Times New Roman" panose="02020603050405020304" pitchFamily="18"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Lecture </a:t>
            </a:r>
            <a:r>
              <a:rPr lang="en-US" sz="4000" b="1" dirty="0">
                <a:solidFill>
                  <a:prstClr val="black"/>
                </a:solidFill>
                <a:latin typeface="Times New Roman" panose="02020603050405020304" pitchFamily="18" charset="0"/>
                <a:cs typeface="Times New Roman" panose="02020603050405020304" pitchFamily="18" charset="0"/>
              </a:rPr>
              <a:t>2 : Types of Machine Learning</a:t>
            </a:r>
            <a:endPar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algn="ctr"/>
            <a:endParaRPr lang="en-US" sz="4000" b="1" dirty="0">
              <a:latin typeface="Times New Roman" panose="02020603050405020304" pitchFamily="18" charset="0"/>
              <a:cs typeface="Times New Roman" panose="02020603050405020304" pitchFamily="18" charset="0"/>
            </a:endParaRPr>
          </a:p>
          <a:p>
            <a:pPr algn="ctr"/>
            <a:endParaRPr lang="en-US" sz="28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advTm="2415"/>
    </mc:Choice>
    <mc:Fallback xmlns="">
      <p:transition advTm="241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Types of Machine Learning</a:t>
            </a:r>
          </a:p>
        </p:txBody>
      </p:sp>
      <p:sp>
        <p:nvSpPr>
          <p:cNvPr id="11" name="TextBox 10">
            <a:extLst>
              <a:ext uri="{FF2B5EF4-FFF2-40B4-BE49-F238E27FC236}">
                <a16:creationId xmlns:a16="http://schemas.microsoft.com/office/drawing/2014/main" id="{06381CCD-359B-D8A2-1997-A5B56A02FD41}"/>
              </a:ext>
            </a:extLst>
          </p:cNvPr>
          <p:cNvSpPr txBox="1"/>
          <p:nvPr/>
        </p:nvSpPr>
        <p:spPr>
          <a:xfrm>
            <a:off x="842305" y="1325563"/>
            <a:ext cx="10775072" cy="3416320"/>
          </a:xfrm>
          <a:prstGeom prst="rect">
            <a:avLst/>
          </a:prstGeom>
          <a:noFill/>
        </p:spPr>
        <p:txBody>
          <a:bodyPr wrap="square">
            <a:spAutoFit/>
          </a:bodyPr>
          <a:lstStyle/>
          <a:p>
            <a:pPr marL="342900" indent="-342900">
              <a:buFont typeface="Arial" panose="020B0604020202020204" pitchFamily="34" charset="0"/>
              <a:buChar char="•"/>
            </a:pPr>
            <a:r>
              <a:rPr lang="en-US" altLang="en-US" sz="2400" b="1" dirty="0">
                <a:solidFill>
                  <a:schemeClr val="accent5">
                    <a:lumMod val="75000"/>
                  </a:schemeClr>
                </a:solidFill>
                <a:latin typeface="Times New Roman" panose="02020603050405020304" pitchFamily="18" charset="0"/>
                <a:cs typeface="Times New Roman" panose="02020603050405020304" pitchFamily="18" charset="0"/>
              </a:rPr>
              <a:t>Machine learning (ML)</a:t>
            </a:r>
            <a:r>
              <a:rPr lang="en-US" altLang="en-US" sz="2400" dirty="0">
                <a:latin typeface="Times New Roman" panose="02020603050405020304" pitchFamily="18" charset="0"/>
                <a:cs typeface="Times New Roman" panose="02020603050405020304" pitchFamily="18" charset="0"/>
              </a:rPr>
              <a:t> is a branch of computer science that enables computers to learn and make decisions or predictions based on data without being explicitly programmed.</a:t>
            </a:r>
          </a:p>
          <a:p>
            <a:pPr marL="342900" indent="-342900">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It achieves this by using algorithms to identify patterns, extract insights, and make decisions with minimal human intervention.</a:t>
            </a:r>
          </a:p>
          <a:p>
            <a:pPr marL="342900" indent="-342900">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Machine learning is broadly categorized into three types: </a:t>
            </a:r>
            <a:r>
              <a:rPr lang="en-US" altLang="en-US" sz="2400" dirty="0">
                <a:solidFill>
                  <a:schemeClr val="accent5">
                    <a:lumMod val="75000"/>
                  </a:schemeClr>
                </a:solidFill>
                <a:latin typeface="Times New Roman" panose="02020603050405020304" pitchFamily="18" charset="0"/>
                <a:cs typeface="Times New Roman" panose="02020603050405020304" pitchFamily="18" charset="0"/>
              </a:rPr>
              <a:t>Supervised Learning, Unsupervised  and Reinforcement Learning</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39049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Types of Machine Learning</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pic>
        <p:nvPicPr>
          <p:cNvPr id="4" name="Picture 2" descr="The main types of machine learning. Main approaches include... | Download  Scientific Diagram">
            <a:extLst>
              <a:ext uri="{FF2B5EF4-FFF2-40B4-BE49-F238E27FC236}">
                <a16:creationId xmlns:a16="http://schemas.microsoft.com/office/drawing/2014/main" id="{2131E057-9C88-25D8-4E2F-DF4368344C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6300" y="1145680"/>
            <a:ext cx="10040554" cy="543371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97C02ABE-DB82-9E3D-98CF-EDD56DBA336F}"/>
                  </a:ext>
                </a:extLst>
              </p14:cNvPr>
              <p14:cNvContentPartPr/>
              <p14:nvPr/>
            </p14:nvContentPartPr>
            <p14:xfrm>
              <a:off x="5154120" y="4324680"/>
              <a:ext cx="5207760" cy="2040840"/>
            </p14:xfrm>
          </p:contentPart>
        </mc:Choice>
        <mc:Fallback>
          <p:pic>
            <p:nvPicPr>
              <p:cNvPr id="5" name="Ink 4">
                <a:extLst>
                  <a:ext uri="{FF2B5EF4-FFF2-40B4-BE49-F238E27FC236}">
                    <a16:creationId xmlns:a16="http://schemas.microsoft.com/office/drawing/2014/main" id="{97C02ABE-DB82-9E3D-98CF-EDD56DBA336F}"/>
                  </a:ext>
                </a:extLst>
              </p:cNvPr>
              <p:cNvPicPr/>
              <p:nvPr/>
            </p:nvPicPr>
            <p:blipFill>
              <a:blip r:embed="rId4"/>
              <a:stretch>
                <a:fillRect/>
              </a:stretch>
            </p:blipFill>
            <p:spPr>
              <a:xfrm>
                <a:off x="5144760" y="4315320"/>
                <a:ext cx="5226480" cy="2059560"/>
              </a:xfrm>
              <a:prstGeom prst="rect">
                <a:avLst/>
              </a:prstGeom>
            </p:spPr>
          </p:pic>
        </mc:Fallback>
      </mc:AlternateContent>
    </p:spTree>
    <p:extLst>
      <p:ext uri="{BB962C8B-B14F-4D97-AF65-F5344CB8AC3E}">
        <p14:creationId xmlns:p14="http://schemas.microsoft.com/office/powerpoint/2010/main" val="494535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Supervised Learning </a:t>
            </a:r>
          </a:p>
        </p:txBody>
      </p:sp>
      <p:sp>
        <p:nvSpPr>
          <p:cNvPr id="11" name="TextBox 10">
            <a:extLst>
              <a:ext uri="{FF2B5EF4-FFF2-40B4-BE49-F238E27FC236}">
                <a16:creationId xmlns:a16="http://schemas.microsoft.com/office/drawing/2014/main" id="{06381CCD-359B-D8A2-1997-A5B56A02FD41}"/>
              </a:ext>
            </a:extLst>
          </p:cNvPr>
          <p:cNvSpPr txBox="1"/>
          <p:nvPr/>
        </p:nvSpPr>
        <p:spPr>
          <a:xfrm>
            <a:off x="842305" y="1325563"/>
            <a:ext cx="10775072" cy="3785652"/>
          </a:xfrm>
          <a:prstGeom prst="rect">
            <a:avLst/>
          </a:prstGeom>
          <a:noFill/>
        </p:spPr>
        <p:txBody>
          <a:bodyPr wrap="square">
            <a:spAutoFit/>
          </a:bodyPr>
          <a:lstStyle/>
          <a:p>
            <a:r>
              <a:rPr lang="en-US" altLang="en-US" sz="2400" b="1" dirty="0">
                <a:solidFill>
                  <a:schemeClr val="accent5">
                    <a:lumMod val="75000"/>
                  </a:schemeClr>
                </a:solidFill>
                <a:latin typeface="Times New Roman" panose="02020603050405020304" pitchFamily="18" charset="0"/>
                <a:cs typeface="Times New Roman" panose="02020603050405020304" pitchFamily="18" charset="0"/>
              </a:rPr>
              <a:t>Supervised learning </a:t>
            </a:r>
            <a:r>
              <a:rPr lang="en-US" altLang="en-US" sz="2400" dirty="0">
                <a:latin typeface="Times New Roman" panose="02020603050405020304" pitchFamily="18" charset="0"/>
                <a:cs typeface="Times New Roman" panose="02020603050405020304" pitchFamily="18" charset="0"/>
              </a:rPr>
              <a:t>involves training a ML model on a labeled dataset. This dataset consists of input data paired with corresponding correct outputs, often referred to as labels. The algorithm learns to map the input data to the desired output and can make accurate predictions when presented with new, unseen data.</a:t>
            </a:r>
          </a:p>
          <a:p>
            <a:pPr marL="342900" indent="-342900">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r>
              <a:rPr lang="en-US" altLang="en-US" sz="2400" dirty="0">
                <a:solidFill>
                  <a:schemeClr val="accent5">
                    <a:lumMod val="75000"/>
                  </a:schemeClr>
                </a:solidFill>
                <a:latin typeface="Times New Roman" panose="02020603050405020304" pitchFamily="18" charset="0"/>
                <a:cs typeface="Times New Roman" panose="02020603050405020304" pitchFamily="18" charset="0"/>
              </a:rPr>
              <a:t>Key Characteristics of Supervised Learning</a:t>
            </a:r>
          </a:p>
          <a:p>
            <a:pPr marL="342900" indent="-342900">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Uses labeled data for training.</a:t>
            </a:r>
          </a:p>
          <a:p>
            <a:pPr marL="342900" indent="-3429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Aims to predict outcomes for new inputs.</a:t>
            </a:r>
          </a:p>
          <a:p>
            <a:pPr marL="342900" indent="-3429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Suitable for tasks such as classification, regression, and object detection.</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D17163E-0EE9-1605-F10E-F22D0D591500}"/>
                  </a:ext>
                </a:extLst>
              </p14:cNvPr>
              <p14:cNvContentPartPr/>
              <p14:nvPr/>
            </p14:nvContentPartPr>
            <p14:xfrm>
              <a:off x="709560" y="1718640"/>
              <a:ext cx="9380160" cy="3500640"/>
            </p14:xfrm>
          </p:contentPart>
        </mc:Choice>
        <mc:Fallback>
          <p:pic>
            <p:nvPicPr>
              <p:cNvPr id="4" name="Ink 3">
                <a:extLst>
                  <a:ext uri="{FF2B5EF4-FFF2-40B4-BE49-F238E27FC236}">
                    <a16:creationId xmlns:a16="http://schemas.microsoft.com/office/drawing/2014/main" id="{FD17163E-0EE9-1605-F10E-F22D0D591500}"/>
                  </a:ext>
                </a:extLst>
              </p:cNvPr>
              <p:cNvPicPr/>
              <p:nvPr/>
            </p:nvPicPr>
            <p:blipFill>
              <a:blip r:embed="rId3"/>
              <a:stretch>
                <a:fillRect/>
              </a:stretch>
            </p:blipFill>
            <p:spPr>
              <a:xfrm>
                <a:off x="700200" y="1709280"/>
                <a:ext cx="9398880" cy="3519360"/>
              </a:xfrm>
              <a:prstGeom prst="rect">
                <a:avLst/>
              </a:prstGeom>
            </p:spPr>
          </p:pic>
        </mc:Fallback>
      </mc:AlternateContent>
    </p:spTree>
    <p:extLst>
      <p:ext uri="{BB962C8B-B14F-4D97-AF65-F5344CB8AC3E}">
        <p14:creationId xmlns:p14="http://schemas.microsoft.com/office/powerpoint/2010/main" val="3539443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Supervised Learning </a:t>
            </a:r>
          </a:p>
        </p:txBody>
      </p:sp>
      <p:sp>
        <p:nvSpPr>
          <p:cNvPr id="11" name="TextBox 10">
            <a:extLst>
              <a:ext uri="{FF2B5EF4-FFF2-40B4-BE49-F238E27FC236}">
                <a16:creationId xmlns:a16="http://schemas.microsoft.com/office/drawing/2014/main" id="{06381CCD-359B-D8A2-1997-A5B56A02FD41}"/>
              </a:ext>
            </a:extLst>
          </p:cNvPr>
          <p:cNvSpPr txBox="1"/>
          <p:nvPr/>
        </p:nvSpPr>
        <p:spPr>
          <a:xfrm>
            <a:off x="842305" y="1325563"/>
            <a:ext cx="10775072" cy="461665"/>
          </a:xfrm>
          <a:prstGeom prst="rect">
            <a:avLst/>
          </a:prstGeom>
          <a:noFill/>
        </p:spPr>
        <p:txBody>
          <a:bodyPr wrap="square">
            <a:spAutoFit/>
          </a:bodyPr>
          <a:lstStyle/>
          <a:p>
            <a:r>
              <a:rPr lang="en-US" altLang="en-US" sz="2400" b="1" dirty="0">
                <a:solidFill>
                  <a:schemeClr val="accent5">
                    <a:lumMod val="75000"/>
                  </a:schemeClr>
                </a:solidFill>
                <a:latin typeface="Times New Roman" panose="02020603050405020304" pitchFamily="18" charset="0"/>
                <a:cs typeface="Times New Roman" panose="02020603050405020304" pitchFamily="18" charset="0"/>
              </a:rPr>
              <a:t>Example of label dataset</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pic>
        <p:nvPicPr>
          <p:cNvPr id="1026" name="Picture 2" descr="What do you mean by Features and Labels in a Dataset? | i2tutorials">
            <a:extLst>
              <a:ext uri="{FF2B5EF4-FFF2-40B4-BE49-F238E27FC236}">
                <a16:creationId xmlns:a16="http://schemas.microsoft.com/office/drawing/2014/main" id="{4C550732-15C6-486E-6D92-A9E584061D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1361" y="2198390"/>
            <a:ext cx="6927471" cy="410428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0E211030-1868-BB57-D891-15B046AE26D1}"/>
                  </a:ext>
                </a:extLst>
              </p14:cNvPr>
              <p14:cNvContentPartPr/>
              <p14:nvPr/>
            </p14:nvContentPartPr>
            <p14:xfrm>
              <a:off x="2564280" y="1958040"/>
              <a:ext cx="7002360" cy="916560"/>
            </p14:xfrm>
          </p:contentPart>
        </mc:Choice>
        <mc:Fallback>
          <p:pic>
            <p:nvPicPr>
              <p:cNvPr id="4" name="Ink 3">
                <a:extLst>
                  <a:ext uri="{FF2B5EF4-FFF2-40B4-BE49-F238E27FC236}">
                    <a16:creationId xmlns:a16="http://schemas.microsoft.com/office/drawing/2014/main" id="{0E211030-1868-BB57-D891-15B046AE26D1}"/>
                  </a:ext>
                </a:extLst>
              </p:cNvPr>
              <p:cNvPicPr/>
              <p:nvPr/>
            </p:nvPicPr>
            <p:blipFill>
              <a:blip r:embed="rId4"/>
              <a:stretch>
                <a:fillRect/>
              </a:stretch>
            </p:blipFill>
            <p:spPr>
              <a:xfrm>
                <a:off x="2554920" y="1948680"/>
                <a:ext cx="7021080" cy="935280"/>
              </a:xfrm>
              <a:prstGeom prst="rect">
                <a:avLst/>
              </a:prstGeom>
            </p:spPr>
          </p:pic>
        </mc:Fallback>
      </mc:AlternateContent>
    </p:spTree>
    <p:extLst>
      <p:ext uri="{BB962C8B-B14F-4D97-AF65-F5344CB8AC3E}">
        <p14:creationId xmlns:p14="http://schemas.microsoft.com/office/powerpoint/2010/main" val="2249137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Supervised Learning: Examples</a:t>
            </a:r>
          </a:p>
        </p:txBody>
      </p:sp>
      <p:sp>
        <p:nvSpPr>
          <p:cNvPr id="11" name="TextBox 10">
            <a:extLst>
              <a:ext uri="{FF2B5EF4-FFF2-40B4-BE49-F238E27FC236}">
                <a16:creationId xmlns:a16="http://schemas.microsoft.com/office/drawing/2014/main" id="{06381CCD-359B-D8A2-1997-A5B56A02FD41}"/>
              </a:ext>
            </a:extLst>
          </p:cNvPr>
          <p:cNvSpPr txBox="1"/>
          <p:nvPr/>
        </p:nvSpPr>
        <p:spPr>
          <a:xfrm>
            <a:off x="198620" y="1182091"/>
            <a:ext cx="4175385" cy="5509200"/>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2200" b="1" i="0"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Image Recognition</a:t>
            </a:r>
            <a:br>
              <a:rPr kumimoji="0" lang="en-US" sz="2200" b="0" i="0"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b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Suppose we want to train a model to recognize animals.</a:t>
            </a:r>
            <a:endParaRPr lang="en-US" sz="2200" dirty="0">
              <a:solidFill>
                <a:prstClr val="black"/>
              </a:solidFill>
              <a:latin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Labeled Dataset</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 dataset of animal images, where each image is tagged as "elephant," "camel," or "cow.“</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Process</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The model learns to identify patterns, such as the shape, size, and texture of each animal.</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Prediction</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When shown a new image, the model predicts the animal's label based on the patterns it has learned.</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pic>
        <p:nvPicPr>
          <p:cNvPr id="2052" name="Picture 4" descr="Designing a Custom Neural Network Model for Image Classification | by yusuf  umar | Medium">
            <a:extLst>
              <a:ext uri="{FF2B5EF4-FFF2-40B4-BE49-F238E27FC236}">
                <a16:creationId xmlns:a16="http://schemas.microsoft.com/office/drawing/2014/main" id="{92649715-A1CA-9DC4-289C-FF0198FB0C4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509" t="6260" r="6679" b="5373"/>
          <a:stretch/>
        </p:blipFill>
        <p:spPr bwMode="auto">
          <a:xfrm>
            <a:off x="4307173" y="2032443"/>
            <a:ext cx="7884827" cy="331537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02F66BF1-B1C0-CC3A-9A4F-093039AA943B}"/>
                  </a:ext>
                </a:extLst>
              </p14:cNvPr>
              <p14:cNvContentPartPr/>
              <p14:nvPr/>
            </p14:nvContentPartPr>
            <p14:xfrm>
              <a:off x="813960" y="1385280"/>
              <a:ext cx="10889640" cy="4574520"/>
            </p14:xfrm>
          </p:contentPart>
        </mc:Choice>
        <mc:Fallback>
          <p:pic>
            <p:nvPicPr>
              <p:cNvPr id="4" name="Ink 3">
                <a:extLst>
                  <a:ext uri="{FF2B5EF4-FFF2-40B4-BE49-F238E27FC236}">
                    <a16:creationId xmlns:a16="http://schemas.microsoft.com/office/drawing/2014/main" id="{02F66BF1-B1C0-CC3A-9A4F-093039AA943B}"/>
                  </a:ext>
                </a:extLst>
              </p:cNvPr>
              <p:cNvPicPr/>
              <p:nvPr/>
            </p:nvPicPr>
            <p:blipFill>
              <a:blip r:embed="rId4"/>
              <a:stretch>
                <a:fillRect/>
              </a:stretch>
            </p:blipFill>
            <p:spPr>
              <a:xfrm>
                <a:off x="804600" y="1375920"/>
                <a:ext cx="10908360" cy="4593240"/>
              </a:xfrm>
              <a:prstGeom prst="rect">
                <a:avLst/>
              </a:prstGeom>
            </p:spPr>
          </p:pic>
        </mc:Fallback>
      </mc:AlternateContent>
    </p:spTree>
    <p:extLst>
      <p:ext uri="{BB962C8B-B14F-4D97-AF65-F5344CB8AC3E}">
        <p14:creationId xmlns:p14="http://schemas.microsoft.com/office/powerpoint/2010/main" val="2043304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Supervised Learning: Examples</a:t>
            </a:r>
          </a:p>
        </p:txBody>
      </p:sp>
      <p:sp>
        <p:nvSpPr>
          <p:cNvPr id="11" name="TextBox 10">
            <a:extLst>
              <a:ext uri="{FF2B5EF4-FFF2-40B4-BE49-F238E27FC236}">
                <a16:creationId xmlns:a16="http://schemas.microsoft.com/office/drawing/2014/main" id="{06381CCD-359B-D8A2-1997-A5B56A02FD41}"/>
              </a:ext>
            </a:extLst>
          </p:cNvPr>
          <p:cNvSpPr txBox="1"/>
          <p:nvPr/>
        </p:nvSpPr>
        <p:spPr>
          <a:xfrm>
            <a:off x="209238" y="1835231"/>
            <a:ext cx="4545766" cy="3816429"/>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lang="en-US" sz="2200" b="1" dirty="0">
                <a:solidFill>
                  <a:schemeClr val="accent5">
                    <a:lumMod val="75000"/>
                  </a:schemeClr>
                </a:solidFill>
                <a:latin typeface="Times New Roman" panose="02020603050405020304" pitchFamily="18" charset="0"/>
                <a:cs typeface="Times New Roman" panose="02020603050405020304" pitchFamily="18" charset="0"/>
              </a:rPr>
              <a:t>Veggie</a:t>
            </a:r>
            <a:r>
              <a:rPr kumimoji="0" lang="en-US" sz="2200" b="1" i="0"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 Classification</a:t>
            </a:r>
            <a:endParaRPr lang="en-US" sz="2200" dirty="0">
              <a:solidFill>
                <a:prstClr val="black"/>
              </a:solidFill>
              <a:latin typeface="Times New Roman" panose="02020603050405020304" pitchFamily="18" charset="0"/>
              <a:cs typeface="Times New Roman" panose="02020603050405020304" pitchFamily="18" charset="0"/>
            </a:endParaRPr>
          </a:p>
          <a:p>
            <a:pPr marR="0" lvl="0" algn="l" defTabSz="914400" rtl="0" eaLnBrk="1" fontAlgn="auto" latinLnBrk="0" hangingPunct="1">
              <a:lnSpc>
                <a:spcPct val="100000"/>
              </a:lnSpc>
              <a:spcBef>
                <a:spcPts val="0"/>
              </a:spcBef>
              <a:spcAft>
                <a:spcPts val="0"/>
              </a:spcAft>
              <a:buClrTx/>
              <a:buSzTx/>
              <a:tabLst/>
              <a:defRPr/>
            </a:pPr>
            <a:endPar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R="0" lvl="0" algn="l" defTabSz="914400" rtl="0" eaLnBrk="1" fontAlgn="auto" latinLnBrk="0" hangingPunct="1">
              <a:lnSpc>
                <a:spcPct val="100000"/>
              </a:lnSpc>
              <a:spcBef>
                <a:spcPts val="0"/>
              </a:spcBef>
              <a:spcAft>
                <a:spcPts val="0"/>
              </a:spcAft>
              <a:buClrTx/>
              <a:buSzTx/>
              <a:tabLst/>
              <a:defRPr/>
            </a:pPr>
            <a:endParaRPr lang="en-US" sz="2200" b="1" dirty="0">
              <a:solidFill>
                <a:prstClr val="black"/>
              </a:solidFill>
              <a:latin typeface="Times New Roman" panose="02020603050405020304" pitchFamily="18" charset="0"/>
              <a:cs typeface="Times New Roman" panose="02020603050405020304" pitchFamily="18" charset="0"/>
            </a:endParaRPr>
          </a:p>
          <a:p>
            <a:pPr marR="0" lvl="0" algn="l" defTabSz="914400" rtl="0" eaLnBrk="1" fontAlgn="auto" latinLnBrk="0" hangingPunct="1">
              <a:lnSpc>
                <a:spcPct val="100000"/>
              </a:lnSpc>
              <a:spcBef>
                <a:spcPts val="0"/>
              </a:spcBef>
              <a:spcAft>
                <a:spcPts val="0"/>
              </a:spcAft>
              <a:buClrTx/>
              <a:buSzTx/>
              <a:tabLst/>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Training Data</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If it is round and red -&gt; tomato</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If it is long and orange/red -&gt; carrot</a:t>
            </a:r>
          </a:p>
          <a:p>
            <a:pPr marR="0" lvl="0" algn="l" defTabSz="914400" rtl="0" eaLnBrk="1" fontAlgn="auto" latinLnBrk="0" hangingPunct="1">
              <a:lnSpc>
                <a:spcPct val="100000"/>
              </a:lnSpc>
              <a:spcBef>
                <a:spcPts val="0"/>
              </a:spcBef>
              <a:spcAft>
                <a:spcPts val="0"/>
              </a:spcAft>
              <a:buClrTx/>
              <a:buSzTx/>
              <a:tabLst/>
              <a:defRPr/>
            </a:pPr>
            <a:endParaRPr lang="en-US" sz="2200" dirty="0">
              <a:solidFill>
                <a:prstClr val="black"/>
              </a:solidFill>
              <a:latin typeface="Times New Roman" panose="02020603050405020304" pitchFamily="18" charset="0"/>
              <a:cs typeface="Times New Roman" panose="02020603050405020304" pitchFamily="18" charset="0"/>
            </a:endParaRPr>
          </a:p>
          <a:p>
            <a:pPr marR="0" lvl="0" algn="l" defTabSz="914400" rtl="0" eaLnBrk="1" fontAlgn="auto" latinLnBrk="0" hangingPunct="1">
              <a:lnSpc>
                <a:spcPct val="100000"/>
              </a:lnSpc>
              <a:spcBef>
                <a:spcPts val="0"/>
              </a:spcBef>
              <a:spcAft>
                <a:spcPts val="0"/>
              </a:spcAft>
              <a:buClrTx/>
              <a:buSzTx/>
              <a:tabLst/>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Testing</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When presented with a new veggie, such as a carrot, the model analyzes its shape and color to correctly identify it.</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pic>
        <p:nvPicPr>
          <p:cNvPr id="3074" name="Picture 2" descr="A simple introduction into supervised learning | by Gerzson Boros | Medium">
            <a:extLst>
              <a:ext uri="{FF2B5EF4-FFF2-40B4-BE49-F238E27FC236}">
                <a16:creationId xmlns:a16="http://schemas.microsoft.com/office/drawing/2014/main" id="{1FD8F825-EA11-7304-317C-BF8A7BFFF61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102" t="23607" r="2502" b="3169"/>
          <a:stretch/>
        </p:blipFill>
        <p:spPr bwMode="auto">
          <a:xfrm>
            <a:off x="4755004" y="1645487"/>
            <a:ext cx="7436996" cy="418019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5332E421-8CB3-A639-AE77-30F718DD0B01}"/>
                  </a:ext>
                </a:extLst>
              </p14:cNvPr>
              <p14:cNvContentPartPr/>
              <p14:nvPr/>
            </p14:nvContentPartPr>
            <p14:xfrm>
              <a:off x="1625400" y="2556720"/>
              <a:ext cx="10481040" cy="3359160"/>
            </p14:xfrm>
          </p:contentPart>
        </mc:Choice>
        <mc:Fallback>
          <p:pic>
            <p:nvPicPr>
              <p:cNvPr id="4" name="Ink 3">
                <a:extLst>
                  <a:ext uri="{FF2B5EF4-FFF2-40B4-BE49-F238E27FC236}">
                    <a16:creationId xmlns:a16="http://schemas.microsoft.com/office/drawing/2014/main" id="{5332E421-8CB3-A639-AE77-30F718DD0B01}"/>
                  </a:ext>
                </a:extLst>
              </p:cNvPr>
              <p:cNvPicPr/>
              <p:nvPr/>
            </p:nvPicPr>
            <p:blipFill>
              <a:blip r:embed="rId4"/>
              <a:stretch>
                <a:fillRect/>
              </a:stretch>
            </p:blipFill>
            <p:spPr>
              <a:xfrm>
                <a:off x="1616040" y="2547360"/>
                <a:ext cx="10499760" cy="3377880"/>
              </a:xfrm>
              <a:prstGeom prst="rect">
                <a:avLst/>
              </a:prstGeom>
            </p:spPr>
          </p:pic>
        </mc:Fallback>
      </mc:AlternateContent>
    </p:spTree>
    <p:extLst>
      <p:ext uri="{BB962C8B-B14F-4D97-AF65-F5344CB8AC3E}">
        <p14:creationId xmlns:p14="http://schemas.microsoft.com/office/powerpoint/2010/main" val="2365471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Unsupervised Learning </a:t>
            </a:r>
          </a:p>
        </p:txBody>
      </p:sp>
      <p:sp>
        <p:nvSpPr>
          <p:cNvPr id="11" name="TextBox 10">
            <a:extLst>
              <a:ext uri="{FF2B5EF4-FFF2-40B4-BE49-F238E27FC236}">
                <a16:creationId xmlns:a16="http://schemas.microsoft.com/office/drawing/2014/main" id="{06381CCD-359B-D8A2-1997-A5B56A02FD41}"/>
              </a:ext>
            </a:extLst>
          </p:cNvPr>
          <p:cNvSpPr txBox="1"/>
          <p:nvPr/>
        </p:nvSpPr>
        <p:spPr>
          <a:xfrm>
            <a:off x="842305" y="1325563"/>
            <a:ext cx="10775072" cy="3785652"/>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Unsupervised learning</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works on unlabeled data. The goal is to identify patterns, relationships, or structures within the data without predefined labels or guidance.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i="0"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Key Characteristics of Unsupervised Learning</a:t>
            </a: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Works on unlabeled datasets.</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Identify hidden structures in the data.</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Suitable for tasks such as clustering, dimensionality reduction, and anomaly detection</a:t>
            </a:r>
            <a:endParaRPr lang="en-US" altLang="en-US" sz="2400" dirty="0">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BF7DEB34-E45A-D524-5404-E2187AAB57B9}"/>
                  </a:ext>
                </a:extLst>
              </p14:cNvPr>
              <p14:cNvContentPartPr/>
              <p14:nvPr/>
            </p14:nvContentPartPr>
            <p14:xfrm>
              <a:off x="2198520" y="1782720"/>
              <a:ext cx="6374520" cy="3339000"/>
            </p14:xfrm>
          </p:contentPart>
        </mc:Choice>
        <mc:Fallback>
          <p:pic>
            <p:nvPicPr>
              <p:cNvPr id="4" name="Ink 3">
                <a:extLst>
                  <a:ext uri="{FF2B5EF4-FFF2-40B4-BE49-F238E27FC236}">
                    <a16:creationId xmlns:a16="http://schemas.microsoft.com/office/drawing/2014/main" id="{BF7DEB34-E45A-D524-5404-E2187AAB57B9}"/>
                  </a:ext>
                </a:extLst>
              </p:cNvPr>
              <p:cNvPicPr/>
              <p:nvPr/>
            </p:nvPicPr>
            <p:blipFill>
              <a:blip r:embed="rId3"/>
              <a:stretch>
                <a:fillRect/>
              </a:stretch>
            </p:blipFill>
            <p:spPr>
              <a:xfrm>
                <a:off x="2189160" y="1773360"/>
                <a:ext cx="6393240" cy="3357720"/>
              </a:xfrm>
              <a:prstGeom prst="rect">
                <a:avLst/>
              </a:prstGeom>
            </p:spPr>
          </p:pic>
        </mc:Fallback>
      </mc:AlternateContent>
    </p:spTree>
    <p:extLst>
      <p:ext uri="{BB962C8B-B14F-4D97-AF65-F5344CB8AC3E}">
        <p14:creationId xmlns:p14="http://schemas.microsoft.com/office/powerpoint/2010/main" val="3613863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Unsupervised Learning: Examples </a:t>
            </a:r>
          </a:p>
        </p:txBody>
      </p:sp>
      <p:sp>
        <p:nvSpPr>
          <p:cNvPr id="11" name="TextBox 10">
            <a:extLst>
              <a:ext uri="{FF2B5EF4-FFF2-40B4-BE49-F238E27FC236}">
                <a16:creationId xmlns:a16="http://schemas.microsoft.com/office/drawing/2014/main" id="{06381CCD-359B-D8A2-1997-A5B56A02FD41}"/>
              </a:ext>
            </a:extLst>
          </p:cNvPr>
          <p:cNvSpPr txBox="1"/>
          <p:nvPr/>
        </p:nvSpPr>
        <p:spPr>
          <a:xfrm>
            <a:off x="297148" y="1630163"/>
            <a:ext cx="4362138" cy="4493538"/>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tabLst/>
              <a:defRPr/>
            </a:pPr>
            <a:r>
              <a:rPr kumimoji="0" lang="en-US" sz="2200" b="1" i="0"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Customer Segmentation</a:t>
            </a:r>
          </a:p>
          <a:p>
            <a:pPr marL="0" marR="0" lvl="0" indent="0" defTabSz="914400" rtl="0" eaLnBrk="1" fontAlgn="auto" latinLnBrk="0" hangingPunct="1">
              <a:lnSpc>
                <a:spcPct val="100000"/>
              </a:lnSpc>
              <a:spcBef>
                <a:spcPts val="0"/>
              </a:spcBef>
              <a:spcAft>
                <a:spcPts val="0"/>
              </a:spcAft>
              <a:buClrTx/>
              <a:buSzTx/>
              <a:buFontTx/>
              <a:buNone/>
              <a:tabLst/>
              <a:defRPr/>
            </a:pPr>
            <a:b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Businesses use unsupervised learning to group customers based on their purchasing behavior.</a:t>
            </a:r>
          </a:p>
          <a:p>
            <a:pPr marL="0" marR="0" lvl="0" indent="0" defTabSz="914400" rtl="0" eaLnBrk="1" fontAlgn="auto" latinLnBrk="0" hangingPunct="1">
              <a:lnSpc>
                <a:spcPct val="100000"/>
              </a:lnSpc>
              <a:spcBef>
                <a:spcPts val="0"/>
              </a:spcBef>
              <a:spcAft>
                <a:spcPts val="0"/>
              </a:spcAft>
              <a:buClrTx/>
              <a:buSzTx/>
              <a:buFontTx/>
              <a:buNone/>
              <a:tabLst/>
              <a:defRPr/>
            </a:pPr>
            <a:endParaRPr lang="en-US" sz="2200" dirty="0">
              <a:solidFill>
                <a:prstClr val="black"/>
              </a:solidFill>
              <a:latin typeface="Times New Roman" panose="02020603050405020304" pitchFamily="18" charset="0"/>
              <a:cs typeface="Times New Roman" panose="02020603050405020304" pitchFamily="18" charset="0"/>
            </a:endParaRPr>
          </a:p>
          <a:p>
            <a:pPr marL="342900" marR="0" lvl="0" indent="-3429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Data</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Purchase history, demographics, and preferences.</a:t>
            </a:r>
          </a:p>
          <a:p>
            <a:pPr marL="342900" marR="0" lvl="0" indent="-3429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200" dirty="0">
              <a:solidFill>
                <a:prstClr val="black"/>
              </a:solidFill>
              <a:latin typeface="Times New Roman" panose="02020603050405020304" pitchFamily="18" charset="0"/>
              <a:cs typeface="Times New Roman" panose="02020603050405020304" pitchFamily="18" charset="0"/>
            </a:endParaRPr>
          </a:p>
          <a:p>
            <a:pPr marL="342900" marR="0" lvl="0" indent="-3429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Outcome</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Customers are segmented into groups like "budget buyers," "premium customers," etc.</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pic>
        <p:nvPicPr>
          <p:cNvPr id="4098" name="Picture 2" descr="Customer &amp; Market Segmentation Analysis in Banking &amp; Finance| Datalya -  Predictive Analytics, Data Science and Machine Learning Consulting">
            <a:extLst>
              <a:ext uri="{FF2B5EF4-FFF2-40B4-BE49-F238E27FC236}">
                <a16:creationId xmlns:a16="http://schemas.microsoft.com/office/drawing/2014/main" id="{B6B0D7CD-49AB-61CA-4335-DFE095D593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9286" y="2130712"/>
            <a:ext cx="7532714" cy="349244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C7AF4EC-CDE6-B7E2-589A-393E0F2D2138}"/>
                  </a:ext>
                </a:extLst>
              </p14:cNvPr>
              <p14:cNvContentPartPr/>
              <p14:nvPr/>
            </p14:nvContentPartPr>
            <p14:xfrm>
              <a:off x="1347120" y="4061880"/>
              <a:ext cx="2444400" cy="1783440"/>
            </p14:xfrm>
          </p:contentPart>
        </mc:Choice>
        <mc:Fallback>
          <p:pic>
            <p:nvPicPr>
              <p:cNvPr id="4" name="Ink 3">
                <a:extLst>
                  <a:ext uri="{FF2B5EF4-FFF2-40B4-BE49-F238E27FC236}">
                    <a16:creationId xmlns:a16="http://schemas.microsoft.com/office/drawing/2014/main" id="{FC7AF4EC-CDE6-B7E2-589A-393E0F2D2138}"/>
                  </a:ext>
                </a:extLst>
              </p:cNvPr>
              <p:cNvPicPr/>
              <p:nvPr/>
            </p:nvPicPr>
            <p:blipFill>
              <a:blip r:embed="rId4"/>
              <a:stretch>
                <a:fillRect/>
              </a:stretch>
            </p:blipFill>
            <p:spPr>
              <a:xfrm>
                <a:off x="1337760" y="4052520"/>
                <a:ext cx="2463120" cy="1802160"/>
              </a:xfrm>
              <a:prstGeom prst="rect">
                <a:avLst/>
              </a:prstGeom>
            </p:spPr>
          </p:pic>
        </mc:Fallback>
      </mc:AlternateContent>
    </p:spTree>
    <p:extLst>
      <p:ext uri="{BB962C8B-B14F-4D97-AF65-F5344CB8AC3E}">
        <p14:creationId xmlns:p14="http://schemas.microsoft.com/office/powerpoint/2010/main" val="4006034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Unsupervised Learning: Examples </a:t>
            </a:r>
          </a:p>
        </p:txBody>
      </p:sp>
      <p:sp>
        <p:nvSpPr>
          <p:cNvPr id="11" name="TextBox 10">
            <a:extLst>
              <a:ext uri="{FF2B5EF4-FFF2-40B4-BE49-F238E27FC236}">
                <a16:creationId xmlns:a16="http://schemas.microsoft.com/office/drawing/2014/main" id="{06381CCD-359B-D8A2-1997-A5B56A02FD41}"/>
              </a:ext>
            </a:extLst>
          </p:cNvPr>
          <p:cNvSpPr txBox="1"/>
          <p:nvPr/>
        </p:nvSpPr>
        <p:spPr>
          <a:xfrm>
            <a:off x="297148" y="1630163"/>
            <a:ext cx="4362138" cy="3816429"/>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tabLst/>
              <a:defRPr/>
            </a:pPr>
            <a:r>
              <a:rPr kumimoji="0" lang="en-US" sz="2200" b="1" i="0"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Animal Grouping</a:t>
            </a:r>
          </a:p>
          <a:p>
            <a:pPr marL="0" marR="0" lvl="0" indent="0" defTabSz="914400" rtl="0" eaLnBrk="1" fontAlgn="auto" latinLnBrk="0" hangingPunct="1">
              <a:lnSpc>
                <a:spcPct val="100000"/>
              </a:lnSpc>
              <a:spcBef>
                <a:spcPts val="0"/>
              </a:spcBef>
              <a:spcAft>
                <a:spcPts val="0"/>
              </a:spcAft>
              <a:buClrTx/>
              <a:buSzTx/>
              <a:buFontTx/>
              <a:buNone/>
              <a:tabLst/>
              <a:defRPr/>
            </a:pPr>
            <a:b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 ML model can be trained on images of animals (without labels) to group similar species based on shared characteristics.</a:t>
            </a:r>
          </a:p>
          <a:p>
            <a:pPr marL="0" marR="0" lvl="0" indent="0" defTabSz="914400" rtl="0" eaLnBrk="1" fontAlgn="auto" latinLnBrk="0" hangingPunct="1">
              <a:lnSpc>
                <a:spcPct val="100000"/>
              </a:lnSpc>
              <a:spcBef>
                <a:spcPts val="0"/>
              </a:spcBef>
              <a:spcAft>
                <a:spcPts val="0"/>
              </a:spcAft>
              <a:buClrTx/>
              <a:buSzTx/>
              <a:buFontTx/>
              <a:buNone/>
              <a:tabLst/>
              <a:defRPr/>
            </a:pPr>
            <a:endParaRPr lang="en-US" sz="2200" dirty="0">
              <a:solidFill>
                <a:prstClr val="black"/>
              </a:solidFill>
              <a:latin typeface="Times New Roman" panose="02020603050405020304" pitchFamily="18" charset="0"/>
              <a:cs typeface="Times New Roman" panose="02020603050405020304" pitchFamily="18" charset="0"/>
            </a:endParaRP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Outcome</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The model clusters the data into groups (e.g., one for dogs, another for horse) based on similarities.</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71437D90-5128-5EA3-7313-65A287FE21F3}"/>
              </a:ext>
            </a:extLst>
          </p:cNvPr>
          <p:cNvPicPr>
            <a:picLocks noChangeAspect="1"/>
          </p:cNvPicPr>
          <p:nvPr/>
        </p:nvPicPr>
        <p:blipFill rotWithShape="1">
          <a:blip r:embed="rId2"/>
          <a:srcRect l="11753" t="2904" r="11818" b="14581"/>
          <a:stretch/>
        </p:blipFill>
        <p:spPr>
          <a:xfrm>
            <a:off x="5141624" y="1793250"/>
            <a:ext cx="6970427" cy="3767455"/>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DC52B33-DD26-56FE-8158-06FD94E3B28E}"/>
                  </a:ext>
                </a:extLst>
              </p14:cNvPr>
              <p14:cNvContentPartPr/>
              <p14:nvPr/>
            </p14:nvContentPartPr>
            <p14:xfrm>
              <a:off x="10983600" y="4676040"/>
              <a:ext cx="565200" cy="316800"/>
            </p14:xfrm>
          </p:contentPart>
        </mc:Choice>
        <mc:Fallback>
          <p:pic>
            <p:nvPicPr>
              <p:cNvPr id="4" name="Ink 3">
                <a:extLst>
                  <a:ext uri="{FF2B5EF4-FFF2-40B4-BE49-F238E27FC236}">
                    <a16:creationId xmlns:a16="http://schemas.microsoft.com/office/drawing/2014/main" id="{FDC52B33-DD26-56FE-8158-06FD94E3B28E}"/>
                  </a:ext>
                </a:extLst>
              </p:cNvPr>
              <p:cNvPicPr/>
              <p:nvPr/>
            </p:nvPicPr>
            <p:blipFill>
              <a:blip r:embed="rId4"/>
              <a:stretch>
                <a:fillRect/>
              </a:stretch>
            </p:blipFill>
            <p:spPr>
              <a:xfrm>
                <a:off x="10974240" y="4666680"/>
                <a:ext cx="583920" cy="335520"/>
              </a:xfrm>
              <a:prstGeom prst="rect">
                <a:avLst/>
              </a:prstGeom>
            </p:spPr>
          </p:pic>
        </mc:Fallback>
      </mc:AlternateContent>
    </p:spTree>
    <p:extLst>
      <p:ext uri="{BB962C8B-B14F-4D97-AF65-F5344CB8AC3E}">
        <p14:creationId xmlns:p14="http://schemas.microsoft.com/office/powerpoint/2010/main" val="2158759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Reinforcement Learning (RL) </a:t>
            </a:r>
          </a:p>
        </p:txBody>
      </p:sp>
      <p:sp>
        <p:nvSpPr>
          <p:cNvPr id="11" name="TextBox 10">
            <a:extLst>
              <a:ext uri="{FF2B5EF4-FFF2-40B4-BE49-F238E27FC236}">
                <a16:creationId xmlns:a16="http://schemas.microsoft.com/office/drawing/2014/main" id="{06381CCD-359B-D8A2-1997-A5B56A02FD41}"/>
              </a:ext>
            </a:extLst>
          </p:cNvPr>
          <p:cNvSpPr txBox="1"/>
          <p:nvPr/>
        </p:nvSpPr>
        <p:spPr>
          <a:xfrm>
            <a:off x="842305" y="1235623"/>
            <a:ext cx="10775072" cy="3139321"/>
          </a:xfrm>
          <a:prstGeom prst="rect">
            <a:avLst/>
          </a:prstGeom>
          <a:noFill/>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It is a type of machine learning where an agent learns to make decisions by interacting with an environment.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200" dirty="0">
              <a:solidFill>
                <a:prstClr val="black"/>
              </a:solidFill>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The agent learns to perform actions that maximize a cumulative reward through a process of trial and error.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Unlike supervised learning, RL does not rely on labeled data but instead uses feedback in the form of rewards or penalties.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7172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Reinforcement Learning (RL) </a:t>
            </a:r>
          </a:p>
        </p:txBody>
      </p:sp>
      <p:sp>
        <p:nvSpPr>
          <p:cNvPr id="11" name="TextBox 10">
            <a:extLst>
              <a:ext uri="{FF2B5EF4-FFF2-40B4-BE49-F238E27FC236}">
                <a16:creationId xmlns:a16="http://schemas.microsoft.com/office/drawing/2014/main" id="{06381CCD-359B-D8A2-1997-A5B56A02FD41}"/>
              </a:ext>
            </a:extLst>
          </p:cNvPr>
          <p:cNvSpPr txBox="1"/>
          <p:nvPr/>
        </p:nvSpPr>
        <p:spPr>
          <a:xfrm>
            <a:off x="404734" y="1235623"/>
            <a:ext cx="6478093" cy="5170646"/>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Core Components of RL:</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Agent</a:t>
            </a:r>
            <a:r>
              <a:rPr lang="en-US" sz="2200" dirty="0">
                <a:solidFill>
                  <a:prstClr val="black"/>
                </a:solidFill>
                <a:latin typeface="Times New Roman" panose="02020603050405020304" pitchFamily="18" charset="0"/>
                <a:cs typeface="Times New Roman" panose="02020603050405020304" pitchFamily="18" charset="0"/>
              </a:rPr>
              <a:t>:</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The decision-maker in the system. Ex: A self-driving car, a robot, or an AI player in a game.</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Environment: </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The world in which the agent operates. Ex: Roads for a self-driving car or a chessboard for a chess-playing AI.</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State (S): </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Represents the current situation of the environment. Ex:</a:t>
            </a: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The position of a car on the road or the arrangement of pieces on a chessboard.</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Action (A): </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The decision or move the agent can make at any state. Ex: Speed up, slow down, turn left for a car; move a pawn or queen in chess.</a:t>
            </a:r>
            <a:endParaRPr lang="en-US" altLang="en-US" sz="2400" dirty="0">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pic>
        <p:nvPicPr>
          <p:cNvPr id="6146" name="Picture 2" descr="Understanding the Basics of Reinforcement Learning | by Luc Nguyen | GoPenAI">
            <a:extLst>
              <a:ext uri="{FF2B5EF4-FFF2-40B4-BE49-F238E27FC236}">
                <a16:creationId xmlns:a16="http://schemas.microsoft.com/office/drawing/2014/main" id="{66E1EC1A-96D5-0E00-533E-726B7D655E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2827" y="2049905"/>
            <a:ext cx="5309173" cy="306355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D21DF0FB-DEBC-2A4C-02BB-67EBA33152D9}"/>
                  </a:ext>
                </a:extLst>
              </p14:cNvPr>
              <p14:cNvContentPartPr/>
              <p14:nvPr/>
            </p14:nvContentPartPr>
            <p14:xfrm>
              <a:off x="154800" y="1759680"/>
              <a:ext cx="6300000" cy="3912120"/>
            </p14:xfrm>
          </p:contentPart>
        </mc:Choice>
        <mc:Fallback>
          <p:pic>
            <p:nvPicPr>
              <p:cNvPr id="4" name="Ink 3">
                <a:extLst>
                  <a:ext uri="{FF2B5EF4-FFF2-40B4-BE49-F238E27FC236}">
                    <a16:creationId xmlns:a16="http://schemas.microsoft.com/office/drawing/2014/main" id="{D21DF0FB-DEBC-2A4C-02BB-67EBA33152D9}"/>
                  </a:ext>
                </a:extLst>
              </p:cNvPr>
              <p:cNvPicPr/>
              <p:nvPr/>
            </p:nvPicPr>
            <p:blipFill>
              <a:blip r:embed="rId4"/>
              <a:stretch>
                <a:fillRect/>
              </a:stretch>
            </p:blipFill>
            <p:spPr>
              <a:xfrm>
                <a:off x="145440" y="1750320"/>
                <a:ext cx="6318720" cy="3930840"/>
              </a:xfrm>
              <a:prstGeom prst="rect">
                <a:avLst/>
              </a:prstGeom>
            </p:spPr>
          </p:pic>
        </mc:Fallback>
      </mc:AlternateContent>
    </p:spTree>
    <p:extLst>
      <p:ext uri="{BB962C8B-B14F-4D97-AF65-F5344CB8AC3E}">
        <p14:creationId xmlns:p14="http://schemas.microsoft.com/office/powerpoint/2010/main" val="3854070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Reinforcement Learning (RL) </a:t>
            </a:r>
          </a:p>
        </p:txBody>
      </p:sp>
      <p:sp>
        <p:nvSpPr>
          <p:cNvPr id="11" name="TextBox 10">
            <a:extLst>
              <a:ext uri="{FF2B5EF4-FFF2-40B4-BE49-F238E27FC236}">
                <a16:creationId xmlns:a16="http://schemas.microsoft.com/office/drawing/2014/main" id="{06381CCD-359B-D8A2-1997-A5B56A02FD41}"/>
              </a:ext>
            </a:extLst>
          </p:cNvPr>
          <p:cNvSpPr txBox="1"/>
          <p:nvPr/>
        </p:nvSpPr>
        <p:spPr>
          <a:xfrm>
            <a:off x="1007198" y="1351508"/>
            <a:ext cx="10085524" cy="4493538"/>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200" b="1" dirty="0">
                <a:solidFill>
                  <a:schemeClr val="accent5">
                    <a:lumMod val="75000"/>
                  </a:schemeClr>
                </a:solidFill>
                <a:latin typeface="Times New Roman" panose="02020603050405020304" pitchFamily="18" charset="0"/>
                <a:cs typeface="Times New Roman" panose="02020603050405020304" pitchFamily="18" charset="0"/>
              </a:rPr>
              <a:t>Key</a:t>
            </a:r>
            <a:r>
              <a:rPr kumimoji="0" lang="en-US" sz="2200" b="1" i="0"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 Concepts of RL:</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200" b="1" i="0"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200" b="1" dirty="0">
                <a:solidFill>
                  <a:prstClr val="black"/>
                </a:solidFill>
                <a:latin typeface="Times New Roman" panose="02020603050405020304" pitchFamily="18" charset="0"/>
                <a:cs typeface="Times New Roman" panose="02020603050405020304" pitchFamily="18" charset="0"/>
              </a:rPr>
              <a:t>Reward (R)</a:t>
            </a:r>
            <a:r>
              <a:rPr lang="en-US" sz="2200" dirty="0">
                <a:solidFill>
                  <a:prstClr val="black"/>
                </a:solidFill>
                <a:latin typeface="Times New Roman" panose="02020603050405020304" pitchFamily="18" charset="0"/>
                <a:cs typeface="Times New Roman" panose="02020603050405020304" pitchFamily="18" charset="0"/>
              </a:rPr>
              <a:t>:</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Feedback the agent receives after taking an action. Ex: Positive reward for avoiding a collision; negative reward for hitting an obstacle.</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200" b="1" dirty="0">
                <a:solidFill>
                  <a:prstClr val="black"/>
                </a:solidFill>
                <a:latin typeface="Times New Roman" panose="02020603050405020304" pitchFamily="18" charset="0"/>
                <a:cs typeface="Times New Roman" panose="02020603050405020304" pitchFamily="18" charset="0"/>
              </a:rPr>
              <a:t>Policy (</a:t>
            </a: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π</a:t>
            </a:r>
            <a:r>
              <a:rPr lang="en-US" sz="2200" b="1" dirty="0">
                <a:solidFill>
                  <a:prstClr val="black"/>
                </a:solidFill>
                <a:latin typeface="Times New Roman" panose="02020603050405020304" pitchFamily="18" charset="0"/>
                <a:cs typeface="Times New Roman" panose="02020603050405020304" pitchFamily="18" charset="0"/>
              </a:rPr>
              <a:t>)</a:t>
            </a: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The strategy or mapping the agent uses to decide actions based on the current state. Ex: If traffic is heavy, slow down.</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200" b="1" dirty="0">
                <a:solidFill>
                  <a:prstClr val="black"/>
                </a:solidFill>
                <a:latin typeface="Times New Roman" panose="02020603050405020304" pitchFamily="18" charset="0"/>
                <a:cs typeface="Times New Roman" panose="02020603050405020304" pitchFamily="18" charset="0"/>
              </a:rPr>
              <a:t>Value Function (V)</a:t>
            </a: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Predicts the expected long-term reward for a given state. Ex: Estimating the benefits of a particular position on the chessboard.</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Q-value or Action-value (Q(</a:t>
            </a:r>
            <a:r>
              <a:rPr kumimoji="0" lang="en-US" sz="22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S,a</a:t>
            </a: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Predicts the expected reward for taking a specific action in a given state.</a:t>
            </a:r>
            <a:endParaRPr lang="en-US" altLang="en-US" sz="2400" dirty="0">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33D52154-56AF-1280-9AC2-877B74ED008E}"/>
                  </a:ext>
                </a:extLst>
              </p14:cNvPr>
              <p14:cNvContentPartPr/>
              <p14:nvPr/>
            </p14:nvContentPartPr>
            <p14:xfrm>
              <a:off x="920160" y="2291760"/>
              <a:ext cx="8276400" cy="3516120"/>
            </p14:xfrm>
          </p:contentPart>
        </mc:Choice>
        <mc:Fallback>
          <p:pic>
            <p:nvPicPr>
              <p:cNvPr id="4" name="Ink 3">
                <a:extLst>
                  <a:ext uri="{FF2B5EF4-FFF2-40B4-BE49-F238E27FC236}">
                    <a16:creationId xmlns:a16="http://schemas.microsoft.com/office/drawing/2014/main" id="{33D52154-56AF-1280-9AC2-877B74ED008E}"/>
                  </a:ext>
                </a:extLst>
              </p:cNvPr>
              <p:cNvPicPr/>
              <p:nvPr/>
            </p:nvPicPr>
            <p:blipFill>
              <a:blip r:embed="rId3"/>
              <a:stretch>
                <a:fillRect/>
              </a:stretch>
            </p:blipFill>
            <p:spPr>
              <a:xfrm>
                <a:off x="910800" y="2282400"/>
                <a:ext cx="8295120" cy="3534840"/>
              </a:xfrm>
              <a:prstGeom prst="rect">
                <a:avLst/>
              </a:prstGeom>
            </p:spPr>
          </p:pic>
        </mc:Fallback>
      </mc:AlternateContent>
    </p:spTree>
    <p:extLst>
      <p:ext uri="{BB962C8B-B14F-4D97-AF65-F5344CB8AC3E}">
        <p14:creationId xmlns:p14="http://schemas.microsoft.com/office/powerpoint/2010/main" val="3816700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Reinforcement Learning (RL) </a:t>
            </a:r>
          </a:p>
        </p:txBody>
      </p:sp>
      <p:sp>
        <p:nvSpPr>
          <p:cNvPr id="11" name="TextBox 10">
            <a:extLst>
              <a:ext uri="{FF2B5EF4-FFF2-40B4-BE49-F238E27FC236}">
                <a16:creationId xmlns:a16="http://schemas.microsoft.com/office/drawing/2014/main" id="{06381CCD-359B-D8A2-1997-A5B56A02FD41}"/>
              </a:ext>
            </a:extLst>
          </p:cNvPr>
          <p:cNvSpPr txBox="1"/>
          <p:nvPr/>
        </p:nvSpPr>
        <p:spPr>
          <a:xfrm>
            <a:off x="1007198" y="1351508"/>
            <a:ext cx="10515600" cy="5509200"/>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200" b="1" dirty="0">
                <a:solidFill>
                  <a:schemeClr val="accent5">
                    <a:lumMod val="75000"/>
                  </a:schemeClr>
                </a:solidFill>
                <a:latin typeface="Times New Roman" panose="02020603050405020304" pitchFamily="18" charset="0"/>
                <a:cs typeface="Times New Roman" panose="02020603050405020304" pitchFamily="18" charset="0"/>
              </a:rPr>
              <a:t>Key</a:t>
            </a:r>
            <a:r>
              <a:rPr kumimoji="0" lang="en-US" sz="2200" b="1" i="0"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 Concepts of RL:</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200" b="1" i="0"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endParaRPr>
          </a:p>
          <a:p>
            <a:pPr marL="342900" indent="-342900"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Exploration vs. Exploitation</a:t>
            </a:r>
          </a:p>
          <a:p>
            <a:pPr marL="800100" lvl="1" indent="-342900"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Exploration: </a:t>
            </a:r>
            <a:r>
              <a:rPr lang="en-US" sz="2200" dirty="0">
                <a:latin typeface="Times New Roman" panose="02020603050405020304" pitchFamily="18" charset="0"/>
                <a:cs typeface="Times New Roman" panose="02020603050405020304" pitchFamily="18" charset="0"/>
              </a:rPr>
              <a:t>Agent try new actions to learn about the environment and discover potential new strategies.</a:t>
            </a:r>
          </a:p>
          <a:p>
            <a:pPr marL="800100" lvl="1" indent="-342900"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Exploitation: </a:t>
            </a:r>
            <a:r>
              <a:rPr lang="en-US" sz="2200" dirty="0">
                <a:latin typeface="Times New Roman" panose="02020603050405020304" pitchFamily="18" charset="0"/>
                <a:cs typeface="Times New Roman" panose="02020603050405020304" pitchFamily="18" charset="0"/>
              </a:rPr>
              <a:t>Agent choose actions that maximize rewards based on current knowledge</a:t>
            </a:r>
          </a:p>
          <a:p>
            <a:pPr marL="800100" lvl="1" indent="-342900" algn="just">
              <a:buFont typeface="Arial" panose="020B0604020202020204" pitchFamily="34" charset="0"/>
              <a:buChar char="•"/>
            </a:pPr>
            <a:endParaRPr lang="en-US" sz="22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Markov Decision Process (MDP): </a:t>
            </a:r>
            <a:r>
              <a:rPr lang="en-US" sz="2200" dirty="0">
                <a:latin typeface="Times New Roman" panose="02020603050405020304" pitchFamily="18" charset="0"/>
                <a:cs typeface="Times New Roman" panose="02020603050405020304" pitchFamily="18" charset="0"/>
              </a:rPr>
              <a:t>A mathematical framework for modeling decision-making in RL. Includes states, actions, rewards, and probabilities of transitioning from one state to another</a:t>
            </a:r>
            <a:r>
              <a:rPr lang="en-US" sz="2200" b="1"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endParaRPr lang="en-US" sz="22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Reward Signal: </a:t>
            </a:r>
            <a:r>
              <a:rPr lang="en-US" sz="2200" dirty="0">
                <a:latin typeface="Times New Roman" panose="02020603050405020304" pitchFamily="18" charset="0"/>
                <a:cs typeface="Times New Roman" panose="02020603050405020304" pitchFamily="18" charset="0"/>
              </a:rPr>
              <a:t>Feedback the agent receives from the environment after taking an action</a:t>
            </a:r>
            <a:endParaRPr lang="en-US" sz="22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Discount Factor (γ): </a:t>
            </a:r>
            <a:r>
              <a:rPr lang="en-US" sz="2200" dirty="0">
                <a:latin typeface="Times New Roman" panose="02020603050405020304" pitchFamily="18" charset="0"/>
                <a:cs typeface="Times New Roman" panose="02020603050405020304" pitchFamily="18" charset="0"/>
              </a:rPr>
              <a:t>Determines the importance of future rewards versus immediate rewards. A value closer to 1 means future rewards are more significant.</a:t>
            </a:r>
            <a:endParaRPr lang="en-IN" sz="2200" dirty="0">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3E2F171C-7538-F376-CA98-D8BAB9AA58DC}"/>
                  </a:ext>
                </a:extLst>
              </p14:cNvPr>
              <p14:cNvContentPartPr/>
              <p14:nvPr/>
            </p14:nvContentPartPr>
            <p14:xfrm>
              <a:off x="1423080" y="3426840"/>
              <a:ext cx="7777800" cy="2462040"/>
            </p14:xfrm>
          </p:contentPart>
        </mc:Choice>
        <mc:Fallback>
          <p:pic>
            <p:nvPicPr>
              <p:cNvPr id="4" name="Ink 3">
                <a:extLst>
                  <a:ext uri="{FF2B5EF4-FFF2-40B4-BE49-F238E27FC236}">
                    <a16:creationId xmlns:a16="http://schemas.microsoft.com/office/drawing/2014/main" id="{3E2F171C-7538-F376-CA98-D8BAB9AA58DC}"/>
                  </a:ext>
                </a:extLst>
              </p:cNvPr>
              <p:cNvPicPr/>
              <p:nvPr/>
            </p:nvPicPr>
            <p:blipFill>
              <a:blip r:embed="rId3"/>
              <a:stretch>
                <a:fillRect/>
              </a:stretch>
            </p:blipFill>
            <p:spPr>
              <a:xfrm>
                <a:off x="1413720" y="3417480"/>
                <a:ext cx="7796520" cy="2480760"/>
              </a:xfrm>
              <a:prstGeom prst="rect">
                <a:avLst/>
              </a:prstGeom>
            </p:spPr>
          </p:pic>
        </mc:Fallback>
      </mc:AlternateContent>
    </p:spTree>
    <p:extLst>
      <p:ext uri="{BB962C8B-B14F-4D97-AF65-F5344CB8AC3E}">
        <p14:creationId xmlns:p14="http://schemas.microsoft.com/office/powerpoint/2010/main" val="1106724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Reinforcement Learning (RL): Examples </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pic>
        <p:nvPicPr>
          <p:cNvPr id="7170" name="Picture 2" descr="How Disney Packed Big Emotion Into a Little Robot">
            <a:extLst>
              <a:ext uri="{FF2B5EF4-FFF2-40B4-BE49-F238E27FC236}">
                <a16:creationId xmlns:a16="http://schemas.microsoft.com/office/drawing/2014/main" id="{A1AF04A7-0FA2-044D-C214-524777ECC4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6756" y="2458178"/>
            <a:ext cx="5271229" cy="295188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28D6187-34F2-C300-952E-69BC96F18703}"/>
              </a:ext>
            </a:extLst>
          </p:cNvPr>
          <p:cNvSpPr txBox="1"/>
          <p:nvPr/>
        </p:nvSpPr>
        <p:spPr>
          <a:xfrm>
            <a:off x="687808" y="1264160"/>
            <a:ext cx="6093500" cy="5339923"/>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Problem</a:t>
            </a:r>
            <a:r>
              <a:rPr kumimoji="0" lang="en-US" sz="2200" b="0" i="0"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 Train a robot to move to a specific location in a room.</a:t>
            </a:r>
          </a:p>
          <a:p>
            <a:pPr marL="342900" marR="0" lvl="0" indent="-342900"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State</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The robot's position in the room.</a:t>
            </a:r>
          </a:p>
          <a:p>
            <a:pPr marL="342900" marR="0" lvl="0" indent="-342900"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Action</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Move forward, backward, left, or right.</a:t>
            </a:r>
          </a:p>
          <a:p>
            <a:pPr marL="342900" marR="0" lvl="0" indent="-342900"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Reward</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800100" marR="0" lvl="1" indent="-342900"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+10 for reaching the destination.</a:t>
            </a:r>
          </a:p>
          <a:p>
            <a:pPr marL="800100" marR="0" lvl="1" indent="-342900"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 for each step taken.</a:t>
            </a:r>
          </a:p>
          <a:p>
            <a:pPr marL="800100" marR="0" lvl="1" indent="-342900"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-5 for hitting a wall.</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Process</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b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The robot starts randomly moving around, hitting walls, and learning over time to avoid them. Gradually, it finds the shortest path to the target location to maximize its reward.</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A39BC729-5B04-79BB-6B7A-8E8340D5B445}"/>
                  </a:ext>
                </a:extLst>
              </p14:cNvPr>
              <p14:cNvContentPartPr/>
              <p14:nvPr/>
            </p14:nvContentPartPr>
            <p14:xfrm>
              <a:off x="1192320" y="1757880"/>
              <a:ext cx="5523120" cy="4674240"/>
            </p14:xfrm>
          </p:contentPart>
        </mc:Choice>
        <mc:Fallback>
          <p:pic>
            <p:nvPicPr>
              <p:cNvPr id="4" name="Ink 3">
                <a:extLst>
                  <a:ext uri="{FF2B5EF4-FFF2-40B4-BE49-F238E27FC236}">
                    <a16:creationId xmlns:a16="http://schemas.microsoft.com/office/drawing/2014/main" id="{A39BC729-5B04-79BB-6B7A-8E8340D5B445}"/>
                  </a:ext>
                </a:extLst>
              </p:cNvPr>
              <p:cNvPicPr/>
              <p:nvPr/>
            </p:nvPicPr>
            <p:blipFill>
              <a:blip r:embed="rId4"/>
              <a:stretch>
                <a:fillRect/>
              </a:stretch>
            </p:blipFill>
            <p:spPr>
              <a:xfrm>
                <a:off x="1182960" y="1748520"/>
                <a:ext cx="5541840" cy="4692960"/>
              </a:xfrm>
              <a:prstGeom prst="rect">
                <a:avLst/>
              </a:prstGeom>
            </p:spPr>
          </p:pic>
        </mc:Fallback>
      </mc:AlternateContent>
    </p:spTree>
    <p:extLst>
      <p:ext uri="{BB962C8B-B14F-4D97-AF65-F5344CB8AC3E}">
        <p14:creationId xmlns:p14="http://schemas.microsoft.com/office/powerpoint/2010/main" val="31096536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Types of ML: Summary</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graphicFrame>
        <p:nvGraphicFramePr>
          <p:cNvPr id="4" name="Table 3">
            <a:extLst>
              <a:ext uri="{FF2B5EF4-FFF2-40B4-BE49-F238E27FC236}">
                <a16:creationId xmlns:a16="http://schemas.microsoft.com/office/drawing/2014/main" id="{F44C14DF-6D4A-688F-B8CE-CD66EFA6FC96}"/>
              </a:ext>
            </a:extLst>
          </p:cNvPr>
          <p:cNvGraphicFramePr>
            <a:graphicFrameLocks noGrp="1"/>
          </p:cNvGraphicFramePr>
          <p:nvPr>
            <p:extLst>
              <p:ext uri="{D42A27DB-BD31-4B8C-83A1-F6EECF244321}">
                <p14:modId xmlns:p14="http://schemas.microsoft.com/office/powerpoint/2010/main" val="2137316862"/>
              </p:ext>
            </p:extLst>
          </p:nvPr>
        </p:nvGraphicFramePr>
        <p:xfrm>
          <a:off x="848189" y="1094285"/>
          <a:ext cx="11263861" cy="5603770"/>
        </p:xfrm>
        <a:graphic>
          <a:graphicData uri="http://schemas.openxmlformats.org/drawingml/2006/table">
            <a:tbl>
              <a:tblPr>
                <a:tableStyleId>{5C22544A-7EE6-4342-B048-85BDC9FD1C3A}</a:tableStyleId>
              </a:tblPr>
              <a:tblGrid>
                <a:gridCol w="2209804">
                  <a:extLst>
                    <a:ext uri="{9D8B030D-6E8A-4147-A177-3AD203B41FA5}">
                      <a16:colId xmlns:a16="http://schemas.microsoft.com/office/drawing/2014/main" val="2552603458"/>
                    </a:ext>
                  </a:extLst>
                </a:gridCol>
                <a:gridCol w="2930932">
                  <a:extLst>
                    <a:ext uri="{9D8B030D-6E8A-4147-A177-3AD203B41FA5}">
                      <a16:colId xmlns:a16="http://schemas.microsoft.com/office/drawing/2014/main" val="2387746288"/>
                    </a:ext>
                  </a:extLst>
                </a:gridCol>
                <a:gridCol w="3175281">
                  <a:extLst>
                    <a:ext uri="{9D8B030D-6E8A-4147-A177-3AD203B41FA5}">
                      <a16:colId xmlns:a16="http://schemas.microsoft.com/office/drawing/2014/main" val="523232885"/>
                    </a:ext>
                  </a:extLst>
                </a:gridCol>
                <a:gridCol w="2947844">
                  <a:extLst>
                    <a:ext uri="{9D8B030D-6E8A-4147-A177-3AD203B41FA5}">
                      <a16:colId xmlns:a16="http://schemas.microsoft.com/office/drawing/2014/main" val="1681984248"/>
                    </a:ext>
                  </a:extLst>
                </a:gridCol>
              </a:tblGrid>
              <a:tr h="573334">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 </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Supervised Learning</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tc>
                  <a:txBody>
                    <a:bodyPr/>
                    <a:lstStyle/>
                    <a:p>
                      <a:pPr algn="ctr" fontAlgn="ctr"/>
                      <a:r>
                        <a:rPr lang="en-IN" sz="2000" b="1" u="none" strike="noStrike">
                          <a:effectLst/>
                          <a:latin typeface="Times New Roman" panose="02020603050405020304" pitchFamily="18" charset="0"/>
                          <a:cs typeface="Times New Roman" panose="02020603050405020304" pitchFamily="18" charset="0"/>
                        </a:rPr>
                        <a:t>Unsupervised Learning</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Reinforcement Learning</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extLst>
                  <a:ext uri="{0D108BD9-81ED-4DB2-BD59-A6C34878D82A}">
                    <a16:rowId xmlns:a16="http://schemas.microsoft.com/office/drawing/2014/main" val="4172943965"/>
                  </a:ext>
                </a:extLst>
              </a:tr>
              <a:tr h="858222">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Data Requirement</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Requires labeled data (input-output pairs).</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tc>
                  <a:txBody>
                    <a:bodyPr/>
                    <a:lstStyle/>
                    <a:p>
                      <a:pPr algn="l" fontAlgn="ctr"/>
                      <a:r>
                        <a:rPr lang="en-IN" sz="2000" u="none" strike="noStrike" dirty="0">
                          <a:effectLst/>
                          <a:latin typeface="Times New Roman" panose="02020603050405020304" pitchFamily="18" charset="0"/>
                          <a:cs typeface="Times New Roman" panose="02020603050405020304" pitchFamily="18" charset="0"/>
                        </a:rPr>
                        <a:t>Uses unlabeled data.</a:t>
                      </a:r>
                      <a:endParaRPr lang="en-IN"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tc>
                  <a:txBody>
                    <a:bodyPr/>
                    <a:lstStyle/>
                    <a:p>
                      <a:pPr algn="l" fontAlgn="ctr"/>
                      <a:r>
                        <a:rPr lang="en-US" sz="2000" u="none" strike="noStrike" dirty="0">
                          <a:effectLst/>
                          <a:latin typeface="Times New Roman" panose="02020603050405020304" pitchFamily="18" charset="0"/>
                          <a:cs typeface="Times New Roman" panose="02020603050405020304" pitchFamily="18" charset="0"/>
                        </a:rPr>
                        <a:t>No labeled data; interacts with an environment.</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extLst>
                  <a:ext uri="{0D108BD9-81ED-4DB2-BD59-A6C34878D82A}">
                    <a16:rowId xmlns:a16="http://schemas.microsoft.com/office/drawing/2014/main" val="4090921398"/>
                  </a:ext>
                </a:extLst>
              </a:tr>
              <a:tr h="957735">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Goal</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Learn a mapping from inputs to outputs.</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Find hidden patterns or structures.</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Maximize cumulative reward through trial and error.</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extLst>
                  <a:ext uri="{0D108BD9-81ED-4DB2-BD59-A6C34878D82A}">
                    <a16:rowId xmlns:a16="http://schemas.microsoft.com/office/drawing/2014/main" val="2709785950"/>
                  </a:ext>
                </a:extLst>
              </a:tr>
              <a:tr h="858222">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Feedback</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tc>
                  <a:txBody>
                    <a:bodyPr/>
                    <a:lstStyle/>
                    <a:p>
                      <a:pPr algn="l" fontAlgn="ctr"/>
                      <a:r>
                        <a:rPr lang="en-US" sz="2000" u="none" strike="noStrike" dirty="0">
                          <a:effectLst/>
                          <a:latin typeface="Times New Roman" panose="02020603050405020304" pitchFamily="18" charset="0"/>
                          <a:cs typeface="Times New Roman" panose="02020603050405020304" pitchFamily="18" charset="0"/>
                        </a:rPr>
                        <a:t>Explicit feedback (correct labels provided).</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No feedback; patterns are discovered independently.</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Feedback in the form of rewards or penalties.</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extLst>
                  <a:ext uri="{0D108BD9-81ED-4DB2-BD59-A6C34878D82A}">
                    <a16:rowId xmlns:a16="http://schemas.microsoft.com/office/drawing/2014/main" val="3885272832"/>
                  </a:ext>
                </a:extLst>
              </a:tr>
              <a:tr h="858222">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Common Applications</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tc>
                  <a:txBody>
                    <a:bodyPr/>
                    <a:lstStyle/>
                    <a:p>
                      <a:pPr algn="l" fontAlgn="ctr"/>
                      <a:r>
                        <a:rPr lang="en-IN" sz="2000" u="none" strike="noStrike">
                          <a:effectLst/>
                          <a:latin typeface="Times New Roman" panose="02020603050405020304" pitchFamily="18" charset="0"/>
                          <a:cs typeface="Times New Roman" panose="02020603050405020304" pitchFamily="18" charset="0"/>
                        </a:rPr>
                        <a:t>Classification, regression.</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tc>
                  <a:txBody>
                    <a:bodyPr/>
                    <a:lstStyle/>
                    <a:p>
                      <a:pPr algn="l" fontAlgn="ctr"/>
                      <a:r>
                        <a:rPr lang="en-IN" sz="2000" u="none" strike="noStrike">
                          <a:effectLst/>
                          <a:latin typeface="Times New Roman" panose="02020603050405020304" pitchFamily="18" charset="0"/>
                          <a:cs typeface="Times New Roman" panose="02020603050405020304" pitchFamily="18" charset="0"/>
                        </a:rPr>
                        <a:t>Clustering, dimensionality reduction.</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tc>
                  <a:txBody>
                    <a:bodyPr/>
                    <a:lstStyle/>
                    <a:p>
                      <a:pPr algn="l" fontAlgn="ctr"/>
                      <a:r>
                        <a:rPr lang="en-IN" sz="2000" u="none" strike="noStrike">
                          <a:effectLst/>
                          <a:latin typeface="Times New Roman" panose="02020603050405020304" pitchFamily="18" charset="0"/>
                          <a:cs typeface="Times New Roman" panose="02020603050405020304" pitchFamily="18" charset="0"/>
                        </a:rPr>
                        <a:t>Robotics, gaming, autonomous systems.</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extLst>
                  <a:ext uri="{0D108BD9-81ED-4DB2-BD59-A6C34878D82A}">
                    <a16:rowId xmlns:a16="http://schemas.microsoft.com/office/drawing/2014/main" val="3961069100"/>
                  </a:ext>
                </a:extLst>
              </a:tr>
              <a:tr h="639813">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Key Challenge</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tc>
                  <a:txBody>
                    <a:bodyPr/>
                    <a:lstStyle/>
                    <a:p>
                      <a:pPr algn="l" fontAlgn="ctr"/>
                      <a:r>
                        <a:rPr lang="en-IN" sz="2000" u="none" strike="noStrike">
                          <a:effectLst/>
                          <a:latin typeface="Times New Roman" panose="02020603050405020304" pitchFamily="18" charset="0"/>
                          <a:cs typeface="Times New Roman" panose="02020603050405020304" pitchFamily="18" charset="0"/>
                        </a:rPr>
                        <a:t>Requires high-quality labeled data.</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tc>
                  <a:txBody>
                    <a:bodyPr/>
                    <a:lstStyle/>
                    <a:p>
                      <a:pPr algn="l" fontAlgn="ctr"/>
                      <a:r>
                        <a:rPr lang="en-IN" sz="2000" u="none" strike="noStrike">
                          <a:effectLst/>
                          <a:latin typeface="Times New Roman" panose="02020603050405020304" pitchFamily="18" charset="0"/>
                          <a:cs typeface="Times New Roman" panose="02020603050405020304" pitchFamily="18" charset="0"/>
                        </a:rPr>
                        <a:t>Interpreting discovered patterns.</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tc>
                  <a:txBody>
                    <a:bodyPr/>
                    <a:lstStyle/>
                    <a:p>
                      <a:pPr algn="l" fontAlgn="ctr"/>
                      <a:r>
                        <a:rPr lang="en-IN" sz="2000" u="none" strike="noStrike">
                          <a:effectLst/>
                          <a:latin typeface="Times New Roman" panose="02020603050405020304" pitchFamily="18" charset="0"/>
                          <a:cs typeface="Times New Roman" panose="02020603050405020304" pitchFamily="18" charset="0"/>
                        </a:rPr>
                        <a:t>Balancing exploration vs. exploitation.</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extLst>
                  <a:ext uri="{0D108BD9-81ED-4DB2-BD59-A6C34878D82A}">
                    <a16:rowId xmlns:a16="http://schemas.microsoft.com/office/drawing/2014/main" val="2734494934"/>
                  </a:ext>
                </a:extLst>
              </a:tr>
              <a:tr h="858222">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Examples</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Predicting house prices, image classification.</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tc>
                  <a:txBody>
                    <a:bodyPr/>
                    <a:lstStyle/>
                    <a:p>
                      <a:pPr algn="l" fontAlgn="ctr"/>
                      <a:r>
                        <a:rPr lang="en-IN" sz="2000" u="none" strike="noStrike">
                          <a:effectLst/>
                          <a:latin typeface="Times New Roman" panose="02020603050405020304" pitchFamily="18" charset="0"/>
                          <a:cs typeface="Times New Roman" panose="02020603050405020304" pitchFamily="18" charset="0"/>
                        </a:rPr>
                        <a:t>Customer segmentation, market basket analysis.</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tc>
                  <a:txBody>
                    <a:bodyPr/>
                    <a:lstStyle/>
                    <a:p>
                      <a:pPr algn="l" fontAlgn="ctr"/>
                      <a:r>
                        <a:rPr lang="en-US" sz="2000" u="none" strike="noStrike" dirty="0">
                          <a:effectLst/>
                          <a:latin typeface="Times New Roman" panose="02020603050405020304" pitchFamily="18" charset="0"/>
                          <a:cs typeface="Times New Roman" panose="02020603050405020304" pitchFamily="18" charset="0"/>
                        </a:rPr>
                        <a:t>Teaching robots, AI in games, self-driving cars</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tc>
                <a:extLst>
                  <a:ext uri="{0D108BD9-81ED-4DB2-BD59-A6C34878D82A}">
                    <a16:rowId xmlns:a16="http://schemas.microsoft.com/office/drawing/2014/main" val="3912410556"/>
                  </a:ext>
                </a:extLst>
              </a:tr>
            </a:tbl>
          </a:graphicData>
        </a:graphic>
      </p:graphicFrame>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4D268AA4-E631-C79E-4097-7D11DBC36762}"/>
                  </a:ext>
                </a:extLst>
              </p14:cNvPr>
              <p14:cNvContentPartPr/>
              <p14:nvPr/>
            </p14:nvContentPartPr>
            <p14:xfrm>
              <a:off x="1848960" y="2306520"/>
              <a:ext cx="10224360" cy="4280040"/>
            </p14:xfrm>
          </p:contentPart>
        </mc:Choice>
        <mc:Fallback>
          <p:pic>
            <p:nvPicPr>
              <p:cNvPr id="5" name="Ink 4">
                <a:extLst>
                  <a:ext uri="{FF2B5EF4-FFF2-40B4-BE49-F238E27FC236}">
                    <a16:creationId xmlns:a16="http://schemas.microsoft.com/office/drawing/2014/main" id="{4D268AA4-E631-C79E-4097-7D11DBC36762}"/>
                  </a:ext>
                </a:extLst>
              </p:cNvPr>
              <p:cNvPicPr/>
              <p:nvPr/>
            </p:nvPicPr>
            <p:blipFill>
              <a:blip r:embed="rId3"/>
              <a:stretch>
                <a:fillRect/>
              </a:stretch>
            </p:blipFill>
            <p:spPr>
              <a:xfrm>
                <a:off x="1839600" y="2297160"/>
                <a:ext cx="10243080" cy="4298760"/>
              </a:xfrm>
              <a:prstGeom prst="rect">
                <a:avLst/>
              </a:prstGeom>
            </p:spPr>
          </p:pic>
        </mc:Fallback>
      </mc:AlternateContent>
    </p:spTree>
    <p:extLst>
      <p:ext uri="{BB962C8B-B14F-4D97-AF65-F5344CB8AC3E}">
        <p14:creationId xmlns:p14="http://schemas.microsoft.com/office/powerpoint/2010/main" val="649285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Learning Algorithm</a:t>
            </a:r>
          </a:p>
        </p:txBody>
      </p:sp>
      <p:sp>
        <p:nvSpPr>
          <p:cNvPr id="11" name="TextBox 10">
            <a:extLst>
              <a:ext uri="{FF2B5EF4-FFF2-40B4-BE49-F238E27FC236}">
                <a16:creationId xmlns:a16="http://schemas.microsoft.com/office/drawing/2014/main" id="{06381CCD-359B-D8A2-1997-A5B56A02FD41}"/>
              </a:ext>
            </a:extLst>
          </p:cNvPr>
          <p:cNvSpPr txBox="1"/>
          <p:nvPr/>
        </p:nvSpPr>
        <p:spPr>
          <a:xfrm>
            <a:off x="1007198" y="1351508"/>
            <a:ext cx="10085524" cy="4493538"/>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 </a:t>
            </a:r>
            <a:r>
              <a:rPr kumimoji="0" lang="en-US" sz="2200" b="1" i="0"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learning algorithm</a:t>
            </a:r>
            <a:r>
              <a:rPr kumimoji="0" lang="en-US" sz="2200" b="0" i="0"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 </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is a core component of machine learning that allows a model to learn patterns and make predictions from data. These algorithms fall under various categories based on the type of learning involved and the problem they solve.</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1. Supervised Learning</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Definition: The algorithm is trained on labeled data (input-output pairs).</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Objective: Learn a mapping from inputs (features) to outputs (labels or targets).</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Examples: </a:t>
            </a:r>
          </a:p>
          <a:p>
            <a:pPr marL="800100" lvl="1" indent="-342900" algn="just" defTabSz="914400">
              <a:buFont typeface="Arial" panose="020B0604020202020204" pitchFamily="34" charset="0"/>
              <a:buChar char="•"/>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Linear Regression</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Predict house prices based on features like size, location, etc.</a:t>
            </a:r>
          </a:p>
          <a:p>
            <a:pPr marL="800100" lvl="1" indent="-342900" algn="just" defTabSz="914400">
              <a:buFont typeface="Arial" panose="020B0604020202020204" pitchFamily="34" charset="0"/>
              <a:buChar char="•"/>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Logistic Regression</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Classify emails as spam or not spam.</a:t>
            </a:r>
          </a:p>
          <a:p>
            <a:pPr marL="800100" lvl="1" indent="-342900" algn="just" defTabSz="914400">
              <a:buFont typeface="Arial" panose="020B0604020202020204" pitchFamily="34" charset="0"/>
              <a:buChar char="•"/>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Decision Trees</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Predict if a student will pass based on study hours.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54A1DAAF-D2F0-4DC6-6E1A-61D9097790F6}"/>
                  </a:ext>
                </a:extLst>
              </p14:cNvPr>
              <p14:cNvContentPartPr/>
              <p14:nvPr/>
            </p14:nvContentPartPr>
            <p14:xfrm>
              <a:off x="1793160" y="1707480"/>
              <a:ext cx="8984520" cy="3871800"/>
            </p14:xfrm>
          </p:contentPart>
        </mc:Choice>
        <mc:Fallback>
          <p:pic>
            <p:nvPicPr>
              <p:cNvPr id="4" name="Ink 3">
                <a:extLst>
                  <a:ext uri="{FF2B5EF4-FFF2-40B4-BE49-F238E27FC236}">
                    <a16:creationId xmlns:a16="http://schemas.microsoft.com/office/drawing/2014/main" id="{54A1DAAF-D2F0-4DC6-6E1A-61D9097790F6}"/>
                  </a:ext>
                </a:extLst>
              </p:cNvPr>
              <p:cNvPicPr/>
              <p:nvPr/>
            </p:nvPicPr>
            <p:blipFill>
              <a:blip r:embed="rId3"/>
              <a:stretch>
                <a:fillRect/>
              </a:stretch>
            </p:blipFill>
            <p:spPr>
              <a:xfrm>
                <a:off x="1783800" y="1698120"/>
                <a:ext cx="9003240" cy="3890520"/>
              </a:xfrm>
              <a:prstGeom prst="rect">
                <a:avLst/>
              </a:prstGeom>
            </p:spPr>
          </p:pic>
        </mc:Fallback>
      </mc:AlternateContent>
    </p:spTree>
    <p:extLst>
      <p:ext uri="{BB962C8B-B14F-4D97-AF65-F5344CB8AC3E}">
        <p14:creationId xmlns:p14="http://schemas.microsoft.com/office/powerpoint/2010/main" val="26669696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Learning Algorithm</a:t>
            </a:r>
          </a:p>
        </p:txBody>
      </p:sp>
      <p:sp>
        <p:nvSpPr>
          <p:cNvPr id="11" name="TextBox 10">
            <a:extLst>
              <a:ext uri="{FF2B5EF4-FFF2-40B4-BE49-F238E27FC236}">
                <a16:creationId xmlns:a16="http://schemas.microsoft.com/office/drawing/2014/main" id="{06381CCD-359B-D8A2-1997-A5B56A02FD41}"/>
              </a:ext>
            </a:extLst>
          </p:cNvPr>
          <p:cNvSpPr txBox="1"/>
          <p:nvPr/>
        </p:nvSpPr>
        <p:spPr>
          <a:xfrm>
            <a:off x="1007198" y="1351508"/>
            <a:ext cx="10085524" cy="280076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2. Unsupervised Learning</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Definition: The algorithm is trained on data without explicit labels.</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Objective: Discover patterns or structure in the data.</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Examples: </a:t>
            </a:r>
          </a:p>
          <a:p>
            <a:pPr marL="800100" lvl="1" indent="-342900" algn="just" defTabSz="914400">
              <a:buFont typeface="Arial" panose="020B0604020202020204" pitchFamily="34" charset="0"/>
              <a:buChar char="•"/>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Clustering (e.g., K-Means)</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Group customers based on purchasing behavior.</a:t>
            </a:r>
          </a:p>
          <a:p>
            <a:pPr marL="800100" lvl="1" indent="-342900" algn="just" defTabSz="914400">
              <a:buFont typeface="Arial" panose="020B0604020202020204" pitchFamily="34" charset="0"/>
              <a:buChar char="•"/>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Dimensionality Reduction (e.g., PCA)</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Compress data while retaining meaningful information for visualization or analysis.</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C0C55115-FEA6-D1D6-7A98-CD2B91A115DC}"/>
                  </a:ext>
                </a:extLst>
              </p14:cNvPr>
              <p14:cNvContentPartPr/>
              <p14:nvPr/>
            </p14:nvContentPartPr>
            <p14:xfrm>
              <a:off x="1735560" y="2454840"/>
              <a:ext cx="9291600" cy="1850040"/>
            </p14:xfrm>
          </p:contentPart>
        </mc:Choice>
        <mc:Fallback>
          <p:pic>
            <p:nvPicPr>
              <p:cNvPr id="4" name="Ink 3">
                <a:extLst>
                  <a:ext uri="{FF2B5EF4-FFF2-40B4-BE49-F238E27FC236}">
                    <a16:creationId xmlns:a16="http://schemas.microsoft.com/office/drawing/2014/main" id="{C0C55115-FEA6-D1D6-7A98-CD2B91A115DC}"/>
                  </a:ext>
                </a:extLst>
              </p:cNvPr>
              <p:cNvPicPr/>
              <p:nvPr/>
            </p:nvPicPr>
            <p:blipFill>
              <a:blip r:embed="rId3"/>
              <a:stretch>
                <a:fillRect/>
              </a:stretch>
            </p:blipFill>
            <p:spPr>
              <a:xfrm>
                <a:off x="1726200" y="2445480"/>
                <a:ext cx="9310320" cy="1868760"/>
              </a:xfrm>
              <a:prstGeom prst="rect">
                <a:avLst/>
              </a:prstGeom>
            </p:spPr>
          </p:pic>
        </mc:Fallback>
      </mc:AlternateContent>
    </p:spTree>
    <p:extLst>
      <p:ext uri="{BB962C8B-B14F-4D97-AF65-F5344CB8AC3E}">
        <p14:creationId xmlns:p14="http://schemas.microsoft.com/office/powerpoint/2010/main" val="10559659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Learning Algorithm</a:t>
            </a:r>
          </a:p>
        </p:txBody>
      </p:sp>
      <p:sp>
        <p:nvSpPr>
          <p:cNvPr id="11" name="TextBox 10">
            <a:extLst>
              <a:ext uri="{FF2B5EF4-FFF2-40B4-BE49-F238E27FC236}">
                <a16:creationId xmlns:a16="http://schemas.microsoft.com/office/drawing/2014/main" id="{06381CCD-359B-D8A2-1997-A5B56A02FD41}"/>
              </a:ext>
            </a:extLst>
          </p:cNvPr>
          <p:cNvSpPr txBox="1"/>
          <p:nvPr/>
        </p:nvSpPr>
        <p:spPr>
          <a:xfrm>
            <a:off x="1007198" y="1351508"/>
            <a:ext cx="10085524" cy="3477875"/>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3. Semi-Supervised Learning</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Definition: Uses a mix of labeled and unlabeled data for training.</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Objective: Leverage large amounts of unlabeled data with a small amount of labeled data to improve learning.</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Example: Classify medical images where only a few are labeled (e.g., identifying tumors).</a:t>
            </a: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BFF3825-967C-1B16-3DFE-D18B79AC26B6}"/>
                  </a:ext>
                </a:extLst>
              </p14:cNvPr>
              <p14:cNvContentPartPr/>
              <p14:nvPr/>
            </p14:nvContentPartPr>
            <p14:xfrm>
              <a:off x="4371480" y="3097440"/>
              <a:ext cx="6212880" cy="1157400"/>
            </p14:xfrm>
          </p:contentPart>
        </mc:Choice>
        <mc:Fallback>
          <p:pic>
            <p:nvPicPr>
              <p:cNvPr id="4" name="Ink 3">
                <a:extLst>
                  <a:ext uri="{FF2B5EF4-FFF2-40B4-BE49-F238E27FC236}">
                    <a16:creationId xmlns:a16="http://schemas.microsoft.com/office/drawing/2014/main" id="{FBFF3825-967C-1B16-3DFE-D18B79AC26B6}"/>
                  </a:ext>
                </a:extLst>
              </p:cNvPr>
              <p:cNvPicPr/>
              <p:nvPr/>
            </p:nvPicPr>
            <p:blipFill>
              <a:blip r:embed="rId3"/>
              <a:stretch>
                <a:fillRect/>
              </a:stretch>
            </p:blipFill>
            <p:spPr>
              <a:xfrm>
                <a:off x="4362120" y="3088080"/>
                <a:ext cx="6231600" cy="1176120"/>
              </a:xfrm>
              <a:prstGeom prst="rect">
                <a:avLst/>
              </a:prstGeom>
            </p:spPr>
          </p:pic>
        </mc:Fallback>
      </mc:AlternateContent>
    </p:spTree>
    <p:extLst>
      <p:ext uri="{BB962C8B-B14F-4D97-AF65-F5344CB8AC3E}">
        <p14:creationId xmlns:p14="http://schemas.microsoft.com/office/powerpoint/2010/main" val="39288925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Learning Algorithm</a:t>
            </a:r>
          </a:p>
        </p:txBody>
      </p:sp>
      <p:sp>
        <p:nvSpPr>
          <p:cNvPr id="11" name="TextBox 10">
            <a:extLst>
              <a:ext uri="{FF2B5EF4-FFF2-40B4-BE49-F238E27FC236}">
                <a16:creationId xmlns:a16="http://schemas.microsoft.com/office/drawing/2014/main" id="{06381CCD-359B-D8A2-1997-A5B56A02FD41}"/>
              </a:ext>
            </a:extLst>
          </p:cNvPr>
          <p:cNvSpPr txBox="1"/>
          <p:nvPr/>
        </p:nvSpPr>
        <p:spPr>
          <a:xfrm>
            <a:off x="1007198" y="1351508"/>
            <a:ext cx="10085524" cy="4154984"/>
          </a:xfrm>
          <a:prstGeom prst="rect">
            <a:avLst/>
          </a:prstGeom>
          <a:noFill/>
        </p:spPr>
        <p:txBody>
          <a:bodyPr wrap="square">
            <a:spAutoFit/>
          </a:bodyPr>
          <a:lstStyle/>
          <a:p>
            <a:pPr marR="0" lvl="0" algn="just" defTabSz="914400" rtl="0" eaLnBrk="1" fontAlgn="auto" latinLnBrk="0" hangingPunct="1">
              <a:lnSpc>
                <a:spcPct val="100000"/>
              </a:lnSpc>
              <a:spcBef>
                <a:spcPts val="0"/>
              </a:spcBef>
              <a:spcAft>
                <a:spcPts val="0"/>
              </a:spcAft>
              <a:buClrTx/>
              <a:buSzTx/>
              <a:tabLst/>
              <a:defRPr/>
            </a:pPr>
            <a:endPar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4. Reinforcement Learning</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Definition: The algorithm learns by interacting with an environment and receiving feedback in the form of rewards or penalties.</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Objective: Maximize cumulative rewards over time.</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Examples</a:t>
            </a:r>
          </a:p>
          <a:p>
            <a:pPr marL="800100" lvl="1" indent="-342900" algn="just" defTabSz="914400">
              <a:buFont typeface="Arial" panose="020B0604020202020204" pitchFamily="34" charset="0"/>
              <a:buChar char="•"/>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Game Playing (e.g., AlphaGo)</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Learn strategies for board games like Go or Chess.</a:t>
            </a:r>
          </a:p>
          <a:p>
            <a:pPr marL="800100" lvl="1" indent="-342900" algn="just" defTabSz="914400">
              <a:buFont typeface="Arial" panose="020B0604020202020204" pitchFamily="34" charset="0"/>
              <a:buChar char="•"/>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Robotics</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Teach robots to walk or navigate obstacles.</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D5380AF-F9A1-C78E-7124-47CDE07F8E24}"/>
                  </a:ext>
                </a:extLst>
              </p14:cNvPr>
              <p14:cNvContentPartPr/>
              <p14:nvPr/>
            </p14:nvContentPartPr>
            <p14:xfrm>
              <a:off x="2277360" y="2867400"/>
              <a:ext cx="8349840" cy="2067120"/>
            </p14:xfrm>
          </p:contentPart>
        </mc:Choice>
        <mc:Fallback>
          <p:pic>
            <p:nvPicPr>
              <p:cNvPr id="4" name="Ink 3">
                <a:extLst>
                  <a:ext uri="{FF2B5EF4-FFF2-40B4-BE49-F238E27FC236}">
                    <a16:creationId xmlns:a16="http://schemas.microsoft.com/office/drawing/2014/main" id="{FD5380AF-F9A1-C78E-7124-47CDE07F8E24}"/>
                  </a:ext>
                </a:extLst>
              </p:cNvPr>
              <p:cNvPicPr/>
              <p:nvPr/>
            </p:nvPicPr>
            <p:blipFill>
              <a:blip r:embed="rId3"/>
              <a:stretch>
                <a:fillRect/>
              </a:stretch>
            </p:blipFill>
            <p:spPr>
              <a:xfrm>
                <a:off x="2268000" y="2858040"/>
                <a:ext cx="8368560" cy="2085840"/>
              </a:xfrm>
              <a:prstGeom prst="rect">
                <a:avLst/>
              </a:prstGeom>
            </p:spPr>
          </p:pic>
        </mc:Fallback>
      </mc:AlternateContent>
    </p:spTree>
    <p:extLst>
      <p:ext uri="{BB962C8B-B14F-4D97-AF65-F5344CB8AC3E}">
        <p14:creationId xmlns:p14="http://schemas.microsoft.com/office/powerpoint/2010/main" val="29143183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Learning Algorithm</a:t>
            </a:r>
          </a:p>
        </p:txBody>
      </p:sp>
      <p:sp>
        <p:nvSpPr>
          <p:cNvPr id="11" name="TextBox 10">
            <a:extLst>
              <a:ext uri="{FF2B5EF4-FFF2-40B4-BE49-F238E27FC236}">
                <a16:creationId xmlns:a16="http://schemas.microsoft.com/office/drawing/2014/main" id="{06381CCD-359B-D8A2-1997-A5B56A02FD41}"/>
              </a:ext>
            </a:extLst>
          </p:cNvPr>
          <p:cNvSpPr txBox="1"/>
          <p:nvPr/>
        </p:nvSpPr>
        <p:spPr>
          <a:xfrm>
            <a:off x="1007198" y="946777"/>
            <a:ext cx="11184802" cy="6524863"/>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2200" b="1">
                <a:solidFill>
                  <a:schemeClr val="accent5">
                    <a:lumMod val="75000"/>
                  </a:schemeClr>
                </a:solidFill>
                <a:latin typeface="Times New Roman" panose="02020603050405020304" pitchFamily="18" charset="0"/>
                <a:cs typeface="Times New Roman" panose="02020603050405020304" pitchFamily="18" charset="0"/>
              </a:rPr>
              <a:t>Popular RL Algorithms</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Q-Learning:- </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 model-free algorithm that learns the quality of actions. Uses the Bellman Equation to update the Q-values. </a:t>
            </a:r>
          </a:p>
          <a:p>
            <a:pPr marL="800100" lvl="1" indent="-342900" defTabSz="914400">
              <a:buFont typeface="Arial" panose="020B0604020202020204" pitchFamily="34" charset="0"/>
              <a:buChar char="•"/>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Example: Training a robot to navigate a maze by maximizing rewards for reaching the exit.</a:t>
            </a:r>
          </a:p>
          <a:p>
            <a:pPr marL="800100" marR="0" lvl="1" indent="-3429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Deep Q-Learning </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(DQN):- Combines Q-Learning with deep neural networks for handling large state spaces.</a:t>
            </a:r>
          </a:p>
          <a:p>
            <a:pPr marL="800100" lvl="1" indent="-342900" defTabSz="914400">
              <a:buFont typeface="Arial" panose="020B0604020202020204" pitchFamily="34" charset="0"/>
              <a:buChar char="•"/>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Example: Playing Atari games using raw pixel inputs.</a:t>
            </a:r>
          </a:p>
          <a:p>
            <a:pPr marL="800100" marR="0" lvl="1" indent="-3429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Policy Gradient Methods:- </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Directly optimize the policy to select the best actions.</a:t>
            </a:r>
          </a:p>
          <a:p>
            <a:pPr marL="800100" marR="0" lvl="1" indent="-3429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Example: Training robots to walk by adjusting their movement policies.</a:t>
            </a:r>
          </a:p>
          <a:p>
            <a:pPr marL="800100" marR="0" lvl="1" indent="-3429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Actor-Critic Methods:- </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Combines policy-based (actor) and value-based (critic) approaches for better efficiency.</a:t>
            </a:r>
          </a:p>
          <a:p>
            <a:pPr marL="800100" marR="0" lvl="1" indent="-3429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Example: Simulating complex tasks like assembling parts in manufacturing.</a:t>
            </a:r>
          </a:p>
          <a:p>
            <a:pPr marL="342900" marR="0" lvl="0" indent="-3429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4C59A83E-6E31-85EE-7963-3CD17CAAC70A}"/>
                  </a:ext>
                </a:extLst>
              </p14:cNvPr>
              <p14:cNvContentPartPr/>
              <p14:nvPr/>
            </p14:nvContentPartPr>
            <p14:xfrm>
              <a:off x="3677760" y="2162160"/>
              <a:ext cx="7462440" cy="4113000"/>
            </p14:xfrm>
          </p:contentPart>
        </mc:Choice>
        <mc:Fallback>
          <p:pic>
            <p:nvPicPr>
              <p:cNvPr id="4" name="Ink 3">
                <a:extLst>
                  <a:ext uri="{FF2B5EF4-FFF2-40B4-BE49-F238E27FC236}">
                    <a16:creationId xmlns:a16="http://schemas.microsoft.com/office/drawing/2014/main" id="{4C59A83E-6E31-85EE-7963-3CD17CAAC70A}"/>
                  </a:ext>
                </a:extLst>
              </p:cNvPr>
              <p:cNvPicPr/>
              <p:nvPr/>
            </p:nvPicPr>
            <p:blipFill>
              <a:blip r:embed="rId3"/>
              <a:stretch>
                <a:fillRect/>
              </a:stretch>
            </p:blipFill>
            <p:spPr>
              <a:xfrm>
                <a:off x="3668400" y="2152800"/>
                <a:ext cx="7481160" cy="4131720"/>
              </a:xfrm>
              <a:prstGeom prst="rect">
                <a:avLst/>
              </a:prstGeom>
            </p:spPr>
          </p:pic>
        </mc:Fallback>
      </mc:AlternateContent>
    </p:spTree>
    <p:extLst>
      <p:ext uri="{BB962C8B-B14F-4D97-AF65-F5344CB8AC3E}">
        <p14:creationId xmlns:p14="http://schemas.microsoft.com/office/powerpoint/2010/main" val="7267197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Learning Algorithm</a:t>
            </a:r>
          </a:p>
        </p:txBody>
      </p:sp>
      <p:sp>
        <p:nvSpPr>
          <p:cNvPr id="11" name="TextBox 10">
            <a:extLst>
              <a:ext uri="{FF2B5EF4-FFF2-40B4-BE49-F238E27FC236}">
                <a16:creationId xmlns:a16="http://schemas.microsoft.com/office/drawing/2014/main" id="{06381CCD-359B-D8A2-1997-A5B56A02FD41}"/>
              </a:ext>
            </a:extLst>
          </p:cNvPr>
          <p:cNvSpPr txBox="1"/>
          <p:nvPr/>
        </p:nvSpPr>
        <p:spPr>
          <a:xfrm>
            <a:off x="1007197" y="1325563"/>
            <a:ext cx="9875661" cy="38164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200" b="1" i="0"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Key Components of a Learning Algorithm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Objective Function</a:t>
            </a:r>
            <a:r>
              <a:rPr kumimoji="0" lang="en-IN"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IN"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Defines what the algorithm is trying to optimize (e.g., minimizing error or maximizing accuracy).</a:t>
            </a:r>
          </a:p>
          <a:p>
            <a:pPr marL="742950" marR="0" lvl="1" indent="-28575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Optimization Technique</a:t>
            </a:r>
            <a:r>
              <a:rPr kumimoji="0" lang="en-IN"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IN"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Methods like Gradient Descent help find the best parameters for the model.</a:t>
            </a:r>
          </a:p>
          <a:p>
            <a:pPr marL="742950" marR="0" lvl="1" indent="-28575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Evaluation Metrics</a:t>
            </a:r>
            <a:r>
              <a:rPr kumimoji="0" lang="en-IN"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IN"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Measure the model's performance (e.g., accuracy, RMSE, F1 score).</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1FF0FA38-AD8E-318C-CC37-4E2B237525FB}"/>
                  </a:ext>
                </a:extLst>
              </p14:cNvPr>
              <p14:cNvContentPartPr/>
              <p14:nvPr/>
            </p14:nvContentPartPr>
            <p14:xfrm>
              <a:off x="3556080" y="2106360"/>
              <a:ext cx="5527440" cy="3121920"/>
            </p14:xfrm>
          </p:contentPart>
        </mc:Choice>
        <mc:Fallback>
          <p:pic>
            <p:nvPicPr>
              <p:cNvPr id="4" name="Ink 3">
                <a:extLst>
                  <a:ext uri="{FF2B5EF4-FFF2-40B4-BE49-F238E27FC236}">
                    <a16:creationId xmlns:a16="http://schemas.microsoft.com/office/drawing/2014/main" id="{1FF0FA38-AD8E-318C-CC37-4E2B237525FB}"/>
                  </a:ext>
                </a:extLst>
              </p:cNvPr>
              <p:cNvPicPr/>
              <p:nvPr/>
            </p:nvPicPr>
            <p:blipFill>
              <a:blip r:embed="rId3"/>
              <a:stretch>
                <a:fillRect/>
              </a:stretch>
            </p:blipFill>
            <p:spPr>
              <a:xfrm>
                <a:off x="3546720" y="2097000"/>
                <a:ext cx="5546160" cy="3140640"/>
              </a:xfrm>
              <a:prstGeom prst="rect">
                <a:avLst/>
              </a:prstGeom>
            </p:spPr>
          </p:pic>
        </mc:Fallback>
      </mc:AlternateContent>
    </p:spTree>
    <p:extLst>
      <p:ext uri="{BB962C8B-B14F-4D97-AF65-F5344CB8AC3E}">
        <p14:creationId xmlns:p14="http://schemas.microsoft.com/office/powerpoint/2010/main" val="3648386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Popular Learning Algorithm</a:t>
            </a:r>
          </a:p>
        </p:txBody>
      </p:sp>
      <p:sp>
        <p:nvSpPr>
          <p:cNvPr id="11" name="TextBox 10">
            <a:extLst>
              <a:ext uri="{FF2B5EF4-FFF2-40B4-BE49-F238E27FC236}">
                <a16:creationId xmlns:a16="http://schemas.microsoft.com/office/drawing/2014/main" id="{06381CCD-359B-D8A2-1997-A5B56A02FD41}"/>
              </a:ext>
            </a:extLst>
          </p:cNvPr>
          <p:cNvSpPr txBox="1"/>
          <p:nvPr/>
        </p:nvSpPr>
        <p:spPr>
          <a:xfrm>
            <a:off x="1007197" y="1325563"/>
            <a:ext cx="10515600" cy="4493538"/>
          </a:xfrm>
          <a:prstGeom prst="rect">
            <a:avLst/>
          </a:prstGeom>
          <a:noFill/>
        </p:spPr>
        <p:txBody>
          <a:bodyPr wrap="square">
            <a:spAutoFit/>
          </a:bodyPr>
          <a:lstStyle/>
          <a:p>
            <a:pPr marL="457200" indent="-457200" defTabSz="914400">
              <a:buFont typeface="+mj-lt"/>
              <a:buAutoNum type="arabicPeriod"/>
              <a:defRPr/>
            </a:pPr>
            <a:r>
              <a:rPr kumimoji="0" lang="en-IN"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Linear Models</a:t>
            </a:r>
            <a:r>
              <a:rPr kumimoji="0" lang="en-IN"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Used for simple, interpretable relationships.</a:t>
            </a:r>
          </a:p>
          <a:p>
            <a:pPr marR="0" lvl="1" algn="l" defTabSz="914400" rtl="0" eaLnBrk="1" fontAlgn="auto" latinLnBrk="0" hangingPunct="1">
              <a:lnSpc>
                <a:spcPct val="100000"/>
              </a:lnSpc>
              <a:spcBef>
                <a:spcPts val="0"/>
              </a:spcBef>
              <a:spcAft>
                <a:spcPts val="0"/>
              </a:spcAft>
              <a:buClrTx/>
              <a:buSzTx/>
              <a:tabLst/>
              <a:defRPr/>
            </a:pPr>
            <a:r>
              <a:rPr kumimoji="0" lang="en-IN"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Linear Regression, Logistic Regression.</a:t>
            </a:r>
          </a:p>
          <a:p>
            <a:pPr marL="457200" indent="-457200" defTabSz="914400">
              <a:buFont typeface="+mj-lt"/>
              <a:buAutoNum type="arabicPeriod"/>
              <a:defRPr/>
            </a:pPr>
            <a:r>
              <a:rPr kumimoji="0" lang="en-IN"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Tree-Based Models</a:t>
            </a:r>
            <a:r>
              <a:rPr kumimoji="0" lang="en-IN"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Useful for non-linear relationships and feature importance.</a:t>
            </a:r>
          </a:p>
          <a:p>
            <a:pPr marR="0" lvl="1" algn="l" defTabSz="914400" rtl="0" eaLnBrk="1" fontAlgn="auto" latinLnBrk="0" hangingPunct="1">
              <a:lnSpc>
                <a:spcPct val="100000"/>
              </a:lnSpc>
              <a:spcBef>
                <a:spcPts val="0"/>
              </a:spcBef>
              <a:spcAft>
                <a:spcPts val="0"/>
              </a:spcAft>
              <a:buClrTx/>
              <a:buSzTx/>
              <a:tabLst/>
              <a:defRPr/>
            </a:pPr>
            <a:r>
              <a:rPr kumimoji="0" lang="en-IN"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Decision Trees, Random Forests, Gradient Boosting (e.g., </a:t>
            </a:r>
            <a:r>
              <a:rPr kumimoji="0" lang="en-IN" sz="2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XGBoost</a:t>
            </a:r>
            <a:r>
              <a:rPr kumimoji="0" lang="en-IN"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Support Vector Machines (SVMs)</a:t>
            </a:r>
            <a:r>
              <a:rPr kumimoji="0" lang="en-IN"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Effective for classification tasks with a clear margin between classes.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Neural Networks</a:t>
            </a:r>
            <a:r>
              <a:rPr kumimoji="0" lang="en-IN"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Used for complex tasks like image recognition and natural language processing.</a:t>
            </a:r>
          </a:p>
          <a:p>
            <a:pPr marL="457200" indent="-457200" defTabSz="914400">
              <a:buFont typeface="+mj-lt"/>
              <a:buAutoNum type="arabicPeriod"/>
              <a:defRPr/>
            </a:pPr>
            <a:r>
              <a:rPr kumimoji="0" lang="en-IN"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Clustering Algorithms</a:t>
            </a:r>
            <a:r>
              <a:rPr kumimoji="0" lang="en-IN"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Group data into clusters based on similarity.</a:t>
            </a:r>
          </a:p>
          <a:p>
            <a:pPr marR="0" lvl="1" algn="l" defTabSz="914400" rtl="0" eaLnBrk="1" fontAlgn="auto" latinLnBrk="0" hangingPunct="1">
              <a:lnSpc>
                <a:spcPct val="100000"/>
              </a:lnSpc>
              <a:spcBef>
                <a:spcPts val="0"/>
              </a:spcBef>
              <a:spcAft>
                <a:spcPts val="0"/>
              </a:spcAft>
              <a:buClrTx/>
              <a:buSzTx/>
              <a:tabLst/>
              <a:defRPr/>
            </a:pPr>
            <a:r>
              <a:rPr kumimoji="0" lang="en-IN"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K-Means, DBSCAN.</a:t>
            </a:r>
          </a:p>
          <a:p>
            <a:pPr marL="457200" indent="-457200" defTabSz="914400">
              <a:buFont typeface="+mj-lt"/>
              <a:buAutoNum type="arabicPeriod"/>
              <a:defRPr/>
            </a:pPr>
            <a:r>
              <a:rPr kumimoji="0" lang="en-IN"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Dimensionality Reduction Algorithms</a:t>
            </a:r>
            <a:r>
              <a:rPr kumimoji="0" lang="en-IN"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Reduce data complexity for visualization or feature engineering.</a:t>
            </a:r>
          </a:p>
          <a:p>
            <a:pPr marR="0" lvl="1" algn="l" defTabSz="914400" rtl="0" eaLnBrk="1" fontAlgn="auto" latinLnBrk="0" hangingPunct="1">
              <a:lnSpc>
                <a:spcPct val="100000"/>
              </a:lnSpc>
              <a:spcBef>
                <a:spcPts val="0"/>
              </a:spcBef>
              <a:spcAft>
                <a:spcPts val="0"/>
              </a:spcAft>
              <a:buClrTx/>
              <a:buSzTx/>
              <a:tabLst/>
              <a:defRPr/>
            </a:pPr>
            <a:r>
              <a:rPr kumimoji="0" lang="en-IN"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PCA, t-SNE.</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002C085F-5950-B114-DC9A-5C7744B1D5EB}"/>
                  </a:ext>
                </a:extLst>
              </p14:cNvPr>
              <p14:cNvContentPartPr/>
              <p14:nvPr/>
            </p14:nvContentPartPr>
            <p14:xfrm>
              <a:off x="1381680" y="2479320"/>
              <a:ext cx="8766720" cy="3308760"/>
            </p14:xfrm>
          </p:contentPart>
        </mc:Choice>
        <mc:Fallback>
          <p:pic>
            <p:nvPicPr>
              <p:cNvPr id="4" name="Ink 3">
                <a:extLst>
                  <a:ext uri="{FF2B5EF4-FFF2-40B4-BE49-F238E27FC236}">
                    <a16:creationId xmlns:a16="http://schemas.microsoft.com/office/drawing/2014/main" id="{002C085F-5950-B114-DC9A-5C7744B1D5EB}"/>
                  </a:ext>
                </a:extLst>
              </p:cNvPr>
              <p:cNvPicPr/>
              <p:nvPr/>
            </p:nvPicPr>
            <p:blipFill>
              <a:blip r:embed="rId3"/>
              <a:stretch>
                <a:fillRect/>
              </a:stretch>
            </p:blipFill>
            <p:spPr>
              <a:xfrm>
                <a:off x="1372320" y="2469960"/>
                <a:ext cx="8785440" cy="3327480"/>
              </a:xfrm>
              <a:prstGeom prst="rect">
                <a:avLst/>
              </a:prstGeom>
            </p:spPr>
          </p:pic>
        </mc:Fallback>
      </mc:AlternateContent>
    </p:spTree>
    <p:extLst>
      <p:ext uri="{BB962C8B-B14F-4D97-AF65-F5344CB8AC3E}">
        <p14:creationId xmlns:p14="http://schemas.microsoft.com/office/powerpoint/2010/main" val="14407360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rot="20995170">
            <a:off x="2045159" y="2362983"/>
            <a:ext cx="7793037" cy="1462088"/>
          </a:xfrm>
          <a:prstGeom prst="rect">
            <a:avLst/>
          </a:prstGeom>
          <a:noFill/>
          <a:ln w="9525">
            <a:noFill/>
            <a:miter lim="800000"/>
            <a:headEnd/>
            <a:tailEnd/>
          </a:ln>
        </p:spPr>
        <p:txBody>
          <a:bodyPr anchor="ctr"/>
          <a:lstStyle/>
          <a:p>
            <a:pPr algn="ctr">
              <a:defRPr/>
            </a:pPr>
            <a:r>
              <a:rPr lang="en-US" sz="11100" b="1" i="1" dirty="0">
                <a:solidFill>
                  <a:srgbClr val="008000"/>
                </a:solidFill>
                <a:effectLst>
                  <a:outerShdw blurRad="38100" dist="38100" dir="2700000" algn="tl">
                    <a:srgbClr val="C0C0C0"/>
                  </a:outerShdw>
                </a:effectLst>
                <a:latin typeface="Monotype Corsiva" pitchFamily="66" charset="0"/>
              </a:rPr>
              <a:t>Thank You </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24</a:t>
            </a:fld>
            <a:endParaRPr 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471</TotalTime>
  <Words>1772</Words>
  <Application>Microsoft Office PowerPoint</Application>
  <PresentationFormat>Widescreen</PresentationFormat>
  <Paragraphs>205</Paragraphs>
  <Slides>24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Aptos</vt:lpstr>
      <vt:lpstr>Arial</vt:lpstr>
      <vt:lpstr>Calibri</vt:lpstr>
      <vt:lpstr>Calibri Light</vt:lpstr>
      <vt:lpstr>Monotype Corsiva</vt:lpstr>
      <vt:lpstr>Times New Roman</vt:lpstr>
      <vt:lpstr>Wingdings</vt:lpstr>
      <vt:lpstr>Office 2013 - 2022 Theme</vt:lpstr>
      <vt:lpstr>PowerPoint Presentation</vt:lpstr>
      <vt:lpstr>Types of Machine Learning</vt:lpstr>
      <vt:lpstr>Types of Machine Learning</vt:lpstr>
      <vt:lpstr>Supervised Learning </vt:lpstr>
      <vt:lpstr>Supervised Learning </vt:lpstr>
      <vt:lpstr>Supervised Learning: Examples</vt:lpstr>
      <vt:lpstr>Supervised Learning: Examples</vt:lpstr>
      <vt:lpstr>Unsupervised Learning </vt:lpstr>
      <vt:lpstr>Unsupervised Learning: Examples </vt:lpstr>
      <vt:lpstr>Unsupervised Learning: Examples </vt:lpstr>
      <vt:lpstr>Reinforcement Learning (RL) </vt:lpstr>
      <vt:lpstr>Reinforcement Learning (RL) </vt:lpstr>
      <vt:lpstr>Reinforcement Learning (RL) </vt:lpstr>
      <vt:lpstr>Reinforcement Learning (RL) </vt:lpstr>
      <vt:lpstr>Reinforcement Learning (RL): Examples </vt:lpstr>
      <vt:lpstr>Types of ML: Summary</vt:lpstr>
      <vt:lpstr>Learning Algorithm</vt:lpstr>
      <vt:lpstr>Learning Algorithm</vt:lpstr>
      <vt:lpstr>Learning Algorithm</vt:lpstr>
      <vt:lpstr>Learning Algorithm</vt:lpstr>
      <vt:lpstr>Learning Algorithm</vt:lpstr>
      <vt:lpstr>Learning Algorithm</vt:lpstr>
      <vt:lpstr>Popular Learning Algorithm</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Hoor Fatima</dc:creator>
  <cp:lastModifiedBy>Deepika Vatsa</cp:lastModifiedBy>
  <cp:revision>1</cp:revision>
  <dcterms:created xsi:type="dcterms:W3CDTF">2025-07-21T17:24:10Z</dcterms:created>
  <dcterms:modified xsi:type="dcterms:W3CDTF">2025-07-29T06:46:22Z</dcterms:modified>
</cp:coreProperties>
</file>