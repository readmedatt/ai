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4.xml" ContentType="application/vnd.openxmlformats-officedocument.presentationml.notesSlide+xml"/>
  <Override PartName="/ppt/ink/ink11.xml" ContentType="application/inkml+xml"/>
  <Override PartName="/ppt/notesSlides/notesSlide5.xml" ContentType="application/vnd.openxmlformats-officedocument.presentationml.notesSlide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notesSlides/notesSlide7.xml" ContentType="application/vnd.openxmlformats-officedocument.presentationml.notesSlide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notesSlides/notesSlide9.xml" ContentType="application/vnd.openxmlformats-officedocument.presentationml.notesSlide+xml"/>
  <Override PartName="/ppt/ink/ink16.xml" ContentType="application/inkml+xml"/>
  <Override PartName="/ppt/notesSlides/notesSlide10.xml" ContentType="application/vnd.openxmlformats-officedocument.presentationml.notesSlide+xml"/>
  <Override PartName="/ppt/ink/ink17.xml" ContentType="application/inkml+xml"/>
  <Override PartName="/ppt/notesSlides/notesSlide11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notesSlides/notesSlide12.xml" ContentType="application/vnd.openxmlformats-officedocument.presentationml.notesSlide+xml"/>
  <Override PartName="/ppt/ink/ink51.xml" ContentType="application/inkml+xml"/>
  <Override PartName="/ppt/notesSlides/notesSlide13.xml" ContentType="application/vnd.openxmlformats-officedocument.presentationml.notesSlide+xml"/>
  <Override PartName="/ppt/ink/ink52.xml" ContentType="application/inkml+xml"/>
  <Override PartName="/ppt/notesSlides/notesSlide14.xml" ContentType="application/vnd.openxmlformats-officedocument.presentationml.notesSlide+xml"/>
  <Override PartName="/ppt/ink/ink53.xml" ContentType="application/inkml+xml"/>
  <Override PartName="/ppt/notesSlides/notesSlide15.xml" ContentType="application/vnd.openxmlformats-officedocument.presentationml.notesSlide+xml"/>
  <Override PartName="/ppt/ink/ink54.xml" ContentType="application/inkml+xml"/>
  <Override PartName="/ppt/notesSlides/notesSlide16.xml" ContentType="application/vnd.openxmlformats-officedocument.presentationml.notesSlide+xml"/>
  <Override PartName="/ppt/ink/ink55.xml" ContentType="application/inkml+xml"/>
  <Override PartName="/ppt/notesSlides/notesSlide17.xml" ContentType="application/vnd.openxmlformats-officedocument.presentationml.notesSlide+xml"/>
  <Override PartName="/ppt/ink/ink56.xml" ContentType="application/inkml+xml"/>
  <Override PartName="/ppt/notesSlides/notesSlide18.xml" ContentType="application/vnd.openxmlformats-officedocument.presentationml.notesSlide+xml"/>
  <Override PartName="/ppt/ink/ink57.xml" ContentType="application/inkml+xml"/>
  <Override PartName="/ppt/notesSlides/notesSlide19.xml" ContentType="application/vnd.openxmlformats-officedocument.presentationml.notesSlide+xml"/>
  <Override PartName="/ppt/ink/ink58.xml" ContentType="application/inkml+xml"/>
  <Override PartName="/ppt/notesSlides/notesSlide20.xml" ContentType="application/vnd.openxmlformats-officedocument.presentationml.notesSlide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notesSlides/notesSlide21.xml" ContentType="application/vnd.openxmlformats-officedocument.presentationml.notesSlide+xml"/>
  <Override PartName="/ppt/ink/ink70.xml" ContentType="application/inkml+xml"/>
  <Override PartName="/ppt/notesSlides/notesSlide22.xml" ContentType="application/vnd.openxmlformats-officedocument.presentationml.notesSlide+xml"/>
  <Override PartName="/ppt/ink/ink7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4"/>
  </p:notesMasterIdLst>
  <p:sldIdLst>
    <p:sldId id="395" r:id="rId2"/>
    <p:sldId id="591" r:id="rId3"/>
    <p:sldId id="593" r:id="rId4"/>
    <p:sldId id="594" r:id="rId5"/>
    <p:sldId id="596" r:id="rId6"/>
    <p:sldId id="595" r:id="rId7"/>
    <p:sldId id="597" r:id="rId8"/>
    <p:sldId id="598" r:id="rId9"/>
    <p:sldId id="599" r:id="rId10"/>
    <p:sldId id="600" r:id="rId11"/>
    <p:sldId id="601" r:id="rId12"/>
    <p:sldId id="602" r:id="rId13"/>
    <p:sldId id="603" r:id="rId14"/>
    <p:sldId id="604" r:id="rId15"/>
    <p:sldId id="605" r:id="rId16"/>
    <p:sldId id="606" r:id="rId17"/>
    <p:sldId id="607" r:id="rId18"/>
    <p:sldId id="608" r:id="rId19"/>
    <p:sldId id="610" r:id="rId20"/>
    <p:sldId id="609" r:id="rId21"/>
    <p:sldId id="611" r:id="rId22"/>
    <p:sldId id="613" r:id="rId23"/>
    <p:sldId id="612" r:id="rId24"/>
    <p:sldId id="614" r:id="rId25"/>
    <p:sldId id="615" r:id="rId26"/>
    <p:sldId id="616" r:id="rId27"/>
    <p:sldId id="617" r:id="rId28"/>
    <p:sldId id="618" r:id="rId29"/>
    <p:sldId id="619" r:id="rId30"/>
    <p:sldId id="620" r:id="rId31"/>
    <p:sldId id="621" r:id="rId32"/>
    <p:sldId id="5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FE7C8-BE72-4E40-A521-66C48F887714}" v="37" dt="2025-08-25T09:43:52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6884C358-F078-41E2-B52A-C991C4377FC1}"/>
    <pc:docChg chg="undo redo custSel addSld delSld modSld">
      <pc:chgData name="Deepika Vatsa" userId="f7100972-27fe-4ee6-8fb4-ec9b7931b409" providerId="ADAL" clId="{6884C358-F078-41E2-B52A-C991C4377FC1}" dt="2025-07-23T05:24:38.241" v="3543" actId="2696"/>
      <pc:docMkLst>
        <pc:docMk/>
      </pc:docMkLst>
      <pc:sldChg chg="addSp delSp modSp mod">
        <pc:chgData name="Deepika Vatsa" userId="f7100972-27fe-4ee6-8fb4-ec9b7931b409" providerId="ADAL" clId="{6884C358-F078-41E2-B52A-C991C4377FC1}" dt="2025-07-23T05:20:50.743" v="3433"/>
        <pc:sldMkLst>
          <pc:docMk/>
          <pc:sldMk cId="0" sldId="257"/>
        </pc:sldMkLst>
        <pc:spChg chg="del">
          <ac:chgData name="Deepika Vatsa" userId="f7100972-27fe-4ee6-8fb4-ec9b7931b409" providerId="ADAL" clId="{6884C358-F078-41E2-B52A-C991C4377FC1}" dt="2025-07-22T09:46:07.314" v="366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46:19.992" v="38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2T09:46:11.087" v="367" actId="478"/>
          <ac:spMkLst>
            <pc:docMk/>
            <pc:sldMk cId="0" sldId="257"/>
            <ac:spMk id="7" creationId="{1ADD9D61-713D-4A99-56C5-830DCBC11A42}"/>
          </ac:spMkLst>
        </pc:spChg>
        <pc:spChg chg="add mod">
          <ac:chgData name="Deepika Vatsa" userId="f7100972-27fe-4ee6-8fb4-ec9b7931b409" providerId="ADAL" clId="{6884C358-F078-41E2-B52A-C991C4377FC1}" dt="2025-07-23T05:16:58.934" v="3366" actId="207"/>
          <ac:spMkLst>
            <pc:docMk/>
            <pc:sldMk cId="0" sldId="257"/>
            <ac:spMk id="8" creationId="{991BA802-3D45-4E0C-D372-BE4FFEF41DD1}"/>
          </ac:spMkLst>
        </pc:spChg>
        <pc:spChg chg="add del mod">
          <ac:chgData name="Deepika Vatsa" userId="f7100972-27fe-4ee6-8fb4-ec9b7931b409" providerId="ADAL" clId="{6884C358-F078-41E2-B52A-C991C4377FC1}" dt="2025-07-22T09:46:21.354" v="387" actId="478"/>
          <ac:spMkLst>
            <pc:docMk/>
            <pc:sldMk cId="0" sldId="257"/>
            <ac:spMk id="10" creationId="{B8D89D22-2E94-CDDE-9114-30348B772120}"/>
          </ac:spMkLst>
        </pc:spChg>
        <pc:picChg chg="add mod">
          <ac:chgData name="Deepika Vatsa" userId="f7100972-27fe-4ee6-8fb4-ec9b7931b409" providerId="ADAL" clId="{6884C358-F078-41E2-B52A-C991C4377FC1}" dt="2025-07-22T09:46:31.182" v="390" actId="1076"/>
          <ac:picMkLst>
            <pc:docMk/>
            <pc:sldMk cId="0" sldId="257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0.743" v="3433"/>
          <ac:cxnSpMkLst>
            <pc:docMk/>
            <pc:sldMk cId="0" sldId="257"/>
            <ac:cxnSpMk id="2" creationId="{CBA55D45-5BC0-2827-B096-7BB0262967E4}"/>
          </ac:cxnSpMkLst>
        </pc:cxnChg>
        <pc:cxnChg chg="del">
          <ac:chgData name="Deepika Vatsa" userId="f7100972-27fe-4ee6-8fb4-ec9b7931b409" providerId="ADAL" clId="{6884C358-F078-41E2-B52A-C991C4377FC1}" dt="2025-07-23T05:20:50.377" v="3432" actId="478"/>
          <ac:cxnSpMkLst>
            <pc:docMk/>
            <pc:sldMk cId="0" sldId="257"/>
            <ac:cxnSpMk id="5" creationId="{D12CAC9D-CDF2-ED92-8F02-70DAC510318D}"/>
          </ac:cxnSpMkLst>
        </pc:cxnChg>
      </pc:sldChg>
      <pc:sldChg chg="addSp delSp modSp mod">
        <pc:chgData name="Deepika Vatsa" userId="f7100972-27fe-4ee6-8fb4-ec9b7931b409" providerId="ADAL" clId="{6884C358-F078-41E2-B52A-C991C4377FC1}" dt="2025-07-23T05:21:07.139" v="3444" actId="1036"/>
        <pc:sldMkLst>
          <pc:docMk/>
          <pc:sldMk cId="0" sldId="258"/>
        </pc:sldMkLst>
        <pc:spChg chg="mod">
          <ac:chgData name="Deepika Vatsa" userId="f7100972-27fe-4ee6-8fb4-ec9b7931b409" providerId="ADAL" clId="{6884C358-F078-41E2-B52A-C991C4377FC1}" dt="2025-07-23T05:21:07.139" v="3444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58:53.373" v="693" actId="113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58:39.592" v="690" actId="478"/>
          <ac:spMkLst>
            <pc:docMk/>
            <pc:sldMk cId="0" sldId="258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09:57:25.796" v="671" actId="478"/>
          <ac:spMkLst>
            <pc:docMk/>
            <pc:sldMk cId="0" sldId="258"/>
            <ac:spMk id="6" creationId="{BA9307D0-EBDA-93E8-6688-2F7B8C8E0E6C}"/>
          </ac:spMkLst>
        </pc:spChg>
        <pc:cxnChg chg="add mod">
          <ac:chgData name="Deepika Vatsa" userId="f7100972-27fe-4ee6-8fb4-ec9b7931b409" providerId="ADAL" clId="{6884C358-F078-41E2-B52A-C991C4377FC1}" dt="2025-07-23T05:21:02.836" v="3439"/>
          <ac:cxnSpMkLst>
            <pc:docMk/>
            <pc:sldMk cId="0" sldId="258"/>
            <ac:cxnSpMk id="4" creationId="{14743623-04A4-B42C-4A68-90F92DBBA454}"/>
          </ac:cxnSpMkLst>
        </pc:cxnChg>
        <pc:cxnChg chg="del">
          <ac:chgData name="Deepika Vatsa" userId="f7100972-27fe-4ee6-8fb4-ec9b7931b409" providerId="ADAL" clId="{6884C358-F078-41E2-B52A-C991C4377FC1}" dt="2025-07-23T05:21:02.444" v="3438" actId="478"/>
          <ac:cxnSpMkLst>
            <pc:docMk/>
            <pc:sldMk cId="0" sldId="258"/>
            <ac:cxnSpMk id="5" creationId="{7F0521BD-D115-2D03-6CC7-BFE0E882D8F6}"/>
          </ac:cxnSpMkLst>
        </pc:cxnChg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0" sldId="25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Deepika Vatsa" userId="f7100972-27fe-4ee6-8fb4-ec9b7931b409" providerId="ADAL" clId="{6884C358-F078-41E2-B52A-C991C4377FC1}" dt="2025-07-23T05:06:18.427" v="3264" actId="2696"/>
        <pc:sldMkLst>
          <pc:docMk/>
          <pc:sldMk cId="0" sldId="262"/>
        </pc:sldMkLst>
        <pc:spChg chg="mod">
          <ac:chgData name="Deepika Vatsa" userId="f7100972-27fe-4ee6-8fb4-ec9b7931b409" providerId="ADAL" clId="{6884C358-F078-41E2-B52A-C991C4377FC1}" dt="2025-07-22T10:02:14.578" v="73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6:11.393" v="77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del mod">
        <pc:chgData name="Deepika Vatsa" userId="f7100972-27fe-4ee6-8fb4-ec9b7931b409" providerId="ADAL" clId="{6884C358-F078-41E2-B52A-C991C4377FC1}" dt="2025-07-22T10:06:14.611" v="779" actId="47"/>
        <pc:sldMkLst>
          <pc:docMk/>
          <pc:sldMk cId="0" sldId="263"/>
        </pc:sldMkLst>
        <pc:spChg chg="mod">
          <ac:chgData name="Deepika Vatsa" userId="f7100972-27fe-4ee6-8fb4-ec9b7931b409" providerId="ADAL" clId="{6884C358-F078-41E2-B52A-C991C4377FC1}" dt="2025-07-22T10:05:23.938" v="763" actId="12"/>
          <ac:spMkLst>
            <pc:docMk/>
            <pc:sldMk cId="0" sldId="263"/>
            <ac:spMk id="3" creationId="{00000000-0000-0000-0000-000000000000}"/>
          </ac:spMkLst>
        </pc:spChg>
        <pc:picChg chg="add del mod">
          <ac:chgData name="Deepika Vatsa" userId="f7100972-27fe-4ee6-8fb4-ec9b7931b409" providerId="ADAL" clId="{6884C358-F078-41E2-B52A-C991C4377FC1}" dt="2025-07-22T10:05:49.915" v="769" actId="21"/>
          <ac:picMkLst>
            <pc:docMk/>
            <pc:sldMk cId="0" sldId="263"/>
            <ac:picMk id="4" creationId="{830F81FE-6170-E751-2692-A3AADFCECC17}"/>
          </ac:picMkLst>
        </pc:picChg>
        <pc:picChg chg="del mod">
          <ac:chgData name="Deepika Vatsa" userId="f7100972-27fe-4ee6-8fb4-ec9b7931b409" providerId="ADAL" clId="{6884C358-F078-41E2-B52A-C991C4377FC1}" dt="2025-07-22T10:03:48.859" v="755" actId="478"/>
          <ac:picMkLst>
            <pc:docMk/>
            <pc:sldMk cId="0" sldId="263"/>
            <ac:picMk id="1026" creationId="{EF6DEE9D-3770-CBC7-7CDA-ABFEBECE9A8B}"/>
          </ac:picMkLst>
        </pc:picChg>
      </pc:sldChg>
      <pc:sldChg chg="del">
        <pc:chgData name="Deepika Vatsa" userId="f7100972-27fe-4ee6-8fb4-ec9b7931b409" providerId="ADAL" clId="{6884C358-F078-41E2-B52A-C991C4377FC1}" dt="2025-07-22T10:08:25.100" v="799" actId="47"/>
        <pc:sldMkLst>
          <pc:docMk/>
          <pc:sldMk cId="0" sldId="264"/>
        </pc:sldMkLst>
      </pc:sldChg>
      <pc:sldChg chg="addSp delSp modSp mod">
        <pc:chgData name="Deepika Vatsa" userId="f7100972-27fe-4ee6-8fb4-ec9b7931b409" providerId="ADAL" clId="{6884C358-F078-41E2-B52A-C991C4377FC1}" dt="2025-07-23T05:20:12.441" v="3415"/>
        <pc:sldMkLst>
          <pc:docMk/>
          <pc:sldMk cId="0" sldId="276"/>
        </pc:sldMkLst>
        <pc:spChg chg="mod">
          <ac:chgData name="Deepika Vatsa" userId="f7100972-27fe-4ee6-8fb4-ec9b7931b409" providerId="ADAL" clId="{6884C358-F078-41E2-B52A-C991C4377FC1}" dt="2025-07-23T05:15:49.357" v="3349" actId="207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30:00.857" v="194" actId="478"/>
          <ac:spMkLst>
            <pc:docMk/>
            <pc:sldMk cId="0" sldId="276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6" creationId="{DF1F7109-6D42-A6CD-F452-0870CFC44C57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29:47.313" v="184"/>
          <ac:spMkLst>
            <pc:docMk/>
            <pc:sldMk cId="0" sldId="276"/>
            <ac:spMk id="9" creationId="{43D22531-29B1-0753-0946-7FE02105E3BE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10" creationId="{762B94E8-9E92-C874-B94F-CA816E8E5609}"/>
          </ac:spMkLst>
        </pc:spChg>
        <pc:spChg chg="add del mod">
          <ac:chgData name="Deepika Vatsa" userId="f7100972-27fe-4ee6-8fb4-ec9b7931b409" providerId="ADAL" clId="{6884C358-F078-41E2-B52A-C991C4377FC1}" dt="2025-07-22T10:51:55.493" v="2858" actId="478"/>
          <ac:spMkLst>
            <pc:docMk/>
            <pc:sldMk cId="0" sldId="276"/>
            <ac:spMk id="12" creationId="{761C11D7-EAE4-DE47-846C-5394B9B4B7D2}"/>
          </ac:spMkLst>
        </pc:spChg>
        <pc:spChg chg="add mod">
          <ac:chgData name="Deepika Vatsa" userId="f7100972-27fe-4ee6-8fb4-ec9b7931b409" providerId="ADAL" clId="{6884C358-F078-41E2-B52A-C991C4377FC1}" dt="2025-07-22T10:58:29.586" v="3175" actId="1076"/>
          <ac:spMkLst>
            <pc:docMk/>
            <pc:sldMk cId="0" sldId="276"/>
            <ac:spMk id="13" creationId="{05B054CE-66A9-69B7-25DF-5E63A7E7226F}"/>
          </ac:spMkLst>
        </pc:spChg>
        <pc:graphicFrameChg chg="add del mod modGraphic">
          <ac:chgData name="Deepika Vatsa" userId="f7100972-27fe-4ee6-8fb4-ec9b7931b409" providerId="ADAL" clId="{6884C358-F078-41E2-B52A-C991C4377FC1}" dt="2025-07-22T10:58:21.671" v="3172" actId="478"/>
          <ac:graphicFrameMkLst>
            <pc:docMk/>
            <pc:sldMk cId="0" sldId="276"/>
            <ac:graphicFrameMk id="14" creationId="{15B9210D-0693-05A9-B8B7-394487320ED6}"/>
          </ac:graphicFrameMkLst>
        </pc:graphicFrameChg>
        <pc:cxnChg chg="add mod">
          <ac:chgData name="Deepika Vatsa" userId="f7100972-27fe-4ee6-8fb4-ec9b7931b409" providerId="ADAL" clId="{6884C358-F078-41E2-B52A-C991C4377FC1}" dt="2025-07-23T05:20:12.441" v="3415"/>
          <ac:cxnSpMkLst>
            <pc:docMk/>
            <pc:sldMk cId="0" sldId="276"/>
            <ac:cxnSpMk id="3" creationId="{A353B9D7-DA76-EC76-62EC-B68A91A5CACC}"/>
          </ac:cxnSpMkLst>
        </pc:cxnChg>
        <pc:cxnChg chg="del">
          <ac:chgData name="Deepika Vatsa" userId="f7100972-27fe-4ee6-8fb4-ec9b7931b409" providerId="ADAL" clId="{6884C358-F078-41E2-B52A-C991C4377FC1}" dt="2025-07-23T05:20:11.800" v="3414" actId="478"/>
          <ac:cxnSpMkLst>
            <pc:docMk/>
            <pc:sldMk cId="0" sldId="276"/>
            <ac:cxnSpMk id="5" creationId="{50E184E5-16FE-EBD7-7894-1DC87C936193}"/>
          </ac:cxnSpMkLst>
        </pc:cxnChg>
      </pc:sldChg>
      <pc:sldChg chg="modSp del">
        <pc:chgData name="Deepika Vatsa" userId="f7100972-27fe-4ee6-8fb4-ec9b7931b409" providerId="ADAL" clId="{6884C358-F078-41E2-B52A-C991C4377FC1}" dt="2025-07-22T09:48:52.734" v="447" actId="2696"/>
        <pc:sldMkLst>
          <pc:docMk/>
          <pc:sldMk cId="0" sldId="28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4" creationId="{00000000-0000-0000-0000-000000000000}"/>
          </ac:spMkLst>
        </pc:spChg>
      </pc:sldChg>
      <pc:sldChg chg="add del">
        <pc:chgData name="Deepika Vatsa" userId="f7100972-27fe-4ee6-8fb4-ec9b7931b409" providerId="ADAL" clId="{6884C358-F078-41E2-B52A-C991C4377FC1}" dt="2025-07-23T05:12:37.326" v="3321" actId="47"/>
        <pc:sldMkLst>
          <pc:docMk/>
          <pc:sldMk cId="2852168949" sldId="350"/>
        </pc:sldMkLst>
      </pc:sldChg>
      <pc:sldChg chg="add del">
        <pc:chgData name="Deepika Vatsa" userId="f7100972-27fe-4ee6-8fb4-ec9b7931b409" providerId="ADAL" clId="{6884C358-F078-41E2-B52A-C991C4377FC1}" dt="2025-07-23T05:13:42.142" v="3334" actId="47"/>
        <pc:sldMkLst>
          <pc:docMk/>
          <pc:sldMk cId="178954834" sldId="363"/>
        </pc:sldMkLst>
      </pc:sldChg>
      <pc:sldChg chg="modSp mod">
        <pc:chgData name="Deepika Vatsa" userId="f7100972-27fe-4ee6-8fb4-ec9b7931b409" providerId="ADAL" clId="{6884C358-F078-41E2-B52A-C991C4377FC1}" dt="2025-07-22T09:24:57.233" v="65" actId="20577"/>
        <pc:sldMkLst>
          <pc:docMk/>
          <pc:sldMk cId="0" sldId="395"/>
        </pc:sldMkLst>
        <pc:spChg chg="mod">
          <ac:chgData name="Deepika Vatsa" userId="f7100972-27fe-4ee6-8fb4-ec9b7931b409" providerId="ADAL" clId="{6884C358-F078-41E2-B52A-C991C4377FC1}" dt="2025-07-22T09:24:57.233" v="6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del">
        <pc:chgData name="Deepika Vatsa" userId="f7100972-27fe-4ee6-8fb4-ec9b7931b409" providerId="ADAL" clId="{6884C358-F078-41E2-B52A-C991C4377FC1}" dt="2025-07-22T09:36:18.403" v="300" actId="47"/>
        <pc:sldMkLst>
          <pc:docMk/>
          <pc:sldMk cId="3480929016" sldId="553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3480929016" sldId="553"/>
            <ac:spMk id="4" creationId="{0A61BF14-BB4C-4FFC-7012-6231EFAFCD41}"/>
          </ac:spMkLst>
        </pc:spChg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4163686748" sldId="554"/>
        </pc:sldMkLst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3935020306" sldId="555"/>
        </pc:sldMkLst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2250760117" sldId="57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2250760117" sldId="572"/>
            <ac:spMk id="4" creationId="{AAA3C26B-3FEA-A51C-8509-EDFF58FF4F4A}"/>
          </ac:spMkLst>
        </pc:spChg>
      </pc:sldChg>
      <pc:sldChg chg="addSp delSp modSp mod">
        <pc:chgData name="Deepika Vatsa" userId="f7100972-27fe-4ee6-8fb4-ec9b7931b409" providerId="ADAL" clId="{6884C358-F078-41E2-B52A-C991C4377FC1}" dt="2025-07-23T05:21:25.243" v="3452"/>
        <pc:sldMkLst>
          <pc:docMk/>
          <pc:sldMk cId="549806327" sldId="573"/>
        </pc:sldMkLst>
        <pc:spChg chg="mod">
          <ac:chgData name="Deepika Vatsa" userId="f7100972-27fe-4ee6-8fb4-ec9b7931b409" providerId="ADAL" clId="{6884C358-F078-41E2-B52A-C991C4377FC1}" dt="2025-07-23T05:18:21.699" v="3391" actId="1035"/>
          <ac:spMkLst>
            <pc:docMk/>
            <pc:sldMk cId="549806327" sldId="573"/>
            <ac:spMk id="2" creationId="{1CD95200-E997-69E7-D60F-2B2833820E43}"/>
          </ac:spMkLst>
        </pc:spChg>
        <pc:spChg chg="mod">
          <ac:chgData name="Deepika Vatsa" userId="f7100972-27fe-4ee6-8fb4-ec9b7931b409" providerId="ADAL" clId="{6884C358-F078-41E2-B52A-C991C4377FC1}" dt="2025-07-22T10:11:40.522" v="861" actId="33524"/>
          <ac:spMkLst>
            <pc:docMk/>
            <pc:sldMk cId="549806327" sldId="573"/>
            <ac:spMk id="3" creationId="{7E3D72CB-FD10-51F1-E138-1F3205E12992}"/>
          </ac:spMkLst>
        </pc:spChg>
        <pc:picChg chg="mod modCrop">
          <ac:chgData name="Deepika Vatsa" userId="f7100972-27fe-4ee6-8fb4-ec9b7931b409" providerId="ADAL" clId="{6884C358-F078-41E2-B52A-C991C4377FC1}" dt="2025-07-22T10:11:25.482" v="856" actId="1076"/>
          <ac:picMkLst>
            <pc:docMk/>
            <pc:sldMk cId="549806327" sldId="573"/>
            <ac:picMk id="4" creationId="{F4073854-4E6C-1C34-8E9C-E284C7C1B544}"/>
          </ac:picMkLst>
        </pc:picChg>
        <pc:cxnChg chg="del">
          <ac:chgData name="Deepika Vatsa" userId="f7100972-27fe-4ee6-8fb4-ec9b7931b409" providerId="ADAL" clId="{6884C358-F078-41E2-B52A-C991C4377FC1}" dt="2025-07-23T05:21:24.872" v="3451" actId="478"/>
          <ac:cxnSpMkLst>
            <pc:docMk/>
            <pc:sldMk cId="549806327" sldId="573"/>
            <ac:cxnSpMk id="5" creationId="{2583FC77-E3AB-35E6-B60C-53A76FE8003F}"/>
          </ac:cxnSpMkLst>
        </pc:cxnChg>
        <pc:cxnChg chg="add mod">
          <ac:chgData name="Deepika Vatsa" userId="f7100972-27fe-4ee6-8fb4-ec9b7931b409" providerId="ADAL" clId="{6884C358-F078-41E2-B52A-C991C4377FC1}" dt="2025-07-23T05:21:25.243" v="3452"/>
          <ac:cxnSpMkLst>
            <pc:docMk/>
            <pc:sldMk cId="549806327" sldId="573"/>
            <ac:cxnSpMk id="6" creationId="{ABECC0BA-46D9-85A9-9BEC-69239BC9C062}"/>
          </ac:cxnSpMkLst>
        </pc:cxnChg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030842975" sldId="574"/>
        </pc:sldMkLst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844610887" sldId="575"/>
        </pc:sldMkLst>
      </pc:sldChg>
      <pc:sldChg chg="addSp delSp modSp mod">
        <pc:chgData name="Deepika Vatsa" userId="f7100972-27fe-4ee6-8fb4-ec9b7931b409" providerId="ADAL" clId="{6884C358-F078-41E2-B52A-C991C4377FC1}" dt="2025-07-23T05:21:29.136" v="3454"/>
        <pc:sldMkLst>
          <pc:docMk/>
          <pc:sldMk cId="810527257" sldId="576"/>
        </pc:sldMkLst>
        <pc:spChg chg="mod">
          <ac:chgData name="Deepika Vatsa" userId="f7100972-27fe-4ee6-8fb4-ec9b7931b409" providerId="ADAL" clId="{6884C358-F078-41E2-B52A-C991C4377FC1}" dt="2025-07-23T05:18:32.996" v="3393" actId="255"/>
          <ac:spMkLst>
            <pc:docMk/>
            <pc:sldMk cId="810527257" sldId="576"/>
            <ac:spMk id="2" creationId="{8C8DA422-5599-BE5B-B151-D196E8414908}"/>
          </ac:spMkLst>
        </pc:spChg>
        <pc:spChg chg="del">
          <ac:chgData name="Deepika Vatsa" userId="f7100972-27fe-4ee6-8fb4-ec9b7931b409" providerId="ADAL" clId="{6884C358-F078-41E2-B52A-C991C4377FC1}" dt="2025-07-22T10:13:31.716" v="864" actId="478"/>
          <ac:spMkLst>
            <pc:docMk/>
            <pc:sldMk cId="810527257" sldId="576"/>
            <ac:spMk id="3" creationId="{23292E8A-B934-BC7E-D793-FA32925820AA}"/>
          </ac:spMkLst>
        </pc:spChg>
        <pc:spChg chg="add del mod">
          <ac:chgData name="Deepika Vatsa" userId="f7100972-27fe-4ee6-8fb4-ec9b7931b409" providerId="ADAL" clId="{6884C358-F078-41E2-B52A-C991C4377FC1}" dt="2025-07-22T10:13:33.431" v="865" actId="478"/>
          <ac:spMkLst>
            <pc:docMk/>
            <pc:sldMk cId="810527257" sldId="576"/>
            <ac:spMk id="6" creationId="{83784901-344E-5428-88AA-7C54D084D705}"/>
          </ac:spMkLst>
        </pc:spChg>
        <pc:picChg chg="add mod">
          <ac:chgData name="Deepika Vatsa" userId="f7100972-27fe-4ee6-8fb4-ec9b7931b409" providerId="ADAL" clId="{6884C358-F078-41E2-B52A-C991C4377FC1}" dt="2025-07-22T10:13:36.274" v="867" actId="1076"/>
          <ac:picMkLst>
            <pc:docMk/>
            <pc:sldMk cId="810527257" sldId="576"/>
            <ac:picMk id="7" creationId="{D042E4FB-BDAC-1A6F-5268-672F6BAA70EC}"/>
          </ac:picMkLst>
        </pc:picChg>
        <pc:cxnChg chg="add mod">
          <ac:chgData name="Deepika Vatsa" userId="f7100972-27fe-4ee6-8fb4-ec9b7931b409" providerId="ADAL" clId="{6884C358-F078-41E2-B52A-C991C4377FC1}" dt="2025-07-23T05:21:29.136" v="3454"/>
          <ac:cxnSpMkLst>
            <pc:docMk/>
            <pc:sldMk cId="810527257" sldId="576"/>
            <ac:cxnSpMk id="3" creationId="{D70A73E4-B319-02F9-A019-8583C8BD017A}"/>
          </ac:cxnSpMkLst>
        </pc:cxnChg>
        <pc:cxnChg chg="del">
          <ac:chgData name="Deepika Vatsa" userId="f7100972-27fe-4ee6-8fb4-ec9b7931b409" providerId="ADAL" clId="{6884C358-F078-41E2-B52A-C991C4377FC1}" dt="2025-07-23T05:21:28.712" v="3453" actId="478"/>
          <ac:cxnSpMkLst>
            <pc:docMk/>
            <pc:sldMk cId="810527257" sldId="576"/>
            <ac:cxnSpMk id="5" creationId="{40F7F98D-83E9-028D-8FA0-BC9D6977408D}"/>
          </ac:cxnSpMkLst>
        </pc:cxnChg>
      </pc:sldChg>
      <pc:sldChg chg="del">
        <pc:chgData name="Deepika Vatsa" userId="f7100972-27fe-4ee6-8fb4-ec9b7931b409" providerId="ADAL" clId="{6884C358-F078-41E2-B52A-C991C4377FC1}" dt="2025-07-22T10:13:40.415" v="868" actId="47"/>
        <pc:sldMkLst>
          <pc:docMk/>
          <pc:sldMk cId="2512841971" sldId="577"/>
        </pc:sldMkLst>
      </pc:sldChg>
      <pc:sldChg chg="addSp delSp modSp mod">
        <pc:chgData name="Deepika Vatsa" userId="f7100972-27fe-4ee6-8fb4-ec9b7931b409" providerId="ADAL" clId="{6884C358-F078-41E2-B52A-C991C4377FC1}" dt="2025-07-23T05:21:46.433" v="3460" actId="14100"/>
        <pc:sldMkLst>
          <pc:docMk/>
          <pc:sldMk cId="835005002" sldId="578"/>
        </pc:sldMkLst>
        <pc:spChg chg="del mod">
          <ac:chgData name="Deepika Vatsa" userId="f7100972-27fe-4ee6-8fb4-ec9b7931b409" providerId="ADAL" clId="{6884C358-F078-41E2-B52A-C991C4377FC1}" dt="2025-07-23T05:18:44.103" v="3394" actId="478"/>
          <ac:spMkLst>
            <pc:docMk/>
            <pc:sldMk cId="835005002" sldId="57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6.433" v="3460" actId="14100"/>
          <ac:spMkLst>
            <pc:docMk/>
            <pc:sldMk cId="835005002" sldId="57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45.920" v="3395" actId="478"/>
          <ac:spMkLst>
            <pc:docMk/>
            <pc:sldMk cId="835005002" sldId="578"/>
            <ac:spMk id="6" creationId="{4E321242-3F8E-3E41-604D-15D680DFF783}"/>
          </ac:spMkLst>
        </pc:spChg>
        <pc:spChg chg="add mod">
          <ac:chgData name="Deepika Vatsa" userId="f7100972-27fe-4ee6-8fb4-ec9b7931b409" providerId="ADAL" clId="{6884C358-F078-41E2-B52A-C991C4377FC1}" dt="2025-07-23T05:18:46.673" v="3396"/>
          <ac:spMkLst>
            <pc:docMk/>
            <pc:sldMk cId="835005002" sldId="578"/>
            <ac:spMk id="7" creationId="{C86B6E8B-F1EE-EC17-42A6-8C54D5AE7919}"/>
          </ac:spMkLst>
        </pc:spChg>
        <pc:cxnChg chg="del">
          <ac:chgData name="Deepika Vatsa" userId="f7100972-27fe-4ee6-8fb4-ec9b7931b409" providerId="ADAL" clId="{6884C358-F078-41E2-B52A-C991C4377FC1}" dt="2025-07-23T05:21:33.356" v="3455" actId="478"/>
          <ac:cxnSpMkLst>
            <pc:docMk/>
            <pc:sldMk cId="835005002" sldId="578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3.753" v="3456"/>
          <ac:cxnSpMkLst>
            <pc:docMk/>
            <pc:sldMk cId="835005002" sldId="578"/>
            <ac:cxnSpMk id="8" creationId="{DFAC204A-2B4C-B3BD-E2C3-309FA6A4D4FE}"/>
          </ac:cxnSpMkLst>
        </pc:cxnChg>
      </pc:sldChg>
      <pc:sldChg chg="del">
        <pc:chgData name="Deepika Vatsa" userId="f7100972-27fe-4ee6-8fb4-ec9b7931b409" providerId="ADAL" clId="{6884C358-F078-41E2-B52A-C991C4377FC1}" dt="2025-07-22T10:20:38.022" v="1476" actId="47"/>
        <pc:sldMkLst>
          <pc:docMk/>
          <pc:sldMk cId="1577856654" sldId="579"/>
        </pc:sldMkLst>
      </pc:sldChg>
      <pc:sldChg chg="del">
        <pc:chgData name="Deepika Vatsa" userId="f7100972-27fe-4ee6-8fb4-ec9b7931b409" providerId="ADAL" clId="{6884C358-F078-41E2-B52A-C991C4377FC1}" dt="2025-07-22T10:23:03.818" v="1507" actId="2696"/>
        <pc:sldMkLst>
          <pc:docMk/>
          <pc:sldMk cId="858610061" sldId="580"/>
        </pc:sldMkLst>
      </pc:sldChg>
      <pc:sldChg chg="del">
        <pc:chgData name="Deepika Vatsa" userId="f7100972-27fe-4ee6-8fb4-ec9b7931b409" providerId="ADAL" clId="{6884C358-F078-41E2-B52A-C991C4377FC1}" dt="2025-07-22T10:31:42.979" v="2065" actId="47"/>
        <pc:sldMkLst>
          <pc:docMk/>
          <pc:sldMk cId="2808099838" sldId="581"/>
        </pc:sldMkLst>
      </pc:sldChg>
      <pc:sldChg chg="addSp delSp modSp mod">
        <pc:chgData name="Deepika Vatsa" userId="f7100972-27fe-4ee6-8fb4-ec9b7931b409" providerId="ADAL" clId="{6884C358-F078-41E2-B52A-C991C4377FC1}" dt="2025-07-23T05:21:56.245" v="3463" actId="14100"/>
        <pc:sldMkLst>
          <pc:docMk/>
          <pc:sldMk cId="1700069977" sldId="582"/>
        </pc:sldMkLst>
        <pc:spChg chg="del mod">
          <ac:chgData name="Deepika Vatsa" userId="f7100972-27fe-4ee6-8fb4-ec9b7931b409" providerId="ADAL" clId="{6884C358-F078-41E2-B52A-C991C4377FC1}" dt="2025-07-23T05:11:29.001" v="3295" actId="478"/>
          <ac:spMkLst>
            <pc:docMk/>
            <pc:sldMk cId="1700069977" sldId="582"/>
            <ac:spMk id="2" creationId="{3EA993F1-7D74-5A35-94E0-755C8170DDD2}"/>
          </ac:spMkLst>
        </pc:spChg>
        <pc:spChg chg="mod">
          <ac:chgData name="Deepika Vatsa" userId="f7100972-27fe-4ee6-8fb4-ec9b7931b409" providerId="ADAL" clId="{6884C358-F078-41E2-B52A-C991C4377FC1}" dt="2025-07-23T05:21:56.245" v="3463" actId="14100"/>
          <ac:spMkLst>
            <pc:docMk/>
            <pc:sldMk cId="1700069977" sldId="582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1.373" v="3296" actId="478"/>
          <ac:spMkLst>
            <pc:docMk/>
            <pc:sldMk cId="1700069977" sldId="582"/>
            <ac:spMk id="6" creationId="{BC483E00-42FE-1B2D-5AB9-B054E0125187}"/>
          </ac:spMkLst>
        </pc:spChg>
        <pc:spChg chg="add del mod">
          <ac:chgData name="Deepika Vatsa" userId="f7100972-27fe-4ee6-8fb4-ec9b7931b409" providerId="ADAL" clId="{6884C358-F078-41E2-B52A-C991C4377FC1}" dt="2025-07-23T05:19:05.174" v="3403" actId="478"/>
          <ac:spMkLst>
            <pc:docMk/>
            <pc:sldMk cId="1700069977" sldId="582"/>
            <ac:spMk id="7" creationId="{77CBCD7F-8AE7-4B57-3A9F-538E17F926AC}"/>
          </ac:spMkLst>
        </pc:spChg>
        <pc:spChg chg="add del mod">
          <ac:chgData name="Deepika Vatsa" userId="f7100972-27fe-4ee6-8fb4-ec9b7931b409" providerId="ADAL" clId="{6884C358-F078-41E2-B52A-C991C4377FC1}" dt="2025-07-23T05:19:06.810" v="3404" actId="478"/>
          <ac:spMkLst>
            <pc:docMk/>
            <pc:sldMk cId="1700069977" sldId="582"/>
            <ac:spMk id="9" creationId="{DA1F278C-AFDE-7105-568A-768E46CCC33B}"/>
          </ac:spMkLst>
        </pc:spChg>
        <pc:spChg chg="add mod">
          <ac:chgData name="Deepika Vatsa" userId="f7100972-27fe-4ee6-8fb4-ec9b7931b409" providerId="ADAL" clId="{6884C358-F078-41E2-B52A-C991C4377FC1}" dt="2025-07-23T05:19:07.408" v="3405"/>
          <ac:spMkLst>
            <pc:docMk/>
            <pc:sldMk cId="1700069977" sldId="582"/>
            <ac:spMk id="10" creationId="{7124F2BA-B4C0-9D6A-F84A-5C187670E1ED}"/>
          </ac:spMkLst>
        </pc:spChg>
        <pc:cxnChg chg="del">
          <ac:chgData name="Deepika Vatsa" userId="f7100972-27fe-4ee6-8fb4-ec9b7931b409" providerId="ADAL" clId="{6884C358-F078-41E2-B52A-C991C4377FC1}" dt="2025-07-23T05:21:52.654" v="3461" actId="478"/>
          <ac:cxnSpMkLst>
            <pc:docMk/>
            <pc:sldMk cId="1700069977" sldId="582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1:53.350" v="3462"/>
          <ac:cxnSpMkLst>
            <pc:docMk/>
            <pc:sldMk cId="1700069977" sldId="582"/>
            <ac:cxnSpMk id="11" creationId="{C11FA30D-24D1-6FBC-D7BC-51AEC489E098}"/>
          </ac:cxnSpMkLst>
        </pc:cxnChg>
      </pc:sldChg>
      <pc:sldChg chg="del">
        <pc:chgData name="Deepika Vatsa" userId="f7100972-27fe-4ee6-8fb4-ec9b7931b409" providerId="ADAL" clId="{6884C358-F078-41E2-B52A-C991C4377FC1}" dt="2025-07-22T10:38:05.600" v="2234" actId="47"/>
        <pc:sldMkLst>
          <pc:docMk/>
          <pc:sldMk cId="591297716" sldId="583"/>
        </pc:sldMkLst>
      </pc:sldChg>
      <pc:sldChg chg="del">
        <pc:chgData name="Deepika Vatsa" userId="f7100972-27fe-4ee6-8fb4-ec9b7931b409" providerId="ADAL" clId="{6884C358-F078-41E2-B52A-C991C4377FC1}" dt="2025-07-22T10:38:24.185" v="2235" actId="47"/>
        <pc:sldMkLst>
          <pc:docMk/>
          <pc:sldMk cId="4024096756" sldId="584"/>
        </pc:sldMkLst>
      </pc:sldChg>
      <pc:sldChg chg="addSp delSp modSp mod">
        <pc:chgData name="Deepika Vatsa" userId="f7100972-27fe-4ee6-8fb4-ec9b7931b409" providerId="ADAL" clId="{6884C358-F078-41E2-B52A-C991C4377FC1}" dt="2025-07-23T05:23:45.037" v="3532" actId="1076"/>
        <pc:sldMkLst>
          <pc:docMk/>
          <pc:sldMk cId="2784952323" sldId="585"/>
        </pc:sldMkLst>
        <pc:spChg chg="mod">
          <ac:chgData name="Deepika Vatsa" userId="f7100972-27fe-4ee6-8fb4-ec9b7931b409" providerId="ADAL" clId="{6884C358-F078-41E2-B52A-C991C4377FC1}" dt="2025-07-23T05:22:56.013" v="3522" actId="1076"/>
          <ac:spMkLst>
            <pc:docMk/>
            <pc:sldMk cId="2784952323" sldId="585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23:45.037" v="3532" actId="1076"/>
          <ac:spMkLst>
            <pc:docMk/>
            <pc:sldMk cId="2784952323" sldId="585"/>
            <ac:spMk id="4" creationId="{170DDB5B-6792-55DA-AF63-9A96FA1939A3}"/>
          </ac:spMkLst>
        </pc:spChg>
        <pc:cxnChg chg="add mod">
          <ac:chgData name="Deepika Vatsa" userId="f7100972-27fe-4ee6-8fb4-ec9b7931b409" providerId="ADAL" clId="{6884C358-F078-41E2-B52A-C991C4377FC1}" dt="2025-07-23T05:22:47.005" v="3517"/>
          <ac:cxnSpMkLst>
            <pc:docMk/>
            <pc:sldMk cId="2784952323" sldId="585"/>
            <ac:cxnSpMk id="3" creationId="{6EEF62DB-73C3-BC16-B7FD-7A94B557C61B}"/>
          </ac:cxnSpMkLst>
        </pc:cxnChg>
        <pc:cxnChg chg="del">
          <ac:chgData name="Deepika Vatsa" userId="f7100972-27fe-4ee6-8fb4-ec9b7931b409" providerId="ADAL" clId="{6884C358-F078-41E2-B52A-C991C4377FC1}" dt="2025-07-23T05:22:45.556" v="3516" actId="478"/>
          <ac:cxnSpMkLst>
            <pc:docMk/>
            <pc:sldMk cId="2784952323" sldId="585"/>
            <ac:cxnSpMk id="5" creationId="{D6A26A94-065F-5020-54F4-34DABAADC81C}"/>
          </ac:cxnSpMkLst>
        </pc:cxnChg>
      </pc:sldChg>
      <pc:sldChg chg="del">
        <pc:chgData name="Deepika Vatsa" userId="f7100972-27fe-4ee6-8fb4-ec9b7931b409" providerId="ADAL" clId="{6884C358-F078-41E2-B52A-C991C4377FC1}" dt="2025-07-22T10:48:01.051" v="2641" actId="47"/>
        <pc:sldMkLst>
          <pc:docMk/>
          <pc:sldMk cId="34458836" sldId="586"/>
        </pc:sldMkLst>
      </pc:sldChg>
      <pc:sldChg chg="del">
        <pc:chgData name="Deepika Vatsa" userId="f7100972-27fe-4ee6-8fb4-ec9b7931b409" providerId="ADAL" clId="{6884C358-F078-41E2-B52A-C991C4377FC1}" dt="2025-07-22T10:48:09.429" v="2642" actId="47"/>
        <pc:sldMkLst>
          <pc:docMk/>
          <pc:sldMk cId="1852533425" sldId="587"/>
        </pc:sldMkLst>
      </pc:sldChg>
      <pc:sldChg chg="del">
        <pc:chgData name="Deepika Vatsa" userId="f7100972-27fe-4ee6-8fb4-ec9b7931b409" providerId="ADAL" clId="{6884C358-F078-41E2-B52A-C991C4377FC1}" dt="2025-07-22T10:50:58.990" v="2855" actId="47"/>
        <pc:sldMkLst>
          <pc:docMk/>
          <pc:sldMk cId="2624307318" sldId="588"/>
        </pc:sldMkLst>
      </pc:sldChg>
      <pc:sldChg chg="modSp">
        <pc:chgData name="Deepika Vatsa" userId="f7100972-27fe-4ee6-8fb4-ec9b7931b409" providerId="ADAL" clId="{6884C358-F078-41E2-B52A-C991C4377FC1}" dt="2025-07-22T09:25:41.921" v="69"/>
        <pc:sldMkLst>
          <pc:docMk/>
          <pc:sldMk cId="0" sldId="58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589"/>
            <ac:spMk id="3" creationId="{00000000-0000-0000-0000-000000000000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42.730" v="3429"/>
        <pc:sldMkLst>
          <pc:docMk/>
          <pc:sldMk cId="4072135879" sldId="590"/>
        </pc:sldMkLst>
        <pc:spChg chg="mod">
          <ac:chgData name="Deepika Vatsa" userId="f7100972-27fe-4ee6-8fb4-ec9b7931b409" providerId="ADAL" clId="{6884C358-F078-41E2-B52A-C991C4377FC1}" dt="2025-07-23T05:16:48.828" v="3364" actId="207"/>
          <ac:spMkLst>
            <pc:docMk/>
            <pc:sldMk cId="4072135879" sldId="590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36.965" v="248" actId="478"/>
          <ac:spMkLst>
            <pc:docMk/>
            <pc:sldMk cId="4072135879" sldId="590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3:41.989" v="250" actId="478"/>
          <ac:spMkLst>
            <pc:docMk/>
            <pc:sldMk cId="4072135879" sldId="590"/>
            <ac:spMk id="8" creationId="{3A42CD8B-E7C8-D2E6-CB60-EA168BDCC118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10" creationId="{762B94E8-9E92-C874-B94F-CA816E8E5609}"/>
          </ac:spMkLst>
        </pc:spChg>
        <pc:picChg chg="add mod">
          <ac:chgData name="Deepika Vatsa" userId="f7100972-27fe-4ee6-8fb4-ec9b7931b409" providerId="ADAL" clId="{6884C358-F078-41E2-B52A-C991C4377FC1}" dt="2025-07-22T09:33:58.086" v="257" actId="1076"/>
          <ac:picMkLst>
            <pc:docMk/>
            <pc:sldMk cId="4072135879" sldId="590"/>
            <ac:picMk id="9" creationId="{C356703B-A591-E735-D099-756D6F0724A1}"/>
          </ac:picMkLst>
        </pc:picChg>
        <pc:picChg chg="add mod">
          <ac:chgData name="Deepika Vatsa" userId="f7100972-27fe-4ee6-8fb4-ec9b7931b409" providerId="ADAL" clId="{6884C358-F078-41E2-B52A-C991C4377FC1}" dt="2025-07-22T09:33:59.666" v="258" actId="1076"/>
          <ac:picMkLst>
            <pc:docMk/>
            <pc:sldMk cId="4072135879" sldId="590"/>
            <ac:picMk id="11" creationId="{062F518F-DFCE-D51F-C42D-1B8DAD530657}"/>
          </ac:picMkLst>
        </pc:picChg>
        <pc:picChg chg="add mod">
          <ac:chgData name="Deepika Vatsa" userId="f7100972-27fe-4ee6-8fb4-ec9b7931b409" providerId="ADAL" clId="{6884C358-F078-41E2-B52A-C991C4377FC1}" dt="2025-07-22T09:33:56.159" v="256" actId="1076"/>
          <ac:picMkLst>
            <pc:docMk/>
            <pc:sldMk cId="4072135879" sldId="590"/>
            <ac:picMk id="12" creationId="{D688BB6C-9417-8D92-55EB-D522DC679CCF}"/>
          </ac:picMkLst>
        </pc:picChg>
        <pc:picChg chg="add mod">
          <ac:chgData name="Deepika Vatsa" userId="f7100972-27fe-4ee6-8fb4-ec9b7931b409" providerId="ADAL" clId="{6884C358-F078-41E2-B52A-C991C4377FC1}" dt="2025-07-22T09:34:03.951" v="259" actId="1076"/>
          <ac:picMkLst>
            <pc:docMk/>
            <pc:sldMk cId="4072135879" sldId="590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2.730" v="3429"/>
          <ac:cxnSpMkLst>
            <pc:docMk/>
            <pc:sldMk cId="4072135879" sldId="590"/>
            <ac:cxnSpMk id="3" creationId="{E868FEB9-887F-37ED-60BD-FBD1105706A2}"/>
          </ac:cxnSpMkLst>
        </pc:cxnChg>
        <pc:cxnChg chg="del">
          <ac:chgData name="Deepika Vatsa" userId="f7100972-27fe-4ee6-8fb4-ec9b7931b409" providerId="ADAL" clId="{6884C358-F078-41E2-B52A-C991C4377FC1}" dt="2025-07-23T05:20:42.313" v="3428" actId="478"/>
          <ac:cxnSpMkLst>
            <pc:docMk/>
            <pc:sldMk cId="4072135879" sldId="590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9.010" v="3427"/>
        <pc:sldMkLst>
          <pc:docMk/>
          <pc:sldMk cId="3439049211" sldId="591"/>
        </pc:sldMkLst>
        <pc:spChg chg="mod">
          <ac:chgData name="Deepika Vatsa" userId="f7100972-27fe-4ee6-8fb4-ec9b7931b409" providerId="ADAL" clId="{6884C358-F078-41E2-B52A-C991C4377FC1}" dt="2025-07-23T05:16:43.256" v="3363" actId="20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5.766" v="289" actId="478"/>
          <ac:spMkLst>
            <pc:docMk/>
            <pc:sldMk cId="3439049211" sldId="591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5:51.845" v="292" actId="478"/>
          <ac:spMkLst>
            <pc:docMk/>
            <pc:sldMk cId="3439049211" sldId="591"/>
            <ac:spMk id="8" creationId="{F57D67EC-941F-047B-5B83-163A12BECBA6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10" creationId="{762B94E8-9E92-C874-B94F-CA816E8E5609}"/>
          </ac:spMkLst>
        </pc:spChg>
        <pc:spChg chg="add mod">
          <ac:chgData name="Deepika Vatsa" userId="f7100972-27fe-4ee6-8fb4-ec9b7931b409" providerId="ADAL" clId="{6884C358-F078-41E2-B52A-C991C4377FC1}" dt="2025-07-22T09:44:11.797" v="365" actId="20577"/>
          <ac:spMkLst>
            <pc:docMk/>
            <pc:sldMk cId="3439049211" sldId="591"/>
            <ac:spMk id="11" creationId="{06381CCD-359B-D8A2-1997-A5B56A02FD41}"/>
          </ac:spMkLst>
        </pc:spChg>
        <pc:cxnChg chg="add mod">
          <ac:chgData name="Deepika Vatsa" userId="f7100972-27fe-4ee6-8fb4-ec9b7931b409" providerId="ADAL" clId="{6884C358-F078-41E2-B52A-C991C4377FC1}" dt="2025-07-23T05:20:39.010" v="3427"/>
          <ac:cxnSpMkLst>
            <pc:docMk/>
            <pc:sldMk cId="3439049211" sldId="591"/>
            <ac:cxnSpMk id="3" creationId="{9FFC9232-0F3D-BF13-4461-6E51D2C9C5C7}"/>
          </ac:cxnSpMkLst>
        </pc:cxnChg>
        <pc:cxnChg chg="del">
          <ac:chgData name="Deepika Vatsa" userId="f7100972-27fe-4ee6-8fb4-ec9b7931b409" providerId="ADAL" clId="{6884C358-F078-41E2-B52A-C991C4377FC1}" dt="2025-07-23T05:20:38.614" v="3426" actId="478"/>
          <ac:cxnSpMkLst>
            <pc:docMk/>
            <pc:sldMk cId="3439049211" sldId="59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46.224" v="3431"/>
        <pc:sldMkLst>
          <pc:docMk/>
          <pc:sldMk cId="3695788924" sldId="592"/>
        </pc:sldMkLst>
        <pc:spChg chg="mod">
          <ac:chgData name="Deepika Vatsa" userId="f7100972-27fe-4ee6-8fb4-ec9b7931b409" providerId="ADAL" clId="{6884C358-F078-41E2-B52A-C991C4377FC1}" dt="2025-07-23T05:16:54.290" v="3365" actId="207"/>
          <ac:spMkLst>
            <pc:docMk/>
            <pc:sldMk cId="3695788924" sldId="592"/>
            <ac:spMk id="2" creationId="{00000000-0000-0000-0000-000000000000}"/>
          </ac:spMkLst>
        </pc:spChg>
        <pc:picChg chg="add mod">
          <ac:chgData name="Deepika Vatsa" userId="f7100972-27fe-4ee6-8fb4-ec9b7931b409" providerId="ADAL" clId="{6884C358-F078-41E2-B52A-C991C4377FC1}" dt="2025-07-22T09:47:30.119" v="427" actId="1076"/>
          <ac:picMkLst>
            <pc:docMk/>
            <pc:sldMk cId="3695788924" sldId="592"/>
            <ac:picMk id="3" creationId="{780FB1CB-F0C4-259B-45AD-974689AE136B}"/>
          </ac:picMkLst>
        </pc:picChg>
        <pc:picChg chg="del">
          <ac:chgData name="Deepika Vatsa" userId="f7100972-27fe-4ee6-8fb4-ec9b7931b409" providerId="ADAL" clId="{6884C358-F078-41E2-B52A-C991C4377FC1}" dt="2025-07-22T09:47:24.492" v="423" actId="478"/>
          <ac:picMkLst>
            <pc:docMk/>
            <pc:sldMk cId="3695788924" sldId="592"/>
            <ac:picMk id="9" creationId="{C356703B-A591-E735-D099-756D6F0724A1}"/>
          </ac:picMkLst>
        </pc:picChg>
        <pc:picChg chg="del">
          <ac:chgData name="Deepika Vatsa" userId="f7100972-27fe-4ee6-8fb4-ec9b7931b409" providerId="ADAL" clId="{6884C358-F078-41E2-B52A-C991C4377FC1}" dt="2025-07-22T09:47:25.691" v="424" actId="478"/>
          <ac:picMkLst>
            <pc:docMk/>
            <pc:sldMk cId="3695788924" sldId="592"/>
            <ac:picMk id="11" creationId="{062F518F-DFCE-D51F-C42D-1B8DAD530657}"/>
          </ac:picMkLst>
        </pc:picChg>
        <pc:picChg chg="del">
          <ac:chgData name="Deepika Vatsa" userId="f7100972-27fe-4ee6-8fb4-ec9b7931b409" providerId="ADAL" clId="{6884C358-F078-41E2-B52A-C991C4377FC1}" dt="2025-07-22T09:47:26.976" v="425" actId="478"/>
          <ac:picMkLst>
            <pc:docMk/>
            <pc:sldMk cId="3695788924" sldId="592"/>
            <ac:picMk id="12" creationId="{D688BB6C-9417-8D92-55EB-D522DC679CCF}"/>
          </ac:picMkLst>
        </pc:picChg>
        <pc:picChg chg="del">
          <ac:chgData name="Deepika Vatsa" userId="f7100972-27fe-4ee6-8fb4-ec9b7931b409" providerId="ADAL" clId="{6884C358-F078-41E2-B52A-C991C4377FC1}" dt="2025-07-22T09:47:23.157" v="422" actId="478"/>
          <ac:picMkLst>
            <pc:docMk/>
            <pc:sldMk cId="3695788924" sldId="592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6.224" v="3431"/>
          <ac:cxnSpMkLst>
            <pc:docMk/>
            <pc:sldMk cId="3695788924" sldId="592"/>
            <ac:cxnSpMk id="4" creationId="{3BFC784D-5408-BD0B-6DA5-62F3FD69F164}"/>
          </ac:cxnSpMkLst>
        </pc:cxnChg>
        <pc:cxnChg chg="del">
          <ac:chgData name="Deepika Vatsa" userId="f7100972-27fe-4ee6-8fb4-ec9b7931b409" providerId="ADAL" clId="{6884C358-F078-41E2-B52A-C991C4377FC1}" dt="2025-07-23T05:20:45.811" v="3430" actId="478"/>
          <ac:cxnSpMkLst>
            <pc:docMk/>
            <pc:sldMk cId="3695788924" sldId="592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4.403" v="3435"/>
        <pc:sldMkLst>
          <pc:docMk/>
          <pc:sldMk cId="1876629941" sldId="593"/>
        </pc:sldMkLst>
        <pc:spChg chg="del">
          <ac:chgData name="Deepika Vatsa" userId="f7100972-27fe-4ee6-8fb4-ec9b7931b409" providerId="ADAL" clId="{6884C358-F078-41E2-B52A-C991C4377FC1}" dt="2025-07-22T09:48:33.749" v="445" actId="478"/>
          <ac:spMkLst>
            <pc:docMk/>
            <pc:sldMk cId="1876629941" sldId="593"/>
            <ac:spMk id="4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3T05:17:03.918" v="3367" actId="207"/>
          <ac:spMkLst>
            <pc:docMk/>
            <pc:sldMk cId="1876629941" sldId="593"/>
            <ac:spMk id="8" creationId="{991BA802-3D45-4E0C-D372-BE4FFEF41DD1}"/>
          </ac:spMkLst>
        </pc:spChg>
        <pc:picChg chg="add mod">
          <ac:chgData name="Deepika Vatsa" userId="f7100972-27fe-4ee6-8fb4-ec9b7931b409" providerId="ADAL" clId="{6884C358-F078-41E2-B52A-C991C4377FC1}" dt="2025-07-22T09:48:37.216" v="446" actId="1076"/>
          <ac:picMkLst>
            <pc:docMk/>
            <pc:sldMk cId="1876629941" sldId="593"/>
            <ac:picMk id="2" creationId="{22289BA6-595C-092F-1636-E2409F3160FF}"/>
          </ac:picMkLst>
        </pc:picChg>
        <pc:picChg chg="del">
          <ac:chgData name="Deepika Vatsa" userId="f7100972-27fe-4ee6-8fb4-ec9b7931b409" providerId="ADAL" clId="{6884C358-F078-41E2-B52A-C991C4377FC1}" dt="2025-07-22T09:48:28.505" v="442" actId="478"/>
          <ac:picMkLst>
            <pc:docMk/>
            <pc:sldMk cId="1876629941" sldId="593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4.403" v="3435"/>
          <ac:cxnSpMkLst>
            <pc:docMk/>
            <pc:sldMk cId="1876629941" sldId="593"/>
            <ac:cxnSpMk id="3" creationId="{69F5443E-C01E-3D27-219E-2E87903016D9}"/>
          </ac:cxnSpMkLst>
        </pc:cxnChg>
        <pc:cxnChg chg="del">
          <ac:chgData name="Deepika Vatsa" userId="f7100972-27fe-4ee6-8fb4-ec9b7931b409" providerId="ADAL" clId="{6884C358-F078-41E2-B52A-C991C4377FC1}" dt="2025-07-23T05:20:54.014" v="3434" actId="478"/>
          <ac:cxnSpMkLst>
            <pc:docMk/>
            <pc:sldMk cId="1876629941" sldId="593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8.202" v="3437"/>
        <pc:sldMkLst>
          <pc:docMk/>
          <pc:sldMk cId="2583576287" sldId="594"/>
        </pc:sldMkLst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6" creationId="{306222C9-0521-EF58-FCA8-88726E3AA54A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7" creationId="{41F3D0F9-36A4-1DEC-B009-0E145E036B07}"/>
          </ac:spMkLst>
        </pc:spChg>
        <pc:spChg chg="mod">
          <ac:chgData name="Deepika Vatsa" userId="f7100972-27fe-4ee6-8fb4-ec9b7931b409" providerId="ADAL" clId="{6884C358-F078-41E2-B52A-C991C4377FC1}" dt="2025-07-23T05:17:08.699" v="3368" actId="207"/>
          <ac:spMkLst>
            <pc:docMk/>
            <pc:sldMk cId="2583576287" sldId="594"/>
            <ac:spMk id="8" creationId="{991BA802-3D45-4E0C-D372-BE4FFEF41DD1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0" creationId="{C075F099-43B8-F612-EEB7-EA60283F766E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2" creationId="{4E13DD79-D7A3-56C4-1219-626F93F20780}"/>
          </ac:spMkLst>
        </pc:spChg>
        <pc:picChg chg="del">
          <ac:chgData name="Deepika Vatsa" userId="f7100972-27fe-4ee6-8fb4-ec9b7931b409" providerId="ADAL" clId="{6884C358-F078-41E2-B52A-C991C4377FC1}" dt="2025-07-22T10:00:34.658" v="716" actId="478"/>
          <ac:picMkLst>
            <pc:docMk/>
            <pc:sldMk cId="2583576287" sldId="594"/>
            <ac:picMk id="2" creationId="{22289BA6-595C-092F-1636-E2409F3160F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3" creationId="{236E3EE2-16FE-131B-ECBF-55568068757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4" creationId="{9A1AD1A2-9FF8-5D81-B390-C61128637D1C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9" creationId="{8ACCF344-D431-27F4-3519-E0D1C20E073B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11" creationId="{8640DA5C-AE56-878C-7DE7-A11F9AA0475B}"/>
          </ac:picMkLst>
        </pc:picChg>
        <pc:cxnChg chg="add mod">
          <ac:chgData name="Deepika Vatsa" userId="f7100972-27fe-4ee6-8fb4-ec9b7931b409" providerId="ADAL" clId="{6884C358-F078-41E2-B52A-C991C4377FC1}" dt="2025-07-23T05:20:58.202" v="3437"/>
          <ac:cxnSpMkLst>
            <pc:docMk/>
            <pc:sldMk cId="2583576287" sldId="594"/>
            <ac:cxnSpMk id="2" creationId="{83273B41-403D-3A3C-8252-05D272C66098}"/>
          </ac:cxnSpMkLst>
        </pc:cxnChg>
        <pc:cxnChg chg="del">
          <ac:chgData name="Deepika Vatsa" userId="f7100972-27fe-4ee6-8fb4-ec9b7931b409" providerId="ADAL" clId="{6884C358-F078-41E2-B52A-C991C4377FC1}" dt="2025-07-23T05:20:57.814" v="3436" actId="478"/>
          <ac:cxnSpMkLst>
            <pc:docMk/>
            <pc:sldMk cId="2583576287" sldId="594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13.213" v="3446"/>
        <pc:sldMkLst>
          <pc:docMk/>
          <pc:sldMk cId="3729385034" sldId="595"/>
        </pc:sldMkLst>
        <pc:spChg chg="mod">
          <ac:chgData name="Deepika Vatsa" userId="f7100972-27fe-4ee6-8fb4-ec9b7931b409" providerId="ADAL" clId="{6884C358-F078-41E2-B52A-C991C4377FC1}" dt="2025-07-23T05:17:55.758" v="3385" actId="1035"/>
          <ac:spMkLst>
            <pc:docMk/>
            <pc:sldMk cId="3729385034" sldId="595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3T05:06:56.645" v="3287" actId="478"/>
          <ac:spMkLst>
            <pc:docMk/>
            <pc:sldMk cId="3729385034" sldId="595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05:47.046" v="768" actId="478"/>
          <ac:spMkLst>
            <pc:docMk/>
            <pc:sldMk cId="3729385034" sldId="595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58.461" v="3288" actId="478"/>
          <ac:spMkLst>
            <pc:docMk/>
            <pc:sldMk cId="3729385034" sldId="595"/>
            <ac:spMk id="6" creationId="{595294C1-D83A-223D-E5DF-2687F4C0C4C3}"/>
          </ac:spMkLst>
        </pc:spChg>
        <pc:spChg chg="add mod">
          <ac:chgData name="Deepika Vatsa" userId="f7100972-27fe-4ee6-8fb4-ec9b7931b409" providerId="ADAL" clId="{6884C358-F078-41E2-B52A-C991C4377FC1}" dt="2025-07-23T05:07:00.405" v="3290"/>
          <ac:spMkLst>
            <pc:docMk/>
            <pc:sldMk cId="3729385034" sldId="595"/>
            <ac:spMk id="8" creationId="{07DF8378-AAD8-5F9D-5926-27ECBAD72119}"/>
          </ac:spMkLst>
        </pc:spChg>
        <pc:picChg chg="add del mod">
          <ac:chgData name="Deepika Vatsa" userId="f7100972-27fe-4ee6-8fb4-ec9b7931b409" providerId="ADAL" clId="{6884C358-F078-41E2-B52A-C991C4377FC1}" dt="2025-07-23T05:06:59.846" v="3289" actId="478"/>
          <ac:picMkLst>
            <pc:docMk/>
            <pc:sldMk cId="3729385034" sldId="595"/>
            <ac:picMk id="5" creationId="{05A945AB-0130-AB94-D6EA-8E8B4C8C69B4}"/>
          </ac:picMkLst>
        </pc:picChg>
        <pc:cxnChg chg="add mod">
          <ac:chgData name="Deepika Vatsa" userId="f7100972-27fe-4ee6-8fb4-ec9b7931b409" providerId="ADAL" clId="{6884C358-F078-41E2-B52A-C991C4377FC1}" dt="2025-07-23T05:21:13.213" v="3446"/>
          <ac:cxnSpMkLst>
            <pc:docMk/>
            <pc:sldMk cId="3729385034" sldId="595"/>
            <ac:cxnSpMk id="3" creationId="{91A758A6-68A7-3C5B-4901-273664385E64}"/>
          </ac:cxnSpMkLst>
        </pc:cxnChg>
        <pc:cxnChg chg="del">
          <ac:chgData name="Deepika Vatsa" userId="f7100972-27fe-4ee6-8fb4-ec9b7931b409" providerId="ADAL" clId="{6884C358-F078-41E2-B52A-C991C4377FC1}" dt="2025-07-23T05:21:12.833" v="3445" actId="478"/>
          <ac:cxnSpMkLst>
            <pc:docMk/>
            <pc:sldMk cId="3729385034" sldId="595"/>
            <ac:cxnSpMk id="7" creationId="{65C76CC1-B771-E13B-D742-340E1D5CAD8C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20.447" v="3450"/>
        <pc:sldMkLst>
          <pc:docMk/>
          <pc:sldMk cId="1503747669" sldId="596"/>
        </pc:sldMkLst>
        <pc:spChg chg="del">
          <ac:chgData name="Deepika Vatsa" userId="f7100972-27fe-4ee6-8fb4-ec9b7931b409" providerId="ADAL" clId="{6884C358-F078-41E2-B52A-C991C4377FC1}" dt="2025-07-23T05:18:01.094" v="3386" actId="478"/>
          <ac:spMkLst>
            <pc:docMk/>
            <pc:sldMk cId="1503747669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8:16.400" v="798" actId="27636"/>
          <ac:spMkLst>
            <pc:docMk/>
            <pc:sldMk cId="1503747669" sldId="59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8:04.034" v="3387" actId="478"/>
          <ac:spMkLst>
            <pc:docMk/>
            <pc:sldMk cId="1503747669" sldId="596"/>
            <ac:spMk id="6" creationId="{F876691B-7F3C-2C15-70BC-01577E758222}"/>
          </ac:spMkLst>
        </pc:spChg>
        <pc:spChg chg="add mod">
          <ac:chgData name="Deepika Vatsa" userId="f7100972-27fe-4ee6-8fb4-ec9b7931b409" providerId="ADAL" clId="{6884C358-F078-41E2-B52A-C991C4377FC1}" dt="2025-07-23T05:18:09.803" v="3388"/>
          <ac:spMkLst>
            <pc:docMk/>
            <pc:sldMk cId="1503747669" sldId="596"/>
            <ac:spMk id="8" creationId="{FAF0F256-03EF-AA03-B292-4A3D50B362A1}"/>
          </ac:spMkLst>
        </pc:spChg>
        <pc:picChg chg="add mod">
          <ac:chgData name="Deepika Vatsa" userId="f7100972-27fe-4ee6-8fb4-ec9b7931b409" providerId="ADAL" clId="{6884C358-F078-41E2-B52A-C991C4377FC1}" dt="2025-07-22T10:08:13.823" v="796" actId="14100"/>
          <ac:picMkLst>
            <pc:docMk/>
            <pc:sldMk cId="1503747669" sldId="596"/>
            <ac:picMk id="4" creationId="{AEF005CF-B525-14E8-5F26-09F83936D256}"/>
          </ac:picMkLst>
        </pc:picChg>
        <pc:picChg chg="del">
          <ac:chgData name="Deepika Vatsa" userId="f7100972-27fe-4ee6-8fb4-ec9b7931b409" providerId="ADAL" clId="{6884C358-F078-41E2-B52A-C991C4377FC1}" dt="2025-07-22T10:07:40.420" v="793" actId="478"/>
          <ac:picMkLst>
            <pc:docMk/>
            <pc:sldMk cId="1503747669" sldId="596"/>
            <ac:picMk id="5" creationId="{05A945AB-0130-AB94-D6EA-8E8B4C8C69B4}"/>
          </ac:picMkLst>
        </pc:picChg>
        <pc:cxnChg chg="del">
          <ac:chgData name="Deepika Vatsa" userId="f7100972-27fe-4ee6-8fb4-ec9b7931b409" providerId="ADAL" clId="{6884C358-F078-41E2-B52A-C991C4377FC1}" dt="2025-07-23T05:21:20.066" v="3449" actId="478"/>
          <ac:cxnSpMkLst>
            <pc:docMk/>
            <pc:sldMk cId="1503747669" sldId="596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20.447" v="3450"/>
          <ac:cxnSpMkLst>
            <pc:docMk/>
            <pc:sldMk cId="1503747669" sldId="596"/>
            <ac:cxnSpMk id="9" creationId="{3A23A287-BBE3-562E-ABE0-5090EACFAE7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40.576" v="3459" actId="14100"/>
        <pc:sldMkLst>
          <pc:docMk/>
          <pc:sldMk cId="2169252664" sldId="597"/>
        </pc:sldMkLst>
        <pc:spChg chg="del">
          <ac:chgData name="Deepika Vatsa" userId="f7100972-27fe-4ee6-8fb4-ec9b7931b409" providerId="ADAL" clId="{6884C358-F078-41E2-B52A-C991C4377FC1}" dt="2025-07-23T05:18:51.798" v="3397" actId="478"/>
          <ac:spMkLst>
            <pc:docMk/>
            <pc:sldMk cId="2169252664" sldId="597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0.576" v="3459" actId="14100"/>
          <ac:spMkLst>
            <pc:docMk/>
            <pc:sldMk cId="2169252664" sldId="597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53.707" v="3398" actId="478"/>
          <ac:spMkLst>
            <pc:docMk/>
            <pc:sldMk cId="2169252664" sldId="597"/>
            <ac:spMk id="6" creationId="{53F1752F-2FDE-42D9-4D71-76064AA39AAB}"/>
          </ac:spMkLst>
        </pc:spChg>
        <pc:spChg chg="add mod">
          <ac:chgData name="Deepika Vatsa" userId="f7100972-27fe-4ee6-8fb4-ec9b7931b409" providerId="ADAL" clId="{6884C358-F078-41E2-B52A-C991C4377FC1}" dt="2025-07-23T05:18:54.461" v="3399"/>
          <ac:spMkLst>
            <pc:docMk/>
            <pc:sldMk cId="2169252664" sldId="597"/>
            <ac:spMk id="7" creationId="{3C6ACF8F-B531-BE5A-2C1D-263F00828601}"/>
          </ac:spMkLst>
        </pc:spChg>
        <pc:cxnChg chg="del">
          <ac:chgData name="Deepika Vatsa" userId="f7100972-27fe-4ee6-8fb4-ec9b7931b409" providerId="ADAL" clId="{6884C358-F078-41E2-B52A-C991C4377FC1}" dt="2025-07-23T05:21:36.683" v="3457" actId="478"/>
          <ac:cxnSpMkLst>
            <pc:docMk/>
            <pc:sldMk cId="2169252664" sldId="597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7.159" v="3458"/>
          <ac:cxnSpMkLst>
            <pc:docMk/>
            <pc:sldMk cId="2169252664" sldId="597"/>
            <ac:cxnSpMk id="8" creationId="{960C88F0-C429-DECE-0649-D90C3C9B4B3F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01.713" v="3413" actId="14100"/>
        <pc:sldMkLst>
          <pc:docMk/>
          <pc:sldMk cId="3506553672" sldId="598"/>
        </pc:sldMkLst>
        <pc:spChg chg="del">
          <ac:chgData name="Deepika Vatsa" userId="f7100972-27fe-4ee6-8fb4-ec9b7931b409" providerId="ADAL" clId="{6884C358-F078-41E2-B52A-C991C4377FC1}" dt="2025-07-23T05:18:58.744" v="3400" actId="478"/>
          <ac:spMkLst>
            <pc:docMk/>
            <pc:sldMk cId="3506553672" sldId="59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19:53.232" v="3412" actId="14100"/>
          <ac:spMkLst>
            <pc:docMk/>
            <pc:sldMk cId="3506553672" sldId="59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9:00.479" v="3401" actId="478"/>
          <ac:spMkLst>
            <pc:docMk/>
            <pc:sldMk cId="3506553672" sldId="598"/>
            <ac:spMk id="6" creationId="{F683307C-B106-FF61-47F6-9AF0281F23D5}"/>
          </ac:spMkLst>
        </pc:spChg>
        <pc:spChg chg="add mod">
          <ac:chgData name="Deepika Vatsa" userId="f7100972-27fe-4ee6-8fb4-ec9b7931b409" providerId="ADAL" clId="{6884C358-F078-41E2-B52A-C991C4377FC1}" dt="2025-07-23T05:19:01.147" v="3402"/>
          <ac:spMkLst>
            <pc:docMk/>
            <pc:sldMk cId="3506553672" sldId="598"/>
            <ac:spMk id="7" creationId="{E0A3D3E7-23FD-A7A2-4008-A85FD6ED147D}"/>
          </ac:spMkLst>
        </pc:spChg>
        <pc:cxnChg chg="mod">
          <ac:chgData name="Deepika Vatsa" userId="f7100972-27fe-4ee6-8fb4-ec9b7931b409" providerId="ADAL" clId="{6884C358-F078-41E2-B52A-C991C4377FC1}" dt="2025-07-23T05:20:01.713" v="3413" actId="14100"/>
          <ac:cxnSpMkLst>
            <pc:docMk/>
            <pc:sldMk cId="3506553672" sldId="598"/>
            <ac:cxnSpMk id="5" creationId="{B2627C12-E6DC-37C6-3534-91290B918037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23:59.015" v="3535" actId="47"/>
        <pc:sldMkLst>
          <pc:docMk/>
          <pc:sldMk cId="2401294685" sldId="599"/>
        </pc:sldMkLst>
        <pc:spChg chg="del">
          <ac:chgData name="Deepika Vatsa" userId="f7100972-27fe-4ee6-8fb4-ec9b7931b409" providerId="ADAL" clId="{6884C358-F078-41E2-B52A-C991C4377FC1}" dt="2025-07-23T05:14:27.661" v="3341" actId="478"/>
          <ac:spMkLst>
            <pc:docMk/>
            <pc:sldMk cId="2401294685" sldId="599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09.013" v="3339" actId="207"/>
          <ac:spMkLst>
            <pc:docMk/>
            <pc:sldMk cId="2401294685" sldId="599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0.418" v="3342" actId="478"/>
          <ac:spMkLst>
            <pc:docMk/>
            <pc:sldMk cId="2401294685" sldId="599"/>
            <ac:spMk id="6" creationId="{4BF9E284-5898-8DDF-CE9A-3C976785F937}"/>
          </ac:spMkLst>
        </pc:spChg>
        <pc:spChg chg="add mod">
          <ac:chgData name="Deepika Vatsa" userId="f7100972-27fe-4ee6-8fb4-ec9b7931b409" providerId="ADAL" clId="{6884C358-F078-41E2-B52A-C991C4377FC1}" dt="2025-07-23T05:14:30.951" v="3343"/>
          <ac:spMkLst>
            <pc:docMk/>
            <pc:sldMk cId="2401294685" sldId="599"/>
            <ac:spMk id="7" creationId="{0119B940-AB8B-E340-E8DC-D2BDFC2C2C8E}"/>
          </ac:spMkLst>
        </pc:spChg>
      </pc:sldChg>
      <pc:sldChg chg="addSp delSp modSp add del mod">
        <pc:chgData name="Deepika Vatsa" userId="f7100972-27fe-4ee6-8fb4-ec9b7931b409" providerId="ADAL" clId="{6884C358-F078-41E2-B52A-C991C4377FC1}" dt="2025-07-23T05:24:38.241" v="3543" actId="2696"/>
        <pc:sldMkLst>
          <pc:docMk/>
          <pc:sldMk cId="3029789361" sldId="600"/>
        </pc:sldMkLst>
        <pc:spChg chg="del">
          <ac:chgData name="Deepika Vatsa" userId="f7100972-27fe-4ee6-8fb4-ec9b7931b409" providerId="ADAL" clId="{6884C358-F078-41E2-B52A-C991C4377FC1}" dt="2025-07-23T05:14:36.566" v="3344" actId="478"/>
          <ac:spMkLst>
            <pc:docMk/>
            <pc:sldMk cId="3029789361" sldId="600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14.965" v="3340" actId="207"/>
          <ac:spMkLst>
            <pc:docMk/>
            <pc:sldMk cId="3029789361" sldId="600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8.530" v="3345" actId="478"/>
          <ac:spMkLst>
            <pc:docMk/>
            <pc:sldMk cId="3029789361" sldId="600"/>
            <ac:spMk id="6" creationId="{F02D243D-009C-3431-8226-38FDB17887B5}"/>
          </ac:spMkLst>
        </pc:spChg>
        <pc:spChg chg="add mod">
          <ac:chgData name="Deepika Vatsa" userId="f7100972-27fe-4ee6-8fb4-ec9b7931b409" providerId="ADAL" clId="{6884C358-F078-41E2-B52A-C991C4377FC1}" dt="2025-07-23T05:14:39.434" v="3346"/>
          <ac:spMkLst>
            <pc:docMk/>
            <pc:sldMk cId="3029789361" sldId="600"/>
            <ac:spMk id="7" creationId="{BC661B70-CCBE-C4A5-04AC-7FA70FCEB17A}"/>
          </ac:spMkLst>
        </pc:spChg>
      </pc:sldChg>
      <pc:sldChg chg="modSp add del mod">
        <pc:chgData name="Deepika Vatsa" userId="f7100972-27fe-4ee6-8fb4-ec9b7931b409" providerId="ADAL" clId="{6884C358-F078-41E2-B52A-C991C4377FC1}" dt="2025-07-22T10:45:47.780" v="2494" actId="47"/>
        <pc:sldMkLst>
          <pc:docMk/>
          <pc:sldMk cId="4257758956" sldId="600"/>
        </pc:sldMkLst>
        <pc:spChg chg="mod">
          <ac:chgData name="Deepika Vatsa" userId="f7100972-27fe-4ee6-8fb4-ec9b7931b409" providerId="ADAL" clId="{6884C358-F078-41E2-B52A-C991C4377FC1}" dt="2025-07-22T10:45:15.158" v="2478" actId="12"/>
          <ac:spMkLst>
            <pc:docMk/>
            <pc:sldMk cId="4257758956" sldId="600"/>
            <ac:spMk id="4" creationId="{170DDB5B-6792-55DA-AF63-9A96FA1939A3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34.530" v="3425"/>
        <pc:sldMkLst>
          <pc:docMk/>
          <pc:sldMk cId="3239011490" sldId="601"/>
        </pc:sldMkLst>
        <pc:spChg chg="mod">
          <ac:chgData name="Deepika Vatsa" userId="f7100972-27fe-4ee6-8fb4-ec9b7931b409" providerId="ADAL" clId="{6884C358-F078-41E2-B52A-C991C4377FC1}" dt="2025-07-23T05:16:36.510" v="3362" actId="207"/>
          <ac:spMkLst>
            <pc:docMk/>
            <pc:sldMk cId="3239011490" sldId="601"/>
            <ac:spMk id="2" creationId="{00000000-0000-0000-0000-000000000000}"/>
          </ac:spMkLst>
        </pc:spChg>
        <pc:cxnChg chg="add mod">
          <ac:chgData name="Deepika Vatsa" userId="f7100972-27fe-4ee6-8fb4-ec9b7931b409" providerId="ADAL" clId="{6884C358-F078-41E2-B52A-C991C4377FC1}" dt="2025-07-23T05:20:34.530" v="3425"/>
          <ac:cxnSpMkLst>
            <pc:docMk/>
            <pc:sldMk cId="3239011490" sldId="601"/>
            <ac:cxnSpMk id="4" creationId="{7B9879F7-3A1D-F2AB-DE14-AC3E9F018ECD}"/>
          </ac:cxnSpMkLst>
        </pc:cxnChg>
        <pc:cxnChg chg="del">
          <ac:chgData name="Deepika Vatsa" userId="f7100972-27fe-4ee6-8fb4-ec9b7931b409" providerId="ADAL" clId="{6884C358-F078-41E2-B52A-C991C4377FC1}" dt="2025-07-23T05:20:34.151" v="3424" actId="478"/>
          <ac:cxnSpMkLst>
            <pc:docMk/>
            <pc:sldMk cId="3239011490" sldId="60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0.639" v="3419"/>
        <pc:sldMkLst>
          <pc:docMk/>
          <pc:sldMk cId="2717130231" sldId="602"/>
        </pc:sldMkLst>
        <pc:spChg chg="del">
          <ac:chgData name="Deepika Vatsa" userId="f7100972-27fe-4ee6-8fb4-ec9b7931b409" providerId="ADAL" clId="{6884C358-F078-41E2-B52A-C991C4377FC1}" dt="2025-07-23T05:16:01.154" v="3352" actId="478"/>
          <ac:spMkLst>
            <pc:docMk/>
            <pc:sldMk cId="2717130231" sldId="602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6:02.768" v="3353" actId="478"/>
          <ac:spMkLst>
            <pc:docMk/>
            <pc:sldMk cId="2717130231" sldId="602"/>
            <ac:spMk id="6" creationId="{6DA9A92D-8D82-3D24-F90E-F548CACC3B08}"/>
          </ac:spMkLst>
        </pc:spChg>
        <pc:spChg chg="add mod">
          <ac:chgData name="Deepika Vatsa" userId="f7100972-27fe-4ee6-8fb4-ec9b7931b409" providerId="ADAL" clId="{6884C358-F078-41E2-B52A-C991C4377FC1}" dt="2025-07-23T05:16:25.734" v="3359"/>
          <ac:spMkLst>
            <pc:docMk/>
            <pc:sldMk cId="2717130231" sldId="602"/>
            <ac:spMk id="7" creationId="{7F4B3C9C-EE6F-0BBC-A1B2-DCB27147AC1C}"/>
          </ac:spMkLst>
        </pc:spChg>
        <pc:spChg chg="mod">
          <ac:chgData name="Deepika Vatsa" userId="f7100972-27fe-4ee6-8fb4-ec9b7931b409" providerId="ADAL" clId="{6884C358-F078-41E2-B52A-C991C4377FC1}" dt="2025-07-22T10:58:01.962" v="3168" actId="113"/>
          <ac:spMkLst>
            <pc:docMk/>
            <pc:sldMk cId="2717130231" sldId="602"/>
            <ac:spMk id="13" creationId="{05B054CE-66A9-69B7-25DF-5E63A7E7226F}"/>
          </ac:spMkLst>
        </pc:spChg>
        <pc:graphicFrameChg chg="add mod modGraphic">
          <ac:chgData name="Deepika Vatsa" userId="f7100972-27fe-4ee6-8fb4-ec9b7931b409" providerId="ADAL" clId="{6884C358-F078-41E2-B52A-C991C4377FC1}" dt="2025-07-22T10:56:57.073" v="3131" actId="20577"/>
          <ac:graphicFrameMkLst>
            <pc:docMk/>
            <pc:sldMk cId="2717130231" sldId="602"/>
            <ac:graphicFrameMk id="3" creationId="{26447246-77A9-0BA0-DDC4-AA7139BF3CBE}"/>
          </ac:graphicFrameMkLst>
        </pc:graphicFrameChg>
        <pc:graphicFrameChg chg="del">
          <ac:chgData name="Deepika Vatsa" userId="f7100972-27fe-4ee6-8fb4-ec9b7931b409" providerId="ADAL" clId="{6884C358-F078-41E2-B52A-C991C4377FC1}" dt="2025-07-22T10:56:05.332" v="3064" actId="478"/>
          <ac:graphicFrameMkLst>
            <pc:docMk/>
            <pc:sldMk cId="2717130231" sldId="602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20.177" v="3418" actId="478"/>
          <ac:cxnSpMkLst>
            <pc:docMk/>
            <pc:sldMk cId="2717130231" sldId="602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0.639" v="3419"/>
          <ac:cxnSpMkLst>
            <pc:docMk/>
            <pc:sldMk cId="2717130231" sldId="602"/>
            <ac:cxnSpMk id="8" creationId="{7D162270-8EA5-1790-83F3-A4F9A126E8B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6.685" v="3421"/>
        <pc:sldMkLst>
          <pc:docMk/>
          <pc:sldMk cId="1266594393" sldId="603"/>
        </pc:sldMkLst>
        <pc:spChg chg="del">
          <ac:chgData name="Deepika Vatsa" userId="f7100972-27fe-4ee6-8fb4-ec9b7931b409" providerId="ADAL" clId="{6884C358-F078-41E2-B52A-C991C4377FC1}" dt="2025-07-23T05:16:06.563" v="3354" actId="478"/>
          <ac:spMkLst>
            <pc:docMk/>
            <pc:sldMk cId="1266594393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6884C358-F078-41E2-B52A-C991C4377FC1}" dt="2025-07-22T10:57:48.108" v="3164" actId="14100"/>
          <ac:spMkLst>
            <pc:docMk/>
            <pc:sldMk cId="1266594393" sldId="603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08.217" v="3355" actId="478"/>
          <ac:spMkLst>
            <pc:docMk/>
            <pc:sldMk cId="1266594393" sldId="603"/>
            <ac:spMk id="6" creationId="{A74DC710-992E-573C-40A0-556A16BC3A75}"/>
          </ac:spMkLst>
        </pc:spChg>
        <pc:spChg chg="add mod">
          <ac:chgData name="Deepika Vatsa" userId="f7100972-27fe-4ee6-8fb4-ec9b7931b409" providerId="ADAL" clId="{6884C358-F078-41E2-B52A-C991C4377FC1}" dt="2025-07-23T05:16:27.514" v="3360"/>
          <ac:spMkLst>
            <pc:docMk/>
            <pc:sldMk cId="1266594393" sldId="603"/>
            <ac:spMk id="7" creationId="{1B3062FA-2CD8-A930-87D2-86A160AADA8E}"/>
          </ac:spMkLst>
        </pc:spChg>
        <pc:spChg chg="mod">
          <ac:chgData name="Deepika Vatsa" userId="f7100972-27fe-4ee6-8fb4-ec9b7931b409" providerId="ADAL" clId="{6884C358-F078-41E2-B52A-C991C4377FC1}" dt="2025-07-22T10:57:56.910" v="3167" actId="113"/>
          <ac:spMkLst>
            <pc:docMk/>
            <pc:sldMk cId="1266594393" sldId="603"/>
            <ac:spMk id="13" creationId="{05B054CE-66A9-69B7-25DF-5E63A7E7226F}"/>
          </ac:spMkLst>
        </pc:spChg>
        <pc:graphicFrameChg chg="del">
          <ac:chgData name="Deepika Vatsa" userId="f7100972-27fe-4ee6-8fb4-ec9b7931b409" providerId="ADAL" clId="{6884C358-F078-41E2-B52A-C991C4377FC1}" dt="2025-07-22T10:57:41.042" v="3162" actId="478"/>
          <ac:graphicFrameMkLst>
            <pc:docMk/>
            <pc:sldMk cId="1266594393" sldId="603"/>
            <ac:graphicFrameMk id="3" creationId="{26447246-77A9-0BA0-DDC4-AA7139BF3CBE}"/>
          </ac:graphicFrameMkLst>
        </pc:graphicFrameChg>
        <pc:cxnChg chg="del">
          <ac:chgData name="Deepika Vatsa" userId="f7100972-27fe-4ee6-8fb4-ec9b7931b409" providerId="ADAL" clId="{6884C358-F078-41E2-B52A-C991C4377FC1}" dt="2025-07-23T05:20:26.229" v="3420" actId="478"/>
          <ac:cxnSpMkLst>
            <pc:docMk/>
            <pc:sldMk cId="1266594393" sldId="603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6.685" v="3421"/>
          <ac:cxnSpMkLst>
            <pc:docMk/>
            <pc:sldMk cId="1266594393" sldId="603"/>
            <ac:cxnSpMk id="8" creationId="{A1395F78-30F5-3937-9A59-67E864B7EFC0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16.708" v="3417"/>
        <pc:sldMkLst>
          <pc:docMk/>
          <pc:sldMk cId="4255891347" sldId="604"/>
        </pc:sldMkLst>
        <pc:spChg chg="del">
          <ac:chgData name="Deepika Vatsa" userId="f7100972-27fe-4ee6-8fb4-ec9b7931b409" providerId="ADAL" clId="{6884C358-F078-41E2-B52A-C991C4377FC1}" dt="2025-07-23T05:15:55.831" v="3350" actId="478"/>
          <ac:spMkLst>
            <pc:docMk/>
            <pc:sldMk cId="4255891347" sldId="604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5:57.713" v="3351" actId="478"/>
          <ac:spMkLst>
            <pc:docMk/>
            <pc:sldMk cId="4255891347" sldId="604"/>
            <ac:spMk id="4" creationId="{1E8C311E-5024-0A5C-ADB3-9DF8A67D3DAA}"/>
          </ac:spMkLst>
        </pc:spChg>
        <pc:spChg chg="add mod">
          <ac:chgData name="Deepika Vatsa" userId="f7100972-27fe-4ee6-8fb4-ec9b7931b409" providerId="ADAL" clId="{6884C358-F078-41E2-B52A-C991C4377FC1}" dt="2025-07-23T05:16:23.931" v="3358"/>
          <ac:spMkLst>
            <pc:docMk/>
            <pc:sldMk cId="4255891347" sldId="604"/>
            <ac:spMk id="6" creationId="{2026D996-90C4-3C12-B2E6-96092CF25C70}"/>
          </ac:spMkLst>
        </pc:spChg>
        <pc:spChg chg="mod">
          <ac:chgData name="Deepika Vatsa" userId="f7100972-27fe-4ee6-8fb4-ec9b7931b409" providerId="ADAL" clId="{6884C358-F078-41E2-B52A-C991C4377FC1}" dt="2025-07-22T10:58:35.306" v="3177" actId="6549"/>
          <ac:spMkLst>
            <pc:docMk/>
            <pc:sldMk cId="4255891347" sldId="604"/>
            <ac:spMk id="13" creationId="{05B054CE-66A9-69B7-25DF-5E63A7E7226F}"/>
          </ac:spMkLst>
        </pc:spChg>
        <pc:graphicFrameChg chg="mod modGraphic">
          <ac:chgData name="Deepika Vatsa" userId="f7100972-27fe-4ee6-8fb4-ec9b7931b409" providerId="ADAL" clId="{6884C358-F078-41E2-B52A-C991C4377FC1}" dt="2025-07-22T10:58:54.235" v="3183" actId="14100"/>
          <ac:graphicFrameMkLst>
            <pc:docMk/>
            <pc:sldMk cId="4255891347" sldId="604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16.121" v="3416" actId="478"/>
          <ac:cxnSpMkLst>
            <pc:docMk/>
            <pc:sldMk cId="4255891347" sldId="604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16.708" v="3417"/>
          <ac:cxnSpMkLst>
            <pc:docMk/>
            <pc:sldMk cId="4255891347" sldId="604"/>
            <ac:cxnSpMk id="7" creationId="{B773A36C-D68E-6E7D-095A-1EC7008C66FA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1.431" v="3423"/>
        <pc:sldMkLst>
          <pc:docMk/>
          <pc:sldMk cId="3000343820" sldId="605"/>
        </pc:sldMkLst>
        <pc:spChg chg="del">
          <ac:chgData name="Deepika Vatsa" userId="f7100972-27fe-4ee6-8fb4-ec9b7931b409" providerId="ADAL" clId="{6884C358-F078-41E2-B52A-C991C4377FC1}" dt="2025-07-23T05:16:13.022" v="3356" actId="478"/>
          <ac:spMkLst>
            <pc:docMk/>
            <pc:sldMk cId="3000343820" sldId="605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59:47.754" v="3207" actId="478"/>
          <ac:spMkLst>
            <pc:docMk/>
            <pc:sldMk cId="3000343820" sldId="605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14.811" v="3357" actId="478"/>
          <ac:spMkLst>
            <pc:docMk/>
            <pc:sldMk cId="3000343820" sldId="605"/>
            <ac:spMk id="4" creationId="{A81EBE12-917F-1A39-1B38-85449C2DC81C}"/>
          </ac:spMkLst>
        </pc:spChg>
        <pc:spChg chg="add del">
          <ac:chgData name="Deepika Vatsa" userId="f7100972-27fe-4ee6-8fb4-ec9b7931b409" providerId="ADAL" clId="{6884C358-F078-41E2-B52A-C991C4377FC1}" dt="2025-07-22T10:59:53.735" v="3211" actId="22"/>
          <ac:spMkLst>
            <pc:docMk/>
            <pc:sldMk cId="3000343820" sldId="605"/>
            <ac:spMk id="6" creationId="{254E2835-DAB1-3E5B-5251-BEF951804D79}"/>
          </ac:spMkLst>
        </pc:spChg>
        <pc:spChg chg="add mod">
          <ac:chgData name="Deepika Vatsa" userId="f7100972-27fe-4ee6-8fb4-ec9b7931b409" providerId="ADAL" clId="{6884C358-F078-41E2-B52A-C991C4377FC1}" dt="2025-07-23T05:16:30.424" v="3361"/>
          <ac:spMkLst>
            <pc:docMk/>
            <pc:sldMk cId="3000343820" sldId="605"/>
            <ac:spMk id="6" creationId="{2D09E08D-CF06-9310-2372-85E7B1DBB6F3}"/>
          </ac:spMkLst>
        </pc:spChg>
        <pc:spChg chg="add del">
          <ac:chgData name="Deepika Vatsa" userId="f7100972-27fe-4ee6-8fb4-ec9b7931b409" providerId="ADAL" clId="{6884C358-F078-41E2-B52A-C991C4377FC1}" dt="2025-07-22T10:59:55.017" v="3213" actId="22"/>
          <ac:spMkLst>
            <pc:docMk/>
            <pc:sldMk cId="3000343820" sldId="605"/>
            <ac:spMk id="8" creationId="{46282A04-E2EF-5990-7C9A-2482B8F88DE8}"/>
          </ac:spMkLst>
        </pc:spChg>
        <pc:spChg chg="add mod">
          <ac:chgData name="Deepika Vatsa" userId="f7100972-27fe-4ee6-8fb4-ec9b7931b409" providerId="ADAL" clId="{6884C358-F078-41E2-B52A-C991C4377FC1}" dt="2025-07-22T11:00:31.477" v="3250" actId="20577"/>
          <ac:spMkLst>
            <pc:docMk/>
            <pc:sldMk cId="3000343820" sldId="605"/>
            <ac:spMk id="10" creationId="{1A9471B8-64B2-EEE3-8FEC-CB7C57B99638}"/>
          </ac:spMkLst>
        </pc:spChg>
        <pc:spChg chg="mod">
          <ac:chgData name="Deepika Vatsa" userId="f7100972-27fe-4ee6-8fb4-ec9b7931b409" providerId="ADAL" clId="{6884C358-F078-41E2-B52A-C991C4377FC1}" dt="2025-07-22T10:59:19.150" v="3206" actId="20577"/>
          <ac:spMkLst>
            <pc:docMk/>
            <pc:sldMk cId="3000343820" sldId="605"/>
            <ac:spMk id="13" creationId="{05B054CE-66A9-69B7-25DF-5E63A7E7226F}"/>
          </ac:spMkLst>
        </pc:spChg>
        <pc:cxnChg chg="del">
          <ac:chgData name="Deepika Vatsa" userId="f7100972-27fe-4ee6-8fb4-ec9b7931b409" providerId="ADAL" clId="{6884C358-F078-41E2-B52A-C991C4377FC1}" dt="2025-07-23T05:20:30.996" v="3422" actId="478"/>
          <ac:cxnSpMkLst>
            <pc:docMk/>
            <pc:sldMk cId="3000343820" sldId="605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31.431" v="3423"/>
          <ac:cxnSpMkLst>
            <pc:docMk/>
            <pc:sldMk cId="3000343820" sldId="605"/>
            <ac:cxnSpMk id="7" creationId="{CB25073D-C8BF-4164-65B6-5B1D7B263018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07:03.568" v="3291" actId="2696"/>
        <pc:sldMkLst>
          <pc:docMk/>
          <pc:sldMk cId="1302649209" sldId="606"/>
        </pc:sldMkLst>
        <pc:spChg chg="mod">
          <ac:chgData name="Deepika Vatsa" userId="f7100972-27fe-4ee6-8fb4-ec9b7931b409" providerId="ADAL" clId="{6884C358-F078-41E2-B52A-C991C4377FC1}" dt="2025-07-23T05:06:38.842" v="3285" actId="1076"/>
          <ac:spMkLst>
            <pc:docMk/>
            <pc:sldMk cId="1302649209" sldId="606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3T05:06:11.168" v="3261" actId="478"/>
          <ac:spMkLst>
            <pc:docMk/>
            <pc:sldMk cId="1302649209" sldId="60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14.218" v="3262" actId="478"/>
          <ac:spMkLst>
            <pc:docMk/>
            <pc:sldMk cId="1302649209" sldId="606"/>
            <ac:spMk id="6" creationId="{64114871-2460-BE07-A433-A6AA220B5F2C}"/>
          </ac:spMkLst>
        </pc:spChg>
        <pc:spChg chg="add mod">
          <ac:chgData name="Deepika Vatsa" userId="f7100972-27fe-4ee6-8fb4-ec9b7931b409" providerId="ADAL" clId="{6884C358-F078-41E2-B52A-C991C4377FC1}" dt="2025-07-23T05:06:14.889" v="3263"/>
          <ac:spMkLst>
            <pc:docMk/>
            <pc:sldMk cId="1302649209" sldId="606"/>
            <ac:spMk id="7" creationId="{4046B1BD-32BF-94BB-A445-155DB489242D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1:16.949" v="3448"/>
        <pc:sldMkLst>
          <pc:docMk/>
          <pc:sldMk cId="1265168596" sldId="607"/>
        </pc:sldMkLst>
        <pc:spChg chg="del">
          <ac:chgData name="Deepika Vatsa" userId="f7100972-27fe-4ee6-8fb4-ec9b7931b409" providerId="ADAL" clId="{6884C358-F078-41E2-B52A-C991C4377FC1}" dt="2025-07-23T05:17:39.628" v="3374" actId="478"/>
          <ac:spMkLst>
            <pc:docMk/>
            <pc:sldMk cId="1265168596" sldId="60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7:44.285" v="3376" actId="478"/>
          <ac:spMkLst>
            <pc:docMk/>
            <pc:sldMk cId="1265168596" sldId="607"/>
            <ac:spMk id="6" creationId="{C07E118B-1667-38AE-C2DA-C21278B87F83}"/>
          </ac:spMkLst>
        </pc:spChg>
        <pc:spChg chg="add mod">
          <ac:chgData name="Deepika Vatsa" userId="f7100972-27fe-4ee6-8fb4-ec9b7931b409" providerId="ADAL" clId="{6884C358-F078-41E2-B52A-C991C4377FC1}" dt="2025-07-23T05:17:49.187" v="3380" actId="1035"/>
          <ac:spMkLst>
            <pc:docMk/>
            <pc:sldMk cId="1265168596" sldId="607"/>
            <ac:spMk id="8" creationId="{28EA11DA-6FAE-4A30-1A45-D904D110690C}"/>
          </ac:spMkLst>
        </pc:spChg>
        <pc:cxnChg chg="del">
          <ac:chgData name="Deepika Vatsa" userId="f7100972-27fe-4ee6-8fb4-ec9b7931b409" providerId="ADAL" clId="{6884C358-F078-41E2-B52A-C991C4377FC1}" dt="2025-07-23T05:21:16.564" v="3447" actId="478"/>
          <ac:cxnSpMkLst>
            <pc:docMk/>
            <pc:sldMk cId="1265168596" sldId="607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16.949" v="3448"/>
          <ac:cxnSpMkLst>
            <pc:docMk/>
            <pc:sldMk cId="1265168596" sldId="607"/>
            <ac:cxnSpMk id="9" creationId="{8EEBD2E5-74AB-4847-0D3D-94218217714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26.150" v="3493" actId="14100"/>
        <pc:sldMkLst>
          <pc:docMk/>
          <pc:sldMk cId="3320274339" sldId="608"/>
        </pc:sldMkLst>
        <pc:spChg chg="del">
          <ac:chgData name="Deepika Vatsa" userId="f7100972-27fe-4ee6-8fb4-ec9b7931b409" providerId="ADAL" clId="{6884C358-F078-41E2-B52A-C991C4377FC1}" dt="2025-07-23T05:11:34.839" v="3297" actId="478"/>
          <ac:spMkLst>
            <pc:docMk/>
            <pc:sldMk cId="3320274339" sldId="608"/>
            <ac:spMk id="2" creationId="{3EA993F1-7D74-5A35-94E0-755C8170DDD2}"/>
          </ac:spMkLst>
        </pc:spChg>
        <pc:spChg chg="del">
          <ac:chgData name="Deepika Vatsa" userId="f7100972-27fe-4ee6-8fb4-ec9b7931b409" providerId="ADAL" clId="{6884C358-F078-41E2-B52A-C991C4377FC1}" dt="2025-07-23T05:12:10.700" v="3318" actId="478"/>
          <ac:spMkLst>
            <pc:docMk/>
            <pc:sldMk cId="3320274339" sldId="608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6.519" v="3298" actId="478"/>
          <ac:spMkLst>
            <pc:docMk/>
            <pc:sldMk cId="3320274339" sldId="608"/>
            <ac:spMk id="6" creationId="{EE908AC3-623C-CC58-D78A-A0D84DBEB9D0}"/>
          </ac:spMkLst>
        </pc:spChg>
        <pc:spChg chg="add mod">
          <ac:chgData name="Deepika Vatsa" userId="f7100972-27fe-4ee6-8fb4-ec9b7931b409" providerId="ADAL" clId="{6884C358-F078-41E2-B52A-C991C4377FC1}" dt="2025-07-23T05:22:15.127" v="3486" actId="1038"/>
          <ac:spMkLst>
            <pc:docMk/>
            <pc:sldMk cId="3320274339" sldId="608"/>
            <ac:spMk id="7" creationId="{F26712D0-C7B9-7F0F-CF59-812A62A6D723}"/>
          </ac:spMkLst>
        </pc:spChg>
        <pc:spChg chg="add mod">
          <ac:chgData name="Deepika Vatsa" userId="f7100972-27fe-4ee6-8fb4-ec9b7931b409" providerId="ADAL" clId="{6884C358-F078-41E2-B52A-C991C4377FC1}" dt="2025-07-23T05:22:26.150" v="3493" actId="14100"/>
          <ac:spMkLst>
            <pc:docMk/>
            <pc:sldMk cId="3320274339" sldId="608"/>
            <ac:spMk id="8" creationId="{B7CEB9D0-5895-DF81-7B8D-8329D77D5609}"/>
          </ac:spMkLst>
        </pc:spChg>
        <pc:cxnChg chg="del">
          <ac:chgData name="Deepika Vatsa" userId="f7100972-27fe-4ee6-8fb4-ec9b7931b409" providerId="ADAL" clId="{6884C358-F078-41E2-B52A-C991C4377FC1}" dt="2025-07-23T05:22:00.981" v="3464" actId="478"/>
          <ac:cxnSpMkLst>
            <pc:docMk/>
            <pc:sldMk cId="3320274339" sldId="608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2:19.189" v="3491" actId="1037"/>
          <ac:cxnSpMkLst>
            <pc:docMk/>
            <pc:sldMk cId="3320274339" sldId="608"/>
            <ac:cxnSpMk id="9" creationId="{7EE1F82B-D051-1DEB-01A1-439392556DE4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41.271" v="3515" actId="1038"/>
        <pc:sldMkLst>
          <pc:docMk/>
          <pc:sldMk cId="2282133231" sldId="609"/>
        </pc:sldMkLst>
        <pc:spChg chg="mod">
          <ac:chgData name="Deepika Vatsa" userId="f7100972-27fe-4ee6-8fb4-ec9b7931b409" providerId="ADAL" clId="{6884C358-F078-41E2-B52A-C991C4377FC1}" dt="2025-07-23T05:22:41.271" v="3515" actId="1038"/>
          <ac:spMkLst>
            <pc:docMk/>
            <pc:sldMk cId="2282133231" sldId="609"/>
            <ac:spMk id="7" creationId="{F26712D0-C7B9-7F0F-CF59-812A62A6D723}"/>
          </ac:spMkLst>
        </pc:spChg>
        <pc:spChg chg="del">
          <ac:chgData name="Deepika Vatsa" userId="f7100972-27fe-4ee6-8fb4-ec9b7931b409" providerId="ADAL" clId="{6884C358-F078-41E2-B52A-C991C4377FC1}" dt="2025-07-23T05:13:17.945" v="3329" actId="478"/>
          <ac:spMkLst>
            <pc:docMk/>
            <pc:sldMk cId="2282133231" sldId="609"/>
            <ac:spMk id="8" creationId="{B7CEB9D0-5895-DF81-7B8D-8329D77D5609}"/>
          </ac:spMkLst>
        </pc:spChg>
        <pc:picChg chg="add mod">
          <ac:chgData name="Deepika Vatsa" userId="f7100972-27fe-4ee6-8fb4-ec9b7931b409" providerId="ADAL" clId="{6884C358-F078-41E2-B52A-C991C4377FC1}" dt="2025-07-23T05:13:18.601" v="3330"/>
          <ac:picMkLst>
            <pc:docMk/>
            <pc:sldMk cId="2282133231" sldId="609"/>
            <ac:picMk id="2" creationId="{F1D8BFBF-228E-E666-F268-C467FD154A6B}"/>
          </ac:picMkLst>
        </pc:picChg>
        <pc:cxnChg chg="add mod">
          <ac:chgData name="Deepika Vatsa" userId="f7100972-27fe-4ee6-8fb4-ec9b7931b409" providerId="ADAL" clId="{6884C358-F078-41E2-B52A-C991C4377FC1}" dt="2025-07-23T05:22:34.167" v="3495"/>
          <ac:cxnSpMkLst>
            <pc:docMk/>
            <pc:sldMk cId="2282133231" sldId="609"/>
            <ac:cxnSpMk id="3" creationId="{10749E9D-359E-22C0-D491-7608963679D2}"/>
          </ac:cxnSpMkLst>
        </pc:cxnChg>
        <pc:cxnChg chg="del">
          <ac:chgData name="Deepika Vatsa" userId="f7100972-27fe-4ee6-8fb4-ec9b7931b409" providerId="ADAL" clId="{6884C358-F078-41E2-B52A-C991C4377FC1}" dt="2025-07-23T05:22:33.727" v="3494" actId="478"/>
          <ac:cxnSpMkLst>
            <pc:docMk/>
            <pc:sldMk cId="2282133231" sldId="609"/>
            <ac:cxnSpMk id="5" creationId="{EA92F9DF-D5D8-49B1-F8B9-EDE5C89C9DF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4:32.028" v="3542" actId="14100"/>
        <pc:sldMkLst>
          <pc:docMk/>
          <pc:sldMk cId="2610700906" sldId="610"/>
        </pc:sldMkLst>
        <pc:spChg chg="del">
          <ac:chgData name="Deepika Vatsa" userId="f7100972-27fe-4ee6-8fb4-ec9b7931b409" providerId="ADAL" clId="{6884C358-F078-41E2-B52A-C991C4377FC1}" dt="2025-07-23T05:23:30.897" v="3527" actId="478"/>
          <ac:spMkLst>
            <pc:docMk/>
            <pc:sldMk cId="2610700906" sldId="610"/>
            <ac:spMk id="4" creationId="{170DDB5B-6792-55DA-AF63-9A96FA1939A3}"/>
          </ac:spMkLst>
        </pc:spChg>
        <pc:spChg chg="add mod">
          <ac:chgData name="Deepika Vatsa" userId="f7100972-27fe-4ee6-8fb4-ec9b7931b409" providerId="ADAL" clId="{6884C358-F078-41E2-B52A-C991C4377FC1}" dt="2025-07-23T05:24:32.028" v="3542" actId="14100"/>
          <ac:spMkLst>
            <pc:docMk/>
            <pc:sldMk cId="2610700906" sldId="610"/>
            <ac:spMk id="5" creationId="{A2902FD0-49ED-CC0F-C376-EFD1A253C258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4:21.040" v="3541" actId="255"/>
        <pc:sldMkLst>
          <pc:docMk/>
          <pc:sldMk cId="565857117" sldId="611"/>
        </pc:sldMkLst>
        <pc:spChg chg="add mod">
          <ac:chgData name="Deepika Vatsa" userId="f7100972-27fe-4ee6-8fb4-ec9b7931b409" providerId="ADAL" clId="{6884C358-F078-41E2-B52A-C991C4377FC1}" dt="2025-07-23T05:24:21.040" v="3541" actId="255"/>
          <ac:spMkLst>
            <pc:docMk/>
            <pc:sldMk cId="565857117" sldId="611"/>
            <ac:spMk id="4" creationId="{253B6F8E-7D94-03FC-86B0-ACF980C6CF46}"/>
          </ac:spMkLst>
        </pc:spChg>
        <pc:spChg chg="del">
          <ac:chgData name="Deepika Vatsa" userId="f7100972-27fe-4ee6-8fb4-ec9b7931b409" providerId="ADAL" clId="{6884C358-F078-41E2-B52A-C991C4377FC1}" dt="2025-07-23T05:24:06.163" v="3536" actId="478"/>
          <ac:spMkLst>
            <pc:docMk/>
            <pc:sldMk cId="565857117" sldId="611"/>
            <ac:spMk id="5" creationId="{A2902FD0-49ED-CC0F-C376-EFD1A253C258}"/>
          </ac:spMkLst>
        </pc:spChg>
      </pc:sldChg>
      <pc:sldMasterChg chg="delSldLayout">
        <pc:chgData name="Deepika Vatsa" userId="f7100972-27fe-4ee6-8fb4-ec9b7931b409" providerId="ADAL" clId="{6884C358-F078-41E2-B52A-C991C4377FC1}" dt="2025-07-23T05:13:42.142" v="3334" actId="47"/>
        <pc:sldMasterMkLst>
          <pc:docMk/>
          <pc:sldMasterMk cId="2935578617" sldId="2147483672"/>
        </pc:sldMasterMkLst>
        <pc:sldLayoutChg chg="del">
          <pc:chgData name="Deepika Vatsa" userId="f7100972-27fe-4ee6-8fb4-ec9b7931b409" providerId="ADAL" clId="{6884C358-F078-41E2-B52A-C991C4377FC1}" dt="2025-07-23T05:13:42.142" v="3334" actId="47"/>
          <pc:sldLayoutMkLst>
            <pc:docMk/>
            <pc:sldMasterMk cId="2935578617" sldId="2147483672"/>
            <pc:sldLayoutMk cId="586807421" sldId="2147483684"/>
          </pc:sldLayoutMkLst>
        </pc:sldLayoutChg>
      </pc:sldMasterChg>
    </pc:docChg>
  </pc:docChgLst>
  <pc:docChgLst>
    <pc:chgData name="Deepika Vatsa" userId="f7100972-27fe-4ee6-8fb4-ec9b7931b409" providerId="ADAL" clId="{AC929AA0-30FE-40F5-9F14-BAD5341BE9C1}"/>
    <pc:docChg chg="undo redo custSel addSld delSld modSld sldOrd delMainMaster">
      <pc:chgData name="Deepika Vatsa" userId="f7100972-27fe-4ee6-8fb4-ec9b7931b409" providerId="ADAL" clId="{AC929AA0-30FE-40F5-9F14-BAD5341BE9C1}" dt="2025-07-23T09:47:26.324" v="1571" actId="20577"/>
      <pc:docMkLst>
        <pc:docMk/>
      </pc:docMkLst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8"/>
        </pc:sldMkLst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0" sldId="276"/>
        </pc:sldMkLst>
      </pc:sldChg>
      <pc:sldChg chg="modSp mod">
        <pc:chgData name="Deepika Vatsa" userId="f7100972-27fe-4ee6-8fb4-ec9b7931b409" providerId="ADAL" clId="{AC929AA0-30FE-40F5-9F14-BAD5341BE9C1}" dt="2025-07-23T05:30:40.965" v="115" actId="20577"/>
        <pc:sldMkLst>
          <pc:docMk/>
          <pc:sldMk cId="0" sldId="395"/>
        </pc:sldMkLst>
        <pc:spChg chg="mod">
          <ac:chgData name="Deepika Vatsa" userId="f7100972-27fe-4ee6-8fb4-ec9b7931b409" providerId="ADAL" clId="{AC929AA0-30FE-40F5-9F14-BAD5341BE9C1}" dt="2025-07-23T05:30:40.965" v="115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add del">
        <pc:chgData name="Deepika Vatsa" userId="f7100972-27fe-4ee6-8fb4-ec9b7931b409" providerId="ADAL" clId="{AC929AA0-30FE-40F5-9F14-BAD5341BE9C1}" dt="2025-07-23T05:31:24.407" v="124" actId="47"/>
        <pc:sldMkLst>
          <pc:docMk/>
          <pc:sldMk cId="287668785" sldId="560"/>
        </pc:sldMkLst>
        <pc:picChg chg="del">
          <ac:chgData name="Deepika Vatsa" userId="f7100972-27fe-4ee6-8fb4-ec9b7931b409" providerId="ADAL" clId="{AC929AA0-30FE-40F5-9F14-BAD5341BE9C1}" dt="2025-07-23T05:30:54.194" v="117" actId="21"/>
          <ac:picMkLst>
            <pc:docMk/>
            <pc:sldMk cId="287668785" sldId="560"/>
            <ac:picMk id="2050" creationId="{22B60C02-5515-4EC4-3F23-264ACAD584DC}"/>
          </ac:picMkLst>
        </pc:picChg>
      </pc:sldChg>
      <pc:sldChg chg="add del">
        <pc:chgData name="Deepika Vatsa" userId="f7100972-27fe-4ee6-8fb4-ec9b7931b409" providerId="ADAL" clId="{AC929AA0-30FE-40F5-9F14-BAD5341BE9C1}" dt="2025-07-23T05:36:45.727" v="175" actId="47"/>
        <pc:sldMkLst>
          <pc:docMk/>
          <pc:sldMk cId="2450812828" sldId="561"/>
        </pc:sldMkLst>
      </pc:sldChg>
      <pc:sldChg chg="add del">
        <pc:chgData name="Deepika Vatsa" userId="f7100972-27fe-4ee6-8fb4-ec9b7931b409" providerId="ADAL" clId="{AC929AA0-30FE-40F5-9F14-BAD5341BE9C1}" dt="2025-07-23T05:54:00.768" v="676" actId="47"/>
        <pc:sldMkLst>
          <pc:docMk/>
          <pc:sldMk cId="287564619" sldId="562"/>
        </pc:sldMkLst>
      </pc:sldChg>
      <pc:sldChg chg="add del ord">
        <pc:chgData name="Deepika Vatsa" userId="f7100972-27fe-4ee6-8fb4-ec9b7931b409" providerId="ADAL" clId="{AC929AA0-30FE-40F5-9F14-BAD5341BE9C1}" dt="2025-07-23T06:37:03.780" v="1338" actId="47"/>
        <pc:sldMkLst>
          <pc:docMk/>
          <pc:sldMk cId="1309982471" sldId="563"/>
        </pc:sldMkLst>
      </pc:sldChg>
      <pc:sldChg chg="add del">
        <pc:chgData name="Deepika Vatsa" userId="f7100972-27fe-4ee6-8fb4-ec9b7931b409" providerId="ADAL" clId="{AC929AA0-30FE-40F5-9F14-BAD5341BE9C1}" dt="2025-07-23T05:58:39.352" v="702" actId="47"/>
        <pc:sldMkLst>
          <pc:docMk/>
          <pc:sldMk cId="774750594" sldId="564"/>
        </pc:sldMkLst>
      </pc:sldChg>
      <pc:sldChg chg="add del">
        <pc:chgData name="Deepika Vatsa" userId="f7100972-27fe-4ee6-8fb4-ec9b7931b409" providerId="ADAL" clId="{AC929AA0-30FE-40F5-9F14-BAD5341BE9C1}" dt="2025-07-23T06:08:31.397" v="821" actId="47"/>
        <pc:sldMkLst>
          <pc:docMk/>
          <pc:sldMk cId="3999172815" sldId="565"/>
        </pc:sldMkLst>
      </pc:sldChg>
      <pc:sldChg chg="add del">
        <pc:chgData name="Deepika Vatsa" userId="f7100972-27fe-4ee6-8fb4-ec9b7931b409" providerId="ADAL" clId="{AC929AA0-30FE-40F5-9F14-BAD5341BE9C1}" dt="2025-07-23T06:11:54.628" v="959" actId="2696"/>
        <pc:sldMkLst>
          <pc:docMk/>
          <pc:sldMk cId="3177362686" sldId="566"/>
        </pc:sldMkLst>
      </pc:sldChg>
      <pc:sldChg chg="add del">
        <pc:chgData name="Deepika Vatsa" userId="f7100972-27fe-4ee6-8fb4-ec9b7931b409" providerId="ADAL" clId="{AC929AA0-30FE-40F5-9F14-BAD5341BE9C1}" dt="2025-07-23T06:23:07.992" v="1168" actId="47"/>
        <pc:sldMkLst>
          <pc:docMk/>
          <pc:sldMk cId="3560577388" sldId="567"/>
        </pc:sldMkLst>
      </pc:sldChg>
      <pc:sldChg chg="add del">
        <pc:chgData name="Deepika Vatsa" userId="f7100972-27fe-4ee6-8fb4-ec9b7931b409" providerId="ADAL" clId="{AC929AA0-30FE-40F5-9F14-BAD5341BE9C1}" dt="2025-07-23T06:23:55.199" v="1169" actId="47"/>
        <pc:sldMkLst>
          <pc:docMk/>
          <pc:sldMk cId="1294509964" sldId="568"/>
        </pc:sldMkLst>
      </pc:sldChg>
      <pc:sldChg chg="add del ord">
        <pc:chgData name="Deepika Vatsa" userId="f7100972-27fe-4ee6-8fb4-ec9b7931b409" providerId="ADAL" clId="{AC929AA0-30FE-40F5-9F14-BAD5341BE9C1}" dt="2025-07-23T06:42:21.688" v="1504" actId="47"/>
        <pc:sldMkLst>
          <pc:docMk/>
          <pc:sldMk cId="3878748831" sldId="569"/>
        </pc:sldMkLst>
      </pc:sldChg>
      <pc:sldChg chg="add del">
        <pc:chgData name="Deepika Vatsa" userId="f7100972-27fe-4ee6-8fb4-ec9b7931b409" providerId="ADAL" clId="{AC929AA0-30FE-40F5-9F14-BAD5341BE9C1}" dt="2025-07-23T06:27:13.380" v="1195" actId="47"/>
        <pc:sldMkLst>
          <pc:docMk/>
          <pc:sldMk cId="3075254007" sldId="570"/>
        </pc:sldMkLst>
      </pc:sldChg>
      <pc:sldChg chg="add del">
        <pc:chgData name="Deepika Vatsa" userId="f7100972-27fe-4ee6-8fb4-ec9b7931b409" providerId="ADAL" clId="{AC929AA0-30FE-40F5-9F14-BAD5341BE9C1}" dt="2025-07-23T06:29:08.930" v="1236" actId="47"/>
        <pc:sldMkLst>
          <pc:docMk/>
          <pc:sldMk cId="1114442619" sldId="571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49806327" sldId="573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10527257" sldId="576"/>
        </pc:sldMkLst>
      </pc:sldChg>
      <pc:sldChg chg="add del">
        <pc:chgData name="Deepika Vatsa" userId="f7100972-27fe-4ee6-8fb4-ec9b7931b409" providerId="ADAL" clId="{AC929AA0-30FE-40F5-9F14-BAD5341BE9C1}" dt="2025-07-23T06:30:09.001" v="1272" actId="47"/>
        <pc:sldMkLst>
          <pc:docMk/>
          <pc:sldMk cId="484703658" sldId="57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35005002" sldId="578"/>
        </pc:sldMkLst>
      </pc:sldChg>
      <pc:sldChg chg="add del">
        <pc:chgData name="Deepika Vatsa" userId="f7100972-27fe-4ee6-8fb4-ec9b7931b409" providerId="ADAL" clId="{AC929AA0-30FE-40F5-9F14-BAD5341BE9C1}" dt="2025-07-23T06:30:24.944" v="1275" actId="47"/>
        <pc:sldMkLst>
          <pc:docMk/>
          <pc:sldMk cId="1652899310" sldId="578"/>
        </pc:sldMkLst>
      </pc:sldChg>
      <pc:sldChg chg="add del">
        <pc:chgData name="Deepika Vatsa" userId="f7100972-27fe-4ee6-8fb4-ec9b7931b409" providerId="ADAL" clId="{AC929AA0-30FE-40F5-9F14-BAD5341BE9C1}" dt="2025-07-23T06:42:19.975" v="1502" actId="47"/>
        <pc:sldMkLst>
          <pc:docMk/>
          <pc:sldMk cId="23855480" sldId="579"/>
        </pc:sldMkLst>
      </pc:sldChg>
      <pc:sldChg chg="add del">
        <pc:chgData name="Deepika Vatsa" userId="f7100972-27fe-4ee6-8fb4-ec9b7931b409" providerId="ADAL" clId="{AC929AA0-30FE-40F5-9F14-BAD5341BE9C1}" dt="2025-07-23T06:42:21.516" v="1503" actId="47"/>
        <pc:sldMkLst>
          <pc:docMk/>
          <pc:sldMk cId="3638433235" sldId="580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700069977" sldId="58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784952323" sldId="58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4072135879" sldId="590"/>
        </pc:sldMkLst>
      </pc:sldChg>
      <pc:sldChg chg="modSp mod">
        <pc:chgData name="Deepika Vatsa" userId="f7100972-27fe-4ee6-8fb4-ec9b7931b409" providerId="ADAL" clId="{AC929AA0-30FE-40F5-9F14-BAD5341BE9C1}" dt="2025-07-23T05:30:11.221" v="54" actId="207"/>
        <pc:sldMkLst>
          <pc:docMk/>
          <pc:sldMk cId="3439049211" sldId="591"/>
        </pc:sldMkLst>
        <pc:spChg chg="mod">
          <ac:chgData name="Deepika Vatsa" userId="f7100972-27fe-4ee6-8fb4-ec9b7931b409" providerId="ADAL" clId="{AC929AA0-30FE-40F5-9F14-BAD5341BE9C1}" dt="2025-07-23T05:28:39.840" v="43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0:11.221" v="54" actId="20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add mod">
        <pc:chgData name="Deepika Vatsa" userId="f7100972-27fe-4ee6-8fb4-ec9b7931b409" providerId="ADAL" clId="{AC929AA0-30FE-40F5-9F14-BAD5341BE9C1}" dt="2025-07-23T05:31:09.627" v="123" actId="1076"/>
        <pc:sldMkLst>
          <pc:docMk/>
          <pc:sldMk cId="494535748" sldId="592"/>
        </pc:sldMkLst>
        <pc:spChg chg="del">
          <ac:chgData name="Deepika Vatsa" userId="f7100972-27fe-4ee6-8fb4-ec9b7931b409" providerId="ADAL" clId="{AC929AA0-30FE-40F5-9F14-BAD5341BE9C1}" dt="2025-07-23T05:30:57.529" v="118" actId="478"/>
          <ac:spMkLst>
            <pc:docMk/>
            <pc:sldMk cId="494535748" sldId="59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1:09.627" v="123" actId="1076"/>
          <ac:picMkLst>
            <pc:docMk/>
            <pc:sldMk cId="494535748" sldId="592"/>
            <ac:picMk id="4" creationId="{2131E057-9C88-25D8-4E2F-DF4368344C2C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695788924" sldId="59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876629941" sldId="593"/>
        </pc:sldMkLst>
      </pc:sldChg>
      <pc:sldChg chg="modSp add mod">
        <pc:chgData name="Deepika Vatsa" userId="f7100972-27fe-4ee6-8fb4-ec9b7931b409" providerId="ADAL" clId="{AC929AA0-30FE-40F5-9F14-BAD5341BE9C1}" dt="2025-07-23T05:35:24.925" v="174" actId="20577"/>
        <pc:sldMkLst>
          <pc:docMk/>
          <pc:sldMk cId="3539443453" sldId="593"/>
        </pc:sldMkLst>
        <pc:spChg chg="mod">
          <ac:chgData name="Deepika Vatsa" userId="f7100972-27fe-4ee6-8fb4-ec9b7931b409" providerId="ADAL" clId="{AC929AA0-30FE-40F5-9F14-BAD5341BE9C1}" dt="2025-07-23T05:31:40.844" v="146" actId="5793"/>
          <ac:spMkLst>
            <pc:docMk/>
            <pc:sldMk cId="3539443453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5:24.925" v="174" actId="20577"/>
          <ac:spMkLst>
            <pc:docMk/>
            <pc:sldMk cId="3539443453" sldId="593"/>
            <ac:spMk id="11" creationId="{06381CCD-359B-D8A2-1997-A5B56A02FD41}"/>
          </ac:spMkLst>
        </pc:spChg>
      </pc:sldChg>
      <pc:sldChg chg="addSp modSp add mod">
        <pc:chgData name="Deepika Vatsa" userId="f7100972-27fe-4ee6-8fb4-ec9b7931b409" providerId="ADAL" clId="{AC929AA0-30FE-40F5-9F14-BAD5341BE9C1}" dt="2025-07-23T05:37:19.956" v="211" actId="1076"/>
        <pc:sldMkLst>
          <pc:docMk/>
          <pc:sldMk cId="2249137657" sldId="594"/>
        </pc:sldMkLst>
        <pc:spChg chg="mod">
          <ac:chgData name="Deepika Vatsa" userId="f7100972-27fe-4ee6-8fb4-ec9b7931b409" providerId="ADAL" clId="{AC929AA0-30FE-40F5-9F14-BAD5341BE9C1}" dt="2025-07-23T05:37:07.679" v="206" actId="20577"/>
          <ac:spMkLst>
            <pc:docMk/>
            <pc:sldMk cId="2249137657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7:19.956" v="211" actId="1076"/>
          <ac:picMkLst>
            <pc:docMk/>
            <pc:sldMk cId="2249137657" sldId="594"/>
            <ac:picMk id="1026" creationId="{4C550732-15C6-486E-6D92-A9E584061D26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583576287" sldId="594"/>
        </pc:sldMkLst>
      </pc:sldChg>
      <pc:sldChg chg="addSp delSp modSp add mod ord">
        <pc:chgData name="Deepika Vatsa" userId="f7100972-27fe-4ee6-8fb4-ec9b7931b409" providerId="ADAL" clId="{AC929AA0-30FE-40F5-9F14-BAD5341BE9C1}" dt="2025-07-23T05:53:30.210" v="675" actId="1037"/>
        <pc:sldMkLst>
          <pc:docMk/>
          <pc:sldMk cId="2043304788" sldId="595"/>
        </pc:sldMkLst>
        <pc:spChg chg="mod">
          <ac:chgData name="Deepika Vatsa" userId="f7100972-27fe-4ee6-8fb4-ec9b7931b409" providerId="ADAL" clId="{AC929AA0-30FE-40F5-9F14-BAD5341BE9C1}" dt="2025-07-23T05:40:15.192" v="227" actId="20577"/>
          <ac:spMkLst>
            <pc:docMk/>
            <pc:sldMk cId="2043304788" sldId="59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3:30.210" v="675" actId="1037"/>
          <ac:spMkLst>
            <pc:docMk/>
            <pc:sldMk cId="2043304788" sldId="595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AC929AA0-30FE-40F5-9F14-BAD5341BE9C1}" dt="2025-07-23T05:45:16.172" v="274" actId="478"/>
          <ac:picMkLst>
            <pc:docMk/>
            <pc:sldMk cId="2043304788" sldId="595"/>
            <ac:picMk id="2050" creationId="{532E7ECA-2966-D762-86AC-CF85DA936773}"/>
          </ac:picMkLst>
        </pc:picChg>
        <pc:picChg chg="add mod">
          <ac:chgData name="Deepika Vatsa" userId="f7100972-27fe-4ee6-8fb4-ec9b7931b409" providerId="ADAL" clId="{AC929AA0-30FE-40F5-9F14-BAD5341BE9C1}" dt="2025-07-23T05:52:40.517" v="609" actId="1076"/>
          <ac:picMkLst>
            <pc:docMk/>
            <pc:sldMk cId="2043304788" sldId="595"/>
            <ac:picMk id="2052" creationId="{92649715-A1CA-9DC4-289C-FF0198FB0C4F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729385034" sldId="59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503747669" sldId="596"/>
        </pc:sldMkLst>
      </pc:sldChg>
      <pc:sldChg chg="addSp delSp modSp add mod">
        <pc:chgData name="Deepika Vatsa" userId="f7100972-27fe-4ee6-8fb4-ec9b7931b409" providerId="ADAL" clId="{AC929AA0-30FE-40F5-9F14-BAD5341BE9C1}" dt="2025-07-23T05:52:26.438" v="607" actId="1076"/>
        <pc:sldMkLst>
          <pc:docMk/>
          <pc:sldMk cId="2365471124" sldId="596"/>
        </pc:sldMkLst>
        <pc:spChg chg="mod">
          <ac:chgData name="Deepika Vatsa" userId="f7100972-27fe-4ee6-8fb4-ec9b7931b409" providerId="ADAL" clId="{AC929AA0-30FE-40F5-9F14-BAD5341BE9C1}" dt="2025-07-23T05:52:26.438" v="607" actId="1076"/>
          <ac:spMkLst>
            <pc:docMk/>
            <pc:sldMk cId="2365471124" sldId="596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5:46:58.476" v="386" actId="478"/>
          <ac:picMkLst>
            <pc:docMk/>
            <pc:sldMk cId="2365471124" sldId="596"/>
            <ac:picMk id="2052" creationId="{92649715-A1CA-9DC4-289C-FF0198FB0C4F}"/>
          </ac:picMkLst>
        </pc:picChg>
        <pc:picChg chg="add mod">
          <ac:chgData name="Deepika Vatsa" userId="f7100972-27fe-4ee6-8fb4-ec9b7931b409" providerId="ADAL" clId="{AC929AA0-30FE-40F5-9F14-BAD5341BE9C1}" dt="2025-07-23T05:51:05.647" v="547" actId="1076"/>
          <ac:picMkLst>
            <pc:docMk/>
            <pc:sldMk cId="2365471124" sldId="596"/>
            <ac:picMk id="3074" creationId="{1FD8F825-EA11-7304-317C-BF8A7BFFF610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169252664" sldId="597"/>
        </pc:sldMkLst>
      </pc:sldChg>
      <pc:sldChg chg="modSp add mod">
        <pc:chgData name="Deepika Vatsa" userId="f7100972-27fe-4ee6-8fb4-ec9b7931b409" providerId="ADAL" clId="{AC929AA0-30FE-40F5-9F14-BAD5341BE9C1}" dt="2025-07-23T05:58:32.528" v="701" actId="6549"/>
        <pc:sldMkLst>
          <pc:docMk/>
          <pc:sldMk cId="3613863550" sldId="597"/>
        </pc:sldMkLst>
        <pc:spChg chg="mod">
          <ac:chgData name="Deepika Vatsa" userId="f7100972-27fe-4ee6-8fb4-ec9b7931b409" providerId="ADAL" clId="{AC929AA0-30FE-40F5-9F14-BAD5341BE9C1}" dt="2025-07-23T05:57:15.672" v="683" actId="20577"/>
          <ac:spMkLst>
            <pc:docMk/>
            <pc:sldMk cId="3613863550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8:32.528" v="701" actId="6549"/>
          <ac:spMkLst>
            <pc:docMk/>
            <pc:sldMk cId="3613863550" sldId="597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506553672" sldId="598"/>
        </pc:sldMkLst>
      </pc:sldChg>
      <pc:sldChg chg="addSp modSp add mod">
        <pc:chgData name="Deepika Vatsa" userId="f7100972-27fe-4ee6-8fb4-ec9b7931b409" providerId="ADAL" clId="{AC929AA0-30FE-40F5-9F14-BAD5341BE9C1}" dt="2025-07-23T06:04:22.203" v="745" actId="207"/>
        <pc:sldMkLst>
          <pc:docMk/>
          <pc:sldMk cId="4006034928" sldId="598"/>
        </pc:sldMkLst>
        <pc:spChg chg="mod">
          <ac:chgData name="Deepika Vatsa" userId="f7100972-27fe-4ee6-8fb4-ec9b7931b409" providerId="ADAL" clId="{AC929AA0-30FE-40F5-9F14-BAD5341BE9C1}" dt="2025-07-23T06:01:53.476" v="715" actId="20577"/>
          <ac:spMkLst>
            <pc:docMk/>
            <pc:sldMk cId="4006034928" sldId="598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04:22.203" v="745" actId="207"/>
          <ac:spMkLst>
            <pc:docMk/>
            <pc:sldMk cId="4006034928" sldId="598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03:30.379" v="722" actId="1076"/>
          <ac:picMkLst>
            <pc:docMk/>
            <pc:sldMk cId="4006034928" sldId="598"/>
            <ac:picMk id="4098" creationId="{B6B0D7CD-49AB-61CA-4335-DFE095D59382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07:45.714" v="820" actId="20577"/>
        <pc:sldMkLst>
          <pc:docMk/>
          <pc:sldMk cId="2158759759" sldId="599"/>
        </pc:sldMkLst>
        <pc:spChg chg="add del">
          <ac:chgData name="Deepika Vatsa" userId="f7100972-27fe-4ee6-8fb4-ec9b7931b409" providerId="ADAL" clId="{AC929AA0-30FE-40F5-9F14-BAD5341BE9C1}" dt="2025-07-23T06:06:40.388" v="783" actId="478"/>
          <ac:spMkLst>
            <pc:docMk/>
            <pc:sldMk cId="2158759759" sldId="599"/>
            <ac:spMk id="4" creationId="{140EE86F-8360-3758-2268-F5A95F9EE36A}"/>
          </ac:spMkLst>
        </pc:spChg>
        <pc:spChg chg="add del">
          <ac:chgData name="Deepika Vatsa" userId="f7100972-27fe-4ee6-8fb4-ec9b7931b409" providerId="ADAL" clId="{AC929AA0-30FE-40F5-9F14-BAD5341BE9C1}" dt="2025-07-23T06:06:51.796" v="789"/>
          <ac:spMkLst>
            <pc:docMk/>
            <pc:sldMk cId="2158759759" sldId="599"/>
            <ac:spMk id="5" creationId="{B2356F49-E233-C5F7-4A30-05B5E809EC58}"/>
          </ac:spMkLst>
        </pc:spChg>
        <pc:spChg chg="mod">
          <ac:chgData name="Deepika Vatsa" userId="f7100972-27fe-4ee6-8fb4-ec9b7931b409" providerId="ADAL" clId="{AC929AA0-30FE-40F5-9F14-BAD5341BE9C1}" dt="2025-07-23T06:07:45.714" v="820" actId="20577"/>
          <ac:spMkLst>
            <pc:docMk/>
            <pc:sldMk cId="2158759759" sldId="599"/>
            <ac:spMk id="11" creationId="{06381CCD-359B-D8A2-1997-A5B56A02FD41}"/>
          </ac:spMkLst>
        </pc:spChg>
        <pc:picChg chg="add mod modCrop">
          <ac:chgData name="Deepika Vatsa" userId="f7100972-27fe-4ee6-8fb4-ec9b7931b409" providerId="ADAL" clId="{AC929AA0-30FE-40F5-9F14-BAD5341BE9C1}" dt="2025-07-23T06:07:21.696" v="808" actId="1037"/>
          <ac:picMkLst>
            <pc:docMk/>
            <pc:sldMk cId="2158759759" sldId="599"/>
            <ac:picMk id="6" creationId="{71437D90-5128-5EA3-7313-65A287FE21F3}"/>
          </ac:picMkLst>
        </pc:picChg>
        <pc:picChg chg="del">
          <ac:chgData name="Deepika Vatsa" userId="f7100972-27fe-4ee6-8fb4-ec9b7931b409" providerId="ADAL" clId="{AC929AA0-30FE-40F5-9F14-BAD5341BE9C1}" dt="2025-07-23T06:04:33.898" v="747" actId="478"/>
          <ac:picMkLst>
            <pc:docMk/>
            <pc:sldMk cId="2158759759" sldId="599"/>
            <ac:picMk id="4098" creationId="{B6B0D7CD-49AB-61CA-4335-DFE095D59382}"/>
          </ac:picMkLst>
        </pc:picChg>
      </pc:sldChg>
      <pc:sldChg chg="modSp add mod">
        <pc:chgData name="Deepika Vatsa" userId="f7100972-27fe-4ee6-8fb4-ec9b7931b409" providerId="ADAL" clId="{AC929AA0-30FE-40F5-9F14-BAD5341BE9C1}" dt="2025-07-23T06:16:47.270" v="979" actId="12"/>
        <pc:sldMkLst>
          <pc:docMk/>
          <pc:sldMk cId="1407172059" sldId="600"/>
        </pc:sldMkLst>
        <pc:spChg chg="mod">
          <ac:chgData name="Deepika Vatsa" userId="f7100972-27fe-4ee6-8fb4-ec9b7931b409" providerId="ADAL" clId="{AC929AA0-30FE-40F5-9F14-BAD5341BE9C1}" dt="2025-07-23T06:09:20.006" v="853" actId="20577"/>
          <ac:spMkLst>
            <pc:docMk/>
            <pc:sldMk cId="1407172059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16:47.270" v="979" actId="12"/>
          <ac:spMkLst>
            <pc:docMk/>
            <pc:sldMk cId="1407172059" sldId="60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30:24.218" v="55" actId="47"/>
        <pc:sldMkLst>
          <pc:docMk/>
          <pc:sldMk cId="3239011490" sldId="601"/>
        </pc:sldMkLst>
      </pc:sldChg>
      <pc:sldChg chg="addSp modSp add mod">
        <pc:chgData name="Deepika Vatsa" userId="f7100972-27fe-4ee6-8fb4-ec9b7931b409" providerId="ADAL" clId="{AC929AA0-30FE-40F5-9F14-BAD5341BE9C1}" dt="2025-07-23T06:16:37.043" v="976" actId="20577"/>
        <pc:sldMkLst>
          <pc:docMk/>
          <pc:sldMk cId="3854070128" sldId="601"/>
        </pc:sldMkLst>
        <pc:spChg chg="mod">
          <ac:chgData name="Deepika Vatsa" userId="f7100972-27fe-4ee6-8fb4-ec9b7931b409" providerId="ADAL" clId="{AC929AA0-30FE-40F5-9F14-BAD5341BE9C1}" dt="2025-07-23T06:16:37.043" v="976" actId="20577"/>
          <ac:spMkLst>
            <pc:docMk/>
            <pc:sldMk cId="3854070128" sldId="60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16:04.107" v="969" actId="1076"/>
          <ac:picMkLst>
            <pc:docMk/>
            <pc:sldMk cId="3854070128" sldId="601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2717130231" sldId="602"/>
        </pc:sldMkLst>
      </pc:sldChg>
      <pc:sldChg chg="delSp modSp add mod">
        <pc:chgData name="Deepika Vatsa" userId="f7100972-27fe-4ee6-8fb4-ec9b7931b409" providerId="ADAL" clId="{AC929AA0-30FE-40F5-9F14-BAD5341BE9C1}" dt="2025-07-23T06:22:53.809" v="1167" actId="20577"/>
        <pc:sldMkLst>
          <pc:docMk/>
          <pc:sldMk cId="3816700751" sldId="602"/>
        </pc:sldMkLst>
        <pc:spChg chg="mod">
          <ac:chgData name="Deepika Vatsa" userId="f7100972-27fe-4ee6-8fb4-ec9b7931b409" providerId="ADAL" clId="{AC929AA0-30FE-40F5-9F14-BAD5341BE9C1}" dt="2025-07-23T06:22:53.809" v="1167" actId="20577"/>
          <ac:spMkLst>
            <pc:docMk/>
            <pc:sldMk cId="3816700751" sldId="602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6:19:57.911" v="1128" actId="478"/>
          <ac:picMkLst>
            <pc:docMk/>
            <pc:sldMk cId="3816700751" sldId="602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1266594393" sldId="603"/>
        </pc:sldMkLst>
      </pc:sldChg>
      <pc:sldChg chg="addSp delSp modSp add mod">
        <pc:chgData name="Deepika Vatsa" userId="f7100972-27fe-4ee6-8fb4-ec9b7931b409" providerId="ADAL" clId="{AC929AA0-30FE-40F5-9F14-BAD5341BE9C1}" dt="2025-07-23T06:27:21.109" v="1196" actId="207"/>
        <pc:sldMkLst>
          <pc:docMk/>
          <pc:sldMk cId="3109653638" sldId="603"/>
        </pc:sldMkLst>
        <pc:spChg chg="mod">
          <ac:chgData name="Deepika Vatsa" userId="f7100972-27fe-4ee6-8fb4-ec9b7931b409" providerId="ADAL" clId="{AC929AA0-30FE-40F5-9F14-BAD5341BE9C1}" dt="2025-07-23T06:24:40.986" v="1182" actId="20577"/>
          <ac:spMkLst>
            <pc:docMk/>
            <pc:sldMk cId="3109653638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AC929AA0-30FE-40F5-9F14-BAD5341BE9C1}" dt="2025-07-23T06:27:21.109" v="1196" actId="207"/>
          <ac:spMkLst>
            <pc:docMk/>
            <pc:sldMk cId="3109653638" sldId="603"/>
            <ac:spMk id="5" creationId="{828D6187-34F2-C300-952E-69BC96F18703}"/>
          </ac:spMkLst>
        </pc:spChg>
        <pc:spChg chg="del">
          <ac:chgData name="Deepika Vatsa" userId="f7100972-27fe-4ee6-8fb4-ec9b7931b409" providerId="ADAL" clId="{AC929AA0-30FE-40F5-9F14-BAD5341BE9C1}" dt="2025-07-23T06:24:44.760" v="1183" actId="478"/>
          <ac:spMkLst>
            <pc:docMk/>
            <pc:sldMk cId="3109653638" sldId="60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26:16.292" v="1188" actId="1076"/>
          <ac:picMkLst>
            <pc:docMk/>
            <pc:sldMk cId="3109653638" sldId="603"/>
            <ac:picMk id="7170" creationId="{A1AF04A7-0FA2-044D-C214-524777ECC4EB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29:22.447" v="1246" actId="20577"/>
        <pc:sldMkLst>
          <pc:docMk/>
          <pc:sldMk cId="649285932" sldId="604"/>
        </pc:sldMkLst>
        <pc:spChg chg="mod">
          <ac:chgData name="Deepika Vatsa" userId="f7100972-27fe-4ee6-8fb4-ec9b7931b409" providerId="ADAL" clId="{AC929AA0-30FE-40F5-9F14-BAD5341BE9C1}" dt="2025-07-23T06:29:22.447" v="1246" actId="20577"/>
          <ac:spMkLst>
            <pc:docMk/>
            <pc:sldMk cId="649285932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C929AA0-30FE-40F5-9F14-BAD5341BE9C1}" dt="2025-07-23T06:27:54.847" v="1209" actId="478"/>
          <ac:spMkLst>
            <pc:docMk/>
            <pc:sldMk cId="649285932" sldId="604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AC929AA0-30FE-40F5-9F14-BAD5341BE9C1}" dt="2025-07-23T06:28:30.079" v="1235" actId="122"/>
          <ac:graphicFrameMkLst>
            <pc:docMk/>
            <pc:sldMk cId="649285932" sldId="604"/>
            <ac:graphicFrameMk id="4" creationId="{F44C14DF-6D4A-688F-B8CE-CD66EFA6FC96}"/>
          </ac:graphicFrameMkLst>
        </pc:graphicFrame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4255891347" sldId="604"/>
        </pc:sldMkLst>
      </pc:sldChg>
      <pc:sldChg chg="modSp add mod">
        <pc:chgData name="Deepika Vatsa" userId="f7100972-27fe-4ee6-8fb4-ec9b7931b409" providerId="ADAL" clId="{AC929AA0-30FE-40F5-9F14-BAD5341BE9C1}" dt="2025-07-23T06:33:43.223" v="1306" actId="20577"/>
        <pc:sldMkLst>
          <pc:docMk/>
          <pc:sldMk cId="2666969699" sldId="605"/>
        </pc:sldMkLst>
        <pc:spChg chg="mod">
          <ac:chgData name="Deepika Vatsa" userId="f7100972-27fe-4ee6-8fb4-ec9b7931b409" providerId="ADAL" clId="{AC929AA0-30FE-40F5-9F14-BAD5341BE9C1}" dt="2025-07-23T06:29:33.883" v="1265" actId="20577"/>
          <ac:spMkLst>
            <pc:docMk/>
            <pc:sldMk cId="2666969699" sldId="60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33:43.223" v="1306" actId="20577"/>
          <ac:spMkLst>
            <pc:docMk/>
            <pc:sldMk cId="2666969699" sldId="605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3000343820" sldId="605"/>
        </pc:sldMkLst>
      </pc:sldChg>
      <pc:sldChg chg="modSp add mod">
        <pc:chgData name="Deepika Vatsa" userId="f7100972-27fe-4ee6-8fb4-ec9b7931b409" providerId="ADAL" clId="{AC929AA0-30FE-40F5-9F14-BAD5341BE9C1}" dt="2025-07-23T06:34:57.432" v="1319" actId="20577"/>
        <pc:sldMkLst>
          <pc:docMk/>
          <pc:sldMk cId="1055965943" sldId="606"/>
        </pc:sldMkLst>
        <pc:spChg chg="mod">
          <ac:chgData name="Deepika Vatsa" userId="f7100972-27fe-4ee6-8fb4-ec9b7931b409" providerId="ADAL" clId="{AC929AA0-30FE-40F5-9F14-BAD5341BE9C1}" dt="2025-07-23T06:34:57.432" v="1319" actId="20577"/>
          <ac:spMkLst>
            <pc:docMk/>
            <pc:sldMk cId="1055965943" sldId="606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265168596" sldId="607"/>
        </pc:sldMkLst>
      </pc:sldChg>
      <pc:sldChg chg="modSp add mod">
        <pc:chgData name="Deepika Vatsa" userId="f7100972-27fe-4ee6-8fb4-ec9b7931b409" providerId="ADAL" clId="{AC929AA0-30FE-40F5-9F14-BAD5341BE9C1}" dt="2025-07-23T06:35:21.314" v="1325" actId="12"/>
        <pc:sldMkLst>
          <pc:docMk/>
          <pc:sldMk cId="3928892522" sldId="607"/>
        </pc:sldMkLst>
        <pc:spChg chg="mod">
          <ac:chgData name="Deepika Vatsa" userId="f7100972-27fe-4ee6-8fb4-ec9b7931b409" providerId="ADAL" clId="{AC929AA0-30FE-40F5-9F14-BAD5341BE9C1}" dt="2025-07-23T06:35:21.314" v="1325" actId="12"/>
          <ac:spMkLst>
            <pc:docMk/>
            <pc:sldMk cId="3928892522" sldId="607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6:36:29.475" v="1337" actId="113"/>
        <pc:sldMkLst>
          <pc:docMk/>
          <pc:sldMk cId="2914318388" sldId="608"/>
        </pc:sldMkLst>
        <pc:spChg chg="mod">
          <ac:chgData name="Deepika Vatsa" userId="f7100972-27fe-4ee6-8fb4-ec9b7931b409" providerId="ADAL" clId="{AC929AA0-30FE-40F5-9F14-BAD5341BE9C1}" dt="2025-07-23T06:36:29.475" v="1337" actId="113"/>
          <ac:spMkLst>
            <pc:docMk/>
            <pc:sldMk cId="2914318388" sldId="608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320274339" sldId="608"/>
        </pc:sldMkLst>
      </pc:sldChg>
      <pc:sldChg chg="modSp add mod">
        <pc:chgData name="Deepika Vatsa" userId="f7100972-27fe-4ee6-8fb4-ec9b7931b409" providerId="ADAL" clId="{AC929AA0-30FE-40F5-9F14-BAD5341BE9C1}" dt="2025-07-23T09:28:35.976" v="1511" actId="20577"/>
        <pc:sldMkLst>
          <pc:docMk/>
          <pc:sldMk cId="726719763" sldId="609"/>
        </pc:sldMkLst>
        <pc:spChg chg="mod">
          <ac:chgData name="Deepika Vatsa" userId="f7100972-27fe-4ee6-8fb4-ec9b7931b409" providerId="ADAL" clId="{AC929AA0-30FE-40F5-9F14-BAD5341BE9C1}" dt="2025-07-23T09:28:35.976" v="1511" actId="20577"/>
          <ac:spMkLst>
            <pc:docMk/>
            <pc:sldMk cId="726719763" sldId="609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282133231" sldId="609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610700906" sldId="610"/>
        </pc:sldMkLst>
      </pc:sldChg>
      <pc:sldChg chg="modSp add mod">
        <pc:chgData name="Deepika Vatsa" userId="f7100972-27fe-4ee6-8fb4-ec9b7931b409" providerId="ADAL" clId="{AC929AA0-30FE-40F5-9F14-BAD5341BE9C1}" dt="2025-07-23T06:39:46.112" v="1429" actId="20577"/>
        <pc:sldMkLst>
          <pc:docMk/>
          <pc:sldMk cId="3648386067" sldId="610"/>
        </pc:sldMkLst>
        <pc:spChg chg="mod">
          <ac:chgData name="Deepika Vatsa" userId="f7100972-27fe-4ee6-8fb4-ec9b7931b409" providerId="ADAL" clId="{AC929AA0-30FE-40F5-9F14-BAD5341BE9C1}" dt="2025-07-23T06:39:46.112" v="1429" actId="20577"/>
          <ac:spMkLst>
            <pc:docMk/>
            <pc:sldMk cId="3648386067" sldId="61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65857117" sldId="611"/>
        </pc:sldMkLst>
      </pc:sldChg>
      <pc:sldChg chg="modSp add mod">
        <pc:chgData name="Deepika Vatsa" userId="f7100972-27fe-4ee6-8fb4-ec9b7931b409" providerId="ADAL" clId="{AC929AA0-30FE-40F5-9F14-BAD5341BE9C1}" dt="2025-07-23T06:41:42.519" v="1501" actId="5793"/>
        <pc:sldMkLst>
          <pc:docMk/>
          <pc:sldMk cId="1440736019" sldId="611"/>
        </pc:sldMkLst>
        <pc:spChg chg="mod">
          <ac:chgData name="Deepika Vatsa" userId="f7100972-27fe-4ee6-8fb4-ec9b7931b409" providerId="ADAL" clId="{AC929AA0-30FE-40F5-9F14-BAD5341BE9C1}" dt="2025-07-23T06:40:24.433" v="1440" actId="20577"/>
          <ac:spMkLst>
            <pc:docMk/>
            <pc:sldMk cId="1440736019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41:42.519" v="1501" actId="5793"/>
          <ac:spMkLst>
            <pc:docMk/>
            <pc:sldMk cId="1440736019" sldId="611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9:47:26.324" v="1571" actId="20577"/>
        <pc:sldMkLst>
          <pc:docMk/>
          <pc:sldMk cId="1106724558" sldId="612"/>
        </pc:sldMkLst>
        <pc:spChg chg="mod">
          <ac:chgData name="Deepika Vatsa" userId="f7100972-27fe-4ee6-8fb4-ec9b7931b409" providerId="ADAL" clId="{AC929AA0-30FE-40F5-9F14-BAD5341BE9C1}" dt="2025-07-23T09:47:26.324" v="1571" actId="20577"/>
          <ac:spMkLst>
            <pc:docMk/>
            <pc:sldMk cId="1106724558" sldId="612"/>
            <ac:spMk id="11" creationId="{06381CCD-359B-D8A2-1997-A5B56A02FD41}"/>
          </ac:spMkLst>
        </pc:spChg>
      </pc:sldChg>
      <pc:sldMasterChg chg="del delSldLayout">
        <pc:chgData name="Deepika Vatsa" userId="f7100972-27fe-4ee6-8fb4-ec9b7931b409" providerId="ADAL" clId="{AC929AA0-30FE-40F5-9F14-BAD5341BE9C1}" dt="2025-07-23T06:42:21.688" v="1504" actId="47"/>
        <pc:sldMasterMkLst>
          <pc:docMk/>
          <pc:sldMasterMk cId="220542818" sldId="2147483684"/>
        </pc:sldMasterMkLst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969632149" sldId="2147483685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715519172" sldId="2147483686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069285203" sldId="2147483687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3481227295" sldId="2147483688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420472748" sldId="2147483689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87148095" sldId="2147483690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92461630" sldId="2147483691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84921356" sldId="2147483692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388528399" sldId="2147483693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764167781" sldId="2147483694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483679427" sldId="2147483695"/>
          </pc:sldLayoutMkLst>
        </pc:sldLayoutChg>
      </pc:sldMasterChg>
    </pc:docChg>
  </pc:docChgLst>
  <pc:docChgLst>
    <pc:chgData name="Hoor Fatima" userId="8f3a0386-cde8-4824-abbb-da106ff85ca6" providerId="ADAL" clId="{EEDEA048-40A0-4102-9473-E3FCCA9E4CCF}"/>
    <pc:docChg chg="custSel addSld modSld">
      <pc:chgData name="Hoor Fatima" userId="8f3a0386-cde8-4824-abbb-da106ff85ca6" providerId="ADAL" clId="{EEDEA048-40A0-4102-9473-E3FCCA9E4CCF}" dt="2025-07-21T19:04:14.283" v="27"/>
      <pc:docMkLst>
        <pc:docMk/>
      </pc:docMkLst>
      <pc:sldChg chg="delSp modSp mod">
        <pc:chgData name="Hoor Fatima" userId="8f3a0386-cde8-4824-abbb-da106ff85ca6" providerId="ADAL" clId="{EEDEA048-40A0-4102-9473-E3FCCA9E4CCF}" dt="2025-07-21T19:03:54.910" v="26" actId="14100"/>
        <pc:sldMkLst>
          <pc:docMk/>
          <pc:sldMk cId="0" sldId="395"/>
        </pc:sldMkLst>
        <pc:spChg chg="mod">
          <ac:chgData name="Hoor Fatima" userId="8f3a0386-cde8-4824-abbb-da106ff85ca6" providerId="ADAL" clId="{EEDEA048-40A0-4102-9473-E3FCCA9E4CCF}" dt="2025-07-21T19:03:54.910" v="26" actId="14100"/>
          <ac:spMkLst>
            <pc:docMk/>
            <pc:sldMk cId="0" sldId="395"/>
            <ac:spMk id="2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8.832" v="6" actId="478"/>
          <ac:spMkLst>
            <pc:docMk/>
            <pc:sldMk cId="0" sldId="395"/>
            <ac:spMk id="4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6.127" v="5" actId="478"/>
          <ac:spMkLst>
            <pc:docMk/>
            <pc:sldMk cId="0" sldId="395"/>
            <ac:spMk id="10" creationId="{00000000-0000-0000-0000-000000000000}"/>
          </ac:spMkLst>
        </pc:spChg>
      </pc:sldChg>
      <pc:sldChg chg="add">
        <pc:chgData name="Hoor Fatima" userId="8f3a0386-cde8-4824-abbb-da106ff85ca6" providerId="ADAL" clId="{EEDEA048-40A0-4102-9473-E3FCCA9E4CCF}" dt="2025-07-21T19:04:14.283" v="27"/>
        <pc:sldMkLst>
          <pc:docMk/>
          <pc:sldMk cId="0" sldId="589"/>
        </pc:sldMkLst>
      </pc:sldChg>
    </pc:docChg>
  </pc:docChgLst>
  <pc:docChgLst>
    <pc:chgData name="Deepika Vatsa" userId="f7100972-27fe-4ee6-8fb4-ec9b7931b409" providerId="ADAL" clId="{7BBACB10-8586-4BCC-A476-38C462E71A11}"/>
    <pc:docChg chg="undo custSel addSld delSld modSld sldOrd">
      <pc:chgData name="Deepika Vatsa" userId="f7100972-27fe-4ee6-8fb4-ec9b7931b409" providerId="ADAL" clId="{7BBACB10-8586-4BCC-A476-38C462E71A11}" dt="2025-08-20T11:37:16.703" v="2620"/>
      <pc:docMkLst>
        <pc:docMk/>
      </pc:docMkLst>
      <pc:sldChg chg="modSp mod">
        <pc:chgData name="Deepika Vatsa" userId="f7100972-27fe-4ee6-8fb4-ec9b7931b409" providerId="ADAL" clId="{7BBACB10-8586-4BCC-A476-38C462E71A11}" dt="2025-08-18T12:29:45.278" v="20" actId="5793"/>
        <pc:sldMkLst>
          <pc:docMk/>
          <pc:sldMk cId="0" sldId="395"/>
        </pc:sldMkLst>
        <pc:spChg chg="mod">
          <ac:chgData name="Deepika Vatsa" userId="f7100972-27fe-4ee6-8fb4-ec9b7931b409" providerId="ADAL" clId="{7BBACB10-8586-4BCC-A476-38C462E71A11}" dt="2025-08-18T12:29:45.278" v="20" actId="5793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7BBACB10-8586-4BCC-A476-38C462E71A11}" dt="2025-08-18T12:31:36.988" v="182" actId="20577"/>
        <pc:sldMkLst>
          <pc:docMk/>
          <pc:sldMk cId="3439049211" sldId="591"/>
        </pc:sldMkLst>
        <pc:spChg chg="mod">
          <ac:chgData name="Deepika Vatsa" userId="f7100972-27fe-4ee6-8fb4-ec9b7931b409" providerId="ADAL" clId="{7BBACB10-8586-4BCC-A476-38C462E71A11}" dt="2025-08-18T12:31:36.988" v="182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3198423911" sldId="593"/>
        </pc:sldMkLst>
        <pc:spChg chg="mod">
          <ac:chgData name="Deepika Vatsa" userId="f7100972-27fe-4ee6-8fb4-ec9b7931b409" providerId="ADAL" clId="{7BBACB10-8586-4BCC-A476-38C462E71A11}" dt="2025-08-18T12:33:31.379" v="207" actId="20577"/>
          <ac:spMkLst>
            <pc:docMk/>
            <pc:sldMk cId="3198423911" sldId="593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5:22:36.788" v="398" actId="20577"/>
          <ac:spMkLst>
            <pc:docMk/>
            <pc:sldMk cId="3198423911" sldId="593"/>
            <ac:spMk id="5" creationId="{2461C6AC-CE12-CE55-1E34-C97C06A15181}"/>
          </ac:spMkLst>
        </pc:spChg>
        <pc:picChg chg="del">
          <ac:chgData name="Deepika Vatsa" userId="f7100972-27fe-4ee6-8fb4-ec9b7931b409" providerId="ADAL" clId="{7BBACB10-8586-4BCC-A476-38C462E71A11}" dt="2025-08-18T12:33:10.652" v="200" actId="478"/>
          <ac:picMkLst>
            <pc:docMk/>
            <pc:sldMk cId="3198423911" sldId="593"/>
            <ac:picMk id="9" creationId="{D35FFCD6-253F-CEEB-E0FE-880344B9FA65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198423911" sldId="593"/>
            <ac:inkMk id="4" creationId="{F57AC4F4-9915-BC5C-2518-359ABAE0993A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815781673" sldId="59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468002330" sldId="61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2334307004" sldId="61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2099841" sldId="61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91955979" sldId="618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12900456" sldId="619"/>
        </pc:sldMkLst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4060805478" sldId="620"/>
        </pc:sldMkLst>
        <pc:spChg chg="mod">
          <ac:chgData name="Deepika Vatsa" userId="f7100972-27fe-4ee6-8fb4-ec9b7931b409" providerId="ADAL" clId="{7BBACB10-8586-4BCC-A476-38C462E71A11}" dt="2025-08-18T12:37:05.603" v="344" actId="20577"/>
          <ac:spMkLst>
            <pc:docMk/>
            <pc:sldMk cId="4060805478" sldId="62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18T12:37:12.312" v="348" actId="1076"/>
          <ac:picMkLst>
            <pc:docMk/>
            <pc:sldMk cId="4060805478" sldId="620"/>
            <ac:picMk id="5" creationId="{F8E1D368-D16A-C482-965F-806B8E4DF710}"/>
          </ac:picMkLst>
        </pc:picChg>
        <pc:picChg chg="del">
          <ac:chgData name="Deepika Vatsa" userId="f7100972-27fe-4ee6-8fb4-ec9b7931b409" providerId="ADAL" clId="{7BBACB10-8586-4BCC-A476-38C462E71A11}" dt="2025-08-18T12:37:07.625" v="345" actId="478"/>
          <ac:picMkLst>
            <pc:docMk/>
            <pc:sldMk cId="4060805478" sldId="620"/>
            <ac:picMk id="7" creationId="{31B87EC0-4ADE-A96C-B968-87A230E18EEA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60805478" sldId="620"/>
            <ac:inkMk id="4" creationId="{ACC227A6-CFC9-FDCA-DD5F-F63A7A00289C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4835650" sldId="621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76936197" sldId="622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533333801" sldId="623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9948443" sldId="62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492384228" sldId="62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9153089" sldId="628"/>
        </pc:sldMkLst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948371539" sldId="629"/>
        </pc:sldMkLst>
        <pc:spChg chg="mod">
          <ac:chgData name="Deepika Vatsa" userId="f7100972-27fe-4ee6-8fb4-ec9b7931b409" providerId="ADAL" clId="{7BBACB10-8586-4BCC-A476-38C462E71A11}" dt="2025-08-18T12:38:15.420" v="373" actId="20577"/>
          <ac:spMkLst>
            <pc:docMk/>
            <pc:sldMk cId="1948371539" sldId="629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3:38.153" v="485" actId="13926"/>
          <ac:spMkLst>
            <pc:docMk/>
            <pc:sldMk cId="1948371539" sldId="629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948371539" sldId="629"/>
            <ac:inkMk id="4" creationId="{3DCBD848-C1DF-5289-60F8-FC7DAE9FFA5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752782814" sldId="630"/>
        </pc:sldMkLst>
        <pc:spChg chg="mod">
          <ac:chgData name="Deepika Vatsa" userId="f7100972-27fe-4ee6-8fb4-ec9b7931b409" providerId="ADAL" clId="{7BBACB10-8586-4BCC-A476-38C462E71A11}" dt="2025-08-20T05:34:15.312" v="502" actId="20577"/>
          <ac:spMkLst>
            <pc:docMk/>
            <pc:sldMk cId="2752782814" sldId="630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5:04.737" v="549" actId="113"/>
          <ac:spMkLst>
            <pc:docMk/>
            <pc:sldMk cId="2752782814" sldId="630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752782814" sldId="630"/>
            <ac:inkMk id="4" creationId="{3BFC01C0-E43D-4B22-D87F-9C76CE5CBFB7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075029183" sldId="631"/>
        </pc:sldMkLst>
        <pc:spChg chg="mod">
          <ac:chgData name="Deepika Vatsa" userId="f7100972-27fe-4ee6-8fb4-ec9b7931b409" providerId="ADAL" clId="{7BBACB10-8586-4BCC-A476-38C462E71A11}" dt="2025-08-20T05:35:15.112" v="559" actId="20577"/>
          <ac:spMkLst>
            <pc:docMk/>
            <pc:sldMk cId="4075029183" sldId="631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50.083" v="1366"/>
          <ac:spMkLst>
            <pc:docMk/>
            <pc:sldMk cId="4075029183" sldId="631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75029183" sldId="631"/>
            <ac:inkMk id="4" creationId="{A5F1C993-15C5-7158-C15A-937A12C77E2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1034070740" sldId="632"/>
        </pc:sldMkLst>
        <pc:spChg chg="mod">
          <ac:chgData name="Deepika Vatsa" userId="f7100972-27fe-4ee6-8fb4-ec9b7931b409" providerId="ADAL" clId="{7BBACB10-8586-4BCC-A476-38C462E71A11}" dt="2025-08-20T05:42:21.751" v="733" actId="20577"/>
          <ac:spMkLst>
            <pc:docMk/>
            <pc:sldMk cId="1034070740" sldId="632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034070740" sldId="632"/>
            <ac:inkMk id="4" creationId="{54B5AB7D-BE60-5CBD-D026-7C7EA9133A1C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82903048" sldId="633"/>
        </pc:sldMkLst>
        <pc:spChg chg="mod">
          <ac:chgData name="Deepika Vatsa" userId="f7100972-27fe-4ee6-8fb4-ec9b7931b409" providerId="ADAL" clId="{7BBACB10-8586-4BCC-A476-38C462E71A11}" dt="2025-08-20T05:42:58.411" v="741" actId="20577"/>
          <ac:spMkLst>
            <pc:docMk/>
            <pc:sldMk cId="482903048" sldId="63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9:27.421" v="1642" actId="114"/>
          <ac:spMkLst>
            <pc:docMk/>
            <pc:sldMk cId="482903048" sldId="633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82903048" sldId="633"/>
            <ac:inkMk id="4" creationId="{AC239867-B705-D1F0-4231-DBCA68741015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6699416" sldId="634"/>
        </pc:sldMkLst>
        <pc:spChg chg="del">
          <ac:chgData name="Deepika Vatsa" userId="f7100972-27fe-4ee6-8fb4-ec9b7931b409" providerId="ADAL" clId="{7BBACB10-8586-4BCC-A476-38C462E71A11}" dt="2025-08-20T05:57:49.904" v="762" actId="478"/>
          <ac:spMkLst>
            <pc:docMk/>
            <pc:sldMk cId="2046699416" sldId="634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20.647" v="1628" actId="478"/>
          <ac:picMkLst>
            <pc:docMk/>
            <pc:sldMk cId="2046699416" sldId="634"/>
            <ac:picMk id="6" creationId="{AD084D03-C36A-C512-DD48-5B3303E88AA0}"/>
          </ac:picMkLst>
        </pc:picChg>
        <pc:picChg chg="add mod modCrop">
          <ac:chgData name="Deepika Vatsa" userId="f7100972-27fe-4ee6-8fb4-ec9b7931b409" providerId="ADAL" clId="{7BBACB10-8586-4BCC-A476-38C462E71A11}" dt="2025-08-20T06:48:32.274" v="1634" actId="732"/>
          <ac:picMkLst>
            <pc:docMk/>
            <pc:sldMk cId="2046699416" sldId="634"/>
            <ac:picMk id="7" creationId="{4261722E-4B0F-C2A8-2B2E-D7283F121F24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6699416" sldId="634"/>
            <ac:inkMk id="4" creationId="{D70D7400-B8DC-8405-E6B7-D5BD5C5C312A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746225030" sldId="635"/>
        </pc:sldMkLst>
        <pc:spChg chg="mod">
          <ac:chgData name="Deepika Vatsa" userId="f7100972-27fe-4ee6-8fb4-ec9b7931b409" providerId="ADAL" clId="{7BBACB10-8586-4BCC-A476-38C462E71A11}" dt="2025-08-20T06:14:36.806" v="792" actId="20577"/>
          <ac:spMkLst>
            <pc:docMk/>
            <pc:sldMk cId="746225030" sldId="635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6:50:11.173" v="1676" actId="20577"/>
          <ac:spMkLst>
            <pc:docMk/>
            <pc:sldMk cId="746225030" sldId="635"/>
            <ac:spMk id="5" creationId="{511D877E-D953-9EA2-2658-9866E6DD2D78}"/>
          </ac:spMkLst>
        </pc:spChg>
        <pc:picChg chg="del">
          <ac:chgData name="Deepika Vatsa" userId="f7100972-27fe-4ee6-8fb4-ec9b7931b409" providerId="ADAL" clId="{7BBACB10-8586-4BCC-A476-38C462E71A11}" dt="2025-08-20T06:14:38.527" v="793" actId="478"/>
          <ac:picMkLst>
            <pc:docMk/>
            <pc:sldMk cId="746225030" sldId="635"/>
            <ac:picMk id="6" creationId="{AD084D03-C36A-C512-DD48-5B3303E88AA0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746225030" sldId="635"/>
            <ac:inkMk id="4" creationId="{CCEDA677-310B-0312-E640-FD6E04D1E035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32203484" sldId="636"/>
        </pc:sldMkLst>
        <pc:spChg chg="mod">
          <ac:chgData name="Deepika Vatsa" userId="f7100972-27fe-4ee6-8fb4-ec9b7931b409" providerId="ADAL" clId="{7BBACB10-8586-4BCC-A476-38C462E71A11}" dt="2025-08-20T06:18:26.202" v="827" actId="20577"/>
          <ac:spMkLst>
            <pc:docMk/>
            <pc:sldMk cId="4132203484" sldId="636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03.436" v="1357" actId="20577"/>
          <ac:spMkLst>
            <pc:docMk/>
            <pc:sldMk cId="4132203484" sldId="636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32203484" sldId="636"/>
            <ac:inkMk id="4" creationId="{CDF80E7D-A0DD-A4B7-A5BA-90DC25623BB9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7641393" sldId="637"/>
        </pc:sldMkLst>
        <pc:spChg chg="mod">
          <ac:chgData name="Deepika Vatsa" userId="f7100972-27fe-4ee6-8fb4-ec9b7931b409" providerId="ADAL" clId="{7BBACB10-8586-4BCC-A476-38C462E71A11}" dt="2025-08-20T06:29:29.207" v="1372" actId="6549"/>
          <ac:spMkLst>
            <pc:docMk/>
            <pc:sldMk cId="397641393" sldId="637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7641393" sldId="637"/>
            <ac:inkMk id="4" creationId="{2C098E41-7132-B29B-C848-2D8B179D22D8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0000702" sldId="638"/>
        </pc:sldMkLst>
        <pc:spChg chg="mod">
          <ac:chgData name="Deepika Vatsa" userId="f7100972-27fe-4ee6-8fb4-ec9b7931b409" providerId="ADAL" clId="{7BBACB10-8586-4BCC-A476-38C462E71A11}" dt="2025-08-20T06:29:40.570" v="1375" actId="15"/>
          <ac:spMkLst>
            <pc:docMk/>
            <pc:sldMk cId="2040000702" sldId="638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0000702" sldId="638"/>
            <ac:inkMk id="4" creationId="{D186D7C2-3724-A0AC-3ADF-C23564D33B17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97423181" sldId="639"/>
        </pc:sldMkLst>
        <pc:spChg chg="mod">
          <ac:chgData name="Deepika Vatsa" userId="f7100972-27fe-4ee6-8fb4-ec9b7931b409" providerId="ADAL" clId="{7BBACB10-8586-4BCC-A476-38C462E71A11}" dt="2025-08-20T06:33:55.765" v="1393" actId="20577"/>
          <ac:spMkLst>
            <pc:docMk/>
            <pc:sldMk cId="97423181" sldId="639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3:50.792" v="1377" actId="478"/>
          <ac:spMkLst>
            <pc:docMk/>
            <pc:sldMk cId="97423181" sldId="639"/>
            <ac:spMk id="5" creationId="{511D877E-D953-9EA2-2658-9866E6DD2D78}"/>
          </ac:spMkLst>
        </pc:spChg>
        <pc:picChg chg="add mod">
          <ac:chgData name="Deepika Vatsa" userId="f7100972-27fe-4ee6-8fb4-ec9b7931b409" providerId="ADAL" clId="{7BBACB10-8586-4BCC-A476-38C462E71A11}" dt="2025-08-20T06:34:05.246" v="1395" actId="1076"/>
          <ac:picMkLst>
            <pc:docMk/>
            <pc:sldMk cId="97423181" sldId="639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97423181" sldId="639"/>
            <ac:inkMk id="4" creationId="{C9E54979-83BE-2529-925B-8DF2C9EAAA51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583778159" sldId="640"/>
        </pc:sldMkLst>
        <pc:spChg chg="mod">
          <ac:chgData name="Deepika Vatsa" userId="f7100972-27fe-4ee6-8fb4-ec9b7931b409" providerId="ADAL" clId="{7BBACB10-8586-4BCC-A476-38C462E71A11}" dt="2025-08-20T06:34:31.767" v="1416" actId="20577"/>
          <ac:spMkLst>
            <pc:docMk/>
            <pc:sldMk cId="2583778159" sldId="64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20T06:34:26.918" v="1400" actId="1076"/>
          <ac:picMkLst>
            <pc:docMk/>
            <pc:sldMk cId="2583778159" sldId="640"/>
            <ac:picMk id="5" creationId="{E3888E7E-B726-F87B-EE88-D7D101352222}"/>
          </ac:picMkLst>
        </pc:picChg>
        <pc:picChg chg="del">
          <ac:chgData name="Deepika Vatsa" userId="f7100972-27fe-4ee6-8fb4-ec9b7931b409" providerId="ADAL" clId="{7BBACB10-8586-4BCC-A476-38C462E71A11}" dt="2025-08-20T06:34:10.883" v="1397" actId="478"/>
          <ac:picMkLst>
            <pc:docMk/>
            <pc:sldMk cId="2583778159" sldId="640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583778159" sldId="640"/>
            <ac:inkMk id="4" creationId="{F9ADC63B-521A-A0E3-DF87-FF1EDDDDE33D}"/>
          </ac:inkMkLst>
        </pc:inkChg>
      </pc:sldChg>
      <pc:sldChg chg="delSp modSp add mod">
        <pc:chgData name="Deepika Vatsa" userId="f7100972-27fe-4ee6-8fb4-ec9b7931b409" providerId="ADAL" clId="{7BBACB10-8586-4BCC-A476-38C462E71A11}" dt="2025-08-20T06:35:22.387" v="1430" actId="403"/>
        <pc:sldMkLst>
          <pc:docMk/>
          <pc:sldMk cId="1325567634" sldId="641"/>
        </pc:sldMkLst>
        <pc:spChg chg="mod">
          <ac:chgData name="Deepika Vatsa" userId="f7100972-27fe-4ee6-8fb4-ec9b7931b409" providerId="ADAL" clId="{7BBACB10-8586-4BCC-A476-38C462E71A11}" dt="2025-08-20T06:35:22.387" v="1430" actId="403"/>
          <ac:spMkLst>
            <pc:docMk/>
            <pc:sldMk cId="1325567634" sldId="641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4:59.107" v="1418" actId="478"/>
          <ac:spMkLst>
            <pc:docMk/>
            <pc:sldMk cId="1325567634" sldId="641"/>
            <ac:spMk id="5" creationId="{2461C6AC-CE12-CE55-1E34-C97C06A15181}"/>
          </ac:spMkLst>
        </pc:spChg>
      </pc:sldChg>
      <pc:sldChg chg="modSp add mod">
        <pc:chgData name="Deepika Vatsa" userId="f7100972-27fe-4ee6-8fb4-ec9b7931b409" providerId="ADAL" clId="{7BBACB10-8586-4BCC-A476-38C462E71A11}" dt="2025-08-20T06:35:35.150" v="1439" actId="20577"/>
        <pc:sldMkLst>
          <pc:docMk/>
          <pc:sldMk cId="3281371514" sldId="642"/>
        </pc:sldMkLst>
        <pc:spChg chg="mod">
          <ac:chgData name="Deepika Vatsa" userId="f7100972-27fe-4ee6-8fb4-ec9b7931b409" providerId="ADAL" clId="{7BBACB10-8586-4BCC-A476-38C462E71A11}" dt="2025-08-20T06:35:35.150" v="1439" actId="20577"/>
          <ac:spMkLst>
            <pc:docMk/>
            <pc:sldMk cId="3281371514" sldId="642"/>
            <ac:spMk id="2" creationId="{00000000-0000-0000-0000-000000000000}"/>
          </ac:spMkLst>
        </pc:spChg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316392785" sldId="643"/>
        </pc:sldMkLst>
        <pc:spChg chg="mod">
          <ac:chgData name="Deepika Vatsa" userId="f7100972-27fe-4ee6-8fb4-ec9b7931b409" providerId="ADAL" clId="{7BBACB10-8586-4BCC-A476-38C462E71A11}" dt="2025-08-20T06:40:17.339" v="1516" actId="20577"/>
          <ac:spMkLst>
            <pc:docMk/>
            <pc:sldMk cId="1316392785" sldId="64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1:03.560" v="1542"/>
          <ac:spMkLst>
            <pc:docMk/>
            <pc:sldMk cId="1316392785" sldId="643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316392785" sldId="643"/>
            <ac:inkMk id="4" creationId="{17BD0407-EA25-1277-BE98-C748946EB9B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54143070" sldId="644"/>
        </pc:sldMkLst>
        <pc:spChg chg="mod">
          <ac:chgData name="Deepika Vatsa" userId="f7100972-27fe-4ee6-8fb4-ec9b7931b409" providerId="ADAL" clId="{7BBACB10-8586-4BCC-A476-38C462E71A11}" dt="2025-08-20T06:42:52.692" v="1621" actId="20577"/>
          <ac:spMkLst>
            <pc:docMk/>
            <pc:sldMk cId="4154143070" sldId="644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54143070" sldId="644"/>
            <ac:inkMk id="4" creationId="{9EF5BFCC-BBF3-4570-20A0-B67AED60275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731779941" sldId="645"/>
        </pc:sldMkLst>
        <pc:spChg chg="mod">
          <ac:chgData name="Deepika Vatsa" userId="f7100972-27fe-4ee6-8fb4-ec9b7931b409" providerId="ADAL" clId="{7BBACB10-8586-4BCC-A476-38C462E71A11}" dt="2025-08-20T06:41:22.338" v="1551" actId="113"/>
          <ac:spMkLst>
            <pc:docMk/>
            <pc:sldMk cId="3731779941" sldId="645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731779941" sldId="645"/>
            <ac:inkMk id="4" creationId="{5AC419C3-8D99-A037-EC2C-A8289BDB7403}"/>
          </ac:inkMkLst>
        </pc:inkChg>
      </pc:sldChg>
      <pc:sldChg chg="addSp add">
        <pc:chgData name="Deepika Vatsa" userId="f7100972-27fe-4ee6-8fb4-ec9b7931b409" providerId="ADAL" clId="{7BBACB10-8586-4BCC-A476-38C462E71A11}" dt="2025-08-20T11:37:16.703" v="2620"/>
        <pc:sldMkLst>
          <pc:docMk/>
          <pc:sldMk cId="1825479687" sldId="646"/>
        </pc:sldMkLst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825479687" sldId="646"/>
            <ac:inkMk id="4" creationId="{9ED57F5B-8592-4B94-68EF-6BE6EFC79E86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6:48:10.187" v="1626" actId="47"/>
        <pc:sldMkLst>
          <pc:docMk/>
          <pc:sldMk cId="2823366148" sldId="646"/>
        </pc:sldMkLst>
        <pc:spChg chg="del">
          <ac:chgData name="Deepika Vatsa" userId="f7100972-27fe-4ee6-8fb4-ec9b7931b409" providerId="ADAL" clId="{7BBACB10-8586-4BCC-A476-38C462E71A11}" dt="2025-08-20T06:48:02.916" v="1623" actId="478"/>
          <ac:spMkLst>
            <pc:docMk/>
            <pc:sldMk cId="2823366148" sldId="646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07.940" v="1625"/>
          <ac:picMkLst>
            <pc:docMk/>
            <pc:sldMk cId="2823366148" sldId="646"/>
            <ac:picMk id="4" creationId="{052E0D85-B66D-F88F-C54D-A8C608B9CB87}"/>
          </ac:picMkLst>
        </pc:pic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536546870" sldId="647"/>
        </pc:sldMkLst>
        <pc:spChg chg="del">
          <ac:chgData name="Deepika Vatsa" userId="f7100972-27fe-4ee6-8fb4-ec9b7931b409" providerId="ADAL" clId="{7BBACB10-8586-4BCC-A476-38C462E71A11}" dt="2025-08-20T06:52:33.256" v="1678" actId="478"/>
          <ac:spMkLst>
            <pc:docMk/>
            <pc:sldMk cId="3536546870" sldId="647"/>
            <ac:spMk id="5" creationId="{511D877E-D953-9EA2-2658-9866E6DD2D78}"/>
          </ac:spMkLst>
        </pc:spChg>
        <pc:picChg chg="add mod modCrop">
          <ac:chgData name="Deepika Vatsa" userId="f7100972-27fe-4ee6-8fb4-ec9b7931b409" providerId="ADAL" clId="{7BBACB10-8586-4BCC-A476-38C462E71A11}" dt="2025-08-20T06:52:47.358" v="1682" actId="1076"/>
          <ac:picMkLst>
            <pc:docMk/>
            <pc:sldMk cId="3536546870" sldId="647"/>
            <ac:picMk id="4" creationId="{52826AD3-6F07-615F-2B72-E90F9DAE671E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536546870" sldId="647"/>
            <ac:inkMk id="5" creationId="{48F69E82-123F-45EE-AF2E-934D2983316B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30264224" sldId="648"/>
        </pc:sldMkLst>
        <pc:spChg chg="mod">
          <ac:chgData name="Deepika Vatsa" userId="f7100972-27fe-4ee6-8fb4-ec9b7931b409" providerId="ADAL" clId="{7BBACB10-8586-4BCC-A476-38C462E71A11}" dt="2025-08-20T06:53:34.954" v="1695" actId="20577"/>
          <ac:spMkLst>
            <pc:docMk/>
            <pc:sldMk cId="3930264224" sldId="648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7:07:56.937" v="2619" actId="1076"/>
          <ac:spMkLst>
            <pc:docMk/>
            <pc:sldMk cId="3930264224" sldId="648"/>
            <ac:spMk id="6" creationId="{FFD9A4DD-B5AB-E8DB-C496-231CC09E2328}"/>
          </ac:spMkLst>
        </pc:spChg>
        <pc:picChg chg="del">
          <ac:chgData name="Deepika Vatsa" userId="f7100972-27fe-4ee6-8fb4-ec9b7931b409" providerId="ADAL" clId="{7BBACB10-8586-4BCC-A476-38C462E71A11}" dt="2025-08-20T06:53:36.586" v="1696" actId="478"/>
          <ac:picMkLst>
            <pc:docMk/>
            <pc:sldMk cId="3930264224" sldId="648"/>
            <ac:picMk id="4" creationId="{52826AD3-6F07-615F-2B72-E90F9DAE671E}"/>
          </ac:picMkLst>
        </pc:picChg>
        <pc:picChg chg="add del mod">
          <ac:chgData name="Deepika Vatsa" userId="f7100972-27fe-4ee6-8fb4-ec9b7931b409" providerId="ADAL" clId="{7BBACB10-8586-4BCC-A476-38C462E71A11}" dt="2025-08-20T06:56:17.473" v="2015" actId="478"/>
          <ac:picMkLst>
            <pc:docMk/>
            <pc:sldMk cId="3930264224" sldId="648"/>
            <ac:picMk id="5" creationId="{90B69D6D-4D75-A08B-F30E-E6BF26ECD871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30264224" sldId="648"/>
            <ac:inkMk id="4" creationId="{5B05BB2A-4A4F-9946-3A29-504DBDCFD2EB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7:04:05.864" v="2494" actId="47"/>
        <pc:sldMkLst>
          <pc:docMk/>
          <pc:sldMk cId="1939606234" sldId="649"/>
        </pc:sldMkLst>
        <pc:picChg chg="add mod modCrop">
          <ac:chgData name="Deepika Vatsa" userId="f7100972-27fe-4ee6-8fb4-ec9b7931b409" providerId="ADAL" clId="{7BBACB10-8586-4BCC-A476-38C462E71A11}" dt="2025-08-20T06:54:29.380" v="1707" actId="1076"/>
          <ac:picMkLst>
            <pc:docMk/>
            <pc:sldMk cId="1939606234" sldId="649"/>
            <ac:picMk id="4" creationId="{8073A3DF-2A3E-5F66-4875-63C1D5E6A527}"/>
          </ac:picMkLst>
        </pc:picChg>
        <pc:picChg chg="del">
          <ac:chgData name="Deepika Vatsa" userId="f7100972-27fe-4ee6-8fb4-ec9b7931b409" providerId="ADAL" clId="{7BBACB10-8586-4BCC-A476-38C462E71A11}" dt="2025-08-20T06:53:48.007" v="1700" actId="478"/>
          <ac:picMkLst>
            <pc:docMk/>
            <pc:sldMk cId="1939606234" sldId="649"/>
            <ac:picMk id="5" creationId="{90B69D6D-4D75-A08B-F30E-E6BF26ECD871}"/>
          </ac:picMkLst>
        </pc:pic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272648693" sldId="650"/>
        </pc:sldMkLst>
        <pc:spChg chg="mod">
          <ac:chgData name="Deepika Vatsa" userId="f7100972-27fe-4ee6-8fb4-ec9b7931b409" providerId="ADAL" clId="{7BBACB10-8586-4BCC-A476-38C462E71A11}" dt="2025-08-20T07:03:43.999" v="2452" actId="1076"/>
          <ac:spMkLst>
            <pc:docMk/>
            <pc:sldMk cId="2272648693" sldId="650"/>
            <ac:spMk id="6" creationId="{FFD9A4DD-B5AB-E8DB-C496-231CC09E2328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7" creationId="{E66E3315-B034-A861-26B7-161D840A9B8B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8" creationId="{128771D7-1DE7-3AC6-2294-0C18F21CB146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272648693" sldId="650"/>
            <ac:inkMk id="4" creationId="{201305CA-103F-AE7E-F77A-F7E37CE5BB0E}"/>
          </ac:inkMkLst>
        </pc:inkChg>
        <pc:cxnChg chg="add mod">
          <ac:chgData name="Deepika Vatsa" userId="f7100972-27fe-4ee6-8fb4-ec9b7931b409" providerId="ADAL" clId="{7BBACB10-8586-4BCC-A476-38C462E71A11}" dt="2025-08-20T07:04:00.836" v="2493" actId="14100"/>
          <ac:cxnSpMkLst>
            <pc:docMk/>
            <pc:sldMk cId="2272648693" sldId="650"/>
            <ac:cxnSpMk id="5" creationId="{24B3BA2A-7D87-5D78-8A80-D0AF4570A12E}"/>
          </ac:cxnSpMkLst>
        </pc:cxnChg>
      </pc:sldChg>
    </pc:docChg>
  </pc:docChgLst>
  <pc:docChgLst>
    <pc:chgData name="Deepika Vatsa" userId="f7100972-27fe-4ee6-8fb4-ec9b7931b409" providerId="ADAL" clId="{43FC3250-EE2F-489E-970D-AD8C57589867}"/>
    <pc:docChg chg="undo redo custSel addSld delSld modSld sldOrd">
      <pc:chgData name="Deepika Vatsa" userId="f7100972-27fe-4ee6-8fb4-ec9b7931b409" providerId="ADAL" clId="{43FC3250-EE2F-489E-970D-AD8C57589867}" dt="2025-07-31T04:12:47.743" v="5160" actId="478"/>
      <pc:docMkLst>
        <pc:docMk/>
      </pc:docMkLst>
      <pc:sldChg chg="modSp add del mod">
        <pc:chgData name="Deepika Vatsa" userId="f7100972-27fe-4ee6-8fb4-ec9b7931b409" providerId="ADAL" clId="{43FC3250-EE2F-489E-970D-AD8C57589867}" dt="2025-07-23T11:06:41.949" v="98" actId="47"/>
        <pc:sldMkLst>
          <pc:docMk/>
          <pc:sldMk cId="0" sldId="263"/>
        </pc:sldMkLst>
        <pc:spChg chg="mod">
          <ac:chgData name="Deepika Vatsa" userId="f7100972-27fe-4ee6-8fb4-ec9b7931b409" providerId="ADAL" clId="{43FC3250-EE2F-489E-970D-AD8C57589867}" dt="2025-07-23T11:06:13.620" v="88" actId="271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eepika Vatsa" userId="f7100972-27fe-4ee6-8fb4-ec9b7931b409" providerId="ADAL" clId="{43FC3250-EE2F-489E-970D-AD8C57589867}" dt="2025-07-23T11:01:16.225" v="18" actId="20577"/>
        <pc:sldMkLst>
          <pc:docMk/>
          <pc:sldMk cId="0" sldId="395"/>
        </pc:sldMkLst>
        <pc:spChg chg="mod">
          <ac:chgData name="Deepika Vatsa" userId="f7100972-27fe-4ee6-8fb4-ec9b7931b409" providerId="ADAL" clId="{43FC3250-EE2F-489E-970D-AD8C57589867}" dt="2025-07-23T11:01:16.225" v="18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43FC3250-EE2F-489E-970D-AD8C57589867}" dt="2025-07-31T03:19:24.681" v="5124" actId="478"/>
        <pc:sldMkLst>
          <pc:docMk/>
          <pc:sldMk cId="3439049211" sldId="591"/>
        </pc:sldMkLst>
        <pc:spChg chg="mod">
          <ac:chgData name="Deepika Vatsa" userId="f7100972-27fe-4ee6-8fb4-ec9b7931b409" providerId="ADAL" clId="{43FC3250-EE2F-489E-970D-AD8C57589867}" dt="2025-07-23T11:02:03.827" v="49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30T10:52:31" v="4788" actId="20577"/>
          <ac:spMkLst>
            <pc:docMk/>
            <pc:sldMk cId="3439049211" sldId="591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0:20.461" v="4872"/>
          <ac:grpSpMkLst>
            <pc:docMk/>
            <pc:sldMk cId="3439049211" sldId="591"/>
            <ac:grpSpMk id="20" creationId="{DC352B7A-AB12-6C8C-B40D-C7BFBFCE2B59}"/>
          </ac:grpSpMkLst>
        </pc:grpChg>
        <pc:grpChg chg="del mod">
          <ac:chgData name="Deepika Vatsa" userId="f7100972-27fe-4ee6-8fb4-ec9b7931b409" providerId="ADAL" clId="{43FC3250-EE2F-489E-970D-AD8C57589867}" dt="2025-07-30T11:10:21.647" v="4874"/>
          <ac:grpSpMkLst>
            <pc:docMk/>
            <pc:sldMk cId="3439049211" sldId="591"/>
            <ac:grpSpMk id="24" creationId="{219CEEA5-0BF5-D4C3-8297-46607827DC4A}"/>
          </ac:grpSpMkLst>
        </pc:grpChg>
        <pc:grpChg chg="del mod">
          <ac:chgData name="Deepika Vatsa" userId="f7100972-27fe-4ee6-8fb4-ec9b7931b409" providerId="ADAL" clId="{43FC3250-EE2F-489E-970D-AD8C57589867}" dt="2025-07-31T03:19:24.681" v="5124" actId="478"/>
          <ac:grpSpMkLst>
            <pc:docMk/>
            <pc:sldMk cId="3439049211" sldId="591"/>
            <ac:grpSpMk id="26" creationId="{CAF1A6F6-9C72-7932-F250-182C708B9874}"/>
          </ac:grpSpMkLst>
        </pc:grp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4" creationId="{3103EF01-424F-C304-D55F-BDF3B11BF7A7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5" creationId="{74B83C97-E185-AF86-0B13-73C5834EE65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6" creationId="{328FEBB9-E79F-0F6B-0E2D-C19663BB766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7" creationId="{854F0EFD-4DD1-8150-FC71-7851EEFDCE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8" creationId="{8B42F887-7A3C-9D5C-8DDA-FA4CA83409A1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9" creationId="{A6943454-225C-1AF3-8DB9-AFF7A45E73B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0" creationId="{8996F264-38A7-CDB3-4869-47F5A899F28A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2" creationId="{04AE4E2F-8C9F-B7C2-9278-48AA8188A50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3" creationId="{8755AB8D-3ED9-3C73-CDBA-025161D8B22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4" creationId="{744EB10D-18B0-E11A-38DA-DDD55B06151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5" creationId="{A918B39F-BAEB-1C9D-2B99-1738390BD99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6" creationId="{3DABC3DD-1CED-B08C-CF0D-B611F020BD31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7" creationId="{CF1A4D57-586A-8CA6-97CA-6E29973C05C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8" creationId="{5EE911C1-43D8-0D3F-1520-F0E2D8E90586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9" creationId="{6496225F-E2F3-5CBC-C0BB-B4434955C7F9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1" creationId="{883064B7-9A95-C7B8-4B00-475D3567FDC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2" creationId="{9461E0D5-74C5-6752-1E58-BDC563173CE2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3" creationId="{BEB516DC-41B4-9003-26DB-CED7ABD1BD15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5" creationId="{95948E87-3F7C-4C2A-1D72-999FDCCE5A6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7" creationId="{68154FC1-F8AD-9AAE-9DEC-DB372BB472F9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8" creationId="{75999692-1466-B909-05FB-F6CA12D7F31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9" creationId="{29F97E77-03ED-C129-B9D7-928CA7B60C7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0" creationId="{CD80CB74-21BA-AA3D-B777-AA8CD0D161B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1" creationId="{F01B7832-C789-7243-9649-E6B691B9630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2" creationId="{22C8E466-96B9-296C-F3C3-326AE82D99F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3" creationId="{8C6FB7F6-78A9-ED6F-4BAF-841452B5FB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4" creationId="{ED69AD48-2341-B5C4-5AE5-B79F5B3170B2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94535748" sldId="592"/>
        </pc:sldMkLst>
      </pc:sldChg>
      <pc:sldChg chg="addSp delSp modSp add mod">
        <pc:chgData name="Deepika Vatsa" userId="f7100972-27fe-4ee6-8fb4-ec9b7931b409" providerId="ADAL" clId="{43FC3250-EE2F-489E-970D-AD8C57589867}" dt="2025-07-31T04:12:34.873" v="5155" actId="478"/>
        <pc:sldMkLst>
          <pc:docMk/>
          <pc:sldMk cId="2432536662" sldId="592"/>
        </pc:sldMkLst>
        <pc:spChg chg="mod">
          <ac:chgData name="Deepika Vatsa" userId="f7100972-27fe-4ee6-8fb4-ec9b7931b409" providerId="ADAL" clId="{43FC3250-EE2F-489E-970D-AD8C57589867}" dt="2025-07-23T11:05:59.483" v="86" actId="20577"/>
          <ac:spMkLst>
            <pc:docMk/>
            <pc:sldMk cId="2432536662" sldId="59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3T11:06:35.616" v="97"/>
          <ac:spMkLst>
            <pc:docMk/>
            <pc:sldMk cId="2432536662" sldId="592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4:12:34.873" v="5155" actId="478"/>
          <ac:inkMkLst>
            <pc:docMk/>
            <pc:sldMk cId="2432536662" sldId="592"/>
            <ac:inkMk id="4" creationId="{A364DE06-1238-648C-3CB4-BD520B86393F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19:29.401" v="5125" actId="478"/>
        <pc:sldMkLst>
          <pc:docMk/>
          <pc:sldMk cId="3198423911" sldId="593"/>
        </pc:sldMkLst>
        <pc:spChg chg="mod">
          <ac:chgData name="Deepika Vatsa" userId="f7100972-27fe-4ee6-8fb4-ec9b7931b409" providerId="ADAL" clId="{43FC3250-EE2F-489E-970D-AD8C57589867}" dt="2025-07-30T10:53:23.472" v="4795" actId="20577"/>
          <ac:spMkLst>
            <pc:docMk/>
            <pc:sldMk cId="3198423911" sldId="593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4" creationId="{B799786D-6A20-6E7A-5142-4B7207D36D6F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5" creationId="{2148F28B-36BD-62CA-5BEB-869A041F88C3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6" creationId="{BE41BFAD-0CCD-E755-EB2A-3964B7EA02BE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7" creationId="{EBD33831-D62D-3D1A-A8D1-14BA50E7BBF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8" creationId="{0CAB3322-00CB-2908-B9AC-36E821B60B0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9" creationId="{4246602E-3469-E998-6154-A1BBABCC8B77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0" creationId="{EBD11572-9FE6-7547-06B8-E669B1E2FF41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2" creationId="{708D7DD2-80E0-723C-3B27-D041F102AD6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539443453" sldId="593"/>
        </pc:sldMkLst>
      </pc:sldChg>
      <pc:sldChg chg="addSp modSp add del mod">
        <pc:chgData name="Deepika Vatsa" userId="f7100972-27fe-4ee6-8fb4-ec9b7931b409" providerId="ADAL" clId="{43FC3250-EE2F-489E-970D-AD8C57589867}" dt="2025-07-24T08:34:45.342" v="1025" actId="2696"/>
        <pc:sldMkLst>
          <pc:docMk/>
          <pc:sldMk cId="48978311" sldId="594"/>
        </pc:sldMkLst>
        <pc:spChg chg="add mod">
          <ac:chgData name="Deepika Vatsa" userId="f7100972-27fe-4ee6-8fb4-ec9b7931b409" providerId="ADAL" clId="{43FC3250-EE2F-489E-970D-AD8C57589867}" dt="2025-07-24T08:22:49.480" v="841" actId="1076"/>
          <ac:spMkLst>
            <pc:docMk/>
            <pc:sldMk cId="48978311" sldId="594"/>
            <ac:spMk id="4" creationId="{9D01F8F6-E974-C5E7-0FB9-FA776F6EAD03}"/>
          </ac:spMkLst>
        </pc:spChg>
        <pc:spChg chg="mod">
          <ac:chgData name="Deepika Vatsa" userId="f7100972-27fe-4ee6-8fb4-ec9b7931b409" providerId="ADAL" clId="{43FC3250-EE2F-489E-970D-AD8C57589867}" dt="2025-07-24T08:18:11.348" v="809" actId="20577"/>
          <ac:spMkLst>
            <pc:docMk/>
            <pc:sldMk cId="48978311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4T08:22:20.930" v="818" actId="1076"/>
          <ac:picMkLst>
            <pc:docMk/>
            <pc:sldMk cId="48978311" sldId="594"/>
            <ac:picMk id="1026" creationId="{A07EB3EA-E52A-11AF-3888-F41C75FA848D}"/>
          </ac:picMkLst>
        </pc:pic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249137657" sldId="594"/>
        </pc:sldMkLst>
      </pc:sldChg>
      <pc:sldChg chg="addSp delSp modSp add mod">
        <pc:chgData name="Deepika Vatsa" userId="f7100972-27fe-4ee6-8fb4-ec9b7931b409" providerId="ADAL" clId="{43FC3250-EE2F-489E-970D-AD8C57589867}" dt="2025-07-31T03:19:48.639" v="5127" actId="478"/>
        <pc:sldMkLst>
          <pc:docMk/>
          <pc:sldMk cId="815781673" sldId="595"/>
        </pc:sldMkLst>
        <pc:spChg chg="mod">
          <ac:chgData name="Deepika Vatsa" userId="f7100972-27fe-4ee6-8fb4-ec9b7931b409" providerId="ADAL" clId="{43FC3250-EE2F-489E-970D-AD8C57589867}" dt="2025-07-24T08:37:05.303" v="1251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4T08:32:14.278" v="865" actId="478"/>
          <ac:spMkLst>
            <pc:docMk/>
            <pc:sldMk cId="815781673" sldId="595"/>
            <ac:spMk id="4" creationId="{9D01F8F6-E974-C5E7-0FB9-FA776F6EAD03}"/>
          </ac:spMkLst>
        </pc:spChg>
        <pc:spChg chg="add mod">
          <ac:chgData name="Deepika Vatsa" userId="f7100972-27fe-4ee6-8fb4-ec9b7931b409" providerId="ADAL" clId="{43FC3250-EE2F-489E-970D-AD8C57589867}" dt="2025-07-24T08:40:38.696" v="1330" actId="403"/>
          <ac:spMkLst>
            <pc:docMk/>
            <pc:sldMk cId="815781673" sldId="595"/>
            <ac:spMk id="7" creationId="{BCBAFA03-3862-AA92-2365-76BF8A47DE8D}"/>
          </ac:spMkLst>
        </pc:spChg>
        <pc:spChg chg="mod">
          <ac:chgData name="Deepika Vatsa" userId="f7100972-27fe-4ee6-8fb4-ec9b7931b409" providerId="ADAL" clId="{43FC3250-EE2F-489E-970D-AD8C57589867}" dt="2025-07-24T08:39:06.013" v="1293" actId="6549"/>
          <ac:spMkLst>
            <pc:docMk/>
            <pc:sldMk cId="815781673" sldId="595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3:15.432" v="4906"/>
          <ac:grpSpMkLst>
            <pc:docMk/>
            <pc:sldMk cId="815781673" sldId="595"/>
            <ac:grpSpMk id="19" creationId="{3C1DA0E4-D11A-2BE9-C192-D6F0BC0FF255}"/>
          </ac:grpSpMkLst>
        </pc:grpChg>
        <pc:grpChg chg="del mod">
          <ac:chgData name="Deepika Vatsa" userId="f7100972-27fe-4ee6-8fb4-ec9b7931b409" providerId="ADAL" clId="{43FC3250-EE2F-489E-970D-AD8C57589867}" dt="2025-07-30T11:13:19.546" v="4908"/>
          <ac:grpSpMkLst>
            <pc:docMk/>
            <pc:sldMk cId="815781673" sldId="595"/>
            <ac:grpSpMk id="21" creationId="{8C9F124E-DB40-DAD2-C83A-121001926ED4}"/>
          </ac:grpSpMkLst>
        </pc:grpChg>
        <pc:grpChg chg="del mod">
          <ac:chgData name="Deepika Vatsa" userId="f7100972-27fe-4ee6-8fb4-ec9b7931b409" providerId="ADAL" clId="{43FC3250-EE2F-489E-970D-AD8C57589867}" dt="2025-07-30T11:13:22.839" v="4911"/>
          <ac:grpSpMkLst>
            <pc:docMk/>
            <pc:sldMk cId="815781673" sldId="595"/>
            <ac:grpSpMk id="23" creationId="{DE86DEFD-69AB-7AE6-BD3E-1BA7D61DF24D}"/>
          </ac:grpSpMkLst>
        </pc:grpChg>
        <pc:grpChg chg="del mod">
          <ac:chgData name="Deepika Vatsa" userId="f7100972-27fe-4ee6-8fb4-ec9b7931b409" providerId="ADAL" clId="{43FC3250-EE2F-489E-970D-AD8C57589867}" dt="2025-07-30T11:13:33.341" v="4915"/>
          <ac:grpSpMkLst>
            <pc:docMk/>
            <pc:sldMk cId="815781673" sldId="595"/>
            <ac:grpSpMk id="26" creationId="{FDF50693-1D53-4326-0417-3C5FFD7FA4EC}"/>
          </ac:grpSpMkLst>
        </pc:grpChg>
        <pc:grpChg chg="del mod">
          <ac:chgData name="Deepika Vatsa" userId="f7100972-27fe-4ee6-8fb4-ec9b7931b409" providerId="ADAL" clId="{43FC3250-EE2F-489E-970D-AD8C57589867}" dt="2025-07-30T11:13:40.875" v="4917"/>
          <ac:grpSpMkLst>
            <pc:docMk/>
            <pc:sldMk cId="815781673" sldId="595"/>
            <ac:grpSpMk id="30" creationId="{095FD8D9-6142-7FB0-AA65-2C7315886F71}"/>
          </ac:grpSpMkLst>
        </pc:grpChg>
        <pc:grpChg chg="del mod">
          <ac:chgData name="Deepika Vatsa" userId="f7100972-27fe-4ee6-8fb4-ec9b7931b409" providerId="ADAL" clId="{43FC3250-EE2F-489E-970D-AD8C57589867}" dt="2025-07-30T11:13:45.075" v="4920"/>
          <ac:grpSpMkLst>
            <pc:docMk/>
            <pc:sldMk cId="815781673" sldId="595"/>
            <ac:grpSpMk id="32" creationId="{A1527D73-3B78-69B9-8898-C5CA5786FE74}"/>
          </ac:grpSpMkLst>
        </pc:grpChg>
        <pc:grpChg chg="del mod">
          <ac:chgData name="Deepika Vatsa" userId="f7100972-27fe-4ee6-8fb4-ec9b7931b409" providerId="ADAL" clId="{43FC3250-EE2F-489E-970D-AD8C57589867}" dt="2025-07-31T03:19:48.639" v="5127" actId="478"/>
          <ac:grpSpMkLst>
            <pc:docMk/>
            <pc:sldMk cId="815781673" sldId="595"/>
            <ac:grpSpMk id="35" creationId="{FB3340CE-15F7-EBE9-BF2E-3E8AAFC42BBB}"/>
          </ac:grpSpMkLst>
        </pc:grpChg>
        <pc:picChg chg="add del mod">
          <ac:chgData name="Deepika Vatsa" userId="f7100972-27fe-4ee6-8fb4-ec9b7931b409" providerId="ADAL" clId="{43FC3250-EE2F-489E-970D-AD8C57589867}" dt="2025-07-24T08:39:13.843" v="1295" actId="478"/>
          <ac:picMkLst>
            <pc:docMk/>
            <pc:sldMk cId="815781673" sldId="595"/>
            <ac:picMk id="6" creationId="{06CDD532-FD42-2A67-1E0A-4C898A463CCC}"/>
          </ac:picMkLst>
        </pc:picChg>
        <pc:picChg chg="del">
          <ac:chgData name="Deepika Vatsa" userId="f7100972-27fe-4ee6-8fb4-ec9b7931b409" providerId="ADAL" clId="{43FC3250-EE2F-489E-970D-AD8C57589867}" dt="2025-07-24T08:32:11.817" v="864" actId="478"/>
          <ac:picMkLst>
            <pc:docMk/>
            <pc:sldMk cId="815781673" sldId="595"/>
            <ac:picMk id="1026" creationId="{A07EB3EA-E52A-11AF-3888-F41C75FA848D}"/>
          </ac:picMkLst>
        </pc:picChg>
        <pc:picChg chg="add mod">
          <ac:chgData name="Deepika Vatsa" userId="f7100972-27fe-4ee6-8fb4-ec9b7931b409" providerId="ADAL" clId="{43FC3250-EE2F-489E-970D-AD8C57589867}" dt="2025-07-24T08:39:36.667" v="1301" actId="1076"/>
          <ac:picMkLst>
            <pc:docMk/>
            <pc:sldMk cId="815781673" sldId="595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4" creationId="{62800112-A9D4-C752-A45C-955B82029571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5" creationId="{FF5D786E-AD0A-98B2-5F3F-141BC9C6FF5E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6" creationId="{B9741922-A1E1-A8CF-CEB0-8CACF16AB1B0}"/>
          </ac:inkMkLst>
        </pc:inkChg>
        <pc:inkChg chg="add">
          <ac:chgData name="Deepika Vatsa" userId="f7100972-27fe-4ee6-8fb4-ec9b7931b409" providerId="ADAL" clId="{43FC3250-EE2F-489E-970D-AD8C57589867}" dt="2025-07-30T11:12:50.664" v="4894" actId="9405"/>
          <ac:inkMkLst>
            <pc:docMk/>
            <pc:sldMk cId="815781673" sldId="595"/>
            <ac:inkMk id="8" creationId="{EEACF910-633C-AE8B-0642-C71E5B84C041}"/>
          </ac:inkMkLst>
        </pc:inkChg>
        <pc:inkChg chg="add">
          <ac:chgData name="Deepika Vatsa" userId="f7100972-27fe-4ee6-8fb4-ec9b7931b409" providerId="ADAL" clId="{43FC3250-EE2F-489E-970D-AD8C57589867}" dt="2025-07-30T11:12:54.368" v="4895" actId="9405"/>
          <ac:inkMkLst>
            <pc:docMk/>
            <pc:sldMk cId="815781673" sldId="595"/>
            <ac:inkMk id="9" creationId="{C39F76D6-5DCC-CD24-131E-897F8204AFE4}"/>
          </ac:inkMkLst>
        </pc:inkChg>
        <pc:inkChg chg="add">
          <ac:chgData name="Deepika Vatsa" userId="f7100972-27fe-4ee6-8fb4-ec9b7931b409" providerId="ADAL" clId="{43FC3250-EE2F-489E-970D-AD8C57589867}" dt="2025-07-30T11:12:55.413" v="4896" actId="9405"/>
          <ac:inkMkLst>
            <pc:docMk/>
            <pc:sldMk cId="815781673" sldId="595"/>
            <ac:inkMk id="10" creationId="{2BFED832-E34E-9A8D-7B76-1D5566960974}"/>
          </ac:inkMkLst>
        </pc:inkChg>
        <pc:inkChg chg="add">
          <ac:chgData name="Deepika Vatsa" userId="f7100972-27fe-4ee6-8fb4-ec9b7931b409" providerId="ADAL" clId="{43FC3250-EE2F-489E-970D-AD8C57589867}" dt="2025-07-30T11:12:57.306" v="4897" actId="9405"/>
          <ac:inkMkLst>
            <pc:docMk/>
            <pc:sldMk cId="815781673" sldId="595"/>
            <ac:inkMk id="12" creationId="{CD91F783-8135-9CCE-7DBA-385AF0289E46}"/>
          </ac:inkMkLst>
        </pc:inkChg>
        <pc:inkChg chg="add">
          <ac:chgData name="Deepika Vatsa" userId="f7100972-27fe-4ee6-8fb4-ec9b7931b409" providerId="ADAL" clId="{43FC3250-EE2F-489E-970D-AD8C57589867}" dt="2025-07-30T11:13:04.529" v="4898" actId="9405"/>
          <ac:inkMkLst>
            <pc:docMk/>
            <pc:sldMk cId="815781673" sldId="595"/>
            <ac:inkMk id="13" creationId="{20D17564-0F72-D4C2-BF4A-7D9EDF592976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4" creationId="{BF0FB1BF-6672-A09D-C8BF-ED96E5A813F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5" creationId="{0278F548-5B7B-E4B3-08EB-475D1957860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6" creationId="{4FEAB99A-C6B3-51B7-DF61-34E315783C8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7" creationId="{6DAB6236-C481-B03A-0733-4BCE02EA785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8" creationId="{E575BA2F-0107-B035-CE32-6573CBBBEDB9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0" creationId="{4F26A695-6666-9B76-E329-3E22823C64C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2" creationId="{0411668C-F121-9B95-6EE9-A5A60806149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4" creationId="{7B9548A8-2E09-F900-F574-51BDCDC93A5B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5" creationId="{8427FA7C-FFC2-A54D-1800-41C485422DA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7" creationId="{08313E9B-A8C1-E1F4-626F-D66F69DDC56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8" creationId="{EA9F5BEC-A998-3854-B749-3A0510FBFCE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9" creationId="{36800E10-7045-C26E-65FF-B8E8FB824212}"/>
          </ac:inkMkLst>
        </pc:inkChg>
        <pc:inkChg chg="add del mod">
          <ac:chgData name="Deepika Vatsa" userId="f7100972-27fe-4ee6-8fb4-ec9b7931b409" providerId="ADAL" clId="{43FC3250-EE2F-489E-970D-AD8C57589867}" dt="2025-07-31T03:19:48.639" v="5127" actId="478"/>
          <ac:inkMkLst>
            <pc:docMk/>
            <pc:sldMk cId="815781673" sldId="595"/>
            <ac:inkMk id="31" creationId="{41F0F6EA-74DF-D407-8184-6363BC58D3B8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3" creationId="{36BDD940-2F76-5EF4-D3B2-4C692FF43FB3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4" creationId="{EEBFAEFE-31B8-C959-6F75-0F3E25C0956B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043304788" sldId="59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365471124" sldId="596"/>
        </pc:sldMkLst>
      </pc:sldChg>
      <pc:sldChg chg="addSp delSp modSp add mod">
        <pc:chgData name="Deepika Vatsa" userId="f7100972-27fe-4ee6-8fb4-ec9b7931b409" providerId="ADAL" clId="{43FC3250-EE2F-489E-970D-AD8C57589867}" dt="2025-07-31T03:20:03.516" v="5129" actId="478"/>
        <pc:sldMkLst>
          <pc:docMk/>
          <pc:sldMk cId="2532030908" sldId="596"/>
        </pc:sldMkLst>
        <pc:spChg chg="add mod">
          <ac:chgData name="Deepika Vatsa" userId="f7100972-27fe-4ee6-8fb4-ec9b7931b409" providerId="ADAL" clId="{43FC3250-EE2F-489E-970D-AD8C57589867}" dt="2025-07-24T08:41:15.866" v="1336"/>
          <ac:spMkLst>
            <pc:docMk/>
            <pc:sldMk cId="2532030908" sldId="596"/>
            <ac:spMk id="4" creationId="{D5F2722A-AC7A-5522-5F87-F46E0F06E45B}"/>
          </ac:spMkLst>
        </pc:spChg>
        <pc:spChg chg="add mod">
          <ac:chgData name="Deepika Vatsa" userId="f7100972-27fe-4ee6-8fb4-ec9b7931b409" providerId="ADAL" clId="{43FC3250-EE2F-489E-970D-AD8C57589867}" dt="2025-07-24T08:41:20.226" v="1340"/>
          <ac:spMkLst>
            <pc:docMk/>
            <pc:sldMk cId="2532030908" sldId="596"/>
            <ac:spMk id="7" creationId="{D5F2722A-AC7A-5522-5F87-F46E0F06E45B}"/>
          </ac:spMkLst>
        </pc:spChg>
        <pc:spChg chg="add del mod">
          <ac:chgData name="Deepika Vatsa" userId="f7100972-27fe-4ee6-8fb4-ec9b7931b409" providerId="ADAL" clId="{43FC3250-EE2F-489E-970D-AD8C57589867}" dt="2025-07-24T08:41:24.986" v="1342" actId="478"/>
          <ac:spMkLst>
            <pc:docMk/>
            <pc:sldMk cId="2532030908" sldId="596"/>
            <ac:spMk id="8" creationId="{D5F2722A-AC7A-5522-5F87-F46E0F06E45B}"/>
          </ac:spMkLst>
        </pc:spChg>
        <pc:spChg chg="add del mod ord">
          <ac:chgData name="Deepika Vatsa" userId="f7100972-27fe-4ee6-8fb4-ec9b7931b409" providerId="ADAL" clId="{43FC3250-EE2F-489E-970D-AD8C57589867}" dt="2025-07-31T03:19:55.785" v="5128" actId="478"/>
          <ac:spMkLst>
            <pc:docMk/>
            <pc:sldMk cId="2532030908" sldId="596"/>
            <ac:spMk id="9" creationId="{201B0A84-744C-23F6-4528-9945FC0EFECC}"/>
          </ac:spMkLst>
        </pc:spChg>
        <pc:spChg chg="add del mod">
          <ac:chgData name="Deepika Vatsa" userId="f7100972-27fe-4ee6-8fb4-ec9b7931b409" providerId="ADAL" clId="{43FC3250-EE2F-489E-970D-AD8C57589867}" dt="2025-07-24T09:04:57.952" v="2074" actId="478"/>
          <ac:spMkLst>
            <pc:docMk/>
            <pc:sldMk cId="2532030908" sldId="596"/>
            <ac:spMk id="10" creationId="{F18DCF59-2D3F-A81C-CBA3-6B10A9A86DE5}"/>
          </ac:spMkLst>
        </pc:spChg>
        <pc:spChg chg="mod">
          <ac:chgData name="Deepika Vatsa" userId="f7100972-27fe-4ee6-8fb4-ec9b7931b409" providerId="ADAL" clId="{43FC3250-EE2F-489E-970D-AD8C57589867}" dt="2025-07-24T08:44:31.133" v="1423" actId="20577"/>
          <ac:spMkLst>
            <pc:docMk/>
            <pc:sldMk cId="2532030908" sldId="596"/>
            <ac:spMk id="11" creationId="{06381CCD-359B-D8A2-1997-A5B56A02FD41}"/>
          </ac:spMkLst>
        </pc:spChg>
        <pc:spChg chg="add del mod">
          <ac:chgData name="Deepika Vatsa" userId="f7100972-27fe-4ee6-8fb4-ec9b7931b409" providerId="ADAL" clId="{43FC3250-EE2F-489E-970D-AD8C57589867}" dt="2025-07-24T09:05:02.995" v="2075" actId="1076"/>
          <ac:spMkLst>
            <pc:docMk/>
            <pc:sldMk cId="2532030908" sldId="596"/>
            <ac:spMk id="12" creationId="{054E186B-0053-1ADA-9448-E99069A759EF}"/>
          </ac:spMkLst>
        </pc:s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15" creationId="{4A103530-BACA-816B-4CBE-A0207BAB39B7}"/>
          </ac:grpSpMkLst>
        </pc:grpChg>
        <pc:grpChg chg="del mod">
          <ac:chgData name="Deepika Vatsa" userId="f7100972-27fe-4ee6-8fb4-ec9b7931b409" providerId="ADAL" clId="{43FC3250-EE2F-489E-970D-AD8C57589867}" dt="2025-07-30T11:15:53.623" v="4942"/>
          <ac:grpSpMkLst>
            <pc:docMk/>
            <pc:sldMk cId="2532030908" sldId="596"/>
            <ac:grpSpMk id="27" creationId="{93C68A5C-E0E9-8654-8062-34A20133655C}"/>
          </ac:grpSpMkLst>
        </pc:grpChg>
        <pc:grpChg chg="del mod">
          <ac:chgData name="Deepika Vatsa" userId="f7100972-27fe-4ee6-8fb4-ec9b7931b409" providerId="ADAL" clId="{43FC3250-EE2F-489E-970D-AD8C57589867}" dt="2025-07-30T11:15:55.544" v="4946"/>
          <ac:grpSpMkLst>
            <pc:docMk/>
            <pc:sldMk cId="2532030908" sldId="596"/>
            <ac:grpSpMk id="29" creationId="{40EEEC29-DEBD-46BD-CEB4-A1F8FFA071AC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3" creationId="{94AC4CAD-ABA6-4A1B-8CB5-5EF7BFF292F7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8" creationId="{9049384C-553B-F830-2EF4-29690621E7AF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6" creationId="{05410D5A-8BC4-DE30-7319-F20BBF28C9D9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7" creationId="{9CF44EBE-3E61-0ECE-5406-E1258B3A6CF2}"/>
          </ac:grpSpMkLst>
        </pc:grpChg>
        <pc:grpChg chg="del mod">
          <ac:chgData name="Deepika Vatsa" userId="f7100972-27fe-4ee6-8fb4-ec9b7931b409" providerId="ADAL" clId="{43FC3250-EE2F-489E-970D-AD8C57589867}" dt="2025-07-31T03:19:55.785" v="5128" actId="478"/>
          <ac:grpSpMkLst>
            <pc:docMk/>
            <pc:sldMk cId="2532030908" sldId="596"/>
            <ac:grpSpMk id="53" creationId="{C3CA9B47-E57F-198C-F289-F1340CF10A9A}"/>
          </ac:grpSpMkLst>
        </pc:grpChg>
        <pc:graphicFrameChg chg="add del">
          <ac:chgData name="Deepika Vatsa" userId="f7100972-27fe-4ee6-8fb4-ec9b7931b409" providerId="ADAL" clId="{43FC3250-EE2F-489E-970D-AD8C57589867}" dt="2025-07-24T09:04:52.788" v="2073" actId="26606"/>
          <ac:graphicFrameMkLst>
            <pc:docMk/>
            <pc:sldMk cId="2532030908" sldId="596"/>
            <ac:graphicFrameMk id="15" creationId="{6CFDDA4F-D95F-67BC-99D8-585C9530E5D3}"/>
          </ac:graphicFrameMkLst>
        </pc:graphicFrameChg>
        <pc:picChg chg="add del">
          <ac:chgData name="Deepika Vatsa" userId="f7100972-27fe-4ee6-8fb4-ec9b7931b409" providerId="ADAL" clId="{43FC3250-EE2F-489E-970D-AD8C57589867}" dt="2025-07-24T08:41:18.314" v="1338"/>
          <ac:picMkLst>
            <pc:docMk/>
            <pc:sldMk cId="2532030908" sldId="596"/>
            <ac:picMk id="5" creationId="{CAD75397-8298-4658-F474-42286115F8BF}"/>
          </ac:picMkLst>
        </pc:picChg>
        <pc:picChg chg="del mod">
          <ac:chgData name="Deepika Vatsa" userId="f7100972-27fe-4ee6-8fb4-ec9b7931b409" providerId="ADAL" clId="{43FC3250-EE2F-489E-970D-AD8C57589867}" dt="2025-07-24T08:42:40.373" v="1364" actId="478"/>
          <ac:picMkLst>
            <pc:docMk/>
            <pc:sldMk cId="2532030908" sldId="596"/>
            <ac:picMk id="6" creationId="{06CDD532-FD42-2A67-1E0A-4C898A463CCC}"/>
          </ac:picMkLst>
        </pc:picChg>
        <pc:picChg chg="add mod">
          <ac:chgData name="Deepika Vatsa" userId="f7100972-27fe-4ee6-8fb4-ec9b7931b409" providerId="ADAL" clId="{43FC3250-EE2F-489E-970D-AD8C57589867}" dt="2025-07-24T09:04:49.283" v="2071" actId="1076"/>
          <ac:picMkLst>
            <pc:docMk/>
            <pc:sldMk cId="2532030908" sldId="596"/>
            <ac:picMk id="13" creationId="{5AB04AA3-C013-8EAC-2039-79F8E810ADD7}"/>
          </ac:picMkLst>
        </pc:picChg>
        <pc:picChg chg="del">
          <ac:chgData name="Deepika Vatsa" userId="f7100972-27fe-4ee6-8fb4-ec9b7931b409" providerId="ADAL" clId="{43FC3250-EE2F-489E-970D-AD8C57589867}" dt="2025-07-24T08:38:51.487" v="1289" actId="478"/>
          <ac:picMkLst>
            <pc:docMk/>
            <pc:sldMk cId="2532030908" sldId="596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" creationId="{88B8B8E3-DA3B-EE8E-8DA8-422C56013049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5" creationId="{9CBA7F43-E72A-7281-4516-69C983FB24F0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6" creationId="{24307FDE-4C9C-86FB-5366-7E118AD4AA03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7" creationId="{7B04A9E6-333B-43E3-4D80-CF154610806F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8" creationId="{3570D878-EE74-BF8E-4A55-416FEBD1583E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0" creationId="{1FD16809-5891-7573-BCDC-CBF2E3DF518D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4" creationId="{638074A3-275B-B13C-AD8F-7937834D2F27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6" creationId="{FD8B3306-3590-4B9D-B54E-F5FA6ADB8E5F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7" creationId="{4FA37EAD-7CA9-0812-2AA6-007F6AF3CF35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8" creationId="{FD724568-A393-C882-F883-DFA674DED7E9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9" creationId="{DC0E876A-CE60-5AEC-D27B-5A67E6862B8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20" creationId="{82B82D16-DEE8-66CA-D3D5-6B8ECF344BB1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21" creationId="{6BEFAB12-5590-7F06-7B25-8B9CCA70BD5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2" creationId="{3DF19026-066D-02A0-C382-DBDEB1C7E1D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3" creationId="{D6BE9C7C-E612-8826-80B1-6D9958BC722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4" creationId="{6A066C8A-5E3C-5B66-25E0-82887BACB9F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5" creationId="{814606A0-B2E1-BE7C-CAD3-22F1C0E5E1B7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6" creationId="{0ED57A37-39FB-A980-BB74-93D2F94B566E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8" creationId="{2AF07CE3-852F-ACE8-F399-66F9DF879B2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0" creationId="{2F62BCAB-CBAE-0C39-F5E3-9799BD3C169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1" creationId="{BD6B7FD5-D0A3-DFA4-B7C7-D5B0E8EFB46C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2" creationId="{2E6E19DA-278D-256E-F9E2-BCCAAEB04261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4" creationId="{F17ACEF0-72FA-321A-CD3D-E082D7B59059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5" creationId="{B50E9606-004A-F61A-5BDA-D8D7534E0EC4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6" creationId="{050455ED-C390-BFA9-A9B4-A3B41A5E8AEB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7" creationId="{4DF8C8C8-5D58-1DCE-7491-623572C539F5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39" creationId="{FE09A62C-DECB-44C1-967F-7B314A16BB46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0" creationId="{7AC53162-5FE8-7761-5332-7D80C8DDC312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1" creationId="{C3E175DA-FA37-4A39-5887-2D43EA06F1A3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2" creationId="{C93CDB0D-902F-4DAC-542E-CD7856545CB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3" creationId="{34A54093-00DF-2606-7948-24AFA7BDE8E8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4" creationId="{AF6B3135-3D23-B14A-EE3A-0438FA826E5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5" creationId="{10127614-7D82-759D-C69F-7F81509E63D8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8" creationId="{6C3D8949-3295-D523-B194-146A672CB68B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49" creationId="{6CB31BCF-E3B4-98A5-D05E-75969C687A31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0" creationId="{9F644C68-5272-E707-EB3E-3EE1AF593258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1" creationId="{102E9271-8E6E-9A94-BBE6-9CB6939AD904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2" creationId="{492EE3C8-136B-3F72-415F-B56C36D301D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4" creationId="{913B29BD-D233-DD99-1331-5ECCF0662FD5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13863550" sldId="597"/>
        </pc:sldMkLst>
      </pc:sldChg>
      <pc:sldChg chg="addSp delSp modSp add mod">
        <pc:chgData name="Deepika Vatsa" userId="f7100972-27fe-4ee6-8fb4-ec9b7931b409" providerId="ADAL" clId="{43FC3250-EE2F-489E-970D-AD8C57589867}" dt="2025-07-31T03:20:39.266" v="5137" actId="478"/>
        <pc:sldMkLst>
          <pc:docMk/>
          <pc:sldMk cId="3825282558" sldId="597"/>
        </pc:sldMkLst>
        <pc:spChg chg="add mod">
          <ac:chgData name="Deepika Vatsa" userId="f7100972-27fe-4ee6-8fb4-ec9b7931b409" providerId="ADAL" clId="{43FC3250-EE2F-489E-970D-AD8C57589867}" dt="2025-07-24T09:13:49.188" v="2128" actId="1036"/>
          <ac:spMkLst>
            <pc:docMk/>
            <pc:sldMk cId="3825282558" sldId="597"/>
            <ac:spMk id="4" creationId="{4D157D1B-7F8A-9A8B-D14E-A8A739CD19A9}"/>
          </ac:spMkLst>
        </pc:spChg>
        <pc:spChg chg="add del mod">
          <ac:chgData name="Deepika Vatsa" userId="f7100972-27fe-4ee6-8fb4-ec9b7931b409" providerId="ADAL" clId="{43FC3250-EE2F-489E-970D-AD8C57589867}" dt="2025-07-31T03:20:27.430" v="5133" actId="478"/>
          <ac:spMkLst>
            <pc:docMk/>
            <pc:sldMk cId="3825282558" sldId="597"/>
            <ac:spMk id="5" creationId="{68009DD6-B443-C5DB-F60A-21FC1529A21C}"/>
          </ac:spMkLst>
        </pc:spChg>
        <pc:spChg chg="add del mod">
          <ac:chgData name="Deepika Vatsa" userId="f7100972-27fe-4ee6-8fb4-ec9b7931b409" providerId="ADAL" clId="{43FC3250-EE2F-489E-970D-AD8C57589867}" dt="2025-07-24T09:13:41.392" v="2107" actId="478"/>
          <ac:spMkLst>
            <pc:docMk/>
            <pc:sldMk cId="3825282558" sldId="597"/>
            <ac:spMk id="6" creationId="{E4445506-10DA-6C8E-B875-EB21FB0E8E0C}"/>
          </ac:spMkLst>
        </pc:spChg>
        <pc:spChg chg="add del mod">
          <ac:chgData name="Deepika Vatsa" userId="f7100972-27fe-4ee6-8fb4-ec9b7931b409" providerId="ADAL" clId="{43FC3250-EE2F-489E-970D-AD8C57589867}" dt="2025-07-24T09:13:38.721" v="2106" actId="478"/>
          <ac:spMkLst>
            <pc:docMk/>
            <pc:sldMk cId="3825282558" sldId="597"/>
            <ac:spMk id="7" creationId="{17E1BA5B-066B-4677-2290-A7CE14E52D1D}"/>
          </ac:spMkLst>
        </pc:spChg>
        <pc:spChg chg="mod">
          <ac:chgData name="Deepika Vatsa" userId="f7100972-27fe-4ee6-8fb4-ec9b7931b409" providerId="ADAL" clId="{43FC3250-EE2F-489E-970D-AD8C57589867}" dt="2025-07-24T09:04:02.549" v="2060" actId="1076"/>
          <ac:spMkLst>
            <pc:docMk/>
            <pc:sldMk cId="3825282558" sldId="597"/>
            <ac:spMk id="9" creationId="{201B0A84-744C-23F6-4528-9945FC0EFECC}"/>
          </ac:spMkLst>
        </pc:spChg>
        <pc:spChg chg="mod">
          <ac:chgData name="Deepika Vatsa" userId="f7100972-27fe-4ee6-8fb4-ec9b7931b409" providerId="ADAL" clId="{43FC3250-EE2F-489E-970D-AD8C57589867}" dt="2025-07-24T09:03:59.228" v="2059" actId="14100"/>
          <ac:spMkLst>
            <pc:docMk/>
            <pc:sldMk cId="3825282558" sldId="597"/>
            <ac:spMk id="10" creationId="{F18DCF59-2D3F-A81C-CBA3-6B10A9A86DE5}"/>
          </ac:spMkLst>
        </pc:spChg>
        <pc:spChg chg="del">
          <ac:chgData name="Deepika Vatsa" userId="f7100972-27fe-4ee6-8fb4-ec9b7931b409" providerId="ADAL" clId="{43FC3250-EE2F-489E-970D-AD8C57589867}" dt="2025-07-24T08:49:11.071" v="1579" actId="478"/>
          <ac:spMkLst>
            <pc:docMk/>
            <pc:sldMk cId="3825282558" sldId="597"/>
            <ac:spMk id="11" creationId="{06381CCD-359B-D8A2-1997-A5B56A02FD41}"/>
          </ac:spMkLst>
        </pc:spChg>
        <pc:spChg chg="del">
          <ac:chgData name="Deepika Vatsa" userId="f7100972-27fe-4ee6-8fb4-ec9b7931b409" providerId="ADAL" clId="{43FC3250-EE2F-489E-970D-AD8C57589867}" dt="2025-07-24T08:48:12.464" v="1578" actId="478"/>
          <ac:spMkLst>
            <pc:docMk/>
            <pc:sldMk cId="3825282558" sldId="597"/>
            <ac:spMk id="12" creationId="{054E186B-0053-1ADA-9448-E99069A759EF}"/>
          </ac:spMkLst>
        </pc:spChg>
        <pc:picChg chg="add del mod">
          <ac:chgData name="Deepika Vatsa" userId="f7100972-27fe-4ee6-8fb4-ec9b7931b409" providerId="ADAL" clId="{43FC3250-EE2F-489E-970D-AD8C57589867}" dt="2025-07-24T09:05:12.136" v="2078" actId="478"/>
          <ac:picMkLst>
            <pc:docMk/>
            <pc:sldMk cId="3825282558" sldId="597"/>
            <ac:picMk id="8" creationId="{C104A89E-73F1-AA4B-A2A5-CBD2CE60339C}"/>
          </ac:picMkLst>
        </pc:picChg>
        <pc:picChg chg="add del mod">
          <ac:chgData name="Deepika Vatsa" userId="f7100972-27fe-4ee6-8fb4-ec9b7931b409" providerId="ADAL" clId="{43FC3250-EE2F-489E-970D-AD8C57589867}" dt="2025-07-24T09:04:44.148" v="2069" actId="21"/>
          <ac:picMkLst>
            <pc:docMk/>
            <pc:sldMk cId="3825282558" sldId="597"/>
            <ac:picMk id="3074" creationId="{B5DD1E7F-B07A-CCFA-C5FC-5F4DAD97F7CD}"/>
          </ac:picMkLst>
        </pc:picChg>
        <pc:picChg chg="add mod">
          <ac:chgData name="Deepika Vatsa" userId="f7100972-27fe-4ee6-8fb4-ec9b7931b409" providerId="ADAL" clId="{43FC3250-EE2F-489E-970D-AD8C57589867}" dt="2025-07-24T09:13:54.523" v="2130" actId="1076"/>
          <ac:picMkLst>
            <pc:docMk/>
            <pc:sldMk cId="3825282558" sldId="597"/>
            <ac:picMk id="3076" creationId="{80DDF492-098F-EB7B-7E26-A66FD8A4540E}"/>
          </ac:picMkLst>
        </pc:picChg>
        <pc:picChg chg="add mod">
          <ac:chgData name="Deepika Vatsa" userId="f7100972-27fe-4ee6-8fb4-ec9b7931b409" providerId="ADAL" clId="{43FC3250-EE2F-489E-970D-AD8C57589867}" dt="2025-07-24T09:14:04.564" v="2133" actId="1076"/>
          <ac:picMkLst>
            <pc:docMk/>
            <pc:sldMk cId="3825282558" sldId="597"/>
            <ac:picMk id="3078" creationId="{BCA46BE0-3C05-716C-D675-114ECEF84416}"/>
          </ac:picMkLst>
        </pc:picChg>
        <pc:picChg chg="add del mod">
          <ac:chgData name="Deepika Vatsa" userId="f7100972-27fe-4ee6-8fb4-ec9b7931b409" providerId="ADAL" clId="{43FC3250-EE2F-489E-970D-AD8C57589867}" dt="2025-07-24T09:13:42.976" v="2108" actId="478"/>
          <ac:picMkLst>
            <pc:docMk/>
            <pc:sldMk cId="3825282558" sldId="597"/>
            <ac:picMk id="3080" creationId="{1A6E8503-1601-E61F-B38C-39D893FE2DC7}"/>
          </ac:picMkLst>
        </pc:pic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6" creationId="{999200CD-978C-E2F6-1CA1-7EF516E1897D}"/>
          </ac:inkMkLst>
        </pc:ink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7" creationId="{A07BEA58-C8E9-7B1A-D1B3-5893CD9D989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8" creationId="{310DD96E-FCDF-F076-16AA-5EA3391BE485}"/>
          </ac:inkMkLst>
        </pc:inkChg>
        <pc:inkChg chg="add del">
          <ac:chgData name="Deepika Vatsa" userId="f7100972-27fe-4ee6-8fb4-ec9b7931b409" providerId="ADAL" clId="{43FC3250-EE2F-489E-970D-AD8C57589867}" dt="2025-07-31T03:20:39.266" v="5137" actId="478"/>
          <ac:inkMkLst>
            <pc:docMk/>
            <pc:sldMk cId="3825282558" sldId="597"/>
            <ac:inkMk id="11" creationId="{6D38D8B6-F907-29F6-E38A-5763CF45E59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2" creationId="{EFD82AA0-1443-9158-C0FE-E9728BBE9C0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3" creationId="{3AF1140C-C15E-5B04-196C-B51336B95A0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4" creationId="{8C12726E-40EA-2B3D-1368-0091B1CD799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5" creationId="{46A73556-14AB-10C2-AE39-3687A2DF415D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6" creationId="{2C6B9FC8-5BEC-0A20-E5AF-C5F10C9C8A49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7" creationId="{A34E1CC3-3041-3C44-0A63-43E80C7574C9}"/>
          </ac:inkMkLst>
        </pc:inkChg>
        <pc:inkChg chg="add del">
          <ac:chgData name="Deepika Vatsa" userId="f7100972-27fe-4ee6-8fb4-ec9b7931b409" providerId="ADAL" clId="{43FC3250-EE2F-489E-970D-AD8C57589867}" dt="2025-07-31T03:20:37.434" v="5136" actId="478"/>
          <ac:inkMkLst>
            <pc:docMk/>
            <pc:sldMk cId="3825282558" sldId="597"/>
            <ac:inkMk id="18" creationId="{D1E10D15-1BBB-4BAA-E930-8DB7FC7E22BF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9" creationId="{CDF3216D-E2AE-7B18-D8ED-4ED6B4930E77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0" creationId="{876ED603-470D-6FC2-6EC9-5EE979905F6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1" creationId="{10432B06-8F85-5BAC-7F1A-0274E186B66D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2" creationId="{FC8308A0-D516-EAA1-45F5-639D95C99A3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3" creationId="{EE4C7723-97EE-2288-770E-E828AEBAC14E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0T11:18:53.748" v="4983" actId="9405"/>
        <pc:sldMkLst>
          <pc:docMk/>
          <pc:sldMk cId="1827776172" sldId="598"/>
        </pc:sldMkLst>
        <pc:spChg chg="del">
          <ac:chgData name="Deepika Vatsa" userId="f7100972-27fe-4ee6-8fb4-ec9b7931b409" providerId="ADAL" clId="{43FC3250-EE2F-489E-970D-AD8C57589867}" dt="2025-07-24T09:14:13.047" v="2135" actId="478"/>
          <ac:spMkLst>
            <pc:docMk/>
            <pc:sldMk cId="1827776172" sldId="598"/>
            <ac:spMk id="4" creationId="{4D157D1B-7F8A-9A8B-D14E-A8A739CD19A9}"/>
          </ac:spMkLst>
        </pc:spChg>
        <pc:spChg chg="del">
          <ac:chgData name="Deepika Vatsa" userId="f7100972-27fe-4ee6-8fb4-ec9b7931b409" providerId="ADAL" clId="{43FC3250-EE2F-489E-970D-AD8C57589867}" dt="2025-07-24T09:14:10.996" v="2134" actId="478"/>
          <ac:spMkLst>
            <pc:docMk/>
            <pc:sldMk cId="1827776172" sldId="598"/>
            <ac:spMk id="5" creationId="{68009DD6-B443-C5DB-F60A-21FC1529A21C}"/>
          </ac:spMkLst>
        </pc:spChg>
        <pc:spChg chg="mod">
          <ac:chgData name="Deepika Vatsa" userId="f7100972-27fe-4ee6-8fb4-ec9b7931b409" providerId="ADAL" clId="{43FC3250-EE2F-489E-970D-AD8C57589867}" dt="2025-07-30T10:57:17.523" v="4841" actId="113"/>
          <ac:spMkLst>
            <pc:docMk/>
            <pc:sldMk cId="1827776172" sldId="598"/>
            <ac:spMk id="6" creationId="{E4445506-10DA-6C8E-B875-EB21FB0E8E0C}"/>
          </ac:spMkLst>
        </pc:spChg>
        <pc:spChg chg="mod">
          <ac:chgData name="Deepika Vatsa" userId="f7100972-27fe-4ee6-8fb4-ec9b7931b409" providerId="ADAL" clId="{43FC3250-EE2F-489E-970D-AD8C57589867}" dt="2025-07-24T09:14:58.360" v="2206" actId="1076"/>
          <ac:spMkLst>
            <pc:docMk/>
            <pc:sldMk cId="1827776172" sldId="598"/>
            <ac:spMk id="7" creationId="{17E1BA5B-066B-4677-2290-A7CE14E52D1D}"/>
          </ac:spMkLst>
        </pc:spChg>
        <pc:spChg chg="del">
          <ac:chgData name="Deepika Vatsa" userId="f7100972-27fe-4ee6-8fb4-ec9b7931b409" providerId="ADAL" clId="{43FC3250-EE2F-489E-970D-AD8C57589867}" dt="2025-07-24T09:14:14.640" v="2136" actId="478"/>
          <ac:spMkLst>
            <pc:docMk/>
            <pc:sldMk cId="1827776172" sldId="598"/>
            <ac:spMk id="9" creationId="{201B0A84-744C-23F6-4528-9945FC0EFECC}"/>
          </ac:spMkLst>
        </pc:spChg>
        <pc:spChg chg="del">
          <ac:chgData name="Deepika Vatsa" userId="f7100972-27fe-4ee6-8fb4-ec9b7931b409" providerId="ADAL" clId="{43FC3250-EE2F-489E-970D-AD8C57589867}" dt="2025-07-24T09:14:16.720" v="2137" actId="478"/>
          <ac:spMkLst>
            <pc:docMk/>
            <pc:sldMk cId="1827776172" sldId="598"/>
            <ac:spMk id="10" creationId="{F18DCF59-2D3F-A81C-CBA3-6B10A9A86DE5}"/>
          </ac:spMkLst>
        </pc:spChg>
        <pc:graphicFrameChg chg="add del mod">
          <ac:chgData name="Deepika Vatsa" userId="f7100972-27fe-4ee6-8fb4-ec9b7931b409" providerId="ADAL" clId="{43FC3250-EE2F-489E-970D-AD8C57589867}" dt="2025-07-24T10:08:22.316" v="2237"/>
          <ac:graphicFrameMkLst>
            <pc:docMk/>
            <pc:sldMk cId="1827776172" sldId="598"/>
            <ac:graphicFrameMk id="8" creationId="{E356FF6A-B294-E281-97B6-2D36BACF6538}"/>
          </ac:graphicFrameMkLst>
        </pc:graphicFrameChg>
        <pc:picChg chg="del">
          <ac:chgData name="Deepika Vatsa" userId="f7100972-27fe-4ee6-8fb4-ec9b7931b409" providerId="ADAL" clId="{43FC3250-EE2F-489E-970D-AD8C57589867}" dt="2025-07-24T09:14:20.172" v="2139" actId="478"/>
          <ac:picMkLst>
            <pc:docMk/>
            <pc:sldMk cId="1827776172" sldId="598"/>
            <ac:picMk id="3076" creationId="{80DDF492-098F-EB7B-7E26-A66FD8A4540E}"/>
          </ac:picMkLst>
        </pc:picChg>
        <pc:picChg chg="del">
          <ac:chgData name="Deepika Vatsa" userId="f7100972-27fe-4ee6-8fb4-ec9b7931b409" providerId="ADAL" clId="{43FC3250-EE2F-489E-970D-AD8C57589867}" dt="2025-07-24T09:14:18.273" v="2138" actId="478"/>
          <ac:picMkLst>
            <pc:docMk/>
            <pc:sldMk cId="1827776172" sldId="598"/>
            <ac:picMk id="3078" creationId="{BCA46BE0-3C05-716C-D675-114ECEF84416}"/>
          </ac:picMkLst>
        </pc:picChg>
        <pc:picChg chg="mod">
          <ac:chgData name="Deepika Vatsa" userId="f7100972-27fe-4ee6-8fb4-ec9b7931b409" providerId="ADAL" clId="{43FC3250-EE2F-489E-970D-AD8C57589867}" dt="2025-07-24T09:15:01.091" v="2207" actId="1076"/>
          <ac:picMkLst>
            <pc:docMk/>
            <pc:sldMk cId="1827776172" sldId="598"/>
            <ac:picMk id="3080" creationId="{1A6E8503-1601-E61F-B38C-39D893FE2DC7}"/>
          </ac:picMkLst>
        </pc:picChg>
        <pc:inkChg chg="add">
          <ac:chgData name="Deepika Vatsa" userId="f7100972-27fe-4ee6-8fb4-ec9b7931b409" providerId="ADAL" clId="{43FC3250-EE2F-489E-970D-AD8C57589867}" dt="2025-07-30T11:18:53.748" v="4983" actId="9405"/>
          <ac:inkMkLst>
            <pc:docMk/>
            <pc:sldMk cId="1827776172" sldId="598"/>
            <ac:inkMk id="4" creationId="{EC4B8F28-29C4-817B-4659-5F543CC7866D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006034928" sldId="59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158759759" sldId="599"/>
        </pc:sldMkLst>
      </pc:sldChg>
      <pc:sldChg chg="addSp delSp modSp add mod">
        <pc:chgData name="Deepika Vatsa" userId="f7100972-27fe-4ee6-8fb4-ec9b7931b409" providerId="ADAL" clId="{43FC3250-EE2F-489E-970D-AD8C57589867}" dt="2025-07-31T03:20:49.462" v="5138" actId="478"/>
        <pc:sldMkLst>
          <pc:docMk/>
          <pc:sldMk cId="3105522451" sldId="599"/>
        </pc:sldMkLst>
        <pc:spChg chg="add del mod">
          <ac:chgData name="Deepika Vatsa" userId="f7100972-27fe-4ee6-8fb4-ec9b7931b409" providerId="ADAL" clId="{43FC3250-EE2F-489E-970D-AD8C57589867}" dt="2025-07-24T10:16:50.783" v="2596" actId="478"/>
          <ac:spMkLst>
            <pc:docMk/>
            <pc:sldMk cId="3105522451" sldId="599"/>
            <ac:spMk id="4" creationId="{5C722B7B-45D8-F737-2062-6EFF58819A4B}"/>
          </ac:spMkLst>
        </pc:spChg>
        <pc:spChg chg="mod">
          <ac:chgData name="Deepika Vatsa" userId="f7100972-27fe-4ee6-8fb4-ec9b7931b409" providerId="ADAL" clId="{43FC3250-EE2F-489E-970D-AD8C57589867}" dt="2025-07-24T10:16:48.325" v="2595" actId="6549"/>
          <ac:spMkLst>
            <pc:docMk/>
            <pc:sldMk cId="3105522451" sldId="599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20:37.040" v="5029"/>
          <ac:grpSpMkLst>
            <pc:docMk/>
            <pc:sldMk cId="3105522451" sldId="599"/>
            <ac:grpSpMk id="20" creationId="{284B770F-47B1-681C-B0D9-FB4909D358B4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6" creationId="{3B465D9F-F600-5251-1BB9-14A183D2ABF7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7" creationId="{020F0B03-19BF-1152-0769-067D8C327187}"/>
          </ac:grpSpMkLst>
        </pc:grpChg>
        <pc:grpChg chg="del mod">
          <ac:chgData name="Deepika Vatsa" userId="f7100972-27fe-4ee6-8fb4-ec9b7931b409" providerId="ADAL" clId="{43FC3250-EE2F-489E-970D-AD8C57589867}" dt="2025-07-30T11:19:58.527" v="5017"/>
          <ac:grpSpMkLst>
            <pc:docMk/>
            <pc:sldMk cId="3105522451" sldId="599"/>
            <ac:grpSpMk id="38" creationId="{AFAEB07E-D2DB-17EB-F288-7A6B2A18D45E}"/>
          </ac:grpSpMkLst>
        </pc:grpChg>
        <pc:grpChg chg="del mod">
          <ac:chgData name="Deepika Vatsa" userId="f7100972-27fe-4ee6-8fb4-ec9b7931b409" providerId="ADAL" clId="{43FC3250-EE2F-489E-970D-AD8C57589867}" dt="2025-07-30T11:20:04.241" v="5019"/>
          <ac:grpSpMkLst>
            <pc:docMk/>
            <pc:sldMk cId="3105522451" sldId="599"/>
            <ac:grpSpMk id="40" creationId="{C19E343C-CD15-101D-248D-16C868B15F2A}"/>
          </ac:grpSpMkLst>
        </pc:grpChg>
        <pc:grpChg chg="del mod">
          <ac:chgData name="Deepika Vatsa" userId="f7100972-27fe-4ee6-8fb4-ec9b7931b409" providerId="ADAL" clId="{43FC3250-EE2F-489E-970D-AD8C57589867}" dt="2025-07-30T11:20:11.834" v="5023"/>
          <ac:grpSpMkLst>
            <pc:docMk/>
            <pc:sldMk cId="3105522451" sldId="599"/>
            <ac:grpSpMk id="42" creationId="{CDE169BE-E1AA-50BF-EB38-ABFE78BFBABD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46" creationId="{CB7E83CE-FBF9-F914-92F8-2E67EC587951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52" creationId="{AC6AE8C3-F487-23B0-C556-A90964344A1B}"/>
          </ac:grpSpMkLst>
        </pc:grp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" creationId="{F1C285B7-D4F3-C355-86F8-02CB1C66E23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" creationId="{5C9E8FFE-B9FC-03B2-C440-9BC4DDC79A9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6" creationId="{234F7554-F1AC-CF21-C72C-1239393ABA68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7" creationId="{A0A6DD59-251E-420A-D8DF-6826AF831365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8" creationId="{95770007-C3BF-1FCC-88D1-D41429B12E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9" creationId="{CA17CDE4-33EA-5CD8-33EA-A3C5549FA4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0" creationId="{DB90DB2E-B25C-FC49-078C-E1102F9257F0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2" creationId="{2C5F0FB0-46EF-F23C-645F-59E5EFE486C7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3" creationId="{E11157EC-A25E-9304-11CD-B19FC92B8D79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4" creationId="{A928B8AC-042A-3EAE-8B06-4FE4709DE0E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5" creationId="{9B648765-8054-5FBB-682E-FB5F85CFF2C6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6" creationId="{7EC0A28D-ECAA-27C8-5B88-B0FD4E4E3C3E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7" creationId="{15C226DE-4B7C-4E2F-AF2F-EE1EFA67C6FB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8" creationId="{5D170D60-FD50-71C5-0931-670FE5E46BD1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9" creationId="{73D1F84F-12AA-986C-D649-40C7E692FF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1" creationId="{AB3E0678-4EA1-C410-A008-6C6F68C58A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2" creationId="{E7E0B240-C491-5F6E-F631-00E7C9B109C3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3" creationId="{74C158E0-D26C-9CB9-311D-CA96FA37EAF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4" creationId="{AE5CB2AD-6663-E407-184A-6DB8637E01D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5" creationId="{C459A8BF-C796-0E7B-96EE-16D1CB530C3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6" creationId="{37FC827F-8731-D503-9FD4-B5CB1C34B06F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7" creationId="{2E95D460-A152-9DC2-67FA-999EE1F83D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8" creationId="{A7FAC3C3-B558-6638-D49D-673CE940F121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9" creationId="{0EE25888-87D1-5107-0044-83F868C801D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0" creationId="{F8C48800-6796-7EBB-4483-9EA440826E67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1" creationId="{738ED591-29ED-9ED1-1713-1C407B374A6E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2" creationId="{D68C2328-5CC9-7C2A-4412-41200D3FC30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3" creationId="{BFA758BA-2E06-6B7E-5F96-F91150F4AC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4" creationId="{40995FC2-5F51-92F8-E8A2-2B638BAFF78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5" creationId="{C5A7F857-F0D9-239B-C587-9EE2E3820F75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39" creationId="{287A6455-BADF-D527-1ADF-F0F6C57B4000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1" creationId="{88EFCC5B-B72D-A027-0C48-F0486B1B73D6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3" creationId="{AAC772A9-2165-0C4E-88BB-C2E77D07D402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4" creationId="{54CABE5B-361A-2B4A-AD1A-9D15E8FF1C8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5" creationId="{A8E29502-0F9F-DBC9-F6C0-E1126867D8DD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7" creationId="{B8A50735-1B9B-889F-FDA6-186515852983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8" creationId="{6127F1CF-B0F6-B361-3ACE-2CD42D71D06F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9" creationId="{EE4A0F2D-BD99-1B14-4765-53247406ED9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0" creationId="{79093C57-6275-9169-0B34-E320614144A5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51" creationId="{FA3C1E58-125C-7E20-8111-5C347C6F640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3" creationId="{9906CB26-66E7-149B-AEE5-C5D56D23BF2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0:59.956" v="5142" actId="478"/>
        <pc:sldMkLst>
          <pc:docMk/>
          <pc:sldMk cId="1298333677" sldId="600"/>
        </pc:sldMkLst>
        <pc:spChg chg="mod">
          <ac:chgData name="Deepika Vatsa" userId="f7100972-27fe-4ee6-8fb4-ec9b7931b409" providerId="ADAL" clId="{43FC3250-EE2F-489E-970D-AD8C57589867}" dt="2025-07-24T10:38:34.676" v="2879"/>
          <ac:spMkLst>
            <pc:docMk/>
            <pc:sldMk cId="1298333677" sldId="600"/>
            <ac:spMk id="4" creationId="{5C722B7B-45D8-F737-2062-6EFF58819A4B}"/>
          </ac:spMkLst>
        </pc:spChg>
        <pc:spChg chg="add mod">
          <ac:chgData name="Deepika Vatsa" userId="f7100972-27fe-4ee6-8fb4-ec9b7931b409" providerId="ADAL" clId="{43FC3250-EE2F-489E-970D-AD8C57589867}" dt="2025-07-24T10:16:31.563" v="2592" actId="1076"/>
          <ac:spMkLst>
            <pc:docMk/>
            <pc:sldMk cId="1298333677" sldId="600"/>
            <ac:spMk id="5" creationId="{076FCB26-F3DF-4A0C-4391-0D8C0697F42E}"/>
          </ac:spMkLst>
        </pc:spChg>
        <pc:spChg chg="add del mod">
          <ac:chgData name="Deepika Vatsa" userId="f7100972-27fe-4ee6-8fb4-ec9b7931b409" providerId="ADAL" clId="{43FC3250-EE2F-489E-970D-AD8C57589867}" dt="2025-07-24T10:18:04.909" v="2630" actId="21"/>
          <ac:spMkLst>
            <pc:docMk/>
            <pc:sldMk cId="1298333677" sldId="600"/>
            <ac:spMk id="7" creationId="{C829D528-F908-BA66-0E41-6FD3B9A67A16}"/>
          </ac:spMkLst>
        </pc:spChg>
        <pc:spChg chg="mod">
          <ac:chgData name="Deepika Vatsa" userId="f7100972-27fe-4ee6-8fb4-ec9b7931b409" providerId="ADAL" clId="{43FC3250-EE2F-489E-970D-AD8C57589867}" dt="2025-07-24T10:13:49.702" v="2436" actId="6549"/>
          <ac:spMkLst>
            <pc:docMk/>
            <pc:sldMk cId="1298333677" sldId="600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12" creationId="{B7159BD2-EEAB-D706-7082-87CF8B4F6777}"/>
          </ac:grpSpMkLst>
        </pc:gr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21" creationId="{BC2900EE-11DA-43BF-042E-1CC056121D20}"/>
          </ac:grpSpMkLst>
        </pc:grpChg>
        <pc:inkChg chg="add del">
          <ac:chgData name="Deepika Vatsa" userId="f7100972-27fe-4ee6-8fb4-ec9b7931b409" providerId="ADAL" clId="{43FC3250-EE2F-489E-970D-AD8C57589867}" dt="2025-07-31T03:20:58.077" v="5141" actId="478"/>
          <ac:inkMkLst>
            <pc:docMk/>
            <pc:sldMk cId="1298333677" sldId="600"/>
            <ac:inkMk id="6" creationId="{C11BE904-865B-F6CC-CDDA-496CBE97A1D7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7" creationId="{8D85C4E3-7A1A-8069-C03A-85191545A3A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8" creationId="{C0C06274-B730-4BD9-D0AC-E3568D8D135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9" creationId="{0C21C965-798A-7368-4E80-5103B44E9F6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0" creationId="{44E40ECE-1677-98AA-F5A3-0B9ED4EC0BDE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3" creationId="{C2BA873B-7D3F-64A4-D78B-7F25D1645616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4" creationId="{E4AA5845-3244-7746-EAE6-2A26846550E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5" creationId="{A079FDBD-769B-1DF9-A5A6-C86173E28638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6" creationId="{C2E41533-8E23-6D8C-4917-9F587902B45B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7" creationId="{A52CD522-41AE-318D-91E8-17C7B47407FF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8" creationId="{242A4BFB-AF5B-EF22-9DB2-314E873A8EF7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19" creationId="{AACDE439-A57A-DFD2-7942-9E5162C57831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20" creationId="{B0851B7A-D5E9-417C-807F-E9D8D3B21C05}"/>
          </ac:inkMkLst>
        </pc:inkChg>
        <pc:inkChg chg="add">
          <ac:chgData name="Deepika Vatsa" userId="f7100972-27fe-4ee6-8fb4-ec9b7931b409" providerId="ADAL" clId="{43FC3250-EE2F-489E-970D-AD8C57589867}" dt="2025-07-30T11:22:00.812" v="5046" actId="9405"/>
          <ac:inkMkLst>
            <pc:docMk/>
            <pc:sldMk cId="1298333677" sldId="600"/>
            <ac:inkMk id="22" creationId="{F830007A-45E3-94D1-1107-EF9ADCB6EFE7}"/>
          </ac:inkMkLst>
        </pc:inkChg>
        <pc:inkChg chg="add">
          <ac:chgData name="Deepika Vatsa" userId="f7100972-27fe-4ee6-8fb4-ec9b7931b409" providerId="ADAL" clId="{43FC3250-EE2F-489E-970D-AD8C57589867}" dt="2025-07-30T11:22:01.216" v="5047" actId="9405"/>
          <ac:inkMkLst>
            <pc:docMk/>
            <pc:sldMk cId="1298333677" sldId="600"/>
            <ac:inkMk id="23" creationId="{051FD77A-1470-B5F5-BBEE-8BA362EF6342}"/>
          </ac:inkMkLst>
        </pc:inkChg>
        <pc:inkChg chg="add del">
          <ac:chgData name="Deepika Vatsa" userId="f7100972-27fe-4ee6-8fb4-ec9b7931b409" providerId="ADAL" clId="{43FC3250-EE2F-489E-970D-AD8C57589867}" dt="2025-07-31T03:20:59.956" v="5142" actId="478"/>
          <ac:inkMkLst>
            <pc:docMk/>
            <pc:sldMk cId="1298333677" sldId="600"/>
            <ac:inkMk id="24" creationId="{E9BDE784-9631-D040-27D7-085C4989FEE1}"/>
          </ac:inkMkLst>
        </pc:inkChg>
        <pc:inkChg chg="add del">
          <ac:chgData name="Deepika Vatsa" userId="f7100972-27fe-4ee6-8fb4-ec9b7931b409" providerId="ADAL" clId="{43FC3250-EE2F-489E-970D-AD8C57589867}" dt="2025-07-31T03:20:56.417" v="5140" actId="478"/>
          <ac:inkMkLst>
            <pc:docMk/>
            <pc:sldMk cId="1298333677" sldId="600"/>
            <ac:inkMk id="25" creationId="{61655763-B18B-429E-A152-62D1108A61E1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07172059" sldId="600"/>
        </pc:sldMkLst>
      </pc:sldChg>
      <pc:sldChg chg="addSp delSp modSp add mod delAnim modAnim">
        <pc:chgData name="Deepika Vatsa" userId="f7100972-27fe-4ee6-8fb4-ec9b7931b409" providerId="ADAL" clId="{43FC3250-EE2F-489E-970D-AD8C57589867}" dt="2025-07-31T03:21:47.687" v="5144" actId="478"/>
        <pc:sldMkLst>
          <pc:docMk/>
          <pc:sldMk cId="2345028146" sldId="601"/>
        </pc:sldMkLst>
        <pc:spChg chg="del">
          <ac:chgData name="Deepika Vatsa" userId="f7100972-27fe-4ee6-8fb4-ec9b7931b409" providerId="ADAL" clId="{43FC3250-EE2F-489E-970D-AD8C57589867}" dt="2025-07-24T10:18:10.560" v="2632" actId="478"/>
          <ac:spMkLst>
            <pc:docMk/>
            <pc:sldMk cId="2345028146" sldId="601"/>
            <ac:spMk id="4" creationId="{5C722B7B-45D8-F737-2062-6EFF58819A4B}"/>
          </ac:spMkLst>
        </pc:spChg>
        <pc:spChg chg="del">
          <ac:chgData name="Deepika Vatsa" userId="f7100972-27fe-4ee6-8fb4-ec9b7931b409" providerId="ADAL" clId="{43FC3250-EE2F-489E-970D-AD8C57589867}" dt="2025-07-24T10:18:15.750" v="2634" actId="478"/>
          <ac:spMkLst>
            <pc:docMk/>
            <pc:sldMk cId="2345028146" sldId="601"/>
            <ac:spMk id="5" creationId="{076FCB26-F3DF-4A0C-4391-0D8C0697F42E}"/>
          </ac:spMkLst>
        </pc:spChg>
        <pc:spChg chg="add mod">
          <ac:chgData name="Deepika Vatsa" userId="f7100972-27fe-4ee6-8fb4-ec9b7931b409" providerId="ADAL" clId="{43FC3250-EE2F-489E-970D-AD8C57589867}" dt="2025-07-24T10:27:35.459" v="2829" actId="404"/>
          <ac:spMkLst>
            <pc:docMk/>
            <pc:sldMk cId="2345028146" sldId="601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24T11:21:54.065" v="3292" actId="1076"/>
          <ac:spMkLst>
            <pc:docMk/>
            <pc:sldMk cId="2345028146" sldId="601"/>
            <ac:spMk id="7" creationId="{39BE2E7A-CD69-318B-C09C-711CA44B4A0B}"/>
          </ac:spMkLst>
        </pc:spChg>
        <pc:spChg chg="add mod">
          <ac:chgData name="Deepika Vatsa" userId="f7100972-27fe-4ee6-8fb4-ec9b7931b409" providerId="ADAL" clId="{43FC3250-EE2F-489E-970D-AD8C57589867}" dt="2025-07-24T11:21:35.313" v="3289" actId="20577"/>
          <ac:spMkLst>
            <pc:docMk/>
            <pc:sldMk cId="2345028146" sldId="601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18:19.726" v="2635" actId="478"/>
          <ac:spMkLst>
            <pc:docMk/>
            <pc:sldMk cId="2345028146" sldId="601"/>
            <ac:spMk id="11" creationId="{06381CCD-359B-D8A2-1997-A5B56A02FD41}"/>
          </ac:spMkLst>
        </pc:spChg>
        <pc:spChg chg="add mod">
          <ac:chgData name="Deepika Vatsa" userId="f7100972-27fe-4ee6-8fb4-ec9b7931b409" providerId="ADAL" clId="{43FC3250-EE2F-489E-970D-AD8C57589867}" dt="2025-07-24T11:21:44.591" v="3290" actId="1076"/>
          <ac:spMkLst>
            <pc:docMk/>
            <pc:sldMk cId="2345028146" sldId="601"/>
            <ac:spMk id="12" creationId="{306ACACD-7D5F-A652-89BC-479AE734681A}"/>
          </ac:spMkLst>
        </pc:spChg>
        <pc:spChg chg="add del mod">
          <ac:chgData name="Deepika Vatsa" userId="f7100972-27fe-4ee6-8fb4-ec9b7931b409" providerId="ADAL" clId="{43FC3250-EE2F-489E-970D-AD8C57589867}" dt="2025-07-24T10:45:28.493" v="2993" actId="478"/>
          <ac:spMkLst>
            <pc:docMk/>
            <pc:sldMk cId="2345028146" sldId="601"/>
            <ac:spMk id="14" creationId="{079250D1-8AC1-6400-4452-23FDE7B1E140}"/>
          </ac:spMkLst>
        </pc:s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19" creationId="{2868F3B0-82BB-5ABF-F02D-7AD10B060A26}"/>
          </ac:grpSpMkLst>
        </pc:grpChg>
        <pc:grpChg chg="del mod">
          <ac:chgData name="Deepika Vatsa" userId="f7100972-27fe-4ee6-8fb4-ec9b7931b409" providerId="ADAL" clId="{43FC3250-EE2F-489E-970D-AD8C57589867}" dt="2025-07-30T11:23:37.026" v="5067"/>
          <ac:grpSpMkLst>
            <pc:docMk/>
            <pc:sldMk cId="2345028146" sldId="601"/>
            <ac:grpSpMk id="23" creationId="{9F930B31-BE19-CE06-683C-E4BD0F149D73}"/>
          </ac:grpSpMkLst>
        </pc:gr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25" creationId="{92DBC0BC-3859-FB0C-EF3F-9D0F91C25FD3}"/>
          </ac:grpSpMkLst>
        </pc:grpChg>
        <pc:graphicFrameChg chg="add del mod">
          <ac:chgData name="Deepika Vatsa" userId="f7100972-27fe-4ee6-8fb4-ec9b7931b409" providerId="ADAL" clId="{43FC3250-EE2F-489E-970D-AD8C57589867}" dt="2025-07-24T10:45:31.107" v="2994" actId="478"/>
          <ac:graphicFrameMkLst>
            <pc:docMk/>
            <pc:sldMk cId="2345028146" sldId="601"/>
            <ac:graphicFrameMk id="10" creationId="{B37B5B77-07F8-EE65-399A-DBD323BE9ACE}"/>
          </ac:graphicFrameMkLst>
        </pc:graphicFrame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4" creationId="{17E0AA1B-A00E-9939-FE0C-B4F97381E5B6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5" creationId="{050DC591-9626-1CBE-6BFD-3B2D6762F39A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8" creationId="{6777923C-A292-6DE5-9A9B-EAEFE10590F1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0" creationId="{EF195895-F360-0DA9-5255-151E46B2A359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1" creationId="{50288B3F-EEAE-2FA1-BB2B-C7C7D73A858B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3" creationId="{AF155DAD-AFEF-4DDF-C5AA-9176B5EE58FE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4" creationId="{FED45222-BDCB-53A1-7929-4EA5D0F61817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5" creationId="{A604115D-AC37-071B-3591-CB1024F26CBD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6" creationId="{D4061A2B-B78E-81C4-6E9B-DDC0AFC31A64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7" creationId="{5640C931-07BC-26E5-D427-959985B3393C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8" creationId="{BD47D964-5B9E-D281-9860-341536BD1BB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0" creationId="{D1F4202E-EA34-0E02-952E-525D2454E5C9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1" creationId="{58453868-6D91-9F6F-F14E-3226E62987EE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2" creationId="{FCD14E34-F08C-93B7-CC28-817AB4EE9AC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4" creationId="{ECAE878F-E40C-3A24-7BCE-2801FF76363F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26" creationId="{4D35CE20-BB6B-B42F-1755-67FB31D6461B}"/>
          </ac:inkMkLst>
        </pc:inkChg>
        <pc:inkChg chg="add del">
          <ac:chgData name="Deepika Vatsa" userId="f7100972-27fe-4ee6-8fb4-ec9b7931b409" providerId="ADAL" clId="{43FC3250-EE2F-489E-970D-AD8C57589867}" dt="2025-07-31T03:21:47.687" v="5144" actId="478"/>
          <ac:inkMkLst>
            <pc:docMk/>
            <pc:sldMk cId="2345028146" sldId="601"/>
            <ac:inkMk id="27" creationId="{314EF62E-D385-111A-5B5B-07EE0CCA285F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54070128" sldId="601"/>
        </pc:sldMkLst>
      </pc:sldChg>
      <pc:sldChg chg="addSp delSp modSp add mod">
        <pc:chgData name="Deepika Vatsa" userId="f7100972-27fe-4ee6-8fb4-ec9b7931b409" providerId="ADAL" clId="{43FC3250-EE2F-489E-970D-AD8C57589867}" dt="2025-07-31T03:22:01.683" v="5147" actId="478"/>
        <pc:sldMkLst>
          <pc:docMk/>
          <pc:sldMk cId="886010047" sldId="602"/>
        </pc:sldMkLst>
        <pc:spChg chg="mod">
          <ac:chgData name="Deepika Vatsa" userId="f7100972-27fe-4ee6-8fb4-ec9b7931b409" providerId="ADAL" clId="{43FC3250-EE2F-489E-970D-AD8C57589867}" dt="2025-07-24T10:51:10.545" v="3021" actId="20577"/>
          <ac:spMkLst>
            <pc:docMk/>
            <pc:sldMk cId="886010047" sldId="602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5T06:46:25.396" v="4283" actId="20577"/>
          <ac:spMkLst>
            <pc:docMk/>
            <pc:sldMk cId="886010047" sldId="602"/>
            <ac:spMk id="5" creationId="{CC1083D5-B7AF-045F-7EAB-FD1411E3B290}"/>
          </ac:spMkLst>
        </pc:spChg>
        <pc:spChg chg="del">
          <ac:chgData name="Deepika Vatsa" userId="f7100972-27fe-4ee6-8fb4-ec9b7931b409" providerId="ADAL" clId="{43FC3250-EE2F-489E-970D-AD8C57589867}" dt="2025-07-24T10:50:47.777" v="3001" actId="478"/>
          <ac:spMkLst>
            <pc:docMk/>
            <pc:sldMk cId="886010047" sldId="602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30T11:02:20.632" v="4852" actId="14100"/>
          <ac:spMkLst>
            <pc:docMk/>
            <pc:sldMk cId="886010047" sldId="602"/>
            <ac:spMk id="6" creationId="{6DB03E6E-EA1C-451F-4077-B842B37F02F6}"/>
          </ac:spMkLst>
        </pc:spChg>
        <pc:spChg chg="del">
          <ac:chgData name="Deepika Vatsa" userId="f7100972-27fe-4ee6-8fb4-ec9b7931b409" providerId="ADAL" clId="{43FC3250-EE2F-489E-970D-AD8C57589867}" dt="2025-07-24T10:50:45.305" v="3000" actId="478"/>
          <ac:spMkLst>
            <pc:docMk/>
            <pc:sldMk cId="886010047" sldId="602"/>
            <ac:spMk id="7" creationId="{39BE2E7A-CD69-318B-C09C-711CA44B4A0B}"/>
          </ac:spMkLst>
        </pc:spChg>
        <pc:spChg chg="del">
          <ac:chgData name="Deepika Vatsa" userId="f7100972-27fe-4ee6-8fb4-ec9b7931b409" providerId="ADAL" clId="{43FC3250-EE2F-489E-970D-AD8C57589867}" dt="2025-07-24T10:50:43.730" v="2999" actId="478"/>
          <ac:spMkLst>
            <pc:docMk/>
            <pc:sldMk cId="886010047" sldId="602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50:41.212" v="2998" actId="478"/>
          <ac:spMkLst>
            <pc:docMk/>
            <pc:sldMk cId="886010047" sldId="602"/>
            <ac:spMk id="12" creationId="{306ACACD-7D5F-A652-89BC-479AE734681A}"/>
          </ac:spMkLst>
        </pc:spChg>
        <pc:grpChg chg="del mod">
          <ac:chgData name="Deepika Vatsa" userId="f7100972-27fe-4ee6-8fb4-ec9b7931b409" providerId="ADAL" clId="{43FC3250-EE2F-489E-970D-AD8C57589867}" dt="2025-07-30T11:24:28.365" v="5080"/>
          <ac:grpSpMkLst>
            <pc:docMk/>
            <pc:sldMk cId="886010047" sldId="602"/>
            <ac:grpSpMk id="11" creationId="{737102C5-EF64-DDFE-3ACA-FB9F8874D89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19" creationId="{57AD2E92-1B0B-C4C8-AF8E-2E9783CE6731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23" creationId="{C7135A48-2D13-6EDE-C944-C3CCD8EBF6A4}"/>
          </ac:grpSpMkLst>
        </pc:grpChg>
        <pc:grpChg chg="del mod">
          <ac:chgData name="Deepika Vatsa" userId="f7100972-27fe-4ee6-8fb4-ec9b7931b409" providerId="ADAL" clId="{43FC3250-EE2F-489E-970D-AD8C57589867}" dt="2025-07-30T11:24:43.654" v="5109"/>
          <ac:grpSpMkLst>
            <pc:docMk/>
            <pc:sldMk cId="886010047" sldId="602"/>
            <ac:grpSpMk id="48" creationId="{2AABFA85-755A-345B-520C-8883410498B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49" creationId="{40F91D93-8F93-9FE6-A525-7C8DB7505EB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0" creationId="{D2B7336C-F815-6E74-9FBD-CAAF5312B7A5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1" creationId="{08FCAA17-28B6-7E71-2ACC-54C4F42A50EC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2" creationId="{A54B38DB-BFDC-8083-126A-8F4B528C728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3" creationId="{ED4BCEFD-121D-6D01-D014-9B1C08EF0B69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8" creationId="{98A069EE-A0D7-A5F3-0AF7-6CCBBCCD9F1B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65" creationId="{14A6B570-75DE-29DC-2893-3E7318ECD850}"/>
          </ac:grpSpMkLst>
        </pc:grpChg>
        <pc:picChg chg="add mod">
          <ac:chgData name="Deepika Vatsa" userId="f7100972-27fe-4ee6-8fb4-ec9b7931b409" providerId="ADAL" clId="{43FC3250-EE2F-489E-970D-AD8C57589867}" dt="2025-07-24T10:53:22.664" v="3084" actId="14100"/>
          <ac:picMkLst>
            <pc:docMk/>
            <pc:sldMk cId="886010047" sldId="602"/>
            <ac:picMk id="10" creationId="{2C8F8A8C-4CBE-F873-6787-5EB3002F5B68}"/>
          </ac:picMkLst>
        </pc:pic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7" creationId="{77D1D47C-CE25-0C95-1A4A-F0090A00AC2F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8" creationId="{FE679162-5C59-6FC5-C595-C65BAD04A524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9" creationId="{A070C18D-DF9A-184E-C6AC-3C7FFCA14C65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2" creationId="{80AF8BC1-F5A1-7375-9F2A-52845D4F159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3" creationId="{8BAFE205-9EC6-EFAC-4EAD-DA68895B64F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4" creationId="{53BE260A-26B5-5C57-AC1D-2E88D7B5008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5" creationId="{7F9D9B28-DB20-AE45-A6B0-8A79D27E96B2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6" creationId="{CD3359BC-70E7-82A9-13AA-F66B7C0E93B7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7" creationId="{D57FC0D9-24AA-F250-99F0-29CF581CAAED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18" creationId="{C40CF86F-E017-AD7A-3C4A-E8FA1FD694A6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0" creationId="{8DC9ACA1-897A-97C6-34C5-C756D90D8BEC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21" creationId="{A209531D-BB15-BE98-81ED-903ADCAB5918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2" creationId="{E22ED568-A691-7EB8-9165-7CFAAB4678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4" creationId="{DD5BCBFF-B6E2-0AB1-0A8F-342E8E2A2A9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5" creationId="{ED65A6BC-72BE-DADB-4D48-A0D10FEC65A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6" creationId="{ADAE34F3-22F1-8A1B-312B-505E61953B2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7" creationId="{B9BA2E96-0F59-D4AA-739F-5229C4B751F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8" creationId="{6365523F-C913-A39C-729D-38766D50FA0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9" creationId="{B9AFED4D-6D8A-E1D3-C7A8-0C0957D4020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0" creationId="{38DA219B-49AA-FB1A-FC60-F23D29D85DA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1" creationId="{F4B46658-4F39-55F3-22EC-B58047D316BF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2" creationId="{29ADBD88-7BF5-3963-EB39-80D3596BCCB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3" creationId="{4E4252B8-1F19-6D56-621B-4C4AC04C63D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4" creationId="{5CA1F1A7-3610-7C4B-50D6-70D8D1841E61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5" creationId="{B60F7734-7A1F-733E-B7EB-11092EC27D64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6" creationId="{53AB7C3E-B660-5610-C7AC-0538CBEEEE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7" creationId="{8173337F-8EB2-3F94-0D23-8AF9F43A374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8" creationId="{8ACE3C35-3E82-FEC5-4B2F-2878A7944C9C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9" creationId="{08EB2709-F3E8-996D-580E-21BA0545FDA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0" creationId="{2CA79349-A185-63E0-CE35-7975D0330F9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1" creationId="{733809BB-8EC1-C2DF-197A-E23243DFA49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2" creationId="{60699C46-1D91-0053-A00E-BF8BDCD90B0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3" creationId="{6782598E-FD65-876A-3824-404BF77DE9C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4" creationId="{BF7257EE-EE49-ED62-4634-F0AD201CA77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5" creationId="{93946685-08B6-CB78-B9B2-740B5BB02A86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6" creationId="{A145CD41-4BAC-C341-F925-B3251ECE9D7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7" creationId="{13EBBA59-AC09-37C9-F0AB-51DAA103732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4" creationId="{A594385C-1DC0-FE5D-7A25-548AA5D88FFB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5" creationId="{E0639422-4B7E-6A64-6F67-92733F77D231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6" creationId="{D3FAD631-5FCF-7F4D-9CEA-D0A3DB2F9AC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7" creationId="{EE3A3A6A-2B8F-4ABE-778F-82E977D0C61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59" creationId="{073A5B15-6E25-301E-9F5C-DC6461BF6FC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0" creationId="{2AA6E4AD-39FE-9896-BFA1-391A730AB93E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1" creationId="{EA7B69A7-F83E-5981-BFCB-C39A3413198B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2" creationId="{19A1C645-2016-482C-303C-E640143464D0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3" creationId="{538E2AE8-3A25-B752-D408-5E529DDA7B7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4" creationId="{756F2833-E6E1-287C-80D6-B02A90F45EE1}"/>
          </ac:inkMkLst>
        </pc:inkChg>
        <pc:inkChg chg="add del">
          <ac:chgData name="Deepika Vatsa" userId="f7100972-27fe-4ee6-8fb4-ec9b7931b409" providerId="ADAL" clId="{43FC3250-EE2F-489E-970D-AD8C57589867}" dt="2025-07-31T03:21:54.415" v="5145" actId="478"/>
          <ac:inkMkLst>
            <pc:docMk/>
            <pc:sldMk cId="886010047" sldId="602"/>
            <ac:inkMk id="66" creationId="{6E958762-7A95-9562-3E5C-CC1F2380AA41}"/>
          </ac:inkMkLst>
        </pc:inkChg>
        <pc:inkChg chg="add del">
          <ac:chgData name="Deepika Vatsa" userId="f7100972-27fe-4ee6-8fb4-ec9b7931b409" providerId="ADAL" clId="{43FC3250-EE2F-489E-970D-AD8C57589867}" dt="2025-07-31T03:22:01.683" v="5147" actId="478"/>
          <ac:inkMkLst>
            <pc:docMk/>
            <pc:sldMk cId="886010047" sldId="602"/>
            <ac:inkMk id="67" creationId="{DD7A5BBF-E577-3B0F-0EB2-45B5BED67247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16700751" sldId="602"/>
        </pc:sldMkLst>
      </pc:sldChg>
      <pc:sldChg chg="addSp delSp modSp add mod">
        <pc:chgData name="Deepika Vatsa" userId="f7100972-27fe-4ee6-8fb4-ec9b7931b409" providerId="ADAL" clId="{43FC3250-EE2F-489E-970D-AD8C57589867}" dt="2025-07-31T03:22:07.067" v="5148" actId="478"/>
        <pc:sldMkLst>
          <pc:docMk/>
          <pc:sldMk cId="1900874624" sldId="603"/>
        </pc:sldMkLst>
        <pc:spChg chg="mod">
          <ac:chgData name="Deepika Vatsa" userId="f7100972-27fe-4ee6-8fb4-ec9b7931b409" providerId="ADAL" clId="{43FC3250-EE2F-489E-970D-AD8C57589867}" dt="2025-07-24T10:55:48.527" v="3140" actId="2711"/>
          <ac:spMkLst>
            <pc:docMk/>
            <pc:sldMk cId="1900874624" sldId="603"/>
            <ac:spMk id="5" creationId="{CC1083D5-B7AF-045F-7EAB-FD1411E3B290}"/>
          </ac:spMkLst>
        </pc:spChg>
        <pc:spChg chg="add mod">
          <ac:chgData name="Deepika Vatsa" userId="f7100972-27fe-4ee6-8fb4-ec9b7931b409" providerId="ADAL" clId="{43FC3250-EE2F-489E-970D-AD8C57589867}" dt="2025-07-24T11:52:37.966" v="3628" actId="1076"/>
          <ac:spMkLst>
            <pc:docMk/>
            <pc:sldMk cId="1900874624" sldId="603"/>
            <ac:spMk id="9" creationId="{CCAC1D88-4F5A-C1DF-D1C4-11D9B4B06BA5}"/>
          </ac:spMkLst>
        </pc:spChg>
        <pc:picChg chg="add mod">
          <ac:chgData name="Deepika Vatsa" userId="f7100972-27fe-4ee6-8fb4-ec9b7931b409" providerId="ADAL" clId="{43FC3250-EE2F-489E-970D-AD8C57589867}" dt="2025-07-24T11:51:59.171" v="3599" actId="1076"/>
          <ac:picMkLst>
            <pc:docMk/>
            <pc:sldMk cId="1900874624" sldId="603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1:52:07.262" v="3602" actId="14100"/>
          <ac:picMkLst>
            <pc:docMk/>
            <pc:sldMk cId="1900874624" sldId="603"/>
            <ac:picMk id="8" creationId="{A25986A4-FC58-2B08-DF6B-EC64FFFDFCA5}"/>
          </ac:picMkLst>
        </pc:picChg>
        <pc:picChg chg="del">
          <ac:chgData name="Deepika Vatsa" userId="f7100972-27fe-4ee6-8fb4-ec9b7931b409" providerId="ADAL" clId="{43FC3250-EE2F-489E-970D-AD8C57589867}" dt="2025-07-24T10:55:16.265" v="3133" actId="478"/>
          <ac:picMkLst>
            <pc:docMk/>
            <pc:sldMk cId="1900874624" sldId="603"/>
            <ac:picMk id="10" creationId="{2C8F8A8C-4CBE-F873-6787-5EB3002F5B68}"/>
          </ac:picMkLst>
        </pc:picChg>
        <pc:inkChg chg="add del">
          <ac:chgData name="Deepika Vatsa" userId="f7100972-27fe-4ee6-8fb4-ec9b7931b409" providerId="ADAL" clId="{43FC3250-EE2F-489E-970D-AD8C57589867}" dt="2025-07-31T03:22:07.067" v="5148" actId="478"/>
          <ac:inkMkLst>
            <pc:docMk/>
            <pc:sldMk cId="1900874624" sldId="603"/>
            <ac:inkMk id="4" creationId="{F3BB0138-CCD1-0C0C-A067-F41D030F9149}"/>
          </ac:inkMkLst>
        </pc:inkChg>
        <pc:cxnChg chg="add mod">
          <ac:chgData name="Deepika Vatsa" userId="f7100972-27fe-4ee6-8fb4-ec9b7931b409" providerId="ADAL" clId="{43FC3250-EE2F-489E-970D-AD8C57589867}" dt="2025-07-24T11:53:00.665" v="3631" actId="1582"/>
          <ac:cxnSpMkLst>
            <pc:docMk/>
            <pc:sldMk cId="1900874624" sldId="603"/>
            <ac:cxnSpMk id="12" creationId="{57242450-156C-9942-E006-2331D09B8452}"/>
          </ac:cxnSpMkLst>
        </pc:cxn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109653638" sldId="603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649285932" sldId="604"/>
        </pc:sldMkLst>
      </pc:sldChg>
      <pc:sldChg chg="addSp delSp modSp add mod">
        <pc:chgData name="Deepika Vatsa" userId="f7100972-27fe-4ee6-8fb4-ec9b7931b409" providerId="ADAL" clId="{43FC3250-EE2F-489E-970D-AD8C57589867}" dt="2025-07-31T03:22:13.276" v="5149" actId="478"/>
        <pc:sldMkLst>
          <pc:docMk/>
          <pc:sldMk cId="1874286721" sldId="604"/>
        </pc:sldMkLst>
        <pc:spChg chg="mod">
          <ac:chgData name="Deepika Vatsa" userId="f7100972-27fe-4ee6-8fb4-ec9b7931b409" providerId="ADAL" clId="{43FC3250-EE2F-489E-970D-AD8C57589867}" dt="2025-07-25T06:26:21.166" v="3770" actId="1076"/>
          <ac:spMkLst>
            <pc:docMk/>
            <pc:sldMk cId="1874286721" sldId="604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0:56:32.938" v="3141" actId="478"/>
          <ac:picMkLst>
            <pc:docMk/>
            <pc:sldMk cId="1874286721" sldId="604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0:56:44.883" v="3149" actId="1037"/>
          <ac:picMkLst>
            <pc:docMk/>
            <pc:sldMk cId="1874286721" sldId="604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3.276" v="5149" actId="478"/>
          <ac:inkMkLst>
            <pc:docMk/>
            <pc:sldMk cId="1874286721" sldId="604"/>
            <ac:inkMk id="4" creationId="{5E73F207-02B2-3CFF-A74D-A904062BDB9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16.699" v="5150" actId="478"/>
        <pc:sldMkLst>
          <pc:docMk/>
          <pc:sldMk cId="2436058904" sldId="605"/>
        </pc:sldMkLst>
        <pc:spChg chg="mod">
          <ac:chgData name="Deepika Vatsa" userId="f7100972-27fe-4ee6-8fb4-ec9b7931b409" providerId="ADAL" clId="{43FC3250-EE2F-489E-970D-AD8C57589867}" dt="2025-07-24T11:22:06.459" v="3293" actId="58"/>
          <ac:spMkLst>
            <pc:docMk/>
            <pc:sldMk cId="2436058904" sldId="605"/>
            <ac:spMk id="5" creationId="{CC1083D5-B7AF-045F-7EAB-FD1411E3B290}"/>
          </ac:spMkLst>
        </pc:spChg>
        <pc:picChg chg="add mod">
          <ac:chgData name="Deepika Vatsa" userId="f7100972-27fe-4ee6-8fb4-ec9b7931b409" providerId="ADAL" clId="{43FC3250-EE2F-489E-970D-AD8C57589867}" dt="2025-07-24T11:00:25.218" v="3196" actId="1037"/>
          <ac:picMkLst>
            <pc:docMk/>
            <pc:sldMk cId="2436058904" sldId="605"/>
            <ac:picMk id="6" creationId="{9542A4B5-39E6-D2FB-47CE-3134BB4938FC}"/>
          </ac:picMkLst>
        </pc:picChg>
        <pc:picChg chg="del">
          <ac:chgData name="Deepika Vatsa" userId="f7100972-27fe-4ee6-8fb4-ec9b7931b409" providerId="ADAL" clId="{43FC3250-EE2F-489E-970D-AD8C57589867}" dt="2025-07-24T11:00:13.287" v="3188" actId="478"/>
          <ac:picMkLst>
            <pc:docMk/>
            <pc:sldMk cId="2436058904" sldId="605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6.699" v="5150" actId="478"/>
          <ac:inkMkLst>
            <pc:docMk/>
            <pc:sldMk cId="2436058904" sldId="605"/>
            <ac:inkMk id="4" creationId="{40C20B08-60C7-D9BE-41DF-56B84582B374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666969699" sldId="60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055965943" sldId="606"/>
        </pc:sldMkLst>
      </pc:sldChg>
      <pc:sldChg chg="addSp delSp modSp add mod ord">
        <pc:chgData name="Deepika Vatsa" userId="f7100972-27fe-4ee6-8fb4-ec9b7931b409" providerId="ADAL" clId="{43FC3250-EE2F-489E-970D-AD8C57589867}" dt="2025-07-31T03:22:28.263" v="5152" actId="478"/>
        <pc:sldMkLst>
          <pc:docMk/>
          <pc:sldMk cId="2038364896" sldId="606"/>
        </pc:sldMkLst>
        <pc:spChg chg="mod">
          <ac:chgData name="Deepika Vatsa" userId="f7100972-27fe-4ee6-8fb4-ec9b7931b409" providerId="ADAL" clId="{43FC3250-EE2F-489E-970D-AD8C57589867}" dt="2025-07-24T11:37:55.586" v="3337" actId="20577"/>
          <ac:spMkLst>
            <pc:docMk/>
            <pc:sldMk cId="2038364896" sldId="606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5T06:42:50.194" v="4069" actId="20577"/>
          <ac:spMkLst>
            <pc:docMk/>
            <pc:sldMk cId="2038364896" sldId="606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22:43.873" v="3313" actId="478"/>
          <ac:picMkLst>
            <pc:docMk/>
            <pc:sldMk cId="2038364896" sldId="606"/>
            <ac:picMk id="6" creationId="{9542A4B5-39E6-D2FB-47CE-3134BB4938FC}"/>
          </ac:picMkLst>
        </pc:picChg>
        <pc:picChg chg="add mod">
          <ac:chgData name="Deepika Vatsa" userId="f7100972-27fe-4ee6-8fb4-ec9b7931b409" providerId="ADAL" clId="{43FC3250-EE2F-489E-970D-AD8C57589867}" dt="2025-07-25T06:42:58.032" v="4071" actId="14100"/>
          <ac:picMkLst>
            <pc:docMk/>
            <pc:sldMk cId="2038364896" sldId="606"/>
            <ac:picMk id="7" creationId="{BB5D4909-C339-2D76-23A3-98B71B053D48}"/>
          </ac:picMkLst>
        </pc:picChg>
        <pc:inkChg chg="add del">
          <ac:chgData name="Deepika Vatsa" userId="f7100972-27fe-4ee6-8fb4-ec9b7931b409" providerId="ADAL" clId="{43FC3250-EE2F-489E-970D-AD8C57589867}" dt="2025-07-31T03:22:28.263" v="5152" actId="478"/>
          <ac:inkMkLst>
            <pc:docMk/>
            <pc:sldMk cId="2038364896" sldId="606"/>
            <ac:inkMk id="4" creationId="{D5FEF06F-B2C7-E97B-EF06-31BC0097C5D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20.269" v="5151" actId="478"/>
        <pc:sldMkLst>
          <pc:docMk/>
          <pc:sldMk cId="1748403446" sldId="607"/>
        </pc:sldMkLst>
        <pc:spChg chg="mod">
          <ac:chgData name="Deepika Vatsa" userId="f7100972-27fe-4ee6-8fb4-ec9b7931b409" providerId="ADAL" clId="{43FC3250-EE2F-489E-970D-AD8C57589867}" dt="2025-07-25T06:42:05.894" v="4034" actId="20577"/>
          <ac:spMkLst>
            <pc:docMk/>
            <pc:sldMk cId="1748403446" sldId="607"/>
            <ac:spMk id="5" creationId="{CC1083D5-B7AF-045F-7EAB-FD1411E3B290}"/>
          </ac:spMkLst>
        </pc:spChg>
        <pc:spChg chg="add del mod">
          <ac:chgData name="Deepika Vatsa" userId="f7100972-27fe-4ee6-8fb4-ec9b7931b409" providerId="ADAL" clId="{43FC3250-EE2F-489E-970D-AD8C57589867}" dt="2025-07-25T06:34:02.491" v="3909" actId="478"/>
          <ac:spMkLst>
            <pc:docMk/>
            <pc:sldMk cId="1748403446" sldId="607"/>
            <ac:spMk id="10" creationId="{3FAE005D-3CFC-EEAA-ED2D-EF813024F8F8}"/>
          </ac:spMkLst>
        </pc:spChg>
        <pc:spChg chg="add del">
          <ac:chgData name="Deepika Vatsa" userId="f7100972-27fe-4ee6-8fb4-ec9b7931b409" providerId="ADAL" clId="{43FC3250-EE2F-489E-970D-AD8C57589867}" dt="2025-07-25T06:33:30.051" v="3874"/>
          <ac:spMkLst>
            <pc:docMk/>
            <pc:sldMk cId="1748403446" sldId="607"/>
            <ac:spMk id="11" creationId="{654270B0-BB9E-6673-8A23-2D85A649ACB1}"/>
          </ac:spMkLst>
        </pc:spChg>
        <pc:spChg chg="add del mod">
          <ac:chgData name="Deepika Vatsa" userId="f7100972-27fe-4ee6-8fb4-ec9b7931b409" providerId="ADAL" clId="{43FC3250-EE2F-489E-970D-AD8C57589867}" dt="2025-07-25T06:33:27.820" v="3872"/>
          <ac:spMkLst>
            <pc:docMk/>
            <pc:sldMk cId="1748403446" sldId="607"/>
            <ac:spMk id="12" creationId="{CE854B7F-AD17-A879-172B-CDFB83F08EF0}"/>
          </ac:spMkLst>
        </pc:spChg>
        <pc:spChg chg="add mod">
          <ac:chgData name="Deepika Vatsa" userId="f7100972-27fe-4ee6-8fb4-ec9b7931b409" providerId="ADAL" clId="{43FC3250-EE2F-489E-970D-AD8C57589867}" dt="2025-07-25T06:42:18.768" v="4035" actId="1076"/>
          <ac:spMkLst>
            <pc:docMk/>
            <pc:sldMk cId="1748403446" sldId="607"/>
            <ac:spMk id="13" creationId="{70986103-B215-563E-7363-18E61472D0F6}"/>
          </ac:spMkLst>
        </pc:spChg>
        <pc:picChg chg="add del mod">
          <ac:chgData name="Deepika Vatsa" userId="f7100972-27fe-4ee6-8fb4-ec9b7931b409" providerId="ADAL" clId="{43FC3250-EE2F-489E-970D-AD8C57589867}" dt="2025-07-24T11:47:07.172" v="3598" actId="478"/>
          <ac:picMkLst>
            <pc:docMk/>
            <pc:sldMk cId="1748403446" sldId="607"/>
            <ac:picMk id="6" creationId="{A13E8D7B-4A52-0721-BC59-29B338739EB1}"/>
          </ac:picMkLst>
        </pc:picChg>
        <pc:picChg chg="del">
          <ac:chgData name="Deepika Vatsa" userId="f7100972-27fe-4ee6-8fb4-ec9b7931b409" providerId="ADAL" clId="{43FC3250-EE2F-489E-970D-AD8C57589867}" dt="2025-07-24T11:42:49.039" v="3485" actId="478"/>
          <ac:picMkLst>
            <pc:docMk/>
            <pc:sldMk cId="1748403446" sldId="607"/>
            <ac:picMk id="7" creationId="{BB5D4909-C339-2D76-23A3-98B71B053D48}"/>
          </ac:picMkLst>
        </pc:picChg>
        <pc:picChg chg="add mod">
          <ac:chgData name="Deepika Vatsa" userId="f7100972-27fe-4ee6-8fb4-ec9b7931b409" providerId="ADAL" clId="{43FC3250-EE2F-489E-970D-AD8C57589867}" dt="2025-07-25T06:43:04.276" v="4072" actId="14100"/>
          <ac:picMkLst>
            <pc:docMk/>
            <pc:sldMk cId="1748403446" sldId="607"/>
            <ac:picMk id="9" creationId="{32F6E1FF-15F1-A1E0-E331-2C1F8A441D0A}"/>
          </ac:picMkLst>
        </pc:picChg>
        <pc:inkChg chg="add del">
          <ac:chgData name="Deepika Vatsa" userId="f7100972-27fe-4ee6-8fb4-ec9b7931b409" providerId="ADAL" clId="{43FC3250-EE2F-489E-970D-AD8C57589867}" dt="2025-07-31T03:22:20.269" v="5151" actId="478"/>
          <ac:inkMkLst>
            <pc:docMk/>
            <pc:sldMk cId="1748403446" sldId="607"/>
            <ac:inkMk id="4" creationId="{6D2DAF5D-2AD8-9F3A-AD48-2DA240DA9DB6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928892522" sldId="607"/>
        </pc:sldMkLst>
      </pc:sldChg>
      <pc:sldChg chg="addSp delSp modSp add mod">
        <pc:chgData name="Deepika Vatsa" userId="f7100972-27fe-4ee6-8fb4-ec9b7931b409" providerId="ADAL" clId="{43FC3250-EE2F-489E-970D-AD8C57589867}" dt="2025-07-31T04:12:32.264" v="5154" actId="478"/>
        <pc:sldMkLst>
          <pc:docMk/>
          <pc:sldMk cId="875425397" sldId="608"/>
        </pc:sldMkLst>
        <pc:spChg chg="mod">
          <ac:chgData name="Deepika Vatsa" userId="f7100972-27fe-4ee6-8fb4-ec9b7931b409" providerId="ADAL" clId="{43FC3250-EE2F-489E-970D-AD8C57589867}" dt="2025-07-24T11:46:24.653" v="3538" actId="20577"/>
          <ac:spMkLst>
            <pc:docMk/>
            <pc:sldMk cId="875425397" sldId="608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4T11:46:33.897" v="3541" actId="1076"/>
          <ac:spMkLst>
            <pc:docMk/>
            <pc:sldMk cId="875425397" sldId="608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46:28.740" v="3540" actId="478"/>
          <ac:picMkLst>
            <pc:docMk/>
            <pc:sldMk cId="875425397" sldId="608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4:12:32.264" v="5154" actId="478"/>
          <ac:inkMkLst>
            <pc:docMk/>
            <pc:sldMk cId="875425397" sldId="608"/>
            <ac:inkMk id="4" creationId="{A403426F-F021-3620-E64C-72BB553D3F80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914318388" sldId="60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726719763" sldId="609"/>
        </pc:sldMkLst>
      </pc:sldChg>
      <pc:sldChg chg="addSp delSp modSp add mod">
        <pc:chgData name="Deepika Vatsa" userId="f7100972-27fe-4ee6-8fb4-ec9b7931b409" providerId="ADAL" clId="{43FC3250-EE2F-489E-970D-AD8C57589867}" dt="2025-07-31T03:22:31.345" v="5153" actId="478"/>
        <pc:sldMkLst>
          <pc:docMk/>
          <pc:sldMk cId="2661033047" sldId="609"/>
        </pc:sldMkLst>
        <pc:spChg chg="mod">
          <ac:chgData name="Deepika Vatsa" userId="f7100972-27fe-4ee6-8fb4-ec9b7931b409" providerId="ADAL" clId="{43FC3250-EE2F-489E-970D-AD8C57589867}" dt="2025-07-25T06:43:18.452" v="4073" actId="20577"/>
          <ac:spMkLst>
            <pc:docMk/>
            <pc:sldMk cId="2661033047" sldId="609"/>
            <ac:spMk id="5" creationId="{CC1083D5-B7AF-045F-7EAB-FD1411E3B290}"/>
          </ac:spMkLst>
        </pc:spChg>
        <pc:picChg chg="mod">
          <ac:chgData name="Deepika Vatsa" userId="f7100972-27fe-4ee6-8fb4-ec9b7931b409" providerId="ADAL" clId="{43FC3250-EE2F-489E-970D-AD8C57589867}" dt="2025-07-25T06:43:23.529" v="4075" actId="14100"/>
          <ac:picMkLst>
            <pc:docMk/>
            <pc:sldMk cId="2661033047" sldId="609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3:22:31.345" v="5153" actId="478"/>
          <ac:inkMkLst>
            <pc:docMk/>
            <pc:sldMk cId="2661033047" sldId="609"/>
            <ac:inkMk id="4" creationId="{62AE56D4-FC9A-0AEB-43A7-FAE9356B9CDA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2.796" v="5158" actId="478"/>
        <pc:sldMkLst>
          <pc:docMk/>
          <pc:sldMk cId="1244221787" sldId="610"/>
        </pc:sldMkLst>
        <pc:spChg chg="mod">
          <ac:chgData name="Deepika Vatsa" userId="f7100972-27fe-4ee6-8fb4-ec9b7931b409" providerId="ADAL" clId="{43FC3250-EE2F-489E-970D-AD8C57589867}" dt="2025-07-29T09:26:29.034" v="4318" actId="20577"/>
          <ac:spMkLst>
            <pc:docMk/>
            <pc:sldMk cId="1244221787" sldId="610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9T09:36:07.618" v="4601" actId="403"/>
          <ac:spMkLst>
            <pc:docMk/>
            <pc:sldMk cId="1244221787" sldId="610"/>
            <ac:spMk id="5" creationId="{1310D0E2-75BF-6154-37D8-B2D38B76B72D}"/>
          </ac:spMkLst>
        </pc:spChg>
        <pc:spChg chg="add mod">
          <ac:chgData name="Deepika Vatsa" userId="f7100972-27fe-4ee6-8fb4-ec9b7931b409" providerId="ADAL" clId="{43FC3250-EE2F-489E-970D-AD8C57589867}" dt="2025-07-29T09:36:25.546" v="4604" actId="1076"/>
          <ac:spMkLst>
            <pc:docMk/>
            <pc:sldMk cId="1244221787" sldId="610"/>
            <ac:spMk id="10" creationId="{9B627254-09D3-20DB-9C07-F8310D90C8F0}"/>
          </ac:spMkLst>
        </pc:spChg>
        <pc:spChg chg="del mod">
          <ac:chgData name="Deepika Vatsa" userId="f7100972-27fe-4ee6-8fb4-ec9b7931b409" providerId="ADAL" clId="{43FC3250-EE2F-489E-970D-AD8C57589867}" dt="2025-07-29T09:27:42.845" v="4340"/>
          <ac:spMkLst>
            <pc:docMk/>
            <pc:sldMk cId="1244221787" sldId="610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43FC3250-EE2F-489E-970D-AD8C57589867}" dt="2025-07-29T09:36:02.277" v="4600" actId="403"/>
          <ac:graphicFrameMkLst>
            <pc:docMk/>
            <pc:sldMk cId="1244221787" sldId="610"/>
            <ac:graphicFrameMk id="4" creationId="{9A61CFB2-8DA7-5321-4636-0B27883190EC}"/>
          </ac:graphicFrameMkLst>
        </pc:graphicFrameChg>
        <pc:picChg chg="add mod">
          <ac:chgData name="Deepika Vatsa" userId="f7100972-27fe-4ee6-8fb4-ec9b7931b409" providerId="ADAL" clId="{43FC3250-EE2F-489E-970D-AD8C57589867}" dt="2025-07-29T09:36:17.650" v="4602" actId="1076"/>
          <ac:picMkLst>
            <pc:docMk/>
            <pc:sldMk cId="1244221787" sldId="610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1:32.976" v="4489" actId="1076"/>
          <ac:picMkLst>
            <pc:docMk/>
            <pc:sldMk cId="1244221787" sldId="610"/>
            <ac:picMk id="9" creationId="{2225503A-7575-0D3B-5B98-909C48A2EA7C}"/>
          </ac:picMkLst>
        </pc:picChg>
        <pc:inkChg chg="add del">
          <ac:chgData name="Deepika Vatsa" userId="f7100972-27fe-4ee6-8fb4-ec9b7931b409" providerId="ADAL" clId="{43FC3250-EE2F-489E-970D-AD8C57589867}" dt="2025-07-31T04:12:42.796" v="5158" actId="478"/>
          <ac:inkMkLst>
            <pc:docMk/>
            <pc:sldMk cId="1244221787" sldId="610"/>
            <ac:inkMk id="6" creationId="{17296517-C49C-BE35-E114-9B88F69E82A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48386067" sldId="610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40736019" sldId="611"/>
        </pc:sldMkLst>
      </pc:sldChg>
      <pc:sldChg chg="addSp delSp modSp add mod">
        <pc:chgData name="Deepika Vatsa" userId="f7100972-27fe-4ee6-8fb4-ec9b7931b409" providerId="ADAL" clId="{43FC3250-EE2F-489E-970D-AD8C57589867}" dt="2025-07-31T04:12:45.263" v="5159" actId="478"/>
        <pc:sldMkLst>
          <pc:docMk/>
          <pc:sldMk cId="2742127447" sldId="611"/>
        </pc:sldMkLst>
        <pc:spChg chg="del">
          <ac:chgData name="Deepika Vatsa" userId="f7100972-27fe-4ee6-8fb4-ec9b7931b409" providerId="ADAL" clId="{43FC3250-EE2F-489E-970D-AD8C57589867}" dt="2025-07-29T09:32:25.211" v="4503" actId="478"/>
          <ac:spMkLst>
            <pc:docMk/>
            <pc:sldMk cId="2742127447" sldId="611"/>
            <ac:spMk id="5" creationId="{1310D0E2-75BF-6154-37D8-B2D38B76B72D}"/>
          </ac:spMkLst>
        </pc:spChg>
        <pc:spChg chg="del">
          <ac:chgData name="Deepika Vatsa" userId="f7100972-27fe-4ee6-8fb4-ec9b7931b409" providerId="ADAL" clId="{43FC3250-EE2F-489E-970D-AD8C57589867}" dt="2025-07-29T09:34:11.259" v="4534" actId="478"/>
          <ac:spMkLst>
            <pc:docMk/>
            <pc:sldMk cId="2742127447" sldId="611"/>
            <ac:spMk id="10" creationId="{9B627254-09D3-20DB-9C07-F8310D90C8F0}"/>
          </ac:spMkLst>
        </pc:spChg>
        <pc:spChg chg="add mod">
          <ac:chgData name="Deepika Vatsa" userId="f7100972-27fe-4ee6-8fb4-ec9b7931b409" providerId="ADAL" clId="{43FC3250-EE2F-489E-970D-AD8C57589867}" dt="2025-07-29T09:35:34.289" v="4592" actId="1076"/>
          <ac:spMkLst>
            <pc:docMk/>
            <pc:sldMk cId="2742127447" sldId="611"/>
            <ac:spMk id="13" creationId="{23851624-7BA7-D9E9-9B51-6B881D7FA9DF}"/>
          </ac:spMkLst>
        </pc:spChg>
        <pc:spChg chg="add mod">
          <ac:chgData name="Deepika Vatsa" userId="f7100972-27fe-4ee6-8fb4-ec9b7931b409" providerId="ADAL" clId="{43FC3250-EE2F-489E-970D-AD8C57589867}" dt="2025-07-29T09:37:49.194" v="4654" actId="207"/>
          <ac:spMkLst>
            <pc:docMk/>
            <pc:sldMk cId="2742127447" sldId="611"/>
            <ac:spMk id="14" creationId="{43B25EF5-3577-32AA-6B1A-D68FD42FC287}"/>
          </ac:spMkLst>
        </pc:spChg>
        <pc:spChg chg="add ord">
          <ac:chgData name="Deepika Vatsa" userId="f7100972-27fe-4ee6-8fb4-ec9b7931b409" providerId="ADAL" clId="{43FC3250-EE2F-489E-970D-AD8C57589867}" dt="2025-07-29T09:37:36.859" v="4653" actId="167"/>
          <ac:spMkLst>
            <pc:docMk/>
            <pc:sldMk cId="2742127447" sldId="611"/>
            <ac:spMk id="15" creationId="{2CE8AD81-DD82-EE2A-E8D7-0BB3644121DD}"/>
          </ac:spMkLst>
        </pc:spChg>
        <pc:spChg chg="add mod">
          <ac:chgData name="Deepika Vatsa" userId="f7100972-27fe-4ee6-8fb4-ec9b7931b409" providerId="ADAL" clId="{43FC3250-EE2F-489E-970D-AD8C57589867}" dt="2025-07-29T09:41:36.752" v="4730" actId="1035"/>
          <ac:spMkLst>
            <pc:docMk/>
            <pc:sldMk cId="2742127447" sldId="611"/>
            <ac:spMk id="17" creationId="{6655A525-0B6E-1B3B-7EA3-03ED36A9FA6E}"/>
          </ac:spMkLst>
        </pc:spChg>
        <pc:graphicFrameChg chg="mod modGraphic">
          <ac:chgData name="Deepika Vatsa" userId="f7100972-27fe-4ee6-8fb4-ec9b7931b409" providerId="ADAL" clId="{43FC3250-EE2F-489E-970D-AD8C57589867}" dt="2025-07-29T09:41:45.078" v="4734" actId="20577"/>
          <ac:graphicFrameMkLst>
            <pc:docMk/>
            <pc:sldMk cId="2742127447" sldId="611"/>
            <ac:graphicFrameMk id="4" creationId="{9A61CFB2-8DA7-5321-4636-0B27883190EC}"/>
          </ac:graphicFrameMkLst>
        </pc:graphicFrameChg>
        <pc:picChg chg="del mod">
          <ac:chgData name="Deepika Vatsa" userId="f7100972-27fe-4ee6-8fb4-ec9b7931b409" providerId="ADAL" clId="{43FC3250-EE2F-489E-970D-AD8C57589867}" dt="2025-07-29T09:34:31.428" v="4536" actId="478"/>
          <ac:picMkLst>
            <pc:docMk/>
            <pc:sldMk cId="2742127447" sldId="611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6:40.742" v="4605" actId="1076"/>
          <ac:picMkLst>
            <pc:docMk/>
            <pc:sldMk cId="2742127447" sldId="611"/>
            <ac:picMk id="8" creationId="{FA071716-76D5-8A2B-8EE9-A42CAE268218}"/>
          </ac:picMkLst>
        </pc:picChg>
        <pc:picChg chg="del">
          <ac:chgData name="Deepika Vatsa" userId="f7100972-27fe-4ee6-8fb4-ec9b7931b409" providerId="ADAL" clId="{43FC3250-EE2F-489E-970D-AD8C57589867}" dt="2025-07-29T09:34:50.527" v="4541" actId="478"/>
          <ac:picMkLst>
            <pc:docMk/>
            <pc:sldMk cId="2742127447" sldId="611"/>
            <ac:picMk id="9" creationId="{2225503A-7575-0D3B-5B98-909C48A2EA7C}"/>
          </ac:picMkLst>
        </pc:picChg>
        <pc:picChg chg="add mod">
          <ac:chgData name="Deepika Vatsa" userId="f7100972-27fe-4ee6-8fb4-ec9b7931b409" providerId="ADAL" clId="{43FC3250-EE2F-489E-970D-AD8C57589867}" dt="2025-07-29T09:36:44.087" v="4606" actId="1076"/>
          <ac:picMkLst>
            <pc:docMk/>
            <pc:sldMk cId="2742127447" sldId="611"/>
            <ac:picMk id="12" creationId="{9671BB86-45FA-B811-5C54-C67DFC998E03}"/>
          </ac:picMkLst>
        </pc:picChg>
        <pc:inkChg chg="add del">
          <ac:chgData name="Deepika Vatsa" userId="f7100972-27fe-4ee6-8fb4-ec9b7931b409" providerId="ADAL" clId="{43FC3250-EE2F-489E-970D-AD8C57589867}" dt="2025-07-31T04:12:45.263" v="5159" actId="478"/>
          <ac:inkMkLst>
            <pc:docMk/>
            <pc:sldMk cId="2742127447" sldId="611"/>
            <ac:inkMk id="5" creationId="{E08C7AAA-E092-49E6-4948-4A81A952906A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106724558" sldId="612"/>
        </pc:sldMkLst>
      </pc:sldChg>
      <pc:sldChg chg="addSp delSp modSp add mod ord">
        <pc:chgData name="Deepika Vatsa" userId="f7100972-27fe-4ee6-8fb4-ec9b7931b409" providerId="ADAL" clId="{43FC3250-EE2F-489E-970D-AD8C57589867}" dt="2025-07-31T04:12:47.743" v="5160" actId="478"/>
        <pc:sldMkLst>
          <pc:docMk/>
          <pc:sldMk cId="4043674681" sldId="612"/>
        </pc:sldMkLst>
        <pc:spChg chg="mod">
          <ac:chgData name="Deepika Vatsa" userId="f7100972-27fe-4ee6-8fb4-ec9b7931b409" providerId="ADAL" clId="{43FC3250-EE2F-489E-970D-AD8C57589867}" dt="2025-07-29T09:38:28.921" v="4685" actId="20577"/>
          <ac:spMkLst>
            <pc:docMk/>
            <pc:sldMk cId="4043674681" sldId="61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9T09:39:44.773" v="4710" actId="33524"/>
          <ac:spMkLst>
            <pc:docMk/>
            <pc:sldMk cId="4043674681" sldId="61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09:39:19.646" v="4703" actId="14100"/>
          <ac:picMkLst>
            <pc:docMk/>
            <pc:sldMk cId="4043674681" sldId="612"/>
            <ac:picMk id="5" creationId="{AD39B31F-221A-4EE5-E9C0-CA98D418592E}"/>
          </ac:picMkLst>
        </pc:picChg>
        <pc:inkChg chg="add del">
          <ac:chgData name="Deepika Vatsa" userId="f7100972-27fe-4ee6-8fb4-ec9b7931b409" providerId="ADAL" clId="{43FC3250-EE2F-489E-970D-AD8C57589867}" dt="2025-07-31T04:12:47.743" v="5160" actId="478"/>
          <ac:inkMkLst>
            <pc:docMk/>
            <pc:sldMk cId="4043674681" sldId="612"/>
            <ac:inkMk id="4" creationId="{A8043A15-5AAE-0CE7-99FB-3682E96C3B02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37.373" v="5156" actId="478"/>
        <pc:sldMkLst>
          <pc:docMk/>
          <pc:sldMk cId="1338937673" sldId="613"/>
        </pc:sldMkLst>
        <pc:spChg chg="mod">
          <ac:chgData name="Deepika Vatsa" userId="f7100972-27fe-4ee6-8fb4-ec9b7931b409" providerId="ADAL" clId="{43FC3250-EE2F-489E-970D-AD8C57589867}" dt="2025-07-29T10:27:18.134" v="4759" actId="20577"/>
          <ac:spMkLst>
            <pc:docMk/>
            <pc:sldMk cId="1338937673" sldId="613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9T10:27:04.458" v="4736" actId="478"/>
          <ac:spMkLst>
            <pc:docMk/>
            <pc:sldMk cId="1338937673" sldId="61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10:27:12.530" v="4740" actId="1076"/>
          <ac:picMkLst>
            <pc:docMk/>
            <pc:sldMk cId="1338937673" sldId="613"/>
            <ac:picMk id="5" creationId="{509DEF52-9B59-357F-07A6-14702C7BE81D}"/>
          </ac:picMkLst>
        </pc:picChg>
        <pc:inkChg chg="add del">
          <ac:chgData name="Deepika Vatsa" userId="f7100972-27fe-4ee6-8fb4-ec9b7931b409" providerId="ADAL" clId="{43FC3250-EE2F-489E-970D-AD8C57589867}" dt="2025-07-31T04:12:37.373" v="5156" actId="478"/>
          <ac:inkMkLst>
            <pc:docMk/>
            <pc:sldMk cId="1338937673" sldId="613"/>
            <ac:inkMk id="4" creationId="{1066EE53-2164-F1CA-3C63-294ED66450C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0.251" v="5157" actId="478"/>
        <pc:sldMkLst>
          <pc:docMk/>
          <pc:sldMk cId="1180035275" sldId="614"/>
        </pc:sldMkLst>
        <pc:picChg chg="del">
          <ac:chgData name="Deepika Vatsa" userId="f7100972-27fe-4ee6-8fb4-ec9b7931b409" providerId="ADAL" clId="{43FC3250-EE2F-489E-970D-AD8C57589867}" dt="2025-07-29T10:27:41.297" v="4761" actId="478"/>
          <ac:picMkLst>
            <pc:docMk/>
            <pc:sldMk cId="1180035275" sldId="614"/>
            <ac:picMk id="5" creationId="{509DEF52-9B59-357F-07A6-14702C7BE81D}"/>
          </ac:picMkLst>
        </pc:picChg>
        <pc:picChg chg="add mod">
          <ac:chgData name="Deepika Vatsa" userId="f7100972-27fe-4ee6-8fb4-ec9b7931b409" providerId="ADAL" clId="{43FC3250-EE2F-489E-970D-AD8C57589867}" dt="2025-07-29T10:27:46.511" v="4764" actId="1076"/>
          <ac:picMkLst>
            <pc:docMk/>
            <pc:sldMk cId="1180035275" sldId="614"/>
            <ac:picMk id="6" creationId="{7241F030-7566-2C7C-08F8-43ECA3E40FF6}"/>
          </ac:picMkLst>
        </pc:picChg>
        <pc:inkChg chg="add del">
          <ac:chgData name="Deepika Vatsa" userId="f7100972-27fe-4ee6-8fb4-ec9b7931b409" providerId="ADAL" clId="{43FC3250-EE2F-489E-970D-AD8C57589867}" dt="2025-07-31T04:12:40.251" v="5157" actId="478"/>
          <ac:inkMkLst>
            <pc:docMk/>
            <pc:sldMk cId="1180035275" sldId="614"/>
            <ac:inkMk id="4" creationId="{BD21F7C1-37DA-B6FC-4346-1E7E5ABBB1B3}"/>
          </ac:inkMkLst>
        </pc:inkChg>
      </pc:sldChg>
    </pc:docChg>
  </pc:docChgLst>
  <pc:docChgLst>
    <pc:chgData name="Deepika Vatsa" userId="f7100972-27fe-4ee6-8fb4-ec9b7931b409" providerId="ADAL" clId="{FECAADD6-485A-4B66-AEA2-DF6E35DB16E2}"/>
    <pc:docChg chg="custSel addSld delSld modSld sldOrd">
      <pc:chgData name="Deepika Vatsa" userId="f7100972-27fe-4ee6-8fb4-ec9b7931b409" providerId="ADAL" clId="{FECAADD6-485A-4B66-AEA2-DF6E35DB16E2}" dt="2025-08-18T12:27:52.721" v="556" actId="20577"/>
      <pc:docMkLst>
        <pc:docMk/>
      </pc:docMkLst>
      <pc:sldChg chg="modSp mod">
        <pc:chgData name="Deepika Vatsa" userId="f7100972-27fe-4ee6-8fb4-ec9b7931b409" providerId="ADAL" clId="{FECAADD6-485A-4B66-AEA2-DF6E35DB16E2}" dt="2025-08-18T12:07:10.708" v="25" actId="20577"/>
        <pc:sldMkLst>
          <pc:docMk/>
          <pc:sldMk cId="0" sldId="395"/>
        </pc:sldMkLst>
        <pc:spChg chg="mod">
          <ac:chgData name="Deepika Vatsa" userId="f7100972-27fe-4ee6-8fb4-ec9b7931b409" providerId="ADAL" clId="{FECAADD6-485A-4B66-AEA2-DF6E35DB16E2}" dt="2025-08-18T12:07:10.708" v="2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FECAADD6-485A-4B66-AEA2-DF6E35DB16E2}" dt="2025-08-18T12:27:52.721" v="556" actId="20577"/>
        <pc:sldMkLst>
          <pc:docMk/>
          <pc:sldMk cId="3439049211" sldId="591"/>
        </pc:sldMkLst>
        <pc:spChg chg="mod">
          <ac:chgData name="Deepika Vatsa" userId="f7100972-27fe-4ee6-8fb4-ec9b7931b409" providerId="ADAL" clId="{FECAADD6-485A-4B66-AEA2-DF6E35DB16E2}" dt="2025-08-18T12:07:52.149" v="101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FECAADD6-485A-4B66-AEA2-DF6E35DB16E2}" dt="2025-08-18T12:27:52.721" v="556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2536662" sldId="592"/>
        </pc:sldMkLst>
      </pc:sldChg>
      <pc:sldChg chg="addSp delSp modSp mod">
        <pc:chgData name="Deepika Vatsa" userId="f7100972-27fe-4ee6-8fb4-ec9b7931b409" providerId="ADAL" clId="{FECAADD6-485A-4B66-AEA2-DF6E35DB16E2}" dt="2025-08-18T12:21:57.865" v="418" actId="14100"/>
        <pc:sldMkLst>
          <pc:docMk/>
          <pc:sldMk cId="3198423911" sldId="593"/>
        </pc:sldMkLst>
        <pc:spChg chg="mod">
          <ac:chgData name="Deepika Vatsa" userId="f7100972-27fe-4ee6-8fb4-ec9b7931b409" providerId="ADAL" clId="{FECAADD6-485A-4B66-AEA2-DF6E35DB16E2}" dt="2025-08-18T12:21:40.079" v="415" actId="20577"/>
          <ac:spMkLst>
            <pc:docMk/>
            <pc:sldMk cId="3198423911" sldId="593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08:46.420" v="140" actId="478"/>
          <ac:spMkLst>
            <pc:docMk/>
            <pc:sldMk cId="3198423911" sldId="593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FECAADD6-485A-4B66-AEA2-DF6E35DB16E2}" dt="2025-08-18T12:09:17.408" v="144" actId="478"/>
          <ac:picMkLst>
            <pc:docMk/>
            <pc:sldMk cId="3198423911" sldId="593"/>
            <ac:picMk id="5" creationId="{0A24C55F-7A92-6287-5865-B01B27F658BA}"/>
          </ac:picMkLst>
        </pc:picChg>
        <pc:picChg chg="add del mod">
          <ac:chgData name="Deepika Vatsa" userId="f7100972-27fe-4ee6-8fb4-ec9b7931b409" providerId="ADAL" clId="{FECAADD6-485A-4B66-AEA2-DF6E35DB16E2}" dt="2025-08-18T12:20:44.843" v="380" actId="478"/>
          <ac:picMkLst>
            <pc:docMk/>
            <pc:sldMk cId="3198423911" sldId="593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21:57.865" v="418" actId="14100"/>
          <ac:picMkLst>
            <pc:docMk/>
            <pc:sldMk cId="3198423911" sldId="593"/>
            <ac:picMk id="9" creationId="{D35FFCD6-253F-CEEB-E0FE-880344B9FA65}"/>
          </ac:picMkLst>
        </pc:picChg>
      </pc:sldChg>
      <pc:sldChg chg="addSp delSp modSp mod">
        <pc:chgData name="Deepika Vatsa" userId="f7100972-27fe-4ee6-8fb4-ec9b7931b409" providerId="ADAL" clId="{FECAADD6-485A-4B66-AEA2-DF6E35DB16E2}" dt="2025-08-18T12:18:33.216" v="347" actId="1076"/>
        <pc:sldMkLst>
          <pc:docMk/>
          <pc:sldMk cId="815781673" sldId="595"/>
        </pc:sldMkLst>
        <pc:spChg chg="mod">
          <ac:chgData name="Deepika Vatsa" userId="f7100972-27fe-4ee6-8fb4-ec9b7931b409" providerId="ADAL" clId="{FECAADD6-485A-4B66-AEA2-DF6E35DB16E2}" dt="2025-08-18T12:18:18.990" v="340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18:27.905" v="344" actId="478"/>
          <ac:spMkLst>
            <pc:docMk/>
            <pc:sldMk cId="815781673" sldId="595"/>
            <ac:spMk id="7" creationId="{BCBAFA03-3862-AA92-2365-76BF8A47DE8D}"/>
          </ac:spMkLst>
        </pc:spChg>
        <pc:spChg chg="del">
          <ac:chgData name="Deepika Vatsa" userId="f7100972-27fe-4ee6-8fb4-ec9b7931b409" providerId="ADAL" clId="{FECAADD6-485A-4B66-AEA2-DF6E35DB16E2}" dt="2025-08-18T12:18:23.748" v="342" actId="478"/>
          <ac:spMkLst>
            <pc:docMk/>
            <pc:sldMk cId="815781673" sldId="595"/>
            <ac:spMk id="11" creationId="{06381CCD-359B-D8A2-1997-A5B56A02FD41}"/>
          </ac:spMkLst>
        </pc:spChg>
        <pc:picChg chg="add mod">
          <ac:chgData name="Deepika Vatsa" userId="f7100972-27fe-4ee6-8fb4-ec9b7931b409" providerId="ADAL" clId="{FECAADD6-485A-4B66-AEA2-DF6E35DB16E2}" dt="2025-08-18T12:18:33.216" v="347" actId="1076"/>
          <ac:picMkLst>
            <pc:docMk/>
            <pc:sldMk cId="815781673" sldId="595"/>
            <ac:picMk id="5" creationId="{CBB23C75-79E3-DF1C-D40A-D199F6F0FF07}"/>
          </ac:picMkLst>
        </pc:picChg>
        <pc:picChg chg="del">
          <ac:chgData name="Deepika Vatsa" userId="f7100972-27fe-4ee6-8fb4-ec9b7931b409" providerId="ADAL" clId="{FECAADD6-485A-4B66-AEA2-DF6E35DB16E2}" dt="2025-08-18T12:18:21.201" v="341" actId="478"/>
          <ac:picMkLst>
            <pc:docMk/>
            <pc:sldMk cId="815781673" sldId="595"/>
            <ac:picMk id="2050" creationId="{0B7501EB-9B8B-1F43-B280-F1F29C89922A}"/>
          </ac:picMkLst>
        </pc:pic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8" creationId="{EEACF910-633C-AE8B-0642-C71E5B84C041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9" creationId="{C39F76D6-5DCC-CD24-131E-897F8204AFE4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0" creationId="{2BFED832-E34E-9A8D-7B76-1D5566960974}"/>
          </ac:inkMkLst>
        </pc:inkChg>
        <pc:inkChg chg="del">
          <ac:chgData name="Deepika Vatsa" userId="f7100972-27fe-4ee6-8fb4-ec9b7931b409" providerId="ADAL" clId="{FECAADD6-485A-4B66-AEA2-DF6E35DB16E2}" dt="2025-08-18T12:18:25.586" v="343" actId="478"/>
          <ac:inkMkLst>
            <pc:docMk/>
            <pc:sldMk cId="815781673" sldId="595"/>
            <ac:inkMk id="12" creationId="{CD91F783-8135-9CCE-7DBA-385AF0289E46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3" creationId="{20D17564-0F72-D4C2-BF4A-7D9EDF592976}"/>
          </ac:inkMkLst>
        </pc:ink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532030908" sldId="59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825282558" sldId="59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27776172" sldId="59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105522451" sldId="59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98333677" sldId="60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345028146" sldId="60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86010047" sldId="60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900874624" sldId="60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74286721" sldId="604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6058904" sldId="605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038364896" sldId="60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748403446" sldId="60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75425397" sldId="60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661033047" sldId="60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44221787" sldId="61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742127447" sldId="61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4043674681" sldId="61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338937673" sldId="61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180035275" sldId="614"/>
        </pc:sldMkLst>
      </pc:sldChg>
      <pc:sldChg chg="addSp delSp modSp add mod">
        <pc:chgData name="Deepika Vatsa" userId="f7100972-27fe-4ee6-8fb4-ec9b7931b409" providerId="ADAL" clId="{FECAADD6-485A-4B66-AEA2-DF6E35DB16E2}" dt="2025-08-18T12:15:37.578" v="278" actId="1076"/>
        <pc:sldMkLst>
          <pc:docMk/>
          <pc:sldMk cId="3468002330" sldId="615"/>
        </pc:sldMkLst>
        <pc:spChg chg="mod">
          <ac:chgData name="Deepika Vatsa" userId="f7100972-27fe-4ee6-8fb4-ec9b7931b409" providerId="ADAL" clId="{FECAADD6-485A-4B66-AEA2-DF6E35DB16E2}" dt="2025-08-18T12:10:28.116" v="217" actId="20577"/>
          <ac:spMkLst>
            <pc:docMk/>
            <pc:sldMk cId="3468002330" sldId="615"/>
            <ac:spMk id="2" creationId="{00000000-0000-0000-0000-000000000000}"/>
          </ac:spMkLst>
        </pc:spChg>
        <pc:picChg chg="add mod modCrop">
          <ac:chgData name="Deepika Vatsa" userId="f7100972-27fe-4ee6-8fb4-ec9b7931b409" providerId="ADAL" clId="{FECAADD6-485A-4B66-AEA2-DF6E35DB16E2}" dt="2025-08-18T12:12:44.301" v="244" actId="1076"/>
          <ac:picMkLst>
            <pc:docMk/>
            <pc:sldMk cId="3468002330" sldId="615"/>
            <ac:picMk id="5" creationId="{2CC44FAA-E59D-50D6-3358-2471E4514BBB}"/>
          </ac:picMkLst>
        </pc:picChg>
        <pc:picChg chg="del">
          <ac:chgData name="Deepika Vatsa" userId="f7100972-27fe-4ee6-8fb4-ec9b7931b409" providerId="ADAL" clId="{FECAADD6-485A-4B66-AEA2-DF6E35DB16E2}" dt="2025-08-18T12:10:04.152" v="165" actId="478"/>
          <ac:picMkLst>
            <pc:docMk/>
            <pc:sldMk cId="3468002330" sldId="615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2:52.958" v="246" actId="1076"/>
          <ac:picMkLst>
            <pc:docMk/>
            <pc:sldMk cId="3468002330" sldId="615"/>
            <ac:picMk id="8" creationId="{AC26D618-238D-B539-BF07-568502E06F15}"/>
          </ac:picMkLst>
        </pc:picChg>
        <pc:picChg chg="add mod">
          <ac:chgData name="Deepika Vatsa" userId="f7100972-27fe-4ee6-8fb4-ec9b7931b409" providerId="ADAL" clId="{FECAADD6-485A-4B66-AEA2-DF6E35DB16E2}" dt="2025-08-18T12:12:56.495" v="247" actId="1076"/>
          <ac:picMkLst>
            <pc:docMk/>
            <pc:sldMk cId="3468002330" sldId="615"/>
            <ac:picMk id="10" creationId="{51273CA3-0887-342D-F8FA-5EDE2B21A557}"/>
          </ac:picMkLst>
        </pc:picChg>
        <pc:picChg chg="add mod">
          <ac:chgData name="Deepika Vatsa" userId="f7100972-27fe-4ee6-8fb4-ec9b7931b409" providerId="ADAL" clId="{FECAADD6-485A-4B66-AEA2-DF6E35DB16E2}" dt="2025-08-18T12:13:13.361" v="251" actId="14100"/>
          <ac:picMkLst>
            <pc:docMk/>
            <pc:sldMk cId="3468002330" sldId="615"/>
            <ac:picMk id="12" creationId="{AEA0B93D-A73B-22B4-5A61-8B5DBA7A0C9E}"/>
          </ac:picMkLst>
        </pc:picChg>
        <pc:picChg chg="add mod">
          <ac:chgData name="Deepika Vatsa" userId="f7100972-27fe-4ee6-8fb4-ec9b7931b409" providerId="ADAL" clId="{FECAADD6-485A-4B66-AEA2-DF6E35DB16E2}" dt="2025-08-18T12:13:20.601" v="252" actId="14100"/>
          <ac:picMkLst>
            <pc:docMk/>
            <pc:sldMk cId="3468002330" sldId="615"/>
            <ac:picMk id="14" creationId="{19067CCF-8C03-819F-576B-A43A43E1791D}"/>
          </ac:picMkLst>
        </pc:picChg>
        <pc:picChg chg="add mod">
          <ac:chgData name="Deepika Vatsa" userId="f7100972-27fe-4ee6-8fb4-ec9b7931b409" providerId="ADAL" clId="{FECAADD6-485A-4B66-AEA2-DF6E35DB16E2}" dt="2025-08-18T12:13:28.539" v="259" actId="1037"/>
          <ac:picMkLst>
            <pc:docMk/>
            <pc:sldMk cId="3468002330" sldId="615"/>
            <ac:picMk id="16" creationId="{CC9484A8-7883-649E-C20B-8A897E7B6116}"/>
          </ac:picMkLst>
        </pc:picChg>
        <pc:cxnChg chg="add mod">
          <ac:chgData name="Deepika Vatsa" userId="f7100972-27fe-4ee6-8fb4-ec9b7931b409" providerId="ADAL" clId="{FECAADD6-485A-4B66-AEA2-DF6E35DB16E2}" dt="2025-08-18T12:14:58.033" v="264" actId="14100"/>
          <ac:cxnSpMkLst>
            <pc:docMk/>
            <pc:sldMk cId="3468002330" sldId="615"/>
            <ac:cxnSpMk id="18" creationId="{C7CA4674-FCF8-F505-2833-DDDACC470EEC}"/>
          </ac:cxnSpMkLst>
        </pc:cxnChg>
        <pc:cxnChg chg="add mod">
          <ac:chgData name="Deepika Vatsa" userId="f7100972-27fe-4ee6-8fb4-ec9b7931b409" providerId="ADAL" clId="{FECAADD6-485A-4B66-AEA2-DF6E35DB16E2}" dt="2025-08-18T12:15:05.495" v="266" actId="1076"/>
          <ac:cxnSpMkLst>
            <pc:docMk/>
            <pc:sldMk cId="3468002330" sldId="615"/>
            <ac:cxnSpMk id="20" creationId="{FBCE1A6C-EA7A-A3BB-E665-CC14CC750C1D}"/>
          </ac:cxnSpMkLst>
        </pc:cxnChg>
        <pc:cxnChg chg="add mod">
          <ac:chgData name="Deepika Vatsa" userId="f7100972-27fe-4ee6-8fb4-ec9b7931b409" providerId="ADAL" clId="{FECAADD6-485A-4B66-AEA2-DF6E35DB16E2}" dt="2025-08-18T12:15:17.877" v="270" actId="1076"/>
          <ac:cxnSpMkLst>
            <pc:docMk/>
            <pc:sldMk cId="3468002330" sldId="615"/>
            <ac:cxnSpMk id="21" creationId="{DF8FE725-8023-6324-8D77-E557C4114EF8}"/>
          </ac:cxnSpMkLst>
        </pc:cxnChg>
        <pc:cxnChg chg="add mod">
          <ac:chgData name="Deepika Vatsa" userId="f7100972-27fe-4ee6-8fb4-ec9b7931b409" providerId="ADAL" clId="{FECAADD6-485A-4B66-AEA2-DF6E35DB16E2}" dt="2025-08-18T12:15:30.511" v="276" actId="1076"/>
          <ac:cxnSpMkLst>
            <pc:docMk/>
            <pc:sldMk cId="3468002330" sldId="615"/>
            <ac:cxnSpMk id="23" creationId="{06F46995-D9EE-AB0E-2F95-9B01A574D060}"/>
          </ac:cxnSpMkLst>
        </pc:cxnChg>
        <pc:cxnChg chg="add mod">
          <ac:chgData name="Deepika Vatsa" userId="f7100972-27fe-4ee6-8fb4-ec9b7931b409" providerId="ADAL" clId="{FECAADD6-485A-4B66-AEA2-DF6E35DB16E2}" dt="2025-08-18T12:15:37.578" v="278" actId="1076"/>
          <ac:cxnSpMkLst>
            <pc:docMk/>
            <pc:sldMk cId="3468002330" sldId="615"/>
            <ac:cxnSpMk id="26" creationId="{5D1B6595-BDA8-94AC-023D-22A548C4E7B3}"/>
          </ac:cxnSpMkLst>
        </pc:cxnChg>
      </pc:sldChg>
      <pc:sldChg chg="addSp delSp modSp add mod ord">
        <pc:chgData name="Deepika Vatsa" userId="f7100972-27fe-4ee6-8fb4-ec9b7931b409" providerId="ADAL" clId="{FECAADD6-485A-4B66-AEA2-DF6E35DB16E2}" dt="2025-08-18T12:16:40.109" v="303" actId="1076"/>
        <pc:sldMkLst>
          <pc:docMk/>
          <pc:sldMk cId="2334307004" sldId="616"/>
        </pc:sldMkLst>
        <pc:spChg chg="mod">
          <ac:chgData name="Deepika Vatsa" userId="f7100972-27fe-4ee6-8fb4-ec9b7931b409" providerId="ADAL" clId="{FECAADD6-485A-4B66-AEA2-DF6E35DB16E2}" dt="2025-08-18T12:16:02.793" v="290" actId="20577"/>
          <ac:spMkLst>
            <pc:docMk/>
            <pc:sldMk cId="2334307004" sldId="616"/>
            <ac:spMk id="2" creationId="{00000000-0000-0000-0000-000000000000}"/>
          </ac:spMkLst>
        </pc:spChg>
        <pc:picChg chg="add del mod">
          <ac:chgData name="Deepika Vatsa" userId="f7100972-27fe-4ee6-8fb4-ec9b7931b409" providerId="ADAL" clId="{FECAADD6-485A-4B66-AEA2-DF6E35DB16E2}" dt="2025-08-18T12:16:34.659" v="300" actId="478"/>
          <ac:picMkLst>
            <pc:docMk/>
            <pc:sldMk cId="2334307004" sldId="616"/>
            <ac:picMk id="5" creationId="{FCF334FB-A364-8AF1-7656-34923DFBE8FE}"/>
          </ac:picMkLst>
        </pc:picChg>
        <pc:picChg chg="del">
          <ac:chgData name="Deepika Vatsa" userId="f7100972-27fe-4ee6-8fb4-ec9b7931b409" providerId="ADAL" clId="{FECAADD6-485A-4B66-AEA2-DF6E35DB16E2}" dt="2025-08-18T12:16:04.377" v="291" actId="478"/>
          <ac:picMkLst>
            <pc:docMk/>
            <pc:sldMk cId="2334307004" sldId="616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6:40.109" v="303" actId="1076"/>
          <ac:picMkLst>
            <pc:docMk/>
            <pc:sldMk cId="2334307004" sldId="616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2:31.378" v="419" actId="478"/>
        <pc:sldMkLst>
          <pc:docMk/>
          <pc:sldMk cId="3542099841" sldId="617"/>
        </pc:sldMkLst>
        <pc:spChg chg="del">
          <ac:chgData name="Deepika Vatsa" userId="f7100972-27fe-4ee6-8fb4-ec9b7931b409" providerId="ADAL" clId="{FECAADD6-485A-4B66-AEA2-DF6E35DB16E2}" dt="2025-08-18T12:17:24.988" v="309" actId="478"/>
          <ac:spMkLst>
            <pc:docMk/>
            <pc:sldMk cId="3542099841" sldId="61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FECAADD6-485A-4B66-AEA2-DF6E35DB16E2}" dt="2025-08-18T12:22:31.378" v="419" actId="478"/>
          <ac:spMkLst>
            <pc:docMk/>
            <pc:sldMk cId="3542099841" sldId="617"/>
            <ac:spMk id="7" creationId="{91DEEBB9-3AC3-4A9E-CF86-989F90816E47}"/>
          </ac:spMkLst>
        </pc:spChg>
        <pc:spChg chg="add mod">
          <ac:chgData name="Deepika Vatsa" userId="f7100972-27fe-4ee6-8fb4-ec9b7931b409" providerId="ADAL" clId="{FECAADD6-485A-4B66-AEA2-DF6E35DB16E2}" dt="2025-08-18T12:17:30.462" v="319" actId="20577"/>
          <ac:spMkLst>
            <pc:docMk/>
            <pc:sldMk cId="3542099841" sldId="617"/>
            <ac:spMk id="9" creationId="{C253D9F7-5718-29E9-229A-BBDE1A6BAEC3}"/>
          </ac:spMkLst>
        </pc:spChg>
        <pc:picChg chg="add mod">
          <ac:chgData name="Deepika Vatsa" userId="f7100972-27fe-4ee6-8fb4-ec9b7931b409" providerId="ADAL" clId="{FECAADD6-485A-4B66-AEA2-DF6E35DB16E2}" dt="2025-08-18T12:17:17.761" v="308" actId="1076"/>
          <ac:picMkLst>
            <pc:docMk/>
            <pc:sldMk cId="3542099841" sldId="617"/>
            <ac:picMk id="5" creationId="{2112331D-2B54-394C-1B8B-69BDD8D2D700}"/>
          </ac:picMkLst>
        </pc:picChg>
        <pc:picChg chg="del">
          <ac:chgData name="Deepika Vatsa" userId="f7100972-27fe-4ee6-8fb4-ec9b7931b409" providerId="ADAL" clId="{FECAADD6-485A-4B66-AEA2-DF6E35DB16E2}" dt="2025-08-18T12:17:12.224" v="305" actId="478"/>
          <ac:picMkLst>
            <pc:docMk/>
            <pc:sldMk cId="3542099841" sldId="617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19:35.605" v="371" actId="1076"/>
        <pc:sldMkLst>
          <pc:docMk/>
          <pc:sldMk cId="3991955979" sldId="618"/>
        </pc:sldMkLst>
        <pc:spChg chg="mod">
          <ac:chgData name="Deepika Vatsa" userId="f7100972-27fe-4ee6-8fb4-ec9b7931b409" providerId="ADAL" clId="{FECAADD6-485A-4B66-AEA2-DF6E35DB16E2}" dt="2025-08-18T12:19:10.680" v="364" actId="20577"/>
          <ac:spMkLst>
            <pc:docMk/>
            <pc:sldMk cId="3991955979" sldId="618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19:12.145" v="365" actId="478"/>
          <ac:picMkLst>
            <pc:docMk/>
            <pc:sldMk cId="3991955979" sldId="618"/>
            <ac:picMk id="5" creationId="{CBB23C75-79E3-DF1C-D40A-D199F6F0FF07}"/>
          </ac:picMkLst>
        </pc:picChg>
        <pc:picChg chg="add mod">
          <ac:chgData name="Deepika Vatsa" userId="f7100972-27fe-4ee6-8fb4-ec9b7931b409" providerId="ADAL" clId="{FECAADD6-485A-4B66-AEA2-DF6E35DB16E2}" dt="2025-08-18T12:19:18.708" v="369" actId="14100"/>
          <ac:picMkLst>
            <pc:docMk/>
            <pc:sldMk cId="3991955979" sldId="618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19:35.605" v="371" actId="1076"/>
          <ac:picMkLst>
            <pc:docMk/>
            <pc:sldMk cId="3991955979" sldId="618"/>
            <ac:picMk id="8" creationId="{B9A0C6AF-A876-1DCD-2348-A7B28B92152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0:13.153" v="378" actId="1076"/>
        <pc:sldMkLst>
          <pc:docMk/>
          <pc:sldMk cId="3912900456" sldId="619"/>
        </pc:sldMkLst>
        <pc:picChg chg="add mod">
          <ac:chgData name="Deepika Vatsa" userId="f7100972-27fe-4ee6-8fb4-ec9b7931b409" providerId="ADAL" clId="{FECAADD6-485A-4B66-AEA2-DF6E35DB16E2}" dt="2025-08-18T12:20:03.557" v="376" actId="14100"/>
          <ac:picMkLst>
            <pc:docMk/>
            <pc:sldMk cId="3912900456" sldId="619"/>
            <ac:picMk id="5" creationId="{B9D85BF9-2634-8C6B-1C54-FA92545D2984}"/>
          </ac:picMkLst>
        </pc:picChg>
        <pc:picChg chg="del">
          <ac:chgData name="Deepika Vatsa" userId="f7100972-27fe-4ee6-8fb4-ec9b7931b409" providerId="ADAL" clId="{FECAADD6-485A-4B66-AEA2-DF6E35DB16E2}" dt="2025-08-18T12:19:57.897" v="373" actId="478"/>
          <ac:picMkLst>
            <pc:docMk/>
            <pc:sldMk cId="3912900456" sldId="619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20:13.153" v="378" actId="1076"/>
          <ac:picMkLst>
            <pc:docMk/>
            <pc:sldMk cId="3912900456" sldId="619"/>
            <ac:picMk id="9" creationId="{6C68254F-11DA-AC9D-812C-5397EBBEA39E}"/>
          </ac:picMkLst>
        </pc:picChg>
      </pc:sldChg>
      <pc:sldChg chg="add">
        <pc:chgData name="Deepika Vatsa" userId="f7100972-27fe-4ee6-8fb4-ec9b7931b409" providerId="ADAL" clId="{FECAADD6-485A-4B66-AEA2-DF6E35DB16E2}" dt="2025-08-18T12:20:43.270" v="379" actId="2890"/>
        <pc:sldMkLst>
          <pc:docMk/>
          <pc:sldMk cId="4060805478" sldId="620"/>
        </pc:sldMkLst>
      </pc:sldChg>
      <pc:sldChg chg="addSp delSp modSp add mod">
        <pc:chgData name="Deepika Vatsa" userId="f7100972-27fe-4ee6-8fb4-ec9b7931b409" providerId="ADAL" clId="{FECAADD6-485A-4B66-AEA2-DF6E35DB16E2}" dt="2025-08-18T12:23:33.340" v="453" actId="14100"/>
        <pc:sldMkLst>
          <pc:docMk/>
          <pc:sldMk cId="3334835650" sldId="621"/>
        </pc:sldMkLst>
        <pc:spChg chg="mod">
          <ac:chgData name="Deepika Vatsa" userId="f7100972-27fe-4ee6-8fb4-ec9b7931b409" providerId="ADAL" clId="{FECAADD6-485A-4B66-AEA2-DF6E35DB16E2}" dt="2025-08-18T12:23:26.085" v="449" actId="5793"/>
          <ac:spMkLst>
            <pc:docMk/>
            <pc:sldMk cId="3334835650" sldId="621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3:27.827" v="450" actId="478"/>
          <ac:picMkLst>
            <pc:docMk/>
            <pc:sldMk cId="3334835650" sldId="621"/>
            <ac:picMk id="5" creationId="{B9D85BF9-2634-8C6B-1C54-FA92545D2984}"/>
          </ac:picMkLst>
        </pc:picChg>
        <pc:picChg chg="add mod">
          <ac:chgData name="Deepika Vatsa" userId="f7100972-27fe-4ee6-8fb4-ec9b7931b409" providerId="ADAL" clId="{FECAADD6-485A-4B66-AEA2-DF6E35DB16E2}" dt="2025-08-18T12:23:33.340" v="453" actId="14100"/>
          <ac:picMkLst>
            <pc:docMk/>
            <pc:sldMk cId="3334835650" sldId="621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3:58.850" v="458" actId="14100"/>
        <pc:sldMkLst>
          <pc:docMk/>
          <pc:sldMk cId="3976936197" sldId="622"/>
        </pc:sldMkLst>
        <pc:picChg chg="add mod">
          <ac:chgData name="Deepika Vatsa" userId="f7100972-27fe-4ee6-8fb4-ec9b7931b409" providerId="ADAL" clId="{FECAADD6-485A-4B66-AEA2-DF6E35DB16E2}" dt="2025-08-18T12:23:58.850" v="458" actId="14100"/>
          <ac:picMkLst>
            <pc:docMk/>
            <pc:sldMk cId="3976936197" sldId="622"/>
            <ac:picMk id="5" creationId="{FC06E42A-5E65-5F01-9A82-45CA807E2DDE}"/>
          </ac:picMkLst>
        </pc:picChg>
        <pc:picChg chg="del">
          <ac:chgData name="Deepika Vatsa" userId="f7100972-27fe-4ee6-8fb4-ec9b7931b409" providerId="ADAL" clId="{FECAADD6-485A-4B66-AEA2-DF6E35DB16E2}" dt="2025-08-18T12:23:51.057" v="455" actId="478"/>
          <ac:picMkLst>
            <pc:docMk/>
            <pc:sldMk cId="3976936197" sldId="622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36.423" v="551" actId="14100"/>
        <pc:sldMkLst>
          <pc:docMk/>
          <pc:sldMk cId="1533333801" sldId="623"/>
        </pc:sldMkLst>
        <pc:spChg chg="mod">
          <ac:chgData name="Deepika Vatsa" userId="f7100972-27fe-4ee6-8fb4-ec9b7931b409" providerId="ADAL" clId="{FECAADD6-485A-4B66-AEA2-DF6E35DB16E2}" dt="2025-08-18T12:24:18.547" v="476" actId="20577"/>
          <ac:spMkLst>
            <pc:docMk/>
            <pc:sldMk cId="1533333801" sldId="623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4:20.167" v="477" actId="478"/>
          <ac:picMkLst>
            <pc:docMk/>
            <pc:sldMk cId="1533333801" sldId="623"/>
            <ac:picMk id="5" creationId="{FC06E42A-5E65-5F01-9A82-45CA807E2DDE}"/>
          </ac:picMkLst>
        </pc:picChg>
        <pc:picChg chg="add mod">
          <ac:chgData name="Deepika Vatsa" userId="f7100972-27fe-4ee6-8fb4-ec9b7931b409" providerId="ADAL" clId="{FECAADD6-485A-4B66-AEA2-DF6E35DB16E2}" dt="2025-08-18T12:27:36.423" v="551" actId="14100"/>
          <ac:picMkLst>
            <pc:docMk/>
            <pc:sldMk cId="1533333801" sldId="623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2367265284" sldId="624"/>
        </pc:sldMkLst>
        <pc:picChg chg="del">
          <ac:chgData name="Deepika Vatsa" userId="f7100972-27fe-4ee6-8fb4-ec9b7931b409" providerId="ADAL" clId="{FECAADD6-485A-4B66-AEA2-DF6E35DB16E2}" dt="2025-08-18T12:25:27.883" v="487" actId="478"/>
          <ac:picMkLst>
            <pc:docMk/>
            <pc:sldMk cId="2367265284" sldId="624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1967559052" sldId="625"/>
        </pc:sldMkLst>
        <pc:picChg chg="del">
          <ac:chgData name="Deepika Vatsa" userId="f7100972-27fe-4ee6-8fb4-ec9b7931b409" providerId="ADAL" clId="{FECAADD6-485A-4B66-AEA2-DF6E35DB16E2}" dt="2025-08-18T12:25:30.077" v="488" actId="478"/>
          <ac:picMkLst>
            <pc:docMk/>
            <pc:sldMk cId="1967559052" sldId="625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34.745" v="521" actId="20577"/>
        <pc:sldMkLst>
          <pc:docMk/>
          <pc:sldMk cId="3549948443" sldId="626"/>
        </pc:sldMkLst>
        <pc:spChg chg="mod">
          <ac:chgData name="Deepika Vatsa" userId="f7100972-27fe-4ee6-8fb4-ec9b7931b409" providerId="ADAL" clId="{FECAADD6-485A-4B66-AEA2-DF6E35DB16E2}" dt="2025-08-18T12:26:34.745" v="521" actId="20577"/>
          <ac:spMkLst>
            <pc:docMk/>
            <pc:sldMk cId="3549948443" sldId="626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5:59.255" v="494" actId="1076"/>
          <ac:picMkLst>
            <pc:docMk/>
            <pc:sldMk cId="3549948443" sldId="626"/>
            <ac:picMk id="5" creationId="{9F257CC6-C275-8610-3C49-0F57B9EED705}"/>
          </ac:picMkLst>
        </pc:picChg>
        <pc:picChg chg="del">
          <ac:chgData name="Deepika Vatsa" userId="f7100972-27fe-4ee6-8fb4-ec9b7931b409" providerId="ADAL" clId="{FECAADD6-485A-4B66-AEA2-DF6E35DB16E2}" dt="2025-08-18T12:25:32.117" v="489" actId="478"/>
          <ac:picMkLst>
            <pc:docMk/>
            <pc:sldMk cId="3549948443" sldId="626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29.619" v="508" actId="14100"/>
        <pc:sldMkLst>
          <pc:docMk/>
          <pc:sldMk cId="1492384228" sldId="627"/>
        </pc:sldMkLst>
        <pc:spChg chg="mod">
          <ac:chgData name="Deepika Vatsa" userId="f7100972-27fe-4ee6-8fb4-ec9b7931b409" providerId="ADAL" clId="{FECAADD6-485A-4B66-AEA2-DF6E35DB16E2}" dt="2025-08-18T12:26:23.477" v="504" actId="20577"/>
          <ac:spMkLst>
            <pc:docMk/>
            <pc:sldMk cId="1492384228" sldId="627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6:24.903" v="505" actId="478"/>
          <ac:picMkLst>
            <pc:docMk/>
            <pc:sldMk cId="1492384228" sldId="627"/>
            <ac:picMk id="5" creationId="{9F257CC6-C275-8610-3C49-0F57B9EED705}"/>
          </ac:picMkLst>
        </pc:picChg>
        <pc:picChg chg="add mod">
          <ac:chgData name="Deepika Vatsa" userId="f7100972-27fe-4ee6-8fb4-ec9b7931b409" providerId="ADAL" clId="{FECAADD6-485A-4B66-AEA2-DF6E35DB16E2}" dt="2025-08-18T12:26:29.619" v="508" actId="14100"/>
          <ac:picMkLst>
            <pc:docMk/>
            <pc:sldMk cId="1492384228" sldId="627"/>
            <ac:picMk id="6" creationId="{83230359-2DED-4BBB-12AD-ED524BA268FF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28.341" v="550" actId="14100"/>
        <pc:sldMkLst>
          <pc:docMk/>
          <pc:sldMk cId="3339153089" sldId="628"/>
        </pc:sldMkLst>
        <pc:spChg chg="mod">
          <ac:chgData name="Deepika Vatsa" userId="f7100972-27fe-4ee6-8fb4-ec9b7931b409" providerId="ADAL" clId="{FECAADD6-485A-4B66-AEA2-DF6E35DB16E2}" dt="2025-08-18T12:27:21.792" v="546" actId="20577"/>
          <ac:spMkLst>
            <pc:docMk/>
            <pc:sldMk cId="3339153089" sldId="628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7:28.341" v="550" actId="14100"/>
          <ac:picMkLst>
            <pc:docMk/>
            <pc:sldMk cId="3339153089" sldId="628"/>
            <ac:picMk id="5" creationId="{E774913A-6257-8DCF-186F-01DAC8BBA23F}"/>
          </ac:picMkLst>
        </pc:picChg>
        <pc:picChg chg="del">
          <ac:chgData name="Deepika Vatsa" userId="f7100972-27fe-4ee6-8fb4-ec9b7931b409" providerId="ADAL" clId="{FECAADD6-485A-4B66-AEA2-DF6E35DB16E2}" dt="2025-08-18T12:27:23.518" v="547" actId="478"/>
          <ac:picMkLst>
            <pc:docMk/>
            <pc:sldMk cId="3339153089" sldId="628"/>
            <ac:picMk id="6" creationId="{83230359-2DED-4BBB-12AD-ED524BA268FF}"/>
          </ac:picMkLst>
        </pc:picChg>
      </pc:sldChg>
    </pc:docChg>
  </pc:docChgLst>
  <pc:docChgLst>
    <pc:chgData name="Deepika Vatsa" userId="f7100972-27fe-4ee6-8fb4-ec9b7931b409" providerId="ADAL" clId="{2AFFE7C8-BE72-4E40-A521-66C48F887714}"/>
    <pc:docChg chg="undo custSel addSld delSld modSld sldOrd">
      <pc:chgData name="Deepika Vatsa" userId="f7100972-27fe-4ee6-8fb4-ec9b7931b409" providerId="ADAL" clId="{2AFFE7C8-BE72-4E40-A521-66C48F887714}" dt="2025-08-26T06:05:12.250" v="5497" actId="20577"/>
      <pc:docMkLst>
        <pc:docMk/>
      </pc:docMkLst>
      <pc:sldChg chg="modSp mod">
        <pc:chgData name="Deepika Vatsa" userId="f7100972-27fe-4ee6-8fb4-ec9b7931b409" providerId="ADAL" clId="{2AFFE7C8-BE72-4E40-A521-66C48F887714}" dt="2025-08-25T08:14:44.828" v="3942" actId="20577"/>
        <pc:sldMkLst>
          <pc:docMk/>
          <pc:sldMk cId="0" sldId="395"/>
        </pc:sldMkLst>
        <pc:spChg chg="mod">
          <ac:chgData name="Deepika Vatsa" userId="f7100972-27fe-4ee6-8fb4-ec9b7931b409" providerId="ADAL" clId="{2AFFE7C8-BE72-4E40-A521-66C48F887714}" dt="2025-08-25T08:14:44.828" v="3942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2AFFE7C8-BE72-4E40-A521-66C48F887714}" dt="2025-08-22T09:10:28.414" v="272" actId="20577"/>
        <pc:sldMkLst>
          <pc:docMk/>
          <pc:sldMk cId="3439049211" sldId="591"/>
        </pc:sldMkLst>
        <pc:spChg chg="mod">
          <ac:chgData name="Deepika Vatsa" userId="f7100972-27fe-4ee6-8fb4-ec9b7931b409" providerId="ADAL" clId="{2AFFE7C8-BE72-4E40-A521-66C48F887714}" dt="2025-08-22T09:10:28.414" v="272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delSp modSp mod">
        <pc:chgData name="Deepika Vatsa" userId="f7100972-27fe-4ee6-8fb4-ec9b7931b409" providerId="ADAL" clId="{2AFFE7C8-BE72-4E40-A521-66C48F887714}" dt="2025-08-26T06:05:12.250" v="5497" actId="20577"/>
        <pc:sldMkLst>
          <pc:docMk/>
          <pc:sldMk cId="3198423911" sldId="593"/>
        </pc:sldMkLst>
        <pc:spChg chg="mod">
          <ac:chgData name="Deepika Vatsa" userId="f7100972-27fe-4ee6-8fb4-ec9b7931b409" providerId="ADAL" clId="{2AFFE7C8-BE72-4E40-A521-66C48F887714}" dt="2025-08-22T08:49:29.482" v="54" actId="20577"/>
          <ac:spMkLst>
            <pc:docMk/>
            <pc:sldMk cId="3198423911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2AFFE7C8-BE72-4E40-A521-66C48F887714}" dt="2025-08-26T06:05:12.250" v="5497" actId="20577"/>
          <ac:spMkLst>
            <pc:docMk/>
            <pc:sldMk cId="3198423911" sldId="593"/>
            <ac:spMk id="5" creationId="{2461C6AC-CE12-CE55-1E34-C97C06A15181}"/>
          </ac:spMkLst>
        </pc:spChg>
        <pc:inkChg chg="del">
          <ac:chgData name="Deepika Vatsa" userId="f7100972-27fe-4ee6-8fb4-ec9b7931b409" providerId="ADAL" clId="{2AFFE7C8-BE72-4E40-A521-66C48F887714}" dt="2025-08-22T08:48:35.230" v="46" actId="478"/>
          <ac:inkMkLst>
            <pc:docMk/>
            <pc:sldMk cId="3198423911" sldId="593"/>
            <ac:inkMk id="4" creationId="{F57AC4F4-9915-BC5C-2518-359ABAE0993A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26:27.640" v="5472"/>
        <pc:sldMkLst>
          <pc:docMk/>
          <pc:sldMk cId="3408036593" sldId="594"/>
        </pc:sldMkLst>
        <pc:spChg chg="mod">
          <ac:chgData name="Deepika Vatsa" userId="f7100972-27fe-4ee6-8fb4-ec9b7931b409" providerId="ADAL" clId="{2AFFE7C8-BE72-4E40-A521-66C48F887714}" dt="2025-08-22T09:07:32.040" v="161" actId="20577"/>
          <ac:spMkLst>
            <pc:docMk/>
            <pc:sldMk cId="3408036593" sldId="594"/>
            <ac:spMk id="2" creationId="{00000000-0000-0000-0000-000000000000}"/>
          </ac:spMkLst>
        </pc:spChg>
        <pc:spChg chg="mod">
          <ac:chgData name="Deepika Vatsa" userId="f7100972-27fe-4ee6-8fb4-ec9b7931b409" providerId="ADAL" clId="{2AFFE7C8-BE72-4E40-A521-66C48F887714}" dt="2025-08-25T09:01:39.545" v="5468" actId="1076"/>
          <ac:spMkLst>
            <pc:docMk/>
            <pc:sldMk cId="3408036593" sldId="594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2AFFE7C8-BE72-4E40-A521-66C48F887714}" dt="2025-08-22T09:38:48.086" v="282" actId="478"/>
          <ac:picMkLst>
            <pc:docMk/>
            <pc:sldMk cId="3408036593" sldId="594"/>
            <ac:picMk id="6" creationId="{13F88BED-ECF4-716F-EDB9-F4D11426AAC6}"/>
          </ac:picMkLst>
        </pc:picChg>
        <pc:inkChg chg="add">
          <ac:chgData name="Deepika Vatsa" userId="f7100972-27fe-4ee6-8fb4-ec9b7931b409" providerId="ADAL" clId="{2AFFE7C8-BE72-4E40-A521-66C48F887714}" dt="2025-08-25T09:26:27.640" v="5472"/>
          <ac:inkMkLst>
            <pc:docMk/>
            <pc:sldMk cId="3408036593" sldId="594"/>
            <ac:inkMk id="4" creationId="{093914EF-3DD6-16B9-C528-34E27C2B2B67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26:27.640" v="5472"/>
        <pc:sldMkLst>
          <pc:docMk/>
          <pc:sldMk cId="2858621929" sldId="595"/>
        </pc:sldMkLst>
        <pc:spChg chg="del">
          <ac:chgData name="Deepika Vatsa" userId="f7100972-27fe-4ee6-8fb4-ec9b7931b409" providerId="ADAL" clId="{2AFFE7C8-BE72-4E40-A521-66C48F887714}" dt="2025-08-24T11:19:08.772" v="1376" actId="478"/>
          <ac:spMkLst>
            <pc:docMk/>
            <pc:sldMk cId="2858621929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2AFFE7C8-BE72-4E40-A521-66C48F887714}" dt="2025-08-22T09:11:15.975" v="275" actId="478"/>
          <ac:spMkLst>
            <pc:docMk/>
            <pc:sldMk cId="2858621929" sldId="595"/>
            <ac:spMk id="5" creationId="{2461C6AC-CE12-CE55-1E34-C97C06A15181}"/>
          </ac:spMkLst>
        </pc:spChg>
        <pc:spChg chg="add mod">
          <ac:chgData name="Deepika Vatsa" userId="f7100972-27fe-4ee6-8fb4-ec9b7931b409" providerId="ADAL" clId="{2AFFE7C8-BE72-4E40-A521-66C48F887714}" dt="2025-08-25T09:02:19.929" v="5470" actId="14100"/>
          <ac:spMkLst>
            <pc:docMk/>
            <pc:sldMk cId="2858621929" sldId="595"/>
            <ac:spMk id="10" creationId="{EEDB9772-1ED6-0C55-340A-A857629D6C86}"/>
          </ac:spMkLst>
        </pc:spChg>
        <pc:spChg chg="add del mod">
          <ac:chgData name="Deepika Vatsa" userId="f7100972-27fe-4ee6-8fb4-ec9b7931b409" providerId="ADAL" clId="{2AFFE7C8-BE72-4E40-A521-66C48F887714}" dt="2025-08-24T11:19:11.106" v="1378" actId="478"/>
          <ac:spMkLst>
            <pc:docMk/>
            <pc:sldMk cId="2858621929" sldId="595"/>
            <ac:spMk id="14" creationId="{385361E8-C060-0673-101A-9C0D1E76F59D}"/>
          </ac:spMkLst>
        </pc:spChg>
        <pc:spChg chg="add mod">
          <ac:chgData name="Deepika Vatsa" userId="f7100972-27fe-4ee6-8fb4-ec9b7931b409" providerId="ADAL" clId="{2AFFE7C8-BE72-4E40-A521-66C48F887714}" dt="2025-08-24T11:19:09.181" v="1377"/>
          <ac:spMkLst>
            <pc:docMk/>
            <pc:sldMk cId="2858621929" sldId="595"/>
            <ac:spMk id="15" creationId="{C8E7C062-B5CC-7872-B15A-3B8CB570935C}"/>
          </ac:spMkLst>
        </pc:spChg>
        <pc:picChg chg="del">
          <ac:chgData name="Deepika Vatsa" userId="f7100972-27fe-4ee6-8fb4-ec9b7931b409" providerId="ADAL" clId="{2AFFE7C8-BE72-4E40-A521-66C48F887714}" dt="2025-08-22T09:11:12.698" v="273" actId="478"/>
          <ac:picMkLst>
            <pc:docMk/>
            <pc:sldMk cId="2858621929" sldId="595"/>
            <ac:picMk id="6" creationId="{13F88BED-ECF4-716F-EDB9-F4D11426AAC6}"/>
          </ac:picMkLst>
        </pc:picChg>
        <pc:picChg chg="add del mod">
          <ac:chgData name="Deepika Vatsa" userId="f7100972-27fe-4ee6-8fb4-ec9b7931b409" providerId="ADAL" clId="{2AFFE7C8-BE72-4E40-A521-66C48F887714}" dt="2025-08-22T09:38:44.513" v="281" actId="478"/>
          <ac:picMkLst>
            <pc:docMk/>
            <pc:sldMk cId="2858621929" sldId="595"/>
            <ac:picMk id="7" creationId="{5B75B90E-6694-D352-0D11-C6AFEE0043B1}"/>
          </ac:picMkLst>
        </pc:picChg>
        <pc:picChg chg="add mod">
          <ac:chgData name="Deepika Vatsa" userId="f7100972-27fe-4ee6-8fb4-ec9b7931b409" providerId="ADAL" clId="{2AFFE7C8-BE72-4E40-A521-66C48F887714}" dt="2025-08-22T09:42:51.885" v="317" actId="1076"/>
          <ac:picMkLst>
            <pc:docMk/>
            <pc:sldMk cId="2858621929" sldId="595"/>
            <ac:picMk id="9" creationId="{6F4B0385-6FFC-800F-0BBD-6F8B39DD6FC4}"/>
          </ac:picMkLst>
        </pc:picChg>
        <pc:picChg chg="add mod">
          <ac:chgData name="Deepika Vatsa" userId="f7100972-27fe-4ee6-8fb4-ec9b7931b409" providerId="ADAL" clId="{2AFFE7C8-BE72-4E40-A521-66C48F887714}" dt="2025-08-22T09:44:13.457" v="421" actId="1076"/>
          <ac:picMkLst>
            <pc:docMk/>
            <pc:sldMk cId="2858621929" sldId="595"/>
            <ac:picMk id="12" creationId="{857E971C-8132-C1DF-3796-34D730238861}"/>
          </ac:picMkLst>
        </pc:picChg>
        <pc:inkChg chg="add">
          <ac:chgData name="Deepika Vatsa" userId="f7100972-27fe-4ee6-8fb4-ec9b7931b409" providerId="ADAL" clId="{2AFFE7C8-BE72-4E40-A521-66C48F887714}" dt="2025-08-25T09:26:27.640" v="5472"/>
          <ac:inkMkLst>
            <pc:docMk/>
            <pc:sldMk cId="2858621929" sldId="595"/>
            <ac:inkMk id="2" creationId="{675D0866-D632-9690-1A59-17C427849D1A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26:27.640" v="5472"/>
        <pc:sldMkLst>
          <pc:docMk/>
          <pc:sldMk cId="2680060840" sldId="596"/>
        </pc:sldMkLst>
        <pc:spChg chg="mod">
          <ac:chgData name="Deepika Vatsa" userId="f7100972-27fe-4ee6-8fb4-ec9b7931b409" providerId="ADAL" clId="{2AFFE7C8-BE72-4E40-A521-66C48F887714}" dt="2025-08-24T11:18:41.310" v="1371" actId="20577"/>
          <ac:spMkLst>
            <pc:docMk/>
            <pc:sldMk cId="2680060840" sldId="596"/>
            <ac:spMk id="2" creationId="{00000000-0000-0000-0000-000000000000}"/>
          </ac:spMkLst>
        </pc:spChg>
        <pc:spChg chg="del">
          <ac:chgData name="Deepika Vatsa" userId="f7100972-27fe-4ee6-8fb4-ec9b7931b409" providerId="ADAL" clId="{2AFFE7C8-BE72-4E40-A521-66C48F887714}" dt="2025-08-22T09:45:02.740" v="532" actId="478"/>
          <ac:spMkLst>
            <pc:docMk/>
            <pc:sldMk cId="2680060840" sldId="596"/>
            <ac:spMk id="5" creationId="{2461C6AC-CE12-CE55-1E34-C97C06A15181}"/>
          </ac:spMkLst>
        </pc:spChg>
        <pc:spChg chg="add mod">
          <ac:chgData name="Deepika Vatsa" userId="f7100972-27fe-4ee6-8fb4-ec9b7931b409" providerId="ADAL" clId="{2AFFE7C8-BE72-4E40-A521-66C48F887714}" dt="2025-08-22T09:48:10.852" v="624" actId="1076"/>
          <ac:spMkLst>
            <pc:docMk/>
            <pc:sldMk cId="2680060840" sldId="596"/>
            <ac:spMk id="7" creationId="{0916E6B9-80F5-6FC3-BE3A-5E58FD8BBD6F}"/>
          </ac:spMkLst>
        </pc:spChg>
        <pc:spChg chg="add mod">
          <ac:chgData name="Deepika Vatsa" userId="f7100972-27fe-4ee6-8fb4-ec9b7931b409" providerId="ADAL" clId="{2AFFE7C8-BE72-4E40-A521-66C48F887714}" dt="2025-08-22T09:48:24.836" v="640" actId="20577"/>
          <ac:spMkLst>
            <pc:docMk/>
            <pc:sldMk cId="2680060840" sldId="596"/>
            <ac:spMk id="10" creationId="{8442BE5F-95FF-40BE-33CF-F3BEB3EEDEA5}"/>
          </ac:spMkLst>
        </pc:spChg>
        <pc:picChg chg="add mod">
          <ac:chgData name="Deepika Vatsa" userId="f7100972-27fe-4ee6-8fb4-ec9b7931b409" providerId="ADAL" clId="{2AFFE7C8-BE72-4E40-A521-66C48F887714}" dt="2025-08-24T11:18:47.651" v="1375" actId="1036"/>
          <ac:picMkLst>
            <pc:docMk/>
            <pc:sldMk cId="2680060840" sldId="596"/>
            <ac:picMk id="6" creationId="{78C83B4F-66BF-DC20-A09D-62C7D3229DF8}"/>
          </ac:picMkLst>
        </pc:picChg>
        <pc:picChg chg="add mod modCrop">
          <ac:chgData name="Deepika Vatsa" userId="f7100972-27fe-4ee6-8fb4-ec9b7931b409" providerId="ADAL" clId="{2AFFE7C8-BE72-4E40-A521-66C48F887714}" dt="2025-08-22T09:48:04.581" v="622" actId="1076"/>
          <ac:picMkLst>
            <pc:docMk/>
            <pc:sldMk cId="2680060840" sldId="596"/>
            <ac:picMk id="9" creationId="{36D39E8F-8A12-A303-3FCF-856F8A4A6D31}"/>
          </ac:picMkLst>
        </pc:picChg>
        <pc:inkChg chg="add">
          <ac:chgData name="Deepika Vatsa" userId="f7100972-27fe-4ee6-8fb4-ec9b7931b409" providerId="ADAL" clId="{2AFFE7C8-BE72-4E40-A521-66C48F887714}" dt="2025-08-25T09:26:27.640" v="5472"/>
          <ac:inkMkLst>
            <pc:docMk/>
            <pc:sldMk cId="2680060840" sldId="596"/>
            <ac:inkMk id="4" creationId="{100B3EEA-286A-35E8-76CF-94B3C88FA941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26:27.640" v="5472"/>
        <pc:sldMkLst>
          <pc:docMk/>
          <pc:sldMk cId="2645596846" sldId="597"/>
        </pc:sldMkLst>
        <pc:spChg chg="del">
          <ac:chgData name="Deepika Vatsa" userId="f7100972-27fe-4ee6-8fb4-ec9b7931b409" providerId="ADAL" clId="{2AFFE7C8-BE72-4E40-A521-66C48F887714}" dt="2025-08-24T11:19:15.802" v="1379" actId="478"/>
          <ac:spMkLst>
            <pc:docMk/>
            <pc:sldMk cId="2645596846" sldId="59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2AFFE7C8-BE72-4E40-A521-66C48F887714}" dt="2025-08-24T11:19:18.220" v="1380" actId="478"/>
          <ac:spMkLst>
            <pc:docMk/>
            <pc:sldMk cId="2645596846" sldId="597"/>
            <ac:spMk id="7" creationId="{500E1BF9-46D1-C570-8F97-0DF5E07E6F13}"/>
          </ac:spMkLst>
        </pc:spChg>
        <pc:spChg chg="add mod">
          <ac:chgData name="Deepika Vatsa" userId="f7100972-27fe-4ee6-8fb4-ec9b7931b409" providerId="ADAL" clId="{2AFFE7C8-BE72-4E40-A521-66C48F887714}" dt="2025-08-24T11:19:18.648" v="1381"/>
          <ac:spMkLst>
            <pc:docMk/>
            <pc:sldMk cId="2645596846" sldId="597"/>
            <ac:spMk id="8" creationId="{B6762677-D87B-0F71-7206-DC435F0ABA90}"/>
          </ac:spMkLst>
        </pc:spChg>
        <pc:spChg chg="mod">
          <ac:chgData name="Deepika Vatsa" userId="f7100972-27fe-4ee6-8fb4-ec9b7931b409" providerId="ADAL" clId="{2AFFE7C8-BE72-4E40-A521-66C48F887714}" dt="2025-08-25T09:02:25.580" v="5471" actId="403"/>
          <ac:spMkLst>
            <pc:docMk/>
            <pc:sldMk cId="2645596846" sldId="597"/>
            <ac:spMk id="10" creationId="{EEDB9772-1ED6-0C55-340A-A857629D6C86}"/>
          </ac:spMkLst>
        </pc:spChg>
        <pc:picChg chg="add mod">
          <ac:chgData name="Deepika Vatsa" userId="f7100972-27fe-4ee6-8fb4-ec9b7931b409" providerId="ADAL" clId="{2AFFE7C8-BE72-4E40-A521-66C48F887714}" dt="2025-08-22T09:49:24.495" v="645" actId="1076"/>
          <ac:picMkLst>
            <pc:docMk/>
            <pc:sldMk cId="2645596846" sldId="597"/>
            <ac:picMk id="5" creationId="{B4521C16-17AF-CDF7-C4B9-D7D250A4C883}"/>
          </ac:picMkLst>
        </pc:picChg>
        <pc:picChg chg="del">
          <ac:chgData name="Deepika Vatsa" userId="f7100972-27fe-4ee6-8fb4-ec9b7931b409" providerId="ADAL" clId="{2AFFE7C8-BE72-4E40-A521-66C48F887714}" dt="2025-08-22T09:49:20.298" v="642" actId="478"/>
          <ac:picMkLst>
            <pc:docMk/>
            <pc:sldMk cId="2645596846" sldId="597"/>
            <ac:picMk id="12" creationId="{857E971C-8132-C1DF-3796-34D730238861}"/>
          </ac:picMkLst>
        </pc:picChg>
        <pc:inkChg chg="add">
          <ac:chgData name="Deepika Vatsa" userId="f7100972-27fe-4ee6-8fb4-ec9b7931b409" providerId="ADAL" clId="{2AFFE7C8-BE72-4E40-A521-66C48F887714}" dt="2025-08-25T09:26:27.640" v="5472"/>
          <ac:inkMkLst>
            <pc:docMk/>
            <pc:sldMk cId="2645596846" sldId="597"/>
            <ac:inkMk id="2" creationId="{2F381A4B-525B-409D-F6DD-D78A1E8ABBB5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26:27.640" v="5472"/>
        <pc:sldMkLst>
          <pc:docMk/>
          <pc:sldMk cId="993549245" sldId="598"/>
        </pc:sldMkLst>
        <pc:spChg chg="del">
          <ac:chgData name="Deepika Vatsa" userId="f7100972-27fe-4ee6-8fb4-ec9b7931b409" providerId="ADAL" clId="{2AFFE7C8-BE72-4E40-A521-66C48F887714}" dt="2025-08-24T11:19:32.529" v="1382" actId="478"/>
          <ac:spMkLst>
            <pc:docMk/>
            <pc:sldMk cId="993549245" sldId="598"/>
            <ac:spMk id="2" creationId="{00000000-0000-0000-0000-000000000000}"/>
          </ac:spMkLst>
        </pc:spChg>
        <pc:spChg chg="mod">
          <ac:chgData name="Deepika Vatsa" userId="f7100972-27fe-4ee6-8fb4-ec9b7931b409" providerId="ADAL" clId="{2AFFE7C8-BE72-4E40-A521-66C48F887714}" dt="2025-08-24T11:09:51.370" v="918" actId="1076"/>
          <ac:spMkLst>
            <pc:docMk/>
            <pc:sldMk cId="993549245" sldId="598"/>
            <ac:spMk id="10" creationId="{EEDB9772-1ED6-0C55-340A-A857629D6C86}"/>
          </ac:spMkLst>
        </pc:spChg>
        <pc:spChg chg="add mod">
          <ac:chgData name="Deepika Vatsa" userId="f7100972-27fe-4ee6-8fb4-ec9b7931b409" providerId="ADAL" clId="{2AFFE7C8-BE72-4E40-A521-66C48F887714}" dt="2025-08-24T11:11:13.950" v="1045" actId="113"/>
          <ac:spMkLst>
            <pc:docMk/>
            <pc:sldMk cId="993549245" sldId="598"/>
            <ac:spMk id="11" creationId="{6FFFB077-EB57-B8CA-CE6A-7D1EAAF6EE64}"/>
          </ac:spMkLst>
        </pc:spChg>
        <pc:spChg chg="add del mod">
          <ac:chgData name="Deepika Vatsa" userId="f7100972-27fe-4ee6-8fb4-ec9b7931b409" providerId="ADAL" clId="{2AFFE7C8-BE72-4E40-A521-66C48F887714}" dt="2025-08-24T11:19:35.670" v="1383" actId="478"/>
          <ac:spMkLst>
            <pc:docMk/>
            <pc:sldMk cId="993549245" sldId="598"/>
            <ac:spMk id="16" creationId="{8323F1D1-5741-5363-D09B-77F84B5B5CDE}"/>
          </ac:spMkLst>
        </pc:spChg>
        <pc:spChg chg="add mod">
          <ac:chgData name="Deepika Vatsa" userId="f7100972-27fe-4ee6-8fb4-ec9b7931b409" providerId="ADAL" clId="{2AFFE7C8-BE72-4E40-A521-66C48F887714}" dt="2025-08-24T11:19:44.362" v="1398" actId="20577"/>
          <ac:spMkLst>
            <pc:docMk/>
            <pc:sldMk cId="993549245" sldId="598"/>
            <ac:spMk id="17" creationId="{6D3D3FD4-19BE-C9B2-F280-F09979AE10ED}"/>
          </ac:spMkLst>
        </pc:spChg>
        <pc:picChg chg="del">
          <ac:chgData name="Deepika Vatsa" userId="f7100972-27fe-4ee6-8fb4-ec9b7931b409" providerId="ADAL" clId="{2AFFE7C8-BE72-4E40-A521-66C48F887714}" dt="2025-08-24T11:08:43.065" v="836" actId="478"/>
          <ac:picMkLst>
            <pc:docMk/>
            <pc:sldMk cId="993549245" sldId="598"/>
            <ac:picMk id="5" creationId="{B4521C16-17AF-CDF7-C4B9-D7D250A4C883}"/>
          </ac:picMkLst>
        </pc:picChg>
        <pc:picChg chg="add del mod">
          <ac:chgData name="Deepika Vatsa" userId="f7100972-27fe-4ee6-8fb4-ec9b7931b409" providerId="ADAL" clId="{2AFFE7C8-BE72-4E40-A521-66C48F887714}" dt="2025-08-24T11:12:59.703" v="1050" actId="478"/>
          <ac:picMkLst>
            <pc:docMk/>
            <pc:sldMk cId="993549245" sldId="598"/>
            <ac:picMk id="6" creationId="{E8272139-BCB1-5402-A9A5-2F3FDB590815}"/>
          </ac:picMkLst>
        </pc:picChg>
        <pc:picChg chg="add del mod modCrop">
          <ac:chgData name="Deepika Vatsa" userId="f7100972-27fe-4ee6-8fb4-ec9b7931b409" providerId="ADAL" clId="{2AFFE7C8-BE72-4E40-A521-66C48F887714}" dt="2025-08-24T11:17:55.481" v="1323" actId="478"/>
          <ac:picMkLst>
            <pc:docMk/>
            <pc:sldMk cId="993549245" sldId="598"/>
            <ac:picMk id="8" creationId="{E2850B80-551B-2DFB-1AF1-A950578F6F39}"/>
          </ac:picMkLst>
        </pc:picChg>
        <pc:picChg chg="del">
          <ac:chgData name="Deepika Vatsa" userId="f7100972-27fe-4ee6-8fb4-ec9b7931b409" providerId="ADAL" clId="{2AFFE7C8-BE72-4E40-A521-66C48F887714}" dt="2025-08-24T11:08:08.623" v="755" actId="478"/>
          <ac:picMkLst>
            <pc:docMk/>
            <pc:sldMk cId="993549245" sldId="598"/>
            <ac:picMk id="9" creationId="{6F4B0385-6FFC-800F-0BBD-6F8B39DD6FC4}"/>
          </ac:picMkLst>
        </pc:picChg>
        <pc:picChg chg="add mod">
          <ac:chgData name="Deepika Vatsa" userId="f7100972-27fe-4ee6-8fb4-ec9b7931b409" providerId="ADAL" clId="{2AFFE7C8-BE72-4E40-A521-66C48F887714}" dt="2025-08-24T11:13:02.482" v="1052" actId="1076"/>
          <ac:picMkLst>
            <pc:docMk/>
            <pc:sldMk cId="993549245" sldId="598"/>
            <ac:picMk id="12" creationId="{46B1025F-7A8A-A173-6B80-85DF00EBFB3E}"/>
          </ac:picMkLst>
        </pc:picChg>
        <pc:picChg chg="add mod modCrop">
          <ac:chgData name="Deepika Vatsa" userId="f7100972-27fe-4ee6-8fb4-ec9b7931b409" providerId="ADAL" clId="{2AFFE7C8-BE72-4E40-A521-66C48F887714}" dt="2025-08-24T11:18:11.401" v="1329" actId="14100"/>
          <ac:picMkLst>
            <pc:docMk/>
            <pc:sldMk cId="993549245" sldId="598"/>
            <ac:picMk id="14" creationId="{11AB5C7B-A335-F4CD-F096-822D4EB890BA}"/>
          </ac:picMkLst>
        </pc:picChg>
        <pc:inkChg chg="add">
          <ac:chgData name="Deepika Vatsa" userId="f7100972-27fe-4ee6-8fb4-ec9b7931b409" providerId="ADAL" clId="{2AFFE7C8-BE72-4E40-A521-66C48F887714}" dt="2025-08-25T09:26:27.640" v="5472"/>
          <ac:inkMkLst>
            <pc:docMk/>
            <pc:sldMk cId="993549245" sldId="598"/>
            <ac:inkMk id="2" creationId="{D1268B17-FEC6-777E-7ADD-12E1E002CB90}"/>
          </ac:inkMkLst>
        </pc:inkChg>
      </pc:sldChg>
      <pc:sldChg chg="addSp delSp modSp add mod modNotesTx">
        <pc:chgData name="Deepika Vatsa" userId="f7100972-27fe-4ee6-8fb4-ec9b7931b409" providerId="ADAL" clId="{2AFFE7C8-BE72-4E40-A521-66C48F887714}" dt="2025-08-25T09:26:27.640" v="5472"/>
        <pc:sldMkLst>
          <pc:docMk/>
          <pc:sldMk cId="2621271657" sldId="599"/>
        </pc:sldMkLst>
        <pc:spChg chg="del">
          <ac:chgData name="Deepika Vatsa" userId="f7100972-27fe-4ee6-8fb4-ec9b7931b409" providerId="ADAL" clId="{2AFFE7C8-BE72-4E40-A521-66C48F887714}" dt="2025-08-24T11:19:50.127" v="1399" actId="478"/>
          <ac:spMkLst>
            <pc:docMk/>
            <pc:sldMk cId="2621271657" sldId="599"/>
            <ac:spMk id="2" creationId="{00000000-0000-0000-0000-000000000000}"/>
          </ac:spMkLst>
        </pc:spChg>
        <pc:spChg chg="mod">
          <ac:chgData name="Deepika Vatsa" userId="f7100972-27fe-4ee6-8fb4-ec9b7931b409" providerId="ADAL" clId="{2AFFE7C8-BE72-4E40-A521-66C48F887714}" dt="2025-08-24T11:13:28.155" v="1101" actId="20577"/>
          <ac:spMkLst>
            <pc:docMk/>
            <pc:sldMk cId="2621271657" sldId="599"/>
            <ac:spMk id="10" creationId="{EEDB9772-1ED6-0C55-340A-A857629D6C86}"/>
          </ac:spMkLst>
        </pc:spChg>
        <pc:spChg chg="mod">
          <ac:chgData name="Deepika Vatsa" userId="f7100972-27fe-4ee6-8fb4-ec9b7931b409" providerId="ADAL" clId="{2AFFE7C8-BE72-4E40-A521-66C48F887714}" dt="2025-08-24T11:16:54.374" v="1322" actId="20577"/>
          <ac:spMkLst>
            <pc:docMk/>
            <pc:sldMk cId="2621271657" sldId="599"/>
            <ac:spMk id="11" creationId="{6FFFB077-EB57-B8CA-CE6A-7D1EAAF6EE64}"/>
          </ac:spMkLst>
        </pc:spChg>
        <pc:spChg chg="add del mod">
          <ac:chgData name="Deepika Vatsa" userId="f7100972-27fe-4ee6-8fb4-ec9b7931b409" providerId="ADAL" clId="{2AFFE7C8-BE72-4E40-A521-66C48F887714}" dt="2025-08-24T11:19:52.302" v="1401" actId="478"/>
          <ac:spMkLst>
            <pc:docMk/>
            <pc:sldMk cId="2621271657" sldId="599"/>
            <ac:spMk id="13" creationId="{A0DA48E5-6095-8C5F-C463-AF3518C29C0E}"/>
          </ac:spMkLst>
        </pc:spChg>
        <pc:spChg chg="add mod">
          <ac:chgData name="Deepika Vatsa" userId="f7100972-27fe-4ee6-8fb4-ec9b7931b409" providerId="ADAL" clId="{2AFFE7C8-BE72-4E40-A521-66C48F887714}" dt="2025-08-24T11:19:50.526" v="1400"/>
          <ac:spMkLst>
            <pc:docMk/>
            <pc:sldMk cId="2621271657" sldId="599"/>
            <ac:spMk id="14" creationId="{05BFFDB3-E20F-92D6-A321-D05F646DDFBD}"/>
          </ac:spMkLst>
        </pc:spChg>
        <pc:picChg chg="add mod">
          <ac:chgData name="Deepika Vatsa" userId="f7100972-27fe-4ee6-8fb4-ec9b7931b409" providerId="ADAL" clId="{2AFFE7C8-BE72-4E40-A521-66C48F887714}" dt="2025-08-24T11:14:48.715" v="1105" actId="1076"/>
          <ac:picMkLst>
            <pc:docMk/>
            <pc:sldMk cId="2621271657" sldId="599"/>
            <ac:picMk id="5" creationId="{DF603267-1ADE-AE0D-4F3F-1904C69EC076}"/>
          </ac:picMkLst>
        </pc:picChg>
        <pc:picChg chg="del">
          <ac:chgData name="Deepika Vatsa" userId="f7100972-27fe-4ee6-8fb4-ec9b7931b409" providerId="ADAL" clId="{2AFFE7C8-BE72-4E40-A521-66C48F887714}" dt="2025-08-24T11:12:49.852" v="1047" actId="478"/>
          <ac:picMkLst>
            <pc:docMk/>
            <pc:sldMk cId="2621271657" sldId="599"/>
            <ac:picMk id="6" creationId="{E8272139-BCB1-5402-A9A5-2F3FDB590815}"/>
          </ac:picMkLst>
        </pc:picChg>
        <pc:picChg chg="del">
          <ac:chgData name="Deepika Vatsa" userId="f7100972-27fe-4ee6-8fb4-ec9b7931b409" providerId="ADAL" clId="{2AFFE7C8-BE72-4E40-A521-66C48F887714}" dt="2025-08-24T11:14:43.194" v="1102" actId="478"/>
          <ac:picMkLst>
            <pc:docMk/>
            <pc:sldMk cId="2621271657" sldId="599"/>
            <ac:picMk id="8" creationId="{E2850B80-551B-2DFB-1AF1-A950578F6F39}"/>
          </ac:picMkLst>
        </pc:picChg>
        <pc:picChg chg="add mod">
          <ac:chgData name="Deepika Vatsa" userId="f7100972-27fe-4ee6-8fb4-ec9b7931b409" providerId="ADAL" clId="{2AFFE7C8-BE72-4E40-A521-66C48F887714}" dt="2025-08-24T11:14:50.886" v="1106" actId="1076"/>
          <ac:picMkLst>
            <pc:docMk/>
            <pc:sldMk cId="2621271657" sldId="599"/>
            <ac:picMk id="9" creationId="{3BFCB45D-D51A-17C0-EDC9-D8E1A112A696}"/>
          </ac:picMkLst>
        </pc:picChg>
        <pc:inkChg chg="add">
          <ac:chgData name="Deepika Vatsa" userId="f7100972-27fe-4ee6-8fb4-ec9b7931b409" providerId="ADAL" clId="{2AFFE7C8-BE72-4E40-A521-66C48F887714}" dt="2025-08-25T09:26:27.640" v="5472"/>
          <ac:inkMkLst>
            <pc:docMk/>
            <pc:sldMk cId="2621271657" sldId="599"/>
            <ac:inkMk id="2" creationId="{BF3379BD-0F06-4DD9-26E9-AD5C38E15424}"/>
          </ac:inkMkLst>
        </pc:inkChg>
      </pc:sldChg>
      <pc:sldChg chg="addSp modSp add mod ord">
        <pc:chgData name="Deepika Vatsa" userId="f7100972-27fe-4ee6-8fb4-ec9b7931b409" providerId="ADAL" clId="{2AFFE7C8-BE72-4E40-A521-66C48F887714}" dt="2025-08-25T09:26:27.640" v="5472"/>
        <pc:sldMkLst>
          <pc:docMk/>
          <pc:sldMk cId="2607097045" sldId="600"/>
        </pc:sldMkLst>
        <pc:spChg chg="mod">
          <ac:chgData name="Deepika Vatsa" userId="f7100972-27fe-4ee6-8fb4-ec9b7931b409" providerId="ADAL" clId="{2AFFE7C8-BE72-4E40-A521-66C48F887714}" dt="2025-08-24T11:21:00.244" v="1406" actId="20577"/>
          <ac:spMkLst>
            <pc:docMk/>
            <pc:sldMk cId="2607097045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2AFFE7C8-BE72-4E40-A521-66C48F887714}" dt="2025-08-24T11:23:16.156" v="1699" actId="14100"/>
          <ac:spMkLst>
            <pc:docMk/>
            <pc:sldMk cId="2607097045" sldId="600"/>
            <ac:spMk id="5" creationId="{2461C6AC-CE12-CE55-1E34-C97C06A15181}"/>
          </ac:spMkLst>
        </pc:spChg>
        <pc:inkChg chg="add">
          <ac:chgData name="Deepika Vatsa" userId="f7100972-27fe-4ee6-8fb4-ec9b7931b409" providerId="ADAL" clId="{2AFFE7C8-BE72-4E40-A521-66C48F887714}" dt="2025-08-25T09:26:27.640" v="5472"/>
          <ac:inkMkLst>
            <pc:docMk/>
            <pc:sldMk cId="2607097045" sldId="600"/>
            <ac:inkMk id="4" creationId="{8C0724B3-B8A2-8D36-39E2-CEAB1E99D95F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26:27.640" v="5472"/>
        <pc:sldMkLst>
          <pc:docMk/>
          <pc:sldMk cId="1617464620" sldId="601"/>
        </pc:sldMkLst>
        <pc:spChg chg="mod">
          <ac:chgData name="Deepika Vatsa" userId="f7100972-27fe-4ee6-8fb4-ec9b7931b409" providerId="ADAL" clId="{2AFFE7C8-BE72-4E40-A521-66C48F887714}" dt="2025-08-24T11:26:26.956" v="1724" actId="20577"/>
          <ac:spMkLst>
            <pc:docMk/>
            <pc:sldMk cId="1617464620" sldId="601"/>
            <ac:spMk id="2" creationId="{00000000-0000-0000-0000-000000000000}"/>
          </ac:spMkLst>
        </pc:spChg>
        <pc:spChg chg="del">
          <ac:chgData name="Deepika Vatsa" userId="f7100972-27fe-4ee6-8fb4-ec9b7931b409" providerId="ADAL" clId="{2AFFE7C8-BE72-4E40-A521-66C48F887714}" dt="2025-08-24T11:27:03.443" v="1725" actId="478"/>
          <ac:spMkLst>
            <pc:docMk/>
            <pc:sldMk cId="1617464620" sldId="601"/>
            <ac:spMk id="5" creationId="{2461C6AC-CE12-CE55-1E34-C97C06A15181}"/>
          </ac:spMkLst>
        </pc:spChg>
        <pc:spChg chg="add mod">
          <ac:chgData name="Deepika Vatsa" userId="f7100972-27fe-4ee6-8fb4-ec9b7931b409" providerId="ADAL" clId="{2AFFE7C8-BE72-4E40-A521-66C48F887714}" dt="2025-08-24T11:29:10.253" v="1915" actId="20577"/>
          <ac:spMkLst>
            <pc:docMk/>
            <pc:sldMk cId="1617464620" sldId="601"/>
            <ac:spMk id="7" creationId="{DB432D57-5278-F211-B716-41CD9A8525C5}"/>
          </ac:spMkLst>
        </pc:spChg>
        <pc:spChg chg="add mod">
          <ac:chgData name="Deepika Vatsa" userId="f7100972-27fe-4ee6-8fb4-ec9b7931b409" providerId="ADAL" clId="{2AFFE7C8-BE72-4E40-A521-66C48F887714}" dt="2025-08-24T11:29:37.627" v="1961" actId="14100"/>
          <ac:spMkLst>
            <pc:docMk/>
            <pc:sldMk cId="1617464620" sldId="601"/>
            <ac:spMk id="10" creationId="{63A6FD2E-20ED-A6D9-4B25-3286CDEE28CE}"/>
          </ac:spMkLst>
        </pc:spChg>
        <pc:spChg chg="add mod">
          <ac:chgData name="Deepika Vatsa" userId="f7100972-27fe-4ee6-8fb4-ec9b7931b409" providerId="ADAL" clId="{2AFFE7C8-BE72-4E40-A521-66C48F887714}" dt="2025-08-24T11:30:48.419" v="2076" actId="403"/>
          <ac:spMkLst>
            <pc:docMk/>
            <pc:sldMk cId="1617464620" sldId="601"/>
            <ac:spMk id="11" creationId="{011B7F26-6358-7AC1-47CB-024A93C689D1}"/>
          </ac:spMkLst>
        </pc:spChg>
        <pc:picChg chg="add mod">
          <ac:chgData name="Deepika Vatsa" userId="f7100972-27fe-4ee6-8fb4-ec9b7931b409" providerId="ADAL" clId="{2AFFE7C8-BE72-4E40-A521-66C48F887714}" dt="2025-08-24T11:27:16.620" v="1730" actId="1076"/>
          <ac:picMkLst>
            <pc:docMk/>
            <pc:sldMk cId="1617464620" sldId="601"/>
            <ac:picMk id="6" creationId="{693B8B20-9BE6-679B-D3A0-8BD643E271C5}"/>
          </ac:picMkLst>
        </pc:picChg>
        <pc:picChg chg="add mod">
          <ac:chgData name="Deepika Vatsa" userId="f7100972-27fe-4ee6-8fb4-ec9b7931b409" providerId="ADAL" clId="{2AFFE7C8-BE72-4E40-A521-66C48F887714}" dt="2025-08-24T11:28:38.053" v="1829" actId="1038"/>
          <ac:picMkLst>
            <pc:docMk/>
            <pc:sldMk cId="1617464620" sldId="601"/>
            <ac:picMk id="9" creationId="{8291C5E9-86E9-C344-B18E-9C299ACB000D}"/>
          </ac:picMkLst>
        </pc:picChg>
        <pc:inkChg chg="add">
          <ac:chgData name="Deepika Vatsa" userId="f7100972-27fe-4ee6-8fb4-ec9b7931b409" providerId="ADAL" clId="{2AFFE7C8-BE72-4E40-A521-66C48F887714}" dt="2025-08-25T09:26:27.640" v="5472"/>
          <ac:inkMkLst>
            <pc:docMk/>
            <pc:sldMk cId="1617464620" sldId="601"/>
            <ac:inkMk id="4" creationId="{D76B40C4-8C9F-DF40-03C0-290AE1569C5C}"/>
          </ac:inkMkLst>
        </pc:inkChg>
      </pc:sldChg>
      <pc:sldChg chg="addSp delSp modSp add mod modNotesTx">
        <pc:chgData name="Deepika Vatsa" userId="f7100972-27fe-4ee6-8fb4-ec9b7931b409" providerId="ADAL" clId="{2AFFE7C8-BE72-4E40-A521-66C48F887714}" dt="2025-08-25T09:43:52.639" v="5474"/>
        <pc:sldMkLst>
          <pc:docMk/>
          <pc:sldMk cId="710852682" sldId="602"/>
        </pc:sldMkLst>
        <pc:spChg chg="mod">
          <ac:chgData name="Deepika Vatsa" userId="f7100972-27fe-4ee6-8fb4-ec9b7931b409" providerId="ADAL" clId="{2AFFE7C8-BE72-4E40-A521-66C48F887714}" dt="2025-08-24T11:34:21.447" v="2191" actId="20577"/>
          <ac:spMkLst>
            <pc:docMk/>
            <pc:sldMk cId="710852682" sldId="602"/>
            <ac:spMk id="7" creationId="{DB432D57-5278-F211-B716-41CD9A8525C5}"/>
          </ac:spMkLst>
        </pc:spChg>
        <pc:spChg chg="del">
          <ac:chgData name="Deepika Vatsa" userId="f7100972-27fe-4ee6-8fb4-ec9b7931b409" providerId="ADAL" clId="{2AFFE7C8-BE72-4E40-A521-66C48F887714}" dt="2025-08-24T11:34:31.945" v="2193" actId="478"/>
          <ac:spMkLst>
            <pc:docMk/>
            <pc:sldMk cId="710852682" sldId="602"/>
            <ac:spMk id="10" creationId="{63A6FD2E-20ED-A6D9-4B25-3286CDEE28CE}"/>
          </ac:spMkLst>
        </pc:spChg>
        <pc:spChg chg="del">
          <ac:chgData name="Deepika Vatsa" userId="f7100972-27fe-4ee6-8fb4-ec9b7931b409" providerId="ADAL" clId="{2AFFE7C8-BE72-4E40-A521-66C48F887714}" dt="2025-08-24T11:34:29.104" v="2192" actId="478"/>
          <ac:spMkLst>
            <pc:docMk/>
            <pc:sldMk cId="710852682" sldId="602"/>
            <ac:spMk id="11" creationId="{011B7F26-6358-7AC1-47CB-024A93C689D1}"/>
          </ac:spMkLst>
        </pc:spChg>
        <pc:picChg chg="add mod">
          <ac:chgData name="Deepika Vatsa" userId="f7100972-27fe-4ee6-8fb4-ec9b7931b409" providerId="ADAL" clId="{2AFFE7C8-BE72-4E40-A521-66C48F887714}" dt="2025-08-24T11:36:54.936" v="2197" actId="1076"/>
          <ac:picMkLst>
            <pc:docMk/>
            <pc:sldMk cId="710852682" sldId="602"/>
            <ac:picMk id="5" creationId="{315C71C0-CE87-E4D5-EFDB-A94137E896BE}"/>
          </ac:picMkLst>
        </pc:picChg>
        <pc:picChg chg="add mod">
          <ac:chgData name="Deepika Vatsa" userId="f7100972-27fe-4ee6-8fb4-ec9b7931b409" providerId="ADAL" clId="{2AFFE7C8-BE72-4E40-A521-66C48F887714}" dt="2025-08-24T11:39:07.732" v="2391" actId="1076"/>
          <ac:picMkLst>
            <pc:docMk/>
            <pc:sldMk cId="710852682" sldId="602"/>
            <ac:picMk id="12" creationId="{80515CB7-2880-378C-6A67-D83BED1633BE}"/>
          </ac:picMkLst>
        </pc:picChg>
        <pc:inkChg chg="add">
          <ac:chgData name="Deepika Vatsa" userId="f7100972-27fe-4ee6-8fb4-ec9b7931b409" providerId="ADAL" clId="{2AFFE7C8-BE72-4E40-A521-66C48F887714}" dt="2025-08-25T09:26:27.640" v="5472"/>
          <ac:inkMkLst>
            <pc:docMk/>
            <pc:sldMk cId="710852682" sldId="602"/>
            <ac:inkMk id="4" creationId="{D2D6F59E-AA16-3515-25F3-05814850D777}"/>
          </ac:inkMkLst>
        </pc:ink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710852682" sldId="602"/>
            <ac:inkMk id="8" creationId="{0260F5B7-D882-018D-8F33-FF0F799B0F06}"/>
          </ac:inkMkLst>
        </pc:inkChg>
      </pc:sldChg>
      <pc:sldChg chg="addSp delSp modSp add mod modNotesTx">
        <pc:chgData name="Deepika Vatsa" userId="f7100972-27fe-4ee6-8fb4-ec9b7931b409" providerId="ADAL" clId="{2AFFE7C8-BE72-4E40-A521-66C48F887714}" dt="2025-08-25T09:43:52.639" v="5474"/>
        <pc:sldMkLst>
          <pc:docMk/>
          <pc:sldMk cId="2353766392" sldId="603"/>
        </pc:sldMkLst>
        <pc:picChg chg="del">
          <ac:chgData name="Deepika Vatsa" userId="f7100972-27fe-4ee6-8fb4-ec9b7931b409" providerId="ADAL" clId="{2AFFE7C8-BE72-4E40-A521-66C48F887714}" dt="2025-08-24T11:40:58.266" v="2604" actId="478"/>
          <ac:picMkLst>
            <pc:docMk/>
            <pc:sldMk cId="2353766392" sldId="603"/>
            <ac:picMk id="5" creationId="{315C71C0-CE87-E4D5-EFDB-A94137E896BE}"/>
          </ac:picMkLst>
        </pc:picChg>
        <pc:picChg chg="add mod">
          <ac:chgData name="Deepika Vatsa" userId="f7100972-27fe-4ee6-8fb4-ec9b7931b409" providerId="ADAL" clId="{2AFFE7C8-BE72-4E40-A521-66C48F887714}" dt="2025-08-24T11:43:23.529" v="2609" actId="1076"/>
          <ac:picMkLst>
            <pc:docMk/>
            <pc:sldMk cId="2353766392" sldId="603"/>
            <ac:picMk id="8" creationId="{7433A0C1-F16A-E900-0E7A-E9C4EB630E53}"/>
          </ac:picMkLst>
        </pc:picChg>
        <pc:picChg chg="del">
          <ac:chgData name="Deepika Vatsa" userId="f7100972-27fe-4ee6-8fb4-ec9b7931b409" providerId="ADAL" clId="{2AFFE7C8-BE72-4E40-A521-66C48F887714}" dt="2025-08-24T11:40:59.851" v="2605" actId="478"/>
          <ac:picMkLst>
            <pc:docMk/>
            <pc:sldMk cId="2353766392" sldId="603"/>
            <ac:picMk id="12" creationId="{80515CB7-2880-378C-6A67-D83BED1633BE}"/>
          </ac:picMkLst>
        </pc:picChg>
        <pc:inkChg chg="add del">
          <ac:chgData name="Deepika Vatsa" userId="f7100972-27fe-4ee6-8fb4-ec9b7931b409" providerId="ADAL" clId="{2AFFE7C8-BE72-4E40-A521-66C48F887714}" dt="2025-08-25T09:26:31.774" v="5473" actId="478"/>
          <ac:inkMkLst>
            <pc:docMk/>
            <pc:sldMk cId="2353766392" sldId="603"/>
            <ac:inkMk id="4" creationId="{2A4FD3E6-815A-C429-1021-4029C1576180}"/>
          </ac:inkMkLst>
        </pc:ink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2353766392" sldId="603"/>
            <ac:inkMk id="5" creationId="{F13711A7-5B48-F6A8-93D7-551355F581B4}"/>
          </ac:inkMkLst>
        </pc:inkChg>
      </pc:sldChg>
      <pc:sldChg chg="addSp delSp modSp add mod modNotesTx">
        <pc:chgData name="Deepika Vatsa" userId="f7100972-27fe-4ee6-8fb4-ec9b7931b409" providerId="ADAL" clId="{2AFFE7C8-BE72-4E40-A521-66C48F887714}" dt="2025-08-25T09:43:52.639" v="5474"/>
        <pc:sldMkLst>
          <pc:docMk/>
          <pc:sldMk cId="3649119664" sldId="604"/>
        </pc:sldMkLst>
        <pc:spChg chg="mod">
          <ac:chgData name="Deepika Vatsa" userId="f7100972-27fe-4ee6-8fb4-ec9b7931b409" providerId="ADAL" clId="{2AFFE7C8-BE72-4E40-A521-66C48F887714}" dt="2025-08-24T11:45:59.106" v="2806" actId="113"/>
          <ac:spMkLst>
            <pc:docMk/>
            <pc:sldMk cId="3649119664" sldId="604"/>
            <ac:spMk id="2" creationId="{00000000-0000-0000-0000-000000000000}"/>
          </ac:spMkLst>
        </pc:spChg>
        <pc:spChg chg="mod">
          <ac:chgData name="Deepika Vatsa" userId="f7100972-27fe-4ee6-8fb4-ec9b7931b409" providerId="ADAL" clId="{2AFFE7C8-BE72-4E40-A521-66C48F887714}" dt="2025-08-24T11:48:27.189" v="3050" actId="20577"/>
          <ac:spMkLst>
            <pc:docMk/>
            <pc:sldMk cId="3649119664" sldId="604"/>
            <ac:spMk id="7" creationId="{DB432D57-5278-F211-B716-41CD9A8525C5}"/>
          </ac:spMkLst>
        </pc:spChg>
        <pc:spChg chg="add mod">
          <ac:chgData name="Deepika Vatsa" userId="f7100972-27fe-4ee6-8fb4-ec9b7931b409" providerId="ADAL" clId="{2AFFE7C8-BE72-4E40-A521-66C48F887714}" dt="2025-08-24T11:46:29.039" v="2892" actId="1038"/>
          <ac:spMkLst>
            <pc:docMk/>
            <pc:sldMk cId="3649119664" sldId="604"/>
            <ac:spMk id="15" creationId="{37B4898C-560C-CC81-E2A6-81F72DAE89A2}"/>
          </ac:spMkLst>
        </pc:spChg>
        <pc:spChg chg="add mod">
          <ac:chgData name="Deepika Vatsa" userId="f7100972-27fe-4ee6-8fb4-ec9b7931b409" providerId="ADAL" clId="{2AFFE7C8-BE72-4E40-A521-66C48F887714}" dt="2025-08-24T11:46:36.785" v="2898" actId="1038"/>
          <ac:spMkLst>
            <pc:docMk/>
            <pc:sldMk cId="3649119664" sldId="604"/>
            <ac:spMk id="16" creationId="{2C77898E-F1CA-51C1-7460-8D89D25CB03C}"/>
          </ac:spMkLst>
        </pc:spChg>
        <pc:spChg chg="add mod">
          <ac:chgData name="Deepika Vatsa" userId="f7100972-27fe-4ee6-8fb4-ec9b7931b409" providerId="ADAL" clId="{2AFFE7C8-BE72-4E40-A521-66C48F887714}" dt="2025-08-24T11:46:46.311" v="2955" actId="20577"/>
          <ac:spMkLst>
            <pc:docMk/>
            <pc:sldMk cId="3649119664" sldId="604"/>
            <ac:spMk id="17" creationId="{C90A5BD0-93EE-FCF2-E16E-08EDB22D7171}"/>
          </ac:spMkLst>
        </pc:spChg>
        <pc:spChg chg="add mod ord">
          <ac:chgData name="Deepika Vatsa" userId="f7100972-27fe-4ee6-8fb4-ec9b7931b409" providerId="ADAL" clId="{2AFFE7C8-BE72-4E40-A521-66C48F887714}" dt="2025-08-24T11:47:21.517" v="2962" actId="167"/>
          <ac:spMkLst>
            <pc:docMk/>
            <pc:sldMk cId="3649119664" sldId="604"/>
            <ac:spMk id="18" creationId="{B4513821-8183-B666-D0A5-C703783C1C4C}"/>
          </ac:spMkLst>
        </pc:spChg>
        <pc:picChg chg="add mod">
          <ac:chgData name="Deepika Vatsa" userId="f7100972-27fe-4ee6-8fb4-ec9b7931b409" providerId="ADAL" clId="{2AFFE7C8-BE72-4E40-A521-66C48F887714}" dt="2025-08-24T11:44:52.983" v="2705" actId="1076"/>
          <ac:picMkLst>
            <pc:docMk/>
            <pc:sldMk cId="3649119664" sldId="604"/>
            <ac:picMk id="4" creationId="{9CC70EDB-9882-98BB-02D0-12D6D43A0E52}"/>
          </ac:picMkLst>
        </pc:picChg>
        <pc:picChg chg="add mod">
          <ac:chgData name="Deepika Vatsa" userId="f7100972-27fe-4ee6-8fb4-ec9b7931b409" providerId="ADAL" clId="{2AFFE7C8-BE72-4E40-A521-66C48F887714}" dt="2025-08-24T11:46:51.870" v="2959" actId="1036"/>
          <ac:picMkLst>
            <pc:docMk/>
            <pc:sldMk cId="3649119664" sldId="604"/>
            <ac:picMk id="5" creationId="{9DD7D228-33CA-44AA-EA65-56E37E398A6C}"/>
          </ac:picMkLst>
        </pc:picChg>
        <pc:picChg chg="del">
          <ac:chgData name="Deepika Vatsa" userId="f7100972-27fe-4ee6-8fb4-ec9b7931b409" providerId="ADAL" clId="{2AFFE7C8-BE72-4E40-A521-66C48F887714}" dt="2025-08-24T11:44:30.768" v="2698" actId="478"/>
          <ac:picMkLst>
            <pc:docMk/>
            <pc:sldMk cId="3649119664" sldId="604"/>
            <ac:picMk id="6" creationId="{693B8B20-9BE6-679B-D3A0-8BD643E271C5}"/>
          </ac:picMkLst>
        </pc:picChg>
        <pc:picChg chg="mod">
          <ac:chgData name="Deepika Vatsa" userId="f7100972-27fe-4ee6-8fb4-ec9b7931b409" providerId="ADAL" clId="{2AFFE7C8-BE72-4E40-A521-66C48F887714}" dt="2025-08-24T11:44:55.741" v="2706" actId="1076"/>
          <ac:picMkLst>
            <pc:docMk/>
            <pc:sldMk cId="3649119664" sldId="604"/>
            <ac:picMk id="8" creationId="{7433A0C1-F16A-E900-0E7A-E9C4EB630E53}"/>
          </ac:picMkLst>
        </pc:picChg>
        <pc:picChg chg="del">
          <ac:chgData name="Deepika Vatsa" userId="f7100972-27fe-4ee6-8fb4-ec9b7931b409" providerId="ADAL" clId="{2AFFE7C8-BE72-4E40-A521-66C48F887714}" dt="2025-08-24T11:44:32.669" v="2699" actId="478"/>
          <ac:picMkLst>
            <pc:docMk/>
            <pc:sldMk cId="3649119664" sldId="604"/>
            <ac:picMk id="9" creationId="{8291C5E9-86E9-C344-B18E-9C299ACB000D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3649119664" sldId="604"/>
            <ac:inkMk id="6" creationId="{C7A01DF1-2564-0821-FD4F-ABC09D902905}"/>
          </ac:inkMkLst>
        </pc:inkChg>
        <pc:cxnChg chg="add mod">
          <ac:chgData name="Deepika Vatsa" userId="f7100972-27fe-4ee6-8fb4-ec9b7931b409" providerId="ADAL" clId="{2AFFE7C8-BE72-4E40-A521-66C48F887714}" dt="2025-08-24T11:45:13.809" v="2709" actId="1582"/>
          <ac:cxnSpMkLst>
            <pc:docMk/>
            <pc:sldMk cId="3649119664" sldId="604"/>
            <ac:cxnSpMk id="11" creationId="{FC5AC2BB-6DD2-9439-6D47-9A8DF00AF49A}"/>
          </ac:cxnSpMkLst>
        </pc:cxnChg>
        <pc:cxnChg chg="add mod">
          <ac:chgData name="Deepika Vatsa" userId="f7100972-27fe-4ee6-8fb4-ec9b7931b409" providerId="ADAL" clId="{2AFFE7C8-BE72-4E40-A521-66C48F887714}" dt="2025-08-24T11:45:26.207" v="2797" actId="1038"/>
          <ac:cxnSpMkLst>
            <pc:docMk/>
            <pc:sldMk cId="3649119664" sldId="604"/>
            <ac:cxnSpMk id="12" creationId="{72B93CFD-C5C3-154A-AD7E-3A5FDAF34D7B}"/>
          </ac:cxnSpMkLst>
        </pc:cxnChg>
        <pc:cxnChg chg="add mod">
          <ac:chgData name="Deepika Vatsa" userId="f7100972-27fe-4ee6-8fb4-ec9b7931b409" providerId="ADAL" clId="{2AFFE7C8-BE72-4E40-A521-66C48F887714}" dt="2025-08-24T11:45:38.134" v="2800" actId="1076"/>
          <ac:cxnSpMkLst>
            <pc:docMk/>
            <pc:sldMk cId="3649119664" sldId="604"/>
            <ac:cxnSpMk id="13" creationId="{A845278F-A0C7-A423-05C5-FA1ACE1C8701}"/>
          </ac:cxnSpMkLst>
        </pc:cxnChg>
      </pc:sldChg>
      <pc:sldChg chg="addSp delSp modSp add mod modNotesTx">
        <pc:chgData name="Deepika Vatsa" userId="f7100972-27fe-4ee6-8fb4-ec9b7931b409" providerId="ADAL" clId="{2AFFE7C8-BE72-4E40-A521-66C48F887714}" dt="2025-08-25T09:43:52.639" v="5474"/>
        <pc:sldMkLst>
          <pc:docMk/>
          <pc:sldMk cId="445000554" sldId="605"/>
        </pc:sldMkLst>
        <pc:spChg chg="add mod">
          <ac:chgData name="Deepika Vatsa" userId="f7100972-27fe-4ee6-8fb4-ec9b7931b409" providerId="ADAL" clId="{2AFFE7C8-BE72-4E40-A521-66C48F887714}" dt="2025-08-24T12:05:44.161" v="3477" actId="6549"/>
          <ac:spMkLst>
            <pc:docMk/>
            <pc:sldMk cId="445000554" sldId="605"/>
            <ac:spMk id="6" creationId="{0E8D15EF-E703-D70D-9A2D-B6678A3AB295}"/>
          </ac:spMkLst>
        </pc:spChg>
        <pc:spChg chg="mod">
          <ac:chgData name="Deepika Vatsa" userId="f7100972-27fe-4ee6-8fb4-ec9b7931b409" providerId="ADAL" clId="{2AFFE7C8-BE72-4E40-A521-66C48F887714}" dt="2025-08-24T11:51:01.128" v="3170" actId="20577"/>
          <ac:spMkLst>
            <pc:docMk/>
            <pc:sldMk cId="445000554" sldId="605"/>
            <ac:spMk id="7" creationId="{DB432D57-5278-F211-B716-41CD9A8525C5}"/>
          </ac:spMkLst>
        </pc:spChg>
        <pc:spChg chg="add del mod ord">
          <ac:chgData name="Deepika Vatsa" userId="f7100972-27fe-4ee6-8fb4-ec9b7931b409" providerId="ADAL" clId="{2AFFE7C8-BE72-4E40-A521-66C48F887714}" dt="2025-08-24T11:53:35.988" v="3231" actId="478"/>
          <ac:spMkLst>
            <pc:docMk/>
            <pc:sldMk cId="445000554" sldId="605"/>
            <ac:spMk id="9" creationId="{8AA3BFA4-2D3C-F19F-73E7-315EBFA717A3}"/>
          </ac:spMkLst>
        </pc:spChg>
        <pc:spChg chg="add mod">
          <ac:chgData name="Deepika Vatsa" userId="f7100972-27fe-4ee6-8fb4-ec9b7931b409" providerId="ADAL" clId="{2AFFE7C8-BE72-4E40-A521-66C48F887714}" dt="2025-08-24T12:01:29.847" v="3394" actId="1076"/>
          <ac:spMkLst>
            <pc:docMk/>
            <pc:sldMk cId="445000554" sldId="605"/>
            <ac:spMk id="10" creationId="{9E7B4D2C-D854-662E-54E3-C1E015E9D477}"/>
          </ac:spMkLst>
        </pc:spChg>
        <pc:spChg chg="del">
          <ac:chgData name="Deepika Vatsa" userId="f7100972-27fe-4ee6-8fb4-ec9b7931b409" providerId="ADAL" clId="{2AFFE7C8-BE72-4E40-A521-66C48F887714}" dt="2025-08-24T11:50:27.792" v="3057" actId="478"/>
          <ac:spMkLst>
            <pc:docMk/>
            <pc:sldMk cId="445000554" sldId="605"/>
            <ac:spMk id="15" creationId="{37B4898C-560C-CC81-E2A6-81F72DAE89A2}"/>
          </ac:spMkLst>
        </pc:spChg>
        <pc:spChg chg="del">
          <ac:chgData name="Deepika Vatsa" userId="f7100972-27fe-4ee6-8fb4-ec9b7931b409" providerId="ADAL" clId="{2AFFE7C8-BE72-4E40-A521-66C48F887714}" dt="2025-08-24T11:50:25.037" v="3056" actId="478"/>
          <ac:spMkLst>
            <pc:docMk/>
            <pc:sldMk cId="445000554" sldId="605"/>
            <ac:spMk id="16" creationId="{2C77898E-F1CA-51C1-7460-8D89D25CB03C}"/>
          </ac:spMkLst>
        </pc:spChg>
        <pc:spChg chg="del mod">
          <ac:chgData name="Deepika Vatsa" userId="f7100972-27fe-4ee6-8fb4-ec9b7931b409" providerId="ADAL" clId="{2AFFE7C8-BE72-4E40-A521-66C48F887714}" dt="2025-08-24T11:52:46.412" v="3174" actId="478"/>
          <ac:spMkLst>
            <pc:docMk/>
            <pc:sldMk cId="445000554" sldId="605"/>
            <ac:spMk id="17" creationId="{C90A5BD0-93EE-FCF2-E16E-08EDB22D7171}"/>
          </ac:spMkLst>
        </pc:spChg>
        <pc:spChg chg="del">
          <ac:chgData name="Deepika Vatsa" userId="f7100972-27fe-4ee6-8fb4-ec9b7931b409" providerId="ADAL" clId="{2AFFE7C8-BE72-4E40-A521-66C48F887714}" dt="2025-08-24T11:52:47.713" v="3175" actId="478"/>
          <ac:spMkLst>
            <pc:docMk/>
            <pc:sldMk cId="445000554" sldId="605"/>
            <ac:spMk id="18" creationId="{B4513821-8183-B666-D0A5-C703783C1C4C}"/>
          </ac:spMkLst>
        </pc:spChg>
        <pc:picChg chg="del">
          <ac:chgData name="Deepika Vatsa" userId="f7100972-27fe-4ee6-8fb4-ec9b7931b409" providerId="ADAL" clId="{2AFFE7C8-BE72-4E40-A521-66C48F887714}" dt="2025-08-24T11:50:16.032" v="3052" actId="478"/>
          <ac:picMkLst>
            <pc:docMk/>
            <pc:sldMk cId="445000554" sldId="605"/>
            <ac:picMk id="4" creationId="{9CC70EDB-9882-98BB-02D0-12D6D43A0E52}"/>
          </ac:picMkLst>
        </pc:picChg>
        <pc:picChg chg="del">
          <ac:chgData name="Deepika Vatsa" userId="f7100972-27fe-4ee6-8fb4-ec9b7931b409" providerId="ADAL" clId="{2AFFE7C8-BE72-4E40-A521-66C48F887714}" dt="2025-08-24T11:50:18.407" v="3053" actId="478"/>
          <ac:picMkLst>
            <pc:docMk/>
            <pc:sldMk cId="445000554" sldId="605"/>
            <ac:picMk id="5" creationId="{9DD7D228-33CA-44AA-EA65-56E37E398A6C}"/>
          </ac:picMkLst>
        </pc:picChg>
        <pc:picChg chg="mod">
          <ac:chgData name="Deepika Vatsa" userId="f7100972-27fe-4ee6-8fb4-ec9b7931b409" providerId="ADAL" clId="{2AFFE7C8-BE72-4E40-A521-66C48F887714}" dt="2025-08-24T12:01:26.513" v="3393" actId="1035"/>
          <ac:picMkLst>
            <pc:docMk/>
            <pc:sldMk cId="445000554" sldId="605"/>
            <ac:picMk id="8" creationId="{7433A0C1-F16A-E900-0E7A-E9C4EB630E53}"/>
          </ac:picMkLst>
        </pc:picChg>
        <pc:picChg chg="add mod">
          <ac:chgData name="Deepika Vatsa" userId="f7100972-27fe-4ee6-8fb4-ec9b7931b409" providerId="ADAL" clId="{2AFFE7C8-BE72-4E40-A521-66C48F887714}" dt="2025-08-24T12:01:45.745" v="3398" actId="1076"/>
          <ac:picMkLst>
            <pc:docMk/>
            <pc:sldMk cId="445000554" sldId="605"/>
            <ac:picMk id="19" creationId="{D319F73B-9636-C821-031D-C579458BFC97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445000554" sldId="605"/>
            <ac:inkMk id="4" creationId="{A7A10783-1218-3D21-D31E-B1BAE58D87FA}"/>
          </ac:inkMkLst>
        </pc:inkChg>
        <pc:cxnChg chg="del">
          <ac:chgData name="Deepika Vatsa" userId="f7100972-27fe-4ee6-8fb4-ec9b7931b409" providerId="ADAL" clId="{2AFFE7C8-BE72-4E40-A521-66C48F887714}" dt="2025-08-24T11:50:20.145" v="3054" actId="478"/>
          <ac:cxnSpMkLst>
            <pc:docMk/>
            <pc:sldMk cId="445000554" sldId="605"/>
            <ac:cxnSpMk id="11" creationId="{FC5AC2BB-6DD2-9439-6D47-9A8DF00AF49A}"/>
          </ac:cxnSpMkLst>
        </pc:cxnChg>
        <pc:cxnChg chg="del">
          <ac:chgData name="Deepika Vatsa" userId="f7100972-27fe-4ee6-8fb4-ec9b7931b409" providerId="ADAL" clId="{2AFFE7C8-BE72-4E40-A521-66C48F887714}" dt="2025-08-24T11:52:42.413" v="3171" actId="478"/>
          <ac:cxnSpMkLst>
            <pc:docMk/>
            <pc:sldMk cId="445000554" sldId="605"/>
            <ac:cxnSpMk id="12" creationId="{72B93CFD-C5C3-154A-AD7E-3A5FDAF34D7B}"/>
          </ac:cxnSpMkLst>
        </pc:cxnChg>
        <pc:cxnChg chg="del">
          <ac:chgData name="Deepika Vatsa" userId="f7100972-27fe-4ee6-8fb4-ec9b7931b409" providerId="ADAL" clId="{2AFFE7C8-BE72-4E40-A521-66C48F887714}" dt="2025-08-24T11:50:21.843" v="3055" actId="478"/>
          <ac:cxnSpMkLst>
            <pc:docMk/>
            <pc:sldMk cId="445000554" sldId="605"/>
            <ac:cxnSpMk id="13" creationId="{A845278F-A0C7-A423-05C5-FA1ACE1C8701}"/>
          </ac:cxnSpMkLst>
        </pc:cxnChg>
      </pc:sldChg>
      <pc:sldChg chg="addSp delSp modSp add mod modNotesTx">
        <pc:chgData name="Deepika Vatsa" userId="f7100972-27fe-4ee6-8fb4-ec9b7931b409" providerId="ADAL" clId="{2AFFE7C8-BE72-4E40-A521-66C48F887714}" dt="2025-08-25T09:43:52.639" v="5474"/>
        <pc:sldMkLst>
          <pc:docMk/>
          <pc:sldMk cId="1485959775" sldId="606"/>
        </pc:sldMkLst>
        <pc:spChg chg="add del ord">
          <ac:chgData name="Deepika Vatsa" userId="f7100972-27fe-4ee6-8fb4-ec9b7931b409" providerId="ADAL" clId="{2AFFE7C8-BE72-4E40-A521-66C48F887714}" dt="2025-08-25T08:21:08.679" v="4373" actId="478"/>
          <ac:spMkLst>
            <pc:docMk/>
            <pc:sldMk cId="1485959775" sldId="606"/>
            <ac:spMk id="4" creationId="{DC2D388E-685C-A50E-B4C9-FD454FC57FF3}"/>
          </ac:spMkLst>
        </pc:spChg>
        <pc:spChg chg="del mod">
          <ac:chgData name="Deepika Vatsa" userId="f7100972-27fe-4ee6-8fb4-ec9b7931b409" providerId="ADAL" clId="{2AFFE7C8-BE72-4E40-A521-66C48F887714}" dt="2025-08-24T12:07:42.834" v="3529" actId="478"/>
          <ac:spMkLst>
            <pc:docMk/>
            <pc:sldMk cId="1485959775" sldId="606"/>
            <ac:spMk id="6" creationId="{0E8D15EF-E703-D70D-9A2D-B6678A3AB295}"/>
          </ac:spMkLst>
        </pc:spChg>
        <pc:spChg chg="mod">
          <ac:chgData name="Deepika Vatsa" userId="f7100972-27fe-4ee6-8fb4-ec9b7931b409" providerId="ADAL" clId="{2AFFE7C8-BE72-4E40-A521-66C48F887714}" dt="2025-08-25T08:16:18.385" v="3981" actId="113"/>
          <ac:spMkLst>
            <pc:docMk/>
            <pc:sldMk cId="1485959775" sldId="606"/>
            <ac:spMk id="7" creationId="{DB432D57-5278-F211-B716-41CD9A8525C5}"/>
          </ac:spMkLst>
        </pc:spChg>
        <pc:spChg chg="del">
          <ac:chgData name="Deepika Vatsa" userId="f7100972-27fe-4ee6-8fb4-ec9b7931b409" providerId="ADAL" clId="{2AFFE7C8-BE72-4E40-A521-66C48F887714}" dt="2025-08-24T12:05:52.674" v="3480" actId="478"/>
          <ac:spMkLst>
            <pc:docMk/>
            <pc:sldMk cId="1485959775" sldId="606"/>
            <ac:spMk id="10" creationId="{9E7B4D2C-D854-662E-54E3-C1E015E9D477}"/>
          </ac:spMkLst>
        </pc:spChg>
        <pc:spChg chg="add mod">
          <ac:chgData name="Deepika Vatsa" userId="f7100972-27fe-4ee6-8fb4-ec9b7931b409" providerId="ADAL" clId="{2AFFE7C8-BE72-4E40-A521-66C48F887714}" dt="2025-08-24T12:16:08.417" v="3927" actId="1076"/>
          <ac:spMkLst>
            <pc:docMk/>
            <pc:sldMk cId="1485959775" sldId="606"/>
            <ac:spMk id="12" creationId="{0B19E47B-D987-A34F-F4FD-47A27053DEFB}"/>
          </ac:spMkLst>
        </pc:spChg>
        <pc:picChg chg="add mod">
          <ac:chgData name="Deepika Vatsa" userId="f7100972-27fe-4ee6-8fb4-ec9b7931b409" providerId="ADAL" clId="{2AFFE7C8-BE72-4E40-A521-66C48F887714}" dt="2025-08-24T12:07:53.077" v="3533" actId="1076"/>
          <ac:picMkLst>
            <pc:docMk/>
            <pc:sldMk cId="1485959775" sldId="606"/>
            <ac:picMk id="5" creationId="{621CE63C-ACBB-183E-1326-87E4CDB61264}"/>
          </ac:picMkLst>
        </pc:picChg>
        <pc:picChg chg="del">
          <ac:chgData name="Deepika Vatsa" userId="f7100972-27fe-4ee6-8fb4-ec9b7931b409" providerId="ADAL" clId="{2AFFE7C8-BE72-4E40-A521-66C48F887714}" dt="2025-08-24T12:05:51.224" v="3479" actId="478"/>
          <ac:picMkLst>
            <pc:docMk/>
            <pc:sldMk cId="1485959775" sldId="606"/>
            <ac:picMk id="8" creationId="{7433A0C1-F16A-E900-0E7A-E9C4EB630E53}"/>
          </ac:picMkLst>
        </pc:picChg>
        <pc:picChg chg="add mod">
          <ac:chgData name="Deepika Vatsa" userId="f7100972-27fe-4ee6-8fb4-ec9b7931b409" providerId="ADAL" clId="{2AFFE7C8-BE72-4E40-A521-66C48F887714}" dt="2025-08-24T12:07:47.993" v="3532" actId="1076"/>
          <ac:picMkLst>
            <pc:docMk/>
            <pc:sldMk cId="1485959775" sldId="606"/>
            <ac:picMk id="11" creationId="{5E3CE905-5E47-BAD1-1397-0B531DB60A04}"/>
          </ac:picMkLst>
        </pc:picChg>
        <pc:picChg chg="add mod">
          <ac:chgData name="Deepika Vatsa" userId="f7100972-27fe-4ee6-8fb4-ec9b7931b409" providerId="ADAL" clId="{2AFFE7C8-BE72-4E40-A521-66C48F887714}" dt="2025-08-24T12:15:59.273" v="3925" actId="1076"/>
          <ac:picMkLst>
            <pc:docMk/>
            <pc:sldMk cId="1485959775" sldId="606"/>
            <ac:picMk id="14" creationId="{85E89D62-8657-EF7A-4EC5-EAF911C2CE23}"/>
          </ac:picMkLst>
        </pc:picChg>
        <pc:picChg chg="del">
          <ac:chgData name="Deepika Vatsa" userId="f7100972-27fe-4ee6-8fb4-ec9b7931b409" providerId="ADAL" clId="{2AFFE7C8-BE72-4E40-A521-66C48F887714}" dt="2025-08-24T12:05:49.446" v="3478" actId="478"/>
          <ac:picMkLst>
            <pc:docMk/>
            <pc:sldMk cId="1485959775" sldId="606"/>
            <ac:picMk id="19" creationId="{D319F73B-9636-C821-031D-C579458BFC97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1485959775" sldId="606"/>
            <ac:inkMk id="6" creationId="{E7E93F7E-2992-187F-D478-B8F6C5877E79}"/>
          </ac:inkMkLst>
        </pc:inkChg>
      </pc:sldChg>
      <pc:sldChg chg="addSp delSp modSp add mod modNotesTx">
        <pc:chgData name="Deepika Vatsa" userId="f7100972-27fe-4ee6-8fb4-ec9b7931b409" providerId="ADAL" clId="{2AFFE7C8-BE72-4E40-A521-66C48F887714}" dt="2025-08-25T09:43:52.639" v="5474"/>
        <pc:sldMkLst>
          <pc:docMk/>
          <pc:sldMk cId="3905576689" sldId="607"/>
        </pc:sldMkLst>
        <pc:spChg chg="mod">
          <ac:chgData name="Deepika Vatsa" userId="f7100972-27fe-4ee6-8fb4-ec9b7931b409" providerId="ADAL" clId="{2AFFE7C8-BE72-4E40-A521-66C48F887714}" dt="2025-08-25T08:27:22.683" v="4626" actId="20577"/>
          <ac:spMkLst>
            <pc:docMk/>
            <pc:sldMk cId="3905576689" sldId="607"/>
            <ac:spMk id="7" creationId="{DB432D57-5278-F211-B716-41CD9A8525C5}"/>
          </ac:spMkLst>
        </pc:spChg>
        <pc:spChg chg="del">
          <ac:chgData name="Deepika Vatsa" userId="f7100972-27fe-4ee6-8fb4-ec9b7931b409" providerId="ADAL" clId="{2AFFE7C8-BE72-4E40-A521-66C48F887714}" dt="2025-08-25T08:16:29.163" v="3984" actId="478"/>
          <ac:spMkLst>
            <pc:docMk/>
            <pc:sldMk cId="3905576689" sldId="607"/>
            <ac:spMk id="12" creationId="{0B19E47B-D987-A34F-F4FD-47A27053DEFB}"/>
          </ac:spMkLst>
        </pc:spChg>
        <pc:picChg chg="del">
          <ac:chgData name="Deepika Vatsa" userId="f7100972-27fe-4ee6-8fb4-ec9b7931b409" providerId="ADAL" clId="{2AFFE7C8-BE72-4E40-A521-66C48F887714}" dt="2025-08-25T08:16:34.285" v="3986" actId="478"/>
          <ac:picMkLst>
            <pc:docMk/>
            <pc:sldMk cId="3905576689" sldId="607"/>
            <ac:picMk id="5" creationId="{621CE63C-ACBB-183E-1326-87E4CDB61264}"/>
          </ac:picMkLst>
        </pc:picChg>
        <pc:picChg chg="del">
          <ac:chgData name="Deepika Vatsa" userId="f7100972-27fe-4ee6-8fb4-ec9b7931b409" providerId="ADAL" clId="{2AFFE7C8-BE72-4E40-A521-66C48F887714}" dt="2025-08-25T08:16:25.699" v="3983" actId="478"/>
          <ac:picMkLst>
            <pc:docMk/>
            <pc:sldMk cId="3905576689" sldId="607"/>
            <ac:picMk id="11" creationId="{5E3CE905-5E47-BAD1-1397-0B531DB60A04}"/>
          </ac:picMkLst>
        </pc:picChg>
        <pc:picChg chg="del">
          <ac:chgData name="Deepika Vatsa" userId="f7100972-27fe-4ee6-8fb4-ec9b7931b409" providerId="ADAL" clId="{2AFFE7C8-BE72-4E40-A521-66C48F887714}" dt="2025-08-25T08:16:35.831" v="3987" actId="478"/>
          <ac:picMkLst>
            <pc:docMk/>
            <pc:sldMk cId="3905576689" sldId="607"/>
            <ac:picMk id="14" creationId="{85E89D62-8657-EF7A-4EC5-EAF911C2CE23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3905576689" sldId="607"/>
            <ac:inkMk id="4" creationId="{82FD8F8F-DCF5-025F-87C1-F154AC24F106}"/>
          </ac:inkMkLst>
        </pc:inkChg>
      </pc:sldChg>
      <pc:sldChg chg="addSp modSp add mod">
        <pc:chgData name="Deepika Vatsa" userId="f7100972-27fe-4ee6-8fb4-ec9b7931b409" providerId="ADAL" clId="{2AFFE7C8-BE72-4E40-A521-66C48F887714}" dt="2025-08-25T09:43:52.639" v="5474"/>
        <pc:sldMkLst>
          <pc:docMk/>
          <pc:sldMk cId="3417401484" sldId="608"/>
        </pc:sldMkLst>
        <pc:spChg chg="mod">
          <ac:chgData name="Deepika Vatsa" userId="f7100972-27fe-4ee6-8fb4-ec9b7931b409" providerId="ADAL" clId="{2AFFE7C8-BE72-4E40-A521-66C48F887714}" dt="2025-08-25T08:31:05.462" v="4890" actId="113"/>
          <ac:spMkLst>
            <pc:docMk/>
            <pc:sldMk cId="3417401484" sldId="608"/>
            <ac:spMk id="7" creationId="{DB432D57-5278-F211-B716-41CD9A8525C5}"/>
          </ac:spMkLst>
        </pc:spChg>
        <pc:picChg chg="add mod">
          <ac:chgData name="Deepika Vatsa" userId="f7100972-27fe-4ee6-8fb4-ec9b7931b409" providerId="ADAL" clId="{2AFFE7C8-BE72-4E40-A521-66C48F887714}" dt="2025-08-25T08:28:00.198" v="4630" actId="14100"/>
          <ac:picMkLst>
            <pc:docMk/>
            <pc:sldMk cId="3417401484" sldId="608"/>
            <ac:picMk id="5" creationId="{845AF9AF-C324-5373-4BFE-97E5FC51916A}"/>
          </ac:picMkLst>
        </pc:picChg>
        <pc:picChg chg="add mod">
          <ac:chgData name="Deepika Vatsa" userId="f7100972-27fe-4ee6-8fb4-ec9b7931b409" providerId="ADAL" clId="{2AFFE7C8-BE72-4E40-A521-66C48F887714}" dt="2025-08-25T08:32:41.809" v="4893" actId="1076"/>
          <ac:picMkLst>
            <pc:docMk/>
            <pc:sldMk cId="3417401484" sldId="608"/>
            <ac:picMk id="8" creationId="{72C8B8D4-0F6B-BFFC-932B-DB6CE5EF6F5C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3417401484" sldId="608"/>
            <ac:inkMk id="9" creationId="{E0E5F025-9223-4D98-2E81-06C2671666D0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150179198" sldId="609"/>
        </pc:sldMkLst>
        <pc:grpChg chg="mod">
          <ac:chgData name="Deepika Vatsa" userId="f7100972-27fe-4ee6-8fb4-ec9b7931b409" providerId="ADAL" clId="{2AFFE7C8-BE72-4E40-A521-66C48F887714}" dt="2025-08-25T08:35:55.976" v="5072" actId="1038"/>
          <ac:grpSpMkLst>
            <pc:docMk/>
            <pc:sldMk cId="150179198" sldId="609"/>
            <ac:grpSpMk id="12" creationId="{524D4B28-980B-0A43-3FBC-A270B703B175}"/>
          </ac:grpSpMkLst>
        </pc:grpChg>
        <pc:grpChg chg="mod">
          <ac:chgData name="Deepika Vatsa" userId="f7100972-27fe-4ee6-8fb4-ec9b7931b409" providerId="ADAL" clId="{2AFFE7C8-BE72-4E40-A521-66C48F887714}" dt="2025-08-25T08:35:55.976" v="5072" actId="1038"/>
          <ac:grpSpMkLst>
            <pc:docMk/>
            <pc:sldMk cId="150179198" sldId="609"/>
            <ac:grpSpMk id="16" creationId="{00D7C873-E6A3-E993-6578-6D0DE4DB165D}"/>
          </ac:grpSpMkLst>
        </pc:grpChg>
        <pc:grpChg chg="del mod">
          <ac:chgData name="Deepika Vatsa" userId="f7100972-27fe-4ee6-8fb4-ec9b7931b409" providerId="ADAL" clId="{2AFFE7C8-BE72-4E40-A521-66C48F887714}" dt="2025-08-25T08:33:42.628" v="4909"/>
          <ac:grpSpMkLst>
            <pc:docMk/>
            <pc:sldMk cId="150179198" sldId="609"/>
            <ac:grpSpMk id="19" creationId="{88C01927-72FC-EF59-5874-49B588270EA2}"/>
          </ac:grpSpMkLst>
        </pc:grpChg>
        <pc:grpChg chg="del mod">
          <ac:chgData name="Deepika Vatsa" userId="f7100972-27fe-4ee6-8fb4-ec9b7931b409" providerId="ADAL" clId="{2AFFE7C8-BE72-4E40-A521-66C48F887714}" dt="2025-08-25T08:33:43.597" v="4911"/>
          <ac:grpSpMkLst>
            <pc:docMk/>
            <pc:sldMk cId="150179198" sldId="609"/>
            <ac:grpSpMk id="21" creationId="{454E5820-BFA0-039C-C00B-79F80CDEC36C}"/>
          </ac:grpSpMkLst>
        </pc:grpChg>
        <pc:grpChg chg="mod">
          <ac:chgData name="Deepika Vatsa" userId="f7100972-27fe-4ee6-8fb4-ec9b7931b409" providerId="ADAL" clId="{2AFFE7C8-BE72-4E40-A521-66C48F887714}" dt="2025-08-25T08:35:55.976" v="5072" actId="1038"/>
          <ac:grpSpMkLst>
            <pc:docMk/>
            <pc:sldMk cId="150179198" sldId="609"/>
            <ac:grpSpMk id="23" creationId="{6B6F9E94-7098-418E-420D-EBB1EB596782}"/>
          </ac:grpSpMkLst>
        </pc:grpChg>
        <pc:grpChg chg="del mod">
          <ac:chgData name="Deepika Vatsa" userId="f7100972-27fe-4ee6-8fb4-ec9b7931b409" providerId="ADAL" clId="{2AFFE7C8-BE72-4E40-A521-66C48F887714}" dt="2025-08-25T08:37:19.282" v="5139"/>
          <ac:grpSpMkLst>
            <pc:docMk/>
            <pc:sldMk cId="150179198" sldId="609"/>
            <ac:grpSpMk id="31" creationId="{11390F1A-1B69-05F6-9188-514A96BE0829}"/>
          </ac:grpSpMkLst>
        </pc:grpChg>
        <pc:grpChg chg="mod">
          <ac:chgData name="Deepika Vatsa" userId="f7100972-27fe-4ee6-8fb4-ec9b7931b409" providerId="ADAL" clId="{2AFFE7C8-BE72-4E40-A521-66C48F887714}" dt="2025-08-25T08:37:14.672" v="5134"/>
          <ac:grpSpMkLst>
            <pc:docMk/>
            <pc:sldMk cId="150179198" sldId="609"/>
            <ac:grpSpMk id="32" creationId="{52D657BC-5520-C361-FBD4-A8F5FC009588}"/>
          </ac:grpSpMkLst>
        </pc:grpChg>
        <pc:grpChg chg="mod">
          <ac:chgData name="Deepika Vatsa" userId="f7100972-27fe-4ee6-8fb4-ec9b7931b409" providerId="ADAL" clId="{2AFFE7C8-BE72-4E40-A521-66C48F887714}" dt="2025-08-25T08:37:14.672" v="5134"/>
          <ac:grpSpMkLst>
            <pc:docMk/>
            <pc:sldMk cId="150179198" sldId="609"/>
            <ac:grpSpMk id="33" creationId="{C1D7D8B8-1349-0826-DE19-88276D1B6685}"/>
          </ac:grpSpMkLst>
        </pc:grpChg>
        <pc:grpChg chg="mod">
          <ac:chgData name="Deepika Vatsa" userId="f7100972-27fe-4ee6-8fb4-ec9b7931b409" providerId="ADAL" clId="{2AFFE7C8-BE72-4E40-A521-66C48F887714}" dt="2025-08-25T08:37:19.282" v="5139"/>
          <ac:grpSpMkLst>
            <pc:docMk/>
            <pc:sldMk cId="150179198" sldId="609"/>
            <ac:grpSpMk id="38" creationId="{E5B00D5C-162D-EA38-7F59-3374C13CB9DD}"/>
          </ac:grpSpMkLst>
        </pc:grpChg>
        <pc:grpChg chg="del mod">
          <ac:chgData name="Deepika Vatsa" userId="f7100972-27fe-4ee6-8fb4-ec9b7931b409" providerId="ADAL" clId="{2AFFE7C8-BE72-4E40-A521-66C48F887714}" dt="2025-08-25T08:37:40.446" v="5150"/>
          <ac:grpSpMkLst>
            <pc:docMk/>
            <pc:sldMk cId="150179198" sldId="609"/>
            <ac:grpSpMk id="45" creationId="{A85B6EF4-5224-54F4-4169-30F0AECE574E}"/>
          </ac:grpSpMkLst>
        </pc:grpChg>
        <pc:grpChg chg="mod">
          <ac:chgData name="Deepika Vatsa" userId="f7100972-27fe-4ee6-8fb4-ec9b7931b409" providerId="ADAL" clId="{2AFFE7C8-BE72-4E40-A521-66C48F887714}" dt="2025-08-25T08:37:40.446" v="5150"/>
          <ac:grpSpMkLst>
            <pc:docMk/>
            <pc:sldMk cId="150179198" sldId="609"/>
            <ac:grpSpMk id="49" creationId="{1A3C8B2D-65FA-C48A-20DE-E265C728D4DB}"/>
          </ac:grpSpMkLst>
        </pc:grpChg>
        <pc:picChg chg="del">
          <ac:chgData name="Deepika Vatsa" userId="f7100972-27fe-4ee6-8fb4-ec9b7931b409" providerId="ADAL" clId="{2AFFE7C8-BE72-4E40-A521-66C48F887714}" dt="2025-08-25T08:35:34.203" v="4995" actId="478"/>
          <ac:picMkLst>
            <pc:docMk/>
            <pc:sldMk cId="150179198" sldId="609"/>
            <ac:picMk id="5" creationId="{845AF9AF-C324-5373-4BFE-97E5FC51916A}"/>
          </ac:picMkLst>
        </pc:picChg>
        <pc:picChg chg="mod">
          <ac:chgData name="Deepika Vatsa" userId="f7100972-27fe-4ee6-8fb4-ec9b7931b409" providerId="ADAL" clId="{2AFFE7C8-BE72-4E40-A521-66C48F887714}" dt="2025-08-25T08:35:42.075" v="4996" actId="1076"/>
          <ac:picMkLst>
            <pc:docMk/>
            <pc:sldMk cId="150179198" sldId="609"/>
            <ac:picMk id="8" creationId="{72C8B8D4-0F6B-BFFC-932B-DB6CE5EF6F5C}"/>
          </ac:picMkLst>
        </pc:picChg>
        <pc:picChg chg="add mod">
          <ac:chgData name="Deepika Vatsa" userId="f7100972-27fe-4ee6-8fb4-ec9b7931b409" providerId="ADAL" clId="{2AFFE7C8-BE72-4E40-A521-66C48F887714}" dt="2025-08-25T08:38:02.720" v="5152" actId="1076"/>
          <ac:picMkLst>
            <pc:docMk/>
            <pc:sldMk cId="150179198" sldId="609"/>
            <ac:picMk id="51" creationId="{31795392-979C-03CA-794B-E9A7C6E3BC8F}"/>
          </ac:picMkLst>
        </pc:picChg>
        <pc:inkChg chg="add mod">
          <ac:chgData name="Deepika Vatsa" userId="f7100972-27fe-4ee6-8fb4-ec9b7931b409" providerId="ADAL" clId="{2AFFE7C8-BE72-4E40-A521-66C48F887714}" dt="2025-08-25T08:33:30.237" v="4900"/>
          <ac:inkMkLst>
            <pc:docMk/>
            <pc:sldMk cId="150179198" sldId="609"/>
            <ac:inkMk id="4" creationId="{8C3910F3-B86E-73F5-1843-2E29FCB48495}"/>
          </ac:inkMkLst>
        </pc:inkChg>
        <pc:inkChg chg="add mod">
          <ac:chgData name="Deepika Vatsa" userId="f7100972-27fe-4ee6-8fb4-ec9b7931b409" providerId="ADAL" clId="{2AFFE7C8-BE72-4E40-A521-66C48F887714}" dt="2025-08-25T08:33:30.237" v="4900"/>
          <ac:inkMkLst>
            <pc:docMk/>
            <pc:sldMk cId="150179198" sldId="609"/>
            <ac:inkMk id="6" creationId="{5BDA3DEE-561A-2B4F-C75A-1A7258A951E8}"/>
          </ac:inkMkLst>
        </pc:inkChg>
        <pc:inkChg chg="add mod">
          <ac:chgData name="Deepika Vatsa" userId="f7100972-27fe-4ee6-8fb4-ec9b7931b409" providerId="ADAL" clId="{2AFFE7C8-BE72-4E40-A521-66C48F887714}" dt="2025-08-25T08:35:55.976" v="5072" actId="1038"/>
          <ac:inkMkLst>
            <pc:docMk/>
            <pc:sldMk cId="150179198" sldId="609"/>
            <ac:inkMk id="9" creationId="{316A74A4-5611-1E94-A26B-6A298218F01E}"/>
          </ac:inkMkLst>
        </pc:inkChg>
        <pc:inkChg chg="add mod">
          <ac:chgData name="Deepika Vatsa" userId="f7100972-27fe-4ee6-8fb4-ec9b7931b409" providerId="ADAL" clId="{2AFFE7C8-BE72-4E40-A521-66C48F887714}" dt="2025-08-25T08:35:55.976" v="5072" actId="1038"/>
          <ac:inkMkLst>
            <pc:docMk/>
            <pc:sldMk cId="150179198" sldId="609"/>
            <ac:inkMk id="10" creationId="{561C4234-E0B0-ADC8-985A-549808BB1936}"/>
          </ac:inkMkLst>
        </pc:inkChg>
        <pc:inkChg chg="add mod">
          <ac:chgData name="Deepika Vatsa" userId="f7100972-27fe-4ee6-8fb4-ec9b7931b409" providerId="ADAL" clId="{2AFFE7C8-BE72-4E40-A521-66C48F887714}" dt="2025-08-25T08:35:55.976" v="5072" actId="1038"/>
          <ac:inkMkLst>
            <pc:docMk/>
            <pc:sldMk cId="150179198" sldId="609"/>
            <ac:inkMk id="11" creationId="{DEE501FA-7D5F-4145-5387-2ADA7CC3F8C0}"/>
          </ac:inkMkLst>
        </pc:inkChg>
        <pc:inkChg chg="add mod">
          <ac:chgData name="Deepika Vatsa" userId="f7100972-27fe-4ee6-8fb4-ec9b7931b409" providerId="ADAL" clId="{2AFFE7C8-BE72-4E40-A521-66C48F887714}" dt="2025-08-25T08:33:32.161" v="4904"/>
          <ac:inkMkLst>
            <pc:docMk/>
            <pc:sldMk cId="150179198" sldId="609"/>
            <ac:inkMk id="13" creationId="{9012C3D2-7354-40C1-F9C2-4C86E6695D1A}"/>
          </ac:inkMkLst>
        </pc:inkChg>
        <pc:inkChg chg="add mod">
          <ac:chgData name="Deepika Vatsa" userId="f7100972-27fe-4ee6-8fb4-ec9b7931b409" providerId="ADAL" clId="{2AFFE7C8-BE72-4E40-A521-66C48F887714}" dt="2025-08-25T08:33:32.161" v="4904"/>
          <ac:inkMkLst>
            <pc:docMk/>
            <pc:sldMk cId="150179198" sldId="609"/>
            <ac:inkMk id="14" creationId="{1608698B-8DB2-40A0-58EA-03DC085DBE59}"/>
          </ac:inkMkLst>
        </pc:inkChg>
        <pc:inkChg chg="add mod">
          <ac:chgData name="Deepika Vatsa" userId="f7100972-27fe-4ee6-8fb4-ec9b7931b409" providerId="ADAL" clId="{2AFFE7C8-BE72-4E40-A521-66C48F887714}" dt="2025-08-25T08:35:55.976" v="5072" actId="1038"/>
          <ac:inkMkLst>
            <pc:docMk/>
            <pc:sldMk cId="150179198" sldId="609"/>
            <ac:inkMk id="15" creationId="{A20EDEBF-1A81-6937-F5A2-9CF20E41B253}"/>
          </ac:inkMkLst>
        </pc:inkChg>
        <pc:inkChg chg="add mod">
          <ac:chgData name="Deepika Vatsa" userId="f7100972-27fe-4ee6-8fb4-ec9b7931b409" providerId="ADAL" clId="{2AFFE7C8-BE72-4E40-A521-66C48F887714}" dt="2025-08-25T08:33:43.597" v="4911"/>
          <ac:inkMkLst>
            <pc:docMk/>
            <pc:sldMk cId="150179198" sldId="609"/>
            <ac:inkMk id="17" creationId="{2E62F267-BE29-FF7E-B32B-7B1EA67786CB}"/>
          </ac:inkMkLst>
        </pc:inkChg>
        <pc:inkChg chg="add mod">
          <ac:chgData name="Deepika Vatsa" userId="f7100972-27fe-4ee6-8fb4-ec9b7931b409" providerId="ADAL" clId="{2AFFE7C8-BE72-4E40-A521-66C48F887714}" dt="2025-08-25T08:33:43.597" v="4911"/>
          <ac:inkMkLst>
            <pc:docMk/>
            <pc:sldMk cId="150179198" sldId="609"/>
            <ac:inkMk id="18" creationId="{6F78D83A-C65C-3D05-D758-00B8AAF13E7C}"/>
          </ac:inkMkLst>
        </pc:inkChg>
        <pc:inkChg chg="add mod">
          <ac:chgData name="Deepika Vatsa" userId="f7100972-27fe-4ee6-8fb4-ec9b7931b409" providerId="ADAL" clId="{2AFFE7C8-BE72-4E40-A521-66C48F887714}" dt="2025-08-25T08:33:43.597" v="4911"/>
          <ac:inkMkLst>
            <pc:docMk/>
            <pc:sldMk cId="150179198" sldId="609"/>
            <ac:inkMk id="20" creationId="{DFA689C0-8C17-206D-4AE0-A0E79024ECD6}"/>
          </ac:inkMkLst>
        </pc:inkChg>
        <pc:inkChg chg="add mod">
          <ac:chgData name="Deepika Vatsa" userId="f7100972-27fe-4ee6-8fb4-ec9b7931b409" providerId="ADAL" clId="{2AFFE7C8-BE72-4E40-A521-66C48F887714}" dt="2025-08-25T08:33:43.597" v="4911"/>
          <ac:inkMkLst>
            <pc:docMk/>
            <pc:sldMk cId="150179198" sldId="609"/>
            <ac:inkMk id="22" creationId="{A0720D47-CD8A-1655-086D-7245FCF632B6}"/>
          </ac:inkMkLst>
        </pc:inkChg>
        <pc:inkChg chg="add mod">
          <ac:chgData name="Deepika Vatsa" userId="f7100972-27fe-4ee6-8fb4-ec9b7931b409" providerId="ADAL" clId="{2AFFE7C8-BE72-4E40-A521-66C48F887714}" dt="2025-08-25T08:37:14.672" v="5134"/>
          <ac:inkMkLst>
            <pc:docMk/>
            <pc:sldMk cId="150179198" sldId="609"/>
            <ac:inkMk id="24" creationId="{3C7EB9DA-BF90-4ED2-D64C-2A6A800A20B9}"/>
          </ac:inkMkLst>
        </pc:inkChg>
        <pc:inkChg chg="add mod">
          <ac:chgData name="Deepika Vatsa" userId="f7100972-27fe-4ee6-8fb4-ec9b7931b409" providerId="ADAL" clId="{2AFFE7C8-BE72-4E40-A521-66C48F887714}" dt="2025-08-25T08:37:14.672" v="5134"/>
          <ac:inkMkLst>
            <pc:docMk/>
            <pc:sldMk cId="150179198" sldId="609"/>
            <ac:inkMk id="25" creationId="{29C499A1-F904-B0F1-45E7-11708DCD1860}"/>
          </ac:inkMkLst>
        </pc:inkChg>
        <pc:inkChg chg="add mod">
          <ac:chgData name="Deepika Vatsa" userId="f7100972-27fe-4ee6-8fb4-ec9b7931b409" providerId="ADAL" clId="{2AFFE7C8-BE72-4E40-A521-66C48F887714}" dt="2025-08-25T08:37:14.672" v="5134"/>
          <ac:inkMkLst>
            <pc:docMk/>
            <pc:sldMk cId="150179198" sldId="609"/>
            <ac:inkMk id="26" creationId="{E1CCB974-8483-CF59-3A29-C6D9BC3735B1}"/>
          </ac:inkMkLst>
        </pc:inkChg>
        <pc:inkChg chg="add mod">
          <ac:chgData name="Deepika Vatsa" userId="f7100972-27fe-4ee6-8fb4-ec9b7931b409" providerId="ADAL" clId="{2AFFE7C8-BE72-4E40-A521-66C48F887714}" dt="2025-08-25T08:37:14.672" v="5134"/>
          <ac:inkMkLst>
            <pc:docMk/>
            <pc:sldMk cId="150179198" sldId="609"/>
            <ac:inkMk id="27" creationId="{9A66BA38-8E66-2E9C-7ECF-0344EC1CD099}"/>
          </ac:inkMkLst>
        </pc:inkChg>
        <pc:inkChg chg="add">
          <ac:chgData name="Deepika Vatsa" userId="f7100972-27fe-4ee6-8fb4-ec9b7931b409" providerId="ADAL" clId="{2AFFE7C8-BE72-4E40-A521-66C48F887714}" dt="2025-08-25T08:37:13.351" v="5131" actId="9405"/>
          <ac:inkMkLst>
            <pc:docMk/>
            <pc:sldMk cId="150179198" sldId="609"/>
            <ac:inkMk id="28" creationId="{ED39994D-9005-8069-4178-3968A770998C}"/>
          </ac:inkMkLst>
        </pc:inkChg>
        <pc:inkChg chg="add mod">
          <ac:chgData name="Deepika Vatsa" userId="f7100972-27fe-4ee6-8fb4-ec9b7931b409" providerId="ADAL" clId="{2AFFE7C8-BE72-4E40-A521-66C48F887714}" dt="2025-08-25T08:37:19.282" v="5139"/>
          <ac:inkMkLst>
            <pc:docMk/>
            <pc:sldMk cId="150179198" sldId="609"/>
            <ac:inkMk id="29" creationId="{AFFFF7E4-5A0E-0EDA-AA87-65D3DFB6C8B5}"/>
          </ac:inkMkLst>
        </pc:inkChg>
        <pc:inkChg chg="add mod">
          <ac:chgData name="Deepika Vatsa" userId="f7100972-27fe-4ee6-8fb4-ec9b7931b409" providerId="ADAL" clId="{2AFFE7C8-BE72-4E40-A521-66C48F887714}" dt="2025-08-25T08:37:19.282" v="5139"/>
          <ac:inkMkLst>
            <pc:docMk/>
            <pc:sldMk cId="150179198" sldId="609"/>
            <ac:inkMk id="30" creationId="{AA65379A-8F65-F12A-BE97-6D6E3292E78F}"/>
          </ac:inkMkLst>
        </pc:inkChg>
        <pc:inkChg chg="add mod">
          <ac:chgData name="Deepika Vatsa" userId="f7100972-27fe-4ee6-8fb4-ec9b7931b409" providerId="ADAL" clId="{2AFFE7C8-BE72-4E40-A521-66C48F887714}" dt="2025-08-25T08:37:19.282" v="5139"/>
          <ac:inkMkLst>
            <pc:docMk/>
            <pc:sldMk cId="150179198" sldId="609"/>
            <ac:inkMk id="34" creationId="{569B9EAC-9306-8609-8E17-DD323B23885C}"/>
          </ac:inkMkLst>
        </pc:inkChg>
        <pc:inkChg chg="add mod">
          <ac:chgData name="Deepika Vatsa" userId="f7100972-27fe-4ee6-8fb4-ec9b7931b409" providerId="ADAL" clId="{2AFFE7C8-BE72-4E40-A521-66C48F887714}" dt="2025-08-25T08:37:19.282" v="5139"/>
          <ac:inkMkLst>
            <pc:docMk/>
            <pc:sldMk cId="150179198" sldId="609"/>
            <ac:inkMk id="35" creationId="{8DD3C592-4D40-A411-E434-BF5EDE1B659C}"/>
          </ac:inkMkLst>
        </pc:inkChg>
        <pc:inkChg chg="add mod">
          <ac:chgData name="Deepika Vatsa" userId="f7100972-27fe-4ee6-8fb4-ec9b7931b409" providerId="ADAL" clId="{2AFFE7C8-BE72-4E40-A521-66C48F887714}" dt="2025-08-25T08:37:19.282" v="5139"/>
          <ac:inkMkLst>
            <pc:docMk/>
            <pc:sldMk cId="150179198" sldId="609"/>
            <ac:inkMk id="36" creationId="{D6B9152D-197B-6BF8-0D80-0AE06F1BDFB2}"/>
          </ac:inkMkLst>
        </pc:inkChg>
        <pc:inkChg chg="add mod">
          <ac:chgData name="Deepika Vatsa" userId="f7100972-27fe-4ee6-8fb4-ec9b7931b409" providerId="ADAL" clId="{2AFFE7C8-BE72-4E40-A521-66C48F887714}" dt="2025-08-25T08:37:19.282" v="5139"/>
          <ac:inkMkLst>
            <pc:docMk/>
            <pc:sldMk cId="150179198" sldId="609"/>
            <ac:inkMk id="37" creationId="{E18EE856-8947-B799-75D6-748350990F56}"/>
          </ac:inkMkLst>
        </pc:inkChg>
        <pc:inkChg chg="add mod">
          <ac:chgData name="Deepika Vatsa" userId="f7100972-27fe-4ee6-8fb4-ec9b7931b409" providerId="ADAL" clId="{2AFFE7C8-BE72-4E40-A521-66C48F887714}" dt="2025-08-25T08:37:40.446" v="5150"/>
          <ac:inkMkLst>
            <pc:docMk/>
            <pc:sldMk cId="150179198" sldId="609"/>
            <ac:inkMk id="39" creationId="{FAB44AD2-852D-A36B-EB89-A6362A13EFBF}"/>
          </ac:inkMkLst>
        </pc:inkChg>
        <pc:inkChg chg="add mod">
          <ac:chgData name="Deepika Vatsa" userId="f7100972-27fe-4ee6-8fb4-ec9b7931b409" providerId="ADAL" clId="{2AFFE7C8-BE72-4E40-A521-66C48F887714}" dt="2025-08-25T08:37:40.446" v="5150"/>
          <ac:inkMkLst>
            <pc:docMk/>
            <pc:sldMk cId="150179198" sldId="609"/>
            <ac:inkMk id="40" creationId="{5B08FD48-59A2-5AD7-59BF-30B699A809C6}"/>
          </ac:inkMkLst>
        </pc:inkChg>
        <pc:inkChg chg="add mod">
          <ac:chgData name="Deepika Vatsa" userId="f7100972-27fe-4ee6-8fb4-ec9b7931b409" providerId="ADAL" clId="{2AFFE7C8-BE72-4E40-A521-66C48F887714}" dt="2025-08-25T08:37:40.446" v="5150"/>
          <ac:inkMkLst>
            <pc:docMk/>
            <pc:sldMk cId="150179198" sldId="609"/>
            <ac:inkMk id="41" creationId="{CC51A187-1D5A-E8C5-4A15-203FEB1CC5EF}"/>
          </ac:inkMkLst>
        </pc:inkChg>
        <pc:inkChg chg="add mod">
          <ac:chgData name="Deepika Vatsa" userId="f7100972-27fe-4ee6-8fb4-ec9b7931b409" providerId="ADAL" clId="{2AFFE7C8-BE72-4E40-A521-66C48F887714}" dt="2025-08-25T08:37:40.446" v="5150"/>
          <ac:inkMkLst>
            <pc:docMk/>
            <pc:sldMk cId="150179198" sldId="609"/>
            <ac:inkMk id="42" creationId="{AFA8E9A6-0BC4-7BC2-0BB7-02614944E0CD}"/>
          </ac:inkMkLst>
        </pc:inkChg>
        <pc:inkChg chg="add mod">
          <ac:chgData name="Deepika Vatsa" userId="f7100972-27fe-4ee6-8fb4-ec9b7931b409" providerId="ADAL" clId="{2AFFE7C8-BE72-4E40-A521-66C48F887714}" dt="2025-08-25T08:37:40.446" v="5150"/>
          <ac:inkMkLst>
            <pc:docMk/>
            <pc:sldMk cId="150179198" sldId="609"/>
            <ac:inkMk id="43" creationId="{9078E073-0DEE-2897-B699-0E5BBB3B44F8}"/>
          </ac:inkMkLst>
        </pc:inkChg>
        <pc:inkChg chg="add mod">
          <ac:chgData name="Deepika Vatsa" userId="f7100972-27fe-4ee6-8fb4-ec9b7931b409" providerId="ADAL" clId="{2AFFE7C8-BE72-4E40-A521-66C48F887714}" dt="2025-08-25T08:37:40.446" v="5150"/>
          <ac:inkMkLst>
            <pc:docMk/>
            <pc:sldMk cId="150179198" sldId="609"/>
            <ac:inkMk id="44" creationId="{37C084B7-8D7D-B91E-B64F-D83B18B62060}"/>
          </ac:inkMkLst>
        </pc:inkChg>
        <pc:inkChg chg="add mod">
          <ac:chgData name="Deepika Vatsa" userId="f7100972-27fe-4ee6-8fb4-ec9b7931b409" providerId="ADAL" clId="{2AFFE7C8-BE72-4E40-A521-66C48F887714}" dt="2025-08-25T08:37:40.446" v="5150"/>
          <ac:inkMkLst>
            <pc:docMk/>
            <pc:sldMk cId="150179198" sldId="609"/>
            <ac:inkMk id="46" creationId="{18FE890D-370A-B85B-BEC8-43717EA6F433}"/>
          </ac:inkMkLst>
        </pc:inkChg>
        <pc:inkChg chg="add mod">
          <ac:chgData name="Deepika Vatsa" userId="f7100972-27fe-4ee6-8fb4-ec9b7931b409" providerId="ADAL" clId="{2AFFE7C8-BE72-4E40-A521-66C48F887714}" dt="2025-08-25T08:37:40.446" v="5150"/>
          <ac:inkMkLst>
            <pc:docMk/>
            <pc:sldMk cId="150179198" sldId="609"/>
            <ac:inkMk id="47" creationId="{7C0EA50F-D238-1DF3-0AE6-BBECFCA4FEA2}"/>
          </ac:inkMkLst>
        </pc:inkChg>
        <pc:inkChg chg="add mod">
          <ac:chgData name="Deepika Vatsa" userId="f7100972-27fe-4ee6-8fb4-ec9b7931b409" providerId="ADAL" clId="{2AFFE7C8-BE72-4E40-A521-66C48F887714}" dt="2025-08-25T08:37:40.446" v="5150"/>
          <ac:inkMkLst>
            <pc:docMk/>
            <pc:sldMk cId="150179198" sldId="609"/>
            <ac:inkMk id="48" creationId="{599F2418-2B63-F2CA-90B1-D171DE17DE4D}"/>
          </ac:inkMkLst>
        </pc:ink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150179198" sldId="609"/>
            <ac:inkMk id="52" creationId="{1058CCFE-BFE7-8208-BDE1-9448E1D3A75D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1071870342" sldId="610"/>
        </pc:sldMkLst>
        <pc:spChg chg="del">
          <ac:chgData name="Deepika Vatsa" userId="f7100972-27fe-4ee6-8fb4-ec9b7931b409" providerId="ADAL" clId="{2AFFE7C8-BE72-4E40-A521-66C48F887714}" dt="2025-08-25T08:34:31.400" v="4917" actId="478"/>
          <ac:spMkLst>
            <pc:docMk/>
            <pc:sldMk cId="1071870342" sldId="610"/>
            <ac:spMk id="7" creationId="{DB432D57-5278-F211-B716-41CD9A8525C5}"/>
          </ac:spMkLst>
        </pc:spChg>
        <pc:spChg chg="add mod">
          <ac:chgData name="Deepika Vatsa" userId="f7100972-27fe-4ee6-8fb4-ec9b7931b409" providerId="ADAL" clId="{2AFFE7C8-BE72-4E40-A521-66C48F887714}" dt="2025-08-25T08:36:47.305" v="5126" actId="20577"/>
          <ac:spMkLst>
            <pc:docMk/>
            <pc:sldMk cId="1071870342" sldId="610"/>
            <ac:spMk id="9" creationId="{44A6029E-8E23-3786-AE90-CEB85E9E06A0}"/>
          </ac:spMkLst>
        </pc:spChg>
        <pc:picChg chg="del">
          <ac:chgData name="Deepika Vatsa" userId="f7100972-27fe-4ee6-8fb4-ec9b7931b409" providerId="ADAL" clId="{2AFFE7C8-BE72-4E40-A521-66C48F887714}" dt="2025-08-25T08:34:21.849" v="4913" actId="478"/>
          <ac:picMkLst>
            <pc:docMk/>
            <pc:sldMk cId="1071870342" sldId="610"/>
            <ac:picMk id="5" creationId="{845AF9AF-C324-5373-4BFE-97E5FC51916A}"/>
          </ac:picMkLst>
        </pc:picChg>
        <pc:picChg chg="add mod">
          <ac:chgData name="Deepika Vatsa" userId="f7100972-27fe-4ee6-8fb4-ec9b7931b409" providerId="ADAL" clId="{2AFFE7C8-BE72-4E40-A521-66C48F887714}" dt="2025-08-25T08:35:19.151" v="4993" actId="1076"/>
          <ac:picMkLst>
            <pc:docMk/>
            <pc:sldMk cId="1071870342" sldId="610"/>
            <ac:picMk id="6" creationId="{B2BF83FC-76F3-8D84-8E1E-FF3BE40E6F1C}"/>
          </ac:picMkLst>
        </pc:picChg>
        <pc:picChg chg="mod">
          <ac:chgData name="Deepika Vatsa" userId="f7100972-27fe-4ee6-8fb4-ec9b7931b409" providerId="ADAL" clId="{2AFFE7C8-BE72-4E40-A521-66C48F887714}" dt="2025-08-25T08:35:17.117" v="4992" actId="1076"/>
          <ac:picMkLst>
            <pc:docMk/>
            <pc:sldMk cId="1071870342" sldId="610"/>
            <ac:picMk id="8" creationId="{72C8B8D4-0F6B-BFFC-932B-DB6CE5EF6F5C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1071870342" sldId="610"/>
            <ac:inkMk id="10" creationId="{F6249F78-2D7B-2EF3-B469-5CA91B56C29D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3528666857" sldId="611"/>
        </pc:sldMkLst>
        <pc:spChg chg="del">
          <ac:chgData name="Deepika Vatsa" userId="f7100972-27fe-4ee6-8fb4-ec9b7931b409" providerId="ADAL" clId="{2AFFE7C8-BE72-4E40-A521-66C48F887714}" dt="2025-08-25T08:38:33.242" v="5154" actId="478"/>
          <ac:spMkLst>
            <pc:docMk/>
            <pc:sldMk cId="3528666857" sldId="611"/>
            <ac:spMk id="7" creationId="{DB432D57-5278-F211-B716-41CD9A8525C5}"/>
          </ac:spMkLst>
        </pc:spChg>
        <pc:grpChg chg="del">
          <ac:chgData name="Deepika Vatsa" userId="f7100972-27fe-4ee6-8fb4-ec9b7931b409" providerId="ADAL" clId="{2AFFE7C8-BE72-4E40-A521-66C48F887714}" dt="2025-08-25T08:38:37.908" v="5157" actId="478"/>
          <ac:grpSpMkLst>
            <pc:docMk/>
            <pc:sldMk cId="3528666857" sldId="611"/>
            <ac:grpSpMk id="12" creationId="{524D4B28-980B-0A43-3FBC-A270B703B175}"/>
          </ac:grpSpMkLst>
        </pc:grpChg>
        <pc:grpChg chg="del">
          <ac:chgData name="Deepika Vatsa" userId="f7100972-27fe-4ee6-8fb4-ec9b7931b409" providerId="ADAL" clId="{2AFFE7C8-BE72-4E40-A521-66C48F887714}" dt="2025-08-25T08:38:37.908" v="5157" actId="478"/>
          <ac:grpSpMkLst>
            <pc:docMk/>
            <pc:sldMk cId="3528666857" sldId="611"/>
            <ac:grpSpMk id="16" creationId="{00D7C873-E6A3-E993-6578-6D0DE4DB165D}"/>
          </ac:grpSpMkLst>
        </pc:grpChg>
        <pc:grpChg chg="del">
          <ac:chgData name="Deepika Vatsa" userId="f7100972-27fe-4ee6-8fb4-ec9b7931b409" providerId="ADAL" clId="{2AFFE7C8-BE72-4E40-A521-66C48F887714}" dt="2025-08-25T08:38:37.908" v="5157" actId="478"/>
          <ac:grpSpMkLst>
            <pc:docMk/>
            <pc:sldMk cId="3528666857" sldId="611"/>
            <ac:grpSpMk id="23" creationId="{6B6F9E94-7098-418E-420D-EBB1EB596782}"/>
          </ac:grpSpMkLst>
        </pc:grpChg>
        <pc:grpChg chg="del">
          <ac:chgData name="Deepika Vatsa" userId="f7100972-27fe-4ee6-8fb4-ec9b7931b409" providerId="ADAL" clId="{2AFFE7C8-BE72-4E40-A521-66C48F887714}" dt="2025-08-25T08:38:37.908" v="5157" actId="478"/>
          <ac:grpSpMkLst>
            <pc:docMk/>
            <pc:sldMk cId="3528666857" sldId="611"/>
            <ac:grpSpMk id="32" creationId="{52D657BC-5520-C361-FBD4-A8F5FC009588}"/>
          </ac:grpSpMkLst>
        </pc:grpChg>
        <pc:grpChg chg="del">
          <ac:chgData name="Deepika Vatsa" userId="f7100972-27fe-4ee6-8fb4-ec9b7931b409" providerId="ADAL" clId="{2AFFE7C8-BE72-4E40-A521-66C48F887714}" dt="2025-08-25T08:38:37.908" v="5157" actId="478"/>
          <ac:grpSpMkLst>
            <pc:docMk/>
            <pc:sldMk cId="3528666857" sldId="611"/>
            <ac:grpSpMk id="33" creationId="{C1D7D8B8-1349-0826-DE19-88276D1B6685}"/>
          </ac:grpSpMkLst>
        </pc:grpChg>
        <pc:grpChg chg="del">
          <ac:chgData name="Deepika Vatsa" userId="f7100972-27fe-4ee6-8fb4-ec9b7931b409" providerId="ADAL" clId="{2AFFE7C8-BE72-4E40-A521-66C48F887714}" dt="2025-08-25T08:38:37.908" v="5157" actId="478"/>
          <ac:grpSpMkLst>
            <pc:docMk/>
            <pc:sldMk cId="3528666857" sldId="611"/>
            <ac:grpSpMk id="38" creationId="{E5B00D5C-162D-EA38-7F59-3374C13CB9DD}"/>
          </ac:grpSpMkLst>
        </pc:grpChg>
        <pc:grpChg chg="del">
          <ac:chgData name="Deepika Vatsa" userId="f7100972-27fe-4ee6-8fb4-ec9b7931b409" providerId="ADAL" clId="{2AFFE7C8-BE72-4E40-A521-66C48F887714}" dt="2025-08-25T08:38:37.908" v="5157" actId="478"/>
          <ac:grpSpMkLst>
            <pc:docMk/>
            <pc:sldMk cId="3528666857" sldId="611"/>
            <ac:grpSpMk id="49" creationId="{1A3C8B2D-65FA-C48A-20DE-E265C728D4DB}"/>
          </ac:grpSpMkLst>
        </pc:grpChg>
        <pc:picChg chg="del">
          <ac:chgData name="Deepika Vatsa" userId="f7100972-27fe-4ee6-8fb4-ec9b7931b409" providerId="ADAL" clId="{2AFFE7C8-BE72-4E40-A521-66C48F887714}" dt="2025-08-25T08:38:34.508" v="5155" actId="478"/>
          <ac:picMkLst>
            <pc:docMk/>
            <pc:sldMk cId="3528666857" sldId="611"/>
            <ac:picMk id="8" creationId="{72C8B8D4-0F6B-BFFC-932B-DB6CE5EF6F5C}"/>
          </ac:picMkLst>
        </pc:picChg>
        <pc:picChg chg="add mod">
          <ac:chgData name="Deepika Vatsa" userId="f7100972-27fe-4ee6-8fb4-ec9b7931b409" providerId="ADAL" clId="{2AFFE7C8-BE72-4E40-A521-66C48F887714}" dt="2025-08-25T08:38:45.202" v="5161" actId="1076"/>
          <ac:picMkLst>
            <pc:docMk/>
            <pc:sldMk cId="3528666857" sldId="611"/>
            <ac:picMk id="19" creationId="{8455F003-5D40-E514-43DB-547DE88E87AA}"/>
          </ac:picMkLst>
        </pc:picChg>
        <pc:picChg chg="del">
          <ac:chgData name="Deepika Vatsa" userId="f7100972-27fe-4ee6-8fb4-ec9b7931b409" providerId="ADAL" clId="{2AFFE7C8-BE72-4E40-A521-66C48F887714}" dt="2025-08-25T08:38:35.871" v="5156" actId="478"/>
          <ac:picMkLst>
            <pc:docMk/>
            <pc:sldMk cId="3528666857" sldId="611"/>
            <ac:picMk id="51" creationId="{31795392-979C-03CA-794B-E9A7C6E3BC8F}"/>
          </ac:picMkLst>
        </pc:picChg>
        <pc:inkChg chg="del">
          <ac:chgData name="Deepika Vatsa" userId="f7100972-27fe-4ee6-8fb4-ec9b7931b409" providerId="ADAL" clId="{2AFFE7C8-BE72-4E40-A521-66C48F887714}" dt="2025-08-25T08:38:37.908" v="5157" actId="478"/>
          <ac:inkMkLst>
            <pc:docMk/>
            <pc:sldMk cId="3528666857" sldId="611"/>
            <ac:inkMk id="9" creationId="{316A74A4-5611-1E94-A26B-6A298218F01E}"/>
          </ac:inkMkLst>
        </pc:inkChg>
        <pc:inkChg chg="del">
          <ac:chgData name="Deepika Vatsa" userId="f7100972-27fe-4ee6-8fb4-ec9b7931b409" providerId="ADAL" clId="{2AFFE7C8-BE72-4E40-A521-66C48F887714}" dt="2025-08-25T08:38:37.908" v="5157" actId="478"/>
          <ac:inkMkLst>
            <pc:docMk/>
            <pc:sldMk cId="3528666857" sldId="611"/>
            <ac:inkMk id="10" creationId="{561C4234-E0B0-ADC8-985A-549808BB1936}"/>
          </ac:inkMkLst>
        </pc:inkChg>
        <pc:inkChg chg="del">
          <ac:chgData name="Deepika Vatsa" userId="f7100972-27fe-4ee6-8fb4-ec9b7931b409" providerId="ADAL" clId="{2AFFE7C8-BE72-4E40-A521-66C48F887714}" dt="2025-08-25T08:38:37.908" v="5157" actId="478"/>
          <ac:inkMkLst>
            <pc:docMk/>
            <pc:sldMk cId="3528666857" sldId="611"/>
            <ac:inkMk id="11" creationId="{DEE501FA-7D5F-4145-5387-2ADA7CC3F8C0}"/>
          </ac:inkMkLst>
        </pc:inkChg>
        <pc:inkChg chg="del">
          <ac:chgData name="Deepika Vatsa" userId="f7100972-27fe-4ee6-8fb4-ec9b7931b409" providerId="ADAL" clId="{2AFFE7C8-BE72-4E40-A521-66C48F887714}" dt="2025-08-25T08:38:37.908" v="5157" actId="478"/>
          <ac:inkMkLst>
            <pc:docMk/>
            <pc:sldMk cId="3528666857" sldId="611"/>
            <ac:inkMk id="15" creationId="{A20EDEBF-1A81-6937-F5A2-9CF20E41B253}"/>
          </ac:inkMkLst>
        </pc:ink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3528666857" sldId="611"/>
            <ac:inkMk id="21" creationId="{1E35B0A8-475C-4153-2FC7-EE647922F688}"/>
          </ac:inkMkLst>
        </pc:inkChg>
        <pc:inkChg chg="del">
          <ac:chgData name="Deepika Vatsa" userId="f7100972-27fe-4ee6-8fb4-ec9b7931b409" providerId="ADAL" clId="{2AFFE7C8-BE72-4E40-A521-66C48F887714}" dt="2025-08-25T08:38:37.908" v="5157" actId="478"/>
          <ac:inkMkLst>
            <pc:docMk/>
            <pc:sldMk cId="3528666857" sldId="611"/>
            <ac:inkMk id="28" creationId="{ED39994D-9005-8069-4178-3968A770998C}"/>
          </ac:inkMkLst>
        </pc:inkChg>
      </pc:sldChg>
      <pc:sldChg chg="addSp delSp modSp add mod ord">
        <pc:chgData name="Deepika Vatsa" userId="f7100972-27fe-4ee6-8fb4-ec9b7931b409" providerId="ADAL" clId="{2AFFE7C8-BE72-4E40-A521-66C48F887714}" dt="2025-08-25T09:43:52.639" v="5474"/>
        <pc:sldMkLst>
          <pc:docMk/>
          <pc:sldMk cId="3297202878" sldId="612"/>
        </pc:sldMkLst>
        <pc:spChg chg="add del mod">
          <ac:chgData name="Deepika Vatsa" userId="f7100972-27fe-4ee6-8fb4-ec9b7931b409" providerId="ADAL" clId="{2AFFE7C8-BE72-4E40-A521-66C48F887714}" dt="2025-08-25T08:43:58.542" v="5255" actId="478"/>
          <ac:spMkLst>
            <pc:docMk/>
            <pc:sldMk cId="3297202878" sldId="612"/>
            <ac:spMk id="6" creationId="{25CABE61-6750-A28E-649E-6DDB9B3EE1EF}"/>
          </ac:spMkLst>
        </pc:spChg>
        <pc:grpChg chg="del mod">
          <ac:chgData name="Deepika Vatsa" userId="f7100972-27fe-4ee6-8fb4-ec9b7931b409" providerId="ADAL" clId="{2AFFE7C8-BE72-4E40-A521-66C48F887714}" dt="2025-08-25T08:43:34.073" v="5251" actId="478"/>
          <ac:grpSpMkLst>
            <pc:docMk/>
            <pc:sldMk cId="3297202878" sldId="612"/>
            <ac:grpSpMk id="20" creationId="{1A99C1D8-CD8B-0B57-46BE-04B42FF869DC}"/>
          </ac:grpSpMkLst>
        </pc:grpChg>
        <pc:picChg chg="add del mod">
          <ac:chgData name="Deepika Vatsa" userId="f7100972-27fe-4ee6-8fb4-ec9b7931b409" providerId="ADAL" clId="{2AFFE7C8-BE72-4E40-A521-66C48F887714}" dt="2025-08-25T08:40:41.861" v="5218" actId="478"/>
          <ac:picMkLst>
            <pc:docMk/>
            <pc:sldMk cId="3297202878" sldId="612"/>
            <ac:picMk id="5" creationId="{E536BECA-8566-43C9-1E67-DCBA76F06A51}"/>
          </ac:picMkLst>
        </pc:picChg>
        <pc:picChg chg="add del mod">
          <ac:chgData name="Deepika Vatsa" userId="f7100972-27fe-4ee6-8fb4-ec9b7931b409" providerId="ADAL" clId="{2AFFE7C8-BE72-4E40-A521-66C48F887714}" dt="2025-08-25T08:43:31.363" v="5250" actId="478"/>
          <ac:picMkLst>
            <pc:docMk/>
            <pc:sldMk cId="3297202878" sldId="612"/>
            <ac:picMk id="8" creationId="{863089C4-EFF5-1C47-9142-72B5953DD4A4}"/>
          </ac:picMkLst>
        </pc:picChg>
        <pc:picChg chg="add del mod ord">
          <ac:chgData name="Deepika Vatsa" userId="f7100972-27fe-4ee6-8fb4-ec9b7931b409" providerId="ADAL" clId="{2AFFE7C8-BE72-4E40-A521-66C48F887714}" dt="2025-08-25T08:43:29.938" v="5249" actId="478"/>
          <ac:picMkLst>
            <pc:docMk/>
            <pc:sldMk cId="3297202878" sldId="612"/>
            <ac:picMk id="10" creationId="{08A44228-03D6-3849-E0AC-DE8F6B56EB39}"/>
          </ac:picMkLst>
        </pc:picChg>
        <pc:picChg chg="del">
          <ac:chgData name="Deepika Vatsa" userId="f7100972-27fe-4ee6-8fb4-ec9b7931b409" providerId="ADAL" clId="{2AFFE7C8-BE72-4E40-A521-66C48F887714}" dt="2025-08-25T08:39:52.460" v="5163" actId="478"/>
          <ac:picMkLst>
            <pc:docMk/>
            <pc:sldMk cId="3297202878" sldId="612"/>
            <ac:picMk id="19" creationId="{8455F003-5D40-E514-43DB-547DE88E87AA}"/>
          </ac:picMkLst>
        </pc:picChg>
        <pc:picChg chg="add del mod">
          <ac:chgData name="Deepika Vatsa" userId="f7100972-27fe-4ee6-8fb4-ec9b7931b409" providerId="ADAL" clId="{2AFFE7C8-BE72-4E40-A521-66C48F887714}" dt="2025-08-25T08:44:38.606" v="5257" actId="478"/>
          <ac:picMkLst>
            <pc:docMk/>
            <pc:sldMk cId="3297202878" sldId="612"/>
            <ac:picMk id="22" creationId="{18B75459-BD4E-98F1-4F31-D04699E51339}"/>
          </ac:picMkLst>
        </pc:picChg>
        <pc:picChg chg="add mod">
          <ac:chgData name="Deepika Vatsa" userId="f7100972-27fe-4ee6-8fb4-ec9b7931b409" providerId="ADAL" clId="{2AFFE7C8-BE72-4E40-A521-66C48F887714}" dt="2025-08-25T08:44:46.574" v="5260" actId="1076"/>
          <ac:picMkLst>
            <pc:docMk/>
            <pc:sldMk cId="3297202878" sldId="612"/>
            <ac:picMk id="24" creationId="{69850BDB-47D7-8651-35B2-D411C9AF568C}"/>
          </ac:picMkLst>
        </pc:picChg>
        <pc:inkChg chg="add mod">
          <ac:chgData name="Deepika Vatsa" userId="f7100972-27fe-4ee6-8fb4-ec9b7931b409" providerId="ADAL" clId="{2AFFE7C8-BE72-4E40-A521-66C48F887714}" dt="2025-08-25T08:42:21.366" v="5242"/>
          <ac:inkMkLst>
            <pc:docMk/>
            <pc:sldMk cId="3297202878" sldId="612"/>
            <ac:inkMk id="11" creationId="{8C578A34-5714-E82A-FDE4-3562C3F313B5}"/>
          </ac:inkMkLst>
        </pc:inkChg>
        <pc:inkChg chg="add mod">
          <ac:chgData name="Deepika Vatsa" userId="f7100972-27fe-4ee6-8fb4-ec9b7931b409" providerId="ADAL" clId="{2AFFE7C8-BE72-4E40-A521-66C48F887714}" dt="2025-08-25T08:42:21.366" v="5242"/>
          <ac:inkMkLst>
            <pc:docMk/>
            <pc:sldMk cId="3297202878" sldId="612"/>
            <ac:inkMk id="12" creationId="{373C9466-9403-0CB3-77CF-F37280A9ECE4}"/>
          </ac:inkMkLst>
        </pc:inkChg>
        <pc:inkChg chg="add mod">
          <ac:chgData name="Deepika Vatsa" userId="f7100972-27fe-4ee6-8fb4-ec9b7931b409" providerId="ADAL" clId="{2AFFE7C8-BE72-4E40-A521-66C48F887714}" dt="2025-08-25T08:42:21.366" v="5242"/>
          <ac:inkMkLst>
            <pc:docMk/>
            <pc:sldMk cId="3297202878" sldId="612"/>
            <ac:inkMk id="13" creationId="{F77D2ACF-7CE5-9735-421C-EC3F480D83A2}"/>
          </ac:inkMkLst>
        </pc:inkChg>
        <pc:inkChg chg="add mod">
          <ac:chgData name="Deepika Vatsa" userId="f7100972-27fe-4ee6-8fb4-ec9b7931b409" providerId="ADAL" clId="{2AFFE7C8-BE72-4E40-A521-66C48F887714}" dt="2025-08-25T08:42:21.366" v="5242"/>
          <ac:inkMkLst>
            <pc:docMk/>
            <pc:sldMk cId="3297202878" sldId="612"/>
            <ac:inkMk id="14" creationId="{4DDAD2E1-CE14-1C9B-502C-3575A573AF14}"/>
          </ac:inkMkLst>
        </pc:inkChg>
        <pc:inkChg chg="add mod">
          <ac:chgData name="Deepika Vatsa" userId="f7100972-27fe-4ee6-8fb4-ec9b7931b409" providerId="ADAL" clId="{2AFFE7C8-BE72-4E40-A521-66C48F887714}" dt="2025-08-25T08:42:21.366" v="5242"/>
          <ac:inkMkLst>
            <pc:docMk/>
            <pc:sldMk cId="3297202878" sldId="612"/>
            <ac:inkMk id="15" creationId="{42136229-6A08-3677-C602-5A9F754E5725}"/>
          </ac:inkMkLst>
        </pc:inkChg>
        <pc:inkChg chg="add mod">
          <ac:chgData name="Deepika Vatsa" userId="f7100972-27fe-4ee6-8fb4-ec9b7931b409" providerId="ADAL" clId="{2AFFE7C8-BE72-4E40-A521-66C48F887714}" dt="2025-08-25T08:42:21.366" v="5242"/>
          <ac:inkMkLst>
            <pc:docMk/>
            <pc:sldMk cId="3297202878" sldId="612"/>
            <ac:inkMk id="16" creationId="{79D53070-26B9-EB17-3E76-45CCF188C64C}"/>
          </ac:inkMkLst>
        </pc:inkChg>
        <pc:inkChg chg="add mod">
          <ac:chgData name="Deepika Vatsa" userId="f7100972-27fe-4ee6-8fb4-ec9b7931b409" providerId="ADAL" clId="{2AFFE7C8-BE72-4E40-A521-66C48F887714}" dt="2025-08-25T08:42:21.366" v="5242"/>
          <ac:inkMkLst>
            <pc:docMk/>
            <pc:sldMk cId="3297202878" sldId="612"/>
            <ac:inkMk id="17" creationId="{5DA4F45C-64CB-37C4-E136-DD1AF77CA381}"/>
          </ac:inkMkLst>
        </pc:inkChg>
        <pc:inkChg chg="add mod">
          <ac:chgData name="Deepika Vatsa" userId="f7100972-27fe-4ee6-8fb4-ec9b7931b409" providerId="ADAL" clId="{2AFFE7C8-BE72-4E40-A521-66C48F887714}" dt="2025-08-25T08:42:21.366" v="5242"/>
          <ac:inkMkLst>
            <pc:docMk/>
            <pc:sldMk cId="3297202878" sldId="612"/>
            <ac:inkMk id="18" creationId="{782E1BD2-B5A3-94A6-CE39-8EFF7A22BBE6}"/>
          </ac:inkMkLst>
        </pc:ink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3297202878" sldId="612"/>
            <ac:inkMk id="25" creationId="{B502640D-7C80-6048-F942-4980FC459991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3125378255" sldId="613"/>
        </pc:sldMkLst>
        <pc:grpChg chg="del">
          <ac:chgData name="Deepika Vatsa" userId="f7100972-27fe-4ee6-8fb4-ec9b7931b409" providerId="ADAL" clId="{2AFFE7C8-BE72-4E40-A521-66C48F887714}" dt="2025-08-25T08:43:21.499" v="5245" actId="478"/>
          <ac:grpSpMkLst>
            <pc:docMk/>
            <pc:sldMk cId="3125378255" sldId="613"/>
            <ac:grpSpMk id="20" creationId="{1A99C1D8-CD8B-0B57-46BE-04B42FF869DC}"/>
          </ac:grpSpMkLst>
        </pc:grpChg>
        <pc:picChg chg="mod">
          <ac:chgData name="Deepika Vatsa" userId="f7100972-27fe-4ee6-8fb4-ec9b7931b409" providerId="ADAL" clId="{2AFFE7C8-BE72-4E40-A521-66C48F887714}" dt="2025-08-25T08:43:24.860" v="5246" actId="1076"/>
          <ac:picMkLst>
            <pc:docMk/>
            <pc:sldMk cId="3125378255" sldId="613"/>
            <ac:picMk id="8" creationId="{863089C4-EFF5-1C47-9142-72B5953DD4A4}"/>
          </ac:picMkLst>
        </pc:picChg>
        <pc:picChg chg="del">
          <ac:chgData name="Deepika Vatsa" userId="f7100972-27fe-4ee6-8fb4-ec9b7931b409" providerId="ADAL" clId="{2AFFE7C8-BE72-4E40-A521-66C48F887714}" dt="2025-08-25T08:43:18.330" v="5244" actId="478"/>
          <ac:picMkLst>
            <pc:docMk/>
            <pc:sldMk cId="3125378255" sldId="613"/>
            <ac:picMk id="10" creationId="{08A44228-03D6-3849-E0AC-DE8F6B56EB39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3125378255" sldId="613"/>
            <ac:inkMk id="4" creationId="{21C7166E-FE53-0693-8B59-04AF53CF6EE6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1212129395" sldId="614"/>
        </pc:sldMkLst>
        <pc:picChg chg="add mod">
          <ac:chgData name="Deepika Vatsa" userId="f7100972-27fe-4ee6-8fb4-ec9b7931b409" providerId="ADAL" clId="{2AFFE7C8-BE72-4E40-A521-66C48F887714}" dt="2025-08-25T08:45:55.641" v="5264" actId="1076"/>
          <ac:picMkLst>
            <pc:docMk/>
            <pc:sldMk cId="1212129395" sldId="614"/>
            <ac:picMk id="5" creationId="{D487AE19-8EDB-F855-352E-D1082D8822B2}"/>
          </ac:picMkLst>
        </pc:picChg>
        <pc:picChg chg="del">
          <ac:chgData name="Deepika Vatsa" userId="f7100972-27fe-4ee6-8fb4-ec9b7931b409" providerId="ADAL" clId="{2AFFE7C8-BE72-4E40-A521-66C48F887714}" dt="2025-08-25T08:45:52.981" v="5262" actId="478"/>
          <ac:picMkLst>
            <pc:docMk/>
            <pc:sldMk cId="1212129395" sldId="614"/>
            <ac:picMk id="24" creationId="{69850BDB-47D7-8651-35B2-D411C9AF568C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1212129395" sldId="614"/>
            <ac:inkMk id="6" creationId="{26B7F6BA-35E0-E636-AB2F-3F7FB6FD91A9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4101319592" sldId="615"/>
        </pc:sldMkLst>
        <pc:picChg chg="del">
          <ac:chgData name="Deepika Vatsa" userId="f7100972-27fe-4ee6-8fb4-ec9b7931b409" providerId="ADAL" clId="{2AFFE7C8-BE72-4E40-A521-66C48F887714}" dt="2025-08-25T08:47:35.177" v="5266" actId="478"/>
          <ac:picMkLst>
            <pc:docMk/>
            <pc:sldMk cId="4101319592" sldId="615"/>
            <ac:picMk id="5" creationId="{D487AE19-8EDB-F855-352E-D1082D8822B2}"/>
          </ac:picMkLst>
        </pc:picChg>
        <pc:picChg chg="add mod">
          <ac:chgData name="Deepika Vatsa" userId="f7100972-27fe-4ee6-8fb4-ec9b7931b409" providerId="ADAL" clId="{2AFFE7C8-BE72-4E40-A521-66C48F887714}" dt="2025-08-25T08:47:52.543" v="5272" actId="1076"/>
          <ac:picMkLst>
            <pc:docMk/>
            <pc:sldMk cId="4101319592" sldId="615"/>
            <ac:picMk id="6" creationId="{27D1AB1B-AF43-AF6F-6485-97B25E138207}"/>
          </ac:picMkLst>
        </pc:picChg>
        <pc:picChg chg="add mod">
          <ac:chgData name="Deepika Vatsa" userId="f7100972-27fe-4ee6-8fb4-ec9b7931b409" providerId="ADAL" clId="{2AFFE7C8-BE72-4E40-A521-66C48F887714}" dt="2025-08-25T08:48:55.011" v="5282" actId="1076"/>
          <ac:picMkLst>
            <pc:docMk/>
            <pc:sldMk cId="4101319592" sldId="615"/>
            <ac:picMk id="8" creationId="{2B53F01A-45A7-1A41-CEBC-4671FF7AEC3E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4101319592" sldId="615"/>
            <ac:inkMk id="9" creationId="{D0EB8494-6558-8DAE-6362-9BFDADD3FA70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3876693557" sldId="616"/>
        </pc:sldMkLst>
        <pc:picChg chg="add mod">
          <ac:chgData name="Deepika Vatsa" userId="f7100972-27fe-4ee6-8fb4-ec9b7931b409" providerId="ADAL" clId="{2AFFE7C8-BE72-4E40-A521-66C48F887714}" dt="2025-08-25T08:48:49.533" v="5281" actId="1076"/>
          <ac:picMkLst>
            <pc:docMk/>
            <pc:sldMk cId="3876693557" sldId="616"/>
            <ac:picMk id="5" creationId="{D368536A-E2DE-9345-997A-AA9397B28B98}"/>
          </ac:picMkLst>
        </pc:picChg>
        <pc:picChg chg="mod">
          <ac:chgData name="Deepika Vatsa" userId="f7100972-27fe-4ee6-8fb4-ec9b7931b409" providerId="ADAL" clId="{2AFFE7C8-BE72-4E40-A521-66C48F887714}" dt="2025-08-25T08:48:47.053" v="5280" actId="1076"/>
          <ac:picMkLst>
            <pc:docMk/>
            <pc:sldMk cId="3876693557" sldId="616"/>
            <ac:picMk id="6" creationId="{27D1AB1B-AF43-AF6F-6485-97B25E138207}"/>
          </ac:picMkLst>
        </pc:picChg>
        <pc:picChg chg="del">
          <ac:chgData name="Deepika Vatsa" userId="f7100972-27fe-4ee6-8fb4-ec9b7931b409" providerId="ADAL" clId="{2AFFE7C8-BE72-4E40-A521-66C48F887714}" dt="2025-08-25T08:48:41.437" v="5277" actId="478"/>
          <ac:picMkLst>
            <pc:docMk/>
            <pc:sldMk cId="3876693557" sldId="616"/>
            <ac:picMk id="8" creationId="{2B53F01A-45A7-1A41-CEBC-4671FF7AEC3E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3876693557" sldId="616"/>
            <ac:inkMk id="7" creationId="{348BC872-2303-A3EF-D7A2-EB27E43A6D10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3601531015" sldId="617"/>
        </pc:sldMkLst>
        <pc:picChg chg="del">
          <ac:chgData name="Deepika Vatsa" userId="f7100972-27fe-4ee6-8fb4-ec9b7931b409" providerId="ADAL" clId="{2AFFE7C8-BE72-4E40-A521-66C48F887714}" dt="2025-08-25T08:49:26.371" v="5285" actId="478"/>
          <ac:picMkLst>
            <pc:docMk/>
            <pc:sldMk cId="3601531015" sldId="617"/>
            <ac:picMk id="5" creationId="{D368536A-E2DE-9345-997A-AA9397B28B98}"/>
          </ac:picMkLst>
        </pc:picChg>
        <pc:picChg chg="del">
          <ac:chgData name="Deepika Vatsa" userId="f7100972-27fe-4ee6-8fb4-ec9b7931b409" providerId="ADAL" clId="{2AFFE7C8-BE72-4E40-A521-66C48F887714}" dt="2025-08-25T08:49:25.082" v="5284" actId="478"/>
          <ac:picMkLst>
            <pc:docMk/>
            <pc:sldMk cId="3601531015" sldId="617"/>
            <ac:picMk id="6" creationId="{27D1AB1B-AF43-AF6F-6485-97B25E138207}"/>
          </ac:picMkLst>
        </pc:picChg>
        <pc:picChg chg="add mod">
          <ac:chgData name="Deepika Vatsa" userId="f7100972-27fe-4ee6-8fb4-ec9b7931b409" providerId="ADAL" clId="{2AFFE7C8-BE72-4E40-A521-66C48F887714}" dt="2025-08-25T08:49:34.448" v="5288" actId="1076"/>
          <ac:picMkLst>
            <pc:docMk/>
            <pc:sldMk cId="3601531015" sldId="617"/>
            <ac:picMk id="7" creationId="{D98636B0-A73C-59D4-0D33-D2047E489C78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3601531015" sldId="617"/>
            <ac:inkMk id="8" creationId="{AC2D061B-D23F-4A7D-F92D-03F84AB71801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1922283920" sldId="618"/>
        </pc:sldMkLst>
        <pc:picChg chg="add mod">
          <ac:chgData name="Deepika Vatsa" userId="f7100972-27fe-4ee6-8fb4-ec9b7931b409" providerId="ADAL" clId="{2AFFE7C8-BE72-4E40-A521-66C48F887714}" dt="2025-08-25T08:50:24.918" v="5293" actId="1076"/>
          <ac:picMkLst>
            <pc:docMk/>
            <pc:sldMk cId="1922283920" sldId="618"/>
            <ac:picMk id="5" creationId="{5658A673-2057-A8E9-7B9B-04E5747D9603}"/>
          </ac:picMkLst>
        </pc:picChg>
        <pc:picChg chg="del">
          <ac:chgData name="Deepika Vatsa" userId="f7100972-27fe-4ee6-8fb4-ec9b7931b409" providerId="ADAL" clId="{2AFFE7C8-BE72-4E40-A521-66C48F887714}" dt="2025-08-25T08:50:20.050" v="5290" actId="478"/>
          <ac:picMkLst>
            <pc:docMk/>
            <pc:sldMk cId="1922283920" sldId="618"/>
            <ac:picMk id="7" creationId="{D98636B0-A73C-59D4-0D33-D2047E489C78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1922283920" sldId="618"/>
            <ac:inkMk id="6" creationId="{FA9266B3-98F3-030C-7109-D78F227CF2CE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967077035" sldId="619"/>
        </pc:sldMkLst>
        <pc:spChg chg="add mod">
          <ac:chgData name="Deepika Vatsa" userId="f7100972-27fe-4ee6-8fb4-ec9b7931b409" providerId="ADAL" clId="{2AFFE7C8-BE72-4E40-A521-66C48F887714}" dt="2025-08-25T08:57:23.089" v="5331" actId="20577"/>
          <ac:spMkLst>
            <pc:docMk/>
            <pc:sldMk cId="967077035" sldId="619"/>
            <ac:spMk id="7" creationId="{B40579F4-B9C7-5009-34A1-5C1BAA946BE5}"/>
          </ac:spMkLst>
        </pc:spChg>
        <pc:grpChg chg="mod">
          <ac:chgData name="Deepika Vatsa" userId="f7100972-27fe-4ee6-8fb4-ec9b7931b409" providerId="ADAL" clId="{2AFFE7C8-BE72-4E40-A521-66C48F887714}" dt="2025-08-25T08:57:38.956" v="5343"/>
          <ac:grpSpMkLst>
            <pc:docMk/>
            <pc:sldMk cId="967077035" sldId="619"/>
            <ac:grpSpMk id="18" creationId="{8583742A-E2C6-F39C-B274-E2A161FAB3B8}"/>
          </ac:grpSpMkLst>
        </pc:grpChg>
        <pc:grpChg chg="mod">
          <ac:chgData name="Deepika Vatsa" userId="f7100972-27fe-4ee6-8fb4-ec9b7931b409" providerId="ADAL" clId="{2AFFE7C8-BE72-4E40-A521-66C48F887714}" dt="2025-08-25T08:57:38.956" v="5343"/>
          <ac:grpSpMkLst>
            <pc:docMk/>
            <pc:sldMk cId="967077035" sldId="619"/>
            <ac:grpSpMk id="19" creationId="{5F4A83C0-6F52-7287-752E-AF18E6E38CEE}"/>
          </ac:grpSpMkLst>
        </pc:grpChg>
        <pc:picChg chg="del">
          <ac:chgData name="Deepika Vatsa" userId="f7100972-27fe-4ee6-8fb4-ec9b7931b409" providerId="ADAL" clId="{2AFFE7C8-BE72-4E40-A521-66C48F887714}" dt="2025-08-25T08:56:42.494" v="5295" actId="478"/>
          <ac:picMkLst>
            <pc:docMk/>
            <pc:sldMk cId="967077035" sldId="619"/>
            <ac:picMk id="5" creationId="{5658A673-2057-A8E9-7B9B-04E5747D9603}"/>
          </ac:picMkLst>
        </pc:picChg>
        <pc:picChg chg="add mod">
          <ac:chgData name="Deepika Vatsa" userId="f7100972-27fe-4ee6-8fb4-ec9b7931b409" providerId="ADAL" clId="{2AFFE7C8-BE72-4E40-A521-66C48F887714}" dt="2025-08-25T08:57:26.006" v="5332" actId="1076"/>
          <ac:picMkLst>
            <pc:docMk/>
            <pc:sldMk cId="967077035" sldId="619"/>
            <ac:picMk id="6" creationId="{73B3F943-1E19-03D4-1E3A-5BD3B645D572}"/>
          </ac:picMkLst>
        </pc:pic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8" creationId="{767F8EEB-AFDA-D773-7AE6-A5EAB9620916}"/>
          </ac:inkMkLst>
        </pc:ink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9" creationId="{788DCA02-14EE-84FF-AAE7-AECC665BCB67}"/>
          </ac:inkMkLst>
        </pc:ink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10" creationId="{BE85016B-4E34-19E6-D9CA-973145627975}"/>
          </ac:inkMkLst>
        </pc:ink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11" creationId="{0B929940-A13C-38E2-EDFA-25995EE9521B}"/>
          </ac:inkMkLst>
        </pc:ink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12" creationId="{4F01478E-B89D-B9EB-8AA9-EAA69C21191F}"/>
          </ac:inkMkLst>
        </pc:ink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13" creationId="{A6A48499-B5DB-21B5-7106-C05F3602C630}"/>
          </ac:inkMkLst>
        </pc:ink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14" creationId="{A7015682-EA84-02B6-9006-2BE3ACDC5C8E}"/>
          </ac:inkMkLst>
        </pc:ink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15" creationId="{2CBA9A0B-DE99-8626-D434-A6B622A562A3}"/>
          </ac:inkMkLst>
        </pc:ink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16" creationId="{DD361667-F002-CBAA-478A-8C63987D08BD}"/>
          </ac:inkMkLst>
        </pc:inkChg>
        <pc:inkChg chg="add mod">
          <ac:chgData name="Deepika Vatsa" userId="f7100972-27fe-4ee6-8fb4-ec9b7931b409" providerId="ADAL" clId="{2AFFE7C8-BE72-4E40-A521-66C48F887714}" dt="2025-08-25T08:57:38.956" v="5343"/>
          <ac:inkMkLst>
            <pc:docMk/>
            <pc:sldMk cId="967077035" sldId="619"/>
            <ac:inkMk id="17" creationId="{ACF3C3AB-E54C-1636-B00A-55FF23A6E5F1}"/>
          </ac:inkMkLst>
        </pc:ink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967077035" sldId="619"/>
            <ac:inkMk id="20" creationId="{D90CB3EC-D4C3-8247-9260-D7962142A553}"/>
          </ac:inkMkLst>
        </pc:inkChg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97124139" sldId="620"/>
        </pc:sldMkLst>
        <pc:spChg chg="mod">
          <ac:chgData name="Deepika Vatsa" userId="f7100972-27fe-4ee6-8fb4-ec9b7931b409" providerId="ADAL" clId="{2AFFE7C8-BE72-4E40-A521-66C48F887714}" dt="2025-08-25T08:58:02.048" v="5369" actId="20577"/>
          <ac:spMkLst>
            <pc:docMk/>
            <pc:sldMk cId="97124139" sldId="620"/>
            <ac:spMk id="7" creationId="{B40579F4-B9C7-5009-34A1-5C1BAA946BE5}"/>
          </ac:spMkLst>
        </pc:spChg>
        <pc:grpChg chg="del">
          <ac:chgData name="Deepika Vatsa" userId="f7100972-27fe-4ee6-8fb4-ec9b7931b409" providerId="ADAL" clId="{2AFFE7C8-BE72-4E40-A521-66C48F887714}" dt="2025-08-25T08:58:11.586" v="5373" actId="478"/>
          <ac:grpSpMkLst>
            <pc:docMk/>
            <pc:sldMk cId="97124139" sldId="620"/>
            <ac:grpSpMk id="18" creationId="{8583742A-E2C6-F39C-B274-E2A161FAB3B8}"/>
          </ac:grpSpMkLst>
        </pc:grpChg>
        <pc:grpChg chg="del">
          <ac:chgData name="Deepika Vatsa" userId="f7100972-27fe-4ee6-8fb4-ec9b7931b409" providerId="ADAL" clId="{2AFFE7C8-BE72-4E40-A521-66C48F887714}" dt="2025-08-25T08:58:10.135" v="5372" actId="478"/>
          <ac:grpSpMkLst>
            <pc:docMk/>
            <pc:sldMk cId="97124139" sldId="620"/>
            <ac:grpSpMk id="19" creationId="{5F4A83C0-6F52-7287-752E-AF18E6E38CEE}"/>
          </ac:grpSpMkLst>
        </pc:grpChg>
        <pc:picChg chg="add mod">
          <ac:chgData name="Deepika Vatsa" userId="f7100972-27fe-4ee6-8fb4-ec9b7931b409" providerId="ADAL" clId="{2AFFE7C8-BE72-4E40-A521-66C48F887714}" dt="2025-08-25T08:58:07.697" v="5371" actId="14100"/>
          <ac:picMkLst>
            <pc:docMk/>
            <pc:sldMk cId="97124139" sldId="620"/>
            <ac:picMk id="5" creationId="{C504D333-13C5-9E17-D526-D78675F1CE1B}"/>
          </ac:picMkLst>
        </pc:picChg>
        <pc:picChg chg="del">
          <ac:chgData name="Deepika Vatsa" userId="f7100972-27fe-4ee6-8fb4-ec9b7931b409" providerId="ADAL" clId="{2AFFE7C8-BE72-4E40-A521-66C48F887714}" dt="2025-08-25T08:57:54.705" v="5345" actId="478"/>
          <ac:picMkLst>
            <pc:docMk/>
            <pc:sldMk cId="97124139" sldId="620"/>
            <ac:picMk id="6" creationId="{73B3F943-1E19-03D4-1E3A-5BD3B645D572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97124139" sldId="620"/>
            <ac:inkMk id="20" creationId="{CF2BE882-36F8-586A-0E6D-79C33D6D2323}"/>
          </ac:inkMkLst>
        </pc:inkChg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4060805478" sldId="620"/>
        </pc:sldMkLst>
      </pc:sldChg>
      <pc:sldChg chg="addSp delSp modSp add mod">
        <pc:chgData name="Deepika Vatsa" userId="f7100972-27fe-4ee6-8fb4-ec9b7931b409" providerId="ADAL" clId="{2AFFE7C8-BE72-4E40-A521-66C48F887714}" dt="2025-08-25T09:43:52.639" v="5474"/>
        <pc:sldMkLst>
          <pc:docMk/>
          <pc:sldMk cId="2973699181" sldId="621"/>
        </pc:sldMkLst>
        <pc:spChg chg="mod">
          <ac:chgData name="Deepika Vatsa" userId="f7100972-27fe-4ee6-8fb4-ec9b7931b409" providerId="ADAL" clId="{2AFFE7C8-BE72-4E40-A521-66C48F887714}" dt="2025-08-25T08:59:48.362" v="5385" actId="20577"/>
          <ac:spMkLst>
            <pc:docMk/>
            <pc:sldMk cId="2973699181" sldId="621"/>
            <ac:spMk id="2" creationId="{00000000-0000-0000-0000-000000000000}"/>
          </ac:spMkLst>
        </pc:spChg>
        <pc:spChg chg="mod">
          <ac:chgData name="Deepika Vatsa" userId="f7100972-27fe-4ee6-8fb4-ec9b7931b409" providerId="ADAL" clId="{2AFFE7C8-BE72-4E40-A521-66C48F887714}" dt="2025-08-25T09:00:47.438" v="5460" actId="13926"/>
          <ac:spMkLst>
            <pc:docMk/>
            <pc:sldMk cId="2973699181" sldId="621"/>
            <ac:spMk id="7" creationId="{B40579F4-B9C7-5009-34A1-5C1BAA946BE5}"/>
          </ac:spMkLst>
        </pc:spChg>
        <pc:picChg chg="del">
          <ac:chgData name="Deepika Vatsa" userId="f7100972-27fe-4ee6-8fb4-ec9b7931b409" providerId="ADAL" clId="{2AFFE7C8-BE72-4E40-A521-66C48F887714}" dt="2025-08-25T08:59:50.003" v="5386" actId="478"/>
          <ac:picMkLst>
            <pc:docMk/>
            <pc:sldMk cId="2973699181" sldId="621"/>
            <ac:picMk id="5" creationId="{C504D333-13C5-9E17-D526-D78675F1CE1B}"/>
          </ac:picMkLst>
        </pc:picChg>
        <pc:picChg chg="add mod">
          <ac:chgData name="Deepika Vatsa" userId="f7100972-27fe-4ee6-8fb4-ec9b7931b409" providerId="ADAL" clId="{2AFFE7C8-BE72-4E40-A521-66C48F887714}" dt="2025-08-25T09:00:36.458" v="5459" actId="14100"/>
          <ac:picMkLst>
            <pc:docMk/>
            <pc:sldMk cId="2973699181" sldId="621"/>
            <ac:picMk id="6" creationId="{C113F13E-F91B-EE93-DAE6-10B6374E998D}"/>
          </ac:picMkLst>
        </pc:picChg>
        <pc:inkChg chg="add">
          <ac:chgData name="Deepika Vatsa" userId="f7100972-27fe-4ee6-8fb4-ec9b7931b409" providerId="ADAL" clId="{2AFFE7C8-BE72-4E40-A521-66C48F887714}" dt="2025-08-25T09:43:52.639" v="5474"/>
          <ac:inkMkLst>
            <pc:docMk/>
            <pc:sldMk cId="2973699181" sldId="621"/>
            <ac:inkMk id="8" creationId="{C9C57250-00B1-5B53-5EFE-B997B6F92732}"/>
          </ac:inkMkLst>
        </pc:inkChg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1948371539" sldId="629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2752782814" sldId="630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4075029183" sldId="631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1034070740" sldId="632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482903048" sldId="633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2046699416" sldId="634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746225030" sldId="635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4132203484" sldId="636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397641393" sldId="637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2040000702" sldId="638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97423181" sldId="639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2583778159" sldId="640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1325567634" sldId="641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3281371514" sldId="642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1316392785" sldId="643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4154143070" sldId="644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3731779941" sldId="645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1825479687" sldId="646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3536546870" sldId="647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3930264224" sldId="648"/>
        </pc:sldMkLst>
      </pc:sldChg>
      <pc:sldChg chg="del">
        <pc:chgData name="Deepika Vatsa" userId="f7100972-27fe-4ee6-8fb4-ec9b7931b409" providerId="ADAL" clId="{2AFFE7C8-BE72-4E40-A521-66C48F887714}" dt="2025-08-22T08:48:32.067" v="45" actId="47"/>
        <pc:sldMkLst>
          <pc:docMk/>
          <pc:sldMk cId="2272648693" sldId="65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12:12.6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10387 2715 541 0,'0'0'186'0,"0"0"-17"0,0 0 2 0,-260-18 5 0,193 15-59 0,19 3 6 0,10 0-4 0,12 0-43 0,16 0-6 0,1 0-39 0,9 0-12 15,0 0-19-15,0 4-4 16,80 8-10-16,45-4 14 15,48-1 11-15,45-7 0 16,6 0-6-16,1 0 1 16,-30 0-6-16,-25 0 4 15,-38 0-1-15,-17 0-3 16,-25 0 0-16,-29 5 0 16,-16 0 1-16,-16-3-1 0,0 3-6 15,-20-3-17-15,20 2-36 16,16 3-44-16,19-2-92 15,26-2-30-15,19-3-183 16</inkml:trace>
  <inkml:trace contextRef="#ctx0" brushRef="#br0" timeOffset="483.52">14642 2844 1093 0,'0'0'172'15,"0"0"-25"-15,0 0-21 0,0 0-38 0,0 0-44 16,0 0-37-16,-141 15-7 15,189-6 0-15,38 0 3 16,14 5 16-16,15-10-4 16,4 0-9-16,-14-4-4 15,1 0 1-15,-13 0-3 16,-6 0 6-16,-23 0-6 16,-6 0-20-16,-13 0-53 15,-7 0-84-15,-19-4-85 16,-3-7-297-16</inkml:trace>
  <inkml:trace contextRef="#ctx0" brushRef="#br0" timeOffset="2566.62">2946 4579 642 0,'0'0'362'0,"0"0"-197"0,0 0-40 0,0 0-64 0,0 0-13 16,0 0-35-16,0 4 6 15,90-4-10-15,38-16 39 16,26-6-10-16,22-2-5 16,4-2-10-16,15 4-6 15,-6 1 0-15,10 1-11 16,-23 7-4-16,-31 4-1 15,-43 8-1-15,-38 1 0 16,-35 0-1-16,-6 0-1 16,-20 0 2-16,0 0-2 15,-3 0-15-15,0 0-63 16,0 0-89-16,0 6-32 0,0-2-274 16</inkml:trace>
  <inkml:trace contextRef="#ctx0" brushRef="#br0" timeOffset="7352.55">10243 5539 628 0,'0'0'121'0,"0"0"-26"0,0 0 50 0,0 0-16 0,0 0 11 15,0 0-72-15,0 0-3 16,0 0 4-16,-141 0-43 15,141 0-5-15,0 0-12 16,0 0-6-16,0 0-3 16,0 0 0-16,61 0 0 15,45 0 6-15,12 0 5 16,23-10-4-16,10 0 2 16,3-1-8-16,-7-1 3 15,-2 6-2-15,-14-2-2 16,-16 4 2-16,-15 1 1 0,-7-2-3 15,-16 4 1-15,6-2 0 16,-12-1 2-16,-10 2-1 16,-13-3-2-16,-16 4 0 15,-10 1 1-15,-19-3-1 16,17 3 0-16,-20-1-1 16,6 1-7-16,-6-4-39 15,0-3-98-15,0 1-87 16,0-11-299-16</inkml:trace>
  <inkml:trace contextRef="#ctx0" brushRef="#br0" timeOffset="9600.44">20445 5443 662 0,'0'0'319'0,"0"0"-188"0,0 0 19 0,0 0-83 16,0 0 15-16,0 0-31 15,-80 0-18-15,80 0-16 16,0 0 5-16,0 0-18 16,6 0 11-16,71 0-9 15,32 0-2-15,26 0 8 16,6-5-7-16,6 0 1 16,13 0-6-16,4 1 0 15,3-1 0-15,-13 2 2 16,-13 2-2-16,-16-2 1 0,-20 2-1 15,-24-3 0-15,-17 3 1 16,-13 1 1-16,-25 0-2 16,-10-3 0-16,-7 3 1 15,-9 0-1-15,0 0 0 16,0 0-5-16,0 0-20 16,20 0-58-16,-1 0-81 15,26-2-71-15,12-7-88 16</inkml:trace>
  <inkml:trace contextRef="#ctx0" brushRef="#br0" timeOffset="10366.5">27585 5566 773 0,'0'0'165'0,"0"0"-55"0,0 0 34 0,0 0-40 15,0 0-15-15,0 0-10 16,-196-20-30-16,190 20-34 16,6 0-1-16,0 0 2 15,0 0 3-15,0 0-13 16,0 0 2-16,70 0-2 0,17 0 12 15,44 0-7 1,4 0-6-16,6 0-4 16,0 0-1-16,-13 0 5 0,-12 0-5 15,-7 0-10-15,-20 0 6 16,-24 0 0-16,-11 2-7 16,-15-2 0-16,-14 0-5 15,-6 0-3-15,-15 0-20 16,-4 5-82-16,0-2-38 15,0 3-204-15</inkml:trace>
  <inkml:trace contextRef="#ctx0" brushRef="#br0" timeOffset="67702.67">15206 6337 767 0,'0'0'219'0,"0"0"-76"0,0 0-53 0,0 0-5 16,0 0-16-16,0 0-33 16,0 0-11-16,-6-1-4 0,66 1 8 15,27-4 5 1,22 1-8-16,16-1-11 16,16 1 3-16,16-1-17 0,-9-1 6 15,2 2 5-15,-25 2-12 16,-25 1-1-16,-33 0-1 15,-32 0-3-15,-3 0 5 16,-28 0 1-16,5 0-1 16,-6 0 0-16,-3 0-1 15,7 0-23-15,-7 0-36 16,0 0-55-16,3 0-58 16,16 9-14-16,10-5-195 15</inkml:trace>
  <inkml:trace contextRef="#ctx0" brushRef="#br0" timeOffset="68287.7">19072 6480 487 0,'0'0'399'0,"0"0"-220"0,0 0-60 0,0 0-32 0,0 0 13 16,0 0-49-16,-73 0-17 15,73 0-2-15,0 0-2 16,38 0-4-16,52 0 11 16,25 0-13-16,20-6-4 15,6 0-12-15,7 0-3 0,2 6-1 16,7 0 7-16,-22 0-11 16,-32 0 0-16,-23 0 0 15,-32 0 0-15,-22 0 3 16,-20 0-6-16,7 0 2 15,-13 0 0-15,0 0-9 16,0 9-23-16,0 3-68 16,-32 6-36-16,-16 4-71 15,3-7-166-15</inkml:trace>
  <inkml:trace contextRef="#ctx0" brushRef="#br0" timeOffset="68950.48">24334 6543 159 0,'0'0'895'0,"0"0"-763"0,0 0-19 0,0 0-19 0,0 0-8 16,0 0-44-16,-74 0-17 16,74 0 0-16,61 0-7 15,35 0-8-15,29 0 4 16,16-9-6-16,0 1-4 0,7 4-4 15,-7-2 0 1,0 0 0-16,-19 3-7 0,-17 2 5 16,-34-2 0-16,-26 3-27 15,-19 0-50-15,-10 0-55 16,-16 0-86-16,0 0-134 16</inkml:trace>
  <inkml:trace contextRef="#ctx0" brushRef="#br0" timeOffset="71435.48">10269 7561 638 0,'0'0'108'0,"0"0"23"0,0 0-18 0,0 0 1 0,0 0-48 16,0 0-11-16,0 0-13 15,-58-4 10-15,58 4-17 16,0 0-14-16,0 0-6 16,0 0-12-16,9 0-3 15,62 0 21-15,0-1 2 16,31-8-1-16,20-4-1 15,6 0-10-15,13 2-2 16,4-1-1-16,-4 4-3 16,0-2 2-16,-3 6-1 15,-1-4-3-15,-5 4 2 16,9-2-5-16,0 2 1 0,0-1 5 16,-29 0-6-1,-9 2 0-15,-36 2-1 0,-19-2-4 16,-16 3 6-16,-19-1-1 15,-3 1 0-15,-10 0 2 16,9 0-1-16,-9-4-2 16,0 4-5-16,0 0-39 15,0 0-72-15,0 0-86 16,-38 0-220-16</inkml:trace>
  <inkml:trace contextRef="#ctx0" brushRef="#br0" timeOffset="74567.6">9082 8772 656 0,'0'0'178'0,"0"0"-121"0,0 0 90 0,0 0-46 16,0 0-37-16,0 0-48 0,0 0-2 16,16 1-5-16,74-1 19 15,38-4 15-15,26-11-12 16,23 2-16-16,9-1 9 15,6 5-13-15,-6 6-10 16,13 3 5-16,-29 0-5 16,-10 0 2-16,0 12 5 15,-19-2-2-15,-22 5 4 16,-17-6 3-16,-25-1-5 16,-19-1-6-16,-19 1 2 15,-11-6-1-15,-21 2 1 16,2-4 2-16,1 3-4 15,-10-3 4-15,0 2-2 16,0-2-1-16,0 0 2 16,0 0-5-16,0 0-6 0,0 1-54 15,0 6-80-15,0 1-67 16,0 1-203-16</inkml:trace>
  <inkml:trace contextRef="#ctx0" brushRef="#br0" timeOffset="75585.2">18819 9004 789 0,'0'0'91'0,"0"0"27"0,0 0 27 0,0 0-40 0,0 0-21 15,0 0-20-15,-195-58-12 16,195 58-22-16,0 0-16 15,0 0-2-15,0 0-12 16,35 0-1-16,61 0 1 16,36 0 22-16,18 0-3 15,7 0-12-15,0 0-4 16,10 0 2-16,9 0 3 0,10 0-2 16,-6 0-6-16,-10 8 10 15,-29 0-10-15,-16 0-2 16,-22 4 1-16,-10 0 1 15,-16-5 0-15,-13 1 0 16,-26-4 0-16,-3-1 0 16,-12-1-1-16,-4-2-3 15,-3 0-1-15,-6 3-21 16,-10-1-35-16,0 6-91 16,0 6-93-16,-26-1-220 15</inkml:trace>
  <inkml:trace contextRef="#ctx0" brushRef="#br0" timeOffset="84268.69">11371 11599 7 0,'0'0'697'0,"0"0"-548"0,0 0-22 0,0 0-17 0,0 0-2 15,0 0-40-15,0 0-14 16,0 0 2-16,-48-25-22 15,48 25-4-15,0 0-14 16,0 0-10-16,26-4 1 16,57-6 4-16,20 6 14 15,3-4-2-15,35 4-3 0,0 0-8 16,19 0-10-16,20 0 17 16,-14-4-16-16,-2 0 4 15,-1-2-4-15,-9 3-3 16,-13 2 1-16,10 1-2 15,-19 4 2-15,-1 0 3 16,-16 0-3-16,-15 0-1 16,-17 0 0-16,-12 3 6 15,-20-2-4-15,-6 2-2 16,-29-3 3-16,13 0 0 16,-23 2-1-16,-3-2-3 15,-3 0 1-15,0 3 0 0,7-3 0 16,-7 0-7-16,0 0-17 15,0 6-102-15,0 6-116 16,-16-3-173-16</inkml:trace>
  <inkml:trace contextRef="#ctx0" brushRef="#br0" timeOffset="99283.26">18980 11521 520 0,'0'0'138'0,"0"0"25"15,0 0-55-15,0 0 2 0,0 0-14 0,0 0-28 16,0 0-21-16,0 0 10 16,-97-19 12-16,97 19-14 15,0 0-12-15,0 0-16 0,0 0-11 16,0 0 4-1,0 0-12-15,0-3-2 0,0 3 11 16,0 0-7-16,32 0 5 16,33 0 1-16,2 0 4 15,7 0-11-15,9-2-1 16,13-2-8-16,13 0 5 16,7 1 0-16,18-2-5 15,7 3 3-15,0 0 5 16,-12 0-16-16,5 2 14 15,1 0-6-15,-10 0 0 16,0 0-9-16,3-1 9 16,-3 1 4-16,7 0-4 15,-10 0-3-15,-1 0 3 0,-5 0 0 16,-4 0 2-16,3 0-1 16,-15 0-1-16,6-4 1 15,-4 0-1-15,1-2 1 16,-7 3-2-16,-3 0 5 15,-10 3 1-15,-9 0-2 16,-16 0-2-16,-20 0-1 16,-12 0 0-16,-13 0 7 15,-7 0-3-15,-6 0 5 16,0 0-4-16,0 0 6 16,0 0-8-16,0 0 5 15,0 0-6-15,0 0 2 16,0 0-1-16,0 0-3 0,0 0-2 15,0 0-18 1,-16 0-63-16,-16 0-97 0,-3 12-110 16,9-4-241-16</inkml:trace>
  <inkml:trace contextRef="#ctx0" brushRef="#br0" timeOffset="100317">28139 11547 809 0,'0'0'192'0,"0"0"-53"0,0 0-36 15,0 0-14-15,-250 28 3 0,202-17-32 16,13-2 1-16,12-5-11 16,14-2-17-16,9-2-4 15,0 0-1-15,0 0-8 16,0 0-10-16,32 0 4 15,51 0 8-15,45 0-5 16,26 0-3-16,32-2-4 16,20-14-1-16,21-2-5 15,20 1-2-15,6 2 2 16,-9 3-4-16,-26 7-2 0,-48 0 2 16,-23 2-2-16,-41 3 8 15,-32 0-6-15,-26 0 0 16,-29 0 1-16,-9 0-7 15,-10 0 11-15,0 0-7 16,0 0 2-16,0 0-4 16,0 0-11-16,0 0-23 15,0 0-35-15,0 9-66 16,-3 6-121-16,-13-7-154 16</inkml:trace>
  <inkml:trace contextRef="#ctx0" brushRef="#br0" timeOffset="112168.32">15642 12807 650 0,'0'0'129'0,"0"0"-24"0,0 0 5 16,0 0 8-16,0 0-52 15,-276-17-9-15,251 16-11 16,5 1 24-16,14 0 5 16,0 0-27-16,6 0-7 15,0 0-9-15,0 0-7 16,0-3-6-16,0 3-11 15,0 0-1-15,19 0-7 0,38 0 3 16,40 0 0-16,24 0 0 16,17 0-1-16,13 0 3 15,3 0-4-15,-3 0 1 16,-1 0 2-16,-31 0-2 16,-16 0-4-16,-27 8-1 15,-21-3 3-15,-10 2-3 16,-19-4 3-16,-20-1 0 15,4 0-2-15,-10-2 1 16,0 0-3-16,0 0-17 16,0 3-77-16,0 2-85 0,0-1-62 15,0-4-200 1</inkml:trace>
  <inkml:trace contextRef="#ctx0" brushRef="#br0" timeOffset="123950.27">18031 12258 623 0,'0'0'140'0,"0"0"0"0,0 0 0 0,0 0-8 16,0 0-47-16,0 0-7 15,0 0 20-15,0 0-20 16,0-36-25-16,0 36-18 16,0 0-20-16,0 0-8 15,16 9-7-15,3 1 8 0,0 2 3 16,7-4-6-16,-4-2-3 15,1-6 0-15,2 0-1 16,1 0 0-16,19-6 0 16,3-21 1-16,0-13 4 15,19-7-6-15,-12 2-19 16,-7 3-55-16,13 2-118 16,-26 2-131-16</inkml:trace>
  <inkml:trace contextRef="#ctx0" brushRef="#br0" timeOffset="131483.51">15151 13905 753 0,'0'0'168'0,"0"0"-102"0,0 0 33 0,0 0-12 15,0 0-32-15,0 0-36 16,0 0-1-16,0 0-14 16,29 6-4-16,61-6 34 15,16 0 30-15,19 0-38 16,16-5 2-16,26 1-11 16,12-4 12-16,10 7-16 15,-3 1 5-15,-25 0-8 16,-4 0-8-16,-32 9 11 15,6 0-1-15,-9 1-6 16,-13 1 12-16,-19-5-3 0,-26-3 0 16,-16-1-7-16,-22-2-8 15,-13 0 2-15,-4 0-2 16,1 0 9-16,-10 0-7 16,0 0-2-16,0 0-5 15,0 1-84-15,0 11-154 16,-39-3-330-16</inkml:trace>
  <inkml:trace contextRef="#ctx0" brushRef="#br0" timeOffset="147050.21">8967 14491 812 0,'0'0'185'0,"0"0"-78"0,0 0-42 0,0 0-22 16,0 0-24-16,0 0 30 15,0 0 3-15,0 0-12 0,80 29-8 16,-64-26-6-16,-6-1-1 16,12-2-1-16,1 0 4 15,9 0 3-15,13-5 0 16,12-17-5-16,11-4-11 15,8-6-14-15,-2 0 0 16,0-5-1-16,9 1 0 16,1 5-15-16,-7 4-128 15,-10 1-160-15,-13 2-463 16</inkml:trace>
  <inkml:trace contextRef="#ctx0" brushRef="#br0" timeOffset="149516.34">12045 15922 861 0,'0'0'124'0,"0"0"-36"0,0 0-28 16,0 0-13-16,0 0 6 15,0 0-43-15,234-35 12 16,-100 16 2-16,20-1 5 0,-9 1-14 16,-1 4-2-16,7 2 2 15,-14 6-11-15,-15 0-2 16,-16 7 2-16,-13 0-3 16,-35 0-1-16,-23 0 0 15,-13 0 0-15,-12 0-6 16,3 0 3-16,-10 5 3 15,0 1-48-15,-3 7-46 16,0 4-90-16,-6-4-183 16</inkml:trace>
  <inkml:trace contextRef="#ctx0" brushRef="#br0" timeOffset="154117.44">21471 15702 651 0,'0'0'187'0,"0"0"-116"0,0 0 24 0,0 0 20 15,0 0-19-15,0 0-36 16,0 0-38-16,0-21-1 0,0 21 4 16,0 0-7-16,9 13 18 15,23 2-13-15,4 1 10 16,2-1-8-16,1-7-3 15,-4 1-6-15,6-6 4 16,-5-3-5-16,9 0 3 16,12-16 4-16,7-19-2 15,23-10-10-15,6-7-3 16,0-3-7-16,0 5 0 16,-3 5-1-16,3 6 0 15,-20 8-8-15,17 2-71 0,-16 4-171 16,-20-1-211-1</inkml:trace>
  <inkml:trace contextRef="#ctx0" brushRef="#br0" timeOffset="157968.4">16738 17970 674 0,'0'0'110'0,"0"0"-17"16,0 0 45-16,0 0-9 0,0 0-46 15,0 0 3-15,0 0-3 0,-147-19-29 16,147 19-11-16,0 0-5 16,0 0-10-16,0 0-26 15,26 0 7-15,38-4-1 16,26 1 13-16,19-2-13 15,16-5-6-15,22 5 11 16,4-6-10-16,3 8-1 16,-4 3 0-16,1-3-1 15,-10 3 2-15,-13 0-3 16,-22 0 1-16,-23 0 1 16,-2 0-4-16,-30 0 6 15,-9 0-5-15,-10 0 1 0,-10 0 0 16,-6 5-3-16,-3-5 10 15,-3 1-14-15,-7 2 9 16,-3-3-2-16,3 0 0 16,-3 0 0-16,0 0-3 15,0 0 0-15,0 0-2 16,3 0-27-16,-3 0-30 16,0 0-73-16,0 1-79 15,0 2-69-15,-3 1-272 16</inkml:trace>
  <inkml:trace contextRef="#ctx0" brushRef="#br0" timeOffset="160300.41">28405 11766 722 0,'0'0'179'0,"0"0"-18"0,0 0-39 0,0 0-37 16,0 0-42-16,0 0-19 15,0 0 10-15,225-29 20 0,-71 10-19 16,22 0-14-16,13 0 4 15,-3-1-12-15,-3 4 0 16,-16 3-1-16,-17 4-1 16,-28 1-11-16,-16 8 1 15,-35-1-1-15,-23 1 8 16,-26 0-8-16,-3 0 2 16,-19 0-2-16,0 0 3 15,0 0 15-15,0 0-14 16,0 0 9-16,0 0-8 15,0 0-5-15,-9 0 0 16,-23 0-9-16,-4 0-74 16,-2 0-107-16,-7 11-123 15,-3 2-541-15</inkml:trace>
  <inkml:trace contextRef="#ctx0" brushRef="#br0" timeOffset="161966.75">29579 17808 973 0,'0'0'118'0,"0"0"-32"0,0 0 16 0,0 0 10 16,0 0-50-16,0 0-40 15,80-9 27-15,-25 9 5 16,12 0-18-16,3 1-11 15,11 3-12-15,2-4 16 16,7 0-13-16,6 0-12 16,0-8 1-16,7-10-5 15,-7-2 1-15,6 1-1 16,-18 4-10-16,2 2-27 16,-12 4-54-16,-7 4-123 15,-12 5-89-15,-20 0-294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15:05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9162 7632 763 0,'0'0'277'0,"0"0"-188"0,0 0 10 0,0 0-11 0,0 0 30 15,0 0-62-15,0 0-42 16,0 0-1-16,215 17 36 15,-96-17-8-15,32 0-14 16,-1 0-4-16,17 0-12 16,-4 0 8-16,1-7-9 15,-17 3 0-15,-12-2-7 16,-16 4 8-16,-26-1-4 16,-16 3-7-16,-13 0 4 15,-16 0 3-15,-26 0-7 16,-15 0 2-16,-1 0-2 15,-6 0 0-15,0 0 0 16,0 0-11-16,10 0 0 16,-1 0-38-16,11 0-71 15,8 0-99-15,8-13-31 0,15-10-311 16</inkml:trace>
  <inkml:trace contextRef="#ctx0" brushRef="#br0" timeOffset="5549.28">15988 6395 825 0,'0'0'127'15,"0"0"33"-15,0 0-64 0,0 0 8 0,0 0-36 16,0 0-26-16,0 0-31 16,-9-4 10-16,9 4-9 15,0 0-5-15,0 0 5 16,0 0 4-16,0 0 13 15,28 0-16-15,30 0 10 16,16-19-1-16,19-11 6 0,9-6 0 16,7-3-23-1,0-9-4-15,4-3 2 0,-1 0-1 16,0 2-1-16,-9 5-1 16,-26 8-8-16,-13 9 8 15,-26 8 1-15,-15 7 7 16,-23 3-6-16,0 4-1 15,0 0 6-15,0 1-5 16,0 1-2-16,-26 2 0 16,-16-3 0-16,-6 4 0 15,3 0-4-15,7 0 1 16,6 0 2-16,6 0 1 0,17 0 0 16,9-1 0-1,0 1 0-15,0 0 0 0,0-3 0 16,0 3-4-16,9-1-2 15,36-1-2-15,6 2 8 16,-6-3 0-16,10 3 0 16,-17 0 1-16,1 0-3 15,-7 5-3-15,-10 12 0 16,-9 10 5-16,-3 9-1 16,-10 13-1-16,0 5-31 15,-58 0-170-15,10-2-260 16</inkml:trace>
  <inkml:trace contextRef="#ctx0" brushRef="#br0" timeOffset="6733.86">16607 11571 855 0,'0'0'165'0,"0"0"-35"0,0 0-15 0,0 0-15 0,0 0-28 16,0 0-44-16,-38 21-7 15,38-21 25-15,3-9-2 16,45-18-22-16,35-9-10 15,20-9 17-15,28-7-17 16,10-4-10-16,10-1-2 16,-10 3 7-16,0 1-7 15,-19 13 0-15,-16 4 5 16,-33 9-3-16,-12 10-2 0,-29 5 0 16,-12 2 1-16,-1 9-1 15,-19-3 0-15,0 4 2 16,0 0-2-16,0-1 15 15,-23-6-9-15,-21 2-5 16,-4 3 4-16,-17 2-5 16,1 0-3-16,-3 0 3 15,19 0 9-15,6 0-7 16,0 5 2-16,33-3 2 16,-1 1 5-16,10-3-5 0,0 1 7 15,0-1-3-15,0 0-10 16,0 0 4-16,0 0-5 15,0 0 1-15,29 0-11 16,19-1 11-16,16-10 4 16,0 0-3-16,7 3 4 15,-4 3-5-15,-15 5-2 16,-4 0 2-16,-7 0 3 16,-15 0-3-16,-4 9-2 15,-5 9 1-15,-1 3 1 16,-13 3-2-16,3 7 2 15,-6 7 0-15,0 4 0 16,-16-2-7-16,-32 5-27 16,0 2-65-16,-16-4-105 15,-13 1-154-15</inkml:trace>
  <inkml:trace contextRef="#ctx0" brushRef="#br0" timeOffset="38031.55">9243 7600 1004 0,'0'0'185'0,"0"0"-90"0,0 0-50 0,0 0-5 16,0 0-6-16,368-32 18 15,-191 6-11-15,21-1-9 16,-8 3-12-16,5 1 4 16,10 7 0-16,-22 1-13 15,-16 7-3-15,-26 0 2 16,-26 1 5-16,-35 6-10 16,-28-2 1-16,-27 3 0 15,-5 0-1-15,-20 0 7 16,0 0-8-16,0 0-1 15,0 0 2-15,0-1-1 0,0 1-2 16,0 0-2 0,0 0-12-16,12 0-27 0,-12 0-41 15,0 0-89-15,0 8 54 16,0 12-90-16,0-1-57 16,0 0-282-16</inkml:trace>
  <inkml:trace contextRef="#ctx0" brushRef="#br0" timeOffset="45432.94">17925 11400 703 0,'0'0'156'0,"0"0"-35"0,0 0-2 15,0 0 14-15,0 0-76 16,0 0-24-16,0 0-8 0,-52 27-1 16,100-27 3-16,29-21 32 15,32-4 5-15,0-10-35 16,-3 5-19-16,-6 2-7 15,-30 5-1-15,-15 7-2 16,-23 6 1-16,-16 9 2 16,-16 1-3-16,0 0 0 15,0 0 0-15,0 0 0 16,0 0 0-16,0 0-1 16,0 0-26-16,6 0-64 15,4 0-54-15,-7 0-104 16,-3 0-295-16</inkml:trace>
  <inkml:trace contextRef="#ctx0" brushRef="#br0" timeOffset="46585.43">20419 7770 643 0,'0'0'353'0,"0"0"-262"0,0 0-1 0,0 0 21 16,0 0-43-16,0 0-13 16,-122 36-18-16,122-30-13 15,0-2-5-15,0-1 0 16,0-3-2-16,0 0 0 15,0 0-1-15,0 0 4 0,0 0-3 16,0 0-3 0,45-19-2-16,48-23 10 0,29-12-11 15,19-8-1-15,3 3-10 16,4-2 0-16,-17 3 0 16,-22 8 0-16,-13 10 1 15,-44 9 1-15,-4 9-2 16,-23 10 1-16,-9 8 0 15,-12 4 3-15,-4 0-2 16,0 0 1-16,0-3-2 16,0 2 3-16,0-3-4 15,0 1-3-15,-7 2 3 0,-31 1 0 16,-1 0 4-16,-9 0-5 16,0 0 1-16,3 0 0 15,16 0 0-15,13 0 0 16,7 0-6-16,6 0 6 15,3 0 1-15,0 0-1 16,0 0 0-16,0 0-3 16,0 0-2-16,22 0 2 15,29 0 2-15,13-6-5 16,-3-1 6-16,7 2 0 16,-11 3-3-16,-2 2 0 15,-10 0-5-15,-4 0-3 16,-25 14-7-16,10 4-18 15,-20 6-33-15,-6 10-75 16,0 8-72-16,-22 7-157 0</inkml:trace>
  <inkml:trace contextRef="#ctx0" brushRef="#br0" timeOffset="51782.11">14728 16755 170 0,'0'0'510'0,"0"0"-326"0,0 0-53 0,0 0 60 16,0 0-64-16,0 0-31 15,0 0-3-15,-77 15-25 16,77-15-18-16,0 0-12 16,0 0-15-16,77 0 1 15,23 0 15-15,34 0-4 0,7 0-19 16,16 0-2 0,7 0-11-16,9 0 11 0,0 0-14 15,-3 0 0-15,-19 0 3 16,-29 0 2-16,-36 0-10 15,-31-3 4-15,-36 3 1 16,-9 0 3-16,-10 0-3 16,0 0-1-16,0 0 0 15,0 0-4-15,0 0-21 16,0 0-42-16,0 0-53 16,-20 0-140-16,11 0-260 15</inkml:trace>
  <inkml:trace contextRef="#ctx0" brushRef="#br0" timeOffset="52831.96">15292 17760 920 0,'0'0'179'0,"0"0"-24"0,0 0-31 0,0 0-24 0,0 0-63 0,0 0-24 16,0-6 8-16,84 2-2 16,47-4 13-16,30-1-9 15,37 0 0-15,8 4-16 16,24 1 0-16,-18 1-2 15,-4 2-2-15,-41 1-3 16,-23 0 0-16,-25 0 1 16,-29 0-2-16,-29 0 2 15,-23 0-1-15,-19 0 1 16,4 0 0-16,-10 0 0 16,-7-4-1-16,-6 3 1 15,3-3 1-15,1 2-2 0,-4 2-1 16,0 0-27-16,0 0-59 15,-4 6-34-15,-18 7-76 16,-10-1-217-16</inkml:trace>
  <inkml:trace contextRef="#ctx0" brushRef="#br0" timeOffset="54665.33">24651 15099 763 0,'0'0'139'0,"0"0"-37"0,0 0 24 0,0 0 2 0,0 0-65 15,0 0-13-15,-45-93 11 16,42 93-10-16,3 0-18 16,0 0-25-16,0 3-8 15,0 20 0-15,-6 8-1 16,-4 5 2-16,-19 6 3 16,0 3-1-16,0 0-3 15,-6 3-1-15,-3-3 1 16,-1-4 5-16,4-2-5 0,3-16 0 15,16-6 0 1,3-8 1-16,-3-9 1 0,6 0 7 16,-9-3 1-16,-7-15-6 15,7 0 1-15,6 0-2 16,4 3-2-16,-1 6 7 16,10 2 0-16,-3 7-1 15,3 0-7-15,-3 0 0 16,3 0-3-16,0 0-2 15,0 4-2-15,0 10 7 16,16-1 0-16,3-1 1 16,10-6-1-16,3-6 3 15,3 0-2-15,23 0-2 16,6-9 2-16,23-18-2 16,15-5-45-16,7-2-148 0,0 1-182 15</inkml:trace>
  <inkml:trace contextRef="#ctx0" brushRef="#br0" timeOffset="63981.63">23401 17886 837 0,'0'0'153'0,"0"0"-62"0,0 0 8 0,0 0-15 0,0 0-71 0,0 0-4 15,0 0-4-15,0 0 21 16,16 70-5-16,-7-57 3 0,4-11-3 15,-3-2-1-15,15 0-3 16,33-31-5-16,61-28-12 16,35-23-18-16,22-13-268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16:20.5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4097 8463 910 0,'0'0'228'0,"0"0"-95"0,0 0-2 16,0 0-1-16,0 0-47 15,0 0-22-15,0 0-19 0,0 0-7 16,-68 0-9-16,68 0-13 15,0 0-4-15,0 0-8 16,55 0 1-16,16 0 9 16,21 0-2-16,21 0-6 15,9-1-3-15,-10-10 0 16,-3 2 1-16,-29-2-1 16,-16 4 2-16,-25 2 0 15,-20 4-2-15,-10 1 1 16,1 0-5-16,-10 0 4 15,0 0 0-15,0 0 0 16,0 0-13-16,0 0-31 16,0 0-74-16,19 0-51 15,0 9-82-15,7-8-170 0</inkml:trace>
  <inkml:trace contextRef="#ctx0" brushRef="#br0" timeOffset="1914.78">6630 8852 286 0,'0'0'560'0,"0"0"-374"0,0 0-26 0,0 0-49 16,0 0 4-16,0 0-45 16,-32 0-21-16,32 0-9 15,0 0 3-15,0 0-19 16,19 0 1-16,26 0-3 16,16 0-13-16,3-5 1 15,0 2-7-15,3 0 4 16,-6-3-5-16,-10 1 2 15,-12 1-3-15,-4 3 0 16,-12 1 0-16,-4-3-1 16,-10 3 0-16,-2 0 0 15,-1 0-1-15,-6 0 1 0,0 0-16 16,0 0-45-16,3 0-96 16,7 3-84-16,9 7-161 15</inkml:trace>
  <inkml:trace contextRef="#ctx0" brushRef="#br0" timeOffset="3114.6">9130 8675 292 0,'0'0'447'0,"0"0"-273"0,0 0-45 0,0 0-16 16,0 0-9-16,0 0-31 15,-35 3 13-15,35-3-25 16,0 0 1-16,0 0-21 16,0 0-14-16,0 0-15 15,0 0-8-15,0 0 0 16,13 0-4-16,45 0 0 15,15 0 15-15,8 0-2 16,12-5-10-16,-1-1-3 16,-5-2 0-16,-7 4-1 0,-9 1 1 15,-17 3 0-15,-6 0 7 16,-9 0-5-16,-23 0-4 16,-7 0 5-16,1 0-9 15,-10 0 12-15,0 0-13 16,0 0 16-16,0 0-18 15,0 0 1-15,0 0-57 16,0 0-72-16,0 3-106 16,0 9-98-16</inkml:trace>
  <inkml:trace contextRef="#ctx0" brushRef="#br0" timeOffset="4248.07">11670 8531 338 0,'0'0'351'0,"0"0"-151"0,0 0-37 0,0 0-30 16,0 0-39-16,0 0-2 15,-103 0-3-15,100 0-12 16,3 0-8-16,0 0-21 16,0 0 1-16,0 0-8 15,0 0-17-15,0 0-3 16,0 0-5-16,0 0-6 15,0 0-4-15,19 0 1 16,52 0-7-16,2 0 3 16,17 0 3-16,-10-2-6 15,4-3 7-15,-20 2-14 16,3 3 7-16,-9 0 0 0,-10-1 3 16,-13 1-3-16,-16 0 3 15,-3-3-3-15,-12 3 0 16,2 0-3-16,-3 0-1 15,-3 0-2-15,0 0-24 16,0 0-28-16,0 0-42 16,-22 9-92-16,-4 6-183 15,13 4-287-15</inkml:trace>
  <inkml:trace contextRef="#ctx0" brushRef="#br0" timeOffset="10566.42">16120 6469 651 0,'0'0'284'0,"0"0"-110"0,0 0-48 15,0 0-32-15,0 0-13 0,0 0-18 16,0 0-4-16,0 0-25 16,0-49-5-16,0 49-4 15,0 0-7-15,0 0 6 16,0 0-11-16,0 0-9 16,-4 0-1-16,1 10-6 15,-10 14-5-15,4 17 8 16,-10 2 9-16,3 11-5 15,-13 4-3-15,6-1 3 16,-6 1-1-16,-6 2-2 16,6 0-1-16,4-4 7 0,-4-2-7 15,3-14 0-15,4-7 0 16,12-12 0-16,0-9 3 16,10-5-3-16,0-5 2 15,0-2-2-15,0 0 6 16,0 0 17-16,0 0-20 15,0-15 10-15,-6-12-10 16,6-12-3-16,0 1 2 16,-13-5-2-16,13-2 3 15,0 1-8-15,0 4 10 16,0 4-10-16,0 9 10 16,0 14-6-16,0 5 2 15,0 7-2-15,0 1-1 0,0 0-3 16,0 0-8-16,0 25-2 15,0 8 15-15,0 7 1 16,13-1-1-16,-7-1 0 16,4-3 0-16,9-7 0 15,1-7 0-15,-1-11-1 16,6 1 1-16,4-10 0 16,10-1-2-16,31 0-11 15,-9 0-17-15,16-7-73 16,-3-8-170-16,-7-3-286 15</inkml:trace>
  <inkml:trace contextRef="#ctx0" brushRef="#br0" timeOffset="32397.82">29358 8120 708 0,'0'0'165'0,"0"0"-46"0,0 0 23 0,0 0-14 0,0 0-35 16,0 0-28-16,0 0 2 15,61-98-7-15,-61 98-20 16,0 0-13-16,0 0-9 16,0 7-9-16,0 30-4 15,-7 15 9-15,-28 13 1 16,-7 17 6-16,-3 3-16 15,-3 5 4-15,19 1-3 0,-6-15-2 16,3-5-3 0,-3-17 1-16,19-17 4 0,-3-10-6 15,6-10 1-15,6-10-1 16,4-5 0-16,3-2 5 16,-10 0 10-16,-6-11-3 15,-16-19-11-15,-3-6-1 16,9-7 1-16,7-3-2 15,13 2 1-15,-7 6 0 16,13 5 0-16,0 13 0 16,0 8 0-16,0 11 0 15,0 1-2-15,0 0-7 16,0 18 0-16,0 19 9 16,0 12 1-16,6 3-1 15,23-6 0-15,-3-7 0 0,3-7 0 16,3-6 7-16,3-11-8 15,-3-7 1-15,3-4-1 16,13-4-5-16,-12 0 9 16,2-9-6-16,10-16-3 15,0-3-38-15,-3-2-67 16,13-2-149-16,-20 0-141 16</inkml:trace>
  <inkml:trace contextRef="#ctx0" brushRef="#br0" timeOffset="34649.94">27248 9743 819 0,'0'0'91'0,"0"0"18"0,0 0 20 0,0 0 11 16,0 0-59-16,0 0-9 16,42-59-22-16,-42 59 9 15,0 0-41-15,3 0 0 16,10 10-6-16,16 16 17 0,-4 0-5 16,-2-1-6-16,-7-6 0 15,13-5-10-15,-23-9-7 16,7-4 3-16,6-1-4 15,13-5 9-15,26-27 13 16,9-17-8-16,20-5-13 16,-10 0 1-16,3 7-3 15,-19 5 1-15,3 7-18 16,-10 8-104-16,-12 3-187 16,-16 1-354-16</inkml:trace>
  <inkml:trace contextRef="#ctx0" brushRef="#br0" timeOffset="35700.9">22756 11597 757 0,'0'0'192'0,"0"0"-73"0,0 0 4 0,0 0-30 0,0 0-27 16,0 0-37-16,3-5 13 16,10 5-15-16,7 7 0 15,5 11 11-15,1 2-5 16,-4-2-5-16,-2-2-8 15,-4-5-4-15,-7-3-8 16,-6-7 0-16,7-1-2 16,-4 0 2-16,4 0 3 15,25-24 3-15,7-17-3 16,16-6-7-16,12-6-2 0,1 1-2 16,12 3 0-1,-9 6-19-15,3 7-36 0,-3 6-59 16,6 3-78-16,-10 3-146 15,7-6-565-15</inkml:trace>
  <inkml:trace contextRef="#ctx0" brushRef="#br0" timeOffset="36713.75">30823 11626 900 0,'0'0'114'0,"0"0"-9"0,0 0-4 0,0 0 15 16,0 0-42-16,0 0-48 15,0-16 1-15,0 32 16 16,9 7-5-16,20-5-11 15,-9 0 11-15,2-4-27 0,-16-6 13 16,4-6-21-16,0-2 17 16,-1 0-19-16,17-2 10 15,22-27-1-15,10-16 0 16,15-8-10-16,4-6 1 16,-3 8-1-16,3 6 0 15,-22 6-1-15,-11 12-28 16,-15 5-34-16,0 4-56 15,-10 4-79-15,1 1-191 16</inkml:trace>
  <inkml:trace contextRef="#ctx0" brushRef="#br0" timeOffset="40365.65">31512 12799 883 0,'0'0'102'0,"0"0"-49"0,0 0 16 0,0 0 33 16,0 0-46-16,0 0-35 16,3 12 31-16,20 3 17 15,6 2-31-15,-10-7-5 16,-3 1 0-16,3-7 7 16,4-4-4-16,5 0-19 15,17-8-3-15,10-30 1 16,3-5-8-16,6-13-7 15,3 0-3-15,7 0 2 16,3 3-8-16,-10 8-120 16,-22 12-197-16,-26 7-634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17:18.6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15058 4655 834 0,'0'0'149'0,"0"0"-25"0,0 0-10 0,0 0 17 16,0 0-15-16,0 0-20 15,0 0-40-15,-115-30-35 16,115 30 0-16,0 0-15 0,67 0-2 15,49-10 5 1,41 5-6-16,38-6 9 0,4 6-5 16,-3 4 2-16,3 1-5 15,-13 0-3-15,-23 0-1 16,-22 1 0-16,-38 7 0 16,-23 1 0-16,-29-2 0 15,-22 0-5-15,-13-6 3 16,-16-1 2-16,0 3 0 15,0-3 1-15,0 0-3 16,0 0-19-16,0 0-28 16,0 0-50-16,3 1-103 15,23-1-74-15,16 0-399 16</inkml:trace>
  <inkml:trace contextRef="#ctx0" brushRef="#br0" timeOffset="715.65">20409 4539 682 0,'0'0'279'0,"0"0"-176"0,0 0-15 0,0 0 2 0,0 0 30 16,0 0-36-16,-208 13 7 15,208-13-31-15,0 0-20 16,0 0-20-16,29 0-12 16,73 0 2-16,30 0-6 15,25 0 5-15,-3 0-5 16,0 0 0-16,-7 0-4 15,7 0 1-15,-6 0-3 16,-26 0 2-16,-26 0 0 0,-39 0 3 16,-21 0-2-16,-20 0-1 15,-13 0 0-15,-3-3 0 16,0 2 2-16,0-2-2 16,0 2-2-16,0 1-2 15,0 0-9-15,0 0-21 16,-3 0-18-16,-13 0-52 15,-4 0-31-15,20 1-49 16,0-1-159-16</inkml:trace>
  <inkml:trace contextRef="#ctx0" brushRef="#br0" timeOffset="2515.79">7296 5691 773 0,'0'0'185'0,"0"0"-56"0,0 0-42 0,0 0 4 0,0 0-25 16,0 0-23-16,-22-3-33 16,89 3 1-16,42 0 34 15,10 0-9-15,22 0-26 16,16 0 13-16,23 0-1 16,9 0-19-16,10 0 4 15,-33 0-1-15,-25 0-5 16,-25 0-1-16,-33 0 0 15,-9 0 0-15,-36 0 0 16,4 0-1-16,-35 0-1 16,-1 0-5-16,-3 0-6 0,-3 0-53 15,0 0-80-15,0 0-88 16,-29 0-334-16</inkml:trace>
  <inkml:trace contextRef="#ctx0" brushRef="#br0" timeOffset="9065.78">3776 8350 865 0,'0'0'230'0,"0"0"-90"0,0 0 16 0,0 0-5 0,0 0-57 15,0 0-36-15,0 0-21 16,-93 32-4-16,93-32-13 15,0 0-4-15,0 2 0 16,19-2-15-16,46 0 5 16,31 0 4-16,26 0-3 15,9-7 0-15,10-5-7 0,-13 7 2 16,-22-3-2-16,-19 2 0 16,-33 3-11-16,-6 2-17 15,-12 1-32-15,-8 0-38 16,1 1-70-16,0 16-121 15,6-7-265-15</inkml:trace>
  <inkml:trace contextRef="#ctx0" brushRef="#br0" timeOffset="10631">25754 8893 629 0,'0'0'235'16,"0"0"-98"-16,0 0 6 0,0 0-46 0,0 0-24 16,0 0-1-16,0-90-6 15,0 87-1-15,0 3-7 16,0 0-25-16,-3 0-15 16,3 0-6-16,-7 0-10 15,4 25-2-15,-6 7 0 0,-1 14 0 16,4 6 2-16,-14 6 0 15,14 4-1 1,-13-2-1-16,6-3 1 0,3-9 0 16,1-8 0-16,2-13-1 15,7-9 0-15,0-7 0 16,-3-6 0-16,3-5 1 16,0 0-1-16,-6 0 6 15,-7 0 7-15,-7-19-5 16,-5-8-7-16,9 0 5 15,-3-1-3-15,6 1-2 16,3 1 2-16,7 13-3 16,-3 4 1-16,6 9-1 15,0 0 0-15,0 0 0 0,0 0 1 16,0 21-1-16,0 0 0 16,9 4 0-16,14 1-1 15,-1-6-3-15,0-4 7 16,-12-7-5-16,6-3 2 15,-6-6 0-15,9 0-5 16,3 0-1-16,20-2 4 16,3-15-15-16,-3-6-41 15,-4 0-91-15,10 3-106 16,-3-3-211-16</inkml:trace>
  <inkml:trace contextRef="#ctx0" brushRef="#br0" timeOffset="20613.88">22147 12057 574 0,'0'0'108'0,"0"0"-18"0,0 0-26 16,0 0-31-16,0 0-23 0,0 0-10 16,0 0-9-16,0 0-164 15</inkml:trace>
  <inkml:trace contextRef="#ctx0" brushRef="#br0" timeOffset="23364.05">21076 12665 757 0,'0'0'181'0,"0"0"-86"0,0 0 27 0,0 0-18 0,0 0-22 0,0 0 7 16,-102 13-26-16,102-13-5 15,0 0-14-15,0 0-11 16,25 0-15-16,36 0-4 15,29 0 0-15,6 0-14 16,16 0 8-16,-3 0-6 16,-12 0-1-16,-1 0-1 15,-6 0 0-15,-20 0 0 16,4 0 0-16,-26 0 0 16,6 0 1-16,-15 0-1 15,-10 0 1-15,-10 0-2 16,-9 0 3-16,-10 0 0 15,0 0-2-15,0 0 0 0,0 0 2 16,9 0 0 0,-9 0 0-16,0 0 4 0,0 0-4 15,0 0-2-15,0 0 0 16,0 0 7-16,0 0-6 16,0 0 1-16,0 0 3 15,0 0-5-15,0 1 3 16,0-1-2-16,0 8 1 15,-9 1-2-15,-20 4-18 16,-6 6-51-16,2 1-117 16,-11-1-135-16,15-7-382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18:06.8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7880 4500 663 0,'0'0'153'0,"0"0"-39"0,0 0 2 0,0 0-7 0,0 0-26 15,0 0-23-15,0 0-20 16,-19 0 17-16,19 0-19 16,25 0-19-16,43 0 19 15,25 0-2-15,32 0-4 16,22-2-10-16,4-13-12 16,3 5 1-16,3-4-4 15,-16 4-6-15,-10 3 2 0,-9 2 2 16,-10 5-4-1,-19 0 2-15,-16 0 0 0,-16 0-2 16,-29 0 0-16,-9 0 0 16,-17 0 4-16,-6 0-3 15,0 0 3-15,0 0-1 16,0 0-2-16,0 0 2 16,0 0-3-16,0 0 0 15,0 0-1-15,10 0-8 16,12 3-33-16,23 3-100 15,26 0-135-15,15-2-190 16</inkml:trace>
  <inkml:trace contextRef="#ctx0" brushRef="#br0" timeOffset="983.68">12452 4575 563 0,'0'0'272'0,"0"0"-132"0,0 0 16 0,0 0-8 0,0 0-36 16,0 0-26-16,-74-4-2 16,74 4-32-16,0 0-18 15,0 0-27-15,0 0 13 16,0 0-20-16,7 0 3 15,50 0 5-15,33 0 0 16,25 0-6-16,17 0 8 16,9-8-4-16,0-3-3 15,23 3 0-15,9-4-3 0,-13 2 0 16,-9 6 2-16,-20-1-1 16,-25 4-1-16,-13-2-3 15,-13-1 3-15,-19-1 1 16,-13 0 8-16,-9 1-9 15,-11-1 1-15,-12 2 4 16,-6 2 2-16,-4 1-1 16,-6-1-3-16,0 1 5 15,0 0-6-15,0 0 1 16,0 0-3-16,0 0-2 16,0 0-4-16,0 0-18 15,-6 0-51-15,-23 0-78 0,-6 0-152 16,-4 0-202-1</inkml:trace>
  <inkml:trace contextRef="#ctx0" brushRef="#br0" timeOffset="2185.03">5289 5323 500 0,'0'0'442'0,"0"0"-333"0,0 0 53 0,0 0-41 0,0 0 1 16,0 0-50-16,-93 0-49 15,93 0-4-15,36 0-7 16,50 0 18-16,39-1-8 15,32-8-14-15,26 0 6 16,10 0-12-16,-4 3 2 16,0-2-1-16,6 3-2 15,-21-3 3-15,-17 4-4 16,-23 4 10-16,-21 0-8 16,-27 0-3-16,-12 0 2 0,-26 0 5 15,-13 0-2 1,-19 0-3-16,-6 0 5 0,-4 0-5 15,-6 0 1-15,0 0-2 16,0 0 0-16,0 0 0 16,0 0-5-16,0 0-26 15,-6 1-37-15,-36 15-96 16,-9 6-203-16,-7-12-659 16</inkml:trace>
  <inkml:trace contextRef="#ctx0" brushRef="#br0" timeOffset="18283.09">7739 5736 641 0,'0'0'181'0,"0"0"-31"0,0 0-40 0,0 0-35 16,0 0 8-16,0 0-22 15,0 0-22-15,0 0 17 16,26-114-15-16,-26 112-4 16,0 2 6-16,0 0-13 15,0 0-14-15,0 5-14 0,0 14-1 16,0 12 8-16,0 4 2 16,0 9-6-16,-20 5 12 15,-5 5-12-15,-4 4-5 16,0-4 5-16,3-5-1 15,4-5-4-15,3-10-4 16,3-4 2-16,6-12 4 16,0-3-4-16,7-11 8 15,3 1-7-15,-6-5 4 16,6 0 3-16,0 0 19 16,-3-6-10-16,-7-12 11 15,0-2-26-15,4 0-7 16,-13-2 7-16,19 5 0 15,0 2 6-15,0 7-6 16,0 4 0-16,0 4-4 0,0 0 0 16,0 0 3-16,0 3-13 15,0 7 7-15,0 7 4 16,0-3 1-16,9 3 2 16,11-4 1-16,-4-4-1 15,6-3-1-15,-12-6-4 16,9 0 1-16,-3 0 3 15,13 0-2-15,16-11-2 16,-13-12-13-16,3-2-48 16,13 2-123-16,-9 2-128 15</inkml:trace>
  <inkml:trace contextRef="#ctx0" brushRef="#br0" timeOffset="19266.08">14408 5840 645 0,'0'0'110'0,"0"0"36"0,48-120-21 0,-35 88 0 15,-13 5-19 1,0 9-21-16,0 4-2 0,0 13-5 16,0 1-10-16,0 0-29 15,0 0-27-15,0 16-12 16,0 26-4-16,-13 12 4 16,-19 9 14-16,-4 6-10 15,1 5 1-15,9-6 1 16,-6-5-6-16,4-13-6 15,8-6 6-15,1-13 4 16,19-13-1-16,-10-6-6 16,10-7 6-16,0-5-2 15,0 0 2-15,0 0 6 16,-6-21 3-16,-7-5-12 0,4-2 0 16,5-2 1-16,-8 6-1 15,8 6 0-15,-2 6 0 16,6 11-1-16,-10 1 1 15,10 0-1-15,0 0-1 16,-3 13-14-16,3 14 16 16,0 3 0-16,0 1 1 15,0-4-5-15,0-3 4 16,13-2-1-16,13-9 1 16,-4-4 0-16,4-4-2 15,-1-5 2-15,4 0 0 16,6 0-3-16,-2-14 3 15,8-7-7-15,-9 0-95 16,-9 0-159-16,-7 0-155 0</inkml:trace>
  <inkml:trace contextRef="#ctx0" brushRef="#br0" timeOffset="32866.25">6418 8907 496 0,'0'0'498'0,"0"0"-395"0,0 0-46 0,0 0 40 15,0 0 5-15,0 0-47 16,0 0-39-16,48 12 7 16,19-25 4-16,-2-10-16 15,34 1-11-15,7 2-2 16,19 1-29-16,25 4-143 15,11-2-157-15</inkml:trace>
  <inkml:trace contextRef="#ctx0" brushRef="#br0" timeOffset="33481.92">13930 9783 1078 0,'0'0'128'0,"0"0"-72"0,0 0 22 0,0 0 70 15,0 0-59-15,0 0-69 16,64-9-11-16,19-14-4 16,26-5 8-16,-3-1-13 15,0 5-4-15,-23 9-84 0,-2 11-174 16,-40 4-261-1</inkml:trace>
  <inkml:trace contextRef="#ctx0" brushRef="#br0" timeOffset="34316.17">7309 14265 1085 0,'0'0'170'0,"0"0"-96"0,0 0 80 0,0 0-10 0,0 0-65 15,0 0-46-15,-41 8-13 16,41-8-12-16,6-9-6 16,33-9-2-16,28-5-6 15,7 2-32-15,15 3-106 16,4 0-212-16,10-3-225 16</inkml:trace>
  <inkml:trace contextRef="#ctx0" brushRef="#br0" timeOffset="34865.83">14751 14376 1244 0,'0'0'180'0,"0"0"-136"0,0 0 26 0,0 0 20 15,0 0-42-15,0 0-41 0,80-32-5 16,13-4-2-16,19 2-4 16,-9 7-32-16,-17 7-66 15,-2 12-108-15,-27 1-71 16,-21 7-297-16</inkml:trace>
  <inkml:trace contextRef="#ctx0" brushRef="#br0" timeOffset="35420.8">7595 17406 694 0,'0'0'389'0,"0"0"-272"0,0 0-26 0,0 0 47 0,0 0 9 15,0 0-76-15,-52 11-51 16,52-11-4-16,0 0-3 15,0 0-13-15,16-12-6 16,61-10 0-16,42-3-49 16,44 1-117-16,20-2-143 15,10 4-158-15</inkml:trace>
  <inkml:trace contextRef="#ctx0" brushRef="#br0" timeOffset="35799.97">14933 17397 1485 0,'0'0'139'0,"0"0"-135"16,0 0 15-16,0 0 55 15,0 0-33-15,0 0-41 16,58-18-3-16,35-14-2 16,23-11-32-16,25-10-117 15,6-6-237-15</inkml:trace>
  <inkml:trace contextRef="#ctx0" brushRef="#br0" timeOffset="42815.88">5453 9201 636 0,'0'0'270'0,"0"0"-156"0,0 0 30 0,0 0-11 0,0 0-43 16,0 0 2-16,0 0-16 15,-22 9-20-15,22-9-16 16,0 0-3-16,-7 0-4 16,7 0-7-16,0 3 0 0,-3-3-7 15,3 0-3-15,0 0-4 16,0 0-3-16,0 0-7 16,0 0-1-16,0 0 5 15,0 0-6-15,0 0 5 16,0 0-4-16,0 0 3 15,0 0-4-15,0 0 2 16,0 0-2-16,0 0 6 16,0 0 0-16,0-15 4 15,32-12-10-15,42-15-28 16,-1-17-161-16,17-14-496 16</inkml:trace>
  <inkml:trace contextRef="#ctx0" brushRef="#br0" timeOffset="43681.78">13231 9767 826 0,'0'0'130'0,"0"0"-27"0,0 0 51 0,0 0-31 15,0 0-4-15,0 0-27 16,0 0-16-16,0 0-16 0,0 0-14 15,26-16-10 1,6-7-29-16,13-12-7 0,3-3 0 16,9-1-69-16,-12 4-190 15,-22 3-422-15</inkml:trace>
  <inkml:trace contextRef="#ctx0" brushRef="#br0" timeOffset="44615.31">6392 14114 1022 0,'0'0'156'0,"0"0"-100"0,0 0 19 0,0 0 49 16,0 0-47-16,0 0-32 0,-28 7-25 15,28-7 2 1,0 0 1-16,0 0-5 0,0 0-10 16,0-11-8-16,0-12 0 15,28-11-8-15,8-9-75 16,2-8-165-16,10-10-428 15</inkml:trace>
  <inkml:trace contextRef="#ctx0" brushRef="#br0" timeOffset="45482.03">14924 13531 992 0,'0'0'168'0,"0"0"-114"0,0 0-15 0,0 0 18 0,0 0 1 16,0 0-47-16,0 0-10 15,-7 3-1-15,33-3 4 16,0-8 1-16,6-12-2 16,3-7 2-16,-6-6-5 0,0-6-13 15,16-8-50-15,-7-4-145 16,4 2-282-16</inkml:trace>
  <inkml:trace contextRef="#ctx0" brushRef="#br0" timeOffset="46449.49">7918 17925 692 0,'0'0'342'0,"0"0"-330"0,0 0-11 0,0 0-1 16,0 0 33-16,0 0-28 15,235-121-5-15,-162 68-38 16,1 6-144-16,3 8-517 16</inkml:trace>
  <inkml:trace contextRef="#ctx0" brushRef="#br0" timeOffset="46932.97">13157 18135 997 0,'0'0'76'0,"0"0"-76"0,0 0 0 0,0 0 52 16,0 0-21-16,0 0-31 16,161-107-3-16,-126 70-34 15,19-2-70-15,-12 3-173 16</inkml:trace>
  <inkml:trace contextRef="#ctx0" brushRef="#br0" timeOffset="59015.75">21371 4495 684 0,'0'0'224'0,"0"0"-77"0,0 0 1 0,0 0-25 16,0 0-20-16,-247 17-49 15,244-16-19-15,3-1-10 16,0 4-3-16,0 0 10 16,29 4-16-16,38-5 56 15,42 1-35-15,32-4-5 16,33 0-21-16,31 0 14 16,13 0-19-16,6-7-2 15,-6-4 1-15,10 5-3 16,-23-8 2-16,3-1 1 15,-2 5-5-15,-4-4 0 16,-7 4 4-16,-9 3-2 16,-26 2 0-16,-9 0-1 15,-29 5-2-15,-29 0-6 0,-35 0 7 16,-20 0 0-16,-19 0 5 16,-6 0-3-16,-13 0-1 15,0 0-1-15,0 0-1 16,0 0 0-16,-16 0-16 15,-48 8-50-15,-23 11-76 16,-41 5-170-16,-32 6-253 16</inkml:trace>
  <inkml:trace contextRef="#ctx0" brushRef="#br0" timeOffset="59882.08">17880 5713 828 0,'0'0'205'0,"0"0"-13"15,0 0-59-15,0 0 16 0,0 0-65 16,0 0-35-16,0 0-14 16,-51 5-13-16,147-5 21 15,54 0 7-15,36 0-30 16,36-15-4-16,2 5-7 15,0 0-6-15,-6 3 8 16,-16 2-8-16,-28 5-3 16,-33 0 5-16,-20 0-5 15,-28 0 4-15,-32 0-4 16,-25 0 0-16,-20 0 0 16,-16 0 0-16,0 0 1 0,0 0-1 15,0 0-2 1,0 0-7-16,-20 0-12 0,-31 8-54 15,0 1-47-15,-13 5-109 16,-4-3-201-16</inkml:trace>
  <inkml:trace contextRef="#ctx0" brushRef="#br0" timeOffset="66748.82">26629 5382 207 0,'0'0'256'0,"0"0"-150"0,0 0-1 0,0 0 64 15,0 0-29-15,-272 33-25 16,217-29-22-16,-15-4-15 16,15 4 27-16,4-4-5 15,0 1-14-15,12 2-28 16,7-2-10-16,13-1-15 16,6 2-12-16,13-2-5 15,0 0-5-15,0 0 1 0,0 0-8 16,51 3 10-1,39 2 0-15,29-4 21 16,31 2-19-16,20-3-11 16,16 0 6-16,3 0-8 0,1 0 6 15,8-9-4-15,-12-1 2 16,-16-1-4-16,0 6-3 16,-29 1 2-16,-19 2-1 15,-16 2-1-15,-16-2-4 16,-29 0 4-16,-7 2 5 15,-6-1 1-15,-22-3 7 16,3 4-2-16,-17 0-3 0,-5 0-1 16,2 0-4-16,-9 0-2 15,0 0 0 1,0 0 1-16,0 0-2 0,0 0 1 16,0 0-6-16,0 0 1 15,0-3 1-15,0 3-22 16,0 0-67-16,0 0-66 15,-35 0-231-15,-13 0-322 16</inkml:trace>
  <inkml:trace contextRef="#ctx0" brushRef="#br0" timeOffset="67531.84">18377 6570 940 0,'0'0'189'0,"0"0"-60"0,0 0-39 15,0 0 1-15,0 0-72 16,0 0 33-16,272 0 45 15,-83-1-44-15,-3-8-29 16,13 2 0-16,16 0-9 0,-19 3-15 16,-14-4 6-16,-2 7 1 15,-33-4-1 1,-41 3 0-16,-32 2-5 0,-32 0 2 16,-36 0 2-16,-6 0-4 15,0 0 3-15,0 0-2 16,0 0-2-16,0 0-1 15,0 0 0-15,0 0-6 16,0 4-26-16,-16 3-46 16,0-1-115-16,9 0-190 15</inkml:trace>
  <inkml:trace contextRef="#ctx0" brushRef="#br0" timeOffset="68399.17">23555 6390 542 0,'0'0'111'0,"0"0"64"0,0 0-33 0,-257 30 6 0,209-21-34 16,29-5-12-16,9-4 12 16,10 0-46-16,0 0-11 15,0 2-18-15,84-2-6 16,25 0 15-16,25 0-11 15,20 0-25-15,13-5-9 16,-4 1 3-16,-6 0-3 16,-22 2 2-16,-23 2-4 15,-38-3-1-15,-16 1 7 16,-33 2-3-16,-15 0 2 16,-10 0-1-16,0 0 1 15,0 0-1-15,0 0-4 16,0 0-1-16,0 0 0 0,-6 0-13 15,-14 0-33 1,8 0-50-16,12 8-104 0,0-2-128 16,12-5-267-16</inkml:trace>
  <inkml:trace contextRef="#ctx0" brushRef="#br0" timeOffset="68981.59">27181 6369 889 0,'0'0'214'0,"0"0"-43"0,0 0 7 0,0 0-52 0,0 0-55 16,0 0-36-16,0 0-13 15,77 17 13-15,64-17 2 16,38 0-17-16,26 0-15 15,4 0 1-15,2 0-6 16,-18-5-1-16,-33-1-3 16,-28-1 4-16,-20 2-5 0,-35 1 10 15,-32-1-4-15,-13-1-1 16,-26 3 0-16,-6 0-5 16,0 1 3-16,0-1-13 15,0 3-34-15,-48 0-134 16,-51 0-267-16</inkml:trace>
  <inkml:trace contextRef="#ctx0" brushRef="#br0" timeOffset="79299.08">24529 9425 825 0,'0'0'189'0,"0"0"-78"0,0 0-16 0,0 0-6 16,0 0-36-16,0 0-31 15,0 0 1-15,0 0-6 16,-9 22 26-16,9-8 10 16,0-3-11-16,9-2-11 15,-9-4-8-15,0-3-11 16,0-2-4-16,13 0-1 15,0 0-6-15,9-2 10 16,26-30 0-16,33-15-8 16,15-12-3-16,29-4-79 15,6-8-213-15,-2 1-342 0</inkml:trace>
  <inkml:trace contextRef="#ctx0" brushRef="#br0" timeOffset="79983.14">30964 8981 899 0,'0'0'149'0,"0"0"-7"0,0 0-13 0,0 0 2 16,0 0-73-1,0 0-32-15,-10-16-23 0,10 24 0 16,0 4 8-16,10-3 11 16,0-7-2-16,12-2-5 15,4 0 11-15,12-19 7 16,26-20-15-16,13-10-18 16,7-5 0-16,2 5-2 15,-12 4-91-15,-20 4-259 16,-15 9-607-16</inkml:trace>
  <inkml:trace contextRef="#ctx0" brushRef="#br0" timeOffset="80498.7">30823 12120 772 0,'0'0'354'0,"0"0"-291"0,0 0-14 0,0 0 43 0,0 0-8 0,0 0-42 16,208-112-39-16,-115 49 7 15,16-4-10-15,-13 9-10 16,-19 4-238-16,-38 10-584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19:40.2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8076 5550 802 0,'0'0'203'0,"0"0"-40"0,0 0-40 0,0 0 19 15,0 0-17 1,0 0-54-16,0 0-40 0,-180 12-9 16,180-11-3-16,0 2-14 15,39 2-3-15,41-3 15 16,38-2 13-16,30 0-22 16,9 0 1-16,-3-2-8 15,-20-6-1-15,-15 1 0 16,-32 6 1-16,-14-1-1 15,-31-1 0-15,-16 1-4 16,-17 2 4-16,4 0 2 16,-10-2-2-16,-3 2-9 15,0-2-32-15,0-1-61 0,0 1-145 16,0-5-129 0</inkml:trace>
  <inkml:trace contextRef="#ctx0" brushRef="#br0" timeOffset="2033.46">5687 9493 671 0,'0'0'175'0,"0"0"-91"0,0 0-1 0,0 0 36 16,0 0-19-16,0 0-30 16,0 0 10-16,-13 14-7 15,7-13-4-15,6-1-2 16,0 0-27-16,0 0-12 0,0 0 2 16,-10 0 2-16,10 0-11 15,0 0-5-15,0 0 0 16,0 0-6-16,0 0-1 15,0 0-2-15,0 0-5 16,0 0 6-16,0 0-3 16,0 0-4-16,0 0 2 15,0 0 0-15,0 0-2 16,0 0-1-16,0 0-8 16,0 0-29-16,0 0-115 0,10 0-283 15</inkml:trace>
  <inkml:trace contextRef="#ctx0" brushRef="#br0" timeOffset="2566.73">12131 9210 1164 0,'0'0'153'0,"0"0"-132"0,0 0 12 0,0 0 93 0,0 0-25 15,0 0-69-15,0 9-32 16,0-4-4-16,0 5-31 15,-77 0-349-15</inkml:trace>
  <inkml:trace contextRef="#ctx0" brushRef="#br0" timeOffset="7432.96">25106 4517 514 0,'0'0'173'0,"0"0"-17"0,0 0-36 0,0 0-29 0,0 0 13 15,0 0-23-15,0 0-23 16,-118 22 0-16,118-22 6 15,0 0-20-15,0 0-6 16,51 0 11-16,32 0 7 16,23 0-4-16,32 0-29 15,13 0-10-15,22-4 2 16,3-1 1-16,10 4-4 16,-6-6-6-16,-10-2 7 15,-4 4-13-15,-15-3 4 16,-20 2-4-16,-22 6 0 15,-12 0 3-15,-36 0-2 16,-17 0 0-16,-11 0 0 0,-11 0 1 16,-19 0-2-16,7 0 2 15,-10 0 2-15,0 0 0 16,0 0 0-16,0 0-4 16,0 0 2-16,0 0-2 15,0 0-6-15,0 0-47 16,0 0-109-16,-13 11-132 15,-22 5-115-15</inkml:trace>
  <inkml:trace contextRef="#ctx0" brushRef="#br0" timeOffset="18633.52">21586 12364 779 0,'0'0'261'0,"0"0"-147"0,0 0 17 0,0 0-5 0,0 0-20 0,0 0-43 16,0 0-25-16,0 0-4 15,0 0 0-15,0 0-11 16,0 0 4-16,0 0-12 16,0 8-3-16,6 3-7 15,14 5 4-15,-1 8 9 16,-6 0-5-16,3-2 0 16,-7-2-5-16,1-8-6 15,0-5 3-15,-4 1-3 16,-6-6 2-16,0-2-1 15,0 0 0-15,0 0 4 0,6 0 8 16,-6 0-6-16,0 0 2 16,0 0-9-16,0 0 13 15,0-2-7-15,0-13-2 16,0-6 1-16,7-12-4 16,3 0-3-16,6-6 0 15,0-2-1-15,6-3 1 16,0-10 1-16,4-3-1 15,0-4 0-15,-4-5-1 16,4 3 2-16,-4 5-1 16,-2 8 0-16,-4 15-1 15,-16 12 1-15,0 8 1 16,0 9-1-16,0 4 0 16,0 2 0-16,0 0 0 15,0 0 0-15,0 0-2 0,0 0 3 16,0 0-2-16,0 0 0 15,0 0 0-15,0 0 1 16,9 0 0-16,-9 0 2 16,0 0-1-16,0 0-1 15,0 0 0-15,0 0-2 16,0 0-2-16,0 0 1 16,0 0 0-16,0 0 6 15,0 0-5-15,0 0 2 16,0 0 0-16,0 0 2 15,0 0-1-15,0 0-1 16,0 0 0-16,0 0 0 0,0 0-5 16,0 0 5-16,0 0-3 15,0 0 3-15,0 0 0 16,0 0-5-16,0 0 0 16,0 0 1-16,0 0-1 15,0 0-2-15,0 0 1 16,0 0 0-16,0 0 6 15,0 0 0-15,0 0 0 16,0 0 0-16,0 0-3 16,0 0 3-16,0 0-10 15,0 0-44-15,0 0-40 16,0 15-136-16,0 9-133 16,-25 1-471-16</inkml:trace>
  <inkml:trace contextRef="#ctx0" brushRef="#br0" timeOffset="20517.52">25985 11173 852 0,'0'0'135'0,"0"0"8"0,0 0-28 0,0 0 21 0,0 0-47 16,0 0-4-16,0 0-11 16,-80-7-50-16,134-6-9 15,39-6 16-15,42-9-5 16,25 1-5-16,16 3-13 16,14-2-1-16,-1 4 10 15,16 2-15-15,-6 1 6 16,-4 4-1-16,-25 3-2 0,-19 4-5 15,-39-1 0-15,-32 5-1 16,-32-2 1-16,-32 5 5 16,-6 1-3-16,-10-5 3 15,0 1-1-15,-22-6-2 16,-30-6-2-16,-28 1 7 16,-22-3-7-16,2-4 0 15,-25-4-2-15,3-1 1 16,7-3 1-16,3 3-3 15,25 6 1-15,17 2 1 16,21 8 0-16,17 2-1 16,16 6 2-16,16 2 1 15,0 1-1-15,0 0-2 0,0 0-4 16,16 0 6-16,39 0 3 16,15 0-3-16,4 5 0 15,3 7 0-15,10 2-1 16,-7 2 1-16,-3 1 2 15,-10 8-1-15,-19-1-1 16,-22 7 0-16,-26 3 0 16,0 5 2-16,0 4-2 15,-58 8 0-15,-6 3-15 16,-3 3-28-16,6 2-86 16,3 4-137-16,10-4-148 15</inkml:trace>
  <inkml:trace contextRef="#ctx0" brushRef="#br0" timeOffset="21149.96">29967 12300 987 0,'0'0'171'0,"0"0"-40"0,0 0 29 0,0 0-39 16,0 0-80-16,0 0-18 15,-10 26 19-15,29-10-11 16,17-1 2-16,-7 0-19 0,-7-7 11 16,7-8-24-1,9 0 6-15,14-14 7 0,15-35-14 16,29-22 0-16,39-25-18 16,6-26-201-16,3-20-864 15</inkml:trace>
  <inkml:trace contextRef="#ctx0" brushRef="#br0" timeOffset="24150.48">27444 12366 402 0,'0'0'269'0,"0"0"-132"0,0 0-40 0,0 0 30 15,0 0-5-15,0 0-31 16,0 0-40-16,19-81 7 16,-19 81-3-16,0 0-1 15,-29 0-24-15,-16 0-20 16,-3 15 3-16,-26 15-11 15,-12 9 1-15,-14 7 2 16,-5 12 1-16,-21 4 0 16,-5 9-6-16,-20 10-4 0,-22 11 4 15,-10 1 1-15,-9 7 3 16,-10-6-4-16,13 1 0 16,0-2 1-16,-4-3-1 15,4-6 0-15,16-8 10 16,16-11-9-16,19-5 2 15,23-11 10-15,19-4-3 16,22-4-5-16,-3-7 3 16,16-5-6-16,0-4-2 15,16-2 3-15,-3 0 0 16,0-4-2-16,0 2-1 16,-7 0 1-16,-2-1-2 15,2 0 2-15,-12 3-2 16,19-4 2-16,0 0-4 0,19-7 3 15,3-8 0-15,26-4 4 16,0 0-4-16,0 0 15 16,0 0-12-16,0 0 2 15,0-13-2-15,0-9-2 16,0-8-1-16,0-6 0 16,26-3 0-16,3-7-1 15,3-5 1-15,3 1 0 16,10-4-1-16,0 7 1 15,-10 5 0-15,0 1 0 16,-6 16 1-16,-10 2 0 16,-3 8 2-16,-9 9-2 15,-7 6 0-15,0 0 0 0,0 0 2 16,0 0-1-16,0 0-2 16,-7 1-1-16,-21 15 1 15,-8 4-2-15,-2 6-1 16,6 10 2-16,-4 7 1 15,1 10 2-15,10 2-2 16,-4-1 4-16,16-5-2 16,3-6-2-16,10-10 6 15,0-3-6-15,0-3 0 16,0-4 2-16,29-4-2 16,19-4 2-16,7-4 6 15,9-2-7-15,6-5-1 16,-2 0 1-16,-4-1 4 0,3-3-5 15,4 0-8-15,-4 0 8 16,-6 0 3-16,-10-10-3 16,7-5 0-16,-10-7-11 15,-3-3-20-15,-3 1-51 16,-4 2-43-16,7-2-46 16,-16-3-63-16,0 6-185 15</inkml:trace>
  <inkml:trace contextRef="#ctx0" brushRef="#br0" timeOffset="28784.18">25414 4576 643 0,'0'0'184'0,"0"0"-13"0,0 0-6 0,0 0-48 16,0 0-3-16,0 0-29 0,0 0-19 15,-135-10-34 1,135 10-3-16,0 0-16 0,13 0-6 16,58 0 19-16,25 0 9 15,42 0-7-15,19 0-8 16,16-4-15-16,13-6 1 16,-13-2-4-16,-3 1-2 15,-16-1 2-15,-26 3-2 16,-32 1 1-16,-28 6-1 15,-30 2-2-15,-19 0 2 16,-12 0 0-16,-7 0 0 16,0 0 1-16,0 0 5 0,0 0-5 15,0 0-1-15,0 0-1 16,0 0-7-16,0 0-63 16,0 0-67-16,0 10-163 15,0 3-164-15</inkml:trace>
  <inkml:trace contextRef="#ctx0" brushRef="#br0" timeOffset="32469.89">22516 5475 655 0,'0'0'189'0,"0"0"6"0,0 0-57 0,0 0-40 16,0 0 4-16,0 0-45 15,-35 6-13-15,35-5-24 16,0-1 3-16,54 0 16 16,42 0 37-16,16 0-27 15,20 0-26-15,9-4-13 16,16-9 13-16,7 3-15 16,22-2-3-16,12 4 1 15,-18 3-3-15,-4 3 3 16,-25 2-9-16,-20 0 3 0,-25 0-7 15,-13 0 7 1,-16 0 4-16,-13 0-4 0,-13 0 0 16,-18 0 2-16,-14 0-1 15,-19 0 2-15,0 0-3 16,0-1 1-16,0 1 7 16,0 0-4-16,0 0 4 15,0 0-6-15,0 0 2 16,0 0-4-16,-3-3 0 15,-20 3-9-15,-15 0-30 16,-10 0-60-16,-1 14-88 16,-2 2-125-16,9-5-181 0</inkml:trace>
  <inkml:trace contextRef="#ctx0" brushRef="#br0" timeOffset="33650.03">18348 5442 620 0,'0'0'186'0,"0"0"-9"0,0 0-24 0,0 0-69 0,0 0-8 16,0 0-24-16,-74-7-23 15,74 7-10-15,0 0-10 16,39 0-7-16,25 0 14 16,42 3 28-16,3-3-11 15,6 0-15-15,7 0-9 16,-10 0 3-16,-19 0-8 15,-10-8-4-15,-22 5 2 16,-16-1-2-16,0 0 0 16,-16 1 1-16,-10 2-2 15,-6-2-1-15,-3 3-2 0,-4 0-15 16,-6 0-32 0,0 0-119-16,0 0-51 0,0 0-200 15</inkml:trace>
  <inkml:trace contextRef="#ctx0" brushRef="#br0" timeOffset="35750.65">29018 5450 634 0,'0'0'160'0,"0"0"3"0,0 0-11 0,0 0-24 15,0 0-34-15,0 0-2 16,0 0-12-16,-106 16-9 16,116-16-44-16,54 0 1 15,45 0 9-15,22-4-13 0,26-8-15 16,-6 0-3-1,-10-2-3-15,-16 5-3 0,-26 1 2 16,-31 4-6-16,-10 2-2 16,-23 2-9-16,-22 0-89 15,-13 0-185-15,-4 10-36 16,-53 3-467-16</inkml:trace>
  <inkml:trace contextRef="#ctx0" brushRef="#br0" timeOffset="36283.94">21794 6832 1091 0,'0'0'141'0,"0"0"20"0,0 0-59 0,0 0 3 0,0 0-58 0,0 0-35 15,148-8 3-15,12-11 5 16,26 4-14-16,0-4-5 16,-3 9 4-16,-4-3-1 0,-21 4-2 15,-21 4-2-15,-37 3-12 16,-17 2-39-16,-32 0-146 16,-44 7-133-16,-7 10-337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20:23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13125 5539 700 0,'0'0'287'0,"0"0"-108"0,0 0-31 0,0 0-20 0,0 0-9 16,0 0-57-16,0 0-24 16,0 0-7-16,-35 0 2 15,35 0-6-15,0 0-2 16,0 0-13-16,58 0-5 16,19-12 1-16,19-3-2 15,-10 3-5-15,-18 4-1 16,-4 3 0-16,-13 0 0 15,7 4 0-15,-7 1-16 16,0 0-38-16,-6 0-46 16,10 0-85-16,-14 0-50 15,-2 1-149-15</inkml:trace>
  <inkml:trace contextRef="#ctx0" brushRef="#br0" timeOffset="2366.53">14446 7386 678 0,'0'0'200'0,"0"0"-88"0,0 0 18 0,0 0-3 0,0 0-72 0,0 0-1 16,-141 12-8-16,141-12 12 15,0 0-30-15,0 0 3 16,0 0-10-16,0 0-12 16,35 2 10-16,42 2 3 15,16 1 22-15,32-4-20 16,-3-1-7-16,19 0-10 0,0 0 6 15,7 0-13-15,-7 0 9 16,-10 0-2-16,1 0-3 16,-1 0 0-16,4 0 3 15,6 0 1-15,-10 0 4 16,1 0-12-16,-10 0 0 16,-10 0 3-16,-10 0-3 15,-5 0 2-15,-14 0 0 16,3-1 12-16,-21-3-3 15,-1 0 3-15,-13-2-9 16,-16 1-2-16,4 2 6 16,-10-1 0-16,-7 3 0 0,-9-3 4 15,-10 4-3-15,7-1-10 16,-10 1 12-16,6-3-4 16,-6 3-4-16,0 0 0 15,0 0-1-15,0 0-3 16,0 0-1-16,0 0-8 15,-26 0-23-15,-15 0-60 16,-23 16-60-16,0 4-123 16,-13-3-220-16</inkml:trace>
  <inkml:trace contextRef="#ctx0" brushRef="#br0" timeOffset="3250.26">16242 5628 768 0,'0'0'211'0,"0"0"-39"0,0 0-65 0,0 0-52 16,-257 19-19-16,203 4 1 15,15 1 4-15,20 2-12 16,9-4-6-16,10 0 2 15,0 1-4-15,19 0-1 16,30-1-5-16,18 6-7 16,0-1 2-16,7 2 3 15,-7 3 3-15,-25-3 7 16,-13 3-12-16,-26 0 10 16,-3-1 2-16,-19-3 5 15,-45-2-6-15,-4-4-9 16,-9-8-6-16,0-10-6 15,4-2 7-15,2-2-8 0,10 0-5 16,7 0-19-16,28-12-50 16,26-1-146-16,0-10-88 15,26-7-224-15</inkml:trace>
  <inkml:trace contextRef="#ctx0" brushRef="#br0" timeOffset="3636.92">16373 5813 657 0,'0'0'344'0,"0"0"-112"16,0 0-138-16,0 0-8 0,0 0 11 15,0 0-25-15,317-53-36 16,-230 35-30-16,6 6-4 16,-26 0-2-16,1 3 1 15,-33 3 8-15,-6 1-9 16,-20 4-11-16,1-5-16 15,-10-2-16-15,0 0 16 16,0-4-11-16,0 4 23 16,0 0 15-16,0 1 1 15,-29 6 24-15,23-2 28 16,-7 3-16-16,0 0 9 16,0 0-30-16,-6 16-12 15,6 11 15-15,3 12-4 0,1 0 5 16,6 12-2-16,-10 1-8 15,13-4-6-15,0-1-3 16,-10-13-1-16,10 0-7 16,0-11-24-16,0-4-58 15,26-6-107-15,16-2-59 16,6-11-144-16</inkml:trace>
  <inkml:trace contextRef="#ctx0" brushRef="#br0" timeOffset="3984.1">17428 5849 853 0,'0'0'363'0,"0"0"-162"0,0 0-57 0,0 0-64 0,0 0-55 16,0 0-18-16,-23 19-7 15,23 11 11-15,0 6 9 16,0 3-7-16,0-1-11 15,0-4 0-15,0-6-1 16,32-7-2-16,7-6 1 16,-4-7 0-16,13-8-2 15,-3 0 2-15,-6 0-1 16,-11-17 1-16,11-11 3 16,-17-8-1-16,-9-3 1 0,0 0-3 15,-13 6 2 1,0 6-2-16,0 5-3 0,0 10 0 15,-13 5-5-15,7 6-28 16,6 1-90-16,0 0-143 16,0 0-268-16</inkml:trace>
  <inkml:trace contextRef="#ctx0" brushRef="#br0" timeOffset="4533.18">18050 5817 475 0,'0'0'547'15,"0"0"-256"-15,0 0-172 16,0 0-49-16,0 0-37 16,0 0 37-16,45 78-26 15,-33-42-27-15,1 3-13 0,0-8 3 16,-13-4-5-16,0-9 0 16,0-10-1-16,0-7 0 15,0-1 1-15,0 0 8 16,0-14 25-16,0-21-11 15,-10-10-10-15,-2-8 2 16,-4 5-6-16,6 1-2 16,10 10 3-16,0 12 5 15,0 10-10-15,0 8 13 16,0 7-8-16,0 0-11 0,0 1-3 16,35 20-3-1,7 6 6-15,3 5 0 0,0-5 0 16,-7-2-4-16,-6-10-3 15,-13-5 2-15,-12-5 5 16,3-5 0-16,-10 0 0 16,9 0 4-16,1-16 3 15,3-11-7-15,3-8 3 16,-7 4-3-16,7-3 3 16,-6 9 2-16,0 7-4 15,-7 9 0-15,-3 9 3 16,0 0 8-16,6 0-12 15,4 0-1-15,12 13-11 16,4 13 10-16,12 5 2 16,-12 4-1-16,3-2-24 0,0 0-19 15,3-3-61 1,-7-5-55-16,1-10-69 0,-4-5-94 16,7-10-87-16</inkml:trace>
  <inkml:trace contextRef="#ctx0" brushRef="#br0" timeOffset="4916.78">18838 5830 585 0,'0'0'312'0,"0"0"-46"0,0 0-53 0,0 0-59 0,0 0-80 0,0 0-59 16,0 0-14-16,0 0-1 16,7 30 4-16,9 2 0 0,0-1 0 15,0 1 13-15,-13-10-17 16,-3-11 2-16,0-3 4 15,0-8-6-15,0 0 6 16,0 0 13-16,0-9 39 16,-19-20-31-16,-13-8 5 15,0-13-24-15,0-13 4 16,22-5-1-16,10-2-9 16,0 2 3-16,0 14-5 15,3 8 0-15,23 17 0 16,-7 16 0-16,-9 8 0 15,-10 5-3-15,0 0 0 16,0 3-9-16,0 21 2 16,0 11 9-16,0 4-3 15,0 3-14-15,-3 4-27 0,-4 1-50 16,7-5-86-16,0-8-58 16,0-10-99-16,19-10-163 15</inkml:trace>
  <inkml:trace contextRef="#ctx0" brushRef="#br0" timeOffset="5200.12">19214 5688 570 0,'0'0'323'0,"0"0"-125"15,0 0-14-15,0 0-93 16,0 0-41-16,0 0-14 0,9 30 17 16,-9-11-2-1,0 4-17-15,0 0-22 0,0-3 4 16,19 3-10-16,7-4-5 15,-7-2 20-15,4-2-13 16,-4-5-1-16,-13-2 1 16,-6-4-5-16,0 0 4 15,0 0-6-15,-6-3 2 16,-39 6 4-16,-25-1 5 16,5-2-11-16,-12 2-2 15,10 5-27-15,3-3-86 16,29 0-184-16,12-4-403 15</inkml:trace>
  <inkml:trace contextRef="#ctx0" brushRef="#br0" timeOffset="5934.55">21996 7692 1010 0,'0'0'139'0,"0"0"43"0,0 0-48 0,0 0 12 0,0 0-89 16,0 0-22-16,-128-12-10 15,147 12-11-15,74-3-2 0,55-2-1 16,70-3 26-16,38-6-32 15,17 1-2-15,-4 3 7 16,-32 6-9-16,-15 4-1 16,-59 0 6-16,-38 0-6 15,-51 0 0-15,-36 0 0 16,-38 4 0-16,0 6-19 16,0 2-33-16,-67 3-18 15,-7 2-82-15,-31 1-189 16,12-6-475-16</inkml:trace>
  <inkml:trace contextRef="#ctx0" brushRef="#br0" timeOffset="9849.68">14869 8563 1016 0,'0'0'106'0,"0"0"15"0,0 0-48 16,0 0 72-16,0 0-59 16,0 0-60-16,0 0-25 15,0 0 4-15,-13 0 28 16,13 12 3-16,23-7-7 16,-4 0-5-16,7-5-5 15,12 0-7-15,17-11-4 16,22-28-1-16,35-15 1 0,23-14-8 15,6-10-56 1,19-7-151-16,-13-8-388 0</inkml:trace>
  <inkml:trace contextRef="#ctx0" brushRef="#br0" timeOffset="11668.27">12077 10634 981 0,'0'0'167'0,"0"0"-82"0,0 0 7 16,0 0 57-16,0 0-45 15,0 0-79-15,0 0-18 16,0-38 1-16,0 50 3 16,35 2 27-16,13 2-18 15,-3 0-3-15,3-1-7 16,-3-7 7-16,-7 1-6 0,4-6-2 15,-7-3 1 1,26 0 4-16,10-18-1 0,22-19 0 16,19-16-13-16,13-4-2 15,-6 3 2-15,3 0-4 16,-7 1-15-16,7 4-32 16,-10 4-66-16,-6 0-224 15,-13 2-334-15</inkml:trace>
  <inkml:trace contextRef="#ctx0" brushRef="#br0" timeOffset="14850.38">12131 10533 22 0,'0'0'868'0,"0"0"-706"0,0 0 42 0,0 0-50 15,0 0-1-15,0 0-51 16,0 0-59-16,-102-6 7 16,102 6-13-16,0 0-16 15,25 0-9-15,81-9-11 0,54-6 21 16,39 3-4-16,-3 1-15 16,-10 7-3-16,-16 4-4 15,-16 0 1-15,-36 0 2 16,-22 0 1-16,-41 0 0 15,-36 0 0-15,-9 3 2 16,-10-3-1-16,0 1-1 16,0-1 5-16,0 3 0 15,0-3 1-15,-39 4-5 16,-25-3 1-16,-13 3 3 16,-6 1-5-16,-1 1 0 0,-21-2-2 15,8 4-1 1,-12 1 1-16,4 0 0 0,-8-1 0 15,11 2 2 1,-10 0-1-16,6 2-2 0,13 1-1 16,10-6 3-16,15 3 0 15,30-3 1-15,12-5 0 16,13-2-1-16,10 0 1 16,3 0 0-16,0 0-8 15,0 0 5-15,26 0 1 16,57 0 2-16,45-12 3 15,23-2-3-15,12 0-2 16,7 1 2-16,-3-1 0 16,3 2 0-16,-6 1-2 0,-23 4-6 15,-32 7 7-15,-29-1 1 16,-35 1 0-16,-36 0 7 16,-2 0-7-16,-7 0 0 15,0 0 0-15,0 0 0 16,-39 0-10-16,-44 0-63 15,-10 0-50-15,-13 0-122 16,-3 0-142-16,13 0-464 16</inkml:trace>
  <inkml:trace contextRef="#ctx0" brushRef="#br0" timeOffset="16250.14">11378 8852 536 0,'0'0'584'0,"0"0"-355"0,0 0-49 0,0 0-61 0,0 0-70 16,0 0-33-16,-29-3-14 16,29 38-2-16,10 15 30 15,9 10 5-15,-10 0-22 16,-2-3 3-16,3-8-3 0,-7-14-11 15,10-16-1 1,-10-9 7-16,0-10-10 0,-3 0 6 16,0-2 10-16,6-25 6 15,-6-9-5-15,10-6-15 16,3 9 1-16,-4 6-1 16,-2 13 5-16,2 10-5 15,-9 4-6-15,20 0 5 16,15 18-6-16,3 10 7 15,11 7 0-15,5 0 0 0,-3-7-1 16,4-6 2 0,-10-3-5-16,-23-14 2 0,-3 0 0 15,-9-5 1-15,0 0 1 16,-4-21 1-16,-3-14 0 16,-3-4-1-16,0 1 0 15,0-5 1-15,0 11-1 16,0 6 2-16,0 15-1 15,0 8-1-15,0 3-1 16,0 0-5-16,0 3-6 16,0 16 9-16,0 0-5 15,16-1 15-15,13 0-8 16,16-4 1-16,-13-4-1 16,3-3-7-16,10 0 7 15,-13-7-1-15,7 0 0 0,-14-7 2 16,4-12 0-1,-3-3 0-15,-13-3 0 0,-13 9 0 16,0 1 7-16,0 9 0 16,0 4-4-16,0 2-2 15,-20 0-1-15,-5 2-1 16,-7 16-2-16,16 4-3 16,3 4 3-16,13-2 1 15,0-1-3-15,0 2 5 16,19-6-3-16,29 3 1 15,0-6-5-15,16-7-10 16,10-6 4-16,-10 0 1 16,7-3-5-16,-23 0 1 15,-3-18-3-15,3-5 10 0,-19-2 3 16,-10 2 6-16,-9 4-1 16,-10 3 1-16,0 6 6 15,0 5 4-15,0 5 9 16,0 0 6-16,0 0-5 15,0 0-11-15,0 0-9 16,0 1-6-16,0 16 1 16,0 5 4-16,12 5 1 15,-8-1 0-15,5-3-1 16,1-6 2-16,0-7-4 16,-10-5 2-16,12-5-17 15,-5 0-13-15,-1 0-2 16,7 0 9-16,-13-8-10 0,6-2 2 15,-2-4 21 1,-4 1 10-16,6-4 1 0,0 2 0 16,-2-1 0-1,-1 1 0-15,3 0 0 0,-6 3 1 16,0 3 4-16,0 5-5 16,0 0 13-16,0 4 1 15,0 0-1-15,0 0-13 16,0 0 0-16,0 0-4 15,0 0 2-15,0 0-15 16,0 5 17-16,0 6-43 16,0-5-125-16,0-1-25 0,0 0-178 15</inkml:trace>
  <inkml:trace contextRef="#ctx0" brushRef="#br0" timeOffset="16434.3">12426 8748 491 0,'0'0'662'0,"0"0"-432"0,0 0-68 16,0 0-149-16,0 0-13 16,0 0-62-16,36 11-92 15,34 18-86-15,17 9-175 0</inkml:trace>
  <inkml:trace contextRef="#ctx0" brushRef="#br0" timeOffset="18202.08">13353 9013 556 0,'0'0'368'16,"0"0"-110"-16,0 0-97 16,0 0 5-16,0 0-82 15,0 0 11-15,13-31-43 16,-36 31-29-16,1 7-23 15,-20 16-6-15,13 1 0 16,4 2 3-16,12-4-11 16,13-4-3-16,0-8-7 15,0-2-23-15,0-4 5 0,0-4 7 16,13 0 15-16,-7 0 14 16,4 0-2-16,-1-4 8 15,1-10 4-15,3 2-3 16,-7 3-2-16,0 8 2 15,-6 1 3-15,0 0 1 16,10 0-5-16,3 17 3 16,13 14 11-16,6 12 23 15,3 11 9-15,-6 12-17 16,9 0-15-16,-12-2 3 16,-13-8 2-16,-7-14-18 0,-6-7 12 15,0-12-11 1,-29-12 2-16,-25-6 3 0,-4-5 5 15,-6 0-11 1,6-20 3-16,1-7 7 0,28-1-11 16,9-6 2-16,14-4-2 15,6-4 0-15,6 0-10 16,43-3 10-16,8-1 2 16,11-5-2-16,-14 1 1 15,10-3-7-15,-16 2 6 16,-19-1 0-16,0 3 0 15,-10 8 2-15,-3 6-2 16,-6 16 1-16,-10 13 3 16,0 3 13-16,0 3 10 0,0 0-20 15,13 19-7-15,6 16 0 16,10 10 0-16,6 3 0 16,0-3 0-16,-6-1 2 15,-10-12-1-15,10-6-1 16,-10-11 0-16,1-6 0 15,-14-9-3-15,4 0 3 16,3-5 3-16,9-18-1 16,0-8 7-16,1 1-9 15,-7 11 2-15,0 7 0 16,-13 7-1-16,-3 5-2 16,13 0-2-16,0 0-12 15,9 17 15-15,14-2 0 16,2 1 1-16,-3-5-2 15,-3-4 1-15,-6-3-14 0,-7-4-4 16,0 0 16-16,10-17 0 16,-9-13-1-16,-4-6 3 15,-7-8-1-15,-9-7 1 16,0-6 0-16,0 2 2 16,0 7 6-16,0 17 6 15,-9 13 4-15,-1 13 4 16,4 5 0-16,-1 0-1 15,4 16-21-15,-7 20 0 16,7 14-1-16,3 8 1 16,0 1-5-16,0 2 5 15,0-7 6-15,23-8-6 0,5-11 0 16,4-11-7-16,1-7-4 16,5-11 0-16,-3-6-6 15,7 0 2-15,3-15-5 16,0-12 1-16,3-5 1 15,-10 5 6-15,-2 0 4 16,-17 2 8-16,-6 3 0 16,-4 3-1-16,-9 4 3 15,0 0-2-15,0 6 6 16,0 4-6-16,0 5 0 16,-22 0-1-16,3 0 1 15,-7 0-8-15,16 4 2 16,1 6 0-16,2 5-7 0,7-3 9 15,0 3 3-15,0-3-7 16,0 0 5-16,7 5 2 16,22 0-4-16,3-4 1 15,0 4 3-15,9-4-2 16,-5-1-1-16,12-6-1 16,0-6 2-16,6 0 0 15,-6 0 4-15,-9 0-1 16,-4-11 4-16,7-2-4 15,-17-4 0-15,-15-2 0 16,6-8 5-16,-6 0-4 16,-7 2 12-16,-3-1-1 0,0 6 5 15,0 7 6-15,0 7-6 16,0 2-4-16,0 4 3 16,0 0-7-16,-10 0-9 15,4 6-3-15,-1 15-4 16,-9 6 7-16,16 5 3 15,0 12 1-15,0 5 1 16,0 8-2-16,7 8 7 16,25 2 16-16,3-2-1 15,-6-11-10-15,-16-14-4 16,-13-15-2-16,0-13-8 16,0-11 5-16,-42-1 10 15,-6 0-5-15,-3-20-2 16,-1-7-9-16,14-4-1 15,19-3-2-15,19-2 1 0,0-1 1 16,22-2-5-16,33 0-2 16,28 0 1-16,-6-3-5 15,10 2 11-15,-4-2-11 16,-6 2 9-16,-13 0 1 16,-16 8 2-16,-19 5-3 15,-23 6 6-15,-6 8-3 16,0 9 1-16,0 4-2 15,0 0-1-15,-25 12 0 16,2 15-8-16,7 5 10 0,16 4-2 16,0-4-6-1,13-3 8-15,32-9 1 0,3-4 3 16,7-7-4-16,-1-7 0 16,13-2-2-16,-9 0 0 15,-10-7-26-15,-22-10-55 16,-1-6-37-16,-25 1-163 15,0-5-193-15</inkml:trace>
  <inkml:trace contextRef="#ctx0" brushRef="#br0" timeOffset="18384.14">13907 8722 1142 0,'0'0'202'0,"0"0"-134"0,0 0-9 0,0 0-51 0,321-61-8 0,-222 59-79 15,-18 2-412-15</inkml:trace>
  <inkml:trace contextRef="#ctx0" brushRef="#br0" timeOffset="25185.29">16591 13011 656 0,'0'0'135'0,"0"0"13"0,0 0 22 16,0 0-25-16,-266 0 5 0,247 0-31 0,3 0-34 15,16 0-14-15,0 0-37 16,0 0-4-16,0 0-13 16,9 0-6-16,65 0-11 15,48 0 0-15,28 0 0 16,36-8 6-16,4 1-4 15,8 1 3-15,27-1 1 16,2 0-5-16,-9 3 7 16,-22-4-6-16,-26 4 0 15,-35 2-2-15,-26 2 0 0,-26 0 8 16,-25 0-6-16,-26 0 3 16,-7 0 4-16,-9 0 0 15,-6 0 7-15,-7 0-7 16,4 0-1-16,-7 0-6 15,0 0 4-15,3 0 7 16,-3 0-5-16,6 0-7 16,-3 0-1-16,17 0 5 15,-4 0-4-15,32 0 2 16,16 0-1-16,23 0-1 16,5-4 1-16,14 1-2 15,16 1 1-15,10-5-1 16,9-1 5-16,19 1-4 0,29-5-1 15,16-1 3-15,20-6-1 16,-10 4-2-16,-4-4-1 16,-15 4-9-16,-7 3 10 15,-19 1 3-15,-20 2-3 16,-12 1 0-16,-13 0-1 16,-28 2 2-16,-24 1-1 15,-2 1 1-15,-29 1 0 16,-7 3-1-16,-16 0-4 15,0 0 2-15,17 0 2 16,-14 0 7-16,-3 0 1 16,-3 0-2-16,-3 0 5 0,-3 0-4 15,-4 0 5 1,-6 0-8-16,0 0 8 0,0 0-5 16,0 0-6-16,0 0 3 15,0 0-2-15,0 0 2 16,0 0-4-16,0 0 0 15,10 0 0-15,-10 0 0 16,9 0-1-16,1 0 0 16,0 0 2-16,-4 0 0 15,-3 0 0-15,-3 0-2 16,10 0 1-16,-4 0-1 16,4 0 2-16,3 0-1 15,-4 0 0-15,7 0 0 16,7 0 2-16,2 0-2 15,20 0 0-15,3 0 0 0,0 0 2 16,7 0-2-16,-7 0 2 16,0 0-2-16,-3-1 0 15,-7-3 0-15,-9 3-1 16,10-2 1-16,-1 2 0 16,1-2 0-16,6 3 0 15,-20 0 0-15,-5 0 0 16,-11 0 1-16,-9 0-3 15,3 0 3-15,-3 0-2 16,0 0 0-16,0 0 0 16,0 0 0-16,0 0-1 15,0 0-1-15,0 0 2 0,0 0 0 16,0 0-6-16,0 0 2 16,-12 0-30-16,-33 4-14 15,-3 12-57-15,-20 3-107 16,-15-6-318-16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21:06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12320 4207 791 0,'0'0'157'0,"0"0"-23"0,0 0-5 0,0 0-4 15,0 0-17-15,0 0-38 16,0 0-22-16,-150 0-11 15,150 2-21-15,0-2 7 0,0 5-12 16,0-1-4 0,54 2 3-16,49 1 20 0,22-2 2 15,16-2-14-15,-10-3-18 16,10 0 4-16,-12 0-4 16,-14 0 0-1,-22 0 1-15,-19 0-1 0,-16 0 1 16,-20 0-1-16,-3 0 1 15,-22 0 1-15,-6 0-1 16,-4 0 0-16,-3 0 4 16,6-3-5-16,-6 1 2 15,3 2-2-15,-3-3-32 16,0 3-67-16,7 0-107 16,22 0-132-16,28 10-135 0</inkml:trace>
  <inkml:trace contextRef="#ctx0" brushRef="#br0" timeOffset="915.92">18261 4281 528 0,'0'0'184'0,"0"0"-49"0,0 0 20 0,0 0-29 0,0 0-33 15,0 0-4-15,-166-13 11 16,137 13-27-16,-6 0 5 16,-4 0-26-16,13 0-6 0,4 0-7 15,12 0-6-15,10 0-11 16,0 0-9-16,0 0-8 16,0 0 1-16,0 0 4 15,0 0 0-15,58 0-6 16,35 0 0-16,38 0 35 15,30 0-24-15,18 0-6 16,30 0-4-16,12 0 7 16,7-2-9-16,6-6-3 15,-7 0 1-15,7-3-1 16,0-1 1-16,-12 1 0 16,-27-1-1-16,-35 4 0 0,-47-1-1 15,-36 4 1-15,-39 0 2 16,-22 4-2-16,-6-2 0 15,-10 3 3-15,0 0 2 16,0 0 0-16,0 0 5 16,0 0-3-16,0-3-1 15,0 3-6-15,0 0 0 16,0 0 0-16,0-1 0 16,0 1-9-16,0-4-25 15,0 4-27-15,0 0-53 16,0 0-78-16,0 0-121 15,0 4-128-15</inkml:trace>
  <inkml:trace contextRef="#ctx0" brushRef="#br0" timeOffset="1916.7">25456 4255 604 0,'0'0'191'0,"0"0"-48"0,0 0 5 16,0 0 3-16,0 0-29 16,0 0-32-16,0 0-4 15,-61-19-34-15,61 17-9 0,16-1-28 16,61-1-5-16,45-4 3 16,41 1 3-16,23-8 10 15,3 3-21-15,10-3-1 16,-10 3-2-16,-6 0-1 15,-19 3 3-15,-27 5-3 16,-40-1 7-16,-20 3-8 16,-39 2 4-16,-22-3-4 15,-6 2 1-15,-10 1 2 16,0 0-2-16,0 0 1 0,0 0 2 16,0 0-4-1,0 0-15-15,-16 0-16 0,-10 0-44 16,-9 0-69-1,-10 1-89-15,-10 10-165 0</inkml:trace>
  <inkml:trace contextRef="#ctx0" brushRef="#br0" timeOffset="6515.49">2055 5736 496 0,'0'0'249'0,"0"0"-114"0,0 0-24 16,0 0-1-16,0 0-17 16,0 0-24-16,-7-96-14 15,7 95-4-15,0-2-1 16,0 3 0-16,0 0-17 16,0 0 3-16,0 0-15 0,0 0-1 15,0 0-5-15,0 0-12 16,0 0 6-16,0 0-9 15,0 3 2-15,0 13 1 16,16 5-3-16,10 9 8 16,-4 6-5-16,4 9 11 15,-7 5-11-15,-6 2 10 16,6 2-11-16,-19-5-1 16,7 0 6-16,2-12-2 15,-9 1-5-15,0-10 5 16,10-1-5-16,-10-9-11 15,6-5 11-15,-6-8 1 16,0-2 8-16,0-3-7 16,0 0 1-16,0 0-2 15,0 0 13-15,0-8 16 0,-16-11-27 16,-13-2 10 0,4 2-8-16,2-4-5 0,-2 3 3 15,12 2 1-15,-13 4-3 16,17 1 1-16,9 4-4 15,-7 8 8-15,7-2 5 16,0 3-6-16,0 0-5 16,0 0-1-16,0 4-4 15,0 15 1-15,0 6 3 16,0 6 1-16,16 1-3 16,19-2 3-16,-6-3 1 15,0-5-1-15,3-6-3 0,-16-1 3 16,10-10 0-16,-7-3 0 15,-6-2-1-15,9 0-5 16,-9-11 12-16,19-16 0 16,-6-4-5-16,0-4-1 15,-14 5 10-15,-2 2-10 16,-4 5-10-16,-2 1-26 16,2 4-31-16,0 1-84 15,1 7-142-15,9-4-345 16</inkml:trace>
  <inkml:trace contextRef="#ctx0" brushRef="#br0" timeOffset="7398.3">4180 5805 535 0,'0'0'186'0,"0"0"19"0,0 0-73 0,-42-135 21 0,30 105-35 16,8 6 12-16,-2 6-38 15,6 6-10-15,-10 8-22 16,7 4-14-16,-3 0-23 16,6 0-22-16,0 3-1 15,0 19-5-15,0 11 5 0,9 13 0 16,11 5 1-16,5 11 3 16,-5 1-2-16,-1 1-2 15,3-2-1-15,-9-5 1 16,0-12 1-16,-7-9 0 15,-3-6-2-15,-3-12 2 16,0-4-2-16,0-9 2 16,0-5 2-16,0 0 1 15,0 0-1-15,0 0 10 16,0-3 16-16,-9-12-8 0,-30-7-16 16,11 0-2-1,-5-4-1-15,11 3 2 0,0 6-3 16,6-2 1-16,9 11 6 15,-6 1-6-15,13 4 6 16,0 3-1-16,0 0-7 16,0 0-1-16,0 8-8 15,0 14 3-15,0 2 6 16,0 3 0-16,26 0 0 16,6-4-1-16,-6-2-2 15,3-6-2-15,-1-3 3 16,-2-3 0-16,-7-6 0 15,-6-3-3-15,-3 0 0 16,9 0 5-16,0-7 5 16,-3-16-3-16,3-3 5 0,-6 2-7 15,-6-3-1 1,9 5 0-16,-13-3-21 0,3 5-14 16,-2 3-11-16,5 4-30 15,-9 2-93-15,23 4-133 16,2-1-219-16</inkml:trace>
  <inkml:trace contextRef="#ctx0" brushRef="#br0" timeOffset="8448.75">7059 5747 406 0,'0'0'289'0,"0"0"-94"0,0 0-13 0,0 0-35 0,-48-131-32 0,42 115 5 16,6 5-8-16,-10 4-29 16,7 5-28-16,3 2-26 15,-6 0-13-15,6 0-5 16,0 0-11-16,0 20-4 16,0 14 0-16,0 11-2 15,0 9 11-15,19 4-5 16,-3 4 14-16,-7 1-12 15,14 0-2-15,-17-7-2 16,-6-6 2-16,10-9 2 16,-10-8-2-16,0-4-3 0,0-10 3 15,0-6-1-15,0-8 1 16,0-2 0-16,0-3 4 16,0 0 5-16,0-3 1 15,0-10 5-15,-16-10-13 16,-16-3 7-16,3-1 0 15,0-1-7-15,-6 2 1 16,19 6 6-16,-7-1-5 16,4 3 7-16,3 6-4 15,13 5 4-15,-4 4-5 16,7 3-3-16,0 0-3 16,0 0-1-16,0 0-9 0,0 22 4 15,10 5 6 1,25 0-1-16,4 1 0 0,-1-1-1 15,1 0 2-15,-4-3 4 16,-6-6-4-16,0-9-10 16,-4-5 9-16,-12-2 0 15,3-2-5-15,3 0 11 16,4-14-5-16,-4-13 0 16,7-1 3-16,-4-2-3 15,-9 2 0-15,0 2-1 16,-7 1-16-16,-3 5 7 15,4 6-16-15,-7 7-1 16,0-1-11-16,0 8-40 16,0 0-96-16,0 0-208 15,0 12-504-15</inkml:trace>
  <inkml:trace contextRef="#ctx0" brushRef="#br0" timeOffset="12215.57">9861 5761 286 0,'0'0'183'0,"0"0"-60"0,0 0-3 0,0 0 7 0,0 0 0 16,0 0-36-16,0 0 8 16,-16-112-11-16,16 103 7 15,-9 3 1-15,9 0-38 16,-3 0 5-16,-4 4-19 16,4 2-6-16,0 0-11 15,3 0-12-15,-7 0-10 16,7 0-5-16,0 0-2 15,0 14 0-15,0 11 1 0,0 9 1 16,0 6 0 0,0 10 2-16,0 8 2 0,0 4-1 15,0-3 2-15,0 3-2 16,0-9-3-16,0-6 0 16,0-9 6-16,0-10-12 15,0-4 5-15,0-10 1 16,0-10-1-16,0 0 2 15,0-4 3-15,0 0-2 16,0 0 20-16,-16-7 31 16,-3-10-21-16,0-7-29 15,-10-2 6-15,3 0-9 16,4-1 6-16,-4 0-6 16,7 3-1-16,0 7 1 0,12 0 6 15,-6 7-1 1,4 5 6-16,9 2-1 0,-3 3-1 15,3 0-9-15,0 0-1 16,0 8-8-16,0 14 0 16,0 7-1-16,0 5 10 15,3-1 6-15,19 1-6 16,4-7 0-16,3-4 0 16,0-7-5-16,-4-7-6 15,-12-4 10-15,6-5 1 16,7 0-4-16,3 0 0 15,9-18 2-15,1-8-3 16,6 2-11-16,-7-1-28 16,-3-2-22-16,-3 0-26 15,-6 5-94-15,-16-4-111 0,-1-2-384 16</inkml:trace>
  <inkml:trace contextRef="#ctx0" brushRef="#br0" timeOffset="19383.25">746 8721 500 0,'0'0'232'0,"0"0"-48"0,0 0-2 0,0 0-24 0,0 0-38 15,0 0-30-15,-28-11-14 16,28 11-18-16,0 0-13 15,0 0-23-15,19 0-6 16,58-4-3-16,25 0 7 16,1-4-16-16,12 2 2 15,-22 1-11-15,-29 4 10 16,4-2-10-16,-30 2 5 16,-12 1 0-16,-16 0-2 15,-4 0 2-15,-6 0 2 16,0 0 7-16,0-5-5 15,-6-4 3-15,-30 0-7 0,7-7-8 16,-15 2 8 0,5 3 0-16,1-1 0 0,9 4 0 15,0 3-1-15,10-1 1 16,19 3 0-16,0 3 2 16,0 0 6-16,0 0-3 15,0 0-5-15,0 0-6 16,0 0 5-16,28 0 0 15,21 0 1-15,-11 7 1 16,-12 1 0-16,-7-1-1 16,0 1 0-16,-9 1-2 15,-1 4-1-15,-9 1-1 0,0 8-6 16,0 8-52 0,-19 5-117-16,-19 11-109 0,2 1-259 15</inkml:trace>
  <inkml:trace contextRef="#ctx0" brushRef="#br0" timeOffset="20047.93">791 9975 180 0,'0'0'712'0,"0"0"-487"0,0 0-92 0,0 0-12 0,0 0-45 0,0 0-44 16,-73 16-5-16,140-16-3 15,26-8-1-15,13-3-9 16,-4-1-13-16,-6 3 6 15,-25 0-7-15,-13 0-1 16,-29 3 1-16,3 4 0 16,-20 2 0-16,-12-1 0 15,0 1 8-15,0-7-4 16,0-3 2-16,-16-2-4 16,-22-3-4-16,-1-1 3 15,1 4-1-15,3 0 8 16,15 3 16-16,11 4 11 15,2 1 0-15,7 4-13 0,0 0-3 16,0 0-14-16,0 0-3 16,0 0-2-16,7 0-7 15,35 0 7-15,-7 9 1 16,0 0-1-16,-6 0 0 16,9 5-1-16,-15-1 0 15,-7 5 1-15,-6 3-1 16,-10 6-19-16,0 6-63 15,-23 10-91-15,-31 4-138 16,5 13-401-16</inkml:trace>
  <inkml:trace contextRef="#ctx0" brushRef="#br0" timeOffset="20947.87">852 11682 100 0,'0'0'740'0,"0"0"-546"0,0 0-14 0,0 0-3 15,0 0-38-15,0 0-76 16,-67 0-16-16,67 0-17 16,29 0-19-16,45-6-1 15,31-12 4-15,4 0-2 16,7-3-6-16,-10 3-6 15,3 3 6-15,-10-1-11 16,-25 2 5-16,-23 5 0 16,-22 2 0-16,-16 5 7 0,-13 0-7 15,0-1 0-15,0 2-2 16,0-7 1-16,-20 0-3 16,-28-6 0-16,0 2 2 15,0 3-4-15,3-2 9 16,7 1-3-16,9 7 2 15,3-4 2-15,20 7 2 16,-1 0 11-16,7-2-2 16,0 2-3-16,0 0-12 15,0 0 0-15,10 0-2 16,22 0-1-16,13 0 3 16,0 2 2-16,-3 6-2 0,-17 4-1 15,4-1 0-15,-10 5-4 16,-9 7 2-16,-10 5-23 15,0 11-70-15,-10 2-79 16,-47 7-147-16,-8 3-384 16</inkml:trace>
  <inkml:trace contextRef="#ctx0" brushRef="#br0" timeOffset="21681.89">859 12817 636 0,'0'0'162'0,"0"0"-29"0,0 0 51 0,0 0-22 0,0 0-16 0,0 0-75 16,-186 44-9-16,186-44-38 16,16 0-9-16,54 0-7 15,30 0 4-15,15-9 19 16,4-6-30-16,-14 0 5 15,-12 2-6-15,-16 2-4 0,-28 3 4 16,-24 4 8 0,-2 4-8-16,-17-1 1 0,-6 1-2 15,0-3 6-15,0 0 3 16,-6-5-8-16,-36-4-12 16,-9-2 9-16,-10 1-4 15,13-1 6-15,-7 2 1 16,29 5 0-16,4-1 4 15,12 7 0-15,10-2 7 16,0 3 0-16,0 0-1 16,0 0-4-16,0 0-6 15,10 0 0-15,28 0 0 16,17 0 0-16,-7 9 2 0,-9 4-2 16,-1-1 5-16,-12 3-5 15,-13 7 0-15,-4 5 0 16,-9 5-7-16,0 12-49 15,0 2-75-15,-22 7-104 16,-4 1-84-16,-3 5-157 16</inkml:trace>
  <inkml:trace contextRef="#ctx0" brushRef="#br0" timeOffset="22415.04">868 14158 793 0,'0'0'198'0,"0"0"-57"0,0 0-14 16,0 0-11-16,0 0-43 15,0 0-40-15,-9 7-7 16,76-7 4-16,16-11 6 16,14-4-13-16,-5-2-15 15,1 2-4-15,0 7-4 16,-25-1-1-16,-11 1 1 15,-18 6 2-15,-7 1-1 0,-29 1 2 16,7 0-3-16,-10 0 3 16,0-3-3-16,0 0 7 15,0-5-1-15,-10 1-5 16,-15 0 6-16,-17-7-6 16,-3 3 0-16,-9-4 1 15,12 3 1-15,7 3 1 16,19 2 14-16,3 4 10 15,13 2-2-15,0 1 4 16,0 0-25-16,0 0 4 16,0 0-9-16,0 0-5 15,13 0 5-15,12 0 1 0,17 8 0 16,-10 2-1-16,-3 0 5 16,0 9-5-16,-10 4-4 15,-3 7 1-15,-16 5 2 16,0 8-25-16,0 3-92 15,-16 2-135-15,-13-3-156 16</inkml:trace>
  <inkml:trace contextRef="#ctx0" brushRef="#br0" timeOffset="26881.28">15206 5326 826 0,'0'0'168'0,"0"0"-27"0,0 0-11 0,0 0 9 0,0 0-66 16,0 0-33-16,0 0-16 16,0 0-17-16,109 0 30 15,19 0 25-15,26 0-30 16,10 0-12-16,15 0-15 16,1 0 1-16,-10 0-2 0,-10 0-4 15,-22 4-1 1,-23 0-2-16,-22 2 4 0,-19-3-1 15,-26-3 3-15,-6 0 9 16,-26 0-9-16,-7 0-3 16,-2 0 5-16,-7 0-3 15,0 0 13-15,0 0-14 16,0 0 1-16,-26 0-2 16,-51 0-51-16,-41 10-146 15,-46 12-243-15</inkml:trace>
  <inkml:trace contextRef="#ctx0" brushRef="#br0" timeOffset="27615.43">12410 7140 495 0,'0'0'116'0,"0"0"-61"0,0 0-47 0,0 0-8 16,0 0-24-16,0 0-68 16,0 0-181-16</inkml:trace>
  <inkml:trace contextRef="#ctx0" brushRef="#br0" timeOffset="28481.69">12789 6090 440 0,'0'0'157'0,"0"0"-59"0,0 0 20 0,0 0 30 0,-10-117-45 16,10 96 20-16,0 3-44 0,0 5 21 15,0 0-14-15,0 8-18 16,0 0 1-16,0 1-28 16,0 4-15-16,0 0 3 15,0 0-12-15,0 0-17 16,0 0 9-16,0 0-9 15,0 0 0-15,0 0-3 16,0 0-2-16,0 21-2 16,0 7 5-16,0 8 3 15,0 8-1-15,0 2 2 16,-19 2-2-16,3 3 2 16,6-5-2-16,-9-4-3 15,12-7 3-15,-5-11 0 16,2-6 4-16,10-11-8 0,-10-2 7 15,10-5-7-15,0 0 8 16,0 0-1-16,-3 0-2 16,-10 0 7-16,-9-18-6 15,-1-3 0-15,1 1-2 16,3 1-1-16,6 3 1 16,6 4 2-16,4 5-2 15,-3 4 1-15,6 3-3 16,0 0 2-16,0 0-2 15,0 0-2-15,0 0-5 16,0 0-2-16,26 0 3 16,18 0 1-16,1 0-24 0,16 0-23 15,7 0-44-15,-1 0-82 16,7 0-50-16,-7-10-217 16</inkml:trace>
  <inkml:trace contextRef="#ctx0" brushRef="#br0" timeOffset="55199">1641 8842 514 0,'0'0'66'0,"0"0"-32"0,0 0-12 16,0 0-12-16,0 0-1 15,0 0-7-15,0 0 10 16,0 0-12-16,301 0-7 16,-195 0 7-16,16-1 4 15,-3-6 1-15,6 0-10 16,16 5 11-16,13-3-12 16,19-2 6-16,29-6 0 15,3 1 0-15,19-4-4 16,-9 3-13-16,13 2-20 15,-4-4 31-15,1 3 1 16,-17-4-5-16,7-1 9 0,-26 4 1 16,0 2 1-16,-3 2 14 15,3 2-4-15,-9-2 19 16,6 4-4-16,-4-1-17 16,-2-3 2-16,0 2 53 15,-4-3-23-15,0 3 17 16,-6-1-44-16,-10-4 16 15,4 5-19-15,-4-3 50 16,-12 3-34-16,12-3 20 16,-3 4-17-16,-9 2 1 15,-7-1-5-15,-23 3-11 16,-2-2-15-16,-17 1 12 0,-3 3-4 16,-9-3-5-16,-4 3 3 15,-9 0 5-15,-7 0 7 16,-9 0 11-16,-3 0-10 15,-7 0 6-15,-3-5-15 16,9 1 49-16,-12 0-21 16,-4 0-16-16,-12 0-1 15,3 4-2-15,-10 0-11 16,0 0-2-16,-12 0 3 16,-4 0 11-16,-3 0-5 15,0 0 9-15,0 0 4 16,0 0 0-16,0 0-9 15,0 0-7-15,0 0-9 0,-10-3-3 16,-35 3-10-16,-28 0-143 16,-36 0-122-16,-23 3-351 15</inkml:trace>
  <inkml:trace contextRef="#ctx0" brushRef="#br0" timeOffset="56231.07">2240 10395 674 0,'0'0'185'0,"0"0"-20"16,0 0-18-16,0 0-38 0,0 0-11 15,0 0-27-15,-25-6-49 16,25 3 13-16,38-1-11 16,26-4 4-16,39-3 14 15,12-2-26-15,10 7 6 16,17-5-5-16,5 6-4 15,10 3 2-15,-6-3-2 16,6 5-5-16,3 0 0 16,13 0-7-16,26 0 3 0,19 0 8 15,-6-2-11-15,-10 2 0 16,-7 0-2-16,-6 0 2 16,-12 0 2-16,2 0 3 15,4-2 0-15,-7-2-5 16,4-3 3-16,-4-3 4 15,-3 1-8-15,1 4 7 16,-14 1-4-16,-9 4-2 16,-1 0-1-16,-5-3 1 15,-4 3-1-15,6-5 1 0,-12 0-1 16,-1-2 3 0,-9-3-2-16,-9 1 2 0,-4 6-2 15,-35-2-1-15,-29 2 0 16,-9 3 0-16,-39-1 2 15,0 1 0 1,0 0-2-16,0 0-4 0,0 0 4 16,-13 0-8-16,-35 4-44 15,-33 16-88-15,14 4-213 16,35-5-354-16</inkml:trace>
  <inkml:trace contextRef="#ctx0" brushRef="#br0" timeOffset="56948.5">12978 8733 862 0,'0'0'225'0,"0"0"-87"0,0 0-26 0,0 0-5 0,0 0-73 15,0 0-34-15,45-35-4 16,-29 35-5-16,-10 2-54 16,10 20-105-16,-6 13-176 15</inkml:trace>
  <inkml:trace contextRef="#ctx0" brushRef="#br0" timeOffset="57265.02">13183 10350 831 0,'0'0'284'16,"0"0"-129"-16,0 0-26 15,0 0-36-15,0 0-65 16,0 0-27-16,19-18-2 0,-19 18 0 16,0 0-49-16,10 8-132 15,-10 12-20-15,0 9-216 16</inkml:trace>
  <inkml:trace contextRef="#ctx0" brushRef="#br0" timeOffset="57481.65">13071 11319 667 0,'0'0'276'0,"0"0"-172"0,0 0-8 16,0 0-51 0,0 0-43-16,0 0-2 0,0 39 0 15,0-12-50-15,19 11-97 16,0 13-85-16,-3 13-161 16</inkml:trace>
  <inkml:trace contextRef="#ctx0" brushRef="#br0" timeOffset="57664.54">13353 12852 600 0,'0'0'96'15,"0"0"-73"-15,0 114 50 16,0-68-73-16,13-1-15 15,-7 10-134-15</inkml:trace>
  <inkml:trace contextRef="#ctx0" brushRef="#br0" timeOffset="64181.56">13295 8742 476 0,'0'0'190'0,"0"0"-11"0,0 0-3 15,0 0-58-15,0 0-21 16,0 0-4-16,0 0 15 0,-179 61-16 16,163-53-13-16,6-2-19 15,3-3-17-15,7-1-1 16,0-2 1-16,0 0-8 15,0 0-2-15,55 0 2 16,38-2-13-16,42-15 12 16,6-2-24-16,0-2-1 15,-23-1-9-15,1 3 2 16,-23 2-2-16,-28 3 2 16,-11 2-1-16,-21 6-1 15,-24 1 1-15,-2 4-1 16,-10-2-6-16,0 3-16 0,0 0-50 15,0 0-97-15,0 0-188 16,-22 0-344 0</inkml:trace>
  <inkml:trace contextRef="#ctx0" brushRef="#br0" timeOffset="65132.45">12849 10409 585 0,'0'0'347'0,"0"0"-166"0,0 0-49 0,0 0 4 16,0 0-17-16,0 0-39 15,0 0-30-15,-12-2-7 16,76-7-12-16,19-4 2 16,4-4-8-16,9 2-19 15,3 2-6-15,-12-1-4 16,9 7 4-16,-22 7-1 16,-17 0-22-16,-18 2-122 0,-23 23-239 15,-16 0-424-15</inkml:trace>
  <inkml:trace contextRef="#ctx0" brushRef="#br0" timeOffset="77831.4">24696 5296 828 0,'0'0'125'0,"0"0"3"0,0 0-28 0,0 0 16 16,0 0-19-16,0 0-31 16,0 0-19-16,-234 26-8 15,234-26 3-15,0 1-18 16,0-1-10-16,48 3-4 16,77-3 0-16,51 0 24 15,71-3-8-15,45-16-18 16,35-5 3-16,29-1 0 15,-7 7-3-15,-2-1-5 16,-33 7 0-16,-22 7 1 16,-33 2-2-16,-31 3 2 0,-20 0-4 15,-41 0 0-15,-42 0 3 16,-51 0 3-16,-33 0 8 16,-28 0-8-16,-13 0 2 15,0 0 21-15,0 0-5 16,0 0-17-16,0 0 5 15,0 0-6-15,0 0-7 16,-6 0 1-16,-17 0-46 16,-9 0-79-16,4 0-94 15,5 3-163-15</inkml:trace>
  <inkml:trace contextRef="#ctx0" brushRef="#br0" timeOffset="79481.33">18463 9244 801 0,'0'0'181'0,"0"0"-58"0,0 0-13 0,0 0-30 0,0 0-53 16,0 0-19-16,0 0-7 15,209 11 49-15,-20-11 14 16,32 0-23-16,26 0-24 16,25 0-4-16,1-6 7 15,-10-2-5-15,-29 1 8 16,-55 5-16-16,-47-1 11 16,-45 3-6-16,-33 0 2 15,-22 0-11-15,-19 0 10 0,-13 0-3 16,0 0 10-16,0 0-15 15,0-1 3-15,0 1-6 16,0 0 2-16,0 0-4 16,-13 0-1-16,-35 0-4 15,-3 12-43-15,15-1-88 16,24-4-151-16,12-7-270 16</inkml:trace>
  <inkml:trace contextRef="#ctx0" brushRef="#br0" timeOffset="80753.42">24943 9213 538 0,'0'0'97'0,"0"0"104"0,0 0-60 15,-285 0 8-15,233 1-21 0,20 4-60 16,6-2-3-16,20-1 15 16,-7 0-38-16,13 0-15 15,29-2 1-15,83 0 15 16,74 0-9-16,52-6-13 16,56-15-17-16,24-2-5 15,9 4 1-15,-6-1 0 16,-20 2 2-16,-38 8 0 15,-45 0-2-15,-48 2 2 16,-42 2-4-16,-48 4 7 16,-35 1-5-16,-26-2 0 0,-12 2-6 15,-7-2 6-15,0 3 0 16,0-2-2-16,-13 1-21 16,-58 1-66-16,-31 0-121 15,-7-8-192-15</inkml:trace>
  <inkml:trace contextRef="#ctx0" brushRef="#br0" timeOffset="84718.89">22045 11433 590 0,'0'0'126'0,"0"0"17"0,0 0-35 0,0 0 3 15,0 0 7-15,0 0-39 16,0 0-26-16,-196 12-15 16,196-12-1-16,0 0-11 15,19 3 5-15,55-3 28 16,61 0 6-16,31 0-16 15,33 0-20-15,16-15-16 16,3 3 1-16,-13 3-11 16,0-3 3-16,-25 6 5 15,3 1-7-15,-36 1 2 16,4 4-5-16,-20 0-1 16,-28 0 6-16,-36 0-4 15,-19 0-2-15,-29 0 9 0,-9 0 0 16,-10 0 2-16,0 0-1 15,0 0 5-15,0 0-5 16,0 0-9-16,-10 0-1 16,-44 0-8-16,-33 0-14 15,-9 9-87-15,0 9-140 16,13-9-176-16</inkml:trace>
  <inkml:trace contextRef="#ctx0" brushRef="#br0" timeOffset="90098.28">21801 12493 616 0,'0'0'176'0,"0"0"-18"0,0 0 4 0,0 0-13 0,0 0-53 15,0 0 6-15,0 0-33 16,-148 0-21-16,148 0-12 16,0 0-11-16,0 2-16 15,65 1 10-15,37-1 1 16,65-2 5-16,22 0-6 15,10 0-4-15,19 0-14 16,-3 0 9-16,3 0 9 16,-4 0-13-16,8 5-5 15,-20 8 5-15,3-1-3 16,-16 1 2-16,-19 1-2 16,-19-1-3-16,-20-4-7 15,-25 1 7-15,-23-1 9 16,-15-1-2-16,-33-3-6 0,-6-4 11 15,-13-1-10-15,-16 0-2 16,0 0 5-16,0 0 3 16,0 0-8-16,0 0-10 15,-23 8-38-15,-38 0-133 16,-32 0-244-16</inkml:trace>
  <inkml:trace contextRef="#ctx0" brushRef="#br0" timeOffset="102115.16">22618 13758 485 0,'0'0'104'0,"0"0"-7"0,0 0 54 16,0 0-14-16,0 0-5 15,0 0-6-15,-259-75-7 0,246 70-5 16,3 5-5-16,1 0-38 16,9 0-23-16,0 0-28 15,0 0-8-15,0 0 7 16,67 0-1-16,55 0 5 15,64 0 10-15,35 0-20 16,35-12-2-16,30-5 2 16,25-3 4-16,19-1 3 15,-13 1-6-15,-12 8-14 16,-42 2 3-16,-19 1-7 16,-30 1 7-16,-31 4-3 15,-29-4 0-15,-35 2-1 0,-46 2 1 16,-28-1 0-1,-22 1 0-15,-17 1 3 16,-6 3-3-16,0-1-1 0,0-3-2 16,0 4 3-16,-6 0-49 15,-42 0-27-15,-29 17-72 16,-7 9-133-16,17-3-97 16</inkml:trace>
  <inkml:trace contextRef="#ctx0" brushRef="#br0" timeOffset="102598.31">19675 15258 1202 0,'0'0'142'0,"0"0"-41"0,0 0-4 0,0 0 44 0,0 0-75 0,0 0-39 15,199 0-8-15,-16 0 2 16,16-2-14-16,9 2 2 15,-6 0-9-15,-10 0-3 16,-19 2 3-16,-15 5 1 16,-21-2-1-16,-21 0-11 15,-30-4-19-15,-9 2-58 16,-38-2-139-16,-30 2-181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22:57.9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2083 5595 579 0,'0'0'205'0,"0"0"-18"0,0 0-5 0,0 0-34 16,0 0 11-16,20-125-46 15,-20 121-47-15,0 0-5 16,0 4-11-16,0 0-20 16,0 0-20-16,0 3-10 15,0 22-1-15,0 12-6 16,0 21 7-16,6 4 6 16,-6 9 0-16,3-2 3 15,7-3-9-15,-10-4 0 16,0-12 3-16,0-4-3 15,0-12 0-15,0-11 1 16,0-13 4-16,0-6-5 0,0-4 2 16,0 0 1-16,0 0 2 15,0-10 22-15,0-16-24 16,-19-6 2-16,-4 0-4 16,-2 2-1-16,18 8 0 15,-12 7 1-15,6 7-1 16,13 4-2-16,0 4 2 15,0 0 0-15,0 0-7 16,0 1 0-16,0 18-7 16,13 4 14-16,13 0 0 15,9-5-9-15,-3-5 9 16,-3-7 6-16,9-3-6 0,-6-3-6 16,0 0 6-16,7-3 0 15,-1-16-17-15,-2 1-29 16,2-1-75-16,-9 3-213 15,-13 1-246-15</inkml:trace>
  <inkml:trace contextRef="#ctx0" brushRef="#br0" timeOffset="731.45">4421 5647 869 0,'0'0'266'0,"0"0"-92"0,0 0-13 0,0 0-20 0,0 0-69 15,0 0-58-15,0 0-14 16,-36-8 0-16,56 62 0 16,8 9 9-16,1 3 2 15,0 4-1-15,-3-5-6 16,-17-8 0-16,4-13 0 16,-13-9-4-16,0-16 1 15,0-7-4-15,0-5 6 16,0-7-1-16,0 0 10 0,-9-15 8 15,-30-16-16 1,1-4 1-16,6-1-5 0,9 1 3 16,4 11 2-16,16 11 0 15,0 6 6-15,3 7 6 16,0 0-17-16,0 11-9 16,0 12-4-16,0 5 13 15,12 3 0-15,11-5 0 16,-4-3-1-16,7-7 1 15,3-9 0-15,-10-3-2 16,6-4 2-16,11 0 2 16,-4-4 3-16,16-18-1 15,-3-6-4-15,-4-4-2 16,-15 2-4-16,3 3-50 0,-10 8-56 16,7 3-110-16,-17 11-182 15,11 3-587-15</inkml:trace>
  <inkml:trace contextRef="#ctx0" brushRef="#br0" timeOffset="1398.07">7053 5600 924 0,'0'0'281'0,"0"0"-66"0,0 0-74 16,0 0-21-16,0 0-73 15,0 0-40-15,0-20-5 16,0 74-2-16,6 10 5 16,4 10 11-16,-10-1-6 0,0 3-2 15,0-10-5-15,0-11-1 16,0-12 1-16,0-16-3 15,0-12-1-15,0-7 0 16,0-8 1-16,0 0 8 16,-10 0 3-16,-9-19 7 15,-10-12-18-15,-3-4 0 16,0-1 0-16,3 4 0 16,23 7 0-16,-7 11 4 15,13 9-4-15,0 5 1 16,0 0-4-16,0 0-2 0,0 23-15 15,0 8 19 1,13 5 1-16,19-2-1 0,-3-7 1 16,3-8-2-16,3-7 2 15,-6-6-2-15,9-6 5 16,-9 0-2-16,6 0 1 16,14-10 3-16,-5-13 3 15,1-5-8-15,-13 1 0 16,7 3-2-16,-23-1-20 15,-7 13-49-15,-9 4-90 16,0 1-223-16,0 2-685 16</inkml:trace>
  <inkml:trace contextRef="#ctx0" brushRef="#br0" timeOffset="8165.01">6242 4275 562 0,'0'0'109'0,"0"0"58"0,0 0-45 0,0 0-11 15,0 0 0-15,0 0-33 16,0 0 0-16,-84-12 4 15,84 12-18-15,0 0-35 16,0 0-4-16,0 0-1 16,48 0-8-16,45-8 6 15,29 3-2-15,26-4 1 16,6-2-8-16,3-1-2 16,16 1-7-16,-6 1 2 15,18 2-1-15,1-1-4 16,-12 2-1-16,-4 3 2 15,15 0-1-15,-8 3 6 0,-4-2-7 16,16 2 2 0,-13-1-5-16,-12-1 3 0,-17 1-1 15,-6 2 2-15,-6-3-1 16,-13 3 0-16,6 0 1 16,-12 0-1-16,-11 0 1 15,-2 0-1-15,-4 0 2 16,-12 0-1-16,9 0 1 15,-3 0 0-15,13 0 4 16,-23 0 0-16,-9-1-6 16,-7-5 10-16,-28 4 14 15,-14-2-13-15,-15 1-2 16,0 3 4-16,-10 0-3 0,0 0 1 16,0 0 4-1,0 0-10-15,0 0 0 0,0 0-4 16,0 0-1-1,-10 0-7-15,-16 0-46 0,-22 0-44 16,-9 4-117-16,-7 18-106 16,22-6-226-16</inkml:trace>
  <inkml:trace contextRef="#ctx0" brushRef="#br0" timeOffset="9049.32">15424 4371 812 0,'0'0'194'0,"0"0"-62"0,0 0-23 0,0 0 48 15,0 0-74-15,0 0-20 16,-39-10-35-16,49 8 28 0,73-1-33 16,59-2 18-1,37-3-8-15,42-4-13 0,-9 4-5 16,3 1-9-16,-26 3 1 15,0 3-7-15,-29 1 0 16,-12 0 1-16,-14 0-1 16,-18 0 3-16,-14 0 2 15,-18-3-4-15,-20-1 2 16,-26-1 2-16,1 2 2 16,-23 0 7-16,-6-1-8 15,-10-3 8-15,0 6-13 16,0-3-1-16,0 2 0 15,0-3-1-15,0 1-5 16,3 1-19-16,16 1-18 0,-9 2-50 16,15 0-138-16,14 0-182 15,9 0-371-15</inkml:trace>
  <inkml:trace contextRef="#ctx0" brushRef="#br0" timeOffset="9981.69">21576 4359 886 0,'0'0'181'0,"0"0"-53"0,0 0-21 0,0 0 40 16,0 0-50-16,0 0-31 15,-32-15-30-15,32 15-14 16,0 0-5-16,0 0 7 15,39 0-13-15,47 0 12 16,46 0 0-16,28 0-7 0,26 0-4 16,13-9-7-16,-10 5 4 15,0 0-4-15,-12 1-3 16,-24 3 3-16,-2 0-1 16,-23 0 2-16,-15 0-2 15,-27 0 6-15,-12 0-3 16,-26 0 4-16,-6 0-3 15,-17 0 0-15,-9 0 4 16,-9 0-6-16,-7 0-5 16,0 0 4-16,0 0-5 15,0 0 0-15,0 0-1 16,0 0-3-16,0 0-5 16,0 0-27-16,-16 0-55 15,-29 0-57-15,-10 0-177 16,7 0-247-16</inkml:trace>
  <inkml:trace contextRef="#ctx0" brushRef="#br0" timeOffset="11868.73">7239 5367 853 0,'0'0'164'0,"0"0"-68"0,0 0-35 0,0 0 50 0,0 0 8 0,0 0-42 15,-39 0-21-15,52 0-30 16,51 0-2-16,39 5 20 15,28 2-16-15,20-4-12 16,12 0-14-16,4 1 13 16,-3 3-14-16,-7-2 1 15,-16 5 2-15,-10-2-6 16,-22 0 2-16,-32-2 0 16,-19-1 0-16,-23-4-15 15,-19 2-10-15,-9 1-38 0,-7 1-123 16,0 2-178-16,-20-5-629 15</inkml:trace>
  <inkml:trace contextRef="#ctx0" brushRef="#br0" timeOffset="19398.39">10243 5786 631 0,'0'0'83'0,"0"0"58"0,0 0-21 0,0 0-30 16,0 0-32-16,0 0-13 15,0 0 1-15,-141-111 5 0,141 111-37 16,0 0 19-1,0 0-33-15,0 0 0 16,0 1-5-16,0 21 4 0,0 13 1 16,0 10 0-16,0 14 3 15,0 7-3-15,-7 4 6 16,-9-2 2-16,-3-9-3 16,0-11 1-16,12-8 1 15,-2-14-2-15,9-11-4 16,-3-5 1-16,3-10 1 15,-7 0 24-15,1 0 49 16,-17 0-14-16,1-11-19 16,-13-7-40-16,6-3-1 15,0-2 0-15,-6 1 3 16,12-1 6-16,-12 7-11 0,16 4 0 16,12 4 3-16,7 4 5 15,0 4-4-15,0 0-4 16,0 0 0-16,0 0-9 15,0 0-7-15,7 18 16 16,22 0-3-16,6 1 11 16,3 1-16-16,-6-8 15 15,4 0-8-15,2-7 1 16,-3-5-12-16,4 0 12 16,25 0 6-16,-3-14 5 15,9-13 5-15,-2-1-16 16,-10-7-4-16,15 0 3 15,-5 3-87-15,-4 0-181 0,-13 5-131 16</inkml:trace>
  <inkml:trace contextRef="#ctx0" brushRef="#br0" timeOffset="21281.53">2346 7950 706 0,'0'0'244'0,"0"0"-129"0,0 0-20 0,0 0-5 0,0 0-40 16,0 0-7-16,0 0 6 16,84 0 27-16,-7-15-28 15,6-3-18-15,13-3-21 16,-3 3 3-16,-10 5-12 16,-9-1-1-16,-16 2 1 15,-16 1 2-15,-7 4-2 16,0 2-2-16,-9 1 2 15,-10 4-28-15,13 0-128 16,-23 0-130-16,13 0-337 0</inkml:trace>
  <inkml:trace contextRef="#ctx0" brushRef="#br0" timeOffset="22547.69">22721 7578 847 0,'0'0'208'0,"0"0"-94"16,0 0-6-16,0 0 26 0,0 0-55 15,0 0-29-15,0 0-31 16,-32 9 16-16,112-9 20 16,36 0-17-16,37-3-8 15,14-10-15-15,35-6 3 16,16 6-7-16,26-4-3 15,6 5 1-15,-6 4-9 0,-4-4 4 16,-19 2-9-16,-19 1 4 16,-29 2 0-16,-32 1 1 15,-48 4 2-15,-22-2-2 16,-39 1 0-16,-16 2 3 16,-6-3 0-16,-10 1 5 15,0 2 15-15,0-2-12 16,0-2 1-16,0 2-1 15,0-1-11-15,-7 0-2 16,-18-3-6-16,-14 6-43 16,-3 1-81-16,-2 0-151 15,-5 0-295-15</inkml:trace>
  <inkml:trace contextRef="#ctx0" brushRef="#br0" timeOffset="25081.96">17774 9399 125 0,'0'0'546'0,"0"0"-353"0,0 0-45 0,0 0-37 0,0 0-19 15,0 0-33-15,-26 12 24 16,23-12-23-16,3 0-21 0,0 0 6 16,0 0-10-16,0 0-4 15,0 0 8-15,0 0-15 16,0 0-12-16,3 0 18 15,33 0-8-15,18 0 6 16,7 0-18-16,-6 0-1 16,12-3-2-16,-3 2-6 15,10-3-1-15,-7 3 2 16,7-2 1-16,-16 0 0 16,6-2-2-16,-13-2-1 15,-6-1 0-15,0 4 9 16,-16 3-9-16,-7 1-7 15,-9-3 7-15,-10 3-1 0,-3 0 2 16,0 0-2-16,0 0 3 16,0 0-4-16,0 0 1 15,0 0-25-15,0 0-39 16,-3 0-136-16,-39 0-224 16</inkml:trace>
  <inkml:trace contextRef="#ctx0" brushRef="#br0" timeOffset="27631.85">1894 8986 620 0,'0'0'241'0,"0"0"-36"16,0 0-50-16,0 0-18 0,0 0-28 16,0 0-25-16,0 0-23 15,-32 5-21-15,32-2-3 16,0-1-11-16,-6-2-8 15,6 1-5-15,0-1 5 16,0 0-13-16,6 0-3 16,36 0 8-16,35 0 8 15,6 0-5-15,10-8-12 16,13-4 10-16,-13 4-10 0,0-1 1 16,-19 3-2-1,-7-2 2-15,-3 0-2 0,-9 7 1 16,-11-2-1-16,-2 3 1 15,-10 0-1-15,-6 0 1 16,-7 0-2-16,-9 0 8 16,-10 0-15-16,0 0 9 15,0 0-1-15,0 0 0 16,0 0 8-16,0 0-4 16,0 0-3-16,0 0-1 15,0 0-19-15,-10-1-41 16,-16 1-52-16,-6 0-148 0,-3-2-228 15</inkml:trace>
  <inkml:trace contextRef="#ctx0" brushRef="#br0" timeOffset="28731.18">2074 11583 730 0,'0'0'289'0,"0"0"-94"0,0 0-24 0,0 0-46 0,0 0-18 15,0 0-41-15,-84 0-3 16,84 0-29-16,0 0 5 16,0 0-2-16,0 0-20 15,0 0-11-15,0 0 0 16,7 0-6-16,44 0 0 0,13 0 1 16,20-4 6-16,5-4-7 15,4 0-3-15,-13-2 2 16,7 1 2-16,-13 1-1 15,-7 4 5-15,-28 1-5 16,-4 0-3-16,-16 3 2 16,-3 0 2-16,-6 0 1 15,-10 0-2-15,0 0-14 16,3 0-11-16,-3 0-17 16,0 0-19-16,0 0-60 15,0 10-84-15,0 7-99 16,0 1-244-16</inkml:trace>
  <inkml:trace contextRef="#ctx0" brushRef="#br0" timeOffset="29531.36">2006 13177 680 0,'0'0'231'0,"0"0"-67"0,0 0-10 0,0 0 21 16,0 0-65 0,0 0-27-16,-51 0-21 0,51 0-21 15,0 2-12-15,0-2-21 16,0 3-2-16,0-3-3 15,26 0 2-15,41 0-5 16,29-9 0-16,10-5 4 16,0 1-4-16,9-1 0 15,-15 5 5-15,-7 2-4 16,-16 4-2-16,-23 3 2 16,-15 0 4-16,-20 0-5 15,-10 0 0-15,-9 0-1 0,0 0 0 16,0 0-2-1,0 0-5-15,0 0-55 0,0 10-32 16,0 1-34-16,0 1-113 16,0-6-140-16</inkml:trace>
  <inkml:trace contextRef="#ctx0" brushRef="#br0" timeOffset="30581.81">2048 17351 789 0,'0'0'206'0,"0"0"-55"0,0 0 13 0,0 0 33 15,0 0-91-15,0 0-39 16,-106 3-25-16,106-3-2 16,0 0-32-16,16-10-1 15,42-12-1-15,35 0-1 16,3-1 6-16,7 8-5 0,-7 4-3 16,-3 6-3-16,0 1 3 15,-10 3 1-15,-15 1-4 16,-4 0 0-16,-16 0 1 15,-19 0-1-15,0 0-2 16,-20 0 1-16,-9 0-1 16,0 0-4-16,0 0-18 15,0 0-37-15,0 1-70 16,0 16-115-16,0 1-40 16,0 5-264-16</inkml:trace>
  <inkml:trace contextRef="#ctx0" brushRef="#br0" timeOffset="31263.18">2006 18654 824 0,'0'0'174'0,"0"0"-34"0,0 0 44 0,0 0-21 0,0 0-66 16,0 0-14-16,-118-44-41 16,118 43 1-16,0 1-33 15,0-4-2-15,16-1-6 16,35 0 10-16,10 0 4 15,13 1-3-15,6 1-7 16,0 2 1-16,7-2-4 16,2 3 0-16,-2 0 3 15,-20 0-6-15,-9 0 1 16,-10 0-1-16,-9 0 0 0,-11 0 0 16,-12 0 0-16,10 0-3 15,-16 0 0-15,-1 0-24 16,4 0-19-16,-6 0-44 15,-4 0-86-15,-3 0-126 16,0 0-356-16</inkml:trace>
  <inkml:trace contextRef="#ctx0" brushRef="#br0" timeOffset="54881.46">9195 9026 549 0,'0'0'223'0,"0"0"-23"0,0 0-61 0,0 0-31 15,0 0-29-15,0 0 6 0,0 0-27 16,0 0 12-16,-142 14-2 15,142-11-17-15,0-3-2 16,0 2-21-16,-6-2 8 16,6 0-16-16,0 0 11 15,0 3-9-15,0-3-10 16,0 0-7-16,0 0 9 16,0 0-14-16,35 5-2 15,23-4 2-15,16 2 4 16,19-2-1-16,3-1-2 15,-3 0 3-15,3 0-2 16,-6 0 0-16,-29 0-2 16,-7 0 1-16,-6 0-1 0,-19 0 0 15,-10 0 3-15,-12 0-3 16,-7 0 0-16,0 0 1 16,0 0 1-16,0 0 0 15,0 0-2-15,0 0-17 16,-7 0-36-16,-25 0-62 15,-9 0-201-15,-11 5-290 16</inkml:trace>
  <inkml:trace contextRef="#ctx0" brushRef="#br0" timeOffset="56398.21">9053 11599 577 0,'0'0'237'0,"0"0"-66"0,0 0-14 0,0 0-25 16,0 0-22-16,0 0-15 15,-186 25-24-15,183-21-11 16,3-4-22-16,0 3-10 15,0-1-11-15,0 2-14 16,42 0 16-16,9 4 1 16,13-6-8-16,-12-2-5 0,21 0-1 15,-5 0-3-15,5 0-3 16,-15-2-4-16,10-6 4 16,-24 4 0-16,-5 0 5 15,-13-1-10-15,-10 3 3 16,-10 0-4-16,-6 0-33 15,0 2-47-15,0 0-75 16,0 0-134-16,0 0-205 16</inkml:trace>
  <inkml:trace contextRef="#ctx0" brushRef="#br0" timeOffset="57580.89">8867 13116 473 0,'0'0'175'0,"0"0"28"0,0 0-53 15,0 0-4-15,0 0-6 16,0 0-37-16,-28-4 1 15,24 4-17-15,4 0-25 16,0 0-11-16,0 0-18 0,0 0-12 16,4 0-12-1,50 0-1-15,20 0 19 16,12 0-20-16,17 0-5 16,22 0 1-16,-3 0-3 0,6 0 0 15,-12 0 0-15,-11 0 3 16,-24-4-3-16,-14 3 0 15,-29-2 3-15,-9 3-3 16,-19 0-2-16,-10 0 1 16,0 0 0-16,0 0-11 15,0 0-27-15,0 0-37 16,-16 0-34-16,-16 12-107 0,3 6-78 16,13 0-275-1</inkml:trace>
  <inkml:trace contextRef="#ctx0" brushRef="#br0" timeOffset="59231.07">9672 17263 157 0,'0'0'487'0,"0"0"-281"0,0 0-52 0,0 0-16 16,0 0 7-16,0 0-39 16,-102 45-31-16,102-45 2 0,0 0-12 15,0 0-17-15,0-3-24 16,16-9-5-16,16-8-6 15,16-3-3-15,0-3-6 16,-3 6-5-16,3-1 1 16,-10-1-1-16,-2 11 1 15,-17-1 0-15,-10 7-4 16,-9 2-28-16,0 3-49 16,0 0-132-16,0 0-85 15,0 9-166-15</inkml:trace>
  <inkml:trace contextRef="#ctx0" brushRef="#br0" timeOffset="59831.53">9403 18841 429 0,'0'0'670'0,"0"0"-517"0,0 0-62 0,0 0 70 16,0 0-80-16,0 0-62 15,35-4 0-15,13-14 11 16,7-2 1-16,-4-10-20 16,-6-1-2-16,22-4-5 15,-19-1-4-15,13 1-45 16,0 1-103-16,-6 0-175 16,-7 10-224-16</inkml:trace>
  <inkml:trace contextRef="#ctx0" brushRef="#br0" timeOffset="62483.58">17944 9465 210 0,'0'0'348'0,"0"0"-167"0,0 0-15 0,0 0-27 0,0 0-17 16,0 0-32-16,0 0 34 15,-199 0-9-15,193 0-24 16,6 0-19-16,0 0-21 16,0 0-14-16,0 0-18 15,0 0 4-15,0 0-15 16,35 0 0-16,42 0-7 16,16 0 3-16,38-4 5 15,1-3-8-15,2 0 6 16,-12-2-5-16,-3 1-2 15,-23 3 1-15,-19 3-2 0,-32 2 2 16,-7 0-1 0,-28 0 3-16,0 0-1 0,-10 0-4 15,0 0-2-15,0 0 4 16,0 0 0-16,0 0-6 16,-39 0-35-16,-9 7-29 15,-3 15-135-15,3-5-147 16,16 5-339-16</inkml:trace>
  <inkml:trace contextRef="#ctx0" brushRef="#br0" timeOffset="63631.54">18133 11307 551 0,'0'0'408'0,"0"0"-189"16,0 0-61-16,0 0 21 0,0 0-53 15,0 0-57-15,-48 0-23 0,48 0-6 16,0 0-12-16,0 0 1 16,35 0-11-16,33 0-5 15,25 0 12-15,3-2-7 16,19-3-11-16,4-3 0 16,-7 0 5-16,-9 4-9 15,-17 3 9-15,-12 1-10 16,-32 0-2-16,-7 0 1 15,-26 0 0-15,1 0-1 16,3 0 0-16,-13 0 0 16,0 0 1-16,0 0-1 15,0 0 3-15,0 0 4 0,0 0-6 16,0 0 13-16,-23 0-10 16,-15 0 2-16,-26 0-1 15,-19 0-5-15,-14 0 0 16,-15 5 1-16,-3 7 1 15,-10-1-4-15,0-2 2 16,16 2 0-16,19-6 0 16,23 1 0-16,22-2 0 15,25-3 0-15,17 2 1 16,3-3-2-16,0 0-2 16,0 0 1-16,0 0-2 15,0 0-2-15,35 0-5 16,17 0 11-16,41 0-5 15,13 0 10-15,6 0-4 16,19-4 1-16,-9-6-2 0,0 1 0 16,-13 2 0-1,-29 2 2-15,-16 1 0 0,-22 4-2 16,-33 0-2-16,-2 0 1 16,-7 0-6-16,0 0 6 15,0 0-17-15,0 0-38 16,-10 0-27-16,-38 0-30 15,-26 0-117-15,-28 0-216 16</inkml:trace>
  <inkml:trace contextRef="#ctx0" brushRef="#br0" timeOffset="65550.17">21387 11319 772 0,'0'0'223'0,"0"0"-55"0,0 0-25 15,0 0 27-15,0 0-63 16,0 0-28-16,-48-3-12 15,48-2-8-15,0 4-10 0,0-5-12 16,39-5-16 0,50 1-13-16,27-4 2 0,28-3-1 15,4 3-8-15,-7 1 6 16,-16 3-4-16,-23 6-6 16,-25 4 7-16,-32 0-4 15,-16 0 0-15,-13 0-5 16,-16 0 5-16,0 0 5 15,0 0-5-15,0 0-9 16,-3 0-1-16,-55 0-49 16,-25 0-31-16,-42 4-112 15,-26 15-177-15,-9 0-365 0</inkml:trace>
  <inkml:trace contextRef="#ctx0" brushRef="#br0" timeOffset="75597.83">25472 9504 689 0,'0'0'265'0,"0"0"-68"0,0 0-47 0,0 0 14 0,0 0-36 16,0 0-50-16,0 0-23 15,-84 4-4-15,84-4-14 16,0 0-17-16,0 0-4 16,52 0 5-16,18 0-1 15,23 0 7-15,20 0-17 16,-11 0-1-16,7 0-8 15,-9 0-1-15,-1 0 0 16,-16 0 0-16,-22 0 7 0,-13-1-7 16,-29 1-5-1,-2 0 3-15,-14 0 0 0,-3 0-18 16,0 0-22-16,0 0-40 16,0 0-68-16,0 0-202 15,-7 0-264-15</inkml:trace>
  <inkml:trace contextRef="#ctx0" brushRef="#br0" timeOffset="77164.98">2170 10323 574 0,'0'0'252'0,"0"0"-83"0,0 0-20 0,0 0-33 16,0 0 15-16,0 0-50 16,-135-2-24-16,135 2-6 15,0 0 6-15,0 0-15 16,0 0-8-16,0 0-14 16,0 0-2-16,0 0-14 15,29 0 0-15,29 0 18 16,9 0 0-16,7-4-9 0,0 0-9 15,-1-4-3 1,-12 5 6-16,-6 2-7 0,-10-4 1 16,-4 3 0-16,7 0-1 15,-6 0 0-15,-3-1 0 16,-1 1 1-16,-9-2 1 16,-3-2-4-16,-14 6 7 15,-8 0-9-15,-4 0 6 16,0 0-4-16,0 0 1 15,0 0-1-15,0 0-23 16,0 0-29-16,0 0-76 16,0 10-156-16,-23 7-147 15</inkml:trace>
  <inkml:trace contextRef="#ctx0" brushRef="#br0" timeOffset="78030.78">2029 14547 755 0,'0'0'276'0,"0"0"-180"0,0 0 25 0,0 0 11 15,0 0-31-15,0 0-44 16,-106 25-20-16,106-25 1 16,0 0-15-16,45 0-19 15,16 0 29-15,19 0-14 16,0-9-11-16,-6 1-6 0,0 0 0 16,-7-1-2-1,-13 3 0-15,-15 2-1 0,-4 1-2 16,-16 1-9-16,-9 2-76 15,-10 0-47-15,0 0-73 16,0 21-25-16,-6 12-119 16</inkml:trace>
  <inkml:trace contextRef="#ctx0" brushRef="#br0" timeOffset="78364.62">1971 15597 547 0,'0'0'344'0,"0"0"-192"15,0 0-7-15,0 0 2 16,0 0-38-16,0 0-47 15,-16 9-5-15,23-9-5 16,41 0 1-16,16 0-13 16,6-10-19-16,1-1-13 15,-7 0 0-15,-13 6-6 0,-9 0-2 16,-10 2-1 0,-10 3-4-16,-9 0-5 0,-3 0-77 15,-10 0-135-15,0 0-111 16,0 0-265-16</inkml:trace>
  <inkml:trace contextRef="#ctx0" brushRef="#br0" timeOffset="79447.69">2535 13830 429 0,'0'0'264'0,"0"0"-110"0,0 0-16 16,0 0-32-16,0 0-28 0,0 0-33 16,-86-71 5-16,70 67-20 15,-7-4 11-15,-5 3 9 16,-8-2-10-16,-2-3-13 15,-7 4 1-15,-3 3-12 0,3 3-3 16,-13 0-7-16,1 0-6 16,-8 0-1-16,8 9 1 15,-1 9 0-15,3 8 0 16,-2 3 0-16,15 5-4 16,-12 4 9-16,-1 9-6 15,1 10 5-15,-14 6-3 16,20 4-1-16,-3 4 0 15,0 4-1-15,22 3 3 16,0 2 1-16,13-1-1 16,6-6 0-16,10-2 16 15,0 1-4-15,0 5-4 0,0 1-8 16,10 4 10 0,15 3-6-16,14-1-3 0,9-4 0 15,7-8-3-15,2-6-2 16,17-3 2-16,-7 1 10 15,17 2-8-15,-7-1 3 16,-4-6-2-16,17-1-1 16,-16-7 4-16,6-3-5 15,0-8-2-15,-6-8-1 16,0-6 2-16,-1-11 5 16,-5-5-5-16,-1-10 0 15,0 0 0-15,7 0 12 16,-7-20-4-16,7-8-2 15,-6-14 4-15,-4-5-1 16,0-10 3-16,3-10-4 0,-9-8 0 16,-13-8 2-16,3-3-6 15,-10-9 3-15,1-3 1 16,-23 2-1-16,-7 2 3 16,-9 7 1-16,0 6 2 15,-19 5 3-15,-29-1 0 16,-16 0 0-16,-13-1-5 15,-16 5-8-15,-6-5 2 16,-17 8-2-16,-15 8-3 16,-10 8-3-16,-10 15-9 15,-13 16-38-15,-2 10-105 16,25 4-238-16,35-9-353 0</inkml:trace>
  <inkml:trace contextRef="#ctx0" brushRef="#br0" timeOffset="80531.66">2308 9832 93 0,'0'0'443'0,"0"0"-354"0,0 0 50 0,0 0-20 16,0 0-15-16,0 0-33 0,-45-139 25 15,22 112-34-15,-12 0 8 16,6 8-24-16,-3 3 34 15,-9 4-30-15,-7 1 3 16,-10-1-12-16,-16 4-20 16,7 5-7-16,-7 3-7 15,7 0 3-15,-7 0-2 16,7 23-7-16,2 8 0 16,-5 5-1-16,3 9 0 15,6 8 2-15,16 2 9 0,13 7-11 16,25 2 8-16,7 8-8 15,0-2 2-15,10 6 3 16,35-6-4-16,13-7-2 16,25-8-5-16,3-3 4 15,-2-12 4-15,22-9-2 16,9-7 4-16,-6-12-2 16,23-12 2-16,9 0 0 15,-7-12-3-15,7-19 2 16,-22-6-2-16,3-7 0 15,-26-5 1-15,-9-1-1 16,-27-7-1-16,-18-1 3 16,-3-3 0-16,-33 2-2 0,4 3 1 15,-10 3 6-15,0 7 10 16,-48-2 17-16,-26 0-5 16,-6-2-9-16,-29-4-8 15,6 5-9-15,-3 1 1 16,-6 11-5-16,9 15-4 15,10 14 3-15,-9 8-24 16,-17 23-95-16,-19 21-172 16,-3 10-274-16</inkml:trace>
  <inkml:trace contextRef="#ctx0" brushRef="#br0" timeOffset="82498.19">9047 10265 615 0,'0'0'284'0,"0"0"-99"0,0 0-33 0,0 0 13 16,0 0-41-16,0 0-45 15,0 0-18-15,-87 5 0 16,87-5-20-16,0 0-7 15,0 0-15-15,0 0-6 16,39 0-12-16,25 0 7 16,42 0 7-16,6 0-8 15,-3 0-6-15,-13 0-1 16,-19 0 2-16,-13-1-5 0,-6-3 2 16,-16 2-13-16,-17 2-28 15,-18 0-72-15,-7 0-138 16,0 0-352-16</inkml:trace>
  <inkml:trace contextRef="#ctx0" brushRef="#br0" timeOffset="85131.84">9752 14428 264 0,'0'0'81'0,"0"0"-29"0,0 0 47 0,0 0-30 15,0 0-23-15,0 0 12 16,0 0 67-16,-275 11-36 15,220-10 18-15,-12-1-12 16,-1 3 8-16,4-1-33 16,16 4 28-16,13-5-5 0,13 2 11 15,6-1-18 1,9-2-22-16,-6 0-12 0,13 0-12 16,0 0-17-1,0 0-2-15,0 0-2 0,0 0-17 16,0 0 2-16,0 0-4 15,26 0-4-15,28 0 4 16,7 0 0-16,23 0 0 16,-1 0-1-16,-3 0 1 15,-6-5-1-15,-7-4 2 16,-6 5-1-16,-13-2 0 16,-25 1 0-16,-7 1-17 15,-7 4-20-15,-9 0-20 16,0 0-49-16,0 0-100 0,0 0-143 15,0 0-141-15</inkml:trace>
  <inkml:trace contextRef="#ctx0" brushRef="#br0" timeOffset="86431.36">8980 15852 168 0,'0'0'489'0,"0"0"-274"0,0 0-65 0,0 0 13 16,0 0-18-16,0 0-21 15,0-2-17-15,0 2-30 16,0 0-12-16,0 0-3 16,0 0-25-16,0 0-17 15,25 0-4-15,17 0-6 16,22 0 7-16,13 0-13 15,6 0-3-15,10 0 0 16,13 0-1-16,-6 0-9 16,-4 0-58-16,-10 2-81 15,-18 7-225-15,-33 2-359 16</inkml:trace>
  <inkml:trace contextRef="#ctx0" brushRef="#br0" timeOffset="88165.06">26382 11328 582 0,'0'0'350'0,"0"0"-178"0,0 0-29 0,0 0-4 15,0 0-35-15,0 0-31 16,0 0-46-16,-19-12 1 16,19 24-19-16,0 7 48 0,10 7-12 15,-1 0-22 1,4-7-5-16,3-4-6 0,0-5-10 16,0-5 2-16,-3-5 0 15,19 0 8-15,3-27-9 16,33-17 14-16,6-10-12 15,9-4-5-15,-6 4-1 16,-10 4-37-16,0 8-143 16,-12 2-410-16</inkml:trace>
  <inkml:trace contextRef="#ctx0" brushRef="#br0" timeOffset="92132.31">29665 11217 538 0,'0'0'434'0,"0"0"-268"0,0 0-31 16,0 0-14-16,0 0-24 16,0 0-52-16,0 0-7 15,-6 5-14-15,6 0 1 16,0 10-7-16,0 4 18 15,6 3 2-15,4 0-4 0,0-4-8 16,-10-4-5-16,16-5-3 16,-3-1-12-16,-4-8 1 15,-2 0-4-15,15 0-1 16,13-11 5-16,26-22 1 16,23-20-8-16,21-11 0 15,11-7 0-15,-10 4-46 16,6 4-101-16,-16-3-216 15,-22 0-584-15</inkml:trace>
  <inkml:trace contextRef="#ctx0" brushRef="#br0" timeOffset="98048.4">30935 10746 939 0,'0'0'247'0,"0"0"-46"0,0 0-43 0,0 0-32 0,0 0-58 16,0 0-23-16,0 0-9 16,48-35-17-16,39 20-5 0,6-1-8 15,-10 1-4-15,4 3-2 16,-23 4-3-16,-16 7-19 15,-19 1-38-15,-10 0-56 16,-13 0-88-16,-6 0-96 16,0 10-51-16,-25 7-434 15</inkml:trace>
  <inkml:trace contextRef="#ctx0" brushRef="#br0" timeOffset="98215.68">31086 10854 653 0,'0'0'222'16,"0"0"-15"-16,0 0-69 15,0 0-55-15,0 0 7 16,0 0 2-16,29 23-16 16,41-23-53-16,-15-7-10 15,9-3-12-15,-10 1-1 0,-6-2-2 16,7-2-74-16,-4-1-178 16,0 1-204-16</inkml:trace>
  <inkml:trace contextRef="#ctx0" brushRef="#br0" timeOffset="98731.47">32150 10433 925 0,'0'0'279'16,"0"0"-90"-16,0 0-70 16,0 0-25-16,0 0-57 15,0 0-9-15,292-105-13 16,-234 103 3-16,-10 2-12 16,-23 0-2-16,-2 0-1 15,-17 7 6-15,-6 19-9 16,0 1 5-16,-9 8-1 15,-36 0-4-15,-3 0 1 16,6-2 3-16,13-1 2 16,13-2-6-16,10-6-9 0,6 1 9 15,0-7 0 1,0-2-2-16,35-4-2 0,13 0 5 16,10-1-1-16,-4-4 4 15,-9 1-3-15,-3-2-1 16,-20-1 2-16,-9-1-1 15,-3 2-1-15,-10 0 3 16,0 3 11-16,-45-2 5 16,-16 4 0-16,-13-7-5 15,10-2-13-15,-3 1 1 16,9-3-2-16,7 0-5 16,3 0-23-16,22 0-62 0,13 0-116 15,13-8-109 1,0-11-264-16</inkml:trace>
  <inkml:trace contextRef="#ctx0" brushRef="#br0" timeOffset="99232.05">32884 9927 837 0,'0'0'293'0,"0"0"-103"0,-285-149-17 0,186 117-52 16,-14 9-67-16,4 11-11 15,-9 12-5-15,6 0-6 0,-1 17-8 16,-8 23-10-16,-5 17-2 16,24 16-7-16,9 20 10 15,22 12-5-15,26 10-2 16,26 0-3-16,19-7 0 15,0-1-5-15,48-9 1 16,39-6 8-16,32-5-7 16,25-12 0-16,23-6 8 15,15-6-10-15,4-13 0 16,-6-16-5-16,12-16 4 16,-19-18 1-16,-3 0-1 15,-19-39 1-15,-39-12-8 0,-6-18 8 16,-13-6 0-16,-19-17 5 15,-20-6-2-15,-22-12 0 16,-25-7 2-16,-7-6 2 16,-39-3 2-16,-47 3-5 15,-30 18 4-15,-35 16-4 16,-18 28-4-16,-40 26 0 16,-47 26 0-16,-52 9-44 15,-38 39-131-15,-17 27-396 16</inkml:trace>
  <inkml:trace contextRef="#ctx0" brushRef="#br0" timeOffset="103734.04">23016 14192 233 0,'0'0'237'0,"0"0"-200"0,0 0 23 0,0 0 32 16,0 0 74-16,0 0-25 15,0 0-14-15,-67-23-20 16,57 20-15-16,4 2 16 16,-4 1-10-16,10 0-13 15,0 0-30-15,0 0-10 16,0 0-7-16,0 0-14 15,0 0-14-15,26 0-1 16,51 0-5-16,32-7 2 16,6 6-3-16,7-7-1 15,13 4-2-15,-17-3-2 0,-6-4-5 16,-9 5-26-16,-23-1-53 16,-45 7-87-16,-35 0-122 15,0 0-341-15</inkml:trace>
  <inkml:trace contextRef="#ctx0" brushRef="#br0" timeOffset="123964.82">4667 8923 602 0,'0'0'295'0,"0"0"-140"0,0 0-35 0,0 0-7 16,0 0-4-16,0 0-39 15,0 0-24-15,-35 15-7 16,35-15-10-16,0 0-7 15,0 0-7-15,0 0-13 16,29 0 3-16,13 0-1 16,-17 0-4-16,11 0-4 0,9 0 2 15,3 0-20-15,-10 0-55 16,10 0-101-16,-3 5-30 16,-3 2-174-16</inkml:trace>
  <inkml:trace contextRef="#ctx0" brushRef="#br0" timeOffset="124614.99">4520 10282 845 0,'0'0'243'0,"0"0"-88"0,0 0-23 0,0 0-21 0,0 0-36 16,0 0-46-16,-29 0-17 16,29 0-6-16,29 0-4 15,16 0 3-15,3 0-3 16,19 0-2-16,-12 0-1 16,6 0-36-16,-10 8-78 15,7-1-75-15,-10 2-77 16,0 2-241-16</inkml:trace>
  <inkml:trace contextRef="#ctx0" brushRef="#br0" timeOffset="125264.87">4482 13032 445 0,'0'0'467'0,"0"0"-293"0,0 0-70 0,0 0-35 15,0 0-27-15,0 0-17 16,-10 3-7-16,64 0 32 16,7 0-30-16,-6 2-9 0,19 2-11 15,-7-1-8-15,7 6 3 16,-7 2-72-16,-3 2-98 15,-22-1-202-15</inkml:trace>
  <inkml:trace contextRef="#ctx0" brushRef="#br0" timeOffset="125831.34">4655 14443 813 0,'0'0'273'0,"0"0"-140"0,0 0-49 0,0 0 15 15,0 0-47-15,0 0-43 16,-42 14-5-16,61-9-2 16,52-3 4-16,-1-2 2 15,14 0-8-15,2 0-10 0,-12 0-67 16,0 0-67-16,-13 6-70 16,-7 8-146-16</inkml:trace>
  <inkml:trace contextRef="#ctx0" brushRef="#br0" timeOffset="126314.73">4655 15741 681 0,'0'0'326'0,"0"0"-197"0,0 0-2 0,0 0 21 0,0 0-54 16,0 0-43-16,-32 7-35 15,51-7-5-15,42 4 2 16,0-4-9-16,3 0-4 16,3 0 0-16,7 0-73 15,-7 4-116-15,7 5-167 16,-26 1-241-16</inkml:trace>
  <inkml:trace contextRef="#ctx0" brushRef="#br0" timeOffset="127268.35">4850 18635 381 0,'0'0'135'0,"0"0"-44"0,0 0-13 0,0 0 12 15,0 0-13-15,0 0 20 16,0 0-17-16,0 0 14 0,0 0-30 16,0 0 13-16,0 0 1 15,0 0-1-15,0 0-29 16,-3 0 14-16,0 1-10 15,-4 0-21 1,1 2-4-16,-4 1 1 0,10-4-10 16,0 0 1-16,0 1-7 15,0 2 4-15,16-3-6 16,23 0-5-16,9 0 0 16,16 0-3-16,-6 0-1 15,16-3-1-15,-7-5 2 16,7-2-2-16,-17 4-15 15,-2-5-25-15,-20 9-70 16,-3-8-98-16,-13-5-146 16</inkml:trace>
  <inkml:trace contextRef="#ctx0" brushRef="#br0" timeOffset="131614.84">9461 8849 769 0,'0'0'241'0,"0"0"-102"0,0 0-20 0,0 0-17 0,0 0-19 16,0 0-22-16,-16 16-14 16,16-16-30-16,0 0-15 15,25 0 12-15,10 0-14 16,14 0 5-16,8 0-8 16,-12 0 3-16,10 0-62 15,-7 0-120-15,-19 3-56 16,-4 9-213-16</inkml:trace>
  <inkml:trace contextRef="#ctx0" brushRef="#br0" timeOffset="132083.81">9262 10231 478 0,'0'0'433'0,"0"0"-237"0,0 0-64 0,0 0-5 0,0 0-14 0,0 0-58 15,0 0-32-15,-19 2-16 16,57-2-6-16,10 0 0 16,7-9 0-16,9 0-1 15,-16 5-42-15,19 1-119 16,-28-1-75-16,-4 4-283 16</inkml:trace>
  <inkml:trace contextRef="#ctx0" brushRef="#br0" timeOffset="132897.96">9034 13019 845 0,'0'0'187'0,"0"0"-87"0,0 0 8 0,0 0-26 0,0 0-23 15,0 0-44-15,-9 4 10 16,9-4-8-16,9 3 2 16,30-2 32-16,15 4-28 15,-6-2-3-15,13-3-7 16,-10 0-7-16,-9 0-6 16,6 0 2-16,-12 0 4 15,2 0-4-15,-3 0-2 16,-3-3-18-16,0-2-53 15,-3 4-70-15,3 1-49 0,-16 0-135 16,4 0-313 0</inkml:trace>
  <inkml:trace contextRef="#ctx0" brushRef="#br0" timeOffset="136314.44">18216 16317 601 0,'0'0'160'0,"0"0"21"0,0 0 14 0,0 0-50 15,0 0-3-15,0 0-23 0,-76 4-38 16,76-4-17-16,0 4-15 15,0-4-20 1,0 0-6-16,0 0-14 0,64 0-3 16,22 0 7-16,20-12-7 15,6 4-4-15,7-3 0 16,-4 7-2-16,-12 3 0 16,-17-2 0-16,-2 1 0 15,-27 0 0-15,-18 2-1 16,-10 0 1-16,-20 0 0 15,-2 0-4-15,-7 0 3 16,0 0-7-16,0 0-9 0,3 0-16 16,-3 0-30-1,0 0-67-15,0 0-151 16,0 0-134-16</inkml:trace>
  <inkml:trace contextRef="#ctx0" brushRef="#br0" timeOffset="140098.59">18915 18083 465 0,'0'0'398'0,"0"0"-233"0,0 0 0 0,0 0-4 0,0 0-16 16,0 0-51-16,0 0-24 15,-77-8-13-15,77 8-11 16,0 0-13-16,0 0-4 16,0 0-4-16,0 0-9 15,0 0-10-15,45 0-5 16,39 0 9-16,12-3 0 15,10 2-9-15,-7-6 2 16,-12 3-1-16,-4-1 0 0,-16 1-2 16,1 1 0-16,-14 3 0 15,-22-3-12-15,-6 3-37 16,-17 0-36-16,-9 0-55 16,0 0-134-16,0 0-62 15,0 0-387-15</inkml:trace>
  <inkml:trace contextRef="#ctx0" brushRef="#br0" timeOffset="142947.6">21583 18140 913 0,'0'0'106'0,"0"0"-8"0,0 0 11 0,0 0 23 16,0 0-12-16,0 0-44 15,0 0-44-15,-71 13-5 16,78-13-4-16,47 0 0 16,17 0 14-16,22-3-3 15,13-3-22-15,-13-3-8 16,16 4 1-16,-7 1-1 15,-6 1-4-15,-3 1 2 0,-22 2-2 16,-17 0 0-16,-9 0 0 16,-16 0 0-16,3 0-3 15,-16 0-25-15,-6 0-57 16,-10 0-127-16,0 0-174 16</inkml:trace>
  <inkml:trace contextRef="#ctx0" brushRef="#br0" timeOffset="146415.01">25940 16024 429 0,'0'0'428'0,"0"0"-290"0,0 0-11 0,0 0-3 16,0 0-33-16,0 0-56 15,0 0-17-15,83 5 3 16,-15-5 24-16,2 0-23 16,-6 0-4-16,13 0-2 15,-6 0 0-15,3 0-2 16,-14 0-11-16,-5 0 0 16,-26 0-1-16,-4 5-2 15,-2 0 5-15,-14-2-5 16,-2 5-8-16,-4-5 5 15,-3 5-29-15,0 0-58 16,0 0-58-16,0-2-119 0,-19-1-278 16</inkml:trace>
  <inkml:trace contextRef="#ctx0" brushRef="#br0" timeOffset="148132.94">26873 17988 837 0,'0'0'144'0,"0"0"-6"0,0 0-55 0,0 0 4 0,0 0-37 15,0 0-19-15,-3-5-17 16,3 13 13-16,0 4 14 15,13 2-5-15,-4-4-19 16,-2-4 2-16,5 1-5 16,-5-3 8-16,2-4-16 15,1 0 11-15,12 0-7 16,4 0 10-16,22-24 3 16,7-13-7-16,12-9-14 15,-3-6-2-15,10-1 0 0,-7 5-24 16,7 3-29-16,-7 6-75 15,1 3-78-15,-14 3-253 16</inkml:trace>
  <inkml:trace contextRef="#ctx0" brushRef="#br0" timeOffset="149197.74">29909 18063 669 0,'0'0'190'0,"0"0"-29"0,0 0-33 0,0 0-21 16,0 0-48-16,0 0 3 15,-6 0-15-15,6 0-3 16,0 0-18-16,0 0 6 15,0 0 3-15,0 0-26 16,0 0 6-16,0 0-11 0,0 0-4 16,0 0 0-16,0 9 0 15,0 5 4-15,0 2 2 16,6 0 0-16,1 1 2 16,-4-7 0-16,6 1-3 15,-5-7 0-15,5-2 1 16,-9-2 8-16,7 0-13 15,12 0 16-15,10-9-2 16,19-18 12-16,13-9-27 16,-4-3 3-16,4-3-3 15,0-1-5-15,0 1-50 16,-6-2-129-16,2 3-224 16</inkml:trace>
  <inkml:trace contextRef="#ctx0" brushRef="#br0" timeOffset="151585.37">30073 16968 651 0,'0'0'177'0,"0"0"-49"0,0 0-8 0,0 0-5 0,0 0-32 15,0 0-36-15,0 0 4 16,-263-90 0-16,211 81-28 16,-21 4 4-16,5 1-10 15,-5 4 12-15,-11 0-18 16,1 0 12-16,3 12-2 0,0 9-17 15,9 3 7 1,-3 0-5-16,17 6-1 0,-1 9-2 16,10 12 2-1,3 12-1-15,10 10 7 0,9 8-9 16,13 7 6-16,7-2 1 16,6-3-8-16,0-7 4 15,19-3-3-15,45-3-2 16,13-7 3-16,16-6-2 15,13-11-2-15,3-7 1 16,6-10-4-16,4-11 4 16,-4-7 2-16,4-11 2 15,-13 0-2-15,9-20 2 16,-12-13-3-16,-10-11 10 16,-16-6-10-16,-16-9 1 0,-13-6-1 15,-19-4 6 1,-17-9-7-16,-12-3-1 0,0-12 1 15,-48 5 12-15,-22 5-4 16,-20 10 8-16,-3 18-10 16,-3 9-3-16,9 12-3 15,-12 7 6-15,-7 7-6 16,0 12-5-16,-12 8-74 16,5 0-92-16,11 18-195 15</inkml:trace>
  <inkml:trace contextRef="#ctx0" brushRef="#br0" timeOffset="152714.74">22516 17036 675 0,'0'0'152'0,"0"0"-64"0,0 0-32 0,0 0 32 16,0 0-7-16,-250-81-41 16,202 71 23-16,0 2-11 15,6 3-16-15,-3 1 15 16,-9 4-22-16,-4 0 10 16,-3 0-32-16,-6 0 2 15,-4 0-6-15,4 16 6 16,-4 5 1-16,4 5-4 15,0 5 4-15,2 8 1 0,8 3 11 16,5 8-8 0,7 11-14-16,10 6 14 0,6 8-7 15,13 5-7-15,7-5 0 16,9-2 0-16,0-4 12 16,25-3-3-16,39 0-7 15,13-1 4-15,16-5 6 16,16-9-12-16,0-9 2 15,16-5-2-15,7-13 7 16,-1-5-5-16,4-11 2 16,-16-5 1-16,-10-3-2 15,-13-4 2-15,3-23 9 16,-12-14-14-16,-17-11 3 16,1-11-1-16,-23-8 7 15,-16 0-9-15,-32-6 7 16,0 0-5-16,-13 1 3 0,-54-4-4 15,-26-4 0-15,-16 6 12 16,-7 12-13-16,4 16 4 16,19 15-2-16,7 17-2 15,22 13-5-15,-4 5 3 16,20 14-38-16,10 34-55 16,12 17-189-16,26 9-336 15</inkml:trace>
  <inkml:trace contextRef="#ctx0" brushRef="#br0" timeOffset="153397.97">30788 17271 871 0,'0'0'228'0,"0"0"-46"0,0 0-63 0,0 0 16 15,0 0-55-15,0 0-36 16,35 0-17-16,45-13-2 16,-9 1-18-16,-7 1-5 15,-16 7-2-15,-10 4 0 0,1 0-38 16,-14 0-92-16,-12 5-110 15,-13 21-115 1,0 5-361-16</inkml:trace>
  <inkml:trace contextRef="#ctx0" brushRef="#br0" timeOffset="153547.84">30842 17544 795 0,'0'0'240'0,"0"0"-22"15,0 0-53-15,0 0-23 16,0 0-83-16,0 0-50 15,45-21-3-15,-3 12-10 16,-7 1 4-16,13 7-4 16,0-1-69-16,7 0-147 0,-7-5-243 15</inkml:trace>
  <inkml:trace contextRef="#ctx0" brushRef="#br0" timeOffset="154198.04">31820 17014 911 0,'0'0'246'15,"0"0"-10"-15,0 0-50 16,0 0-82-16,0 0-48 15,0 0-26-15,-45-55-21 16,45 55-8-16,0 21 0 16,0 8 3-16,0 7 12 15,0 7-9-15,0 3 2 16,0 3-8-16,0-5 5 16,-3-3-3-16,-16-6-3 15,15-7 0-15,-2-5-1 16,6-3 3-16,0-11-2 15,0-4 0-15,10-5-1 16,34 0-3-16,8 0 4 16,12-5 2-16,6-11-1 0,11 3-1 15,-4-6-1-15,-1 1-4 16,-15 4-1-16,-9-3 0 16,-14 4 0-16,-12-1 2 15,-7 2 4-15,-3-3 1 16,-16 2 2-16,0-9-3 15,0 2-2-15,0-6 2 16,-16-1 12-16,-3 6-10 16,6 3 1-16,-9 3-1 15,9 3 10-15,6 4 11 16,-2 4-11-16,9 4 13 16,-4 0-10-16,-2 0 1 15,6 0-13-15,-3 0-3 16,3 11-8-16,0 12 7 0,0 18 1 15,0 8-6-15,0 17 6 16,0 11 2-16,0 7-2 16,0 9-1-16,0 6-7 15,0 9-40-15,0 12-65 16,0 2-105-16,0-2-244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27:22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31785 11350 837 0,'0'0'264'0,"0"0"-169"0,0 0 26 0,0 0 16 0,0 0-6 16,0 0-72-16,0 0-31 16,-209 35-11-16,228-35 2 15,49-4-6-15,22-15-11 16,12-6 2-16,7-1-4 15,3-1-3-15,-3 0-40 16,4 5-65-16,-4 2-89 16,-16 1-56-16,-23 4-274 15</inkml:trace>
  <inkml:trace contextRef="#ctx0" brushRef="#br0" timeOffset="1683.07">31942 18287 1100 0,'0'0'89'0,"0"0"-85"0,0 0 31 16,0 0 43-16,0 0-29 16,0 0-29-16,0 0-20 15,301-152-4-15,-195 111 0 16,3 1-60-16,13-1-78 16,-7-1-128-16,7 5-211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27:03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6489 12219 588 0,'0'0'173'0,"0"0"-55"0,0 0-1 0,0 0-14 16,0 0-59-16,0 0 7 16,0 0-4-16,0 0-4 15,16-6-9-15,-16 6 3 16,0 0 6-16,0 0-18 0,0 0-14 15,-16 0-5-15,-17 0-1 16,-2 0-10-16,10 0 11 16,-17 0-10-16,23 0 7 15,-7 0-6-15,4 0-4 16,2 4 7-16,8 5-1 16,-11-1 2-16,13-1-4 15,1 4-4-15,2 0 7 16,-5 2 0-16,2 3 0 15,10 2 0-15,-10 1 1 0,10 0-1 16,0 5 0 0,0-3 0-16,0 6-4 0,0-1 6 15,0 1-3-15,0 0 2 16,0 3-1-16,0-2 0 16,0 3 8-16,0 4-13 15,0 0 5-15,0-3 0 16,0 3-1-16,0-2 1 15,0-3-1-15,0-2 1 16,0-1 10-16,0 1-10 16,0 2 0-16,0 1-1 15,0 5-6-15,0 0 7 16,0 3 0-16,0-2 8 16,0 2-11-16,-9 0 3 15,2-2 0-15,7 0 0 0,-9 0 10 16,-1-3-10-16,7 2 2 15,-7-4 2-15,1 3-3 16,5 3-1-16,-8-4-1 16,2 2 1-16,7 2 9 15,-4-3-9-15,7 3 1 16,-9 2 2-16,9 2-6 16,-7-3 8-16,7 5-5 15,-12-2 2-15,12 0-2 16,0-4 0-16,0 1 0 15,-10-4 2-15,10 2-2 16,0-6 0-16,0 4 0 0,0-3 0 16,0 3 0-16,0 4 0 15,0-1 1-15,0 1-1 16,0 1 0-16,-10-3 0 16,10-1 1-16,-9 3-1 15,9-2 0-15,-7-3 0 16,7-2 0-16,0-1-1 15,0 1 0-15,0-4 2 16,0 2-2-16,0 0 2 16,0-2-1-16,0 3 1 15,0-3-2-15,0 2-1 16,0 1 2-16,0 4 2 16,0-2-1-16,0 2-1 0,0-3-1 15,0 3 1 1,0-4 0-16,0 1 0 0,0-2-1 15,0 1 1-15,0 3 0 16,0-3 0-16,7 4 1 16,-7-7-1-16,9 3 0 15,-9 1 0-15,10-2 0 16,0 4-1-16,2 2 0 16,-5 6 2-16,9 7-1 15,-7-1 1-15,-5-1-1 0,8 5-1 16,-8 1 1-1,5 1 0-15,1 0 1 0,-7 0 0 16,7-4-1 0,-1-2 0-16,-2-3 0 0,2 0 0 15,1-1 0-15,0-1 0 16,2-1 0-16,-5 1-1 16,2 3 2-16,-2 0-1 15,2 5 0-15,-5-1 0 16,5 0 0-16,-2 3 0 15,6-4-1-15,3 1 1 16,3-2 0-16,-10 0 0 16,11 0 0-16,-1 0-1 15,7 2 1-15,-10-2 0 16,-4-2 1-16,1 2-1 0,6 1 1 16,-9 1-1-1,-4 0 0-15,14 2 0 0,-7-3 0 16,-7 0 0-16,4-5 1 15,-10 3-2-15,0 1 1 16,9-6-1-16,-9 4 1 16,0-8 2-16,0 1-2 15,0-3 0-15,0-2 0 16,7 1-2-16,-4 3 2 16,-3-1 0-16,0 7 1 15,0-4-1-15,0 1 0 16,0 2 0-16,0-2 0 0,-19-1 1 15,9-4-1 1,4-2 0-16,-17-7 0 0,13 2-1 16,4-4 0-1,3-1 1-15,-4 6 2 0,-12-6-2 16,6 6 0-16,1-1 2 16,-4 1-1-16,-10 4-1 15,7-2 0-15,9-1 0 16,-6-5-3-16,6-6 3 15,-2-4 0-15,5-1 0 16,4-1 2-16,-3 0-2 16,6 3-4-16,0-4 4 15,0-1 2-15,0-1 1 16,0-2-1-16,0 0-2 16,0 1 4-16,6 2-2 15,16 1 5-15,4 0-1 16,-4-4-4-16,14 1 0 0,2-2 1 15,7 0-1-15,-6-4 4 16,-1-1-6-16,-9-3-1 16,-3 0 1-16,6 0 0 15,-16 0-23-15,19-3-37 16,-13-17-28-16,-2-3-155 16,-4-12-317-16</inkml:trace>
  <inkml:trace contextRef="#ctx0" brushRef="#br0" timeOffset="5882.82">9852 14393 681 0,'0'0'189'0,"0"0"-64"0,0 0-35 0,0 0 12 16,0 0-42-16,0 0-16 15,0 0 8-15,-7 37-3 16,7-32-9-16,0-4-3 15,0-1-7-15,0 0-4 0,0 0-7 16,0 0-1 0,7 0-6-16,15-6-6 0,23-15-4 15,10-3-2-15,5 5-71 16,-5-1-168-16,-17 6-141 16</inkml:trace>
  <inkml:trace contextRef="#ctx0" brushRef="#br0" timeOffset="6316.29">9759 15775 883 0,'0'0'262'0,"0"0"-165"0,0 0-20 0,0 0 33 0,0 0-69 16,0 0-25-16,67-40-12 15,-25 30-4-15,-10-2-3 16,6 7-20-16,1 5-124 15,-4 0-103-15,-13 0-248 16</inkml:trace>
  <inkml:trace contextRef="#ctx0" brushRef="#br0" timeOffset="6933.35">9836 17142 1022 0,'0'0'108'0,"0"0"-45"0,0 0 21 0,0 0 7 16,0 0-77-16,0 0-14 16,32-9 0-16,9-5-1 15,14-1-32-15,-7 5-67 16,-9 5-67-16,-11 5-142 15,-12 0-193-15</inkml:trace>
  <inkml:trace contextRef="#ctx0" brushRef="#br0" timeOffset="7266.74">9900 18324 818 0,'0'0'264'15,"0"0"-186"-15,0 0-1 16,0 0 27-16,0 0-20 16,0 0-70-16,-7-15-5 15,23-10-7-15,29-4-2 16,-3-5-1-16,3-4-27 16,3-5-166-16,-10-7-367 15</inkml:trace>
  <inkml:trace contextRef="#ctx0" brushRef="#br0" timeOffset="8634.35">26280 14393 1014 0,'0'0'151'0,"0"0"-72"0,0 0 57 0,0 0 3 0,0 0-49 0,0 0-45 15,0 0-8-15,16 15-11 16,54-26 16-16,30-12-14 16,18-5-19-16,1 4-6 15,-4 3-2-15,-6 8-1 16,-16 3-2-16,-12 9-35 16,-27 1-150-16,-25 0-323 15</inkml:trace>
  <inkml:trace contextRef="#ctx0" brushRef="#br0" timeOffset="10067.04">30069 14451 1061 0,'0'0'170'0,"0"0"-126"0,0 0 65 0,0 0 34 0,0 0-63 16,0 0-61 0,0 0-3-16,-137 69-11 0,197-73 7 15,21-28-6-15,8-4-6 16,8-6 1-16,15 2-5 15,0 2-53-15,3 5-119 16,-31 4-185-16</inkml:trace>
  <inkml:trace contextRef="#ctx0" brushRef="#br0" timeOffset="11816.32">31772 13545 842 0,'0'0'219'0,"0"0"-73"0,0 0 0 0,0 0-1 0,0 0-43 16,0 0-44-16,0 0-10 16,-84 0-18-16,84 0-6 15,20 0-8-15,28 0-6 16,6-8-4-16,10 5-3 16,-3-1-1-16,-13 1-4 15,7 3-4-15,-10 0-42 16,-16 0-52-16,-10 0-69 0,-13 15-65 15,-6 6-67-15,0 4-116 16</inkml:trace>
  <inkml:trace contextRef="#ctx0" brushRef="#br0" timeOffset="11987.37">31701 13806 666 0,'0'0'298'0,"0"0"-119"0,0 0-38 15,0 0 11-15,0 0-56 16,0 0-36-16,-70 53-23 15,118-53-1-15,26-9-22 16,-7-8-7-16,10 5-7 16,-13 0-2-16,-6 3-43 15,-10 3-97-15,-3-2-107 0,-7 4-71 16,7 0-471 0</inkml:trace>
  <inkml:trace contextRef="#ctx0" brushRef="#br0" timeOffset="12401.53">32878 13325 566 0,'0'0'468'0,"0"0"-259"16,0 0-53-16,0 0-4 15,0 0-48-15,0 0-50 16,-3-66-9-16,3 66-30 15,0 8 0-15,0 24-1 16,0 14 0-16,3 15 3 16,3 9 0-16,10 7-17 15,-6 8 4-15,3-3-9 16,-4-2-14-16,11-17-39 0,-1-15-24 16,-3-16-49-1,0-15-88-15,-3-9-16 0,-7-8-208 16</inkml:trace>
  <inkml:trace contextRef="#ctx0" brushRef="#br0" timeOffset="12966.26">33138 13092 635 0,'0'0'215'0,"0"0"-73"16,-93-138 12-16,64 94-35 16,-16 6-49-16,3 9-2 15,-3 8-10-15,-3 8-3 16,3 10-17-16,-3 3 2 16,-6 0-12-16,-4 10-22 15,-9 18 4-15,3 16-1 16,-7 10 3-16,10 12 1 15,13 12 1-15,0 15 1 16,16 9-3-16,13 1-1 16,15 12-1-16,4 3-5 15,0 4-2-15,4 1 1 16,28-14-1-16,16-8-3 16,10-15-1-16,6-6 1 0,13-6-2 15,3-15 0 1,16-12-6-16,10-10 5 0,12-20 0 15,4-10 2-15,-16-7-7 16,6-9 8-16,-6-25-1 16,-13-16-2-16,3-5 3 15,-12-10 0-15,-8 1 1 16,-2-7-1-16,-35 0 5 16,-10-6-5-16,-29-8 3 15,0-12-1-15,-39 0 2 16,-57-8 0-16,-26-2 1 15,-48 4-4-15,-9 4-1 0,-27 18 0 16,-21 18-3-16,-36 25-35 16,-51 26-105-16,-77 12-217 15</inkml:trace>
  <inkml:trace contextRef="#ctx0" brushRef="#br0" timeOffset="23251.69">32875 15126 961 0,'0'0'170'0,"0"0"-48"0,0 0-31 0,0 0 39 0,0 0-41 16,0 0-34-16,0 0-29 0,-45 18-7 15,77-24 2-15,29-14-13 16,19-7 3-16,7-5-10 15,6-3 1-15,-7-1-2 16,1-3 0-16,-4 3-1 16,-19 1-15-16,-13 8-34 15,-15 11-61-15,-20 1-58 16,-16 6-90-16,0 3-231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27:47.7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8624 17621 898 0,'0'0'137'0,"0"0"-85"0,0 0 35 16,0 0 19-16,0 0-15 0,0 0-43 15,0 0-15-15,0 0-8 16,-13-10 2-16,13 10-14 15,0 0 2-15,0 0-8 16,13 7 3-16,3 5 5 16,13-1-5-16,-20 0-4 15,7 2-3-15,-3-3 4 16,3-1-2-16,0-2-4 16,-9-7 7-16,12 0-5 15,-13 0 2-15,14 0 0 16,18-7 9-16,0-20-2 15,17-12-6-15,-1-8 4 16,4-3-9-16,6-4-2 0,-6-3-1 16,0 5-1-16,9 4-24 15,-3 6-55-15,13 6-102 16,-22 8-106-16</inkml:trace>
  <inkml:trace contextRef="#ctx0" brushRef="#br0" timeOffset="3548.04">18274 17800 903 0,'0'0'115'0,"0"0"-53"0,0 0 3 16,0 0 24-16,0 0-41 15,0 0-29-15,0 0-17 0,0 0 22 16,0 5-8-16,7 9 11 16,12-1 2-16,3 2-12 15,-3-3 6-15,-12 0-5 16,12-3-5-16,-9-3-3 16,3 1-1-16,12-2-5 15,-18-1 0-15,9-4-4 16,0 0 3-16,3 0 4 15,16-12-2-15,13-20 2 16,7-9 0-16,6-16-2 16,9-3-2-16,1 1-2 15,-1 2-1-15,-12 10 0 0,-10 9-1 16,-9 6-8 0,-14 12-13-16,-15 6-57 0,-1 5-40 15,-9 5-59-15,0-3-76 16,0 3-272-16</inkml:trace>
  <inkml:trace contextRef="#ctx0" brushRef="#br0" timeOffset="5949.34">30063 17700 959 0,'0'0'124'0,"0"0"-20"15,0 0 0-15,0 0 30 0,0 0-69 0,0 0-40 16,-22 0-9 0,22 7-6-16,0 10 13 0,0-2-1 15,9 4-7-15,1 0-4 16,3-6 5-16,3-3-4 15,0-5 0-15,9-5-1 16,7 0-1-16,29-27 0 16,19-18-1-16,17-18-8 15,15-9-1-15,10-3 8 16,-10 3-6-16,-3 11-2 16,-19 11-2-16,-23 13-13 15,-29 15-22-15,-12 9-5 16,-23 8-52-16,-3 5-32 15,0 0 8-15,0 0-89 16,0 0-184-16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28:05.4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11028 4280 852 0,'0'0'253'0,"0"0"-100"16,0 0 1-16,0 0 1 0,0 0-43 0,0 0-36 15,0 0-22-15,-205 0-15 16,205 0-9-16,0 0-7 16,0 0-23-16,64 0 4 15,49 0-1-15,37-8-2 16,4-3 2-16,-3 5 0 0,-13 5 1 15,-7-2-3 1,-6 3-1-16,-16 0 0 0,-22 0 2 16,-23 0-2-16,-26 0 0 15,-15 0-1-15,-7 0 1 16,-16 0-4-16,9 0-1 16,-9 0-5-16,0 0-14 15,0 0-20-15,0 0-11 16,0 0-52-16,0 0-92 15,-16 0-144-15,-12-6-583 16</inkml:trace>
  <inkml:trace contextRef="#ctx0" brushRef="#br0" timeOffset="1749.29">10749 2769 901 0,'0'0'260'0,"0"0"-89"0,0 0-43 0,0 0-28 0,0 0-75 15,0 0-13-15,-28 21-11 16,28 18-1-16,0 9 18 16,9-2-7-16,7 3-5 15,-3-6 2-15,3-7-1 16,-6-6-6-16,-1-11-1 16,4-7 2-16,-10-7-2 15,1-5 1-15,2 0 1 0,-6 0 19 16,13-13 18-1,-7-14-17-15,10-7-19 0,-3 3-3 16,-3 4 0-16,3 9 0 16,-4 4 0-16,-2 11 8 15,-7 3-8-15,9 0-6 16,23 0-5-16,0 17 1 16,10 11 10-16,3 0 0 15,3 0-6-15,-10-1 6 16,-2-8-1-16,-7-4 7 15,-4-10-6-15,-12-3 0 16,-3-2-2-16,-1 0-1 16,-2 0-2-16,5-5 5 15,5-17 8-15,-5-9-5 0,-12 0-3 16,0-2 1-16,0 6-1 16,0 6 0-16,0 10 1 15,0 9 4-15,0 2-5 16,0 0 0-16,0 0-5 15,0 2 0-15,0 10-5 16,0 5 7-16,7 0 1 16,22-2 0-16,-1-3 2 15,8-4-2-15,-4-3-1 16,3-2 1-16,4-3-4 16,-4 0 6-16,-3-4-2 15,-6-13 4-15,6-5 2 16,-26 5-3-16,4-1 2 15,-10 3 2-15,0 3 10 0,0 1-13 16,0 4 11-16,0 7-11 16,-16 0 3-1,3 0-3-15,-16 0-2 0,0 12-5 16,7 6 4-16,-1 6 1 16,10-3 0-16,13 2-4 15,0-1 1-15,0-4-1 16,0 0 1-16,20-1 1 15,8-7-3-15,11 0 3 16,9-3-4-16,13-3-5 16,-10-4 10-16,17 0-16 0,-20-3-2 15,0-14-5 1,-3-2 10-16,-7-7 12 0,-3 6 2 16,-6-8 0-16,-13 3 1 15,-3-2 1-15,-13 2 5 16,0 2-2-16,0 8 16 15,0 7 3-15,0 5 5 16,0 3-8-16,0 0-11 16,0 0-10-16,0 6-2 15,0 11 1-15,0 7-1 16,0 3 2-16,0 0-1 16,0 2 2-16,0-4-2 15,0 1 0-15,0-7-5 0,10-3-63 16,-10-5-81-1,0-3-100-15,0-8-139 0</inkml:trace>
  <inkml:trace contextRef="#ctx0" brushRef="#br0" timeOffset="1916.94">11942 2578 600 0,'0'0'401'0,"0"0"-232"0,0 0-120 0,0 0-49 16,0 0-23-16,0 0-50 0,103 44-203 16,-36-14-234-1</inkml:trace>
  <inkml:trace contextRef="#ctx0" brushRef="#br0" timeOffset="3049.7">12814 2748 718 0,'0'0'317'16,"0"0"-102"-16,0 0-81 15,0 0-9-15,0 0-49 16,0 0-33-16,-80-38-32 16,42 38-10-16,2 11-1 15,4 10 4-15,3 6-4 16,13-2-6-16,4-1 4 15,12-4-1-15,0-3 0 16,0-7-2-16,0 2-3 0,0-7-2 16,9-3-19-16,4-2 9 15,13 0 3-15,-7 0 6 16,16-7 11-16,-12-11 6 16,5-4-5-16,-2 2-1 15,-16 1 3-15,-1 8 7 16,1 8 6-16,-10 3 21 15,0 0 0-15,0 0-24 16,0 0-5-16,0 0-8 16,0 14 0-16,10 16-3 0,9 6 3 15,0 9 7-15,-9 4 5 16,-4 4 7-16,-6-8-2 16,0-8-11-16,0-7-4 15,0-7 1-15,-6-6-2 16,-17-5 2-16,-12-6 2 15,0-4 3-15,3-2-2 16,-7 0-2-16,-6 0 1 16,20-6 2-16,2-12 6 15,14 0-6-15,9-6 0 16,0-5-5-16,0 1-2 16,44-5-4-16,8 1 2 15,15-5 1-15,-12 1-4 16,12 0 0-16,-3 3 3 15,-10-3 0-15,-5 2 2 0,-21-1 0 16,4 5 1-16,-15 10-1 16,-8 5 1-16,-9 8 0 15,0 5 2-15,0 2 5 16,0 0-6-16,0 0-2 16,0 16-8-16,0 15 6 15,7 11 4-15,2 5-2 16,10-7 0-16,1-3 0 15,-4-8 0-15,-3-11 0 16,-4-7-1-16,14-7-1 16,-17-4-1-16,13 0-2 15,4 0 1-15,2-18-2 16,11-10 6-16,2-15 10 16,-3 1-10-16,-3-5 0 0,-6 4 4 15,-7 13-4-15,-9 13 1 16,3 7-2-16,-13 10 1 15,0 0 0-15,0 0 0 16,0 8-6-16,6 16-1 16,-6 6 7-16,19 3 0 15,-3 2 0-15,-3-7-1 16,6-1 0-16,4-8 1 16,-7-7 0-16,0-4-1 15,3-7-13-15,0-1 14 16,7 0-10-16,3-1 6 0,0-19 1 15,-10-7-1 1,0-7 3-16,0-6 0 0,-9-4-4 16,0-1 5-16,-10 14 11 15,0 8-6-15,0 14 9 16,0 7 10-16,0 2-5 16,0 0-18-16,0 4 0 15,0 19-1-15,0 9 0 16,0 6-2-16,0 8 1 15,0 1 1-15,3-4 0 16,10-1-9-16,9-11-3 16,-3 0-61-16,7-13-72 0,3-14-135 15,0-4-126-15,-13-3-455 16</inkml:trace>
  <inkml:trace contextRef="#ctx0" brushRef="#br0" timeOffset="3215.99">13936 2805 695 0,'0'0'440'0,"0"0"-249"0,0 0-20 0,0 0-90 0,0 0-62 0,0 0-19 16,151-61 1-16,-84 47-3 16,-3 2-36-16,1 6-105 15,-14 2-68-15,-16 4-191 16</inkml:trace>
  <inkml:trace contextRef="#ctx0" brushRef="#br0" timeOffset="4801.14">20839 4422 442 0,'0'0'114'0,"0"0"0"0,0 0 16 0,0 0 6 16,0 0-19-16,0 0-6 0,-147-120-49 15,127 111 53 1,14 1-2-16,-7 5-13 0,3 3-21 16,10 0-26-1,-6 0-18-15,6 0-2 0,0 0-13 16,0 0-4-16,0 0-6 15,0 0-5-15,0 0-4 16,90-1-1-16,32-5 6 16,51-6-2-16,6-1-4 15,7 2 2-15,10 2-2 16,-26 2-6-16,-13 0 6 16,-32 5 3-16,-32 2-3 15,-16 0-1-15,-29 0 1 16,-13 0 1-16,-12 0-1 15,-7 0-2-15,-10 0 0 0,-6 0 2 16,0 0-8-16,0 0-18 16,0 0-8-16,0 9-51 15,0-1-55-15,0 2-88 16,-13-3-140-16</inkml:trace>
  <inkml:trace contextRef="#ctx0" brushRef="#br0" timeOffset="7950.19">10323 5375 732 0,'0'0'154'0,"0"0"-53"0,0 0 2 0,0 0-3 16,0 0-10-16,0 0-32 15,0 0-7-15,0 0-8 16,-77-3 0-16,77 3 5 16,0 0-41-16,0 0 5 15,23 0-8-15,44 0 1 16,32 4-5-16,26 5 23 16,23-6-19-16,15-2-3 15,7-1 2-15,-13 0-3 16,4 0 0-16,-30 0 4 0,-9 0-4 15,-29-7 0 1,-26 5 0-16,-22-2 0 0,-22 3 0 16,-14-2-4-16,-2 3 3 15,-1 0-15-15,-3 0-17 16,-3-2-44-16,0-1-68 16,-9-2-78-16,-30-4-299 15</inkml:trace>
  <inkml:trace contextRef="#ctx0" brushRef="#br0" timeOffset="14483.53">15385 10346 587 0,'0'0'137'0,"0"0"-48"0,0 0-11 0,0 0 28 16,0 0-60-16,0 0 25 16,0 0-40-16,0 0 13 15,0 0-9-15,0 0-1 16,0 0-23-16,0 0 7 15,0 0-14-15,-9 0 4 16,9 0 20-16,-10 0 0 16,4 0 1-16,-13 0-8 15,-20 0-20-15,4 2-1 0,-13-2 0 16,-4 2 0 0,-2-2 2-16,-10 0 4 0,3 0-6 15,-10 0 0-15,10 0 0 16,-3 0 0-16,16 0 1 15,7 0 2-15,-1 0-1 16,3 0 9-16,11 0-7 16,-1 0-4-16,-16 3 2 15,19 2-2-15,-12-4 0 16,6 3 0-16,6 0-1 16,-12 0-3-16,18-1 8 15,-15-2 0-15,6 1-3 16,-3-2 6-16,6 0-6 15,7 0 4-15,10 0-5 0,9 0 23 16,-4 0-11-16,4 0 4 16,-6 0 7-16,6 0-6 15,0 0-5-15,0 0-5 16,0 0 11-16,0 0-2 16,0 0 3-16,0 0-8 15,0 0-8-15,0 0 12 16,0 0-10-16,0 0-4 15,0 0-1-15,0 0-2 16,0 0-2-16,0 5 0 16,0 2 4-16,0 3-4 15,0 8-6-15,0 5 10 16,10 5 6-16,-1 7-6 0,4 4 2 16,-13 6 0-16,6-2-2 15,-6 3 0-15,10-3 1 16,0-1-3-16,-4 3 2 15,-3 0 0-15,7 3 0 16,-10 1 0-16,0-2 1 16,0 4-2-16,0-9 2 15,0 0-2-15,0-4 2 16,0-6-3-16,0 3 4 16,-10-4-3-16,10-1 1 15,-3-6-3-15,3-1 3 16,0-8 0-16,0-4 2 0,0-7-2 15,0-3 1-15,0-1 0 16,0 0-2-16,0 3 0 16,0 1-5-16,0 0 10 15,0 2-5-15,0 3 2 16,0 0 1-16,0 0 0 16,0-2-4-16,0-5 3 15,0 2-2-15,0-4 2 16,0 0 0-16,16 0-1 15,7 0 0-15,9 0 12 16,13 0-5-16,9 0 10 16,4 0-13-16,15 0 3 15,4 0-3-15,16-4-2 16,-6-2-2-16,6-2-1 16,-10 4 1-16,-3 1 1 0,-19 1-1 15,-6-1 0-15,-10 3 0 16,3-1 0-16,-13-3 1 15,-6-1 1-15,0 3 0 16,-13-1 3-16,3 3-1 16,-6 0-3-16,-10-1 1 15,0 1-1-15,-3 0 2 16,0 0-1-16,0 0 7 16,0 0 3-16,0-3-6 15,0 2 11-15,0-3 3 16,0-3-1-16,0 1-7 15,0-4-6-15,0-7-6 0,0-4 2 16,0-2 5-16,0-4-6 16,0-12 2-16,0 2-3 15,0-11-2-15,0-2 2 16,0 4 1-16,0-2-1 16,0 1 0-16,0 1 3 15,0 1-2-15,0-2-1 16,0-4 3-16,0 2 2 15,0-2-2-15,0 1 1 16,0 6-5-16,0 3 2 16,0 9-1-16,0 5 1 15,0 3 1-15,0 6 0 16,0 4-2-16,0 0 0 0,-3 6-1 16,0 4 1-16,3 3-2 15,-6 1-35-15,-1 0-34 16,-12 0-117-16,-16 0-288 15</inkml:trace>
  <inkml:trace contextRef="#ctx0" brushRef="#br0" timeOffset="17467.57">18056 12256 857 0,'0'0'146'0,"0"0"-22"0,0 0 11 0,0 0-12 15,0 0-33-15,-253-22-5 16,253 22-41-16,0 0 7 0,0-3-13 16,0 3-12-16,0 0-12 15,70-5-4-15,39 1-1 16,42-1-6-16,25 1 2 16,14-3-3-16,-1 0 2 15,-10 3-2-15,-9-1-2 16,-29-2 1-16,-32 6 7 15,-32-4-13-15,-32 2 11 16,-26 1-4-16,-15 2-2 16,-4-1 1-16,0 1 7 15,0-3-1-15,0-2 2 16,-20-3-7-16,-28-6-4 16,3-1 4-16,-6 0-4 0,-13-3 4 15,3 3 3 1,0-1-5-16,3 2-4 0,14 2 4 15,5 1 0-15,20 7 3 16,6-1-3-16,10 2 12 16,-7 3 4-16,10 0-5 15,0 0-11-15,0 0 0 16,0 0-1-16,19 0-2 16,33 0 2-16,15 3-1 15,16 11 2-15,-2 3 3 16,-8-2 1-16,-5 2-8 15,-14 1 10-15,-15 3-9 0,-11 2 3 16,-12-1-2 0,-16 2 2-16,0 2-2 0,-16 5-1 15,-35 8 3-15,-29 7-5 16,-13 3-30-16,-26 10-36 16,-9 2-57-16,0-2-106 15,0-5-141-15</inkml:trace>
  <inkml:trace contextRef="#ctx0" brushRef="#br0" timeOffset="20967.1">24933 12481 553 0,'0'0'181'0,"0"0"-37"0,0 0 9 0,0 0-4 15,0 0-51-15,0 0-21 16,-61 0-1-16,61 0-15 16,0 0 1-16,0 0-29 15,0 0-3-15,-3 0-13 16,3 0-4-16,0 3-4 15,0-1-5-15,0 5-3 16,23 0 5-16,18 1 0 0,23 2 2 16,4-3-1-16,18-1-4 15,-2-2-3-15,12 0-1 16,-3-3 1-16,0-1 1 16,-10 0 7-16,-12 3-7 15,-1-3-1-15,-12 0 2 16,0 0-1-16,-1 0-1 15,1 0 2-15,6-8-9 16,0-2 9-16,0-7-2 16,-6 0 1-16,6-1 10 15,0-8-11-15,-3 5 0 16,-3-2-1-16,-10-2 5 16,-3 0-10-16,-10 1 8 0,-3 1-2 15,-13-4 0 1,-2 1 1-16,2 2 2 0,0-1 4 15,-13-2-7-15,4-3-6 16,0-1 6-16,-7-1 3 16,-3-1 3-16,0-6-6 15,0 3-3-15,0-1 1 16,-7-6 2-16,-15 6 1 16,-4-2-1-16,-3 3 2 15,10 1-4-15,-13 4 4 16,3 3-3-16,4-2 1 15,-1 3 0-15,-3 4 3 16,-3 0-3-16,-3 6 0 16,-13-5 1-16,9 3-1 0,-15-2 5 15,-1 2-9-15,-2 0 4 16,2-1 0-16,10 1-1 16,-9 4 1-16,-1 0 6 15,17 5-6-15,-10 1 0 16,-7 1 0-16,7 1 0 15,-6-2 0-15,-11-2 1 16,11 6-1-16,-13-2 2 16,6 3-4-16,3 0 3 15,-6 0-2-15,9 4 1 16,-12 0-1-16,16 0 2 16,-10 0-1-16,13 0 0 15,0 0 0-15,-4 4 0 16,4 1 0-16,3 1-1 0,-3 6 3 15,7-3-4-15,-8 6 3 16,-2 5-1-16,3-1 0 16,3 1 0-16,-3 1-1 15,0 4 0-15,-10-2 1 16,10 7 0-16,-6-3 0 16,6 1 8-16,0 4-1 15,12 0-4-15,1 4-3 16,0-2 1-16,-1 5-1 15,17-3 8-15,0 3-7 16,13 0 1-16,6 2 4 0,0 2-4 16,0-4-1-16,0 0 7 15,35 3-3-15,10-2-1 16,3 1 0-16,0-1-2 16,16-2-2-16,-3 1 4 15,3-9-10-15,3 1 13 16,4-4-13-16,-1-4 6 15,4 0 0-15,3-6 0 16,-3-2 0-16,0 0 0 16,-1-6 0-16,-2-6 0 15,3 1-1-15,6-4-7 16,0 0-30-16,13 0-38 16,3 0-61-16,-6 0-115 0,-13-5-81 15,-19-4-614-15</inkml:trace>
  <inkml:trace contextRef="#ctx0" brushRef="#br0" timeOffset="23900.48">27088 12674 859 0,'0'0'87'0,"0"0"50"0,0 0 1 0,0 0-8 0,0 0-2 16,0 0-42-16,0 0-37 16,-80-23-12-16,80 20-15 15,35 2-4-15,39-4 0 16,28 1 1-16,14-1-11 16,5 0-4-16,17 1 0 15,0 1 0-15,-10 2-3 0,-15-3-1 16,-17 4-4-16,-16-4 4 15,-32 4 0-15,-26 0 3 16,-12-1-2-16,-10 1 1 16,0 0 1-16,0 0 13 15,0 0 3-15,-48-3-4 16,-19 3-14-16,-20 0 2 16,-25 0-3-16,3 0 1 15,-7 0 2-15,11 0 1 16,21 0 0-16,17 3 0 15,22-3 3-15,19 0 4 16,14 0 0-16,12 0-9 0,0 0-2 16,0 0 3-16,0 0-6 15,0 1 3-15,12-1-4 16,43 0 4-16,25 0 1 16,10 0-1-16,12 0 0 15,14-6-1-15,-7-6-4 16,-3-1-17-16,-4-2-26 15,-34 6-27-15,-30 4-77 16,-31 2-169-16,-7 1-387 16</inkml:trace>
  <inkml:trace contextRef="#ctx0" brushRef="#br0" timeOffset="32068">6146 12972 482 0,'0'0'404'0,"0"0"-231"0,0 0-64 0,0 0 4 0,0 0-9 16,0 0-40-16,0 0-18 15,0 0-10-15,-55 9-2 16,77-7-19-16,49-2 12 15,54 0 24-15,22 0-22 0,27 0-6 16,-1 0-6 0,-3 0 0-16,-10 0-5 0,-6 0-12 15,-13 0 0-15,-22 0 2 16,-14 0 7-16,-21 0-9 16,-36 0 0-16,-13 0 4 15,-22 0-4-15,-7 0 6 16,-6 0 1-16,0 0-7 15,0 0 1-15,0 0 4 16,0 0-1-16,0 0-4 16,0 0-5-16,-6 0-23 15,-17 0-52-15,-2 7-74 0,18 3-86 16,7-5-184-16</inkml:trace>
  <inkml:trace contextRef="#ctx0" brushRef="#br0" timeOffset="33203.68">11772 13000 714 0,'0'0'142'0,"0"0"-17"0,0 0-18 0,0 0 13 15,0 0-43-15,0 0-28 16,-131 0-1-16,131 0-6 15,0 0 0-15,0 0 3 0,0 0-1 16,0 3-20-16,35-1-7 16,36-2 25-16,38 0-4 15,25 0-10-15,20 0-5 16,13 0-16-16,-10-5-7 16,-6 0 2-16,-14-3-2 15,-28 2 3-15,-19-2-3 16,-29 4 2-16,-16-2-2 15,-16 1 0-15,-10 1 1 16,-19-1-1-16,7 2 0 16,-7-1 2-16,3 1 2 15,-3 1 1-15,0 2-5 16,0 0-35-16,-29 0-56 0,-45 9-109 16,-12 11-143-16,9-5-675 15</inkml:trace>
  <inkml:trace contextRef="#ctx0" brushRef="#br0" timeOffset="37788.18">6261 15703 573 0,'0'0'401'0,"0"0"-347"0,0 0 16 0,0 0 36 16,-276 0-9-16,263 0-58 0,10 0 17 15,3 0-28-15,0 0-27 16,0 0 13-16,16 5-11 16,64 0-1-16,29 0 29 15,42-2 11-15,29-3-21 16,15 0-12-16,-6 0-5 15,20 0 5-15,-20 0-9 16,-13 0-1-16,-3 5 1 16,-32-1 5-16,-22 1-5 15,-16 0-2-15,-26-1 2 16,-23-3 1-16,-15-1 1 16,-30 3-2-16,1-3 1 15,-10 0 3-15,0 0 0 16,0 0 0-16,0 0 8 15,0 0-11-15,0 0 1 0,0 0-2 16,0 0-9-16,29 4-66 16,19-3-113-16,16-1-21 15,42 0-177-15</inkml:trace>
  <inkml:trace contextRef="#ctx0" brushRef="#br0" timeOffset="39551.68">5017 16713 777 0,'0'0'93'0,"0"0"-15"0,0 0-17 0,0 0 82 0,0 0-61 16,0 0-34-16,-122 0-12 15,122 0-5-15,0 0-30 0,0 0 8 16,0 0-7-16,10 0-2 16,57 6 8-16,52-1 25 15,35-1 12-15,35-1-16 16,26-2-11-16,12 2-1 15,-2-1-11-15,-1 1 2 16,-9 0 2-16,-16-2-8 16,-20 2-2-16,1 1-1 15,-17 0 0-15,-15 0 1 16,-7-1 0-16,-7 2 1 16,-25-2 5-16,-6-2-5 15,-29 2-2-15,-17-3 1 16,-8 2 0-16,-5 0 2 15,-5 1 3-15,-10-2-4 0,9 3 7 16,-2-4-2-16,5 0 5 16,4 0-1-16,13 0-7 15,6 3 1-15,10-1-4 16,6-2 0-16,0 3 0 16,-3 0-2-16,16-2 3 15,0 2-1-15,3-1 2 16,-3 1-2-16,0 0-4 15,-6 0 4-15,6-2 0 16,0-1 3-16,-4 4-8 16,-5-4 4-16,-11 1 1 15,4 2 1-15,-22 0-1 0,-7-2 0 16,-19 2 0-16,-13-1 7 16,-7 1-6-16,-2-3 0 15,-7 0-1-15,0 0 0 16,0 0 1-16,0 0 0 15,0 0 1-15,0 0-1 16,0 0-1-16,0 0-1 16,-35 4-58-16,-30 4-67 15,-11 2-213-15,-5-5-513 16</inkml:trace>
  <inkml:trace contextRef="#ctx0" brushRef="#br0" timeOffset="64403.54">14933 11440 706 0,'0'0'255'0,"0"0"-117"0,0 0-34 0,0 0-8 16,0 0-10-16,0 0-44 15,0 0-3-15,0 0 5 16,-9 8 20-16,9-8-23 0,0 0-3 16,38 0 8-16,10-5 6 15,26-13-7-15,9-7-32 16,4-5-2-16,6-2-7 16,3-1-4-16,4 4 1 15,-14 2-1-15,-9 5 0 16,-19 7-1-16,-13 3-1 15,-20 7-34-15,-12 0-58 16,-3 5-47-16,-10 0-68 16,0 0-49-16,0 0-184 0</inkml:trace>
  <inkml:trace contextRef="#ctx0" brushRef="#br0" timeOffset="70070.42">14311 14697 595 0,'0'0'72'0,"0"0"54"0,0 0 2 0,0 0 30 0,0 0-64 16,0 0-22-16,0 0-11 16,-38 0 1-16,38 0-12 15,0 0-34-15,0 0 5 16,19 0-9-16,49 0 0 15,41 2 32-15,16-1-2 0,25-1-27 16,1 0-5-16,0 0-2 16,-7 0-5-16,-16 0-3 15,-22 0 0-15,-23 0 0 16,-15 0 2-16,-23 0-2 16,-17 3 0-16,-8-3 0 15,-11 0 0-15,-2 0-1 16,-7 0 1-16,0 0 1 15,0 0 0-15,0 0 6 16,0 0-6-16,0 0 2 16,0 0-3-16,0 0-5 15,0 0-40-15,-7 0-43 0,-22 0-98 16,1 0-119 0,-11-6-537-16</inkml:trace>
  <inkml:trace contextRef="#ctx0" brushRef="#br0" timeOffset="72903.23">5742 16770 738 0,'0'0'109'0,"0"0"-32"0,0 0 6 15,0 0 28-15,0 0-42 16,0 0-21-16,0 0-26 0,-39-8-2 16,62 8 6-16,34 0 21 15,17-3-8-15,19-1-5 16,22 0-12-16,4-4 4 16,32-3-8-16,19 1-9 15,28 0 3-15,17-1 6 16,0-2-8-16,-7 2-8 15,-6-3-2-15,-12 2 2 16,-17 3 0-16,-13 1-1 16,-19-2 1-16,-6 3 2 15,-17 2 1-15,-2 1-5 16,-17 3-1-16,-22 1 1 0,0-2 11 16,-22 2-4-1,-17 0 2-15,-3 0-8 0,-12 0 10 16,-4 0-4-16,-3 0 5 15,-6 0-8-15,-1 0 5 16,-9 0-2-16,13 0 6 16,-13 0-5-16,0 0-5 15,0 0 3-15,0 0 2 16,0 0-3-16,0 0 3 16,0 0 1-16,0 0 8 15,0 0-12-15,0 0 9 16,0 0-10-16,0 0-1 15,0 0-3-15,0 0-1 0,0 0-13 16,-48 0-64 0,-29 0-202-16,0 0-305 0</inkml:trace>
  <inkml:trace contextRef="#ctx0" brushRef="#br0" timeOffset="75286.9">27274 12665 657 0,'0'0'216'0,"0"0"-43"0,0 0-65 0,0 0-5 0,0 0-33 0,0 0 14 16,0 0-27-16,-64-5-6 15,48 5-2-15,16 0-12 16,-13 0-10-16,13 0-8 16,0 0-3-16,0 0-4 15,0 5 1-15,61-3 4 16,48-2 29-16,51 0-11 16,39 0-19-16,16 0-10 15,3-7-5-15,-13-6 3 16,-23 4-4-16,-15-1 0 15,-45 3 0-15,-19 2-7 16,-39 1 7-16,-42 0 2 16,-12 2-1-16,-10 0 2 15,0-1 6-15,0 3-8 0,-13 0 7 16,-58 0-4-16,-34 0 7 16,-27 7-9-16,-28 1-2 15,-32 4 3-15,-30-1-2 16,-2-2 0-16,6-2-1 15,48-2-3-15,29-2 3 16,29-3 0-16,19 0-1 16,6 0 0-16,17 0 1 15,2 0 1-15,30 0-1 16,15 0 0-16,17 0 1 16,6 0-3-16,0 0 3 0,0 0-2 15,19 0 0 1,55 0 1-16,35 0 0 0,26 0 2 15,18 0 7-15,14 0-9 16,19 0 4-16,-3 0-4 16,-16-8 1-16,-17 1-1 15,-38 1-2-15,-35 3 1 16,-19 2 1-16,-35 1 0 16,-23 0-1-16,0 0-2 15,0 0-2-15,0 0 2 16,0 0 2-16,-7 0-11 15,-35 0-4-15,-25 0-18 16,-13 0-31-16,-23 0-65 16,-18 5-166-16,-11-1-270 0</inkml:trace>
  <inkml:trace contextRef="#ctx0" brushRef="#br0" timeOffset="79370.66">31547 11973 556 0,'0'0'247'0,"0"0"-71"0,0 0-49 0,0 0-18 15,0 0-33-15,0 0 4 0,0 0-14 16,-64-1-6-16,64 1-13 16,0 0-2-16,0 0-8 15,0 0-13-15,0 0-11 16,45 0-2-16,35-6 4 15,29-6 4-15,29-7-14 16,3-6 4-16,0 1-7 16,0-3-2-16,-12-3-7 15,-8 3 7-15,-8 5 1 16,-33 2-1-16,-19 8-1 16,-26 5 1-16,-16 3 1 15,-9 4 0-15,-10 0 1 0,0 0 3 16,0 0-4-16,-10 0 0 15,-28 0-1-15,-17 0 5 16,1 0-5-16,-4 4 6 16,0 8-6-16,1-5 0 15,-1-3 3-15,7 3-3 16,3-6 0-16,3 2 0 16,9-2-1-16,1-1 2 15,16 0-2-15,12 0 1 16,-5 4 0-16,5-4 0 15,4 1-1-15,-3-1-3 16,6 0 3-16,0 0-8 16,0 3-19-16,0 0-27 0,0 1-51 15,9-2-5-15,20-2-37 16,-3 0 40-16,19 0-15 16,-13 0-63-16,3 0 6 15,-16-5 45-15,4-7-69 16,-17 2-41-16,-6-3 245 15,10-3 87-15,-10 0 101 16,0 1-36-16,0-1-38 16,0 4 62-16,0 2-37 15,0 3-20-15,0 6-9 16,0-1-28-16,0 2-12 16,0 0 2-16,0 0-31 15,6 0-9-15,20 0-8 16,9 0 3-16,10 2-3 0,13 5-3 15,-4-1 3-15,13 1-9 16,7 0-4-16,-7-3-8 16,-12 4 2-16,-13-1 1 15,-17 1-6-15,-9 5 1 16,-16 4-1-16,0 5-6 16,-16 8 6-16,-38 8 4 15,-33 2-4-15,-6 5-6 16,-9 3-115-16,-17-3-138 15,-16 5-182-15</inkml:trace>
  <inkml:trace contextRef="#ctx0" brushRef="#br0" timeOffset="83867.5">8563 18497 775 0,'0'0'210'0,"0"0"-77"0,0 0-17 0,0 0 1 16,0 0-34-16,0 0-25 15,0 0 1-15,-186 16-15 16,186-16-12-16,19 2-17 16,55-1-6-16,35 2 30 15,29-3-12-15,25 0-7 16,20 0-13-16,13 0-4 16,-4 0-3-16,-16 0 1 0,-6 0 0 15,-29 1 3 1,-9 4 1-16,-20-1-4 0,-25 3-1 15,-20-6-1-15,-32 4 1 16,-6-3 0-16,-13 0-7 16,-16-2 7-16,0 0 6 15,0 0-1-15,0 0 3 16,0 0-3-16,0 0-3 16,0 0-2-16,-16 0-6 15,-22 0-33-15,-17 5-63 16,-6 3-111-16,-9 0-108 15,9-8-584-15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29:41.9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4058 4187 672 0,'0'0'193'0,"0"0"-34"0,0 0-35 0,0 0-14 16,0 0-48-16,0 0-1 16,0 0-10-16,-19 2 4 15,19-2-7-15,0 0-14 16,0 0-14-16,48 2-2 0,45-1 18 16,19-1 3-1,23 0-9-15,25 0-18 0,-3 0-8 16,13 0 1-1,-6-5 11-15,-7-6-16 0,-6 0 3 16,-1 4-4-16,4-2 2 16,-9 1-1-16,-8 4 0 15,-8 4 1-15,-17 0-1 16,-10 0 0-16,-18 0 9 16,-17 0-9-16,-9 0 0 15,-13 0 8-15,-7 0-8 16,-9 4 3-16,-10-2 3 15,1 1 6-15,-20-3-10 0,0 3 3 16,0-3 5-16,0 0-10 16,0 0 3-16,0 0-3 15,0 0-10-15,0 0-11 16,0 1-71-16,0 4-78 16,-29 1-120-16,19-6-213 15</inkml:trace>
  <inkml:trace contextRef="#ctx0" brushRef="#br0" timeOffset="4913.63">3250 6735 740 0,'0'0'233'0,"0"0"-56"0,0 0-48 0,0 0-21 0,0 0-21 16,0 0-7-16,0 0-37 16,10-82-31-16,-10 84-12 15,-3 37 1-15,-29 22-1 16,-16 16 5-16,-10 21 11 15,0 7 5-15,-6 10 11 16,10 2-16-16,-7-10-12 16,25-14 11-16,-2-13-13 15,9-13 13-15,10-13-12 16,0-9-2-16,19-13-1 16,-10-12 1-16,10-6-1 15,0-9-9-15,0-4 4 0,0-1-47 16,0 0-68-16,0 0-170 15,22-24-372-15</inkml:trace>
  <inkml:trace contextRef="#ctx0" brushRef="#br0" timeOffset="6067.3">596 6778 764 0,'0'0'203'0,"0"0"-67"0,0 0-24 0,0 0-13 16,0 0-37-16,0 0-26 0,0-22-13 16,-23 28-2-16,-25 18-16 15,-13 4 5-15,4 7 2 16,-8 7-4-16,17 6 14 16,10 0-7-16,19 0-6 15,9 0-7-15,10-5 3 16,10-2-3-16,31-9 4 15,23-4 4-15,23 0-4 16,-7-3-6-16,-3 0 3 16,-19-2-2-16,-20-1-1 15,-18 2 5-15,-20 2 7 16,0 1 10-16,-13 2 7 0,-51 0-1 16,-23-7-11-16,-6-4-11 15,10-4-3 1,12-5-2-16,17-1 0 0,12-8-1 15,20 0-18-15,12 0-59 16,10-19-107-16,0-8-122 16,38-7-325-16</inkml:trace>
  <inkml:trace contextRef="#ctx0" brushRef="#br0" timeOffset="6430.34">984 6933 824 0,'0'0'288'0,"0"0"-110"0,0 0-41 15,0 0-23-15,0 0-59 0,0 0-31 0,-29-11-12 16,26 18-11-16,-1 9-1 15,4 11 15-15,-3 15 10 16,3 1-10-16,0 15-1 16,0 0 6-16,0 5-10 15,0-2-8-15,0-3 3 16,0-8-2-16,10-6-3 16,-1-13 2-16,11-5-2 0,-11-11-9 15,-2-11-30-15,2 0-33 16,1-4-42-16,0 0-34 15,2-22-56-15,-5-5-198 16</inkml:trace>
  <inkml:trace contextRef="#ctx0" brushRef="#br0" timeOffset="6729.81">711 7275 703 0,'0'0'315'15,"0"0"-120"-15,0 0-56 0,0 0-36 16,0 0-56-16,0 0-1 16,-22-2-18-16,70-13-18 15,10 3 0-15,9-4-4 16,7 2-1-16,-17 1-5 15,-2 2-5-15,-1 1 1 16,-12 5-17-16,-4 4-53 16,-2 1-43-16,-17 0-3 15,0 1-71-15,-9 14-65 16,-10 2-129-16</inkml:trace>
  <inkml:trace contextRef="#ctx0" brushRef="#br0" timeOffset="8580.09">1237 7289 338 0,'0'0'523'0,"0"0"-287"16,0 0-75-16,0 0-94 15,0 0-14-15,0 0-33 16,54-23-3-16,-5 20 1 16,2 3-2-16,0 0-8 15,7 0 7-15,0 12 5 16,-23 3-10-16,-6 9 1 15,-10-2-7-15,-9 1 4 16,-10 0-8-16,0-5 2 0,0-5 5 16,0-5-6-16,0-8 6 15,-20 0 9-15,-5 0 25 16,2-12-7-16,-2-10-5 16,15-2-14-16,7 2-8 15,3-5-4-15,0 0-4 16,0 3 1-16,19 0 0 15,10 4-2-15,0 4 0 16,0 5 0-16,-1 1-1 16,-8 5-4-16,2 4 6 15,-9 1-5-15,6 0 2 0,10-3-1 16,9 3 5-16,-9-1-1 16,-3 1 1-1,-7-3-2-15,-9-1 4 0,-1-3-2 16,1-1 3-16,0-2 2 15,-4 1-4-15,-6 0 8 16,0 0-3-16,0 6 6 16,0-1 4-16,0 2 1 15,0 2-5-15,0 0-7 16,0 0-5-16,-16 0-14 16,6 4 11-16,1 16-4 15,-1 7 4-15,10 0-3 16,0 3 2-16,0 0 3 15,10-6 1-15,28-1-5 16,1-5 4-16,-10-5-6 0,9-4 3 16,-12-3 1-16,-1-5-2 15,-2-1 5-15,-7 0 1 16,3-8 2-16,0-13 2 16,1-4 1-16,-1 1-6 15,-3 5 3-15,-7 6-3 16,-5 3 1-16,2 9 0 15,-6-2-1-15,0 3-1 16,3 0 1-16,-3 0-3 16,10 0-5-16,0 0 0 15,9 0 2-15,-3 0 6 0,6 7-1 16,-15-5-1 0,12 1 2-16,-19-3-2 0,0 0 2 15,10 0 0-15,2 0 6 16,4-5-2-16,4-10-1 15,-1 3-1-15,-3 2-1 16,-7 4-1-16,4 2 0 16,-6 4-3-16,2-3-4 15,1 3 7-15,12 0-10 16,4 0 9-16,3 0-4 16,9-2-16-16,-2-3-1 15,2 1 0-15,-12-8 11 16,-7 0 6-16,3-7 5 15,-22-1-3-15,0-1 8 0,0 3-1 16,0 7-2 0,0 1 7-16,-12 8-1 0,-14 2-8 15,-3 0-2-15,7 0 2 16,-4 0-3-16,7 9 3 16,12 5-5-16,7-1 0 15,0-1 2-15,0 2 1 16,0-8 1-16,0 3-2 15,0-4-6-15,0-1 7 16,7 3 2-16,2-2-3 16,11 6 2-16,-1 2 1 15,7 5 3-15,-4 9-1 16,4 8-1-16,-7 8 2 16,16 3 15-16,-12 8-2 0,9 4-6 15,-16-4 8-15,0-5 16 16,-3-9-21-16,-7-9-5 15,-6-14 11-15,0-6-10 16,0-4-4-16,0-7 4 16,0 0 19-16,-45 0 18 15,-3-18-21-15,-7-7-17 16,4-3-3-16,13-7 1 16,12 2-6-16,16-9-6 15,10 0 4-15,0-7-1 16,0-5-1-16,32-3 2 15,1-6-8-15,5-1 0 16,-9 3-2-16,0 2-2 0,-10 8 10 16,0 0 4-16,-19 5 0 15,0 1 1-15,0 5 0 16,0 9 6-16,0 12 8 16,0 8 3-16,0 11 3 15,0 0-13-15,0 0-8 16,0 8-3-16,0 22-12 15,0 9 13-15,0 7 0 16,23 1 3-16,-1-2-6 16,7 3 5-16,13-7 0 15,-7-9 0-15,-6-8-2 16,0-10 5-16,-13-8-7 0,-7-6-2 16,1 0 6-16,6-6 9 15,-3-28 2-15,3-7-2 16,3-8-5-16,-6-5-4 15,3 5 9-15,-3 10-8 16,-7 15 11-16,4 16-6 16,-10 4 18-16,0 4-21 15,0 0-3-15,0 9-9 16,19 17-2-16,7 2 10 16,-4 4 1-16,7-2-3 15,0 0 7-15,-4-6-8 16,4-3 4-16,-10-8-2 15,-9-5-9-15,3-8 10 0,-10 0 0 16,7 0 1 0,3-21 3-16,6-4 0 0,-3 6 0 15,-7 9-3-15,-9 5 4 16,0 5-4-16,0 0-4 16,10 0-8-16,16 0-10 15,-4 0 19-15,4 10 0 16,6-2 1-16,-16 0-13 15,3-4-31-15,0-2-10 16,-3-2-15-16,-6 0-34 16,-10 0-57-16,0-2-29 15,0-13-176-15</inkml:trace>
  <inkml:trace contextRef="#ctx0" brushRef="#br0" timeOffset="8796.94">2555 6861 617 0,'0'0'445'0,"0"0"-247"0,0 0-71 0,0 0-41 16,0 0-52-16,0 0-34 15,170-36-1-15,-87 21-6 16,10 2 6-16,19-6-83 15,-6-4-120-15,0-8-262 16</inkml:trace>
  <inkml:trace contextRef="#ctx0" brushRef="#br0" timeOffset="10499.21">1067 5652 859 0,'0'0'257'0,"0"0"-94"0,0 0 17 0,0 0-41 0,0 0-78 0,0 0-49 16,-10-5-12-16,10 44 0 15,0 17 7-15,36 12 1 16,-14 3-1-16,-3 0 3 16,-3-9-10-16,-6-18 6 0,0-12-6 15,2-17 1-15,-12-8 0 16,7-7-1-16,-7 0 9 16,9-7 15-16,11-17 15 15,-1-12-26-15,10-3-12 16,-4 2-1-16,-5 3 2 15,-1 10-2-15,0 7-1 16,-9 10 0-16,3 4-1 16,-7 3-3-16,10 3-5 15,13 21-10-15,13 8 19 16,2 4 2-16,5 3 7 16,-1-2-8-16,6-2-1 15,-6-9-6-15,-9-10 7 16,-14-5-2-16,1-10-2 15,-7-1 8-15,-6-5-4 0,13-22 6 16,-7-8-3-16,-6-7 4 16,-13-5-2-16,0-3 0 15,0 1 3-15,-23 1-1 16,4 9 1-16,-10 9 1 16,10 9-4-16,3 12 5 15,16 4-7-15,-10 5-1 16,10 0-2-16,0 0-10 15,0 5-6-15,0 14 6 16,0 6 10-16,36-1 0 16,2 1-4-16,4-4 4 15,9 0-2-15,7-3-1 16,0-5 1-16,9 0-1 0,-13-9 3 16,-6-4 0-16,-9 0 1 15,-10 0 1-15,-4-4 1 16,-5-13-2-16,-11 0 3 15,1 1 2-15,-10 2-5 16,0 2 13-16,0 7-12 16,0 2 7-16,-19 3 1 15,-10 0-10-15,-6 12-13 16,6 11 11-16,6 9-4 16,7 6 1-16,16-1 4 15,0 3-2-15,0-1 0 16,10-7 0-16,28-5-1 15,7-8-4-15,13-4-5 16,12-8 7-16,-18-7-12 0,15 0 9 16,-22-14-7-1,-7-10 16-15,1-6 0 0,-13 2 4 16,-10-7-1-16,-10 0 4 16,4 5 6-16,-4 11 2 15,-6 7-9-15,0 11 13 16,0 1 12-16,0 0-25 15,0 0-3-15,0 4-3 16,10 17-7-16,2 3 1 16,4 6 5-16,-6-1 1 0,0 1 0 15,-4-2-1 1,-6-3-36-16,0-3-53 16,0-12-61-16,0-5-122 0,0-5-166 15</inkml:trace>
  <inkml:trace contextRef="#ctx0" brushRef="#br0" timeOffset="10663.92">2638 5629 449 0,'0'0'504'0,"0"0"-249"0,0 0-104 0,0 0-97 0,0 0-54 0,0 0-23 15,0 2-21-15,48 34-71 16,7 6-113-16,6 0-194 15</inkml:trace>
  <inkml:trace contextRef="#ctx0" brushRef="#br0" timeOffset="11764.05">3343 5872 727 0,'0'0'318'15,"0"0"-124"-15,0 0-65 16,0 0-25-16,0 0-26 15,0 0-33-15,-115-46-28 16,80 46-17-16,-4 15-2 16,17 8 0-16,6 2-2 15,9-3 2-15,7 1-1 16,0-5-6-16,0-8 0 16,0 1-10-16,0-5-2 0,10-6-2 15,6 0 2-15,3 0 16 16,4-10 1-16,2-13 3 15,-2 0 1-15,-7-1 5 16,-7 6-4-16,1 8 16 16,0 3 16-16,-10 7-11 15,3 0-4-15,0 0-14 16,7 16-4-16,2 12 6 16,14 12 9-16,3 8 8 15,6 6 1-15,-3 4-4 16,-6 0-9-16,3-4 12 15,-10-6-8-15,-19-7-5 16,0-17 2-16,0-3-12 0,0-12 4 16,-19-8 9-16,-20-1 5 15,-6 0-8-15,-3-5 6 16,10-18-3-16,6-7-3 16,6-1 2-16,10 2-12 15,13-3-4-15,3 3 1 16,0-5 3-16,22-5-6 15,33 0 6-15,6-3-12 16,0-1 5-16,-4 3 1 16,-8-4-4-16,-5 4 5 15,-5-1 5-15,-20 4 0 16,10 0 1-16,-19 10 2 0,-1 8-3 16,-9 9 6-1,0 10 14-15,0 0-8 0,0 0-12 16,0 16-9-16,0 20-2 15,0 10 11-15,0 7-1 16,0-2 2-16,0 2-2 16,10-5 1-16,-1-8 0 15,7-11 3-15,7-9-3 16,-17-9 0-16,4-8-4 16,0-3-6-16,12 0 8 15,-6-14 2-15,13-16 5 16,9-7-4-16,-2-8 0 15,2-2 0-15,-9 10-1 0,-19 10 3 16,2 10-3 0,-12 13 0-16,0 4 5 0,0 0-5 15,0 8-7-15,0 14-3 16,0 11 4-16,4 5 12 16,5 2-5-16,4 1-1 15,3-6 1-15,-6-8-1 16,12-4 0-16,-15-14 0 15,9-6-2-15,6-3-4 16,0-4 6-16,11-23 7 16,-5-8-6-16,11-8 1 15,-10-6 0-15,-10-5-1 16,0-1 2-16,-12 4 1 16,-7 9-3-16,0 15 15 0,0 16 0 15,0 9-6-15,0 2 4 16,0 0-14-16,0 16-8 15,0 17-3-15,0 15 11 16,0 2 0-16,0 6 1 16,9-5-1-16,10 2 0 15,1-11 0-15,18-11-16 16,-3-7-16-16,-6-13-36 16,10-11-46-16,-10 0-94 15,6-11-36-15,-13-20-150 16</inkml:trace>
  <inkml:trace contextRef="#ctx0" brushRef="#br0" timeOffset="11947.53">4398 5881 688 0,'0'0'307'0,"0"0"-51"0,0 0-92 0,0 0-17 0,0 0-78 16,0 0-29-16,39-13-20 15,41 7-20-15,-3 0 1 16,-4 0-1-16,-5 0-3 15,-4-1-54-15,-6 0-82 16,-10-5-146-16,-10 2-300 16</inkml:trace>
  <inkml:trace contextRef="#ctx0" brushRef="#br0" timeOffset="12217.39">5289 5521 642 0,'0'0'629'15,"0"0"-420"-15,0 0-41 16,0 0-88-16,0 0-56 16,0 0-23-16,0 0 12 15,-102 150 30-15,73-61-19 16,-9 15 0-16,-17 6-13 15,7 1-8-15,-7-8-2 0,7-16 2 16,20-17-6 0,-1-20-13-16,16-16-40 0,-10-11-48 15,-2-10-128-15,-7-10-236 16</inkml:trace>
  <inkml:trace contextRef="#ctx0" brushRef="#br0" timeOffset="21747.65">13606 4173 575 0,'0'0'315'0,"0"0"-170"0,0 0 3 0,0 0-27 0,0 0-5 16,0 0-47-16,0 0-31 15,-19-4-3-15,35 4-17 16,45 1 2-16,41 11 51 15,49 2-47-15,29-6 1 16,38 0-15-16,29-6-5 0,3-2 1 16,-4 0 3-16,-12 0-6 15,-38 0 3-15,-26-2-3 16,-29-6 0-16,-38 4 2 16,-39 0-2-16,-42 0-1 15,-12 3 4-15,-10 1 10 16,0 0 3-16,0 0 4 15,0 0-3-15,0 0-13 16,0 0-4-16,-13 0 2 16,0 0-4-16,-19-4-1 15,3 2-10-15,0-3-40 16,-15 1-104-16,-5-7-171 0,-8 1-345 16</inkml:trace>
  <inkml:trace contextRef="#ctx0" brushRef="#br0" timeOffset="23630.67">10384 5370 443 0,'0'0'293'0,"0"0"-129"0,0 0-7 0,-295 31-22 16,240-21-22-16,14-2-11 15,12-3-22-15,3 1-24 16,26-3-19-16,0-3-10 16,0 0 6-16,0 2-11 15,77 1 6-15,45 1-8 0,58-4 4 16,41 0 0-16,16 0-12 16,-3-3-8-16,-35-8 3 15,-29 2-7-15,-35 1 3 16,-52 3-2-16,-25 2-2 15,-33 3 8-15,-15 0-10 16,-10 0 6-16,0 0-6 16,0 0-1-16,0 0 3 15,-10 0-9-15,-38 0-17 16,-19 3-68-16,-26 10-88 16,6-8-187-16,26-5-430 15</inkml:trace>
  <inkml:trace contextRef="#ctx0" brushRef="#br0" timeOffset="25834.06">19297 7267 552 0,'0'0'259'0,"0"0"-125"0,0 0-31 0,0 0 48 0,0 0-38 15,0 0-9-15,0 0-33 16,128-51-13-16,-128 51-9 16,0 0-14-16,0 0 2 15,-3 0-18-15,-42 11-6 16,-16 15-7-16,-32 5-4 15,0 5 1-15,-22 7-3 16,-17 4 8-16,-6-1-6 16,7-4-2-16,16-6 0 15,31-6 1-15,17-11-1 16,41-7 0-16,7-8-1 16,16-4 6-16,3 0-6 15,0 0 3-15,0 0 0 16,0 0 6-16,0-12 2 15,22-7-4-15,14-7-4 0,2-6-1 16,10 1-1-16,0-7 3 16,3 6-3-16,-12-3-4 15,-7 8 4-15,-6 4 0 16,-17 8 0-16,-9 7 0 16,0 1 0-16,0 6 0 15,0 1 3-15,0 0-1 16,0 0-2-16,0 0 0 15,0 0-1-15,0 0 0 16,0 8-9-16,-19 19 3 0,-26 7 2 16,-3 8 4-16,0 2 1 15,10-2 0-15,9-2 1 16,13-1 1-16,12-9-2 16,4-6 0-16,0-5 3 15,20-4-2-15,28-8 2 16,19-6-3-16,23-1 2 15,16 0 5-15,19-3-7 16,-3-21-56-16,-1-9-133 16,-8-11-249-16</inkml:trace>
  <inkml:trace contextRef="#ctx0" brushRef="#br0" timeOffset="38682.75">18704 2721 986 0,'0'0'271'0,"0"0"-98"0,0 0-33 0,0 0-50 15,0 0-47-15,0 0-29 16,0 0-9-16,0 0-1 16,3 80 31-16,32-36-8 0,-9-5-10 15,-4-1-6-15,-12-7-7 16,3-4-2-16,-7-4 2 16,1-7-1-16,-4-2-3 15,6-4-8-15,-9-2-31 16,10-3-83-16,6-5-99 15,7 0-73-15,12 0-154 16</inkml:trace>
  <inkml:trace contextRef="#ctx0" brushRef="#br0" timeOffset="38931.25">19198 2654 859 0,'0'0'280'15,"0"0"-101"-15,0 0-36 0,0 0-49 16,0 0-78 0,0 0 41-16,0 136 20 0,0-76-32 15,0 6-2-15,0 3-22 16,0 3-13-16,-4 2-7 16,-12-5-1-16,-6-3-1 15,-4-7-1-15,13-8-21 16,-3-13-43-16,10-12-72 15,6-16-109-15,0-10-122 16</inkml:trace>
  <inkml:trace contextRef="#ctx0" brushRef="#br0" timeOffset="39482.32">19807 3144 817 0,'0'0'364'16,"0"0"-147"-16,0 0-65 16,0 0-56-16,0 0-53 15,0 0-25-15,-20 24-16 16,8 12 35-16,-4 7-5 16,0 8-16-16,12 3-6 15,4 2-6-15,0-2 1 16,0-5-2-16,0-10-1 0,36-7-2 15,-4-10 3-15,29-10-3 16,0-5 2-16,25-7 4 16,7 0-2-16,-3-14-4 15,-13-10-4-15,-20-3 2 16,-24 0-1-16,-27-1 3 16,7 1-1-16,-13-4 4 15,-13 0-9-15,-42 0 8 16,-38-3-2-16,-16 0 0 15,-9 1 1-15,6-5-1 16,15 6 0-16,24-5 6 16,18-3-1-16,23-3 0 15,16-3-5-15,16 3 1 16,0 4-3-16,35 1 2 16,23 7 0-16,0 11-2 0,12 5-2 15,-9 14 4-15,-6 1-1 16,-1 6-4-16,-6 20 2 15,-16 13-1-15,-16 3 2 16,-16 10 2-16,0 5-22 16,-35-2-23-16,-13 2-46 15,-10 1-89-15,10-11-112 16,0 2-239-16</inkml:trace>
  <inkml:trace contextRef="#ctx0" brushRef="#br0" timeOffset="42965.63">15456 11385 580 0,'0'0'205'0,"0"0"-72"0,0 0 29 0,0 0-6 16,0 0-20-16,0 0-46 0,0 0 2 16,-164-18-22-16,164 18-16 15,0 0 0 1,0 0-17-16,0 0-4 0,0 0-8 16,0-3-9-16,0 1-3 15,0 2-7-15,17-7-1 16,40-1-1-16,49-7 14 15,25-6 6-15,17-2-9 16,12-3-6-16,1-1-4 16,-1 7-3-16,7 1-1 15,-23 7-2-15,-22 1-2 16,-16 7 3-16,-23 3-2 16,-19 1 3-16,-19 0-1 15,-23 0 0-15,-2 0 1 16,-14 0-2-16,-6 0 1 0,0 0-1 15,0 0 2 1,0 0-8-16,0 0-23 0,0 0-80 16,0 0-162-16,-6-14-531 15</inkml:trace>
  <inkml:trace contextRef="#ctx0" brushRef="#br0" timeOffset="63917.85">24718 16267 492 0,'0'0'167'0,"0"0"-54"0,0 0-67 0,0 0-29 0,0 0-16 15,0 0-1-15,0 0 0 16,0 0 0-16,0 4 23 16,0-4 6-16,0 0 25 15,0 0-14-15,0 0-18 16,0 0-9-16,0 0-13 16,0 0 1-16,0 0-4 15,0-4-41-15,0-6-77 16,0-3-40-16,0-4-130 15</inkml:trace>
  <inkml:trace contextRef="#ctx0" brushRef="#br0" timeOffset="64099.9">24718 16267 345 0,'26'-127'250'0,"-26"124"-103"16,0 3-27 0,0-5-33-16,0 4-12 0,0-2-29 15,0-1 3-15,0 0-17 16,0 0-10-16,0 0-12 15,0 0-10-15,0-6-1 16,0 4-18-16,0-8-46 16,0-2-14-16,0 1-49 15,6-6-38-15,-6-1-17 16,4-4-61-16</inkml:trace>
  <inkml:trace contextRef="#ctx0" brushRef="#br0" timeOffset="64416.21">24757 15887 294 0,'0'0'181'0,"0"0"-28"16,0 0 0-16,0 0-52 15,0 0 12-15,0 0-49 16,0-73-16-16,0 63-23 16,0 3-21-16,0-10-4 15,0-1-10-15,0-3-17 16,0-3-67-16,0-3-36 16,0-3 18-16,0-3 19 15,0 3 15-15,0 7 73 16,0 4 5-16,0 3 15 15,0 5 15-15,0-1 39 16,0 1 2-16,0-1-13 16,0 4-7-16,0-3 13 15,0-1-2-15,0 4-7 16,0 0-14-16,0 1-11 0,0 0-20 16,0-2-10-1,0 3 0-15,0-6-36 0,0 2-43 16,0-4-77-16,0-2-58 15,0-10-187-15</inkml:trace>
  <inkml:trace contextRef="#ctx0" brushRef="#br0" timeOffset="64583.78">24847 15114 519 0,'0'0'254'15,"0"0"-136"-15,0 0-5 16,0 0-60-16,0 0-34 0,0 0-19 15,-10-62-6-15,10 53-24 16,0-6-78-16,0-3-77 16,0-3-16-16,0-2-340 15</inkml:trace>
  <inkml:trace contextRef="#ctx0" brushRef="#br0" timeOffset="64751.8">24856 14730 531 0,'0'0'236'16,"0"0"-124"-16,0 0 7 16,0 0-76-16,0 0-27 15,0 0-9-15,-54-67-7 0,54 50 0 16,0 0-36-16,0-2-71 16,0-5-99-16,0-3-132 15</inkml:trace>
  <inkml:trace contextRef="#ctx0" brushRef="#br0" timeOffset="64985.2">24670 14224 594 0,'0'0'191'0,"0"0"-61"0,0 0-4 16,0 0-70-1,0 0-17-15,0 0-26 0,-83-85-10 16,83 76-3-16,0-3-4 15,0 4-19-15,0-7-52 16,0 2-50-16,3-4-15 16,4-2 8-16,2-3-34 15,1-1 57-15,-1 1-84 16</inkml:trace>
  <inkml:trace contextRef="#ctx0" brushRef="#br0" timeOffset="65118.75">24625 13925 248 0,'0'0'104'15,"0"0"36"-15,0 0 56 16,0 0-86-16,0 0-6 15,0 0-12-15,0-92-27 16,0 84-12-16,0-1-30 16,0-1-16-16,0 2-7 0,0-8 0 15,0 3-44 1,0-10-35-16,0 2-19 0,10-3-134 16,-10 0-42-16</inkml:trace>
  <inkml:trace contextRef="#ctx0" brushRef="#br0" timeOffset="65300.28">24709 13487 369 0,'0'0'256'15,"0"0"-96"-15,0 0-55 16,0 0-37-16,0 0-42 16,0 0-12-16,0-93-14 15,6 71-1-15,7 6-37 0,-10-7-76 16,4-5-80-16,12 1-23 15</inkml:trace>
  <inkml:trace contextRef="#ctx0" brushRef="#br0" timeOffset="65450.25">24811 13022 387 0,'0'0'235'0,"0"0"-148"15,0 0 48-15,0 0-38 16,0 0-55-16,0 0-30 15,-35-85-6-15,35 77-6 16,0 1-4-16,0-8-51 16,0 3-75-16,0-11-102 15</inkml:trace>
  <inkml:trace contextRef="#ctx0" brushRef="#br0" timeOffset="65649.67">24706 12566 602 0,'0'0'119'0,"0"0"-36"16,0 0 29-16,0 0-49 15,0 0-38-15,0 0-24 16,0 0-1-16,-48-97-4 16,48 87-10-16,0-3-16 15,0-7-94-15,0-1-29 0,3-4-157 16</inkml:trace>
  <inkml:trace contextRef="#ctx0" brushRef="#br0" timeOffset="65833.98">24670 12172 379 0,'0'0'207'16,"0"0"-74"-16,0 0 37 16,0 0-86-16,0 0-23 15,0 0-19-15,-45-80-17 16,45 67-17-16,0 8-6 15,0-4-4-15,0-1-1 16,0 2-42-16,0-9-73 16,0 0-88-16,0-3-187 0</inkml:trace>
  <inkml:trace contextRef="#ctx0" brushRef="#br0" timeOffset="66017.38">24683 11772 613 0,'0'0'189'0,"0"0"-79"16,0 0-14-16,0 0-32 16,0 0-48-16,0 0-16 15,-48-72-2-15,48 59-6 16,0 2-25-16,0-7-84 16,0-3-34-16,0-2-59 0,0-4-39 15,0-1-69-15</inkml:trace>
  <inkml:trace contextRef="#ctx0" brushRef="#br0" timeOffset="66168.45">24635 11448 245 0,'0'0'201'0,"0"0"-86"0,0 0-45 16,0 0 83-16,0 0-68 15,-87-120 18-15,81 102-46 16,-7 4-16-16,13-2-14 16,0 5-21-16,-9-2-2 15,9-1-8-15,0-3 4 16,0-1-56-16,0-4-83 15,0 0-53-15,0-7-148 16</inkml:trace>
  <inkml:trace contextRef="#ctx0" brushRef="#br0" timeOffset="66350.6">24494 10877 498 0,'0'0'112'0,"0"0"-67"16,0 0 53-16,0 0-33 15,0 0-20-15,0 0 23 16,-48-91-67-16,48 75-1 16,0 3-29-16,0-4-44 15,0-3-100-15,0 1-304 16</inkml:trace>
  <inkml:trace contextRef="#ctx0" brushRef="#br0" timeOffset="66517.03">24388 10495 428 0,'0'0'94'0,"0"0"-19"15,0 0-30-15,0 0-43 16,0 0 3-16,0 0-5 16,-19-52-31-16,19 43-125 15,0-3-73-15</inkml:trace>
  <inkml:trace contextRef="#ctx0" brushRef="#br0" timeOffset="66733.05">24286 10149 449 0,'0'0'111'0,"0"0"-51"16,0 0-16-16,0 0 23 15,0 0-30-15,0 0-17 16,0 0-12-16,-13-90-8 16,13 73-1-16,0 7-11 15,0-8-70-15,0 4-43 16,3-2-172-16</inkml:trace>
  <inkml:trace contextRef="#ctx0" brushRef="#br0" timeOffset="66900.12">24324 9763 277 0,'0'0'250'16,"0"0"-152"-16,0 0-13 15,0 0-2-15,0 0-40 16,0 0-8-16,-16-74-26 16,16 64-7-16,0 5-4 15,0-6-7-15,0 3-64 16,0 0-150-16</inkml:trace>
  <inkml:trace contextRef="#ctx0" brushRef="#br0" timeOffset="67134.1">24353 9535 343 0,'0'0'303'0,"0"0"-185"0,0 0-32 15,0 0-34-15,0 0-24 16,0 0-28-16,-32-20 5 16,32 20-7-16,0 0 2 15,0 0-11-15,0 0 11 16,0 0-40-16,0-5-24 16,0-4-29-16,0-1-103 0</inkml:trace>
  <inkml:trace contextRef="#ctx0" brushRef="#br0" timeOffset="67250.64">24353 9535 487 0,'-106'-124'151'0,"106"124"-45"15,-9 0-41-15,-1 0-38 16,10 0-27-16,-7 0-12 16,7 0-170-16</inkml:trace>
  <inkml:trace contextRef="#ctx0" brushRef="#br0" timeOffset="71818.55">24282 9170 610 0,'0'0'169'0,"0"0"-40"0,0 0-54 0,0 0-20 16,0 0-32-16,0 0-16 15,0 0-7-15,-70 22-7 16,51-13-50-16,-4-3-88 0,-12 1-115 16</inkml:trace>
  <inkml:trace contextRef="#ctx0" brushRef="#br0" timeOffset="71983.33">23901 9253 629 0,'-23'0'189'0,"-2"0"-48"15,9 0-20-15,-7 0-29 16,4 0-64-16,13 0-21 16,-17 0-7-16,1 0-14 15,-10-7-97-15,-7 2-98 16,-9 1-232-16</inkml:trace>
  <inkml:trace contextRef="#ctx0" brushRef="#br0" timeOffset="72134.35">22929 9258 599 0,'0'0'118'0,"0"0"-24"16,0 0-15-16,0 0-8 15,0 0-45-15,0 0-26 16,-112 0-1-16,87 0-54 16,-8 0-91-16,8 0-251 15</inkml:trace>
  <inkml:trace contextRef="#ctx0" brushRef="#br0" timeOffset="72283.86">22301 9278 552 0,'0'0'98'0,"0"0"13"0,0 0 16 16,0 0-10-16,0 0-75 16,0 0-9-16,-244 0-33 15,241 0-5-15,0 0-50 16,-3 0-120-16,6 0-174 15</inkml:trace>
  <inkml:trace contextRef="#ctx0" brushRef="#br0" timeOffset="72417.93">22301 9278 455 0,'-256'-20'307'0,"249"20"-167"16,7 0 2-16,0 0-36 15,0-3-45-15,0 3-44 0,0 0-17 16,0-4-4-16,0-6-212 15</inkml:trace>
  <inkml:trace contextRef="#ctx0" brushRef="#br0" timeOffset="78767.38">9169 17166 786 0,'0'0'145'0,"0"0"-80"0,0 0 23 0,0 0 22 0,0 0-26 0,0 0-34 15,0 0-2-15,0 0-20 16,-212-9 16-16,212 9-11 15,0 0-11-15,0 0-6 16,0 0-4-16,0 0-3 16,52 0-7-16,21 3 12 15,33 2 1-15,35-5-9 16,7 0 4-16,12 0-6 16,16 0-4-16,-12 0 0 15,-14 0 0-15,-18 0 0 16,-29 0 0-16,-20 0-7 15,-35 0 7-15,-10 0 9 0,-18 0-9 16,-20 0 2-16,0 0-2 16,0 0-1-16,0 0 1 15,0 0-3-15,0 0-3 16,6 0-28-16,10 0-83 16,16 0-43-16,16 0-163 15,16 0-437-15</inkml:trace>
  <inkml:trace contextRef="#ctx0" brushRef="#br0" timeOffset="79637.97">15584 17077 519 0,'0'0'153'0,"0"0"15"0,0 0-35 0,0 0-42 0,0 0 37 16,0 0-34-16,-170-7-23 15,164 7-19-15,6 0 9 0,0-3-24 16,0 3-1-16,0 0-14 16,26-2-5-16,41 2-4 15,32-2-9-15,23-3-2 16,13 0 2-16,25 1-2 16,0 1-1-16,17 2 2 15,-7-3 0-15,-29 4-6 16,-19 0 6-16,-36 0-10 15,-22 0 10-15,-19 0-6 16,-22 0 2-16,-14 0 0 16,-2 0 2-16,-7 0 0 15,0 0-1-15,0 0-2 0,0 0-1 16,0 0-15 0,-7 0-46-16,-44 0-62 0,-23 0-81 15,-38 9-117-15</inkml:trace>
  <inkml:trace contextRef="#ctx0" brushRef="#br0" timeOffset="80319.13">4244 18319 270 0,'0'0'632'0,"0"0"-495"0,0 0-50 0,0 0 49 0,0 0-50 0,0 0-10 0,-138-28 3 16,138 25-37 0,0 2-4-16,49-6-34 15,34-3-3-15,19 4 5 0,40-1 3 16,-1 2-7-16,-10 2-2 16,-9 0 3-16,-36 3-3 15,-37 0-4-15,-14 0 2 16,-3 0 2-16,-6 0-2 15,-17 0-25-15,-2 0-60 16,-1 0-47-16,10 11-81 16,3 0-109-16</inkml:trace>
  <inkml:trace contextRef="#ctx0" brushRef="#br0" timeOffset="80963.66">6937 18234 750 0,'0'0'212'0,"0"0"-123"0,0 0 52 0,0 0-38 0,0 0-41 0,0 0-4 16,-93-6-12-16,93 6-15 16,42-3-23-16,54 1-7 15,49 0 15-15,21 0-13 16,14 1 1-16,-1-3-4 16,1 4 0-16,-13 0 1 15,-23 0 9-15,-25 0-10 16,-33 0 0-16,-28 0-11 15,-20 0 2-15,-22 0-28 0,7 0-28 16,-17 0 2-16,4 0-30 16,15 0-89-16,7 0-39 15,7 7-101-15</inkml:trace>
  <inkml:trace contextRef="#ctx0" brushRef="#br0" timeOffset="81868.48">12862 18169 851 0,'0'0'167'0,"0"0"-50"0,0 0-25 0,-308 0 18 0,232 0-28 15,24 0-1-15,30 0-21 0,12 0-17 16,10 0-18 0,0 0-11-16,45 0-1 0,67 0-6 15,58 0 3-15,39 0 2 16,25 0-3-16,32 0-9 16,22 0 2-1,17 0 0-15,-1 0-2 0,-21-4-5 16,-33-1 5-16,-36-2 1 15,-37 4 0-15,-36 1-1 16,-45-1 0-16,-19 3-3 16,-32 0-14-16,-26 0-10 15,-6 0-26-15,-13 0-63 0,0 0-42 16,0 0-65 0,-42 5-163-16</inkml:trace>
  <inkml:trace contextRef="#ctx0" brushRef="#br0" timeOffset="147871.47">10410 5379 486 0,'0'0'165'0,"0"0"-15"0,0 0 7 0,0 0-9 15,0 0 4-15,0 0-78 16,0 0 19-16,-257-34-11 16,238 32-3-16,0 2-7 15,9 0-20-15,7 0-29 16,-4 0-11-16,7 0-4 0,0 0-8 16,0 0 0-16,0 0-3 15,32 0 1-15,61 0 2 16,39 0 0-16,28 0 6 15,20 0-4-15,-4-3 0 16,-12-2-2-16,-7 4 0 16,-16-2-1-16,-19 2 1 15,-17 1 0-15,-31-7 2 16,-7 6-2-16,-28 0 3 16,-13 1-4-16,-17 0 2 15,-9-5-1-15,0 5 5 16,0 0 0-16,-9 0 5 15,-52 0-2-15,-36 0-7 16,-18 0-1-16,-26 0-1 0,-10 0 0 16,-6 0 1-16,-3 0 0 15,6 0-1-15,3 0 1 16,10 5 7-16,10 4-5 16,9-4 2-16,19 5-2 15,33-3-2-15,9-1 6 16,22-2 6-16,23-1-7 15,16-3-4-15,0 0 0 16,0 2-1-16,45 1-3 16,58 2 3-16,57-5 4 15,36 0 3-15,15 0-3 16,4 0 0-16,3 0-1 0,-29-5-1 16,-15-4-2-16,-40 1-1 15,-31 3 1 1,-23 0 0-16,-38 0 1 0,-10 2-1 15,-26 3 1-15,-6-1-1 16,0-2 0-16,0 2 4 16,0 1-4-16,-45 0-6 15,-25 0-21-15,-11 0-37 16,1 5-49-16,-9 9-154 16,-8-1-198-16</inkml:trace>
  <inkml:trace contextRef="#ctx0" brushRef="#br0" timeOffset="150154.29">16655 11137 459 0,'0'0'240'0,"0"0"-167"15,0 0 36-15,0 0 11 0,0 0 32 16,0 0-55-16,0 0-6 16,10-18-9-16,-10 18-6 0,0 0-4 15,0 0-41 1,0 0 0-16,0 7-20 0,0 12-10 16,19 12 8-16,-3 1 3 15,-3-1-5-15,0-1-3 16,6-7-3-16,-3-4-1 15,0-10 0-15,3-1-3 16,20-8 3-16,12-5 5 16,29-34 5-16,23-19-3 15,38-15-2-15,9-13-5 16,-9-3-6-16,10 10-31 16,-19 11-39-16,-17 14-52 15,-32 11-69-15,-25 10-208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1:27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1282 10806 958 0,'0'0'249'0,"0"0"-128"0,0 0 25 0,0 0-38 0,0 0-36 16,0 0-57-16,0 0 16 16,-176 39-1-16,278-61-3 15,62-13 22-15,22-10-36 16,9-5-10-16,-15 2 0 15,-30 10-2-15,-37 3-2 16,-40 9 2-16,-25 10 0 16,-28 8-1-16,-20 4-1 0,0 1-2 15,0-5-5-15,-39-1 4 16,-15-1-2-16,-20-2 0 16,3 2 6-16,7-3 1 15,26 8 2-15,12-3-2 16,17 7 1-16,9-1 0 15,0 2-2-15,0-3-3 16,0-5 3-16,41 3-1 16,20-3-1-16,19 8-2 15,-9 0 3-15,-1 0-6 16,-18 9 7-16,-4 9-1 16,-3 8 0-16,-17 3 0 0,-8 9-1 15,-20 7-35 1,0 15-71-16,0 5-135 0,-7 5-92 15</inkml:trace>
  <inkml:trace contextRef="#ctx0" brushRef="#br0" timeOffset="833.25">1558 15036 931 0,'0'0'261'0,"0"0"-92"0,0 0-25 16,0 0-37-16,0 0-50 0,0 0-27 15,-23 0-8-15,94-11 6 16,31-9 8-16,39-14-18 16,0 3-11-16,-9-1-2 15,-30 10-5-15,-28 2 1 16,-16 8-9-16,-29 5 8 15,-10 7 0-15,-19 0 1 16,0 0-1-16,0 0-9 16,-26-6 5-16,-35-3-6 15,7-4 4-15,-13-1 6 16,9-3 9-16,19 5-9 16,4 1 4-16,26 2 0 15,9 1 2-15,0 6-3 16,0-2 0-16,0 1 0 0,48-2-3 15,6 2-2-15,20 3 1 16,-13 0 1-16,-7 0 0 16,4 17-2-16,-13 11 2 15,-16 10-8-15,-20 12-1 16,-9 11-76-16,0 11-110 16,-16 3-149-16,-45 3-655 15</inkml:trace>
  <inkml:trace contextRef="#ctx0" brushRef="#br0" timeOffset="6182.9">9345 11006 804 0,'0'0'189'0,"0"0"-24"0,0 0-56 16,0 0 28-16,0 0-50 16,0 0-1-16,0 0-15 15,-170-8-24-15,170 8-25 0,0 0 3 16,0 0-15-16,0 0 3 16,39 0-13-16,54 1 14 15,22 2 1-15,26-3-12 16,7 0 6-16,-7 0-8 15,-7 0-1-15,-25 0-4 16,-28 0 4-16,-27 0 0 16,-15-3-15-16,-17 2 2 15,-16 1-53-15,-6 0-56 16,0 0-89-16,0 0-145 16</inkml:trace>
  <inkml:trace contextRef="#ctx0" brushRef="#br0" timeOffset="12688.75">20756 11071 294 0,'0'0'146'0,"0"0"-14"0,0 0-31 0,0 0 7 16,0 0 33-16,0 0 7 15,0 0-34-15,-263 0-23 16,228 0 17-16,-4 0-24 16,-9 0-5-16,9 0-10 15,1 2-28-15,12 3-9 16,-2-4-18-16,18 2 12 15,3-2-8-15,7-1-16 0,0 0 9 16,0 0-3-16,0 0 1 16,17 0-6-16,69 0-1 15,33 0 9-15,22 0-9 16,13-1 1-16,-13-8-1 16,-10-3-2-16,-3 2 0 15,-12-1 0-15,-23 0 0 16,-19 6 1-16,-26-3 2 15,-19 2-3-15,-1-2 0 16,-18 1 2-16,0 1-1 16,-4 2-1-16,0-1 5 0,-6 0-4 15,0 4-1-15,0 1-43 16,-60 0-97-16,-27 0-296 16</inkml:trace>
  <inkml:trace contextRef="#ctx0" brushRef="#br0" timeOffset="16200.37">7636 12013 622 0,'0'0'244'0,"0"0"-65"0,0 0-47 0,0 0-3 16,0 0 0-16,0 0-33 16,0 0-23-16,-208 0-8 15,208 3-18-15,0-3-13 16,0 0-7-16,0 0-10 16,0 0 2-16,54 0-16 15,49 0 5-15,45 0 8 16,25-7 1-16,29-1-17 15,-7-7 4-15,-9 5-3 0,-6 1-1 16,-39 1-5 0,-39 4 1-16,-15-1-5 0,-23 1-9 15,-25 4-32-15,-14-1-25 16,-12 1-38-16,-13 0-92 16,0 0-125-16,0 1-636 15</inkml:trace>
  <inkml:trace contextRef="#ctx0" brushRef="#br0" timeOffset="20834.36">4116 13299 803 0,'0'0'170'0,"0"0"-14"0,0 0-49 0,0 0 10 16,0 0-10-16,0 0-29 15,0 0-21-15,0 0-36 16,-87-9-3-16,87 9-10 16,0 0-3-16,29 0-5 15,64-3 0-15,48-6 12 16,49-2-6-16,8-2-6 16,8 2 4-16,-8 1-8 15,-28 1-1-15,-9 5 5 16,-20-1 1-16,-39 2 1 15,-25 3-4-15,-42 0 2 16,-22 0 0-16,-13 0 0 16,0 0 4-16,0 0-2 0,0 0 4 15,0 0-6-15,0 0-32 16,0 0-51-16,0 8-51 16,0 11-96-16,0-8-291 15</inkml:trace>
  <inkml:trace contextRef="#ctx0" brushRef="#br0" timeOffset="21867.87">13805 13205 528 0,'0'0'257'0,"0"0"-57"0,0 0-55 0,0 0-25 15,0 0-3-15,0 0-19 16,-61-23-17-16,58 20-18 16,-7 3-27-16,10 0 9 15,0 0-23-15,0 0-3 16,0 0-1-16,16-2-7 16,58-1-9-16,41-1 18 0,26-2-4 15,26-1-15 1,3-3 8-16,3 3-4 0,-9 2-1 15,-10 2-4-15,-10-1 1 16,-16 1-2-16,-25-2 1 16,-23 5 0-16,-32 0 2 15,-22 0-1-15,-20 0-1 16,-6 0-2-16,0 0 2 16,0 0 0-16,0-1-6 15,0-2-27-15,-19 3-44 16,-42 0-79-16,-26 0-142 15,-6 12-263-15</inkml:trace>
  <inkml:trace contextRef="#ctx0" brushRef="#br0" timeOffset="24783.99">10980 15047 663 0,'0'0'168'0,"0"0"-46"0,0 0-13 0,0 0 31 0,0 0-54 16,0 0-2-16,0 0-51 15,-19 0-17-15,22 0-4 16,55 0-5-16,25 0 15 16,30 0-3-16,8-7-5 15,4 0-6-15,-6 2-4 16,-13 2 1-16,0 2-3 16,3-3 0-16,6 0 0 15,-12 0 0-15,-20 4 4 16,-16-2-5-16,-19 1-1 15,-9 1 0-15,-20-3 0 16,-19 3-8-16,0-1-13 16,0 1-71-16,0 0-108 15,-13 0-164-15</inkml:trace>
  <inkml:trace contextRef="#ctx0" brushRef="#br0" timeOffset="27718">7550 16151 839 0,'0'0'135'0,"0"0"-65"0,0 0 23 0,0 0-13 0,0 0 0 0,0 0-25 15,0 0-24-15,45 22-19 16,38-22 5-16,23 0 34 16,6 0-18-16,13 0-16 15,13 0-10-15,3 0 0 16,-3 0 4-16,-13-2-9 15,-13 0-2-15,-22 2 3 16,-16 0-3-16,-20 0-1 16,-15 0-3-16,-4 0 3 15,-22 0 1-15,-4 0-1 16,-9 0-1-16,0 0-13 0,0 0-74 16,0 0-82-1,-57 2-49-15,-17 12-418 0</inkml:trace>
  <inkml:trace contextRef="#ctx0" brushRef="#br0" timeOffset="29601">11048 15818 1017 0,'0'0'52'0,"0"0"2"0,0 0 0 0,0 0 19 0,0 0 8 16,0 0-37-16,0 0-19 16,-7 0-21-16,23 0-2 15,42 0-2-15,16 0 2 0,12-11-3 16,-12 1 1-16,3-7-37 16,-3 2-117-16,-13-2-114 15,-17 4-412-15</inkml:trace>
  <inkml:trace contextRef="#ctx0" brushRef="#br0" timeOffset="33018.74">13625 16941 722 0,'0'0'211'0,"0"0"-101"0,0 0-17 0,0 0 3 0,0 0-17 16,0 0-1-16,10-3-30 15,-10 3-12-15,0 0 6 16,13 0-9-16,-7 0-10 16,-6 0 5-16,19 0-11 0,-3 0 7 15,4 0-3 1,12 0-1-16,3 0 6 0,26-5 6 16,19-14-6-16,26-13-14 15,6-11-7-15,13-10-4 16,-16 4-1-16,-6 2-17 15,-20 7-66-15,-25 10-161 16,-20 6-266-16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2:22.3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1942 3413 665 0,'0'0'262'0,"0"0"-125"0,0 0-9 0,0 0-35 0,0 0-57 16,0 0-14-16,0 0-12 15,-77-8-1-15,39 20-3 16,-7-3 9-16,-3 0 2 15,-7-4 4-15,-2-5 0 16,9 0-4-16,9 0 8 16,13-19 23-16,7-8-21 15,10-7-16-15,9-2-9 16,9-2 0-16,49 3-2 16,6 9-4-16,10 14 1 15,-7 12-6-15,7 0 2 0,-7 23-5 16,1 20 7-16,-20 14 5 15,-23 10 7-15,-25 14 11 16,0 10 0-16,-48-3-6 16,-35 0-5-16,-20-11 0 15,10-19-7-15,7-15 7 16,31-20 0-16,20-21-3 16,-7-2 18-16,4-17 30 15,12-23-35-15,4-8-9 16,22 4-8-16,0 9-5 15,0 12 2-15,35 8 1 0,-3 15-1 16,23 0-2-16,2 4 5 16,11 22 3-16,2 9 6 15,-19 2 8-15,7 8-9 16,-23 8-3-16,-6-1 2 16,-10-6-2-16,-9-5-5 15,0-6 0-15,6-11-29 16,-3-13-71-16,12-11-123 15,17 0-99-15,19-19-172 16</inkml:trace>
  <inkml:trace contextRef="#ctx0" brushRef="#br0" timeOffset="162.26">2426 3972 1002 0,'0'0'364'0,"0"0"-132"0,0 0-103 0,0 0-59 0,0 0-22 16,0 0-39-16,0 0-9 15,4 0-1-15,5 0-37 16,10 0-87-16,-6 12-189 16,13-5-362-16</inkml:trace>
  <inkml:trace contextRef="#ctx0" brushRef="#br0" timeOffset="20346.18">5280 5139 645 0,'0'0'152'0,"0"0"-16"0,0 0-34 0,0 0-20 0,0 0-29 16,0 0-8-1,0 0-33-15,0 0-1 0,-48 5 5 16,99-5 8-16,42 0 23 16,32 0-7-16,3-2-27 15,26-10-5-15,-6 3 2 16,2 0 1-16,1 3-3 16,-10 2-7-16,-19-3-1 15,-19 6 9-15,-20-2-9 16,-32 3 1-16,-12 0-8 15,-23 0 10-15,-7 0-3 16,-2 0 2-16,-7 0-2 16,0 0 0-16,0 0 0 0,0 0 0 15,0 0-3-15,0 0 0 16,0 0-34-16,0 0-53 16,0 7-25-16,13 1-183 15,12-6-121-15</inkml:trace>
  <inkml:trace contextRef="#ctx0" brushRef="#br0" timeOffset="22529.92">19364 5233 675 0,'0'0'100'0,"0"0"-16"0,0 0 24 0,0 0 5 15,0 0-25-15,0 0-41 16,0 0-5-16,-154 24 12 15,154-24-13-15,0 2-23 16,0-2-3-16,0 1-5 16,13 3 0-16,54-3 5 15,46-1 26-15,28 0-10 16,35 0-14-16,23 0 1 16,16 0-8-16,3 0-7 15,3-6 3-15,-16 0-5 16,16-5-1-16,-3-2 2 15,10-1-2-15,-13 1-7 0,-16 2 7 16,-20 3 0-16,-19-1 4 16,-25 1-2-16,-26 2-2 15,-26 2-3-15,-25 0 3 16,-19 1 0-16,-14 3 7 16,-5 0-7-16,-20-1 0 15,0 1 0-15,0-1-4 16,0 1 10-16,0-3-10 15,0 3 8-15,0 0-8 16,0 0 0-16,-10 0-64 16,-48 0-129-16,-35 0-172 15</inkml:trace>
  <inkml:trace contextRef="#ctx0" brushRef="#br0" timeOffset="71795.36">27973 3921 622 0,'0'0'181'0,"0"0"-38"0,0 0-34 0,0 0 39 0,0 0-39 16,0 0-28-16,-257 0-6 15,251 0-11-15,-4 0-16 16,10 0-28-16,0 0-4 15,0 0-5-15,13 1-8 16,61 9 6-16,47-2 23 16,37 4-12-16,12-5-13 15,-1-2-6-15,11-2-1 16,-13-3 0-16,-4 0-1 16,-2 0 2-16,-20 0-1 15,-20-8 0-15,-28-3 3 0,-28 0-3 16,-27 6 0-16,-3-5 1 15,-25 5-4-15,-7 1 2 16,-3 0-17-16,0 1-61 16,-48 3-108-16,-29 0-93 15,-32 0-254-15</inkml:trace>
  <inkml:trace contextRef="#ctx0" brushRef="#br0" timeOffset="73212.88">5142 5205 656 0,'0'0'223'0,"0"0"-101"0,0 0 14 0,0 0-21 16,0 0-47-16,0 0-23 16,0 0 15-16,-29 1 2 15,48-1-26-15,45-4-10 16,33-10-16-16,21 0 7 15,14-3 1-15,18 2-11 16,14 2-1-16,12 1-1 16,4 1 5-16,-1-1-6 15,-28 3-3-15,-19 5 13 0,-20-1-8 16,-29 5-5 0,-25 0 2-16,-13 0 3 0,-23 0-5 15,-12 0 1-15,-10 0 1 16,0 0 3-16,0 0-5 15,0 0 4-15,0 0-1 16,0 0-2-16,0 0 0 16,0 0-2-16,0 0 7 15,0 0-7-15,0 0-32 16,0 0-61-16,0 0-94 16,0 0-52-16,0 0-190 15</inkml:trace>
  <inkml:trace contextRef="#ctx0" brushRef="#br0" timeOffset="75678.48">20615 5122 536 0,'0'0'100'0,"0"0"31"0,0 0 11 0,0 0-57 0,0 0 35 16,0 0-51-16,-109-28-1 15,89 28-20-15,8 0-19 16,2 0 12-16,4 0 10 0,6 0-1 16,0 0-21-16,0 0 0 15,0-3-3-15,0 0 16 16,6 0-11-16,42-3-19 16,55-5-11-16,28-3 11 15,26-3-10-15,16 0 4 16,7 1 0-16,15 1-5 15,-2 0-1-15,2 6 3 16,-25 0 5-16,-9 4-8 16,-20 2-3-16,-10 3 3 15,7 0 1-15,-3 0 2 16,-7 0 5-16,-22 0-2 16,-4 0-2-16,-28 0 0 15,-16 0 3-15,-20 0 2 0,-19 0 3 16,-9 0 6-1,0 0-1-15,-10 0 3 0,0 0 3 16,0 0 2-16,0 0-13 16,0 0 3-16,0 0-11 15,0 0 1-15,0 0 2 16,0 0-4-16,0 0-3 16,0 0 1-16,0 0 1 15,0 0-2-15,0 0-1 16,0 0 0-16,0 0 0 15,0 0-9-15,0-1-20 16,0 1-26-16,0 0-23 16,-10 0-60-16,-9 0-69 0,-16 0-58 15,18 1-168 1</inkml:trace>
  <inkml:trace contextRef="#ctx0" brushRef="#br0" timeOffset="78012.16">8435 6009 650 0,'0'0'203'16,"0"0"-132"-16,0 0 13 0,0 0 40 0,0 0-21 15,0 0-64-15,0 0-13 0,-32 0 2 16,32 0 1-16,0 0-12 15,57 0 7-15,49 0 39 16,22 0-10-16,23 0-20 16,19 0-19-16,19 0-13 15,20 0 8-15,5 0 1 16,4-8-5-16,-22 4-4 16,-7-1-1-16,-22 2 2 15,-23 3-2-15,-19-1 2 16,-32 1-1-16,-19 0-1 15,-29 0 1-15,-23 0-1 16,-6 0 5-16,-16 0-7 16,0 0 7-16,0 0-4 15,0 0 1-15,0 0 0 16,0 0-1-16,0 0 1 0,0 0 2 16,0 0-2-16,0 0 0 15,0 0-2-15,-16 0-11 16,-16 0-67-16,3 0-90 15,0 0-29-15,-6 0-122 16,9 0-245-16</inkml:trace>
  <inkml:trace contextRef="#ctx0" brushRef="#br0" timeOffset="79748.08">17793 6214 670 0,'0'0'79'0,"0"0"58"0,0 0-39 0,0 0 35 0,0 0-26 15,0 0-48-15,-166 0-13 16,166 0-3-16,0 0 14 15,0 0-15-15,0 0-18 16,64 0 1-16,48 0 9 16,39 0-3-16,44 0-1 15,14 0-20-15,18 0-3 16,7 0 4-16,-3-2-9 16,-13 0 3-16,-16 2-3 0,-26-3-2 15,-15 3 2 1,5 0-1-16,-2 0 0 0,3 0 1 15,-13 0-2-15,-23 0 2 16,-28 0-2-16,-46 0-3 16,-28 0 3-16,-22 0 0 15,-7 0 0-15,0 0 0 16,0 0 3-16,0 0-2 16,0 0-1-16,0 0-4 15,0 0-11-15,0 0-27 16,0 0-86-16,0 0-75 15,0 0-124-15,0 0-194 16</inkml:trace>
  <inkml:trace contextRef="#ctx0" brushRef="#br0" timeOffset="80498.67">25808 5938 679 0,'0'0'106'0,"0"0"0"0,0 0-14 0,-246 0 82 16,201 0-87-16,19 0-20 15,16 0-30-15,1 0 10 16,9 0-10-16,0 0-29 16,0 0 6-16,45 0 6 0,70 0 4 15,39 0 20 1,19 0-30-16,23-4-3 0,-4 0-7 15,-16-1 1-15,4 1-4 16,-23 2 0-16,-25-1 2 16,-36 3-3-16,-32 0 0 15,-32 0-3-15,-16 0 6 16,-13 0-6-16,-3 0 6 16,0 0-6-16,0 0 3 15,0 0-10-15,0 0-4 16,-3 7-35-16,-26 4-76 15,3 5-68-15,-12-5-150 16</inkml:trace>
  <inkml:trace contextRef="#ctx0" brushRef="#br0" timeOffset="84028.74">17383 12501 888 0,'0'0'173'0,"0"0"-29"0,0 0 0 0,0 0-20 0,0 0-33 15,0 0-28-15,-74 0-4 16,74 0-18-16,0 0-10 15,0 0-13-15,7 0-3 16,60 0-1-16,42 0 4 16,32 0-3-16,10 0-4 0,9-3-8 15,7-2 3 1,-13 3-4-16,-17 2-2 0,-31 0 1 16,-13 0 0-16,-35 0 2 15,-20 0-3-15,-22 0-6 16,-6 0 6-16,-10 0 0 15,0 0-9-15,0 0-37 16,0 0-122-16,0 0-165 16,-51 2-385-16</inkml:trace>
  <inkml:trace contextRef="#ctx0" brushRef="#br0" timeOffset="88178.95">23381 11970 650 0,'0'0'212'0,"0"0"-76"0,0 0 18 0,0 0-20 16,-246 7-1-16,210-7-31 16,17 0-20-16,3 0-20 15,6 0-3-15,10 0-10 16,0 0-13-16,0 0-8 15,0 0-14-15,0 0-14 16,36 0 4-16,47 0-4 16,42 0 4-16,39-1 5 15,25-3 2-15,22 2-10 0,-2-1 1 16,-17 2 2-16,-28-3-4 16,-33-3-3-16,-38 2 3 15,-29 4 0-15,-35-2-2 16,-16 3 2-16,-7-1 2 15,-6-2-2-15,0 1 0 16,0-3-6-16,-13 1-32 16,-47 1-53-16,-27 3-71 15,-32 0-162-15,-22 4-244 16</inkml:trace>
  <inkml:trace contextRef="#ctx0" brushRef="#br0" timeOffset="92012.19">30117 11474 642 0,'0'0'118'0,"0"0"41"0,0 0 2 0,0 0-46 15,0 0-41-15,0 0 9 16,0 0-18-16,-125-34-31 16,125 34-12-16,0 0-13 15,42 0-1-15,22 0-7 16,36 0 10-16,18 0-11 16,14 0 6-16,6 0-10 15,-4 0 4-15,-6 0-2 0,-22 0-24 16,-29 0-30-16,-22 0-85 15,-26 3-40 1,-29-1-262-16</inkml:trace>
  <inkml:trace contextRef="#ctx0" brushRef="#br0" timeOffset="191595.17">833 12454 896 0,'0'0'151'0,"0"0"-24"0,0 0 9 0,0 0-41 0,0 0 4 16,0 0-47-16,0 0 6 15,-106-12-33-15,116 8-4 16,73 1-10-16,42-5 4 0,19 0 0 15,20-1-10-15,-10 2-4 16,-3 0-1-16,-10-1 0 16,-26 4 3-16,-35 0-3 15,-25 2 2-15,-23-1-2 16,-16 3 0-16,-16 0 0 16,0 0 1-16,0 0 2 15,0-3 4-15,0-5 3 16,-29-3 0-16,-35-5-7 15,6 0 1-15,-6-2-1 16,6 0-3-16,10 5 2 16,13 2 5-16,16 3 3 0,3 4 21 15,16 1-13-15,0 3 3 16,0-2 0-16,0 2-16 16,0 0 2-1,0 0-7-15,0 0 0 0,54 0-2 16,10 0-3-16,26 9 0 15,-16 5 5-15,-4 2 0 16,-12 0 0-16,-19 4-4 16,-4 3 0-16,-26 1 2 15,-9 2 1-15,0 1-6 16,-35 1-15-16,-26 5-29 16,-9-1-38-16,-7 2-41 15,-7-6-102-15,33-4-128 0</inkml:trace>
  <inkml:trace contextRef="#ctx0" brushRef="#br0" timeOffset="193645.45">14125 12326 573 0,'0'0'117'0,"0"0"11"0,0 0-25 0,0 0-12 0,0 0-21 16,0 0-17-16,0 0-3 16,17-50 19-16,-17 35-27 15,0-5-3-15,0 4-11 16,0-5-18-16,0 3 14 16,0 3-2-16,-17-5-7 15,-11 2 4-15,2-1-14 16,-13 1 11-16,7-4 3 15,-6-1-8-15,-7 0-4 16,-3-2-2-16,-16 4 10 16,9 5-8-16,-12-5 2 0,-7 3-6 15,7 1 9-15,-10 0-12 16,3 5 18-16,7 4 5 16,-7 0-9-16,7 2-3 15,3 1-7-15,-4 3 2 16,14 0-3-16,-1-1-2 15,-2 3 4-15,5 0-1 16,-2 0-3-16,9 0 4 16,7 0-2-16,2 0 2 15,-5 0-5-15,-4 0 1 16,6 7-1-16,-18 5 0 16,8 3-3-16,-15 4 7 15,-9 3-1-15,-1 2-3 16,3 6-7-16,1-3 7 15,9 3 5-15,3-6-5 0,4 1 0 16,18-2 0-16,8-2 1 16,-11 8-1-16,20-2 0 15,-7 1 0-15,17 3 0 16,-4 4 0-16,3 4 0 16,7 3 1-16,3 4-1 15,0-2 1-15,0 4-1 16,0 0 0-16,0-3 1 15,32-1 0-15,-3-2 0 16,29-7-1-16,-10 0 4 0,6-4-3 16,10 0 1-16,7-4 0 15,22-4-2-15,0-3 1 16,9-1-1 0,20-8 0-16,0-2 0 0,3-5-2 15,-6-4 5-15,2 0-3 16,14 0 2-16,-3-9-1 15,-7-4 0-15,3-1 1 16,-13-1-1-16,-6 0 1 16,-13-1-2-16,-6-4 0 15,-10 2 3-15,-6-2-1 16,3-1-1-16,-13-5 2 16,0 0-2-16,-6 2 5 15,-10-3-5-15,7 4 0 16,-23-3 1-16,-7-1-1 0,-5 0 4 15,-11-3 3-15,1-1-8 16,-10-3 14-16,0-4 2 16,0-3-4-16,0 0-3 15,0 1-1-15,-26-1 10 16,-6-1-6-16,-13 5-2 16,-12-4 0-16,-8 7-5 15,-12 2 0-15,1 5-5 16,-21 0 0-16,-12 5-2 15,-6 1-7-15,-7 10-32 16,-19 11-77-16,0 0-179 16,0 10-373-16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4:04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28280 11847 566 0,'0'0'341'0,"0"0"-159"0,0 0-61 0,0 0-20 16,0 0 12-16,0 0-32 0,0 0-44 16,-44-59 11-16,44 59-27 15,0 0 6-15,0 0 2 16,0 10-6-16,0 15 0 16,0 16 3-16,0 8-8 15,0 8-1-15,0 6-4 16,0-3-1-16,9 6-6 15,-9-3-4-15,10-2-1 16,-10-2 1-16,9-8 0 16,1-3-2-16,-10-9 1 15,0-15-1-15,6-8 0 16,-6-9 1-16,0-4 0 0,0-3 1 16,0 0 0-16,0 0 8 15,0 0 4-15,0-5-2 16,0-16-4-16,0-9-7 15,0 2 0-15,0-8-1 16,0-5 2-16,0-4-2 16,0-3-1-16,-6 1 1 15,6 1 1-15,-19 3-1 16,9 0-2-16,-6 6 2 16,6-2 2-16,7-1-2 15,-6 1 0-15,5 5-3 16,-2 9 6-16,0 7-2 15,6 7-1-15,-4 4 1 0,4 6 1 16,0 1 0 0,-6 0-2-16,6 0 2 0,-10 0-4 15,1 15-1-15,-4 12 3 16,-3 7 0-16,-13 2 0 16,-6 0 1-16,6-2-1 15,6-5 0-15,-2-2 0 16,-4-2 0-16,13-8 2 15,3-3-2-15,4-13-1 16,9-1-1-16,0 0 3 16,0 0-2-16,0-15 1 15,0-12-2-15,22-6 0 16,4-3 2-16,15-5 1 16,-9 7 0-16,0-2-1 0,4 5-3 15,5 7 1-15,-9-1 0 16,0 13 2-16,-6 5 0 15,-7-1-1-15,7 8-1 16,6 0-4-16,7 0 3 16,5 8 2-16,21 6 0 15,-14 2-1-15,10-2-5 16,6-1 6-16,4 2-13 16,9 1-45-16,6 3-58 15,14 3-121-15,-1-4-145 16</inkml:trace>
  <inkml:trace contextRef="#ctx0" brushRef="#br0" timeOffset="4083.04">17437 12532 554 0,'0'0'309'0,"0"0"-159"0,0 0 1 0,0 0-12 16,0 0-22-16,0 0-45 16,0 0-34-16,170 8-2 15,-9-21 6-15,25-2-13 16,3-2-19-16,0 8 6 16,-13 4-7-16,-12 4-6 15,-36 1-1-15,-35 0 4 16,-32 0-6-16,-35 0 0 15,-20 0-5-15,-6 0 2 16,0 0 0-16,0 0 2 16,0 9-28-16,0 3-32 0,-6 5-94 15,-14-5-72-15,14-7-329 16</inkml:trace>
  <inkml:trace contextRef="#ctx0" brushRef="#br0" timeOffset="5482.88">23837 12060 794 0,'0'0'172'0,"0"0"-41"0,0 0 9 0,0 0-11 0,0 0-13 16,0 0-26-16,-202-5-32 16,202 5-17-16,0 0-13 15,29 0 2-15,64-4-12 0,41-8-1 16,33 1-10-16,3 3-6 15,3 1-2-15,-26 6 5 16,-12 1-8-16,-16 0 4 16,-4 0-3-16,-35 0-12 15,-19 0-24-15,-13 9-36 16,-22 5-68-16,-26-1-51 16,0 4-89-16,-10 0-368 15</inkml:trace>
  <inkml:trace contextRef="#ctx0" brushRef="#br0" timeOffset="9201.41">17758 12794 558 0,'0'0'159'15,"0"0"-38"-15,0 0 35 0,0 0-6 0,0 0-29 0,0 0-40 0,0 0 2 0,-154 0-3 0,154 0-11 16,0 0-14-16,0 0-26 15,0 0-15-15,0 0-5 16,0-4-5-16,48 3 1 16,58-6-3-16,51-3 7 15,23-3 2-15,9 2-6 16,-3 3 1-16,-16 0-5 16,3 7 1-16,-26 1 0 0,-25 0-2 15,-35 0 5 1,-33 0-5-16,-15 0 0 0,-17 0-1 15,-19 0 2-15,0 0 2 16,-3 0-3-16,0 0 5 16,0 0-4-16,0 0 8 15,0 0 1-15,0 0 0 16,0 0 5-16,0 0-7 16,-38 0-3-16,-16 0-3 15,-17 0-3-15,-9 0 1 16,-13 0-1-16,-16 0-6 15,-13 0 5-15,-16 0 2 16,-22 10-14-16,-4 7 1 16,-2-3 6-16,5 4-7 15,30-1 8-15,15-3 6 0,23-1-5 16,36-9 5-16,12-2 0 16,29-2 0-16,6 0 2 15,10 0 2-15,0 0 2 16,0 0-6-16,0 0 0 15,0 0 0-15,16 0-6 16,61 0 5-16,55-11 0 16,38-7-5-16,19 1 6 15,22-2 0-15,1 6 1 16,0 1 0-16,-10 2-1 16,-26 3 1-16,-45 5-1 15,-44 2 0-15,-39 0 0 0,-32 0 0 16,-6 0-2-16,-10 0-1 15,0 0 2-15,0 0 1 16,0 0-3-16,0 0 3 16,-26 0-21-16,-41 13-89 15,-36 2-161-15,-9-2-285 16</inkml:trace>
  <inkml:trace contextRef="#ctx0" brushRef="#br0" timeOffset="18200.18">27588 11599 556 0,'0'0'201'0,"0"0"-72"16,0 0-2-16,0 0-18 0,0 0-28 15,0 0-22-15,0 0-16 16,-13-29 9-16,10 29-1 0,3 0-23 15,0 0-5-15,0 0-12 16,0 10-5-16,0 12 18 16,0 7 2-16,16 4-12 15,0 2 5-15,-3 0-6 16,3 0-4-16,-7-4-7 16,4-2 2-16,3-4-3 15,-16-5-1-15,10-8 2 16,-10-5-1-16,9 4-1 15,-2-10 0-15,-7 2 1 16,3-1-3-16,7-2 4 16,-1 0 9-16,17 0-9 15,12 0 9-15,11 0 4 0,8 0-15 16,7 0 0 0,23-6 0-16,-4 2 0 0,13-3 1 15,7 2-1-15,-10-2-2 16,22-8 2-16,-2 5 2 15,15 0-2-15,-3-2 0 16,6 3 1-16,1-1-1 16,-4 3-6-16,-3 2 6 15,-3 0 1-15,3-2 3 16,-6 3-5-16,-4-3 2 16,-6 2 1-16,-6 5-2 15,2-3 0-15,1 3 2 16,-10 0-5-16,4 0 4 15,-7 0-1-15,9 0 0 16,1 12 5-16,-4-5-5 0,14 0 0 16,-11-3 0-16,1-4 0 15,12 1 0-15,-3 3 4 16,10-4-3-16,3 0 1 16,-16 0-1-16,7 0-1 15,-17 0-6-15,-12 0 5 16,-14 0 2-16,-15 0-2 15,0 0-2-15,-10 0 3 16,-3 0-1-16,3 0 1 16,-3 0 0-16,-7 0 0 0,1 0-2 15,-1 0 4 1,1 0-2-16,-4 0 0 0,3 0 0 16,-9 0 0-1,-3-4-2-15,-4 1 2 0,-2-1 2 16,5 1-2-16,-9 1 2 15,7-1-2-15,-17-1 0 16,4 1 2-16,3-3-2 16,-4 2 1-16,1-3 3 15,6-3-1-15,-7 0 1 16,1-8 5-16,3-2 9 16,-7-6 2-16,-6 1-9 0,16-2-7 15,-16 1 9 1,0-1-1-16,0 3-1 15,0 2-4-15,0 1 2 16,0 3-9-16,0 3 3 0,-22 3-3 16,-4 7-6-16,-28 5-49 15,-20 0-255-15</inkml:trace>
  <inkml:trace contextRef="#ctx0" brushRef="#br0" timeOffset="27783.62">7579 17594 657 0,'0'0'245'0,"0"0"-140"16,0 0 25-16,0 0 31 0,0 0-43 0,0 0-52 0,0 0-11 16,19-93-26-16,-19 93-18 15,0 20-4-15,0 16-6 16,-29 14 33-16,3 8-15 16,-6 1-5-16,3 1-10 15,10-12-4-15,0-9 2 16,9-13-1-16,4-16 0 15,6-4 1-15,0-6-2 16,0 0 10-16,0-15 26 16,0-29 31-16,0-18-62 15,0-7-5-15,0-8 0 0,0-1 1 16,26 6 2-16,2 12-3 16,-8 9 3-16,9 20 3 15,-13 12 3-15,-13 13 5 16,3 6-2-16,7 0-12 15,9 22-10-15,11 17 2 16,11 16 7-16,-2 6 1 16,-7 8 6-16,4-3-4 15,2-3-3-15,-15-7 2 16,-3-11-2-16,-1-7 2 16,-12-15-3-16,-10-4 2 15,12-7-28-15,-12-7-29 16,0 3-28-16,0-5-66 15,0 1-65-15,-32-1-60 0,-3-3-227 16</inkml:trace>
  <inkml:trace contextRef="#ctx0" brushRef="#br0" timeOffset="29268.62">7277 17905 758 0,'0'0'209'0,"0"0"-74"0,0 0 18 0,0 0-71 0,0 0-60 16,0 0-10-16,132-56 17 0,-78 42-17 15,4 5-6-15,-20 2-2 16,7 3-4-16,-6 1 1 16,6 3-1-16,-13 0 0 15,3 0 0-15,-13 0 0 16,-6 0 0-16,0 0-2 15,-6 0 2-15,-10 0-3 16,0 0 6-16,0 0-11 16,0 3 5-16,0 1 3 15,6-1 4-15,-6-2 0 16,0-1 1-16,0 0-4 0,0 0 16 16,0 0 8-16,0 0 2 15,0 0 22-15,0 0-14 16,0 0-7-1,0 0-9-15,0 0-12 0,0 0 6 16,0 0 4-16,4 0 0 16,5-12 7-16,4-9-17 15,-3 0-6-15,9 2 0 16,7 0 0-16,-7 3-1 16,10 5 0-16,-4 2 1 15,-5 6-1-15,-1 3-4 16,10 0-1-16,0 0-2 15,9 19 7-15,4 6 4 16,-20 2-4-16,7 2-2 16,-10 1-2-16,-9-5 4 0,3-6 1 15,-10-7 0-15,-3-5 1 16,3-6-2-16,4-1 0 16,-4 0 4-16,16-10 5 15,0-17-5-15,7-5-3 16,3 5-2-16,3 5 1 15,-10 5 0-15,-9 8-2 16,6 6 4-16,-3 3-4 16,7 0-6-16,2 0 6 15,14 12 2-15,-4 6-5 16,-6 3 0-16,0-3 3 16,3-4 2-16,-16-4 7 0,-6-6-7 15,-10-4-8 1,0 0 8-16,9 0 3 0,10-4 2 15,7-13-5-15,3-3 2 16,9 2-2-16,-18 6 0 16,-1 7 0-16,-19 5-1 15,16 0-5-15,-3 0 3 16,12 0-3-16,-5 10 3 16,8 5 2-16,-2-1-2 15,-7-2-10-15,1-4-6 16,-11-4 2-16,10-1-8 15,-19-3 9-15,10 0-6 16,9-3 14-16,7-15 6 16,6-3 2-16,-10 0-1 0,-9 1 1 15,0 13 1-15,-13 2-1 16,0 5 1-16,0 0-1 16,0 0-1-16,0 5 1 15,0 13 0-15,7-2-1 16,2 6 1-16,1-2 0 15,-1-5 0-15,7 1-1 16,-3-9-7-16,-3-4 7 16,-4-2-5-16,-6-1 3 15,0 0-2-15,0 0 2 16,0-1 3-16,0-13 6 16,-6 2-4-16,-7-3 7 15,3-1-9-15,-6 1 2 0,16-1 0 16,0 2 0-16,0 2-2 15,0 6 0-15,0 0-1 16,20 2 1-16,5 0-4 16,4 4 3-16,3 0 1 15,-6 0-2-15,-1 0-2 16,-5 8-7-16,2 3 11 16,1 2 0-16,-7-1 0 15,0-2-2-15,3 1 2 16,10-3 0-16,-13-1 0 0,-3-2 1 15,3 2-1 1,0-6 0-16,-4 2-1 0,8-3 1 16,9 0 0-16,6 0 1 15,3 0-2-15,-6-11 1 16,-6-6 0-16,3-5 6 16,-13-4-6-16,-6-2-8 15,-10-4 7-15,0-6 2 16,0-5-1-16,0 0 11 15,0 5 2-15,-13 12 7 16,0 14 20-16,3 11 8 16,1 1-3-16,-1 1-45 15,0 26 2-15,1 12-8 16,9 7 6-16,0 6 0 16,0 2 1-16,19 0-1 0,0-6-21 15,10-11-59 1,0-7-124-16,-3-15-85 0,-7-11-228 15</inkml:trace>
  <inkml:trace contextRef="#ctx0" brushRef="#br0" timeOffset="29833.17">9938 17742 460 0,'0'0'507'0,"0"0"-322"16,0 0-52-16,0 0-67 0,0 0-64 0,0 0-2 0,331-81-2 15,-229 72-71-15,20 5-125 16,3 2-158-16,-13-1 1 16,-28 3 110-16,-20 0 245 0,-26 0 329 15,-19-2-136-15,-6-1 86 16,-13 3-108-16,0 0-23 16,0 0-66-16,0 3-45 15,0 17-7-15,0 7 44 16,0 8-34-16,0-2-22 15,0 1-13-15,0-5 4 16,26-5-9-16,22-9 0 16,-3-10 0-16,13-5 0 15,-20 0-3-15,-12-13-6 16,-7-11-8-16,-19-3 10 16,0-3 6-16,-19 4 1 15,-29 6 0-15,-4-3 0 0,11 0 15 16,15-5 7-16,23 0-12 15,3-9-4-15,0 1-3 16,38-1 6-16,10 8-9 16,0 10 0-16,-12 4 0 15,5 15 3-15,7 0-3 16,-3 4-4-16,3 28 4 16,-12 16 3-16,-7 14 13 15,-1 17 11-15,-2 13-7 16,-3 17 15-16,2 0-34 15,-2 2 5-15,-4-9-4 16,-6-14-2-16,6-11-1 0,-9-18-26 16,-1-21-60-1,1-18-82-15,-10-17-90 0,13-3-171 16</inkml:trace>
  <inkml:trace contextRef="#ctx0" brushRef="#br0" timeOffset="29984.07">11323 18315 781 0,'0'0'280'0,"0"0"-98"0,0 0-51 0,0 0-22 0,0 0-102 0,0 0-7 0,202-121 0 16,-115 92-59-16,-1 4-106 16,-21-2-377-16</inkml:trace>
  <inkml:trace contextRef="#ctx0" brushRef="#br0" timeOffset="30399.81">12686 17679 1244 0,'0'0'109'15,"0"0"28"-15,0 0-8 0,0 0-29 16,0 0-56 0,0 0-16-16,-224-107-12 0,191 139-16 15,14 12-4-15,13 5 1 16,6 5 3-16,0 3 0 16,58-3 1-16,12-4-2 15,1-6-2-15,-7-4 1 16,-16-4 2-16,-23-13 1 15,-21-2-1-15,-4-7 0 16,0-5 0-16,-32-5 8 16,-20-4-6-16,-9 0 5 15,-6 0-2-15,-13-4-4 16,6-5-1-16,-6 5-2 16,22-1-13-16,13 3-18 15,26-1-30-15,19 3-51 0,0-1-112 16,48-3-147-16,45-7-319 15</inkml:trace>
  <inkml:trace contextRef="#ctx0" brushRef="#br0" timeOffset="31120.94">13109 17826 729 0,'0'0'233'0,"0"0"-40"16,0 0 15-16,0 0-91 15,0 0-70-15,0 0-32 16,-154-9-6-16,129 41-7 0,5 4-2 16,20-8-1-16,0-2 1 15,0-9-4-15,0-4 4 16,10-11-18-16,12-2-2 16,4 0 19-16,0-5 0 15,6-17-2-15,-7 2 0 16,7 1-2-16,-15 4 4 15,-8 10 0-15,-2 5 1 16,-7 0 13-16,9 0-11 16,1 0-2-16,3 8-2 15,6 9 1-15,7-3 1 16,-7 1-3-16,0-7 3 16,7 1 0-16,-7-4 6 0,0-5-6 15,10 0 1-15,0-2 3 16,9-20-2-1,-12-3-2-15,-4-1 4 0,1 10 1 16,-17 4-5-16,-6 7 10 16,0 5 17-16,0 0 6 15,7 0-33-15,2 0-4 16,1 10-6-16,9 8 10 16,0-2 0-16,7-6 6 15,-4 0-5-15,4-2-2 16,3-4 0-16,0-4-11 15,3 0 4-15,-6 0 1 0,9-5 6 16,-16-14-1 0,10-5 3-16,-13 5-1 0,-13 4 11 15,7 4 11-15,-10 10 31 16,0 1-6-16,0 0-26 16,0 0-21-16,0 15 0 15,0 21 0-15,3 18 17 16,3 16 7-16,4 18-9 15,-4 3 5-15,-6-3-10 16,0-8-3-16,-9-20-5 16,-46-16-1-16,10-17 9 15,4-14 7-15,-4-10-12 16,0-3 4-16,-6 0-9 16,-10-16-3-16,-19 2-62 15,-13 6-98-15,-29 4-337 0</inkml:trace>
  <inkml:trace contextRef="#ctx0" brushRef="#br0" timeOffset="33227.33">8999 18466 706 0,'0'0'178'0,"0"0"-65"0,0 0 42 0,0 0-23 0,0 0-52 0,0 0-6 16,-253-5-1-16,253 5-18 16,0-3-11-16,0 3-26 15,0 0-14-15,19 0 1 16,55 0 1-16,38 0-2 16,19 0-1-16,39-2 9 15,23 2-8-15,18 0 11 16,26 0-6-16,4 0-7 15,-4 0-1-15,0 0 1 16,-22 0-1-16,-16 0 1 0,-32 0-1 16,-26 0-1-16,-19 0 3 15,-26 0-1-15,-22 0-2 16,2 2 0-16,-21-2 1 16,-7 0 1-16,-3 0-2 15,-13 0 0-15,-6 0 0 16,-17 0 5-16,1-2-4 15,-10 2 6-15,0 0-5 16,0 0 2-16,0-5 2 16,0-3 4-16,0-4-7 15,-26-7-3-15,-9 2-4 16,-10-1 4-16,-9-1 0 16,-4 2 0-16,-6-1 0 0,-4 2 0 15,-5-3 1-15,9 4 4 16,-1-1-3-16,17 8 5 15,16 0 2-15,16 4 0 16,3 4 1-16,13 0 0 16,0 0-6-16,0 0 2 15,0 0-6-15,0 0 0 16,0 0-7-16,42 0 6 16,13 0 1-16,18 0 0 15,8 4 1-15,-8 4 1 16,17-2 2-16,-10 3-4 15,4 4 0-15,-20 1-1 16,-10 2-3-16,-22 0-7 0,-16 4-8 16,-16 0-14-16,0 5-10 15,-48 4-15-15,-45 7-47 16,-35 3-90-16,-4 1-105 16,-21-1-336-16</inkml:trace>
  <inkml:trace contextRef="#ctx0" brushRef="#br0" timeOffset="37883.42">25831 13348 1181 0,'0'0'64'0,"0"0"-35"0,0 0 47 0,0 0 48 15,0 0-61-15,0 0-61 16,0 0 23-16,51 89 5 16,-28-65 1-16,2-12-29 0,-5-9 4 15,28-3 8-15,16-28-8 16,42-40 14-16,54-30-18 16,26-23-2-16,38-14-55 15,4-8-168-15,0 5-193 16</inkml:trace>
  <inkml:trace contextRef="#ctx0" brushRef="#br0" timeOffset="45250.15">13741 16085 599 0,'0'0'273'0,"0"0"-168"0,0 0-30 0,0 0 0 16,0 0-44-16,0 0-17 15,0 0-11-15,0-2 2 16,0 2-5-16,0-3-4 16,0 0-9-16,0-8-53 15,0-2-38-15,0-5-16 16,0-5-78-16,0 1 86 16,0 2-42-16,0-4-56 15,0 9 183-15,0-1 27 16,0 5 244-16,0 2-91 15,0 1-20-15,0-2 15 16,0 5-45-16,0-3-30 0,0-1-10 16,-10 0-20-1,10-3-17-15,-3-3-20 16,3-2-6-16,0-5-2 0,0-1-42 16,0 1-58-16,0-4-103 15,0 4-32-15,0-2-194 16</inkml:trace>
  <inkml:trace contextRef="#ctx0" brushRef="#br0" timeOffset="45399.94">13696 15492 370 0,'0'0'197'0,"0"0"-109"16,0 0 28-16,0 0-6 0,0 0-73 16,0 0-37-1,-13-88-22-15,13 67-68 0,0-2-81 16,0-1 77-16</inkml:trace>
  <inkml:trace contextRef="#ctx0" brushRef="#br0" timeOffset="45550.1">13731 15001 601 0,'0'0'140'15,"0"0"-25"-15,0 0-43 16,0 0-62-16,0 0-10 15,0 0-12-15,-29-124-34 16,29 101-134-16,0 0-86 16</inkml:trace>
  <inkml:trace contextRef="#ctx0" brushRef="#br0" timeOffset="45887.34">13731 14560 419 0,'0'0'234'0,"0"0"-73"15,0 0-37-15,0 0-72 16,0 0-17-16,0 0-29 16,-19-78-6-16,16 56-1 15,-4-5-15-15,4-8-9 16,3 4-39-16,-3-5-61 16,-4-3 3-16,1 3 39 0,-4 0 33 15,1 1 24 1,-7 8 5-16,3 7 21 0,3-1 76 15,10 4-23-15,-9-1 100 16,-1 4-11-16,4 4-73 16,-7-2-17-16,6 0 2 15,4 4-11-15,3-8-32 16,0 5-11-16,0-5 0 16,0 1 0-16,0-5 0 15,0-2-46-15,0-2-66 16,0-3-125-16,0-8-19 15</inkml:trace>
  <inkml:trace contextRef="#ctx0" brushRef="#br0" timeOffset="46067.78">13577 13546 474 0,'0'0'183'16,"0"0"-11"-16,0 0-53 15,0 0-13-15,0 0-80 16,0 0-20-16,0-101-6 15,0 85 0-15,0 6-6 16,0-7-50-16,10-1-61 16,3-4-125-16,-7 0 22 15</inkml:trace>
  <inkml:trace contextRef="#ctx0" brushRef="#br0" timeOffset="46233.93">13654 13120 528 0,'0'0'122'15,"0"0"-43"-15,0 0 60 16,0 0-78-16,0 0-30 16,0 0-14-16,-19-93-13 15,19 77-4-15,0-3-3 16,0-1-62-16,0-1-148 16,0-3 34-16</inkml:trace>
  <inkml:trace contextRef="#ctx0" brushRef="#br0" timeOffset="46417.78">13635 12566 470 0,'0'0'127'15,"0"0"-39"-15,0 0 15 16,0 0 0-16,0 0-40 16,0 0-47-16,-35-104-4 15,35 92-12-15,0 0-1 16,0-3-1-16,0-1-9 15,0-4-94-15,0-6-141 16,0-2-47-16</inkml:trace>
  <inkml:trace contextRef="#ctx0" brushRef="#br0" timeOffset="46633.68">13523 11896 449 0,'0'0'144'0,"0"0"-72"0,0 0 5 16,0 0-10-16,0 0-10 15,0 0-40-15,0-96 25 16,0 84-35-16,0 4-7 16,0-3-5-16,0-5-5 15,9 2-53-15,-9 1-89 16,7-7-6-16</inkml:trace>
  <inkml:trace contextRef="#ctx0" brushRef="#br0" timeOffset="46851.15">13635 11479 546 0,'0'0'168'0,"0"0"19"16,0 0-102-16,0 0-13 15,0 0-32-15,0 0 4 16,0-16-25-16,0 16-18 16,0-3-1-16,0 3-2 15,0-3-23-15,19-2-66 16,0-2-88-16,7 1-128 0</inkml:trace>
  <inkml:trace contextRef="#ctx0" brushRef="#br0" timeOffset="46983.03">13635 11479 130 0,'160'-94'705'0,"-166"90"-524"16,-7 0-46-16,13 1-43 15,0 3-61-15,0 0-19 16,0 0-12-16,0 0-49 16,-10 11-128-16,-6 0-239 15</inkml:trace>
  <inkml:trace contextRef="#ctx0" brushRef="#br0" timeOffset="54234.44">4575 16088 606 0,'0'0'149'0,"0"0"-60"0,0 0 34 0,0 0-28 0,0 0-43 0,0 0-12 16,0 0 1-16,-7 27 14 16,7-23-24-16,0-4 0 15,0 0 6-15,0 0 6 16,0 0-11-16,0 0 11 15,0 0-3-15,0 0-3 16,0-15-5-16,0-4-23 16,0-5-8-16,0-6-1 15,-3 1 0-15,3-3 0 16,0 1 0-16,0 1 0 0,0 0 0 16,0 3 0-16,0 3-1 15,0-2 1-15,0 8 1 16,0 5-1-16,0 7-1 15,0 3 1-15,0 3-1 16,0 0 1-16,0 0 0 16,0 0-2-16,0 0 1 15,0 0 1-15,0 0 0 16,0 0 0-16,0 0 0 16,0 0 2-16,0 0-2 15,0 0 0-15,0 0 0 16,0 0-5-16,0 9 1 15,0 9 3-15,0 7 0 16,3-1 2-16,4 3-1 0,-4 3 0 16,6-6 0-16,-9 3-9 15,0-1 9-15,7-5 8 16,-7-6-7-16,0-8-1 16,0-5 0-16,0-2 0 15,0 0 5-15,0 0-1 16,0-9 18-16,0-11-22 15,0-10 10-15,0-4-10 16,-7-6 2-16,-2-3-2 16,-1 3 0-16,10 4-4 0,0 6 2 15,0 12-14 1,0 4-44-16,0 14-90 0,0 0-98 16,0 0-265-16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2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16568,'0'0'6170,"4"-2"-5575,9-1-403,0-1 0,0 2 0,1 0 0,-1 0 0,0 2-1,1-1 1,26 4 0,2-2-54,41-2-86,88 3-1120,-170-2 918,0 0 0,0 0 1,-1 0-1,1 1 0,0-1 1,0 0-1,-1 1 0,1-1 1,0 0-1,0 1 0,-1-1 1,1 1-1,0-1 1,-1 1-1,1-1 0,0 1 1,-1 0-1,1-1 0,0 2 1,-1-1-54,0-1 1,1 1 0,-1-1 0,0 1 0,0-1 0,0 1 0,0-1 0,0 1-1,0-1 1,0 1 0,0-1 0,0 1 0,0 0 0,0-1 0,0 1 0,0-1 0,0 1-1,0-1 1,0 1 0,-1-1 0,1 1 0,0-1 0,0 1 0,-1-1 0,1 1-1,0-1 1,-1 0 0,1 1 0,0-1 0,-1 1 0,1-1 0,-1 1 0,-21 10-6137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2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10389,'0'0'7934,"-23"8"-6349,-68 26-454,75-24 948,23-6-1403,18-3-184,89 1 622,135-5-2498,-178-10-3431,-43 5-139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2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95 11237,'0'0'13238,"0"-19"-12259,0-57 251,0 132-738,-4 146 540,1-165-994,-1 0 1,-2 0 0,-16 50-1,21-80-1304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2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12 16968,'0'0'8305,"-6"-1"-7881,-11-7-87,28 6 81,53 3 309,-31 0-600,512-1-626,-543 0-325,-26 19-10784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2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90 12470,'0'0'9161,"-23"-14"-8304,-78-43-292,95 54-481,0 0-1,-1 1 0,1-1 1,-1 1-1,1 1 1,-1-1-1,1 1 0,-1 0 1,0 1-1,0 0 1,1 0-1,-1 0 0,-9 2 1,-8 0 111,20-2-181,0 0-1,0 1 0,0-1 0,0 1 1,0 0-1,0 0 0,0 0 0,0 0 1,1 1-1,-1-1 0,0 1 0,1 0 1,0 0-1,-1 0 0,1 1 0,0-1 1,0 1-1,0 0 0,0 0 0,1 0 1,-1 0-1,1 0 0,0 0 0,0 1 1,0-1-1,0 1 0,0 0 0,1-1 1,0 1-1,-2 6 0,2-4-11,1 0 1,-1 0-1,1 0 1,0-1-1,1 1 1,-1 0-1,1 0 0,0 0 1,1 0-1,-1-1 1,1 1-1,0-1 1,1 1-1,-1-1 0,1 0 1,0 0-1,0 0 1,1 0-1,0 0 1,5 5-1,19 14 50,0-1 1,37 22-1,42 33 6,-96-69-53,-1 1-1,0 0 0,-1 0 1,0 1-1,-1 0 1,0 1-1,8 16 1,-13-20 3,0 1 1,-1 0 0,0 0-1,0 0 1,-1 0 0,0 0-1,-1 0 1,0 13 0,0-17 1,-1-3-5,1 1 0,-1-1 0,1 0 1,-1 0-1,0 0 0,0 0 0,0 0 0,0 0 1,0-1-1,-1 1 0,1 0 0,0 0 0,-1-1 1,0 1-1,1-1 0,-1 0 0,0 1 0,1-1 1,-1 0-1,0 0 0,0 0 0,0 0 0,0 0 0,0 0 1,0-1-1,-1 1 0,1-1 0,-4 1 0,-65 7 141,52-7-117,8 0-4,1 0-1,-1-1 1,1 0 0,0-1-1,-1 0 1,-11-4-1,19 4-17,1 0 0,-1 0-1,1 0 1,0 0 0,-1-1-1,1 1 1,0-1-1,0 1 1,0-1 0,0 0-1,0 0 1,1 0 0,-1 0-1,1 0 1,-1 0-1,1-1 1,-1 1 0,1 0-1,0-1 1,0 1 0,1-1-1,-1 1 1,0-1-1,1 1 1,-1-1 0,1 0-1,0 1 1,0-1 0,1-4-1,-1-1-3,1-1 0,0 1 1,1 0-1,0-1 0,0 1 0,1 0 0,0 0 0,0 1 1,1-1-1,0 1 0,8-13 0,8-6 25,40-41 0,-19 23-42,-17 17 15,-3 4 14,0-2 0,18-28 0,-35 47 8,0-1-1,0 1 1,-1-1-1,0 0 0,0 1 1,-1-1-1,1-1 0,-2 1 1,1 0-1,-1-1 0,0 1 1,0 0-1,-1-1 0,-1-10 1,1 17-24,-1 1 0,0-1 1,1 0-1,-1 1 0,1-1 1,-1 0-1,0 1 0,1-1 1,-1 1-1,0-1 0,0 1 0,1-1 1,-1 1-1,0 0 0,0-1 1,0 1-1,1 0 0,-1-1 1,0 1-1,0 0 0,0 0 1,0 0-1,0 0 0,0 0 1,-1 0-1,-30 0-61,24 0 6,-24 0-392,14-1-1715,0 1 0,-30 3 0,20 7-4829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30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71 14295,'0'0'9663,"-13"-14"-9079,-38-43-368,51 57-211,0 0-1,0 0 1,0 0-1,0 1 1,0-1-1,0 0 1,0 0-1,0 0 1,0 0-1,0 0 1,0 0-1,0 0 1,0 0-1,0 0 1,0 0-1,0 0 1,0 0-1,0 0 1,-1 0-1,1 1 1,0-1-1,0 0 1,0 0-1,0 0 1,0 0-1,0 0 1,0 0-1,0 0 1,0 0-1,0 0 1,0 0-1,-1 0 1,1 0-1,0 0 1,0 0-1,0 0 1,0 0 0,0 0-1,0 0 1,0 0-1,0 0 1,0 0-1,0 0 1,0 0-1,-1 0 1,1-1-1,0 1 1,5 16 189,10 20 243,9 9-90,2 0 0,2-2 0,2-1 0,65 70 0,-71-82-322,-20-24-105,-1-1 0,1 0 0,0 0-1,1 0 1,-1-1 0,1 1 0,0-1 0,0 0-1,10 6 1,-15-10-80,0 0 1,1 0-1,-1 1 0,1-1 0,-1 0 0,0 0 1,1 0-1,-1 0 0,0 0 0,1 0 0,-1 0 1,0 0-1,1 0 0,-1 0 0,1 0 0,-1 0 1,0 0-1,1 0 0,-1 0 0,0 0 0,1 0 1,-1-1-1,0 1 0,1 0 0,-1 0 0,0 0 1,1 0-1,-1-1 0,0 1 0,0 0 0,1-1 1,-1 1-1,0 0 0,0 0 0,1-1 0,-1 1 1,0 0-1,0-1 0,0 1 0,0 0 0,1-1 1,-1 0-1,1-17-3574,-2 14 2616,1-22-4615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31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54 11925,'0'0'9335,"-9"-11"-8473,5 4-721,-21-24 196,24 31-326,0-1-1,0 1 0,0-1 0,0 1 1,0-1-1,0 1 0,0 0 0,0-1 1,0 1-1,0 0 0,0 0 0,0 0 0,-1 0 1,1 0-1,0 0 0,0 0 0,0 0 1,0 0-1,0 0 0,0 1 0,0-1 1,0 0-1,0 1 0,0-1 0,0 1 0,0-1 1,0 1-1,0-1 0,0 1 0,0 0 1,1 0-1,-1-1 0,0 1 0,0 0 0,1 0 1,-1 0-1,0 1 0,-73 100 1243,-110 203-1,176-291-1281,1 0-1,0 0 0,1 1 0,1 0 1,-4 16-1,5 16-3319,4-46 3158,0-1-1,0 1 1,1-1-1,-1 1 1,0-1-1,1 1 0,-1-1 1,1 1-1,-1-1 1,1 0-1,-1 1 0,1-1 1,-1 0-1,1 1 1,-1-1-1,1 0 1,-1 0-1,1 1 0,-1-1 1,1 0-1,-1 0 1,1 0-1,0 0 1,-1 0-1,1 0 0,-1 0 1,1 0-1,0 0 1,-1 0-1,1 0 1,-1 0-1,1 0 0,0-1 1,0 1-1,4 0-1712,27 0-8653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31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140 232 10149,'0'0'12317,"-4"-6"-11767,-12-19-169,12 18 382,22 8-433,0-2 0,0 0 0,0-1 0,0-1 0,-1-1 0,1 0 0,31-13 0,-43 14-325,-1 1-1,1-1 1,-1-1-1,0 1 1,0-1 0,0 0-1,0 0 1,-1-1-1,1 1 1,-1-1-1,-1 0 1,1 0 0,0 0-1,-1-1 1,0 1-1,-1-1 1,1 0-1,-1 0 1,0 0 0,0 0-1,-1 0 1,0 0-1,0 0 1,0-1-1,-1-10 1,-1 16-2,1-1-1,-1 1 1,0 0-1,1-1 1,-1 1-1,0 0 1,0-1-1,0 1 1,0 0-1,0 0 1,0 0-1,-1 0 1,1 0-1,0 0 1,0 0-1,-1 1 1,1-1-1,-1 0 1,1 1-1,0-1 1,-1 1-1,1-1 1,-1 1-1,1 0 1,-1-1-1,0 1 1,1 0-1,-1 0 1,1 0-1,-1 0 1,-2 1 0,-56 3 71,47-1-72,1 1 0,0 1 0,-1 0 0,1 0 0,1 1 1,-1 1-1,1 0 0,-16 14 0,9-7-1,0 2 0,1 0 0,1 1 0,-14 20 0,23-28-3,1 0 1,0 1-1,1-1 0,0 1 1,1 0-1,0 0 1,0 0-1,1 1 1,0 0-1,1-1 0,0 1 1,1 0-1,0 0 1,1 0-1,0 0 1,2 11-1,0-18 2,-1-1 1,1 1-1,0-1 0,0 0 1,0 0-1,0 0 0,0 0 1,1 0-1,-1-1 0,1 1 0,0-1 1,0 1-1,0-1 0,0 0 1,0 0-1,0 0 0,1-1 1,-1 1-1,0-1 0,1 0 1,0 0-1,6 1 0,7 2 12,0-1-1,0 0 1,25-1-1,-10-1-214,109-2 586,-125 0-832,-2-1-1,1-1 0,0 0 1,0-1-1,-1-1 0,0 0 1,17-9-1,-20 11-4350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41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114 105 11397,'0'0'9709,"-1"-11"-8754,-3-33-13,4 44-918,0-1 0,0 1 1,0-1-1,0 1 0,-1-1 1,1 1-1,0-1 1,0 1-1,0-1 0,0 1 1,0-1-1,-1 1 0,1 0 1,0-1-1,0 1 1,-1-1-1,1 1 0,0 0 1,-1-1-1,1 1 0,-1 0 1,1-1-1,0 1 1,-1 0-1,1-1 0,-1 1 1,1 0-1,0 0 0,-1 0 1,1 0-1,-1-1 1,1 1-1,-1 0 0,1 0 1,-1 0-1,1 0 0,-1 0 1,1 0-1,-1 0 1,1 0-1,-1 0 0,1 0 1,-1 1-1,1-1 0,-1 0 1,-16 10 123,9-1-115,1 0 0,-1 0 0,2 1 0,-1 0 0,1 0 0,1 0 0,0 1 0,0 0 0,1 0 0,1 0 0,0 0 0,0 1 0,1 0 0,0-1 0,1 1 0,1 0 0,0 0 0,0-1-1,4 21 1,-3-30-29,1 1 0,-1 0-1,1-1 1,0 1 0,-1-1-1,1 1 1,0-1 0,1 0-1,-1 0 1,0 0 0,1 0-1,-1 0 1,1 0 0,-1-1-1,1 1 1,0-1-1,0 0 1,-1 1 0,1-1-1,0-1 1,0 1 0,0 0-1,0-1 1,0 0 0,1 1-1,2-2 1,0 2 9,0-1-1,-1 0 1,1 0-1,-1 0 1,1-1 0,-1 0-1,1 0 1,-1 0-1,1-1 1,-1 0-1,0 0 1,0 0 0,9-6-1,-9 3 32,0 0-1,0-1 0,0 0 1,-1 0-1,0 0 0,0-1 1,-1 1-1,0-1 0,0 0 1,0 0-1,-1 0 0,0 0 1,0 0-1,-1-1 1,0 1-1,-1 0 0,1-1 1,-1 1-1,-1-1 0,1 1 1,-1-1-1,0 1 0,-1 0 1,0 0-1,0 0 0,-1 0 1,1 0-1,-2 0 0,1 0 1,-1 1-1,-6-9 1,5 8-35,-1-1 1,-1 1 0,1 1 0,-1-1 0,0 1 0,0 1-1,-1-1 1,1 1 0,-1 0 0,-14-6 0,15 9-443,1 1 0,0-1 0,-1 1 0,1 0 0,-13 0 0,18 1 293,1 0 0,0 0 0,-1 0 0,1 0 0,0 0 0,-1 0 0,1 0 0,0 0 0,-1 0-1,1 0 1,0 0 0,-1 0 0,1 0 0,0 0 0,-1 0 0,1 0 0,0 0 0,-1 1 0,1-1 0,0 0-1,-1 0 1,1 0 0,0 1 0,-1-1 0,1 0 0,0 0 0,0 1 0,-1-1 0,1 0 0,0 0-1,0 1 1,0-1 0,0 0 0,-1 1 0,1-1 0,0 0 0,0 1 0,0-1 0,0 0 0,0 1 0,0-1-1,0 0 1,0 1 0,0 0 0,-1 14-5030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41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7988,'0'0'15271,"6"0"-14375,46 0 2028,-52 0-2809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42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263 119 10293,'0'0'10370,"2"-16"-9002,7-51-12,-9 66-1300,1 0 1,-1 0 0,0-1-1,0 1 1,0 0 0,-1 0-1,1 0 1,0-1 0,0 1-1,-1 0 1,1 0 0,-1 0-1,1-1 1,-1 1 0,1 0-1,-1 0 1,0 0 0,1 0-1,-1 0 1,0 0 0,0 0-1,0 0 1,0 1 0,0-1-1,0 0 1,0 0 0,0 1-1,0-1 1,-1 0 0,-31-3 736,26 4-600,-5 0-103,1 0-1,-1 0 1,1 1-1,-1 1 1,1 0-1,0 0 0,0 1 1,0 1-1,0 0 1,-12 6-1,17-7-85,1 1-1,-1-1 1,1 1 0,0 0-1,0 1 1,1-1-1,-1 1 1,1 0-1,0 0 1,0 0 0,1 0-1,0 1 1,0-1-1,0 1 1,0 0 0,1 0-1,0 0 1,0 1-1,1-1 1,-2 8-1,2-7-18,0 0 0,1 0 0,-1 0-1,1 0 1,1 0 0,-1 0-1,3 10 1,-2-15 9,-1 0 0,1 0 0,0 0 1,0-1-1,0 1 0,0 0 0,0 0 0,1-1 0,-1 1 0,0-1 0,1 1 0,-1-1 0,1 0 1,0 0-1,-1 1 0,1-1 0,0 0 0,0 0 0,-1-1 0,1 1 0,0 0 0,0-1 0,0 1 0,0-1 1,0 1-1,0-1 0,0 0 0,4 0 0,1 1-3,0-1 0,1 0 0,-1-1 0,0 1 0,0-1 0,0-1 0,0 1 0,0-1 0,-1 0 0,1-1 0,10-5 0,-9 3 13,0-1 1,0 0 0,-1-1-1,0 0 1,0 0-1,-1 0 1,0-1 0,6-9-1,5-6 44,-11 16-5,-1 0 0,1-1-1,-1 0 1,6-14 0,-11 21 159,1 92 135,1 3-45,-20 175 0,15-258-193,1 1-918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3:42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48 15383,'0'0'10301,"-1"-5"-9637,1 4-633,-1 1 0,1-1 0,0 0 0,-1 1 1,1-1-1,0 0 0,0 1 0,0-1 0,0 0 0,0 1 0,0-1 0,0 0 0,0 1 0,0-1 0,0 0 1,0 1-1,0-1 0,0 1 0,0-1 0,1 0 0,-1 1 0,0-1 0,1 0 0,-1 1 0,0-1 0,1 1 1,-1-1-1,0 1 0,1-1 0,-1 1 0,1-1 0,-1 1 0,1-1 0,-1 1 0,1 0 0,1-1 0,31-1 999,-16 2-1137,16 0 206,-6 1-76,0-1 0,0-1 0,0-2 0,0 0 0,30-9 0,-56 15-44,0 0-1,0 1 1,-1-1-1,0 1 0,0-1 1,0 0-1,0 1 1,0-1-1,-2 5 0,-66 209 321,65-205-309,-10 40-84,2 0 1,2 1-1,-3 78 1,30-130-11616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1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16632,'0'0'6824,"13"1"-5928,294 3 121,-306-4-1119,-1 0 1,1 0-1,0 0 1,0 0-1,0 1 1,0-1-1,0 0 1,0 0-1,-1 1 1,1-1-1,0 1 1,0-1-1,-1 0 1,1 1-1,0-1 0,0 1 1,-1 0-1,1-1 1,0 1-1,-1 0 1,1 0-1,0 0-194,0 0-1,-1 1 0,0-1 0,1 0 1,-1 0-1,1 0 0,-1 0 0,0 1 1,0-1-1,0 0 0,0 0 1,0 0-1,0 1 0,0-1 0,0 0 1,0 0-1,-1 0 0,1 1 0,0-1 1,-1 0-1,1 0 0,-1 0 1,1 0-1,-1 0 0,0 1 0,-19 15-6063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2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9172,'0'0'11029,"37"50"-10228,-2-50-353,4 0-160,1 0-144,-4 0-64,1 0-64,-5-3-32,-3-4-512,-5 2-2530,-6-2-3937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56 101 18456,'0'0'6654,"-1"-21"-5381,0-4-1236,-1-29 1537,0 109-621,1 62-533,-24 173 0,20-256-1106,-10 71 1520,12-70-3769,2 0-3696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2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4866,'0'0'19417,"11"0"-18881,414 3 755,-336-3-5277,-1-1-4025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3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346 126 13014,'0'0'9105,"-16"-14"-8366,-53-41 54,64 53-719,1-1 0,0 1 1,-1 0-1,1 0 0,-1 1 1,0 0-1,1-1 0,-1 2 0,0-1 1,0 0-1,0 1 0,0 0 1,0 0-1,1 1 0,-1-1 0,0 1 1,-9 2-1,2 2 83,0 0-1,0 0 1,0 1 0,-16 11-1,23-14-121,-1 1-6,-1 1 0,1 0 0,0 0 0,0 0-1,0 0 1,1 1 0,-1 0 0,1 0-1,1 1 1,-1-1 0,1 1 0,1 0 0,-1 0-1,-4 15 1,6-17-30,1 1 0,1-1 0,-1 1 0,1-1 1,0 1-1,0-1 0,0 1 0,1-1 0,0 1 0,0-1 0,0 0 0,1 1 0,0-1 0,0 0 1,0 0-1,0 0 0,1 0 0,0-1 0,0 1 0,0-1 0,1 1 0,4 3 0,26 25-19,75 55-1,-81-68 15,0 1 0,-2 1 0,-1 1 0,-1 1 0,31 40 0,-53-61 9,0-1 0,0 1 0,0 0 1,0 0-1,-1 0 0,1 1 0,-1-1 0,0 0 0,0 1 0,0-1 0,-1 0 1,1 1-1,-1-1 0,0 1 0,1-1 0,-2 6 0,0-7 0,0 1 0,0-1 0,0 0 0,0 0 0,0 0 0,-1 0 0,1 0-1,0 0 1,-1 0 0,0-1 0,0 1 0,1-1 0,-1 1 0,0-1 0,0 1 0,0-1-1,0 0 1,0 0 0,-1 0 0,1 0 0,0 0 0,0-1 0,-4 1 0,-18 4 37,-1-1 1,0-2-1,0-1 0,-48-3 1,68 2-38,2 0-1,0 0 0,0-1-1,0 1 1,0-1 0,0 1 0,0-1 0,0 0-1,1-1 1,-1 1 0,0 0 0,0-1 0,1 1-1,-1-1 1,1 0 0,-1 0 0,1 0 0,0 0-1,0 0 1,0-1 0,0 1 0,0-1-1,0 1 1,1-1 0,-1 0 0,1 1 0,0-1-1,0 0 1,0 0 0,0 0 0,0 0 0,1 0-1,-1 0 1,1 0 0,0 0 0,0 0 0,0-5-1,0-1-6,1 0-1,0 1 0,0-1 0,1 0 1,0 1-1,0-1 0,1 1 0,0 0 1,0 0-1,1 0 0,9-14 0,29-28-23,87-79 0,-2 3 37,-117 115-6,0-1 1,-1 0-1,-1-1 0,11-20 1,-16 27 3,0-1 1,-1 1-1,1 0 1,-2-1-1,1 0 1,-1 1-1,0-1 1,0 0-1,-1 0 0,0 1 1,0-1-1,-2-10 1,2 15-1,-1 0 1,0 0-1,0 0 1,0 0-1,0 1 1,0-1-1,0 0 1,-1 1-1,1-1 1,-1 1-1,1-1 1,-1 1-1,1 0 1,-1-1-1,0 1 1,0 0-1,1 0 1,-1 0-1,0 0 1,0 1-1,0-1 0,0 1 1,0-1-1,0 1 1,0-1-1,-2 1 1,-64-4 78,56 5-81,-8-1 92,0 0 0,0 2-1,-26 6 1,41-7-197,0 0-1,0 1 1,0 0-1,0 0 1,0 0-1,1 1 1,-1-1-1,-5 5 1,9-6-125,-1 1 0,1-1 1,-1 1-1,1-1 0,0 1 1,0 0-1,-1 0 0,1-1 1,0 1-1,0 0 0,1 0 1,-1 0-1,0 0 0,1 0 1,-1 0-1,1 0 0,0 0 1,-1 0-1,1 1 0,1 3 1,-2-6 10,2 1 0,-1 0 0,0 0 0,0-1 0,0 1 1,0 0-1,0-1 0,1 1 0,-1 0 0,0 0 0,0-1 0,1 1 0,-1-1 0,1 1 1,-1 0-1,1-1 0,-1 1 0,1-1 0,-1 1 0,1-1 0,0 1 0,28 11-6238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43 15495,'0'0'10642,"-4"-9"-10159,3 6-448,-9-21 34,8 17-30,8 13 48,40 64 639,73 147 1,-22-32-929,-94-178-553,10 17 1127,-6-17-3448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4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9 12038,'0'0'11957,"-18"-2"-11271,7 1-616,7-1-33,-1 1-1,1 0 1,-1 1 0,0-1-1,1 1 1,-1 0-1,0 0 1,1 0 0,-1 1-1,0 0 1,1 0 0,-1 0-1,1 0 1,-1 1-1,1 0 1,0-1 0,-1 2-1,1-1 1,0 0-1,0 1 1,1 0 0,-1 0-1,0 0 1,1 0 0,0 1-1,-3 3 1,-208 295 1028,159-223-1188,50-72-63,-19 32-639,18-10-3340,27-24-10394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6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88 102 14695,'0'0'8641,"1"-16"-7945,9-48-370,-9 62-316,0 1 0,0-1 0,0 1 0,0 0 0,0-1 0,0 1 0,0 0 0,0 0 0,1 0 0,-1 0 0,0 0 0,1 0 0,-1 0 0,1 0 0,-1 0 0,1 1 0,-1-1 0,1 1 0,0-1 0,-1 1 0,1 0 0,0-1 0,2 1 0,44 1 186,-34 0-141,-7 0-43,0 0 1,0 0-1,0 0 1,0 1-1,0 0 0,0 0 1,-1 1-1,1 0 1,-1 0-1,0 0 1,1 1-1,-1 0 1,-1 0-1,1 1 1,-1-1-1,0 1 0,0 0 1,0 1-1,-1-1 1,1 1-1,-1 0 1,-1 0-1,1 0 1,-1 1-1,0-1 1,-1 1-1,3 9 0,-2-9-3,-1 1 0,-1 0 0,0-1 0,0 1-1,0 0 1,-1 0 0,0 0 0,0 0-1,-1-1 1,0 1 0,-1 0 0,1 0 0,-1-1-1,-1 1 1,0-1 0,0 0 0,0 0 0,-1 0-1,0 0 1,0 0 0,-1-1 0,0 0-1,0 0 1,-10 9 0,-17 9 22,-1-2 0,-47 25 0,39-25 6,-46 34 1,85-55-38,0 1 0,0-1 0,1 0-1,-1 0 1,1 1 0,-1-1 0,1 1 0,0-1 0,0 1 0,-1-1-1,1 1 1,0 0 0,0 0 0,-1 3 0,2-4 2,0-1 0,0 1 1,1-1-1,-1 1 0,0 0 1,0-1-1,0 1 0,1-1 0,-1 1 1,0-1-1,0 1 0,1-1 0,-1 1 1,1-1-1,-1 1 0,0-1 0,1 1 1,-1-1-1,1 0 0,-1 1 0,1-1 1,-1 0-1,1 1 0,-1-1 1,1 0-1,0 0 0,-1 1 0,1-1 1,1 0-1,7 2 90,1 0 1,-1-1-1,1 0 1,13-1-1,81 1 589,124-3-489,-221 1-263,0 1 1,1-2-1,-1 1 1,0-1-1,1 0 1,-1 0-1,0-1 1,11-6-1,7-14-9795,-18 12 2153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13014,'0'0'9276,"3"-2"-8411,3-3-172,10-4-1601,-3 6-7297,4 3-895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7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70 6003,'0'0'18128,"1"-12"-17224,2-35-186,-3 47-709,0-1-1,0 1 0,0 0 1,0-1-1,0 1 1,0-1-1,0 1 0,0 0 1,0-1-1,0 1 1,0 0-1,0-1 0,0 1 1,-1 0-1,1-1 1,0 1-1,0 0 1,0-1-1,0 1 0,-1 0 1,1-1-1,0 1 1,0 0-1,-1 0 0,1-1 1,0 1-1,0 0 1,-1 0-1,1 0 0,0-1 1,-1 1-1,1 0 1,0 0-1,-1 0 1,1 0-1,-1 0 0,1-1 1,0 1-1,-1 0 1,1 0-1,0 0 0,-1 0 1,1 0-1,0 0 1,-1 0-1,1 1 0,-1-1 1,1 0-1,-1 0 1,-14 7 57,14-6-30,-10 6 9,1 1 0,1 0-1,-1 1 1,2 0 0,-1 0 0,1 1 0,0 0-1,1 0 1,0 1 0,-6 13 0,-4 11 88,2 0 1,-12 40 0,20-53-124,0-1 1,2 1-1,1 0 0,0 0 1,2 1-1,0-1 0,2 1 1,3 38-1,-2-57-15,1 1-1,-1-1 0,1 0 1,0 0-1,-1 0 1,2-1-1,-1 1 1,0 0-1,1-1 0,0 0 1,0 1-1,0-1 1,0 0-1,0-1 0,1 1 1,-1 0-1,1-1 1,0 0-1,-1 0 1,1 0-1,0 0 0,0-1 1,1 1-1,-1-1 1,7 1-1,5 1-46,1-1-1,-1 0 1,1-2 0,-1 1 0,24-4-1,-37 3 53,1-1 1,0 1-1,0-1 0,0 1 0,-1-1 1,1 0-1,0-1 0,-1 1 0,1-1 0,-1 1 1,1-1-1,-1 0 0,0-1 0,0 1 1,0 0-1,0-1 0,0 0 0,0 1 0,-1-1 1,0 0-1,1 0 0,-1-1 0,0 1 0,0 0 1,-1-1-1,1 1 0,-1-1 0,0 0 1,0 1-1,0-1 0,0 0 0,0 0 0,-1 1 1,0-1-1,0 0 0,0-7 0,-1 8 16,-1 1-1,1 0 1,0-1 0,0 1-1,-1 0 1,1 0-1,-1 0 1,0 0-1,0 0 1,0 0 0,0 0-1,0 0 1,0 1-1,0-1 1,0 1-1,-1 0 1,1 0 0,-1-1-1,1 2 1,-1-1-1,1 0 1,-1 0-1,-4 0 1,-65-11 32,69 12-341,-13-2 450,0 2-1,0 0 1,-20 3 0,33-3-456,0 1 1,0-1-1,1 1 1,-1 0-1,0 0 1,1 0-1,-1 0 1,1 0-1,-1 1 0,1-1 1,-5 4-1,6-4-166,1 0 1,-1 0-1,0 0 0,1 0 0,-1 0 0,1 1 0,-1-1 0,1 0 0,-1 0 0,1 0 0,0 1 0,-1-1 0,1 0 1,0 0-1,0 1 0,0-1 0,0 0 0,0 1 0,1-1 0,-1 0 0,0 0 0,0 1 0,1-1 0,-1 0 0,1 0 1,-1 0-1,2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18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62 11557,'0'0'13430,"6"-10"-12378,15-31-415,-16 31-167,-7 28-309,0 0 0,-1 0 0,-1 0 1,-1 0-1,-1 0 0,0-1 0,-12 23 0,10-22-162,0 0 0,1 0-1,1 1 1,1 0 0,0 1 0,-2 23-1,7-40 0,-1-1 0,1 1 0,0-1 0,0 1 0,-1-1 0,2 1-1,-1-1 1,0 1 0,0-1 0,1 1 0,0-1 0,-1 1 0,1-1 0,0 0-1,0 1 1,0-1 0,0 0 0,1 0 0,-1 0 0,1 0 0,-1 0 0,4 4-1,0-5-5,0 1-1,0 0 0,1-1 1,-1 0-1,0 0 0,0-1 1,1 0-1,-1 0 0,9 0 1,-8 0 7,14 0-47,0-1 0,0-1 1,-1-1-1,1 0 0,21-8 0,-34 9 36,0 0 0,0-1 0,-1 0 0,1 0 0,-1 0 0,1-1 1,-1 0-1,0-1 0,-1 1 0,1-1 0,-1 0 0,0 0 0,0-1 0,-1 0 0,1 1 1,-1-2-1,5-8 0,-7 10 52,-1 1 1,1 0-1,-1-1 0,0 1 1,0-1-1,-1 0 1,1 1-1,-1-1 0,0 0 1,0 1-1,-1-1 1,1 1-1,-1-1 0,0 0 1,-1 1-1,1 0 1,-1-1-1,1 1 1,-1 0-1,0 0 0,-1 0 1,1 0-1,-1 0 1,0 0-1,0 1 0,-6-7 1,8 10-38,1 0 1,0 0-1,0 0 0,0-1 1,-1 1-1,1 0 0,0 0 1,0 0-1,0 0 1,0 0-1,-1 0 0,1 0 1,0 0-1,0 0 0,0 0 1,-1 0-1,1 0 0,0 0 1,0 1-1,0-1 1,0 0-1,-1 0 0,1 0 1,0 0-1,0 0 0,0 0 1,0 0-1,-1 0 0,1 1 1,0-1-1,0 0 1,0 0-1,0 0 0,0 0 1,0 0-1,0 1 0,-1-1 1,1 0-1,0 0 0,0 0 1,0 1-1,0-1 1,0 0-1,0 0 0,0 0 1,0 0-1,0 1 0,-5 18 233,0 20 69,-7 78-427,-42 172 1,41-213-1347,10-24-5591,3-44 2206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3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27 11701,'0'0'9711,"27"-4"-9225,-25 4-477,236-22 590,-120 22-828,-118 0 142,0 0-1,1 1 1,-1-1 0,0 1 0,0-1-1,0 0 1,0 1 0,0-1 0,1 1-1,-1-1 1,0 0 0,0 1 0,0-1-1,0 1 1,0-1 0,0 1 0,-1-1-1,1 0 1,0 1 0,0-1 0,0 1-1,0-1 1,0 0 0,-1 1-1,1-1 1,0 0 0,0 1 0,0-1-1,-1 0 1,1 1 0,0-1 0,-1 0-1,0 1 1,-8 7-684,-1 0 0,0-1 0,0 0-1,-1-1 1,0 0 0,0 0 0,-19 6-1,-10 5-485,-109 61 829,55-18 4719,93-59-4111,0 0 0,0-1 0,0 1-1,0 0 1,0 0 0,0 0 0,0 0 0,0 0 0,0 0 0,0 0 0,0 0 0,0 0 0,1 1 0,-1-1-1,0 0 1,0 2 0,1-2-127,0-1-1,1 1 0,-1-1 0,0 1 1,0-1-1,1 1 0,-1-1 0,0 1 1,1-1-1,-1 0 0,0 1 1,1-1-1,-1 1 0,0-1 0,1 0 1,-1 0-1,1 1 0,-1-1 1,1 0-1,-1 0 0,1 1 0,-1-1 1,1 0-1,-1 0 0,1 0 1,-1 0-1,1 0 0,0 0 0,54 2 722,-43-2-562,73 1-6,69-1-229,-54-8-3999,-54 1-1584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30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27 17944,'0'0'8396,"-6"-5"-8081,5 4-306,0-1 0,0 1 0,0 0 0,0 1 1,0-1-1,0 0 0,0 0 0,0 0 0,0 1 0,0-1 0,-1 0 1,1 1-1,0-1 0,0 1 0,-1-1 0,1 1 0,0 0 1,-1 0-1,1 0 0,0-1 0,-1 1 0,1 0 0,-1 1 0,1-1 1,0 0-1,-1 0 0,1 1 0,0-1 0,-1 0 0,-1 2 0,-2 2 13,0 1 0,1-1-1,-1 1 1,1 0-1,0 1 1,0-1 0,-3 8-1,-4 5 1,1 0 0,1 1 1,1 0-1,1 0 0,0 1 0,2 0 0,0 0 0,1 1 1,1-1-1,1 1 0,1 0 0,3 39 0,-2-54-35,1-1 0,0 1 0,0-1 0,1 1 0,-1-1 0,1 0 0,0 0 0,1 0 0,-1 0 0,1 0 0,0 0-1,0-1 1,1 1 0,-1-1 0,1 0 0,0 0 0,0 0 0,1 0 0,-1-1 0,1 0 0,-1 0 0,1 0 0,0-1 0,0 1 0,1-1 0,6 2-1,4 1-56,1-1-1,0 0 1,0-1-1,0-1 0,0-1 1,0 0-1,25-3 0,-32 0 60,0 0-1,0 0 0,-1-1 1,1 0-1,-1-1 0,0 0 1,0 0-1,0-1 0,0 0 0,-1-1 1,0 0-1,0 0 0,-1 0 1,1-1-1,-1-1 0,-1 1 1,1-1-1,-1 0 0,5-10 0,-2 4 19,-1-2 0,0 1 0,-1-1 0,0 0 0,-1-1 0,-1 0 0,-1 0 0,0 0 0,-1 0 0,0-21 0,-3 29 13,1 0 0,-2 0 0,0 0 1,0 0-1,0 0 0,-1 0 0,-1 0 0,1 1 0,-1-1 1,-1 1-1,-5-12 0,6 16-15,-1 0 0,1 0 1,-1 0-1,0 0 0,1 0 0,-2 0 1,1 1-1,0 0 0,-1 0 0,1 0 1,-1 1-1,0-1 0,0 1 0,0 0 1,0 1-1,0-1 0,-1 1 0,1 0 1,0 0-1,-10 1 0,12-1-178,0 1-1,0 0 0,0 0 1,1 0-1,-1 0 0,0 1 1,0-1-1,0 1 0,1-1 1,-1 1-1,0 0 0,1 0 1,-1 1-1,1-1 0,-1 0 1,-4 4-1,5-2-425,0-1 0,0 1 0,0 0 0,0 0 0,1 0 0,-1 0 0,1 0 0,0 0 0,0 0 0,0 1 0,0-1 0,0 0 0,0 6 0,0 19-7408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3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15047,'0'0'8356,"11"-17"-8244,-8 17-721,2 0-1391,3 0-2338,8 0-4082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31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93 14215,'0'0'9543,"0"-14"-8927,-1 7-513,-1-32 141,2 38-230,1 0-1,-1-1 0,0 1 0,0 0 1,1 0-1,-1-1 0,1 1 0,-1 0 0,1 0 1,0 0-1,-1 0 0,1 0 0,0-1 1,0 2-1,0-1 0,0 0 0,0 0 1,0 0-1,0 0 0,0 0 0,0 1 0,0-1 1,0 1-1,1-1 0,-1 1 0,0-1 1,0 1-1,1-1 0,-1 1 0,2 0 1,16-3 107,1 2 1,-1 0 0,1 1 0,-1 1 0,27 4 0,-42-4-119,0 0 1,0-1 0,0 1-1,0 1 1,0-1-1,-1 1 1,1-1 0,0 1-1,-1 0 1,1 0 0,-1 1-1,0-1 1,0 1 0,0 0-1,0 0 1,0 0-1,-1 0 1,1 0 0,-1 0-1,0 1 1,0-1 0,0 1-1,0-1 1,-1 1-1,1 0 1,-1 0 0,0 0-1,0 0 1,0 0 0,-1 0-1,0 0 1,1 5 0,-2-3-5,0 1 0,0-1 0,-1 0 0,1 1 0,-1-1 0,-1 0 0,1 0 0,-1-1 0,0 1 0,0 0 0,-1-1 0,0 0 0,0 0 0,0 0 0,0 0 0,-1 0 0,0-1 0,0 0 0,-8 5 0,-14 9 10,-1-1-1,-49 22 1,42-22-37,-19 7 2,35-16 14,0 0 0,1 2 0,-26 16 0,44-26 7,-1 0 1,1 0-1,0 0 1,0 0-1,-1 1 1,1-1-1,0 0 1,0 0-1,-1 0 1,1 1-1,0-1 1,0 0-1,0 0 1,-1 0-1,1 1 1,0-1 0,0 0-1,0 0 1,0 1-1,0-1 1,-1 0-1,1 1 1,0-1-1,0 0 1,0 0-1,0 1 1,0-1-1,0 0 1,0 1-1,0-1 1,0 0-1,0 0 1,0 1 0,0-1-1,0 0 1,0 1-1,1-1 1,-1 0-1,0 0 1,0 1-1,0-1 1,0 0-1,0 0 1,1 1-1,-1-1 1,0 0-1,0 0 1,0 0-1,1 1 1,-1-1 0,0 0-1,0 0 1,1 0-1,-1 0 1,0 1-1,0-1 1,1 0-1,-1 0 1,0 0-1,1 0 1,-1 0-1,22 6-139,-19-6 141,93 16-118,-69-13 117,-1 1-1,0 1 0,0 1 0,0 1 0,0 2 0,26 12 1,-50-20 0,1 0 1,-1 0 0,0 1 0,0-1 0,0 0-1,0 1 1,0 0 0,0-1 0,0 1 0,0 0-1,0 0 1,-1 0 0,1 0 0,-1 0-1,1 0 1,-1 0 0,0 1 0,0-1 0,0 0-1,0 1 1,-1-1 0,1 1 0,-1-1 0,1 1-1,-1-1 1,0 1 0,0-1 0,0 1 0,0 0-1,-1 4 1,-1-3 8,1 1-1,-1-1 0,0 0 1,0 0-1,-1 0 1,1-1-1,-1 1 1,0-1-1,0 1 1,0-1-1,0 0 0,-1 0 1,0 0-1,1 0 1,-1-1-1,-4 3 1,-16 7 48,0 0 1,-1-2-1,-1 0 1,0-2 0,0-1-1,0-1 1,-1-1-1,0-1 1,0-2 0,-29-1-1,55-1-112,0 0 0,0 0-1,0 0 1,1 0 0,-1 0-1,0 0 1,0 0 0,0-1 0,1 1-1,-1 0 1,0-1 0,0 1-1,1 0 1,-1-1 0,0 1 0,1-1-1,-1 1 1,0-1 0,1 1-1,-1-1 1,1 0 0,-1 1 0,1-1-1,-1 0 1,1 0 0,-1 1-1,1-1 1,0 0 0,-1 0 0,1 1-1,0-3 1,-2-17-5082,2 7-184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3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54 10741,'0'0'11725,"10"-8"-11277,-4 3-364,1 0 0,0 1 0,0-1 0,0 1-1,0 1 1,0-1 0,1 2 0,-1-1-1,1 1 1,0 0 0,0 0 0,0 1 0,0 0-1,11 0 1,2 1 207,-10-1-198,0 1 1,0 0-1,0 1 0,0 0 1,0 1-1,13 3 0,-21-4-91,-1 0 0,1 1-1,-1-1 1,1 1-1,-1-1 1,1 1-1,-1 0 1,0 0-1,0 0 1,0 0 0,0 0-1,0 0 1,0 1-1,-1-1 1,1 1-1,-1-1 1,1 1 0,-1-1-1,0 1 1,0 0-1,0 0 1,-1-1-1,1 1 1,-1 0 0,1 0-1,-1 0 1,0 0-1,0 5 1,0-3-6,0 0-1,-1-1 1,1 1-1,-1 0 1,1-1 0,-2 1-1,1-1 1,0 1 0,-1-1-1,0 1 1,-3 6 0,-1-4 24,-1 1 0,1 0 0,-1-1 0,-13 10 0,-28 20-32,34-27 4,0 0 0,1 1 0,0 0 1,1 1-1,0 1 0,-14 19 0,25-30 8,0-1 1,0 0-1,1 1 0,-1-1 0,0 1 1,1-1-1,-1 1 0,1-1 0,0 1 0,-1 0 1,1-1-1,0 1 0,0-1 0,0 1 1,0 0-1,0-1 0,0 1 0,1-1 0,-1 1 1,0 0-1,1-1 0,-1 1 0,1-1 1,0 1-1,-1-1 0,1 1 0,0-1 0,0 0 1,0 1-1,0-1 0,0 0 0,0 0 1,1 0-1,-1 0 0,0 0 0,0 0 0,1 0 1,-1 0-1,1 0 0,2 0 0,8 5 2,1-1 0,0 0 0,-1-1 0,16 3 0,-2 0-5,-22-6 1,91 34-99,-88-31 92,1-1-1,-1 1 0,0 1 0,0-1 1,0 1-1,-1 0 0,1 1 1,-1-1-1,9 12 0,-14-16 6,0 1 0,0-1 0,0 1 0,0-1 0,0 1 0,0 0 0,-1-1 0,1 1 0,0 0 0,-1 0 0,1-1 0,-1 1 0,0 0 0,0 0 0,1 0 0,-1 0-1,-1-1 1,1 1 0,0 0 0,0 0 0,-1 0 0,0 3 0,0-3 13,-1 0-1,1 0 0,-1 0 1,0 0-1,0 0 0,0 0 1,0-1-1,0 1 0,0 0 0,0-1 1,0 0-1,-1 1 0,1-1 1,-4 1-1,-10 3 60,0-1 0,-1 0 0,1-1 0,-18 1 0,22-3-61,-230 14-2020,174-13-3807,34-2-1135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33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20 3490,'0'0'8254,"-30"-15"-4148,-43 11-1263,-82 4 0,53 2-1918,99-2-927,1 1 0,-1-1 0,0 0 0,1 1 1,-1-1-1,1 1 0,-1 0 0,1 0 0,-1 0 0,1 0 0,-1 0 1,1 1-1,0-1 0,0 1 0,0-1 0,-1 1 0,2 0 0,-1 0 0,0 0 1,0 0-1,1 0 0,-1 0 0,1 1 0,-1-1 0,-1 4 0,-8 31-2644,8-1-5456,3-22 2249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3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38 11877,'0'0'10320,"-3"-7"-9269,-8-23-147,6 78 1391,11 156-1421,51 317-1,-36-371-750,3 236 0,-24-386-190,0 1-1,0-1 1,0 1 0,0-1 0,0 1 0,0 0-1,0-1 1,0 1 0,0-1 0,0 1 0,0 0 0,0-1-1,0 1 1,0-1 0,1 1 0,-1-1 0,0 1 0,0-1-1,1 1 1,-1-1 0,0 1 0,1-1 0,-1 1-1,1-1 1,-1 0 0,0 1 0,1-1 0,-1 1 0,1-1-1,-1 0 1,1 0 0,-1 1 0,1-1 0,-1 0 0,1 0-1,0 0 1,-1 1 0,1-1 0,-1 0 0,1 0-1,0 0 1,0 0 0,0 0-270,0-1 1,1 1-1,-1-1 0,0 1 0,0-1 1,0 1-1,0-1 0,0 0 0,1 0 1,-1 1-1,0-1 0,-1 0 0,1 0 1,0 0-1,0 0 0,0 0 0,0 0 1,0-2-1,10-22-4604,-1-7-3012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3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18 320 9204,'0'0'6950,"-3"-6"-5779,-10-21-402,13 26-721,0 0 0,-1 1 0,1-1 1,0 0-1,0 0 0,0 0 0,0 0 1,0 0-1,0 1 0,0-1 1,0 0-1,0 0 0,0 0 0,0 0 1,1 0-1,-1 1 0,0-1 0,1 0 1,-1 0-1,0 0 0,1 1 0,-1-1 1,1 0-1,-1 1 0,1-1 0,0 0 1,-1 1-1,1-1 0,0 1 1,-1-1-1,1 1 0,1-1 0,27-12 1089,-20 10-721,39-12 103,1 2-1,1 2 0,0 2 1,75-4-1,24-3-194,772-100 1101,153 84-1285,-868 33-195,-131-1 42,1-3-1,74-13 1,-149 16 17,1-1-1,-1 1 1,0 0 0,0 0 0,0-1-1,0 1 1,0 0 0,1 0-1,-1 0 1,0 0 0,0 0-1,0 0 1,0 0 0,0 1 0,1-1-1,-1 0 1,0 1 0,0-1-1,0 1 1,0-1 0,0 1-1,0-1 1,0 1 0,0 0-1,0 0 1,-1-1 0,1 1 0,0 0-1,0 0 1,1 1 0,-1 2 12,-1-1 0,1 1 1,0 0-1,-1-1 0,0 1 0,0 0 1,0-1-1,0 5 0,-1 10 43,18 442 1015,-7-275-624,34 291 193,-10-152-102,-31-164-255,-3-108-406,-1-50-45,0 0 0,0 0 0,-1 0 0,1 0 1,0-1-1,-1 1 0,1 0 0,-1-1 1,0 1-1,1-1 0,-1 0 0,0 0 0,0 1 1,0-1-1,0 0 0,0 0 0,0-1 1,0 1-1,0 0 0,0-1 0,-1 1 0,-1-1 1,-1 2-360,-40 9-3724,-13-1-1490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37:3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41 7988,'0'0'6621,"-1"-6"-5284,-4-28 4202,5 47-5291,0 32 170,-2-22-237,2 0 0,0 0 0,2 0 0,0 0 1,2 0-1,12 44 0,-14-64-156,0 1 1,0-1-1,0 1 1,1-1 0,0 0-1,-1 0 1,1 0-1,0 0 1,0 0 0,1-1-1,-1 1 1,1-1-1,-1 0 1,1 0-1,0 0 1,-1-1 0,1 1-1,0-1 1,0 0-1,0 0 1,0 0 0,5 0-1,14 1 141,0 0-1,44-4 0,-27 1-115,659-42 496,-100-29 309,-174 19-215,-181 33-522,102-14-127,-176 12 95,39-7 540,-191 24-330,-19 1-767,-30 2-3364,-4 2-1898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5:11.8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15103 11989 459 0,'0'0'177'0,"0"0"-55"0,0 0-10 0,0 0 42 0,0 0-27 16,0 0-40-16,0 0-27 0,0 0-3 16,-54-8 5-1,54 8-12-15,0 0-8 0,0 0 5 16,0 0-6-16,0 0-28 15,0 0 6-15,0 0-6 16,0 0-2-16,0 0 1 16,0 0-12-16,0 0 0 15,16 0 1-15,32 0-1 16,0-8 4-16,10 2 6 16,-4-3-3-16,14 1-4 15,-14 0-1-15,10 1-1 16,4 3 4-16,2-4-5 15,1 7 0-15,-1-6 1 16,-19 2 1-16,-2 3 0 0,-14-1 0 16,-6 3-2-16,-7 0 0 15,-15 0 0-15,2-1 0 16,-9 1-4-16,0 0 4 16,0 0 4-16,0 0-1 15,0 0 4-15,0 0-6 16,0 0 8-16,0 0-6 15,0 0 5-15,0 0-2 16,0 0 4-16,0 0-9 16,0 0 13-16,0 0-13 15,-38 0 6-15,-7 0-5 16,-23 0-3-16,11 0 1 16,-17 0-1-16,0 0 1 15,-3 4-1-15,-9 1 0 16,-4 1 0-16,3 2 0 0,4 0 1 15,6-3 0-15,26 1-1 16,6-3 1-16,0-2 1 16,26-1-1-16,0 0 0 15,-1 0 0-15,11 0 0 16,2 0 2-16,-2 0 0 16,9 0-1-16,0 0 0 15,0 0 2-15,0 0-2 0,0 0 3 16,0 0-4-1,0 0 0-15,0 0 0 0,0 0-6 16,16 0 4 0,16 0 2-16,22 0 0 0,17 0 1 15,6 0 3-15,0 0-2 16,6-4-2-16,-6-2 1 16,0 1 1-16,0 1-1 15,-13 1-1-15,-9 2 0 16,-7 1 0-16,0-4-1 15,-19 0 2-15,-4 4-1 16,-25 0 1-16,13 0-2 16,-13 0 1-16,0 0 0 15,0-1 0-15,0 1 0 16,0 0 0-16,0 0 0 0,0 0-3 16,0 0 2-16,0 0-6 15,-29 0-53-15,-9 0-87 16,-30 0-226-16</inkml:trace>
  <inkml:trace contextRef="#ctx0" brushRef="#br0" timeOffset="6198.32">18592 10255 426 0,'0'0'177'0,"0"0"-63"0,0 0-3 0,0 0-39 0,0 0-11 16,0 0-8-16,0 0-8 16,0 0 11-16,-10 3-14 15,10-3 12-15,0 0-18 0,0 0-1 16,-3 0-17 0,3 0 0-16,0 0-1 0,0 0 0 15,0 0 6-15,0 0 17 16,0 0-15-16,0 0 3 15,0 0 10-15,0 0-23 16,0 0 11-16,0 0-9 16,0 0 6-16,0 0-13 15,0 0-1-15,0 0 2 16,0 0-1-16,16 2-3 16,19 1 24-16,7-1-9 15,9-1-6-15,-3-1-6 16,7 3 0-16,6-3-1 15,-7 0 1-15,7 1-7 0,-10-1 2 16,-3 0-2-16,7 0-2 16,-1 4 3-16,-6-4-4 15,1 0-1-15,-11 0 1 16,0 0 1-16,1 0 1 16,-4 0 2-16,4 0-3 15,-10 0-1-15,-1 0 0 16,-2 0 4-16,-13 0-4 15,6 0 7-15,4 0-1 16,-11 0 7-16,8 0-4 16,-11 0-1-16,1 0-2 0,-1 0-1 15,1 0 2 1,-4 0 6-16,-2 0 1 0,-4 0-7 16,6 0 3-16,-6 0-2 15,0 0-4-15,0 0 1 16,0 0-5-16,0 0 4 15,0 0 0-15,0 0-4 16,0 0 0-16,0 0-19 16,-6 0-38-16,-49 0-83 15,-22 7-220-15,-9-6-485 16</inkml:trace>
  <inkml:trace contextRef="#ctx0" brushRef="#br0" timeOffset="13115.51">15613 16230 725 0,'0'0'154'0,"0"0"-38"0,0 0 0 0,0 0 11 0,0 0-45 15,0 0-18-15,0 0-7 16,-154 0 9-16,154 0-23 16,0 0-1-16,0 0-17 15,0 0-12-15,0 0-2 16,0 0-3-16,0 0 1 15,0 2-2-15,19 1 3 16,46-2 0-16,21-1 22 16,30 0-2-16,2 0-9 15,23 0-13-15,13 0 1 0,3-6-4 16,16-3-5-16,-25 1-1 16,-13 0 0-16,-4 1 1 15,-3 0 0-15,-3 2 1 16,7 1-1-16,-14 0 0 15,-12-1 0-15,-26-1 0 16,-19 1 0-16,-16-2 1 16,-16 3-1-16,-16-4 0 15,-4 5 3-15,1 0-3 16,-10-2 1-16,6 5 1 16,-6-1 3-16,0-2-1 15,-6 3-4-15,-32 0 1 16,-20 0 1-16,-6 0-2 15,-10 0 7-15,-16 0-7 0,-3 0-1 16,-19 0 0-16,9 4-2 16,-9-1 0-16,-10 4-2 15,-9-3 3-15,-1 2 2 16,-2 1-2-16,12 1-3 16,16-4 5-16,7-1 3 15,22 1-3-15,19-3-1 16,10-1-3-16,3 0 2 15,16 0 4-15,13 0 0 16,7 0-2-16,5 0-1 16,4 3 0-16,0-3 0 15,0 0-2-15,0 0 3 16,0 0-3-16,0 0 3 0,0 0-1 16,49 0 0-1,27 0 1-15,30 0 0 0,13 0 5 16,22 0-3-16,10 0-2 15,9-9-1-15,7-2-2 16,-7 1 1-16,-3 0 1 16,-9-1-1-16,-11 4 2 15,-5 2 1-15,-26 1-1 16,-23 1 0-16,-16 3-2 16,-22 0 2-16,-22 0 3 0,-7 0-3 15,-16 0-2 1,0 0 0-16,0 0 4 0,0 0-4 15,0 0 2-15,0 0 0 16,0 0 0-16,0 0 3 16,0 0-3-16,0 0 4 15,0 0-4-15,0 0-2 16,-16 0-13-16,-36 0-54 16,-21 0-98-16,-14 0-134 15,-3 3-384-15</inkml:trace>
  <inkml:trace contextRef="#ctx0" brushRef="#br0" timeOffset="36969.01">15341 16223 757 0,'0'0'151'0,"0"0"-77"0,0 0 23 0,-302 22 51 16,273-15-73-16,17-5-35 16,12-2-13-16,0 3-16 15,0 2 5-15,28 0-2 16,40 6 31-16,28-7-11 16,29-4-6-16,22 0-4 15,33 0 15-15,22-4-18 16,10-11-10-16,2 3 6 15,-5-2-4-15,-23 7-13 16,-20 2 6-16,-31 1-6 16,-23 4-1-16,-9 0 0 0,-29 0 2 15,-17 0-1-15,-25 0 1 16,-6 0 1-16,-13 0-2 16,-13 0 0-16,0 0 2 15,0 0-2-15,0 0 1 16,0 0 3-16,-42 0-2 15,-35 0 9-15,-16 4-11 16,-19 6 8-16,-10-1-7 16,-19-1 0-16,-10 3 1 15,-15 5-2-15,-11 3 0 16,4-4 3-16,29 2-3 16,22-4-1-16,29-4 1 15,29-4-2-15,6-2 2 0,23 1 5 16,6-4 3-16,20 0 6 15,9 1 0-15,0-1-8 16,0 0 0-16,0 0-6 16,0 0 2-16,0 0-3 15,9 0 1-15,65 0-4 16,38 0 3-16,42 0 2 16,22 0 6-16,14-12-4 15,8 0-3-15,-21-3-3 16,-1 5-1-16,-22-1 0 15,-16 0-2-15,-29 6 4 16,-29 0-4-16,-32 3-1 16,-16-1-13-16,-16 2 8 0,-16-2-9 15,0 0-18-15,0 3-62 16,-3 0-36-16,-61 0-67 16,-13 0-251-16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6:01.8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27360 9879 690 0,'0'0'341'0,"0"0"-168"0,0 0-54 0,0 0-21 0,0 0-16 16,0 0-45-16,0 0-22 15,0 0 23-15,330-23 6 16,-121 15-16-16,6 1-19 16,-7 2-3-16,-19 0-6 15,-28 0 2-15,-20-4-1 16,-20 5 1-16,-28-4-1 15,-22 2-1-15,-26 5 0 16,-20-2 0-16,-18 2 0 0,-7 1 2 16,0-4-1-16,0 4-2 15,0 0-7-15,-55 0-38 16,-28 9-62-16,-13 14-114 16,-16 4-68-16,6 4-333 15</inkml:trace>
  <inkml:trace contextRef="#ctx0" brushRef="#br0" timeOffset="566.47">24802 11083 699 0,'0'0'202'0,"0"0"-74"0,0 0 11 0,0 0-52 0,0 0-36 16,0 0-7-16,150 5 32 16,11-5-7-16,44-9-43 15,7-3-19-15,22 0 1 0,-13 3 1 16,-19 3-8 0,-16 0 0-16,-36 5-1 0,-37 1 0 15,-24 0 4-15,-40 0-4 16,-24 0-7-16,-18 0-6 15,-7 0-19-15,0 0-51 16,0 0-56-16,-7 1-29 16,-41 8-188-16</inkml:trace>
  <inkml:trace contextRef="#ctx0" brushRef="#br0" timeOffset="3867.01">16976 10622 846 0,'0'0'229'16,"0"0"-101"-16,0 0-15 0,0 0-23 0,0 0-19 0,0 0-27 16,-10 0 10-16,10 0-27 15,0 0-2-15,0 13 8 16,0 6 15-16,6 0-22 15,4-6-3-15,-7-3-22 16,7-10 3-16,9 0-4 16,20 0 6-16,22-23 4 15,44-20 2-15,27-18-12 16,18-13-5-16,11-5-80 0,6-5-147 16,-17 0-195-16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6:16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10275 4625 969 0,'0'0'100'0,"0"0"-66"0,0 0 75 0,0 0-39 0,0 0 6 0,0 0-64 16,0 0-12-16,-16-42 0 15,167 43 51-15,57-1 9 16,36 0-29-16,28-1-4 15,10-19-15-15,7 9-8 16,15-1 5-16,7 4-9 0,-16 5 0 16,-54-4 0-16,-55 7-1 15,-48 0 0-15,-42 0 0 16,-29 0 0-16,-12 0 0 16,-33 0 1-16,-3 0-4 15,-9 0 0-15,0 7 1 16,-1-1-16-16,-2 4-34 15,2 12-41-15,-9 2-44 16,10-5-174-16</inkml:trace>
  <inkml:trace contextRef="#ctx0" brushRef="#br0" timeOffset="11332.64">14985 13683 870 0,'0'0'37'0,"0"0"-7"0,0 0 36 0,0 0 61 16,0 0-11-16,0 0-75 15,0 0-2-15,-222-9-2 16,222 9 0-16,0 0-13 16,0 0-6-16,58 0-4 0,26 0 23 15,37 0 11-15,33 0-15 16,13 0-14-16,3 0-3 15,19 0-4-15,-3-9 6 16,13 5-14-16,0-1 1 16,-10-2-5-16,-13 5 0 15,-12 1 1-15,-36-3-1 16,-16 4-4-16,-16 0 4 16,-9 0-1-16,-26 0 3 15,-13 0-3-15,-16 0 1 16,-13 0 0-16,-16 0 0 15,1-4 5-15,-4-2 6 16,0 4-3-16,0-2-4 0,0 2 0 16,0 2-1-16,0 0-3 15,0 0 0-15,-4 0-15 16,-31 0-46-16,6 0-42 16,-3 0-55-16,10 0-68 15,22 11-147-15</inkml:trace>
  <inkml:trace contextRef="#ctx0" brushRef="#br0" timeOffset="11817.58">16694 14827 1021 0,'0'0'140'0,"0"0"-88"0,0 0 16 0,0 0 29 0,0 0 30 15,0 0-85-15,0 0-25 16,-16 10 9-16,157-10 11 16,45 0-10-16,19-13-15 15,22-6-8-15,7 1-3 16,10-3 1-16,-16 1-1 15,-23 3 1-15,-16 3-2 16,-41 2 3-16,-43 6-3 16,-34 1-2-16,-36 1-8 15,-16 1 2-15,-12 3-17 16,-7-2-40-16,0 2-80 16,-13 0-92-16,-48 0-316 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6:37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7858 18071 1038 0,'0'0'116'0,"0"0"-45"0,0 0 51 0,0 0 1 0,0 0-89 0,0 0-23 16,0 0 0-1,-26 10-6-15,19 26 1 0,-15 14 11 16,3 4 6-16,-10 1-5 16,13-7-8-16,3-2-6 15,-3-12 4-15,16-7-5 16,-10-14-3-16,10-4 3 15,-3-9-2-15,3 0 3 16,-6 0 14-16,3-14 17 16,-13-17 5-16,6-19-40 15,0-16 0-15,10-7 2 16,0-11 2-16,0 4-8 16,0 8 8-16,32 17-2 0,-16 8 0 15,17 16 2 1,-21 12 0-16,-2 11 0 0,0 7-2 15,-10 1 0-15,19 0-2 16,16 13-2-16,13 23 2 16,10 18 5-16,9 12-4 15,-22 6 6-15,10 3-3 16,-7-6 0-16,-10-3-3 16,1-12-1-16,-1-4 1 15,-12-10-1-15,-7-7 2 16,-6-12-2-16,-7-3-8 15,-6-10-36-15,10-4-64 16,-10-4-57-16,0 0-61 0,0 0-22 16,0 0-135-16</inkml:trace>
  <inkml:trace contextRef="#ctx0" brushRef="#br0" timeOffset="471.41">7832 18315 369 0,'0'0'178'0,"0"0"-74"0,0 0 69 0,0 0-45 16,0 0-35-16,0 0-13 0,-19-15 9 15,19 12-20 1,0-3-30-16,0-1 6 0,6-1-11 16,36-7-12-16,3 3-9 15,19-3-3-15,-7 2-8 16,1 2-1-16,-3 2-1 16,-7 2-2-16,0 2-13 15,-3 0-57-15,-13 5-23 16,3 0-44-16,-6 0-4 15,-10 0-55-15,-9 5-67 16</inkml:trace>
  <inkml:trace contextRef="#ctx0" brushRef="#br0" timeOffset="1634.98">8441 18207 532 0,'0'0'318'16,"0"0"-190"-16,0 0-21 0,0 0 36 15,0 0-67-15,0 0-48 16,-6-20-6-16,6 20-8 16,16 0-1-16,16 7 23 15,3 9-16-15,-9-1-3 16,-4 3-8-16,-6 0-5 16,-6-3 2-16,-7-4-2 15,3-7-3-15,-6-3-1 16,0-1 13-16,0 0-12 15,0 0 25-15,0 0 32 0,0 0-3 16,0-12-12 0,10-8-23-16,3-2-16 0,-7-2 3 15,33-1-4-15,-20 3 2 16,13 3-3-16,-6 6-2 16,-7 8-2-16,-3 4 2 15,3 1 0-15,7 0-1 16,6 1-3-16,3 14-1 15,-6 7 5-15,6 0-3 16,-6-1 5-16,0-3-4 16,-10-3 4-16,-6-6-3 15,-7-4 3-15,-6-2-4 16,10-3 4-16,-10 0-2 0,10-5 0 16,15-20 3-1,4-4-3-15,6-1 2 0,-9 4-5 16,0 11 9-16,-17 8-5 15,7 5-1-15,-12 2-8 16,2 0 4-16,7 0-8 16,6 9 11-16,7 6-1 15,-4 5-4-15,-6-2 6 16,3 0 0-16,7-5-1 16,-3-2-10-16,-7-3 11 15,0-4-15-15,-4-4 12 16,8 0-10-16,-1-3-11 0,23-20 20 15,-7-1 4 1,3-1 0-16,-12 5 2 0,-7 7-6 16,-19 10 9-16,10 3-6 15,-10 0 1-15,0 0-1 16,6 0 0-16,1 12-8 16,5 3 9-16,1 1 4 15,3-2-3-15,4-1-2 16,-1-5 0-16,0 2 1 15,0-5-4-15,-9-5 4 16,3 0-2-16,-10 0-2 16,-3 0 4-16,0 0-10 15,0-9 10-15,0-5-1 16,0 2 1-16,0 0 0 16,0 5-2-16,0-5 2 15,0 3 0-15,0 0 3 16,0 3-6-16,0-2 1 0,0 5-1 15,0 2-1-15,0 1 1 16,10 0-4-16,12 0 6 16,4 0-7-16,2 0-5 15,1 9 6-15,0 0 7 16,6 0 0-16,-3-3 0 16,-6 0 0-16,9-2 1 15,-3-4-1-15,-9 0 0 16,3 0 5-16,-7-3 4 15,6-16-8-15,-2-8-1 16,-10-5-3-16,0-3 3 16,-7-8 3-16,-6 8 1 0,0 1 7 15,0 7 7-15,0 12 6 16,0 14 29-16,0 1-27 16,0 0-8-16,0 13-18 15,-6 14-1-15,-4 14 1 16,7 7 4-16,-4-2-4 15,7 7-1-15,0-3 0 16,0-3-11-16,0-6-77 16,20-8-97-16,5-12-102 15,4-15-155-15</inkml:trace>
  <inkml:trace contextRef="#ctx0" brushRef="#br0" timeOffset="1784.31">10410 18156 496 0,'0'0'499'0,"0"0"-317"0,0 0-52 0,0 0-42 0,0 0-69 16,0 0-15-16,83-21-8 15,-3 15-85-15,0 0-115 16,4 6-231-16</inkml:trace>
  <inkml:trace contextRef="#ctx0" brushRef="#br0" timeOffset="2217.77">11294 18083 474 0,'0'0'535'0,"0"0"-361"0,0 0-54 16,0 0 6-16,0 0-83 15,0 0-34-15,-19 74-1 16,19-47-6-16,0 0-2 16,16-4-3-16,16-5 2 15,4-10 1-15,2-7-7 16,-9-1 7-16,-10 0-32 15,-9-11 20-15,-1-9 6 16,-9-6 6-16,0-3 4 16,-12-1 0-16,-17 3-3 15,13 0 8-15,6 0 22 16,10-1-15-16,0 1-6 16,0 0 0-16,10 1 9 0,19 10-10 15,-1 10 1 1,-12 4-10-16,17 2 0 0,-8 0 5 15,10 23-2-15,-3 15 6 16,-6 17 10-16,3 11 7 16,-3 14 1-16,-4 8 19 15,7 5-25-15,-3 2-19 16,6-2 0-16,-10-11 2 16,1-13-4-16,-14-19-12 15,4-22-44-15,-10-19-80 16,0-9-70-16,4-10-66 15,-4-29-242-15</inkml:trace>
  <inkml:trace contextRef="#ctx0" brushRef="#br0" timeOffset="2367.62">11801 18465 811 0,'0'0'244'0,"0"0"-107"0,0 0 17 0,0 0 2 0,0 0-88 0,0 0-62 0,26-61-1 16,41 42-5-16,10 0-6 15,16-1-41-15,13 4-124 16,12 0-128-16,7 5-349 16</inkml:trace>
  <inkml:trace contextRef="#ctx0" brushRef="#br0" timeOffset="3367.66">13343 17955 1028 0,'0'0'176'0,"0"0"-39"0,0 0 19 16,0 0-27-16,0 0-77 16,-253 6-34-16,224 29-13 15,19 2-5-15,10 5 0 16,0-3 5-16,20 3-3 16,34-2-2-16,1 1 0 15,-4-5-7-15,7-2 7 16,-23-5 2-16,-25-7-1 15,-10-2-2-15,0-3 6 16,-45-8 0-16,-19-4-4 0,-17-2 6 16,-2-3-7-16,25 0 0 15,10 0 0-15,13 0-10 16,13 0-14-16,15 0-41 16,7 0-54-16,0 0-73 15,19-3 19-15,45-7-27 16,13-5 10-16,4-6-24 15,-1-1-26-15,3 0 109 16,-12 0 131-16,-1-2 116 16,-22 0 130-16,0 0-40 15,-22 0 6-15,-13 3-87 16,-13 6 21-16,0 6-28 16,0 9-4-16,0 0-7 0,-32 0-75 15,-13 19-32 1,10 10-1-16,3 4-8 0,19-5 9 15,6-5 0-15,7-8 5 16,0-6-5-16,10-9-9 16,19 0 3-16,0 0 2 15,9-8-26-15,-9-8 24 16,0-2-3-16,-10 8 0 16,-6 0 6-16,-7 10 2 15,-6 0 1-15,7 0-1 16,-4 0-7-16,13 2-17 15,-3 7 25-15,3 0 1 0,3-3 0 16,-3-6 0 0,3 0 3-16,4 0 8 0,-1 0-10 15,4-8 0-15,-10-3-1 16,13 0-2-16,-23 3 2 16,4 4 0-16,-1 3 0 15,-5 1 0-15,2 0-1 16,7 0-2-16,-4 0-1 15,7 0-1-15,7 0 2 16,-7 0 2-16,3 0 2 16,0 1-2-16,7 2-2 15,-7-3 2-15,1 0-2 16,8 0-11-16,-2 0-7 0,-4-16 10 16,-2-2 8-1,-1-2 2-15,-19-1 1 0,10 7 10 16,-10 6 14-16,0 6 24 15,0 2 13-15,0 0-29 16,0 6-12-16,0 21-12 16,0 16 21-16,-4 11 4 15,-2 19-17-15,6 10 8 16,0 9-17-16,0 2-1 16,0-1 3-16,0-13-4 15,-39-20 2-15,-9-14-3 16,3-20-3-16,4-14-4 15,6-12-26-15,15 0-84 16,20-28-144-16,0-18-226 0</inkml:trace>
  <inkml:trace contextRef="#ctx0" brushRef="#br0" timeOffset="3534.44">14501 18524 1196 0,'0'0'198'0,"0"0"-43"0,0 0-39 0,0 0-53 0,0 0-56 0,0 0-7 15,0 0-34-15,9-14-150 16,1 5-263-16</inkml:trace>
  <inkml:trace contextRef="#ctx0" brushRef="#br0" timeOffset="15238.39">27229 13581 847 0,'0'0'258'16,"0"0"-107"-16,0 0 1 0,0 0-51 0,0 0-6 0,0 0-54 15,0 0-18-15,0 0-15 16,64 0 3-16,26 0-2 16,25 0-6-16,4 0-1 15,3-12-1-15,6 0 1 16,-3-3-4-16,-13 0-25 15,-19 2-81-15,-16 3-41 16,-29 1-158-16,-13 2-275 16</inkml:trace>
  <inkml:trace contextRef="#ctx0" brushRef="#br0" timeOffset="20101.8">17710 16543 558 0,'0'0'179'0,"0"0"-23"0,0 0-30 0,0 0-30 0,0 0-43 15,0 0-7-15,0 0 28 16,0 0-25-16,0-117 8 15,0 101-2-15,0 2-17 16,0 5 3-16,0 5 2 16,0 1-20-16,0 3 3 0,0 0-10 15,0 0-9-15,0 0-4 16,0 0-2-16,0 0-1 16,0 0-1-16,0 3 1 15,0 13 1-15,0 7 4 16,0 1 4-16,0 10-3 15,0 2-4-15,0 1 8 16,0 2-9-16,0-7-1 16,0-5 5-16,0-1-4 15,10-6-1-15,2-4 0 16,-5-2 2-16,2-6-2 16,1 0 1-16,-10-7 5 15,0 2-6-15,0-3 0 16,0 0 1-16,0 0 4 15,0 0 2-15,0 0 7 0,0-4 13 16,0-12 2-16,0-7-25 16,0-7-1-16,0-5 1 15,-13-2-4-15,4-7-4 16,-7 1 4-16,6-4 2 16,-9 1-2-16,12 3 0 15,-6 8-2-15,13 7 2 16,0 6 0-16,0 12 2 15,0 4-2-15,0 6 1 16,0 0-1-16,-9 0-5 16,9 0-5-16,0 1 0 15,0 18 6-15,0 8 4 0,0 4 0 16,0 4 0-16,0 0 0 16,0 2-2-16,0-1-9 15,0-4-34-15,0 7-58 16,0 3-111-16,0 0-104 15,0-4-389-15</inkml:trace>
  <inkml:trace contextRef="#ctx0" brushRef="#br0" timeOffset="25934.67">26883 16975 1088 0,'0'0'142'0,"0"0"-77"0,0 0 66 0,0 0 9 0,0 0-58 15,0 0-26-15,0 0-24 16,0 0 6-16,44-55 10 16,-37 55-23-16,-1 0-19 15,13 0-1-15,7 8-5 0,0 5 7 16,3 1-7-1,-7-4 1-15,4 0-1 0,-7-3 1 16,10-7 3-16,6 0 1 16,13-7 0-16,23-30 2 15,9-17-5-15,16-13-2 16,7-13-26-16,-7-1-51 16,3 5-76-16,-6 7-195 15,-3 4-412-15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7:15.1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12808 9692 529 0,'0'0'337'0,"0"0"-166"0,0 0-33 0,0 0-16 16,0 0-29-16,0 0-13 15,0 0-8-15,19-79-27 16,-13 79-4-16,-6 0-2 16,0 0-16-16,4 17-9 15,2 16-7-15,0 20 31 16,-2 9-15-16,-1 13-3 16,-3 13-9-16,0 3-11 15,6 8 5-15,-6 6-1 16,0-8-4-16,0-9 1 15,0-18-3-15,0-19 2 0,0-12 0 16,0-20 3-16,0-7-3 16,0-12 3-16,0 0-4 15,0-4 3-15,0-26 14 16,0-14-12-16,0-15-4 16,0-11 0-16,0-14 0 15,0-4 0-15,0 2 0 16,0-2 0-16,0 7 1 15,0 3 2-15,0 7-6 16,0 9 2-16,-9 4 1 16,-11 12 2-16,4 18 2 15,0 9-2-15,4 11 1 16,2 8 2-16,10 0-1 0,0 0-2 16,-10 0 0-1,-3 27-2-15,-19 17-3 0,-6 17 1 16,-10-3 2-1,19-4 0-15,0-12 2 0,0-6-1 16,13-14-1-16,7-6 0 16,2-12 1-16,7-4-1 15,0 0-1-15,0-15-2 16,0-23 1-16,16-17 2 16,23-4 0-16,2 0 0 15,-9 5 0-15,7 10 0 16,-10 12 0-16,-10 16 1 15,-13 10-2-15,-2 6 0 16,8 0-7-16,11 5 4 16,6 20 4-16,16 6 3 15,0 7-3-15,-1 2-2 0,5 1 2 16,-5-5 0-16,-8-5 0 16,2-5-4-16,10-8-53 15,-3-5-57-15,10-11-104 16,12-2-130-16,0-15-454 15</inkml:trace>
  <inkml:trace contextRef="#ctx0" brushRef="#br0" timeOffset="899.05">14892 8373 473 0,'0'0'310'0,"0"0"-96"0,0 0-36 0,0 0-40 0,0 0-12 16,0 0-13-16,0-16-26 15,0 16-14-15,0 0-10 16,0 0-9-16,0 0-17 16,0 0-9-16,0 0-10 15,0 0-17-15,32 0 6 16,42 0 0-16,2 0 2 15,27 0 0-15,3 0-1 16,6 0-7-16,0 0 2 16,1 0 2-16,-17 0-5 15,-42 0 1-15,-15 0-1 16,-17 0 0-16,-22 0-1 16,0 0 1-16,0 0-1 15,0 0-2-15,0 0-4 0,3 0-23 16,-3 0-33-16,0 0-48 15,-9 0-78-15,-33 12-179 16,-9-2-497-16</inkml:trace>
  <inkml:trace contextRef="#ctx0" brushRef="#br0" timeOffset="7303.19">17607 9885 748 0,'0'0'123'0,"0"0"-19"0,0 0 18 0,0 0-29 0,0 0-28 0,0 0-31 15,0 0 9-15,10 0 16 16,-4 0-12-16,-6 0-21 15,0 5-4-15,4 5-13 16,2 9-1-16,4 6 28 16,-1 0-17-16,1 2 6 15,-1 3-8-15,4-9-3 16,-6 0-1-16,2-8-13 16,1-5 5-16,-4-6-4 15,-2-2-1-15,8 0 4 16,-5 0 3-16,22-23 3 0,28-19-3 15,17-16-6-15,29-15-1 16,18-5-8-16,17-3-41 16,3 0-73-16,13 2-61 15,-13-1-70-15,-12 7-312 16</inkml:trace>
  <inkml:trace contextRef="#ctx0" brushRef="#br0" timeOffset="8337.78">23728 8997 939 0,'0'0'178'0,"0"0"-47"0,0 0-28 0,0 0 11 16,0 0-35-16,0 0-32 15,-16-28-16-15,16 28-6 16,0 0-3-16,0 0-8 16,0 0-5-16,0 16 1 15,9 7 18-15,17 4-10 0,-7 1 6 16,-6-1-3-16,3-1-5 16,-6-9-3-16,-1-6-3 15,1-4-7-15,-10-7-1 16,13 0 4-16,12 0 5 15,20-27 12-15,39-27-8 16,31-20-5-16,26-19-7 16,13-7-2-16,19-3-2 15,3 1-4-15,-2 5-32 16,-4 14-45-16,-17 8-24 16,-31 20-92-16,-29 4-119 15,-38 9-437-15</inkml:trace>
  <inkml:trace contextRef="#ctx0" brushRef="#br0" timeOffset="11699.47">23074 14234 768 0,'0'0'221'0,"0"0"-85"0,0 0-50 16,0 0 23-16,0 0 20 0,0 0-49 15,0 0-16-15,6-65-25 16,-6 62 9-16,10 2-13 15,-1 1-9-15,-9 0 2 16,10 0-13-16,0 4-2 16,9 15 7-16,0 5-2 15,-3 3-1-15,3 0-9 16,1 2-2-16,-11-11-4 16,1-8-2-16,9-6 4 15,7-4-2-15,22-5-2 0,19-39 7 16,49-19 3-1,5-21-6-15,17-13-4 16,-16 6 3-16,-26 10-3 0,-19 10-10 16,-16 19-7-16,-16 14-31 15,-19 6-43-15,-1 10-66 16,-15 1-182-16,-10 6-300 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7:37.3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20211 2226 890 0,'0'0'253'0,"0"0"-92"0,0 0-11 0,0 0-14 0,0 0-58 0,0 0-24 16,0 0-12-1,-55-113-6-15,52 113-15 0,3 0-13 16,-3 0-8-16,-10 19-7 16,-6 24 6-16,-10 25 1 15,10 19 10-15,-1 9-5 16,11 12 4-16,-7 7-4 15,3 0 1-15,10-7-1 16,-4-8-3-16,1-15-2 16,6-19 1-16,0-14-1 15,-3-19 0-15,3-10 0 16,0-10 1-16,0-6-1 16,0-7 5-16,0 0-3 15,0 0 8-15,-7-15 15 0,-22-19-2 16,1-17-18-16,-8-4 2 15,-5-7-7-15,-4 4 5 16,16 4 1-16,-6 7-3 16,12 10 6-16,7 10 5 15,3 12-2-15,7 6 3 16,6 9-14-16,0 0 7 16,0 0-8-16,0 11-7 15,0 29-11-15,0 18 14 16,0 18 3-16,0 8 1 15,22-8 0-15,-9-8 2 16,10-16-2-16,2-16 1 16,-6-14-3-16,10-11 2 0,0-7-5 15,19-4 4 1,32-5-2-16,17-32 2 0,37-17-4 16,1-9-27-16,-16-11-37 15,2-7-11-15,-2-7-34 16,-4 2-75-16,1-2-149 15,-7 6-744-15</inkml:trace>
  <inkml:trace contextRef="#ctx0" brushRef="#br0" timeOffset="10033.12">16892 2671 680 0,'0'0'159'0,"0"0"-25"0,0 0-21 0,0 0 3 0,-19-135-41 16,16 114-13-16,0 8 2 16,-1 4-2-16,-5 4-6 15,6 2-9-15,3 3-19 16,0 0-16-16,0 0-4 16,0 0-8-16,0 0 0 15,0 0-2-15,0 0-4 0,0 20-1 16,0 9 2-1,0 10 5-15,0 8 1 0,3 12 10 16,13 9-10-16,-6 3 3 16,-1 3-3-16,-6-5 2 15,7-6-3-15,0-9 1 16,-10-9 0-16,0-5-1 16,0-5 0-16,0-5 1 15,0-6-1-15,0-9 8 16,0-8-8-16,0 1-6 15,0-8 6-15,0 0 7 16,0 0-6-16,0 0 12 16,0 0 33-16,0-12 6 15,0-11-16-15,0-4-19 16,-13-4-7-16,-6-4-6 0,-7 0 2 16,3-3 6-16,-2 0-7 15,6 10-2-15,9 2-3 16,4 13 3-16,6 7-3 15,-10 1 5-15,7 5-3 16,3 0-1-16,0 0-2 16,0 0-11-16,0 14-1 15,0 13 9-15,0 10 0 16,0 5 4-16,13-3 0 16,3 0-1-16,16-5 1 0,-10-7-3 15,0-7 3 1,-5-3-1-16,-5-8 0 0,-2-5 0 15,6-4 0-15,-6 0-1 16,22 0-2-16,0-7 4 16,16-16 4-16,0-5 0 15,10-11-4-15,-20-2 0 16,-3-8 1-16,1 0 6 16,-17-5-7-16,0 0-4 15,-9 4 4-15,-1 8-3 16,1 9 1-16,3 7-16 15,-7 10-20-15,-3 0-34 16,4 8-12-16,-7 8-94 0,0 0-59 16,0 5-143-1</inkml:trace>
  <inkml:trace contextRef="#ctx0" brushRef="#br0" timeOffset="26283.05">21471 6001 547 0,'0'0'197'0,"0"0"-24"0,0 0-52 0,0 0 18 0,0 0-37 0,0 0-34 15,0 0-7-15,0 0 4 16,-64-13-25-16,64 12-4 15,0 1-11-15,0 0-23 16,0-3 8-16,0-2-10 16,19 0 0-16,19 1 0 15,-2 4-9-15,2 0 9 16,0 0-3-16,1 0 5 16,-10 0-8-16,-4 3 2 15,-5 12 4-15,-1 8-1 0,-3 2 1 16,-6 7-3-1,-7 5 3-15,10 5 1 0,-13 0-1 16,0 5 1-16,0-8 0 16,0 7-1-16,0-3-3 15,0 6 1-15,0 3 4 16,0 5 1-16,3 1 0 16,6 1-3-16,1-1 0 15,0 1 6-15,2-1-1 16,-5 1-4-16,2 2-1 15,1 0 0-15,0 1 2 16,3 3 3-16,-7-2-4 16,4-5 1-16,-1 1-2 15,1-2 3-15,3-3-3 16,-7 0 2-16,7 0 2 16,-7-1-2-16,14-1 1 15,-14-1 2-15,-6 0-5 0,19 9 1 16,-19-2-3-16,10 1 3 15,-1-1-1-15,-9-8 0 16,0-2 1-16,0-6-2 16,0 0 2-16,0-1-1 15,0-1 0-15,0-1 1 16,0-1-1-16,0 2 0 16,0 4 2-16,0 0-2 15,0-1 0-15,0 0 0 16,0 2 4-16,0 3-4 0,0-2-3 15,0 3 3-15,0-2 1 16,0-4 0-16,0 0 2 16,0-1 0-16,0 1-3 15,0-2 0-15,0-4 0 16,0 5 0-16,0-4 4 16,0-2-4-16,0-5 0 15,-19-4 1-15,19-4-1 16,-9-4 4-16,-7-4-4 15,6-6 8-15,-3 1-5 16,-9-1 9-16,-4-1-10 16,-9 2 14-16,-1-6 2 15,-12 5-7-15,-9-2-2 0,-7 1 2 16,-1 0 0-16,-5 0 7 16,3 0-6-16,-4-2-9 15,13 2 8-15,1-7-3 16,9-1 0-16,9 0-8 15,10 0-4-15,13 0-58 16,16-11-62-16,0-6-203 16,26-6-445-16</inkml:trace>
  <inkml:trace contextRef="#ctx0" brushRef="#br0" timeOffset="27950.4">21211 12380 651 0,'0'0'124'0,"0"0"16"0,0 0-34 0,0 0 15 0,0 0-12 0,0 0-74 15,-26-32-17-15,49 23-9 16,31-1 31-16,14 0-25 15,5-2 7-15,-2 4-4 0,3-1-1 16,-7 2-13-16,-13 4-3 16,4 3-1-16,-19 0 5 15,-4 0-1-15,-6 5-4 16,0 9 2-16,3 4 4 16,-10 4 0-16,1 3-6 15,-7 7 1-15,-7 2 1 16,14 5 5-16,-11 8-12 15,-2 4 12-15,0 7-4 16,-7 4 2-16,7 4-3 16,-4 2-2-16,-3-1 6 15,4 1 1-15,2-1 10 16,4 2-15-16,3 0-2 16,-6 2 0-16,9 1 2 0,-3 3 2 15,-3-6-4-15,-4 5 1 16,11 2-1-16,-14 0 1 15,4 8-1-15,2 3 0 16,-2 4 1-16,6-3-1 16,-6-5 1-16,9 2-1 15,-3-3-1-15,-3 3 1 16,-4-1 0-16,1 1 1 16,6 1 0-16,-13-1 2 15,4-4-1-15,-1-2-4 16,-3-3 2-16,-3 1 0 0,3 1 2 15,-3-3-2-15,0 1 0 16,0-5 0-16,0-2 1 16,0-6-1-16,0-2 0 15,0 3 1-15,0-5-1 16,0 4 0-16,-6 3 1 16,-7 0-3-16,4-5 4 15,-4 0-3-15,-3-7 2 16,3 0-1-16,-3 3 1 15,-3-5-2-15,3 3 2 16,-4-5-2-16,8 0 2 16,-4-2-1-16,3 1 0 0,3 0 1 15,-6 0-1 1,13-3 0-16,0 1 1 0,-1-2-1 16,4 0 3-16,0 4-3 15,0-2 0-15,0 1-1 16,0 0 1-16,0-2 0 15,0 1 0-15,0-5 1 16,7 1 1-16,3-4-2 16,-1 0 0-16,1-1-3 15,-7-10 3-15,-3-5 1 16,10-8-1-16,-10 0 2 16,0-6-1-16,0-3 0 15,0-2 0-15,0 1 7 0,-20-2-7 16,-18 1 3-1,-10 1-1-15,-16 2-3 0,-10 4 0 16,-6-2 10-16,-13-3 7 16,0-2-7-16,0-4-9 15,16 0-1-15,6 0-7 16,23-30-52-16,7-7-107 16,15-16-168-16</inkml:trace>
  <inkml:trace contextRef="#ctx0" brushRef="#br0" timeOffset="32199.44">18867 11440 795 0,'0'0'199'0,"0"0"-57"0,0 0-16 0,0 0-1 15,0 0-17-15,0 0-44 16,0 0-15-16,0 0-15 16,-67 8 0-16,67-6-15 0,26 0-5 15,25-2 9 1,26 0 3-16,22 0-10 0,23 0 3 16,19-7-10-16,19-2-5 15,1 1-2-15,-11 3 1 16,-8 3-3-16,-21-3-5 15,-21 2 5-15,-27 3 2 16,-12-1-2-16,-19-2-1 16,-13 0-1-16,0 1-19 15,-13-1-11-15,3 3-52 16,-19-1-80-16,0 0-220 16</inkml:trace>
  <inkml:trace contextRef="#ctx0" brushRef="#br0" timeOffset="42566.43">26382 12303 1221 0,'0'0'170'0,"0"0"-147"0,0 0 45 0,0 0 45 15,0 0-12-15,0 0-56 16,0 0-24-16,202 18 4 15,-83-18-4-15,22-9-12 16,0-6-1-16,7-6-8 0,-23 6 0 16,6 3-9-1,-9 0-16-15,0 4-48 0,-7 5-113 16,-3 2-202-16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8:24.9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29909 11967 819 0,'0'0'162'0,"0"0"-86"0,0 0 65 0,0 0-6 0,0 0-29 15,0 0-29-15,0 0-50 16,-109 63 18-16,164-57-9 16,22-3 1-16,28-3-28 0,14 0 9 15,19 0-7-15,13-9-3 16,2-5-1-16,-2 6-4 15,-3 1 0-15,-7 3-2 16,-10 4-1-16,4 0 2 16,-7 0-2-16,0 0-1 15,-19 0-1-15,-16 0 0 16,-25 0-9-16,-24 0-26 16,-15 4-69-16,-26 8-73 15,-3 5-17-15,0 5-69 16,-12 0-223-16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8:37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20769 2216 861 0,'0'0'204'0,"0"0"-56"0,0 0-32 0,0 0-6 0,0 0-13 0,0 0-45 16,0 0 1-16,-7-91-20 16,1 91 1-16,6 0-2 15,-7 0-31-15,4 0-1 16,3 5 0-16,0 22 2 16,0 15 1-16,0 12 2 15,0 12 4-15,0 6-8 16,0 6-1-16,0-1 10 15,-6-3-8-15,-7-3-2 16,0 1 1-16,-9-10-1 16,2-3-4-16,1-13 4 0,3-11 0 15,13-11 6-15,-7-10-2 16,10-6-4-16,-3-8 2 16,3 0 4-16,-6 0 5 15,-4-5 10-15,-9-13 16 16,-17-12-21-16,-8-9-15 15,2 2 2-15,-6-8 1 16,3 6 1-16,13 5 2 16,9 12-1-16,4 8 2 15,16 7-8-15,0 7 16 16,3 0-16-16,0 0-1 16,0 14-10-16,0 20 1 0,0 14 10 15,0 7 0-15,6 4 1 16,23-6-1-16,10-10 0 15,-14-13-1-15,17-9 1 16,-10-11-5-16,10-5 1 16,2-5 4-16,5 0 0 15,18-11 2-15,13-20 0 16,7-9-2-16,-1-7-6 16,-2-6-25-16,2 2-32 15,-12 12-28-15,-7 5-62 16,-12 16-97-16,-10 6-103 15</inkml:trace>
  <inkml:trace contextRef="#ctx0" brushRef="#br0" timeOffset="5867.29">1606 6894 672 0,'0'0'205'0,"0"0"-95"0,0 0-31 0,0 0-2 0,0 0-39 16,0 0-19-16,0 0-6 16,73 9 38-16,-5-9 22 15,25 2-41-15,-10 0 8 0,23-2-9 16,9 0-10-16,4 0-5 16,9 0 8-16,0 0-18 15,7 0 8-15,0 0-12 16,-4 0 10-16,10 0-9 15,-9 0 5-15,9-4-4 16,0-1 5-16,0 2-3 16,-16-1 4-16,16 1-9 15,-10 3-1-15,20-2 3 16,-10 1-7-16,0-2 5 16,0 2-1-16,-9-2 5 15,6 3-5-15,-7-2 0 16,1 2 0-16,-7 0 0 15,-4 0 1-15,1 0 5 0,0 0-3 16,3 0 10-16,-6 0-6 16,-13 0 0-16,-1 5-3 15,4-1 5-15,-12-3-4 16,-4-1 1-16,9 0 2 16,1 0-5-16,3 0 10 15,-4 0-12-15,10 0 6 16,4 0-3-16,-1 0 4 15,4 0-6-15,-17 0 2 16,1 0 7-16,0 0-10 16,-7 0 0-16,16 0 2 15,0 0-1-15,0 0 2 16,-6 0-3-16,10-1-1 16,2-3 2-16,7-1-1 15,-3 0-1-15,-3-5 2 0,6 5-2 16,-13 3 1-16,19-3-1 15,4 0 1-15,6 1-2 16,-9 0 2-16,5-3 0 16,-2 2 2-16,-7 0-2 15,-3-1 1-15,4-5-2 16,-8 6 7-16,5-2-6 16,-5 3 1-16,-5-4 1 15,2 4-2-15,4 1 1 16,-10 2-1-16,4-3 1 0,-10 3-1 15,-1-3 1-15,-12-1 2 16,7-3-4-16,9 3 0 16,-3-3 1-16,-10 2 1 15,10-2-2-15,-7 4 2 16,-9-1-2-16,3 0 2 16,0-2-4-16,3 0-2 15,-3-1 4-15,0 3 0 16,-10-3-2-16,-9 5 2 15,-16-4 0-15,-4 0-1 16,-15 6 2-16,-17 1 2 16,-6-1 3-16,-6 1-5 15,-10-5 5-15,0 2 0 16,0 1-2-16,0 0-3 0,0 2-1 16,-39 0-4-16,-54 0-45 15,-48 14-109-15,-45 8-192 16,-13-5-671-16</inkml:trace>
  <inkml:trace contextRef="#ctx0" brushRef="#br0" timeOffset="7149.88">1801 8187 597 0,'0'0'257'0,"0"0"-116"0,0 0-22 0,0 0-25 16,0 0-23-16,0 0-11 15,16 4-37-15,55 0 37 16,12-4 3-16,29 0 4 16,20 0-19-16,9 0-4 15,22 0-13-15,-5 0-9 16,11 0-3-16,-8 0-6 16,9 0-9-16,-4 0-3 0,11 0 1 15,-4 0 6-15,-6 0-6 16,-4 0-1-16,13 0 0 15,10 0 3-15,-9 0-1 16,5 0-3-16,-12 1-5 16,-19-1 5-16,16 0 1 15,-4 0-1-15,7 0-5 16,16 0 5-16,-6 0 0 16,-1 0 2-16,-9-5 1 15,-10 1-3-15,7 0 2 16,-3-1-2-16,2 0 0 15,1 1 7-15,-7-1-4 0,4 1 0 16,-17-2-1-16,4 1 0 16,0-2 3-16,-1-1-3 15,1 3 4-15,-10 0-6 16,-6 3 0-16,-13-2 0 16,-23 1-2-16,-3 2 0 15,0 1 3-15,-6 0-2 16,0 0-2-16,3-4 3 15,16 0 3-15,-3 0 1 16,-4 0-1-16,-9 1-1 16,-6 1 0-16,6-3 0 15,-3 0 4-15,-1 2-6 16,11-1 1-16,-7-1-2 16,0 0 2-16,6 3 0 15,7-3 0-15,-3 1-1 0,2-2 6 16,1 5-6-16,-10-4 2 15,1 5-2-15,-4-4 1 16,-17 1 2-16,8 3-3 16,-26 0-1-16,2 0 1 15,-8 0 7-15,2 0-6 16,-15 0-1-16,-10 0 5 16,-17 0-5-16,-5 0 0 15,-7 0 0-15,0 0 0 16,0 0-14-16,0 0-34 0,-55 0-100 15,-70 0-217-15,-51 13-382 16</inkml:trace>
  <inkml:trace contextRef="#ctx0" brushRef="#br0" timeOffset="8237.36">1971 9915 643 0,'0'0'95'0,"0"0"80"0,0 0-26 0,0 0-23 0,0 0-26 15,0 0-7-15,-170-27-19 16,167 27-20-16,3-3-5 15,0 3-28-15,0 0-5 16,0 0-6-16,22 0-9 16,52 0 6-16,38 0 20 15,26 0 3-15,16 8-6 16,6-3-14-16,20 4 5 0,9-4 8 16,7 2-5-1,6-2-3-15,-10 1-14 0,-3 1 1 16,16 0-1-16,7 1 0 15,22 1 3-15,10-1-2 16,9-2-2-16,-9-1-5 16,-17-1 5-16,1-1-3 15,-13-3 6-15,0 0-3 16,-7 0 5-16,-9 0-1 16,-13 0 3-16,13-4-3 15,-30-1-2-15,-8 0 0 16,-4 4 0-16,-6-3 4 0,-10 0-5 15,9 0 3-15,11-4-3 16,25 4 3-16,-7-3-3 16,1-4 5-16,-7 2-6 15,-7 3-6-15,-15-3 6 16,-10-3 0-16,-19 6-4 16,10-3 4-16,-7 1-2 15,12 4 2-15,4-2 1 16,4 3 0-16,-7 1-1 15,-7-1 0-15,-6 3-1 16,-3 0 1-16,-10-1 2 16,0-2 1-16,4 2-3 15,-14-3 2-15,4 1-1 0,-6 2-1 16,-4-3 0 0,3-1 1-16,-3-1-1 0,-3 2 0 15,-6-4 2-15,-1 4 1 16,-15 0-3-16,-10 0 4 15,-3 2-4-15,-7 1 1 16,-19-3 0-16,-13 4 3 16,-3 0-1-16,-16 0-1 15,0 0 3-15,0 0-2 16,0-4-2-16,0 4 0 16,0 0-1-16,0 0-41 15,-48 0-57-15,-35 0-118 16,-1 0-189-16</inkml:trace>
  <inkml:trace contextRef="#ctx0" brushRef="#br0" timeOffset="11687.88">14562 3127 555 0,'0'0'145'0,"0"0"9"0,-68-151-27 0,49 111-25 0,6 8-12 15,3 5-23-15,4 9-12 16,-4 7-9-16,7 4 17 15,-3 7-10-15,3 0-25 0,3 0-27 16,-7 0-1-16,7 24-12 16,0 20 8-16,0 14 4 15,0 18 4-15,0 8 8 16,0 5-9-16,0-2 2 16,7-3-4-16,2-4-1 15,4-9 0-15,-13-7 3 16,10-15 0-16,-4-7 0 15,4-13-3-15,-7-8-4 16,3-13 4-16,-6-5 0 16,13-3 4-16,-13 0 4 0,0 0 15 15,0 0 1 1,0-11-2-16,0-12-10 16,-25-4-5-16,-11-9 1 15,4-5 0-15,-9 0 1 0,15 3-1 16,7 5-8-16,-1 12 19 15,11 9-16-15,6 5 10 16,-4 7-4-16,7 0-4 16,0 0-5-16,0 0-7 15,0 19-7-15,0 9 14 16,16 9-5-16,13-1 3 16,3-5 4-16,3-4 5 15,1-8-7-15,-4-11-4 16,-7-4 4-16,4-4-2 0,3 0 7 15,4-5-4-15,8-21-1 16,14-7 0-16,-19-8-13 16,5-5-42-16,-5-8-122 15,-13-9-111-15,-26-6-761 16</inkml:trace>
  <inkml:trace contextRef="#ctx0" brushRef="#br0" timeOffset="15984.13">19210 9639 708 0,'0'0'222'0,"0"0"-120"0,0 0 4 0,0 0-31 15,0 0-28-15,0 0-27 16,0 0 5-16,-16 0 7 16,16 0-17-16,0-3-15 15,29 3 9-15,16 0-8 16,16 0 9-16,-7 0-7 15,4 0-3-15,6 0 3 16,0 0-6-16,4 0 8 16,2 0-11-16,-2 0-7 0,-7 7-34 15,3 1-10-15,-16 1-11 16,0-3-3-16,-10 3-27 16,-12-2-41-16,-4-2-62 15,-6 1-59-15</inkml:trace>
  <inkml:trace contextRef="#ctx0" brushRef="#br0" timeOffset="18618.28">19236 11230 611 0,'0'0'223'0,"0"0"-104"0,0 0 19 0,0 0-35 0,0 0-27 16,0 0 2-16,0 0 1 15,-125 70-22-15,125-70 7 16,0 0-4-16,0 0-31 16,0 0-6-16,0 0-10 15,16 1-3-15,35 2 0 16,23-3 1-16,19 0-4 15,10 0-3-15,12 1-2 0,-3 1-2 16,13 1-1 0,-6-2 1-16,-4 3 0 15,-15-4-8-15,-11 0 1 0,-15 0-33 16,-6 0-4-16,-17 0-56 16,-9 0-20-16,-14 0-47 15,-8 0-56-15,-14 0-152 16</inkml:trace>
  <inkml:trace contextRef="#ctx0" brushRef="#br0" timeOffset="27232.67">108 11088 800 0,'0'0'229'0,"0"0"-142"0,0 0 7 0,0 0-14 0,0 0-13 0,0 0-35 16,0 0-12-16,29 17 30 16,83-17 32-16,39-2-49 15,22-18-17-15,0-2 1 16,-3-2-16-16,-9 1 3 0,-30 1-3 16,-15 4 1-16,-36 4-2 15,-32 5 0-15,-19 6 0 16,-20 2 3-16,-9 1-3 15,0 0 7-15,0-6 7 16,-38 5-6-16,-17-6-8 16,-18 3 0-16,-14-4 0 15,0 4 3-15,-6-4 0 16,20 4 0-16,5 3-1 16,20-4 0-16,32 3 4 0,3 2 5 15,13-3-1 1,0 2 3-16,0 1-12 0,0 0-1 15,4 0-5-15,41 0 3 16,22 0 2-16,-3 0 0 16,6 4-7-16,-18 12 6 15,-11 6-1-15,-5 6 0 16,-20 11 2-16,-16 19 0 16,0 12-7-16,-74 20-58 15,-19 10-136-15,-48 8-175 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9:11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24520 9255 775 0,'0'0'183'0,"0"0"-43"0,0 0-54 15,0 0-5-15,0 0-42 0,0 0-24 16,0 0 6-16,86 0 51 16,36 0-6-16,22 0-25 15,42-4-7-15,26-10-21 16,9 1-1-16,4-4 4 16,-7 5-6-16,-13 3-7 15,-16-2-2-15,-22 6 7 16,-14 2-6-16,-15 1 3 15,-13 0-4-15,-28-1-1 16,-24 3 2-16,-21 0 5 16,-20-1-7-16,-13 1-4 15,-9-3 4-15,-1 2 4 16,-9 1-4-16,0 0 0 16,0 0 1-16,0 0-3 0,0 0-2 15,7 0-32-15,15 0-138 16,20 1 13-16,9 10-142 15,13-4-269-15</inkml:trace>
  <inkml:trace contextRef="#ctx0" brushRef="#br0" timeOffset="1250.56">24359 10023 742 0,'0'0'189'0,"0"0"-52"0,0 0 33 0,0 0-60 0,0 0 2 16,-253 0-33-16,243 0-12 16,10 0-16-16,0 0-13 15,0 0-22-15,29 0-10 0,67 3-5 16,46-2 7-16,37-1 6 16,33 0-6-16,25 0-7 15,7 0 1-15,19 0-2 16,-20 0 4-16,-34 0-2 15,-30 0-2-15,-28 11 1 16,-49-2 0-16,-15 1 0 16,-33-8 2-16,-25 1-3 15,-13-3 0-15,-16 2 1 16,0-2 3-16,0 0-4 16,0 0 0-16,0 0-9 15,0 0-10-15,0 0-29 16,0 0-56-16,0 4-119 15,0 2-82-15,0-3-352 0</inkml:trace>
  <inkml:trace contextRef="#ctx0" brushRef="#br0" timeOffset="2121.67">28922 11685 974 0,'0'0'138'0,"0"0"-3"0,0 0-63 0,0 0 42 16,0 0-42-16,0 0-31 15,0 0 15-15,-13 21 7 16,29-18-22-16,16-3 1 16,16 0-19-16,29-14-5 15,32-26-14-15,35-20-4 16,29-15-1-16,26-18-74 15,-3-15-228-15,-10-15-564 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0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3390 254 11669,'0'0'7324,"0"5"-7042,1 0-216,-1 21 583,0-25-562,0 0 0,-1 0 0,1-1 0,0 1 0,0 0 0,-1 0 0,1-1-1,0 1 1,-1 0 0,1-1 0,-1 1 0,1 0 0,-1-1 0,1 1-1,-1-1 1,1 1 0,-1-1 0,0 1 0,1-1 0,-1 1 0,0-1-1,1 1 1,-1-1 0,0 0 0,1 0 0,-1 1 0,0-1 0,0 0 0,0 0-1,1 0 1,-1 0 0,0 0 0,0 0 0,0 0 118,1 1-172,-1-1 0,0 1 0,1-1 0,-1 0 1,0 0-1,1 1 0,-1-1 0,0 0 0,1 0 0,-1 0 0,0 1 0,1-1 0,-1 0 0,0 0 0,0 0 0,1 0 0,-1-1 0,0 1 0,1 0 0,-1 0 0,0 0 0,1 0 0,-1-1 1,0 1-1,1 0 0,-1-1 0,0 1 0,1 0 0,-1-1 0,-19-11 146,-13-15-159,-1 1 0,-2 2 0,0 2 0,-1 1 0,-2 2 0,0 1 0,0 2 0,-81-20 0,7 11-34,-1 6 1,-125-6-1,-357 10 100,538 15-28,-72 4-74,0 5-1,1 7 1,0 5-1,2 5 1,-197 69 0,245-65 7,1 3 1,-119 71 0,-123 118 121,299-208-87,17-12-25,-1 1-1,1 0 0,-1 1 1,1-1-1,0 1 1,-5 6-1,8-7 13,1-3 67,0-11-69,1 1 0,1-1 0,-1 0 1,2 1-1,-1 0 0,1-1 0,1 1 0,0 0 0,1 0 0,-1 1 0,2-1 0,9-12 0,-15 22-11,186-323 19,-178 315-5,-8 16-44,-9 20 3,-12 11 29,-2 0 0,-38 47 0,6-6 19,31-44-21,-6 8 33,1 1 1,3 1-1,-28 68 0,52-110-34,0 1 0,1 0 0,0 0 0,0 0-1,0 0 1,0 1 0,1-1 0,0 0 0,0 6-1,1-9 6,-1 0 0,0-1 0,1 1-1,0 0 1,-1-1 0,1 1 0,0-1-1,0 1 1,0 0 0,-1-1 0,2 0 0,-1 1-1,0-1 1,0 0 0,0 1 0,1-1-1,-1 0 1,1 0 0,-1 0 0,1 0-1,-1-1 1,1 1 0,-1 0 0,1 0 0,0-1-1,-1 1 1,4-1 0,44 7-116,1-2 1,-1-2 0,1-2-1,53-7 1,-101 6 73,6 0-621,-1-1-1,0 0 1,0 0 0,0-1-1,0 0 1,0 0 0,11-5-1,0-5-6009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1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363 252 16696,'0'0'7347,"-13"2"-7171,9-2-158,1 1-1,-1-1 1,0 1-1,1 0 1,-1-1-1,1 2 1,-1-1 0,1 0-1,-1 1 1,1 0-1,0 0 1,0 0-1,0 0 1,0 0-1,0 0 1,0 1 0,1 0-1,-1-1 1,1 1-1,-1 0 1,1 0-1,0 0 1,0 1-1,1-1 1,-1 0 0,1 1-1,0-1 1,-1 1-1,1-1 1,0 8-1,-38 118 251,-4-2 1,-7-1-1,-71 129 0,108-236-239,11-30 93,13-38 172,79-179 102,-31 86-330,-17 30-48,-5 10 20,5 1-1,62-110 1,-103 209-14,0 1 0,0-1 0,0 0 0,0 0 0,0 1-1,0-1 1,0 1 0,0-1 0,1 1 0,-1-1 0,1 1 0,-1 0 0,1-1 0,-1 1 0,1 0 0,0 0 0,-1 0 0,1 1 0,0-1 0,0 0 0,0 1 0,2-1 0,-2 1-16,0 1 0,-1-1-1,1 1 1,-1 0 0,1-1-1,-1 1 1,1 0 0,-1 0 0,1 0-1,-1 0 1,0 1 0,0-1 0,1 0-1,-1 0 1,0 1 0,0-1-1,0 1 1,-1-1 0,3 4 0,4 11-18,0 1 1,-1 0 0,6 29-1,-10-38 38,14 83 40,-3 1 0,-4 0 1,-5 121-1,6 69-274,-8-270-1544,-2-28-8554,-1 8 9664,-7-16-5883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2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13974,'0'0'7889,"9"-19"-7208,-3 4-546,-5 9-104,1 0-1,0 0 1,0 1-1,1-1 0,0 1 1,0-1-1,0 1 1,1 0-1,0 0 1,-1 1-1,2-1 0,-1 1 1,0 0-1,1 0 1,0 0-1,0 1 1,0-1-1,1 1 1,7-3-1,34-9 343,72-15-1,-31 21-2387,-74 9-375,0 0 0,0 1 1,26 6-1,-28-4-4675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4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56 131 10149,'0'0'9575,"-7"-1"-8524,4 1-940,1 0 1,-1 0-1,1-1 1,0 1-1,-1 0 1,1-1-1,0 0 1,-1 0-1,1 0 1,0 0-1,0 0 1,0 0-1,-4-3 1,5 2 66,-1 0 0,1-1 0,-1 1 0,1-1 0,0 0 0,0 1 0,0-1 0,1 0 0,-1 1 0,0-1 0,1 0 1,0 0-1,0 1 0,0-1 0,0-4 0,0 4-148,-1 1 1,1-1-1,0 0 1,0 1-1,0-1 1,0 1-1,1-1 0,-1 0 1,1 1-1,-1-1 1,1 1-1,0 0 1,0-1-1,0 1 1,0 0-1,1-1 1,-1 1-1,1 0 0,-1 0 1,1 0-1,0 0 1,0 0-1,-1 0 1,1 1-1,1-1 1,-1 1-1,0-1 1,0 1-1,0 0 0,1 0 1,-1 0-1,1 0 1,-1 0-1,1 0 1,-1 1-1,1-1 1,-1 1-1,1 0 0,-1 0 1,4 0-1,-2 0-30,0 0 0,-1 0 0,1 0 0,-1 1-1,1-1 1,0 1 0,-1 0 0,1 0-1,-1 0 1,0 1 0,1-1 0,-1 1-1,0 0 1,0 0 0,0 0 0,0 0-1,0 0 1,-1 1 0,1-1 0,0 1 0,-1 0-1,0 0 1,0 0 0,0 0 0,0 0-1,0 0 1,-1 0 0,1 1 0,-1-1-1,0 1 1,0-1 0,1 8 0,2 11 0,-1 1 1,-1 0-1,-1 0 1,-2 27-1,1-20 29,-1-17-30,0 0 0,0 0 0,-1 0 0,-1-1 0,0 1 0,-8 19-1,13-66 265,-3 29-252,1 0-1,0-1 1,0 1 0,0 0 0,1 0 0,0 0 0,2-9 0,2 3-1,1 1 0,0 0 1,0 0-1,1 1 0,1 0 0,-1 0 0,18-15 1,-20 19-13,1 0 0,0 0 0,0 1 0,0 0 0,0 0 0,1 1-1,-1 0 1,1 0 0,0 0 0,0 1 0,0 0 0,0 0 0,13-1 0,-18 3 3,0 1-1,0-1 1,-1 1-1,1-1 0,0 1 1,-1 0-1,1 0 1,0 0-1,-1 0 0,1 0 1,-1 0-1,0 0 1,1 1-1,-1-1 1,0 0-1,0 1 0,0-1 1,0 1-1,0-1 1,0 1-1,0 0 0,0-1 1,0 1-1,-1 0 1,1-1-1,-1 1 0,0 0 1,1 2-1,8 60-6,-8-55 6,3 102-30,-3-105 28,0-5 2,-1-1 1,0 0 0,1 1-1,-1-1 1,0 0 0,0 0-1,1 0 1,-1 0-1,1 1 1,-1-1 0,0 0-1,1 0 1,-1 0 0,0 0-1,1 0 1,-1 0 0,1 0-1,-1 0 1,0 0 0,1 0-1,-1 0 1,0 0 0,1 0-1,-1 0 1,1 0 0,-1 0-1,0 0 1,1-1 0,-1 1-1,0 0 1,1 0-1,-1 0 1,0-1 0,1 1-1,-1 0 1,0 0 0,0-1-1,1 1 1,-1 0 0,0-1-1,0 1 1,1 0 0,-1-1-1,0 1 1,13-14 44,9-15 20,40-48-132,-56 70 72,1 0 0,0 1 0,0 0 0,1 0 0,0 0 0,0 1 0,14-7 0,-20 11-6,0 0-1,0 0 1,0 1 0,0-1 0,1 1 0,-1-1 0,0 1 0,0 0 0,1 0 0,-1 0 0,0 0 0,0 0-1,1 1 1,-1-1 0,0 1 0,0-1 0,0 1 0,0 0 0,0 0 0,0 0 0,0 0 0,0 0-1,0 0 1,0 1 0,0-1 0,0 0 0,-1 1 0,1 0 0,-1-1 0,1 1 0,-1 0 0,0 0-1,1 0 1,-1 0 0,0 0 0,0 0 0,-1 0 0,1 0 0,0 3 0,5 11 1,-2 0 1,0 1-1,0 0 1,0 19-1,-2-19-81,-1-9-209,0 1 1,1-1-1,0 0 0,0 0 0,1 0 1,7 15-1,-9-21 22,0 0-1,1 0 1,-1 0-1,1 0 1,0 0 0,-1-1-1,1 1 1,0 0-1,0-1 1,0 0 0,0 1-1,0-1 1,0 0-1,1 0 1,-1 0 0,0 0-1,1-1 1,-1 1-1,0-1 1,1 1 0,-1-1-1,1 0 1,-1 0-1,0 0 1,1 0 0,-1 0-1,4-1 1,-1-2-157,0 1 0,0-1 0,-1 1 0,1-1 0,-1-1 0,0 1 0,0-1 0,0 1 1,-1-1-1,1 0 0,-1-1 0,5-7 0,9-9-1062,33-34-1539,-4-6 4028,-39 49 338,0 0 0,0 0 0,5-18 0,-9 20 336,0 1-1,-1 0 0,0 0 0,-1-1 0,1-16 0,-4 26-1576,-1 0 0,1 0 0,-1 1 0,1-1 0,-1 1 0,1 0 0,-1 0 0,1 0 0,0 0 0,-4 2 0,-1 3-63,0 1 1,0 0-1,0 0 1,1 0-1,0 1 1,1-1-1,-1 2 1,2-1-1,-1 0 1,1 1-1,-6 18 1,6-12-33,0 0 1,1 0 0,0 0 0,1 0 0,1 0 0,1 30 0,1-43-6,0-1 0,-1 0 1,1 1-1,0-1 0,0 0 1,0 0-1,0 1 0,0-1 1,0 0-1,0 0 0,0 0 1,1 0-1,-1 0 0,0-1 1,0 1-1,1 0 0,-1 0 0,1-1 1,-1 1-1,1-1 0,-1 1 1,1-1-1,-1 0 0,1 0 1,-1 0-1,1 0 0,-1 0 1,1 0-1,2 0 0,50-3-7,-50 2 4,0 0 0,0 0 1,-1 0-1,1 0 0,0-1 1,-1 1-1,1-1 0,-1 0 1,0 0-1,0-1 0,1 1 1,-1 0-1,-1-1 0,1 0 1,0 0-1,-1 0 0,1 0 1,-1 0-1,0 0 0,2-5 1,-1 3-4,-1-1 0,0 0 1,0 0-1,0 0 0,0 0 0,-1-1 1,0 1-1,-1 0 0,1-1 1,-1 1-1,-1-11 0,0 15 14,1 0 1,-1-1-1,0 1 0,0 0 1,-1-1-1,1 1 0,0 0 0,-1 0 1,1 0-1,-1 0 0,0 0 1,1 0-1,-5-2 0,4 2-6,1 1-1,-1-1 1,0 1-1,0-1 1,1 0 0,-1 0-1,1 0 1,0 0-1,-1 0 1,1 0-1,0 0 1,0 0-1,0 0 1,1 0 0,-1-1-1,1 1 1,-1-3-1,0 3 4,1 0 0,0 0 0,0-1 1,1 1-1,-1 0 0,0 0 0,1 0 0,-1 0 0,1 0 0,-1 0 0,1 1 0,0-1 0,0 0 0,0 0 1,0 0-1,0 1 0,0-1 0,1 0 0,-1 1 0,1-1 0,-1 1 0,2-2 0,3 1 5,-1-1 0,1 1 0,0 0 0,0 0 1,0 0-1,9-1 0,-8 2-14,0-1 1,-1 1 0,1 1 0,0-1-1,0 1 1,0 0 0,0 1 0,0-1-1,-1 1 1,1 1 0,0-1 0,10 5 0,-13-4 2,0 1 0,0 0 0,0-1 1,0 2-1,0-1 0,-1 0 0,0 1 1,1 0-1,-1-1 0,-1 1 0,1 1 1,0-1-1,-1 0 0,0 1 1,0-1-1,0 1 0,-1-1 0,2 7 1,5 26-25,6 51 1,-9-50 95,12 51-1,-17-88-71,0-1 1,1 1 0,-1-1 0,0 1 0,0-1-1,0 1 1,1-1 0,-1 1 0,0-1 0,1 0-1,-1 1 1,0-1 0,1 1 0,-1-1 0,0 0-1,1 1 1,-1-1 0,1 0 0,-1 1 0,1-1-1,-1 0 1,1 0 0,-1 0 0,1 1-1,-1-1 1,1 0 0,-1 0 0,1 0 0,-1 0-1,1 0 1,-1 0 0,1 0 0,0 0 0,23-9 69,14-20 139,1-11 43,-29 28-186,2 0-1,-1 0 1,2 1 0,-1 1 0,28-18 0,-39 28-59,0-1 0,1 1-1,-1-1 1,0 1 0,0-1 0,1 1 0,-1 0 0,0-1 0,1 1 0,-1 0 0,0 0 0,1 0 0,-1 0 0,0 0 0,1 0 0,-1 0 0,0 1 0,1-1 0,-1 0 0,0 1-1,0-1 1,1 1 0,-1-1 0,0 1 0,0 0 0,0 0 0,0-1 0,0 1 0,0 0 0,0 0 0,0 0 0,0 0 0,0 0 0,0 0 0,-1 0 0,1 0 0,0 1 0,0 1-1,3 6-11,0 1-1,0-1 1,-1 1-1,2 14 1,2 4 52,-5-21-43,1 0-1,0-1 1,1 1 0,-1-1 0,1 1 0,0-1 0,1 0 0,5 6 0,-8-11-2,-1 0 1,0 1 0,0-1-1,1 0 1,-1 0 0,0-1 0,1 1-1,-1 0 1,1 0 0,-1-1-1,1 1 1,-1-1 0,1 1-1,-1-1 1,1 1 0,0-1-1,-1 0 1,1 0 0,0 0 0,-1 0-1,1 0 1,0 0 0,-1-1-1,1 1 1,-1 0 0,1-1-1,0 0 1,-1 1 0,1-1-1,-1 0 1,0 1 0,1-1 0,-1 0-1,0 0 1,1 0 0,-1 0-1,0-1 1,0 1 0,0 0-1,2-3 1,26-30 54,37-37 66,-65 71-121,-1-1 0,1 1 0,-1 0 0,1 0 0,-1 0 0,1 0 0,-1 0 1,1 0-1,-1 0 0,1 1 0,-1-1 0,1 0 0,-1 0 0,1 0 0,-1 0 0,0 1 0,1-1 0,-1 0 0,1 0 0,-1 1 0,1-1 0,-1 0 0,0 1 0,1-1 0,-1 0 0,0 1 0,1-1 0,-1 1 0,0-1 0,1 1 0,-1-1 1,0 0-1,0 1 0,0-1 0,0 1 0,1-1 0,-1 1 0,0-1 0,0 2 0,11 26-33,-10-23 38,2 3-4,0-1 1,1 0 0,0 0-1,0 0 1,0 0 0,1-1-1,0 1 1,11 9 0,-13-13-5,0-1 0,0 1 0,0-1 1,0 0-1,1-1 0,-1 1 0,1-1 1,-1 1-1,1-1 0,0 0 0,-1 0 1,1-1-1,0 1 0,0-1 0,0 1 1,-1-1-1,1-1 0,0 1 0,0 0 1,6-3-1,-5 2 4,-1-2 0,0 1-1,0 0 1,0-1 0,0 0 0,-1 0 0,1 0 0,-1 0 0,1 0 0,-1-1 0,0 0-1,-1 1 1,4-7 0,30-55 16,-28 47-7,-1 3 17,0 0 0,-1 0 0,-1-1 0,0 1 1,-1-2-1,-1 1 0,2-22 0,-5 37 218,0 1-199,0-2-30,0 2 0,0 22-112,1 218 77,-1-237 18,0 1 0,1-1 1,-1 1-1,1-1 0,0 1 0,0-1 0,0 0 1,0 1-1,1-1 0,0 0 0,-1 0 0,1 0 1,0 0-1,0 0 0,0-1 0,1 1 0,-1-1 1,1 1-1,0-1 0,-1 0 0,1 0 0,0 0 1,0 0-1,0 0 0,0-1 0,1 0 0,-1 1 1,4 0-1,5 1-760,1-1 0,0 0 0,-1 0 0,1-1 1,0-1-1,18-1 0,-29 0 379,0 1 0,-1 0 0,1 0 0,0-1 0,0 1 1,-1-1-1,1 1 0,0-1 0,-1 0 0,1 0 0,0 0 0,-1 0 0,1 0 0,-1 0 1,1 0-1,-1-1 0,0 1 0,0 0 0,0-1 0,2-1 0,10-17-8390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4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22 15239,'0'0'9097,"-4"-6"-8566,-8-10-434,4 17 116,0 39 501,6-26-532,-17 101 602,3-19-629,-7 163 0,23-256-158,0-1 1,0 1-1,0-1 0,0 1 1,0-1-1,1 1 0,-1-1 1,1 0-1,-1 1 0,1-1 1,0 0-1,0 1 0,0-1 0,0 0 1,0 0-1,1 0 0,-1 0 1,1 0-1,-1 0 0,1 0 1,0-1-1,0 1 0,0-1 1,0 1-1,0-1 0,0 1 0,4 1 1,2-1-69,1 0 1,0 0-1,0-1 0,-1 0 1,1-1-1,13 0 1,-17 0 7,6-1-284,-1-1-1,1 1 1,-1-2 0,0 0-1,0 0 1,0-1 0,-1 0-1,1 0 1,-1-1 0,0 0 0,13-10-1,-15 9-718,-1 1 0,1-1 0,-1 0-1,0 0 1,0 0 0,-1-1 0,0 0-1,8-13 1,-2-8-7831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16568,'0'0'7987,"89"-50"-7827,-49 48 32,-1 2-176,1 0-16,2 0-16,-8 0-80,-7 0-384,-12 0-1169,-2 0-768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93 396 15415,'0'0'4469,"-5"8"-4443,2-3-25,0 1 0,1 0 0,-1-1-1,1 1 1,1 0 0,-1 0 0,1 0-1,0 0 1,0 0 0,1 0 0,0 0-1,0 0 1,0 0 0,1 0 0,-1 0-1,2 1 1,-1-2 0,1 1 0,0 0-1,0 0 1,0 0 0,1-1 0,0 0-1,4 7 1,-4-8 4,0 0 0,0 1 1,0-1-1,1-1 0,0 1 0,0 0 0,0-1 0,0 0 0,1 0 0,-1 0 1,1-1-1,-1 1 0,1-1 0,0 0 0,0 0 0,0-1 0,0 1 0,0-1 1,1-1-1,-1 1 0,0-1 0,1 1 0,-1-1 0,0-1 0,10-1 1,-13 1 13,1 0 1,0 0 0,0 0 0,-1 0 0,1-1 0,0 1 0,-1-1 0,1 0 0,-1 0 0,0 0-1,0 0 1,0 0 0,0 0 0,0-1 0,0 1 0,0-1 0,-1 1 0,1-1 0,-1 0 0,0 1 0,0-1-1,0 0 1,0 0 0,0 0 0,0-5 0,1-1 35,-1 0-1,0 0 1,-1 0 0,1 0 0,-2 0-1,1 0 1,-4-13 0,3 16-44,-2 0-1,1 1 1,-1-1 0,0 1 0,0-1 0,0 1 0,-1 0 0,0 0 0,0 0 0,0 1 0,0 0 0,-1-1-1,-9-5 1,-10-6 160,-45-23-1,16 10 60,47 25-125,0 0 0,1 0 1,-1-1-1,1 0 1,0 0-1,0 0 1,0 0-1,1-1 0,0 0 1,-5-8-1,8 11-92,0 1 0,0-1 0,0 0 0,0 1 0,0-1 0,1 0 0,-1 1 0,1-1 0,0 0 0,0 0 0,0 0 0,0 1 0,0-1 0,0 0 0,1 0 0,0 1 0,-1-1 0,1 0 0,0 1 1,0-1-1,1 1 0,-1-1 0,0 1 0,1-1 0,0 1 0,-1 0 0,1 0 0,0 0 0,3-3 0,21-16 105,0 1 0,2 1 1,0 1-1,1 1 1,0 2-1,2 1 0,37-12 1,-62 23-28,0 1 0,0 1 0,1-1 0,-1 1 0,1 0 0,-1 0 0,1 1 0,11 1 0,-16-1-62,1 1 0,-1 0 0,1-1 0,-1 1 0,0 0 0,0 0 0,1 1 0,-1-1 0,0 0 0,0 1 0,0-1 0,0 1 0,0 0 0,-1-1 0,1 1 0,0 0 0,-1 0 0,0 0 0,1 0 0,-1 1 0,0-1 0,0 0 0,0 0 0,1 5 0,5 25 201,-1 0-1,-1 0 0,-2 1 0,-1 0 0,-4 48 0,2-22-3,-13 243 303,-1 4-335,12-175-161,6 157-2,-2-278-31,-1 0-1,1 0 1,0-1-1,1 1 1,0 0-1,1-1 1,8 16-1,-11-23 4,0 0-1,0 0 0,0 0 1,0 0-1,1 0 0,-1-1 1,1 1-1,-1 0 1,1-1-1,0 0 0,0 1 1,-1-1-1,1 0 0,0 0 1,0 0-1,0 0 1,0 0-1,1 0 0,-1-1 1,0 1-1,0-1 0,0 1 1,0-1-1,1 0 1,-1 0-1,0 0 0,0 0 1,1 0-1,-1 0 0,0-1 1,0 1-1,0-1 1,0 0-1,1 1 0,-1-1 1,0 0-1,0 0 0,0 0 1,-1-1-1,4-2 1,5-4 4,0 0 0,-1-1 0,0 0 0,0-1 0,-1 0 0,0-1 0,-1 1 0,0-1 0,8-20 0,1-5-44,22-72 1,-33 90-26,-1 0 0,0 0 0,-1-1 1,-1 0-1,-2-36 0,0 46 4,-1 0-1,0 0 1,-1 0 0,0 0-1,0 1 1,-1-1 0,0 1-1,-1-1 1,0 1 0,0 0-1,-1 1 1,0-1 0,0 1-1,-8-10 1,-6 1-65,0 0 0,-40-25 0,-8-7 228,66 48-96,1-1 1,-1 1 0,0 0-1,0-1 1,0 1-1,1-1 1,-1 0-1,0 1 1,0-1-1,1 0 1,-1 1-1,0-1 1,1 0-1,-1 0 1,1 0-1,-1 1 1,1-1 0,0 0-1,-1 0 1,1 0-1,0 0 1,0 0-1,-1 0 1,1 0-1,0 0 1,0 0-1,0 0 1,0 1-1,0-1 1,0 0-1,0 0 1,1 0-1,-1 0 1,0 0 0,0 0-1,1 0 1,-1 0-1,1 0 1,-1 1-1,1-1 1,-1 0-1,1 0 1,-1 0-1,1 1 1,0-1-1,-1 0 1,1 1-1,0-1 1,0 1 0,-1-1-1,2 0 1,5-3-16,0 0 0,1 1 1,-1 0-1,14-4 0,-17 6-8,46-11-822,51-7 0,-5 2-5100,-41 4-374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6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426 155 5442,'0'0'10616,"4"-21"-8250,2-4-1764,-3 12-217,0-1 0,-1 1 0,0-1 0,-1-24 0,-1 37-288,-1 0 0,1-1 0,-1 1 0,0 1 0,1-1 0,-1 0 0,0 0 0,0 0 0,0 0 0,1 0 0,-1 1 0,0-1 0,0 0 0,0 1 0,0-1 0,-1 1 0,1-1 0,0 1 0,0-1 0,0 1 0,0 0 0,0 0 0,-1 0 1,1-1-1,0 1 0,0 0 0,0 0 0,0 1 0,-1-1 0,1 0 0,-2 1 0,-42 4 98,32 0-105,-1 0 0,1 1-1,0 0 1,0 1 0,1 0 0,0 1-1,0 0 1,1 1 0,0 1 0,1 0-1,-13 15 1,11-12-14,1 1 0,1 0 0,0 1 0,1 0-1,1 0 1,0 1 0,1 0 0,1 1 0,-5 18 0,7-17-38,1 1 0,1-1 0,0 1 0,1 0 0,3 26 0,-1-34-42,1-1 0,0 1 0,1-1 0,0 1 0,0-1 0,1 0 0,0 0 0,1-1 0,0 1 0,11 14 0,122 132 92,-138-155-88,1-1 1,-1 1 0,1-1 0,-1 1-1,1-1 1,-1 1 0,1-1-1,-1 1 1,1 0 0,-1-1-1,0 1 1,1 0 0,-1 0-1,0-1 1,0 1 0,1 0 0,-1 0-1,0-1 1,0 1 0,0 0-1,0 0 1,0-1 0,0 1-1,0 0 1,0 0 0,-1-1 0,1 2-1,-1-1 3,0 0 1,0 0-1,0-1 0,0 1 1,0 0-1,0-1 0,0 1 0,0 0 1,0-1-1,0 0 0,0 1 0,0-1 1,-1 0-1,1 1 0,0-1 0,-1 0 1,-64-1 117,47 0-104,-19 2-8,21 0-46,0 0 1,0-1-1,0-1 1,0-1 0,1 0-1,-1-1 1,-24-8-1,96 11-12822,-22 0 6632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7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228 110 11077,'0'0'11632,"-2"-18"-10159,-6-53-313,7 70-1137,1 0 0,-1-1 0,0 1 0,1 0 0,-1 0 0,0 0 0,1 0 0,-1 0 0,0 0 0,0 0 0,0 0 0,0 0 0,0 0-1,0 1 1,0-1 0,0 0 0,-1 1 0,1-1 0,0 0 0,0 1 0,-1 0 0,1-1 0,0 1 0,0 0 0,-1 0 0,1-1 0,0 1 0,-1 0 0,1 0 0,0 1 0,-1-1-1,1 0 1,0 0 0,-1 1 0,1-1 0,0 0 0,-2 2 0,-3-1 15,-2 1-18,0 0 0,0 1 0,0-1 0,0 2 0,1-1-1,0 1 1,-1 0 0,1 1 0,1-1 0,-1 1 0,1 1 0,0-1 0,0 1 0,0 0 0,-7 11 0,7-8-18,0-1 1,1 1 0,0 0 0,1 0 0,-1 0-1,2 1 1,-1-1 0,1 1 0,1 0-1,0 0 1,0 0 0,0 13 0,2-20-5,0 1 0,-1-1 1,1 0-1,1 0 0,-1 1 1,0-1-1,1 0 0,0 0 1,-1 0-1,1 0 0,1 1 1,-1-1-1,2 3 0,-1-5 0,0 1-1,0-1 1,1 0 0,-1 0-1,0 0 1,1 0 0,-1 0-1,0-1 1,1 1-1,-1-1 1,1 1 0,-1-1-1,1 0 1,-1 0-1,1 0 1,-1 0 0,5-2-1,-2 2 7,0-1 0,-1 0 0,1-1 0,0 1 0,-1-1 1,1 0-1,-1 0 0,0-1 0,1 1 0,-1-1 0,0 0 0,5-5 0,45-48 2,-39 39-1,-6 7 44,-4 7-29,-1-1-1,0-1 0,0 1 0,0-1 1,0 1-1,-1-1 0,0 0 0,0 0 1,0-1-1,0 1 0,2-12 0,-5 16 339,0 14-332,-1 22-58,-1 41 21,2-71 17,1 0-1,-1 0 1,1 0 0,0-1-1,0 1 1,0 0-1,1 0 1,0-1 0,0 1-1,0 0 1,4 4-1,-5-7-7,1-1 0,-1 0 0,1 0 0,-1 0 0,1-1-1,-1 1 1,1 0 0,0-1 0,0 1 0,-1-1 0,1 1-1,0-1 1,0 0 0,0 1 0,-1-1 0,1 0-1,0 0 1,0-1 0,0 1 0,-1 0 0,1-1 0,0 1-1,0-1 1,-1 1 0,1-1 0,2-1 0,2 0 5,1-1 1,-1 0-1,-1-1 1,1 1 0,8-8-1,1-3 21,-2-1-1,0-1 1,-1 0-1,-1 0 1,14-28 0,-24 43-6,-1 44-82,1-27 29,0-1 0,1 1 0,1 0 0,0-1-1,6 16 1,-8-27 13,0-1-1,1 1 1,-1-1-1,1 0 1,-1 0-1,1 0 1,0 0-1,0 0 1,1 0-1,-1 0 1,1-1-1,-1 1 1,1-1 0,0 0-1,0 1 1,0-1-1,0-1 1,0 1-1,0 0 1,0-1-1,1 0 1,-1 1-1,1-1 1,-1-1-1,1 1 1,-1 0-1,7-1 1,-5 1 25,-1-1 0,1 0 1,0 0-1,-1-1 0,1 1 0,0-1 0,-1 0 1,1 0-1,0-1 0,-1 1 0,0-1 1,1 0-1,-1 0 0,0-1 0,0 1 1,0-1-1,0 0 0,-1 0 0,1 0 1,-1-1-1,0 1 0,0-1 0,0 1 1,0-1-1,0 0 0,-1 0 0,3-7 1,9-14 107,-8 15 65,0-1 0,0 1-1,1 0 1,1 1 0,8-10-1,-15 18 79,-1 25-230,-23 422 805,4-138-271,17-249-494,-12 168 179,10-189-185,-2 1 0,-2-1 0,-22 64 0,27-93-47,-1 1 0,-1-1 1,1 0-1,-1 0 0,-1 0 0,-6 8 0,10-15-1,0 1 0,0-1-1,0 0 1,-1 0 0,1-1-1,0 1 1,-1 0 0,0-1-1,1 1 1,-1-1 0,0 0-1,1 0 1,-1 0 0,0 0-1,0 0 1,0-1 0,0 1-1,0-1 1,0 0 0,0 0 0,0 0-1,0 0 1,0-1 0,-3 0-1,3 0 1,1 0 1,0 0-1,-1 0 0,1 0 1,0-1-1,0 1 0,0-1 0,-1 1 1,2-1-1,-1 0 0,0 0 0,0 0 1,1 0-1,-1 0 0,1 0 0,-1-1 1,1 1-1,0 0 0,-1-4 0,-15-51 76,16 52-81,-5-25 9,1 0 0,1 0 0,2 0 0,1-1 0,1 1-1,2 0 1,0 0 0,3 0 0,0 0 0,2 0 0,1 1-1,1 0 1,2 0 0,1 1 0,28-49 0,-17 43-481,1 1 1,1 1-1,1 2 1,2 0-1,1 2 1,2 1-1,0 1 1,60-36-1,-61 44-158,2 2 0,-1 1 0,2 1 0,0 2 0,0 2 0,1 1 0,1 1 0,-1 2 0,1 1-1,49 0 1,-49 5-5759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8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18536,'0'0'8052,"0"-12"-8084,3 12-80,0 0-1601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39:40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9627 6561 739 0,'0'0'255'0,"0"0"-100"0,0 0-41 0,0 0 10 0,0 0-35 16,-263 12-31-16,254-8-6 16,-1-1-22-16,10 2 0 0,0-5-8 15,0 6-9-15,32 3-2 16,61 3 22-16,39 0 12 16,34-5-15-16,30-2-19 15,16-5 1-15,22 0-7 16,0 0-2-16,3 0 3 15,-16 0-5-15,-22 0 6 16,-20 0-3-16,1 0-4 16,-13-1 0-16,-13-3 1 15,-33 1 1-15,-37 2-4 16,-17 1 1-16,-28 0 1 16,-11 0 0-16,-12 0 1 15,-6 0-1-15,-10 0 0 0,0 0 0 16,0 0 0-1,0 0 2-15,0 0-2 0,0 0 0 16,0 0-9-16,0 0-22 16,13 0-28-16,-13 0-26 15,0 0-79-15,0 0-81 16,0 0-193-16</inkml:trace>
  <inkml:trace contextRef="#ctx0" brushRef="#br0" timeOffset="2250.21">22121 6755 556 0,'0'0'287'0,"0"0"-125"0,0 0-2 0,0 0-54 0,0 0-8 0,0 0-7 16,0 0-36-16,-246 1-16 16,246 2 6-16,0 0-22 15,0 5-5-15,61-4 8 16,54-3 39-16,32-1-24 15,49-4-12-15,38-20-14 16,19-3-9-16,13 0 5 16,13 0-7-16,-22 4-2 15,-4 3-2-15,-16 9 0 16,-47 0 0-16,-43 7 0 16,-32 4 0-16,-41-1-8 15,-29 1 8-15,-22 0 0 16,-14 0 2-16,-9 0-2 15,0 0-1-15,0 0 1 0,0 0-3 16,-19 0-13-16,-29 0-21 16,-26 1-27-16,4 6-34 15,-1 3-71-15,13-1-74 16,23-5-170-16</inkml:trace>
  <inkml:trace contextRef="#ctx0" brushRef="#br0" timeOffset="8851.36">25732 9298 882 0,'0'0'267'0,"0"0"-125"0,0 0-26 0,0 0 6 16,0 0-41-16,0 0-40 15,0 0-12-15,0 0 11 0,0-61-16 16,0 75-12-16,9 13 15 16,4 4 13-16,3-1-11 15,0-5-17-15,-10-5 6 16,10-6-12-16,-6-10-5 16,9-4 1-16,23 0-1 15,22-34 4-15,45-25 4 16,32-22-9-16,32-23 0 15,29-16-6-15,20-4-38 16,21-8-44-16,11 0-83 16,-17 9-140-16,-26 4-336 15</inkml:trace>
  <inkml:trace contextRef="#ctx0" brushRef="#br0" timeOffset="15431.22">15094 9528 786 0,'0'0'294'0,"0"0"-185"0,0 0-18 0,0 0-32 16,0 0 3-16,0 0-24 0,0 0-38 15,-48 21-12-15,153-15 9 16,36-3 3 0,55-3 0-16,32 0-77 0,6 0-66 15,13 0-77-15,-17 0-99 16</inkml:trace>
  <inkml:trace contextRef="#ctx0" brushRef="#br0" timeOffset="15948.33">18216 9670 106 0,'0'0'832'0,"0"0"-702"0,0 0-34 0,0 0-36 16,0 0 25-16,0 0-54 16,0 0-24-16,81 0-7 15,28 0 7-15,16 0-7 16,22 0-3-16,4 0-104 15,0 0-147-15,-36-4-319 0</inkml:trace>
  <inkml:trace contextRef="#ctx0" brushRef="#br0" timeOffset="18514.3">20419 10080 170 0,'0'0'240'0,"0"0"-144"0,0 0-26 0,0 0-29 16,0 0-19-16,0 0-2 16,0 0-13-16,-3 1 1 15,3-1 4-15,0 3-4 16,0-3-2-16,0 5 12 15,0-3-9-15,0 2 11 16,0 1-17-16,0-4-1 16,0 2-1-16,0 1-1 15,0-4-4-15,0 5-74 16,0-5-114-16</inkml:trace>
  <inkml:trace contextRef="#ctx0" brushRef="#br0" timeOffset="30499.73">8694 14440 803 0,'0'0'215'0,"0"0"-72"0,0 0-8 0,0 0 13 0,0 0-51 16,0 0-26-16,0 0-15 15,0 0-12-15,-83 0-7 16,83 0-13-16,0 0-11 15,13 0-11-15,41 0 8 16,33 0 1-16,6 0 9 16,9 0-19-16,11 0 6 15,2 0-5-15,13 0 2 16,4 0-4-16,6 3 0 16,-10 6 0-16,10 3 3 15,-4-4-3-15,7 2 0 16,1-1 1-16,-11-2 0 15,-3 0-1-15,-12-1 2 0,5 1-5 16,1 0 4-16,-13 0-1 16,-16-1 3-16,0 3 2 15,3-1-3-15,4-4 4 16,2 0-6-16,14-2 12 16,-4 1-11-16,0 0 3 15,-9-2-3-15,3 2-1 16,-7-1 1-16,-3 0 4 15,-3 2-4-15,0 0-2 16,-16 1 1-16,10 1 0 16,-23-5 0-16,0 2-2 15,-16 2 0-15,-19-3 2 0,-7-2 0 16,4 0 4-16,-16 0-4 16,2 0 0-16,-5 0 5 15,-1 0-3-15,-6 0 3 16,0 0-4-16,0 0 1 15,0 0 1-15,0 0-2 16,0 0-1-16,0 0 0 16,0 0-13-16,0 0-29 15,-35 0-71-15,-36 0-156 16,-25 4-357-16</inkml:trace>
  <inkml:trace contextRef="#ctx0" brushRef="#br0" timeOffset="36498.15">22019 9285 572 0,'0'0'283'0,"0"0"-100"0,0 0-66 0,0 0-35 0,0 0-27 15,0 0-14-15,0 0-12 16,45 2 2-16,12-2-7 15,-8 0-16-15,-1 0-6 16,6-2 0-16,-6-1-4 16,-3-1 0-16,-16 2-25 0,9 2-73 15,-12-1-59-15,-7 1-201 16</inkml:trace>
  <inkml:trace contextRef="#ctx0" brushRef="#br0" timeOffset="39414.81">9964 13270 775 0,'0'0'216'0,"0"0"-72"0,0 0-37 0,0 0-13 15,0 0-21-15,0 0-30 0,-45 4 0 16,45-4-7-16,0 3-24 16,45-2-11-16,32-1 26 15,45 0 6-15,19 0-10 16,13 0-12-16,12 0-5 15,4-1 3-15,-3-4-4 16,6 3 9-16,-16-1-14 16,-3-1 10-16,-6 0-3 15,-4 0-6-15,7 0 2 16,-4 0 5-16,4 0-4 16,-1 0-3-16,-18 1 1 15,-20 0 1-15,-32-2-2 16,-19 4-1-16,-22-3-2 0,-10-1 2 15,-10 2 11-15,-10 1-8 16,1 1 1-16,-10 1 4 16,0 0-8-16,0 0 6 15,0 0-3-15,0 0-3 16,0 0 0-16,0 0-19 16,0 0-58-16,-48 0-96 15,-10 0-122-15,-3 1-404 16</inkml:trace>
  <inkml:trace contextRef="#ctx0" brushRef="#br0" timeOffset="43031.27">6421 15919 853 0,'0'0'197'16,"0"0"-71"-16,0 0-4 0,0 0 7 0,0 0-22 0,0 0-41 15,0 0-21-15,-86 0-25 16,86 0-5-16,0 0 1 16,0 0-7-16,61 0-8 15,32-5 4-15,35-9-5 16,26-2 0-16,-13 8 0 0,6-3 0 16,7 7 2-16,-26-1 6 15,-6 5-8-15,-35 0 1 16,-33 0-1-16,-6 0 2 15,-28 0-2-15,-8 0-3 16,-8 0 3-16,-4 0-2 16,0 0-8-16,0 0 7 15,0 0-2-15,0 0-23 16,0 8-50-16,0 12-21 16,-4 3-62-16,-12 0-19 15,0-4-233-15</inkml:trace>
  <inkml:trace contextRef="#ctx0" brushRef="#br0" timeOffset="43880.8">10868 16147 961 0,'0'0'129'0,"0"0"-65"0,0 0-1 0,0 0 52 16,0 0-10-16,0 0-50 15,0 0-42-15,80 0 0 16,29-1 20-16,42-20-7 0,0-3-12 15,19 0-9-15,-10-3-1 16,7 3-2-16,-7 2-2 16,-6 3-1-16,-32 6-54 15,-20 11-120-15,-38 2-43 16,-25 0-255-16</inkml:trace>
  <inkml:trace contextRef="#ctx0" brushRef="#br0" timeOffset="44715.41">15613 10398 1082 0,'0'0'132'16,"0"0"-36"-16,0 0-12 0,0 0 10 0,0 0-41 0,0 0-36 15,-58 23-3-15,58-7 21 16,0-9-5-16,10-3-11 16,0-4-5-16,-1 0-6 15,10 0 1-15,20-5-1 16,35-22 5-16,28-15-7 15,30-13-5-15,18-9-1 16,17-10-48-16,-7-11-206 16,1-8-295-16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40:44.6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11990 6259 465 0,'0'0'141'0,"0"0"-36"0,0 0 47 0,0 0-44 0,0 0-20 16,0 0 11-16,0 0-31 15,-150-3-21-15,140 3 13 16,7 3-25-16,-4 1 18 0,7-4-11 16,0 0-2-16,-3 0-3 15,3 0-8-15,0 0 1 16,0 0-15-16,45 1-5 16,45 2 8-16,41-3 16 15,20 0-9-15,19 0-12 16,-3 0-9-16,2-11 3 15,1 1-5-15,10 3-2 16,3-3 2-16,3 1-2 16,-20 1 0-16,-2-2 0 15,-17 1 2-15,-12 4-1 16,-16-3-1-16,-17 3 1 16,-34 1-1-16,-14 1 1 0,-22 1 0 15,-9-1 0-15,-11 2 8 16,1-2-1-16,-13 2-3 15,7 1 3-15,-7 0-5 16,0 0 2-16,0-2-3 16,0 2 2-16,0-3-4 15,0 3 0-15,9 0-4 16,-9-2 4-16,10 2-26 16,-10 0-48-16,9 0-76 15,4 0-77-15,-10 0-106 16,14 0-296-16</inkml:trace>
  <inkml:trace contextRef="#ctx0" brushRef="#br0" timeOffset="1633.03">20483 6278 372 0,'0'0'338'0,"0"0"-154"0,0 0-54 0,-298-8 14 0,250 5-33 0,9 0-29 15,11-2-2-15,21 5-6 16,4 0 3-16,3 0-23 16,0 0-20-16,0 0-9 15,0 0-6-15,0-3 2 16,38 2-21-16,75-3-3 16,41-4 3-16,12 2 1 15,4-2 0-15,-3-1-2 16,-4 3 1-16,14-1-1 15,2 1 0-15,-6-2 1 16,-28 4 0-16,-40 3 0 16,-18-2-1-16,-32 3 3 0,-11 0-1 15,-21 0 0-15,-7-2-1 16,-13 2 0-16,-3 0-4 16,0-3-3-16,0 1-9 15,0 2-38-15,-3 0-43 16,-71 0-90-16,-38 5-176 15</inkml:trace>
  <inkml:trace contextRef="#ctx0" brushRef="#br0" timeOffset="4683.46">11246 7351 796 0,'0'0'212'0,"0"0"-29"0,0 0-67 0,0 0 0 0,0 0-23 0,0 0-34 15,0 0-28-15,-121 4-15 16,121-4 6-16,44 0-14 15,33 0 5-15,16-8-6 16,4-1-2-16,5 3-2 16,-9 3-3-16,10 3-1 15,-10 0 1-15,-16 0-1 16,-20 0 7-16,-9 0-11 16,-19 0 5-16,-3 0-1 15,-13 0 0-15,-7 0 0 16,-6 0-4-16,0 0-9 15,10 0-20-15,-4 0-77 0,17 0-39 16,6 0-7-16,15 3-88 16,30-3-203-16</inkml:trace>
  <inkml:trace contextRef="#ctx0" brushRef="#br0" timeOffset="5566.36">16588 7275 926 0,'0'0'196'0,"0"0"-43"0,0 0-63 0,0 0 49 0,0 0-44 0,0 0-56 15,-128 0-12-15,128 0-3 16,0 0-10-16,16 0-13 15,57 0 2-15,33 0 8 0,16-2-6 16,19-4 0-16,-16 2-4 16,-16 4-1-16,-13-1 0 15,-9 1 1-15,-26 0-2 16,-20-4 2-16,-12 4-1 16,-13-1 1-16,-13 1-1 15,4-2 0-15,-7 2 2 16,0 0-1-16,0 0-1 15,0-2-1-15,0 2-14 16,0 0-32-16,0 0-15 0,0 0-64 16,9 0-58-1,1 5-106-15,9 10-198 0</inkml:trace>
  <inkml:trace contextRef="#ctx0" brushRef="#br0" timeOffset="7751.85">22077 7316 809 0,'0'0'189'0,"0"0"9"0,0 0-88 0,0 0 3 0,0 0-21 15,0 0-37-15,0 0-21 16,16 3-11-16,51-3-3 16,16 0-3-16,13 0-4 15,4 0-9-15,12 0 1 16,-6 0 0-16,-4 0-1 15,-12-5-4-15,-29 2-3 0,-22 3 3 16,-4-2-1-16,-22 2 1 16,-4 0 0-16,-9 0 0 15,0 0 0-15,0 0 0 16,0 0-5-16,0 0-28 16,0 0-44-16,10 0-84 15,-10 0-47-15,22 0-90 16,4 0-190-16</inkml:trace>
  <inkml:trace contextRef="#ctx0" brushRef="#br0" timeOffset="8449.53">25651 7242 569 0,'0'0'244'0,"0"0"-49"0,0 0-6 0,0 0-44 0,0 0-9 15,0 0-37-15,-38-11-48 16,38 11-3-16,0 0-8 16,0 0-15-16,10 0-11 15,38 0 0-15,32-1-1 16,26-2-1-16,9 3-3 15,4 0-6-15,6 0-1 16,-7 0 0-16,-5 0-2 16,-17 0 0-16,-7 0 1 15,-18 0-1-15,-13 0 0 16,-13 0 0-16,-17 0 0 16,-8 0 1-16,-14 0-2 15,-6 0 0-15,0 0 1 16,0 0 1-16,0 0-1 15,0 0-9-15,0 0-26 0,0 0-51 16,-10 0-18-16,-15 0-67 16,6 0-64-16,-7 8-79 15,3-1-362-15</inkml:trace>
  <inkml:trace contextRef="#ctx0" brushRef="#br0" timeOffset="10483.53">8201 8501 623 0,'0'0'150'0,"0"0"13"0,0 0-19 16,0 0-20-16,0 0-18 0,0 0-7 0,-141 0-30 15,141 0-1-15,0 0-20 16,0 0-26-16,16 0-9 16,51-4-10-16,39 0 4 15,12-4 1-15,14 4-8 16,9 1 0-16,-29 2 5 15,-6 1-5-15,-13 0 0 16,-19 0-1-16,-17 0 1 16,-9 0-1-16,-16 0-1 15,-6 0-2-15,-19 0-21 16,12 0-70-16,-10 0-48 0,20 0 1 16,10 4-65-16,6 2-106 15,19 1-255-15</inkml:trace>
  <inkml:trace contextRef="#ctx0" brushRef="#br0" timeOffset="11216.11">13023 8721 663 0,'0'0'206'0,"0"0"-57"0,0 0 3 0,0 0-33 16,0 0-25-16,0 0-59 0,-186-23-4 15,198 23-5-15,81 0-5 16,74-3 13-16,42-1-12 16,28-5-11-16,-3 5-9 15,-39-1 0-15,-25 5-1 16,-32 0-1-16,-42 0 0 16,-28 0 1-16,-30 0 1 15,-12 0 2-15,-17 0-1 16,-9 0 1-16,0 0 0 15,0 0-1-15,0 0 6 16,0 0-9-16,0 0-1 16,0 0-12-16,-9 5-28 0,-1 12-21 15,-6 9-83 1,16 1-59-16,-13 1-157 0</inkml:trace>
  <inkml:trace contextRef="#ctx0" brushRef="#br0" timeOffset="12952.46">22949 8389 794 0,'0'0'170'0,"0"0"-33"0,0 0-22 0,0 0-6 16,0 0 21-16,0 0-47 16,0 0-31-16,-74 15-19 15,138-15 7-15,48 0-6 16,42 0 8-16,13 0-25 16,9 0-7-16,-16-3-6 0,-6-4 1 15,-22 2-2 1,-4 5 1-16,-29 0-4 15,-15 0 0-15,-30 0 0 0,-25 0-3 16,10 0 1-16,-20 0-15 16,-13 0-20-16,-2 0-45 15,-4 0-89-15,0 3-142 16,0-1-251-16</inkml:trace>
  <inkml:trace contextRef="#ctx0" brushRef="#br0" timeOffset="14783.07">5575 9689 900 0,'0'0'175'0,"0"0"-68"0,0 0-3 0,0 0 29 15,0 0-38-15,0 0-53 16,-68 0-41-16,126 0 3 15,54 0 11-15,55 0 9 16,22-5-4-16,10-12-19 16,0 3 3-16,-13 1-3 15,0 3 0-15,-32 4 0 16,-42 2-1-16,-26 0 0 16,-28 4 0-16,-23 0-4 15,-19 0 0-15,-16 0-21 16,0 0-32-16,0 0-57 0,0 0-28 15,-9 15 2-15,-46 7-272 16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5T09:41:20.9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10102 6132 656 0,'0'0'156'0,"0"0"-82"0,0 0-7 0,0 0 65 0,-269-70-31 16,233 63-19-16,7 7-13 16,20 0 1-16,2 0 5 15,7 0-40-15,0 0-1 16,0 0-8-16,16 0-19 0,84 0 6 15,41 0 40-15,45 0-23 16,45-10-13-16,22 0-1 16,16-6-9-16,-9 8 6 15,12 3-7-15,-5 3 1 16,-5 2-2-16,-18 0 0 16,-29 0 3-16,-36 0-6 15,-37 0-2-15,-33 0 0 16,-23 0 0-16,-31 0 1 15,-23 0 4-15,-13 0 8 0,-9-3-9 16,-1 2 10 0,-9 1-10-16,0-3 1 0,0 2 9 15,0-3-14-15,0 1-3 16,0 3 3-16,-38 0-29 16,-39 8-118-1,-42 18-150-15,-22 5-190 0</inkml:trace>
  <inkml:trace contextRef="#ctx0" brushRef="#br0" timeOffset="1971.04">7005 7490 600 0,'0'0'379'0,"0"0"-251"0,0 0 0 0,0 0-11 0,0 0-13 0,0 0-39 16,-58 0-26-16,141 0-33 15,49 0 8-15,28 0 5 16,20-5-9-16,2 0-10 16,-5 4 0-16,9-2 4 15,3 3 5-15,-13 0-9 16,-35 0 0-16,-45 0-6 15,-19 0 6-15,-38 0-1 16,-23 0-2-16,-6 0-2 16,-10 0 0-16,0 0-11 15,0 0-32-15,0 0-43 16,-20 0-68-16,-34 7-190 16,-23 0-564-16</inkml:trace>
  <inkml:trace contextRef="#ctx0" brushRef="#br0" timeOffset="5083.35">18659 7356 323 0,'0'0'256'0,"0"0"-155"0,0 0 59 0,0 0-50 0,0 0-9 0,0 0-14 15,-19 0-29-15,19 0 4 16,0 0-32-16,0 0 9 16,0 0-2-16,0 0-1 15,0 0-15-15,0 0 5 0,0 0 0 16,0 0-5-16,19 0-3 15,26 0 0-15,6 0 15 16,13 0-13-16,0 0-9 16,13 0 1-16,10 0 2 15,-7 3-1-15,7 1-5 16,-1 1-3-16,7 0 4 16,-6-1 1-16,2 1 0 15,1-4-9-15,3 3 6 16,23-1-3-16,2 0 1 15,-6-1 1-15,13 1-1 16,-16-1-4-16,-3-1 7 0,-3 3-2 16,-10 0 2-1,3 0-6-15,7-3 7 0,-1 2 0 16,1-3 0-16,-1 0-1 16,-5 0-7-16,15 0 0 15,6 0 2-15,1 0 2 16,13 0-2-16,-4 0-3 15,-3-7 6-15,-3-2-2 16,-7 3 6-16,-6-2-5 16,-19 7 0-16,-23-2-3 15,-16 2 1-15,-2-3-1 16,-21 4 5-16,-8 0-5 16,-11-1 4-16,-9 1-4 0,10 0 3 15,-10 0-1 1,0 0 1-16,0 0 2 0,0-3-3 15,0 3-2-15,0-1-2 16,0 1 0-16,-26 0-15 16,-41 0-76-16,-39 0-196 15,-9 0-399-15</inkml:trace>
  <inkml:trace contextRef="#ctx0" brushRef="#br0" timeOffset="11419.09">19146 8400 334 0,'0'0'284'0,"0"0"-78"0,0 0-69 0,0 0-5 0,0 0-15 15,0 0-22-15,0 0 12 16,0 0-25-16,-90 4-9 16,87-2-18-16,3-2-11 15,0 0-14-15,0 3 6 16,0-3-5-16,0 0-3 15,0 0-13-15,0 0-5 16,19 2-4-16,26 2 8 16,13 0-4-16,9 1-6 15,7-1-4-15,-7-1 6 0,7 1-6 16,-13-4 2-16,-6 3-2 16,-10-3 1-16,-17 2-2 15,-8-2 1-15,-11 0-2 16,-9 0-7-16,0 0-2 15,0 0-36-15,0 0-60 16,0 2-89-16,-38-2-235 16</inkml:trace>
  <inkml:trace contextRef="#ctx0" brushRef="#br0" timeOffset="16866.59">6456 9657 829 0,'0'0'150'0,"0"0"-49"0,0 0-17 0,0 0 18 0,0 0-25 0,0 0-45 15,0 0-21-15,-16 3-4 16,119-3 14-16,38-3 4 16,29-14-5-16,3 3-14 15,-6 0-5-15,-20 2-1 16,-6 9 0-16,-25 3 3 15,-30 0-3-15,-37 0 0 16,-27 0 0-16,-12 0-1 16,-10 0 1-16,0 0-1 15,0 0-4-15,0 0-5 16,12 0-24-16,-12 0-72 16,7 0-60-16,18 0-125 0,4 0-231 15</inkml:trace>
  <inkml:trace contextRef="#ctx0" brushRef="#br0" timeOffset="17568.38">10182 9736 809 0,'0'0'175'0,"0"0"-64"0,0 0 3 0,0 0-3 0,0 0-17 0,0 0-39 16,-122 0 1-16,122 0-24 0,0 0 9 15,0 0-20 1,0 0-12-16,55 0 0 0,31 7 14 15,20 1 1-15,19-3-19 16,-6 6-5-16,9-7 1 16,-13-1-1-16,7 6 4 15,-10-2-6-15,-15 1 7 16,-14-2-6-16,-13 0 2 16,-18-2 0-16,-11 3-1 15,-25-6-5-15,-6-1 5 16,-3 3-6-16,-7-3-1 15,0 0-19-15,0 0-30 16,0 0-25-16,0 4-29 16,0-2-81-16,0-2-73 15,0 0-207-15</inkml:trace>
  <inkml:trace contextRef="#ctx0" brushRef="#br0" timeOffset="21734.03">18877 10968 600 0,'0'0'173'0,"0"0"-26"0,0 0-11 0,0 0-6 0,0 0-52 0,0 0-1 16,0 0-6-16,0 0-26 16,-106 0 4-16,106 0 1 15,0 0-14-15,0 0-9 16,29 0 3-16,38 0 5 16,26 0 0-16,10 0-13 15,28 0-7-15,10 0-2 16,16-1-1-16,10-8-4 15,26 2-2-15,-4 0-2 0,-7-1-4 16,-21 5-3-16,-20 1 3 16,-23 0 0-16,-15 2-4 15,-26 0 4-15,-19 0 0 16,-13 0 1-16,-17 0 0 16,-8 0 0-16,-14 0 5 15,-6 0-6-15,0 0 5 16,0 0 1-16,0 0-6 15,0 0 9-15,0 0-7 16,0 0-1-16,0 0-1 16,0 0-1-16,0 0-11 15,0 0-51-15,0 0-42 16,0 0-79-16,0 0-63 0,0-3-171 16</inkml:trace>
  <inkml:trace contextRef="#ctx0" brushRef="#br0" timeOffset="22466.86">24734 10882 829 0,'0'0'215'0,"0"0"-88"0,0 0-35 0,0 0 36 0,0 0-40 15,0 0-32-15,-121 26-9 0,121-26 9 16,28 0-13-16,49 0-7 16,29 0-21-16,22 0-8 15,26-9-4-15,-6-3 0 16,-7-1-2-16,-6 2-1 16,-17-1 0-16,-15 6 1 15,-23-3 0-15,-6 1-1 16,-29 4 0-16,-17 0 1 15,-8 2-1-15,-14-1 0 16,-3 1-7-16,-3 2-1 16,0-2-10-16,0 2-32 15,-3 0-56-15,-51 0-90 16,-11 0-86-16,11 2-340 16</inkml:trace>
  <inkml:trace contextRef="#ctx0" brushRef="#br0" timeOffset="25599.24">14212 12174 614 0,'0'0'378'0,"0"0"-178"0,0 0-75 0,0 0 8 0,0 0-25 16,0 0-43-16,-234 0-11 15,234 0-12-15,0 0-13 0,0 0-3 16,0-2-2-16,3 1 11 16,61-2-2-1,42-5-8-15,48 3-10 0,13-7-10 16,3-2-4-16,-10 1-1 15,-19 2 5-15,-26 2-5 16,-22 0-18-16,-25 4-19 16,-20 2-18-16,-23 3-16 15,-25 0-40-15,0 0-83 16,0 17-60-16,-32 3-212 16</inkml:trace>
  <inkml:trace contextRef="#ctx0" brushRef="#br0" timeOffset="28400.12">19198 12237 684 0,'0'0'144'0,"0"0"8"0,0 0-6 0,0 0-43 0,0 0-33 0,0 0-13 15,0 0 0-15,-49 0-11 0,69 0-22 16,53 0-8-16,30 0 8 16,38-6 0-16,32-11-15 15,29 2-7-15,7-2 8 16,-20 3-10-16,-32 2-4 16,-42 6 1-16,-25 6-2 15,-19 0-31-15,-23 0-38 16,-3 0-84-16,-23 21-25 15,-22 3-188-15</inkml:trace>
  <inkml:trace contextRef="#ctx0" brushRef="#br0" timeOffset="39774.37">7755 14315 646 0,'0'0'437'0,"0"0"-324"0,0 0 9 0,0 0 11 0,0 0-20 0,0 0-54 16,0 0-39-16,-119 12-7 0,126-12-4 15,70 0-8-15,45 0 5 16,47-4-4-16,-2-6 0 16,3 1-2-16,-10 6-29 15,-19 3-53-15,-19 0-85 16,-6 18-27-16,-14 3-80 15,-9 1-376-15</inkml:trace>
  <inkml:trace contextRef="#ctx0" brushRef="#br0" timeOffset="40683.51">13580 14583 248 0,'0'0'705'0,"0"0"-525"0,0 0-84 0,0 0 33 0,0 0 6 16,0 0-41-16,-121-6-35 15,121 6-9-15,0 0-9 16,0 0-15-16,0 0-15 16,16 0-4-16,77-6 1 15,41-5 2-15,36-2-7 16,16-5 4-16,16 0-7 16,-26 0 0-16,-9 4 0 15,-32 7-1-15,-17 2-3 0,-21 5-2 16,-14 0-25-16,-16 0-27 15,-9 0-43-15,-13 17-44 16,0 4-33-16,-13 3-34 16,-6 2-117-16</inkml:trace>
  <inkml:trace contextRef="#ctx0" brushRef="#br0" timeOffset="42016.63">19156 14640 882 0,'0'0'159'0,"0"0"-85"0,0 0 33 0,0 0 10 0,0 0-5 16,0 0-55-16,-45 9-11 15,45-6-15-15,0-2 0 16,0-1-5-16,0 0-14 0,32 0 6 15,48 0 12-15,42 0 0 16,19 0-8-16,19 0-13 16,10-1-4-16,10-5 1 15,9 5-2-15,-9 1-4 16,-14-4-2-16,-15 4 2 16,-39 0 0-16,-16 0 2 15,-22 0 0-15,-10 0-2 16,-16 0 0-16,-9 0 1 15,-14 0-1-15,-15 0 0 16,3-1-3-16,-13 1 6 16,6 0-3-16,-6 0 1 0,3 0 4 15,-3-2-4-15,0 2-2 16,0 0-3-16,0-2-4 16,0 2-20-1,-32 0-57-15,-12 0-74 0,5 0-105 16,13 0-213-16</inkml:trace>
  <inkml:trace contextRef="#ctx0" brushRef="#br0" timeOffset="44737.47">15151 15427 920 0,'0'0'165'0,"0"0"-94"0,0 0 57 0,0 0-7 16,0 0-36-16,0 0-46 0,0 0 5 16,-32 8-11-16,87-4-17 15,41-4 21-15,29 0 15 16,23 0-20-16,-7 0-18 16,0 0-7-16,6 0-4 15,-19 5-1-15,-15 0 5 16,-17 0-7-16,-32 0-5 15,-29 1 4-15,-16-2 0 16,-15-4 1-16,5 2 0 16,-9-2-1-16,3 0-1 15,-3 0-14-15,0 0-25 16,0 5-30-16,0 8-49 16,-48 6-71-16,-41 7-71 0,-4-3-262 15</inkml:trace>
  <inkml:trace contextRef="#ctx0" brushRef="#br0" timeOffset="46399.77">10862 16825 860 0,'0'0'132'0,"0"0"-36"0,0 0 44 0,0 0 8 16,0 0-20-16,0 0-55 15,-7 0-38-15,7 0 2 16,23 0-12-16,50 0-2 16,33 0-1-16,26-8 0 0,9-1-8 15,29-1 5-15,19-2-10 16,19 0-2-16,17 0-4 16,-1-1 4-16,10 1 2 15,-35 3-9-15,-10 0 0 16,-22 6-3-16,-13-1 6 15,-16 0-6-15,-10 1 10 16,-29 2-14-16,-22 1 8 16,-19 0-1-16,-26 0 0 15,-10-3 2-15,-6 3-1 16,-6-1 0-16,-10-2-1 16,3 1 0-16,-3-1 3 15,0 1-1-15,0 0 6 0,0 2-5 16,0-2-3-16,0 2 2 15,0-1 4-15,-19-3-6 16,-29 1-8-16,-7 2 2 16,-6 1-7-16,-19 0-7 15,3 0 1-15,-25 1-7 16,-4 11 10-16,-25 3 5 16,-1-1-4-16,-28-1 0 15,-7 2 2-15,-22-7 9 16,-10 1-2-16,13-2 6 15,16-2-4-15,26-5 2 16,22 2 2-16,3-2-6 0,4 0 6 16,12 3 0-1,10-2 1-15,17 2 0 0,31-2 0 16,6 4 4-16,7-2-2 16,6 0-2-16,7-2 1 15,10 2-2-15,9-3 4 16,0 0-4-16,0 0 0 15,0 0 8-15,0 0-8 16,0 0 0-16,28 5 0 16,59 1 2-16,41-1 7 15,36-5 8-15,35 0-13 16,22 0-1-16,26-5 5 16,16-10 5-16,-1-1-13 15,1-3-1-15,-16 8 1 16,-22-3-1-16,-17 5 4 15,-32 5-8-15,-35 2 5 0,-25 2 0 16,-62 0 0-16,-6 0-1 16,-28 0-4-16,-11 0 4 15,-9 0 1-15,0-3 4 16,0 1-4-16,0 1 0 16,0 1-2-16,-3 0 2 15,-45 0-21-15,-6 0-38 16,-1 0-73-16,-3 0-94 15,7 1-169-15</inkml:trace>
  <inkml:trace contextRef="#ctx0" brushRef="#br0" timeOffset="52950.4">16447 18196 1168 0,'0'0'126'0,"0"0"-46"0,0 0 2 0,0 0 56 0,0 0-48 0,0 0-50 15,0 0-22 1,-26-2-10-16,26 11 3 0,0 2-10 16,10-2 25-16,6-4-15 15,-7-3 0-15,1-2 5 16,12 0-16-16,14 0 7 15,37-27-3-15,33-20-4 16,42-22 1-16,31-15-1 16,20-7-32-16,35-9-58 15,13 0-114-15,-13-1-235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309F-D4B8-452D-BC77-DEB69A8603D9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75701-B17A-4AA0-909E-FBEBBC4D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6BDB1-8E0A-45C9-A0E9-4C66032D1CF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random forest, it </a:t>
            </a:r>
            <a:r>
              <a:rPr lang="en-US" dirty="0" err="1"/>
              <a:t>doesnot</a:t>
            </a:r>
            <a:r>
              <a:rPr lang="en-US" dirty="0"/>
              <a:t> matter if first tree is made first or the second one or the last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83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chest pain, out of 5 samples with chest pain, 3 were correctly classified with heart disease. And Out of 3 samples with no chest pain, 2 are correctly classified with no heart disease.</a:t>
            </a:r>
          </a:p>
          <a:p>
            <a:r>
              <a:rPr lang="en-US" dirty="0"/>
              <a:t>In Blocked arteries, out of 6 samples with yes, 3 were correctly classified as heart disease. And out of 2 samples with no blocked arteries, 1 is correctly classified as no heart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321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Similarly, we looked at weight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566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787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340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stump does the absolute correct classification – total error is 0 , therefore amount of say is relatively large, positive number.</a:t>
            </a:r>
          </a:p>
          <a:p>
            <a:r>
              <a:rPr lang="en-US" dirty="0"/>
              <a:t>When a stump is no better than flipping a coin and total error is 0.5, amount of say is 0.</a:t>
            </a:r>
          </a:p>
          <a:p>
            <a:r>
              <a:rPr lang="en-US" dirty="0"/>
              <a:t>When error is large, amount of say is negative value.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354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286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996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915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802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22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352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729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40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33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203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85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04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275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847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228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5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1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9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4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2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8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6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6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13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16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customXml" Target="../ink/ink17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9.xml"/><Relationship Id="rId21" Type="http://schemas.openxmlformats.org/officeDocument/2006/relationships/image" Target="../media/image46.png"/><Relationship Id="rId42" Type="http://schemas.openxmlformats.org/officeDocument/2006/relationships/customXml" Target="../ink/ink37.xml"/><Relationship Id="rId47" Type="http://schemas.openxmlformats.org/officeDocument/2006/relationships/image" Target="../media/image59.png"/><Relationship Id="rId63" Type="http://schemas.openxmlformats.org/officeDocument/2006/relationships/image" Target="../media/image67.png"/><Relationship Id="rId68" Type="http://schemas.openxmlformats.org/officeDocument/2006/relationships/image" Target="../media/image7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6" Type="http://schemas.openxmlformats.org/officeDocument/2006/relationships/customXml" Target="../ink/ink24.xml"/><Relationship Id="rId29" Type="http://schemas.openxmlformats.org/officeDocument/2006/relationships/image" Target="../media/image50.png"/><Relationship Id="rId11" Type="http://schemas.openxmlformats.org/officeDocument/2006/relationships/image" Target="../media/image41.png"/><Relationship Id="rId24" Type="http://schemas.openxmlformats.org/officeDocument/2006/relationships/customXml" Target="../ink/ink28.xml"/><Relationship Id="rId32" Type="http://schemas.openxmlformats.org/officeDocument/2006/relationships/customXml" Target="../ink/ink32.xml"/><Relationship Id="rId37" Type="http://schemas.openxmlformats.org/officeDocument/2006/relationships/image" Target="../media/image54.png"/><Relationship Id="rId40" Type="http://schemas.openxmlformats.org/officeDocument/2006/relationships/customXml" Target="../ink/ink36.xml"/><Relationship Id="rId45" Type="http://schemas.openxmlformats.org/officeDocument/2006/relationships/image" Target="../media/image58.png"/><Relationship Id="rId53" Type="http://schemas.openxmlformats.org/officeDocument/2006/relationships/image" Target="../media/image62.png"/><Relationship Id="rId58" Type="http://schemas.openxmlformats.org/officeDocument/2006/relationships/customXml" Target="../ink/ink45.xml"/><Relationship Id="rId66" Type="http://schemas.openxmlformats.org/officeDocument/2006/relationships/customXml" Target="../ink/ink49.xml"/><Relationship Id="rId5" Type="http://schemas.openxmlformats.org/officeDocument/2006/relationships/image" Target="../media/image38.png"/><Relationship Id="rId61" Type="http://schemas.openxmlformats.org/officeDocument/2006/relationships/image" Target="../media/image66.png"/><Relationship Id="rId19" Type="http://schemas.openxmlformats.org/officeDocument/2006/relationships/image" Target="../media/image45.png"/><Relationship Id="rId14" Type="http://schemas.openxmlformats.org/officeDocument/2006/relationships/customXml" Target="../ink/ink23.xml"/><Relationship Id="rId22" Type="http://schemas.openxmlformats.org/officeDocument/2006/relationships/customXml" Target="../ink/ink27.xml"/><Relationship Id="rId27" Type="http://schemas.openxmlformats.org/officeDocument/2006/relationships/image" Target="../media/image49.png"/><Relationship Id="rId30" Type="http://schemas.openxmlformats.org/officeDocument/2006/relationships/customXml" Target="../ink/ink31.xml"/><Relationship Id="rId35" Type="http://schemas.openxmlformats.org/officeDocument/2006/relationships/image" Target="../media/image53.png"/><Relationship Id="rId43" Type="http://schemas.openxmlformats.org/officeDocument/2006/relationships/image" Target="../media/image57.png"/><Relationship Id="rId48" Type="http://schemas.openxmlformats.org/officeDocument/2006/relationships/customXml" Target="../ink/ink40.xml"/><Relationship Id="rId56" Type="http://schemas.openxmlformats.org/officeDocument/2006/relationships/customXml" Target="../ink/ink44.xml"/><Relationship Id="rId64" Type="http://schemas.openxmlformats.org/officeDocument/2006/relationships/customXml" Target="../ink/ink48.xml"/><Relationship Id="rId69" Type="http://schemas.openxmlformats.org/officeDocument/2006/relationships/customXml" Target="../ink/ink50.xml"/><Relationship Id="rId8" Type="http://schemas.openxmlformats.org/officeDocument/2006/relationships/customXml" Target="../ink/ink20.xml"/><Relationship Id="rId51" Type="http://schemas.openxmlformats.org/officeDocument/2006/relationships/image" Target="../media/image61.png"/><Relationship Id="rId3" Type="http://schemas.openxmlformats.org/officeDocument/2006/relationships/image" Target="../media/image34.png"/><Relationship Id="rId12" Type="http://schemas.openxmlformats.org/officeDocument/2006/relationships/customXml" Target="../ink/ink22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33" Type="http://schemas.openxmlformats.org/officeDocument/2006/relationships/image" Target="../media/image52.png"/><Relationship Id="rId38" Type="http://schemas.openxmlformats.org/officeDocument/2006/relationships/customXml" Target="../ink/ink35.xml"/><Relationship Id="rId46" Type="http://schemas.openxmlformats.org/officeDocument/2006/relationships/customXml" Target="../ink/ink39.xml"/><Relationship Id="rId59" Type="http://schemas.openxmlformats.org/officeDocument/2006/relationships/image" Target="../media/image65.png"/><Relationship Id="rId67" Type="http://schemas.openxmlformats.org/officeDocument/2006/relationships/image" Target="../media/image69.png"/><Relationship Id="rId20" Type="http://schemas.openxmlformats.org/officeDocument/2006/relationships/customXml" Target="../ink/ink26.xml"/><Relationship Id="rId41" Type="http://schemas.openxmlformats.org/officeDocument/2006/relationships/image" Target="../media/image56.png"/><Relationship Id="rId54" Type="http://schemas.openxmlformats.org/officeDocument/2006/relationships/customXml" Target="../ink/ink43.xml"/><Relationship Id="rId62" Type="http://schemas.openxmlformats.org/officeDocument/2006/relationships/customXml" Target="../ink/ink47.xml"/><Relationship Id="rId7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28" Type="http://schemas.openxmlformats.org/officeDocument/2006/relationships/customXml" Target="../ink/ink30.xml"/><Relationship Id="rId36" Type="http://schemas.openxmlformats.org/officeDocument/2006/relationships/customXml" Target="../ink/ink34.xml"/><Relationship Id="rId49" Type="http://schemas.openxmlformats.org/officeDocument/2006/relationships/image" Target="../media/image60.png"/><Relationship Id="rId57" Type="http://schemas.openxmlformats.org/officeDocument/2006/relationships/image" Target="../media/image64.png"/><Relationship Id="rId10" Type="http://schemas.openxmlformats.org/officeDocument/2006/relationships/customXml" Target="../ink/ink21.xml"/><Relationship Id="rId31" Type="http://schemas.openxmlformats.org/officeDocument/2006/relationships/image" Target="../media/image51.png"/><Relationship Id="rId44" Type="http://schemas.openxmlformats.org/officeDocument/2006/relationships/customXml" Target="../ink/ink38.xml"/><Relationship Id="rId52" Type="http://schemas.openxmlformats.org/officeDocument/2006/relationships/customXml" Target="../ink/ink42.xml"/><Relationship Id="rId60" Type="http://schemas.openxmlformats.org/officeDocument/2006/relationships/customXml" Target="../ink/ink46.xml"/><Relationship Id="rId65" Type="http://schemas.openxmlformats.org/officeDocument/2006/relationships/image" Target="../media/image68.png"/><Relationship Id="rId4" Type="http://schemas.openxmlformats.org/officeDocument/2006/relationships/customXml" Target="../ink/ink18.xml"/><Relationship Id="rId9" Type="http://schemas.openxmlformats.org/officeDocument/2006/relationships/image" Target="../media/image40.png"/><Relationship Id="rId13" Type="http://schemas.openxmlformats.org/officeDocument/2006/relationships/image" Target="../media/image42.png"/><Relationship Id="rId18" Type="http://schemas.openxmlformats.org/officeDocument/2006/relationships/customXml" Target="../ink/ink25.xml"/><Relationship Id="rId39" Type="http://schemas.openxmlformats.org/officeDocument/2006/relationships/image" Target="../media/image55.png"/><Relationship Id="rId34" Type="http://schemas.openxmlformats.org/officeDocument/2006/relationships/customXml" Target="../ink/ink33.xml"/><Relationship Id="rId50" Type="http://schemas.openxmlformats.org/officeDocument/2006/relationships/customXml" Target="../ink/ink41.xml"/><Relationship Id="rId55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customXml" Target="../ink/ink5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customXml" Target="../ink/ink5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customXml" Target="../ink/ink5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customXml" Target="../ink/ink5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customXml" Target="../ink/ink55.xml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customXml" Target="../ink/ink56.xml"/><Relationship Id="rId4" Type="http://schemas.openxmlformats.org/officeDocument/2006/relationships/image" Target="../media/image8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customXml" Target="../ink/ink5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customXml" Target="../ink/ink5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61.xml"/><Relationship Id="rId13" Type="http://schemas.openxmlformats.org/officeDocument/2006/relationships/image" Target="../media/image94.png"/><Relationship Id="rId18" Type="http://schemas.openxmlformats.org/officeDocument/2006/relationships/customXml" Target="../ink/ink66.xml"/><Relationship Id="rId3" Type="http://schemas.openxmlformats.org/officeDocument/2006/relationships/image" Target="../media/image89.png"/><Relationship Id="rId21" Type="http://schemas.openxmlformats.org/officeDocument/2006/relationships/image" Target="../media/image98.png"/><Relationship Id="rId7" Type="http://schemas.openxmlformats.org/officeDocument/2006/relationships/image" Target="../media/image91.png"/><Relationship Id="rId12" Type="http://schemas.openxmlformats.org/officeDocument/2006/relationships/customXml" Target="../ink/ink63.xml"/><Relationship Id="rId17" Type="http://schemas.openxmlformats.org/officeDocument/2006/relationships/image" Target="../media/image96.png"/><Relationship Id="rId25" Type="http://schemas.openxmlformats.org/officeDocument/2006/relationships/image" Target="../media/image100.png"/><Relationship Id="rId2" Type="http://schemas.openxmlformats.org/officeDocument/2006/relationships/notesSlide" Target="../notesSlides/notesSlide20.xml"/><Relationship Id="rId16" Type="http://schemas.openxmlformats.org/officeDocument/2006/relationships/customXml" Target="../ink/ink65.xml"/><Relationship Id="rId20" Type="http://schemas.openxmlformats.org/officeDocument/2006/relationships/customXml" Target="../ink/ink6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.xml"/><Relationship Id="rId11" Type="http://schemas.openxmlformats.org/officeDocument/2006/relationships/image" Target="../media/image93.png"/><Relationship Id="rId24" Type="http://schemas.openxmlformats.org/officeDocument/2006/relationships/customXml" Target="../ink/ink69.xml"/><Relationship Id="rId5" Type="http://schemas.openxmlformats.org/officeDocument/2006/relationships/image" Target="../media/image90.png"/><Relationship Id="rId15" Type="http://schemas.openxmlformats.org/officeDocument/2006/relationships/image" Target="../media/image95.png"/><Relationship Id="rId23" Type="http://schemas.openxmlformats.org/officeDocument/2006/relationships/image" Target="../media/image99.png"/><Relationship Id="rId10" Type="http://schemas.openxmlformats.org/officeDocument/2006/relationships/customXml" Target="../ink/ink62.xml"/><Relationship Id="rId19" Type="http://schemas.openxmlformats.org/officeDocument/2006/relationships/image" Target="../media/image97.png"/><Relationship Id="rId4" Type="http://schemas.openxmlformats.org/officeDocument/2006/relationships/customXml" Target="../ink/ink59.xml"/><Relationship Id="rId9" Type="http://schemas.openxmlformats.org/officeDocument/2006/relationships/image" Target="../media/image92.png"/><Relationship Id="rId14" Type="http://schemas.openxmlformats.org/officeDocument/2006/relationships/customXml" Target="../ink/ink64.xml"/><Relationship Id="rId22" Type="http://schemas.openxmlformats.org/officeDocument/2006/relationships/customXml" Target="../ink/ink6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customXml" Target="../ink/ink7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customXml" Target="../ink/ink7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371600"/>
            <a:ext cx="9144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46179" y="408087"/>
            <a:ext cx="1000074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: Boosting Methods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42305" y="1325563"/>
            <a:ext cx="10775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049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Boosting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61C6AC-CE12-CE55-1E34-C97C06A15181}"/>
              </a:ext>
            </a:extLst>
          </p:cNvPr>
          <p:cNvSpPr txBox="1"/>
          <p:nvPr/>
        </p:nvSpPr>
        <p:spPr>
          <a:xfrm>
            <a:off x="1007196" y="1325562"/>
            <a:ext cx="10384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classification, we use AdaBoost</a:t>
            </a: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regression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classification, we can use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2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Adaptive Boosting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61C6AC-CE12-CE55-1E34-C97C06A15181}"/>
              </a:ext>
            </a:extLst>
          </p:cNvPr>
          <p:cNvSpPr txBox="1"/>
          <p:nvPr/>
        </p:nvSpPr>
        <p:spPr>
          <a:xfrm>
            <a:off x="800100" y="1160671"/>
            <a:ext cx="1107487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you’re taking a test and keep making mistakes on certain types of questions.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time, your teacher gives you more practice on the mistakes you made, instead of repeating what you already know.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time, you get better because you’re focusing on your weak areas.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exactly what AdaBoost does with models: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starts with a simple weak model (like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decision tree, called a “stump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 where the model made mistakes.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model focuses more weight on those mistakes (so it tries harder on hard-to-classify points).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all models are combined (like a weighted vote).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adjusts the weights of weak learners and try to make the model better.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3914EF-3DD6-16B9-C528-34E27C2B2B67}"/>
                  </a:ext>
                </a:extLst>
              </p14:cNvPr>
              <p14:cNvContentPartPr/>
              <p14:nvPr/>
            </p14:nvContentPartPr>
            <p14:xfrm>
              <a:off x="1060560" y="969840"/>
              <a:ext cx="10099440" cy="5499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3914EF-3DD6-16B9-C528-34E27C2B2B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200" y="960480"/>
                <a:ext cx="10118160" cy="551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803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Tree vs AdaBoost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8C83B4F-66BF-DC20-A09D-62C7D3229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179" y="974360"/>
            <a:ext cx="6864406" cy="29968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16E6B9-80F5-6FC3-BE3A-5E58FD8BBD6F}"/>
              </a:ext>
            </a:extLst>
          </p:cNvPr>
          <p:cNvSpPr txBox="1"/>
          <p:nvPr/>
        </p:nvSpPr>
        <p:spPr>
          <a:xfrm>
            <a:off x="2791027" y="2212759"/>
            <a:ext cx="2620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Decision Trees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D39E8F-8A12-A303-3FCF-856F8A4A6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843"/>
          <a:stretch/>
        </p:blipFill>
        <p:spPr>
          <a:xfrm>
            <a:off x="6840116" y="5386472"/>
            <a:ext cx="3448531" cy="1154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42BE5F-95FF-40BE-33CF-F3BEB3EEDEA5}"/>
              </a:ext>
            </a:extLst>
          </p:cNvPr>
          <p:cNvSpPr txBox="1"/>
          <p:nvPr/>
        </p:nvSpPr>
        <p:spPr>
          <a:xfrm>
            <a:off x="5116791" y="5661239"/>
            <a:ext cx="2620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Stump</a:t>
            </a:r>
          </a:p>
          <a:p>
            <a:r>
              <a:rPr lang="en-US" sz="2000" b="1" dirty="0"/>
              <a:t>(weak learners)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0B3EEA-286A-35E8-76CF-94B3C88FA941}"/>
                  </a:ext>
                </a:extLst>
              </p14:cNvPr>
              <p14:cNvContentPartPr/>
              <p14:nvPr/>
            </p14:nvContentPartPr>
            <p14:xfrm>
              <a:off x="3298320" y="2120040"/>
              <a:ext cx="5638680" cy="4349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0B3EEA-286A-35E8-76CF-94B3C88FA9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8960" y="2110680"/>
                <a:ext cx="5657400" cy="436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0060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F4B0385-6FFC-800F-0BBD-6F8B39DD6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97" y="2239963"/>
            <a:ext cx="4745011" cy="40087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DB9772-1ED6-0C55-340A-A857629D6C86}"/>
              </a:ext>
            </a:extLst>
          </p:cNvPr>
          <p:cNvSpPr txBox="1"/>
          <p:nvPr/>
        </p:nvSpPr>
        <p:spPr>
          <a:xfrm>
            <a:off x="1007197" y="1154243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Lets say this is the given data set and we want to predict if someone has heart disease, then a full-size decision tree would look something like this, that is, uses all features given in data.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7E971C-8132-C1DF-3796-34D730238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17617"/>
            <a:ext cx="5874401" cy="286889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8E7C062-B5CC-7872-B15A-3B8CB570935C}"/>
              </a:ext>
            </a:extLst>
          </p:cNvPr>
          <p:cNvSpPr txBox="1">
            <a:spLocks/>
          </p:cNvSpPr>
          <p:nvPr/>
        </p:nvSpPr>
        <p:spPr>
          <a:xfrm>
            <a:off x="1007197" y="0"/>
            <a:ext cx="91732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Tree vs AdaBoost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5D0866-D632-9690-1A59-17C427849D1A}"/>
                  </a:ext>
                </a:extLst>
              </p14:cNvPr>
              <p14:cNvContentPartPr/>
              <p14:nvPr/>
            </p14:nvContentPartPr>
            <p14:xfrm>
              <a:off x="1450440" y="2311200"/>
              <a:ext cx="10157400" cy="2321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5D0866-D632-9690-1A59-17C427849D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1080" y="2301840"/>
                <a:ext cx="10176120" cy="234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862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F4B0385-6FFC-800F-0BBD-6F8B39DD6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97" y="2239963"/>
            <a:ext cx="4745011" cy="40087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DB9772-1ED6-0C55-340A-A857629D6C86}"/>
              </a:ext>
            </a:extLst>
          </p:cNvPr>
          <p:cNvSpPr txBox="1"/>
          <p:nvPr/>
        </p:nvSpPr>
        <p:spPr>
          <a:xfrm>
            <a:off x="1007197" y="1154243"/>
            <a:ext cx="10010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But a stump can use only one variable to make a decision. That’s why they are called </a:t>
            </a:r>
            <a:r>
              <a:rPr lang="en-US" sz="2400" b="1" dirty="0"/>
              <a:t>“weak learners”</a:t>
            </a:r>
            <a:r>
              <a:rPr lang="en-US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21C16-17AF-CDF7-C4B9-D7D250A4C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807" y="3190565"/>
            <a:ext cx="4401996" cy="1636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6762677-D87B-0F71-7206-DC435F0A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Tree vs AdaBoost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381A4B-525B-409D-F6DD-D78A1E8ABBB5}"/>
                  </a:ext>
                </a:extLst>
              </p14:cNvPr>
              <p14:cNvContentPartPr/>
              <p14:nvPr/>
            </p14:nvContentPartPr>
            <p14:xfrm>
              <a:off x="1325880" y="1634040"/>
              <a:ext cx="8002440" cy="2966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381A4B-525B-409D-F6DD-D78A1E8ABB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6520" y="1624680"/>
                <a:ext cx="8021160" cy="298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5596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DB9772-1ED6-0C55-340A-A857629D6C86}"/>
              </a:ext>
            </a:extLst>
          </p:cNvPr>
          <p:cNvSpPr txBox="1"/>
          <p:nvPr/>
        </p:nvSpPr>
        <p:spPr>
          <a:xfrm>
            <a:off x="617452" y="1241153"/>
            <a:ext cx="52775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</a:t>
            </a:r>
            <a:r>
              <a:rPr lang="en-US" sz="2000" b="1" dirty="0"/>
              <a:t>Random Forest</a:t>
            </a:r>
            <a:r>
              <a:rPr lang="en-US" sz="2000" dirty="0"/>
              <a:t>, each tree has an equal vote on the final classification.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FFB077-EB57-B8CA-CE6A-7D1EAAF6EE64}"/>
              </a:ext>
            </a:extLst>
          </p:cNvPr>
          <p:cNvSpPr txBox="1"/>
          <p:nvPr/>
        </p:nvSpPr>
        <p:spPr>
          <a:xfrm>
            <a:off x="6214954" y="1283358"/>
            <a:ext cx="5277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Whereas in </a:t>
            </a:r>
            <a:r>
              <a:rPr lang="en-US" sz="2000" b="1" dirty="0"/>
              <a:t>Forest of Stumps </a:t>
            </a:r>
            <a:r>
              <a:rPr lang="en-US" sz="2000" dirty="0"/>
              <a:t>made with </a:t>
            </a:r>
            <a:r>
              <a:rPr lang="en-US" sz="2000" b="1" dirty="0"/>
              <a:t>AdaBoost,</a:t>
            </a:r>
            <a:r>
              <a:rPr lang="en-US" sz="2000" dirty="0"/>
              <a:t> some stumps get more vote weightage in final classification than others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B1025F-7A8A-A173-6B80-85DF00EBF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07" y="2090061"/>
            <a:ext cx="5182323" cy="45726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AB5C7B-A335-F4CD-F096-822D4EB89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3"/>
          <a:stretch/>
        </p:blipFill>
        <p:spPr>
          <a:xfrm>
            <a:off x="6329581" y="2970141"/>
            <a:ext cx="5062320" cy="3318804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6D3D3FD4-19BE-C9B2-F280-F09979AE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 Forest vs AdaBoost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268B17-FEC6-777E-7ADD-12E1E002CB90}"/>
                  </a:ext>
                </a:extLst>
              </p14:cNvPr>
              <p14:cNvContentPartPr/>
              <p14:nvPr/>
            </p14:nvContentPartPr>
            <p14:xfrm>
              <a:off x="1870560" y="1595520"/>
              <a:ext cx="9483480" cy="4933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268B17-FEC6-777E-7ADD-12E1E002CB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1200" y="1586160"/>
                <a:ext cx="9502200" cy="495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3549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DB9772-1ED6-0C55-340A-A857629D6C86}"/>
              </a:ext>
            </a:extLst>
          </p:cNvPr>
          <p:cNvSpPr txBox="1"/>
          <p:nvPr/>
        </p:nvSpPr>
        <p:spPr>
          <a:xfrm>
            <a:off x="617452" y="1241153"/>
            <a:ext cx="52775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</a:t>
            </a:r>
            <a:r>
              <a:rPr lang="en-US" sz="2000" b="1" dirty="0"/>
              <a:t>Random Forest</a:t>
            </a:r>
            <a:r>
              <a:rPr lang="en-US" sz="2000" dirty="0"/>
              <a:t>, each decision tree is made independently of the others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FFB077-EB57-B8CA-CE6A-7D1EAAF6EE64}"/>
              </a:ext>
            </a:extLst>
          </p:cNvPr>
          <p:cNvSpPr txBox="1"/>
          <p:nvPr/>
        </p:nvSpPr>
        <p:spPr>
          <a:xfrm>
            <a:off x="6214954" y="1283358"/>
            <a:ext cx="5277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Whereas in </a:t>
            </a:r>
            <a:r>
              <a:rPr lang="en-US" sz="2000" b="1" dirty="0"/>
              <a:t>AdaBoost,</a:t>
            </a:r>
            <a:r>
              <a:rPr lang="en-US" sz="2000" dirty="0"/>
              <a:t> order is important. The errors that the first stump make influence how the second stump is made, and so 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03267-1ADE-AE0D-4F3F-1904C69E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88" y="2239963"/>
            <a:ext cx="5182323" cy="4572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FCB45D-D51A-17C0-EDC9-D8E1A112A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039" y="3163262"/>
            <a:ext cx="6144482" cy="301984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5BFFDB3-E20F-92D6-A321-D05F646DDFBD}"/>
              </a:ext>
            </a:extLst>
          </p:cNvPr>
          <p:cNvSpPr txBox="1">
            <a:spLocks/>
          </p:cNvSpPr>
          <p:nvPr/>
        </p:nvSpPr>
        <p:spPr>
          <a:xfrm>
            <a:off x="1007197" y="0"/>
            <a:ext cx="91732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 Forest vs AdaBoost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3379BD-0F06-4DD9-26E9-AD5C38E15424}"/>
                  </a:ext>
                </a:extLst>
              </p14:cNvPr>
              <p14:cNvContentPartPr/>
              <p14:nvPr/>
            </p14:nvContentPartPr>
            <p14:xfrm>
              <a:off x="2036880" y="1617840"/>
              <a:ext cx="9038880" cy="3462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3379BD-0F06-4DD9-26E9-AD5C38E154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27520" y="1608480"/>
                <a:ext cx="9057600" cy="348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1271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Adaptive Boosting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61C6AC-CE12-CE55-1E34-C97C06A15181}"/>
              </a:ext>
            </a:extLst>
          </p:cNvPr>
          <p:cNvSpPr txBox="1"/>
          <p:nvPr/>
        </p:nvSpPr>
        <p:spPr>
          <a:xfrm>
            <a:off x="876301" y="1490455"/>
            <a:ext cx="103063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Key Ideas behind AdaBoost:</a:t>
            </a:r>
          </a:p>
          <a:p>
            <a:pPr algn="l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AdaBoost combines a lot of “Weak learners” to make classifications. The weak learners are almost always stumps.</a:t>
            </a:r>
          </a:p>
          <a:p>
            <a:pPr marL="457200" indent="-457200" algn="l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stumps get more say in classification than others.</a:t>
            </a:r>
          </a:p>
          <a:p>
            <a:pPr marL="457200" indent="-457200" algn="l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stump is made by taking the previous stump’s mistakes into account.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0724B3-B8A2-8D36-39E2-CEAB1E99D95F}"/>
                  </a:ext>
                </a:extLst>
              </p14:cNvPr>
              <p14:cNvContentPartPr/>
              <p14:nvPr/>
            </p14:nvContentPartPr>
            <p14:xfrm>
              <a:off x="4085640" y="1963800"/>
              <a:ext cx="4555800" cy="2720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0724B3-B8A2-8D36-39E2-CEAB1E99D9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76280" y="1954440"/>
                <a:ext cx="4574520" cy="27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7097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93B8B20-9BE6-679B-D3A0-8BD643E27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64" y="2239962"/>
            <a:ext cx="3459692" cy="4618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432D57-5278-F211-B716-41CD9A8525C5}"/>
              </a:ext>
            </a:extLst>
          </p:cNvPr>
          <p:cNvSpPr txBox="1"/>
          <p:nvPr/>
        </p:nvSpPr>
        <p:spPr>
          <a:xfrm>
            <a:off x="876300" y="1069479"/>
            <a:ext cx="10306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say we want to predict if a patient has heart disease using AdaBoost. 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give each training sample a weight. Initially, it is equal for all samples.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91C5E9-86E9-C344-B18E-9C299ACB0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776" y="2239962"/>
            <a:ext cx="888084" cy="46180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A6FD2E-20ED-A6D9-4B25-3286CDEE28CE}"/>
              </a:ext>
            </a:extLst>
          </p:cNvPr>
          <p:cNvSpPr txBox="1"/>
          <p:nvPr/>
        </p:nvSpPr>
        <p:spPr>
          <a:xfrm>
            <a:off x="6096000" y="2818151"/>
            <a:ext cx="4741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Sample weight = 1 / Total num of samples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1B7F26-6358-7AC1-47CB-024A93C689D1}"/>
              </a:ext>
            </a:extLst>
          </p:cNvPr>
          <p:cNvSpPr txBox="1"/>
          <p:nvPr/>
        </p:nvSpPr>
        <p:spPr>
          <a:xfrm>
            <a:off x="6295869" y="3732551"/>
            <a:ext cx="45420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After the first stump is made, these sample weights will change in order to guide how the next stump is created.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6B40C4-8C9F-DF40-03C0-290AE1569C5C}"/>
                  </a:ext>
                </a:extLst>
              </p14:cNvPr>
              <p14:cNvContentPartPr/>
              <p14:nvPr/>
            </p14:nvContentPartPr>
            <p14:xfrm>
              <a:off x="242280" y="1483920"/>
              <a:ext cx="10000080" cy="4018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6B40C4-8C9F-DF40-03C0-290AE1569C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920" y="1474560"/>
                <a:ext cx="10018800" cy="403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7464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93B8B20-9BE6-679B-D3A0-8BD643E27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64" y="2239962"/>
            <a:ext cx="3459692" cy="4618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432D57-5278-F211-B716-41CD9A8525C5}"/>
              </a:ext>
            </a:extLst>
          </p:cNvPr>
          <p:cNvSpPr txBox="1"/>
          <p:nvPr/>
        </p:nvSpPr>
        <p:spPr>
          <a:xfrm>
            <a:off x="876300" y="1069479"/>
            <a:ext cx="10306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stump in the forest is made by finding the variable/feature that does the best classification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91C5E9-86E9-C344-B18E-9C299ACB0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776" y="2239962"/>
            <a:ext cx="888084" cy="4618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5C71C0-CE87-E4D5-EFDB-A94137E89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055554"/>
            <a:ext cx="4899285" cy="20225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515CB7-2880-378C-6A67-D83BED163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3377" y="4635359"/>
            <a:ext cx="4899285" cy="18977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D6F59E-AA16-3515-25F3-05814850D777}"/>
                  </a:ext>
                </a:extLst>
              </p14:cNvPr>
              <p14:cNvContentPartPr/>
              <p14:nvPr/>
            </p14:nvContentPartPr>
            <p14:xfrm>
              <a:off x="441720" y="1488240"/>
              <a:ext cx="11667240" cy="5294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D6F59E-AA16-3515-25F3-05814850D7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2360" y="1478880"/>
                <a:ext cx="11685960" cy="531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260F5B7-D882-018D-8F33-FF0F799B0F06}"/>
                  </a:ext>
                </a:extLst>
              </p14:cNvPr>
              <p14:cNvContentPartPr/>
              <p14:nvPr/>
            </p14:nvContentPartPr>
            <p14:xfrm>
              <a:off x="11367360" y="4025160"/>
              <a:ext cx="447120" cy="2558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260F5B7-D882-018D-8F33-FF0F799B0F0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358000" y="4015800"/>
                <a:ext cx="465840" cy="257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085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93B8B20-9BE6-679B-D3A0-8BD643E27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64" y="2239962"/>
            <a:ext cx="3459692" cy="4618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432D57-5278-F211-B716-41CD9A8525C5}"/>
              </a:ext>
            </a:extLst>
          </p:cNvPr>
          <p:cNvSpPr txBox="1"/>
          <p:nvPr/>
        </p:nvSpPr>
        <p:spPr>
          <a:xfrm>
            <a:off x="876300" y="1069479"/>
            <a:ext cx="10306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stump in the forest is made by finding the variable/feature that does the best classification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91C5E9-86E9-C344-B18E-9C299ACB0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776" y="2239962"/>
            <a:ext cx="888084" cy="46180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33A0C1-F16A-E900-0E7A-E9C4EB630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126" y="2986267"/>
            <a:ext cx="5535774" cy="21382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13711A7-5B48-F6A8-93D7-551355F581B4}"/>
                  </a:ext>
                </a:extLst>
              </p14:cNvPr>
              <p14:cNvContentPartPr/>
              <p14:nvPr/>
            </p14:nvContentPartPr>
            <p14:xfrm>
              <a:off x="2166120" y="4396680"/>
              <a:ext cx="10015560" cy="2341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13711A7-5B48-F6A8-93D7-551355F581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56760" y="4387320"/>
                <a:ext cx="10034280" cy="236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3766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4513821-8183-B666-D0A5-C703783C1C4C}"/>
              </a:ext>
            </a:extLst>
          </p:cNvPr>
          <p:cNvSpPr/>
          <p:nvPr/>
        </p:nvSpPr>
        <p:spPr>
          <a:xfrm>
            <a:off x="9953469" y="6087673"/>
            <a:ext cx="103179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432D57-5278-F211-B716-41CD9A8525C5}"/>
              </a:ext>
            </a:extLst>
          </p:cNvPr>
          <p:cNvSpPr txBox="1"/>
          <p:nvPr/>
        </p:nvSpPr>
        <p:spPr>
          <a:xfrm>
            <a:off x="876300" y="1069479"/>
            <a:ext cx="10306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we calculate the </a:t>
            </a:r>
            <a:r>
              <a:rPr lang="en-US" sz="240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gini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 for each stump. Gini index for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least. So, weight will be the first stump in the forest.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33A0C1-F16A-E900-0E7A-E9C4EB630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330" y="1880871"/>
            <a:ext cx="4966772" cy="19184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C70EDB-9882-98BB-02D0-12D6D43A0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69" y="1828801"/>
            <a:ext cx="4899285" cy="20225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D7D228-33CA-44AA-EA65-56E37E398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174" y="3911328"/>
            <a:ext cx="4899285" cy="189777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5AC2BB-6DD2-9439-6D47-9A8DF00AF49A}"/>
              </a:ext>
            </a:extLst>
          </p:cNvPr>
          <p:cNvCxnSpPr/>
          <p:nvPr/>
        </p:nvCxnSpPr>
        <p:spPr>
          <a:xfrm>
            <a:off x="2698230" y="4212236"/>
            <a:ext cx="0" cy="16788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B93CFD-C5C3-154A-AD7E-3A5FDAF34D7B}"/>
              </a:ext>
            </a:extLst>
          </p:cNvPr>
          <p:cNvCxnSpPr/>
          <p:nvPr/>
        </p:nvCxnSpPr>
        <p:spPr>
          <a:xfrm>
            <a:off x="10405678" y="4214736"/>
            <a:ext cx="0" cy="16788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45278F-A0C7-A423-05C5-FA1ACE1C8701}"/>
              </a:ext>
            </a:extLst>
          </p:cNvPr>
          <p:cNvCxnSpPr>
            <a:cxnSpLocks/>
          </p:cNvCxnSpPr>
          <p:nvPr/>
        </p:nvCxnSpPr>
        <p:spPr>
          <a:xfrm>
            <a:off x="6350816" y="5410618"/>
            <a:ext cx="0" cy="677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7B4898C-560C-CC81-E2A6-81F72DAE89A2}"/>
              </a:ext>
            </a:extLst>
          </p:cNvPr>
          <p:cNvSpPr txBox="1"/>
          <p:nvPr/>
        </p:nvSpPr>
        <p:spPr>
          <a:xfrm>
            <a:off x="2293493" y="6087673"/>
            <a:ext cx="1259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0.47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7898E-F1CA-51C1-7460-8D89D25CB03C}"/>
              </a:ext>
            </a:extLst>
          </p:cNvPr>
          <p:cNvSpPr txBox="1"/>
          <p:nvPr/>
        </p:nvSpPr>
        <p:spPr>
          <a:xfrm>
            <a:off x="6073509" y="6090173"/>
            <a:ext cx="1259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0A5BD0-93EE-FCF2-E16E-08EDB22D7171}"/>
              </a:ext>
            </a:extLst>
          </p:cNvPr>
          <p:cNvSpPr txBox="1"/>
          <p:nvPr/>
        </p:nvSpPr>
        <p:spPr>
          <a:xfrm>
            <a:off x="10168323" y="6092673"/>
            <a:ext cx="1259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0.2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A01DF1-2564-0821-FD4F-ABC09D902905}"/>
                  </a:ext>
                </a:extLst>
              </p14:cNvPr>
              <p14:cNvContentPartPr/>
              <p14:nvPr/>
            </p14:nvContentPartPr>
            <p14:xfrm>
              <a:off x="3099960" y="6193440"/>
              <a:ext cx="8088840" cy="251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A01DF1-2564-0821-FD4F-ABC09D9029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90600" y="6184080"/>
                <a:ext cx="8107560" cy="2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9119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432D57-5278-F211-B716-41CD9A8525C5}"/>
              </a:ext>
            </a:extLst>
          </p:cNvPr>
          <p:cNvSpPr txBox="1"/>
          <p:nvPr/>
        </p:nvSpPr>
        <p:spPr>
          <a:xfrm>
            <a:off x="876300" y="1069479"/>
            <a:ext cx="10306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lets see how much say this stump has in final classification. It depends on how well it classifies the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33A0C1-F16A-E900-0E7A-E9C4EB630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169574"/>
            <a:ext cx="4966772" cy="1918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8D15EF-E703-D70D-9A2D-B6678A3AB295}"/>
              </a:ext>
            </a:extLst>
          </p:cNvPr>
          <p:cNvSpPr txBox="1"/>
          <p:nvPr/>
        </p:nvSpPr>
        <p:spPr>
          <a:xfrm>
            <a:off x="1023700" y="4252890"/>
            <a:ext cx="506480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Here, this stump makes just 1 error.</a:t>
            </a:r>
          </a:p>
          <a:p>
            <a:endParaRPr lang="en-US" sz="2200" dirty="0"/>
          </a:p>
          <a:p>
            <a:r>
              <a:rPr lang="en-US" sz="2200" b="1" dirty="0"/>
              <a:t>The total error  for a stump is the sum of the sample weights associated with the incorrectly classified samples.</a:t>
            </a:r>
          </a:p>
          <a:p>
            <a:endParaRPr lang="en-US" sz="2200" b="1" dirty="0"/>
          </a:p>
          <a:p>
            <a:r>
              <a:rPr lang="en-US" sz="2200" dirty="0"/>
              <a:t>Here, </a:t>
            </a:r>
            <a:r>
              <a:rPr lang="en-US" sz="2200" b="1" dirty="0"/>
              <a:t>total error = 1/8</a:t>
            </a:r>
            <a:endParaRPr lang="en-US" sz="2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7B4D2C-D854-662E-54E3-C1E015E9D477}"/>
              </a:ext>
            </a:extLst>
          </p:cNvPr>
          <p:cNvSpPr/>
          <p:nvPr/>
        </p:nvSpPr>
        <p:spPr>
          <a:xfrm>
            <a:off x="5141626" y="3702575"/>
            <a:ext cx="374754" cy="3854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19F73B-9636-C821-031D-C579458BF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436" y="1900476"/>
            <a:ext cx="4694498" cy="48302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A10783-1218-3D21-D31E-B1BAE58D87FA}"/>
                  </a:ext>
                </a:extLst>
              </p14:cNvPr>
              <p14:cNvContentPartPr/>
              <p14:nvPr/>
            </p14:nvContentPartPr>
            <p14:xfrm>
              <a:off x="1762200" y="928080"/>
              <a:ext cx="10115640" cy="5756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A10783-1218-3D21-D31E-B1BAE58D87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52840" y="918720"/>
                <a:ext cx="10134360" cy="57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5000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432D57-5278-F211-B716-41CD9A8525C5}"/>
              </a:ext>
            </a:extLst>
          </p:cNvPr>
          <p:cNvSpPr txBox="1"/>
          <p:nvPr/>
        </p:nvSpPr>
        <p:spPr>
          <a:xfrm>
            <a:off x="876300" y="1069479"/>
            <a:ext cx="10306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Say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error.</a:t>
            </a: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Say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CE63C-ACBB-183E-1326-87E4CDB61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97" y="2116233"/>
            <a:ext cx="5357360" cy="11227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3CE905-5E47-BAD1-1397-0B531DB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372" y="1480641"/>
            <a:ext cx="3832482" cy="50000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19E47B-D987-A34F-F4FD-47A27053DEFB}"/>
              </a:ext>
            </a:extLst>
          </p:cNvPr>
          <p:cNvSpPr txBox="1"/>
          <p:nvPr/>
        </p:nvSpPr>
        <p:spPr>
          <a:xfrm>
            <a:off x="1124262" y="5772839"/>
            <a:ext cx="5240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blue line in the curve tells us the amount of say for total error values between 0 and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E89D62-8657-EF7A-4EC5-EAF911C2C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729" y="3247575"/>
            <a:ext cx="5163271" cy="9335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7E93F7E-2992-187F-D478-B8F6C5877E79}"/>
                  </a:ext>
                </a:extLst>
              </p14:cNvPr>
              <p14:cNvContentPartPr/>
              <p14:nvPr/>
            </p14:nvContentPartPr>
            <p14:xfrm>
              <a:off x="58680" y="955440"/>
              <a:ext cx="8889840" cy="5639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7E93F7E-2992-187F-D478-B8F6C5877E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320" y="946080"/>
                <a:ext cx="8908560" cy="565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5959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432D57-5278-F211-B716-41CD9A8525C5}"/>
              </a:ext>
            </a:extLst>
          </p:cNvPr>
          <p:cNvSpPr txBox="1"/>
          <p:nvPr/>
        </p:nvSpPr>
        <p:spPr>
          <a:xfrm>
            <a:off x="876300" y="1325563"/>
            <a:ext cx="1030636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for Exercise:</a:t>
            </a:r>
            <a:endParaRPr lang="en-US" sz="24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just for idea, we can find amount of say for Chest Pain and Blocked Arteries stump (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required though since they are not the best stumps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i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Total Error = Sum of sample weights for the incorrectly classified samples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Chest Pain</a:t>
            </a:r>
            <a:r>
              <a:rPr lang="en-US" sz="2400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3 errors, and the sample weight is 1/8 for all samples. Therefore,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error = 3/8</a:t>
            </a: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say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½ log (7/3) = 0.42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Blocked arteries</a:t>
            </a:r>
            <a:r>
              <a:rPr lang="en-US" sz="2400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4 errors, therefore </a:t>
            </a: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Error = 4/8 = ½</a:t>
            </a: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say = ½ log (1) = 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FD8F8F-DCF5-025F-87C1-F154AC24F106}"/>
                  </a:ext>
                </a:extLst>
              </p14:cNvPr>
              <p14:cNvContentPartPr/>
              <p14:nvPr/>
            </p14:nvContentPartPr>
            <p14:xfrm>
              <a:off x="398160" y="3748680"/>
              <a:ext cx="7363800" cy="2350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FD8F8F-DCF5-025F-87C1-F154AC24F1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800" y="3739320"/>
                <a:ext cx="7382520" cy="236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5576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432D57-5278-F211-B716-41CD9A8525C5}"/>
              </a:ext>
            </a:extLst>
          </p:cNvPr>
          <p:cNvSpPr txBox="1"/>
          <p:nvPr/>
        </p:nvSpPr>
        <p:spPr>
          <a:xfrm>
            <a:off x="876300" y="1039634"/>
            <a:ext cx="103063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sample weights: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stump incorrectly classified one data point/sample. We want the next stump to correctly classify it. This is done by increasing its sample weight and decreasing sample weight of all other samples.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AF9AF-C324-5373-4BFE-97E5FC519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239963"/>
            <a:ext cx="4235346" cy="4373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C8B8D4-0F6B-BFFC-932B-DB6CE5EF6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830" y="3602377"/>
            <a:ext cx="6114912" cy="8019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0E5F025-9223-4D98-2E81-06C2671666D0}"/>
                  </a:ext>
                </a:extLst>
              </p14:cNvPr>
              <p14:cNvContentPartPr/>
              <p14:nvPr/>
            </p14:nvContentPartPr>
            <p14:xfrm>
              <a:off x="261720" y="1156680"/>
              <a:ext cx="10940040" cy="3494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0E5F025-9223-4D98-2E81-06C2671666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360" y="1147320"/>
                <a:ext cx="10958760" cy="351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7401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2C8B8D4-0F6B-BFFC-932B-DB6CE5EF6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226" y="3602377"/>
            <a:ext cx="6114912" cy="801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BF83FC-76F3-8D84-8E1E-FF3BE40E6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16" y="2705456"/>
            <a:ext cx="5221447" cy="3397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A6029E-8E23-3786-AE90-CEB85E9E06A0}"/>
              </a:ext>
            </a:extLst>
          </p:cNvPr>
          <p:cNvSpPr txBox="1"/>
          <p:nvPr/>
        </p:nvSpPr>
        <p:spPr>
          <a:xfrm>
            <a:off x="1460917" y="1517402"/>
            <a:ext cx="7443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term </a:t>
            </a:r>
            <a:r>
              <a:rPr lang="en-US" sz="2400" b="1" dirty="0" err="1"/>
              <a:t>e</a:t>
            </a:r>
            <a:r>
              <a:rPr lang="en-US" sz="2400" b="1" baseline="30000" dirty="0" err="1"/>
              <a:t>amount</a:t>
            </a:r>
            <a:r>
              <a:rPr lang="en-US" sz="2400" b="1" baseline="30000" dirty="0"/>
              <a:t> of say</a:t>
            </a:r>
            <a:r>
              <a:rPr lang="en-US" sz="2400" b="1" dirty="0"/>
              <a:t> </a:t>
            </a:r>
            <a:r>
              <a:rPr lang="en-US" sz="2400" dirty="0"/>
              <a:t>scales the values of sample weight. The more the amount of say, the more the scaling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6249F78-2D7B-2EF3-B469-5CA91B56C29D}"/>
                  </a:ext>
                </a:extLst>
              </p14:cNvPr>
              <p14:cNvContentPartPr/>
              <p14:nvPr/>
            </p14:nvContentPartPr>
            <p14:xfrm>
              <a:off x="1643400" y="4094640"/>
              <a:ext cx="10234440" cy="2591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6249F78-2D7B-2EF3-B469-5CA91B56C2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4040" y="4085280"/>
                <a:ext cx="10253160" cy="26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1870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432D57-5278-F211-B716-41CD9A8525C5}"/>
              </a:ext>
            </a:extLst>
          </p:cNvPr>
          <p:cNvSpPr txBox="1"/>
          <p:nvPr/>
        </p:nvSpPr>
        <p:spPr>
          <a:xfrm>
            <a:off x="876300" y="1039634"/>
            <a:ext cx="103063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sample weights: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stump incorrectly classified one data point/sample. We want the next stump to correctly classify it. This is done by increasing its sample weight and decreasing sample weight of all other samples.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C8B8D4-0F6B-BFFC-932B-DB6CE5EF6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11" y="2630969"/>
            <a:ext cx="6114912" cy="80195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24D4B28-980B-0A43-3FBC-A270B703B175}"/>
              </a:ext>
            </a:extLst>
          </p:cNvPr>
          <p:cNvGrpSpPr/>
          <p:nvPr/>
        </p:nvGrpSpPr>
        <p:grpSpPr>
          <a:xfrm>
            <a:off x="4933717" y="3648851"/>
            <a:ext cx="187920" cy="84240"/>
            <a:chOff x="7302163" y="4563248"/>
            <a:chExt cx="187920" cy="8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C3910F3-B86E-73F5-1843-2E29FCB48495}"/>
                    </a:ext>
                  </a:extLst>
                </p14:cNvPr>
                <p14:cNvContentPartPr/>
                <p14:nvPr/>
              </p14:nvContentPartPr>
              <p14:xfrm>
                <a:off x="7328083" y="4563248"/>
                <a:ext cx="162000" cy="15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C3910F3-B86E-73F5-1843-2E29FCB484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19083" y="4554248"/>
                  <a:ext cx="179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DA3DEE-561A-2B4F-C75A-1A7258A951E8}"/>
                    </a:ext>
                  </a:extLst>
                </p14:cNvPr>
                <p14:cNvContentPartPr/>
                <p14:nvPr/>
              </p14:nvContentPartPr>
              <p14:xfrm>
                <a:off x="7302163" y="4625888"/>
                <a:ext cx="178200" cy="21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DA3DEE-561A-2B4F-C75A-1A7258A951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93163" y="4617248"/>
                  <a:ext cx="19584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16A74A4-5611-1E94-A26B-6A298218F01E}"/>
                  </a:ext>
                </a:extLst>
              </p14:cNvPr>
              <p14:cNvContentPartPr/>
              <p14:nvPr/>
            </p14:nvContentPartPr>
            <p14:xfrm>
              <a:off x="5613397" y="3562451"/>
              <a:ext cx="14760" cy="166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16A74A4-5611-1E94-A26B-6A298218F01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04757" y="3553451"/>
                <a:ext cx="32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61C4234-E0B0-ADC8-985A-549808BB1936}"/>
                  </a:ext>
                </a:extLst>
              </p14:cNvPr>
              <p14:cNvContentPartPr/>
              <p14:nvPr/>
            </p14:nvContentPartPr>
            <p14:xfrm>
              <a:off x="5469757" y="3800411"/>
              <a:ext cx="23616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61C4234-E0B0-ADC8-985A-549808BB193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61117" y="3791771"/>
                <a:ext cx="2538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EE501FA-7D5F-4145-5387-2ADA7CC3F8C0}"/>
                  </a:ext>
                </a:extLst>
              </p14:cNvPr>
              <p14:cNvContentPartPr/>
              <p14:nvPr/>
            </p14:nvContentPartPr>
            <p14:xfrm>
              <a:off x="5476237" y="3950531"/>
              <a:ext cx="142920" cy="224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EE501FA-7D5F-4145-5387-2ADA7CC3F8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67237" y="3941891"/>
                <a:ext cx="16056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0D7C873-E6A3-E993-6578-6D0DE4DB165D}"/>
              </a:ext>
            </a:extLst>
          </p:cNvPr>
          <p:cNvGrpSpPr/>
          <p:nvPr/>
        </p:nvGrpSpPr>
        <p:grpSpPr>
          <a:xfrm>
            <a:off x="5935957" y="3625811"/>
            <a:ext cx="136800" cy="208800"/>
            <a:chOff x="8304403" y="4540208"/>
            <a:chExt cx="13680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12C3D2-7354-40C1-F9C2-4C86E6695D1A}"/>
                    </a:ext>
                  </a:extLst>
                </p14:cNvPr>
                <p14:cNvContentPartPr/>
                <p14:nvPr/>
              </p14:nvContentPartPr>
              <p14:xfrm>
                <a:off x="8326003" y="4556408"/>
                <a:ext cx="113400" cy="153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12C3D2-7354-40C1-F9C2-4C86E6695D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17003" y="4547408"/>
                  <a:ext cx="131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08698B-8DB2-40A0-58EA-03DC085DBE59}"/>
                    </a:ext>
                  </a:extLst>
                </p14:cNvPr>
                <p14:cNvContentPartPr/>
                <p14:nvPr/>
              </p14:nvContentPartPr>
              <p14:xfrm>
                <a:off x="8304403" y="4540208"/>
                <a:ext cx="136800" cy="208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08698B-8DB2-40A0-58EA-03DC085DBE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95763" y="4531568"/>
                  <a:ext cx="15444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20EDEBF-1A81-6937-F5A2-9CF20E41B253}"/>
                  </a:ext>
                </a:extLst>
              </p14:cNvPr>
              <p14:cNvContentPartPr/>
              <p14:nvPr/>
            </p14:nvContentPartPr>
            <p14:xfrm>
              <a:off x="6316117" y="3612851"/>
              <a:ext cx="173880" cy="152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20EDEBF-1A81-6937-F5A2-9CF20E41B25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307117" y="3603851"/>
                <a:ext cx="19152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B6F9E94-7098-418E-420D-EBB1EB596782}"/>
              </a:ext>
            </a:extLst>
          </p:cNvPr>
          <p:cNvGrpSpPr/>
          <p:nvPr/>
        </p:nvGrpSpPr>
        <p:grpSpPr>
          <a:xfrm>
            <a:off x="6545437" y="3402251"/>
            <a:ext cx="579600" cy="200880"/>
            <a:chOff x="8913883" y="4316648"/>
            <a:chExt cx="57960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62F267-BE29-FF7E-B32B-7B1EA67786CB}"/>
                    </a:ext>
                  </a:extLst>
                </p14:cNvPr>
                <p14:cNvContentPartPr/>
                <p14:nvPr/>
              </p14:nvContentPartPr>
              <p14:xfrm>
                <a:off x="8913883" y="4387928"/>
                <a:ext cx="76320" cy="118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62F267-BE29-FF7E-B32B-7B1EA67786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05243" y="4379288"/>
                  <a:ext cx="939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F78D83A-C65C-3D05-D758-00B8AAF13E7C}"/>
                    </a:ext>
                  </a:extLst>
                </p14:cNvPr>
                <p14:cNvContentPartPr/>
                <p14:nvPr/>
              </p14:nvContentPartPr>
              <p14:xfrm>
                <a:off x="9083803" y="4430768"/>
                <a:ext cx="2124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F78D83A-C65C-3D05-D758-00B8AAF13E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74803" y="4422128"/>
                  <a:ext cx="38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A689C0-8C17-206D-4AE0-A0E79024ECD6}"/>
                    </a:ext>
                  </a:extLst>
                </p14:cNvPr>
                <p14:cNvContentPartPr/>
                <p14:nvPr/>
              </p14:nvContentPartPr>
              <p14:xfrm>
                <a:off x="9165523" y="4318088"/>
                <a:ext cx="99000" cy="199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A689C0-8C17-206D-4AE0-A0E79024EC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56523" y="4309448"/>
                  <a:ext cx="116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0720D47-CD8A-1655-086D-7245FCF632B6}"/>
                    </a:ext>
                  </a:extLst>
                </p14:cNvPr>
                <p14:cNvContentPartPr/>
                <p14:nvPr/>
              </p14:nvContentPartPr>
              <p14:xfrm>
                <a:off x="9389443" y="4316648"/>
                <a:ext cx="104040" cy="200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0720D47-CD8A-1655-086D-7245FCF632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80803" y="4308008"/>
                  <a:ext cx="12168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1D7D8B8-1349-0826-DE19-88276D1B6685}"/>
              </a:ext>
            </a:extLst>
          </p:cNvPr>
          <p:cNvGrpSpPr/>
          <p:nvPr/>
        </p:nvGrpSpPr>
        <p:grpSpPr>
          <a:xfrm>
            <a:off x="5014003" y="4578368"/>
            <a:ext cx="137160" cy="86400"/>
            <a:chOff x="5014003" y="4578368"/>
            <a:chExt cx="137160" cy="8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7EB9DA-BF90-4ED2-D64C-2A6A800A20B9}"/>
                    </a:ext>
                  </a:extLst>
                </p14:cNvPr>
                <p14:cNvContentPartPr/>
                <p14:nvPr/>
              </p14:nvContentPartPr>
              <p14:xfrm>
                <a:off x="5014003" y="4578368"/>
                <a:ext cx="123120" cy="22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7EB9DA-BF90-4ED2-D64C-2A6A800A20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05363" y="4569368"/>
                  <a:ext cx="140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C499A1-F904-B0F1-45E7-11708DCD1860}"/>
                    </a:ext>
                  </a:extLst>
                </p14:cNvPr>
                <p14:cNvContentPartPr/>
                <p14:nvPr/>
              </p14:nvContentPartPr>
              <p14:xfrm>
                <a:off x="5033083" y="4646408"/>
                <a:ext cx="118080" cy="18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C499A1-F904-B0F1-45E7-11708DCD186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24083" y="4637768"/>
                  <a:ext cx="1357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2D657BC-5520-C361-FBD4-A8F5FC009588}"/>
              </a:ext>
            </a:extLst>
          </p:cNvPr>
          <p:cNvGrpSpPr/>
          <p:nvPr/>
        </p:nvGrpSpPr>
        <p:grpSpPr>
          <a:xfrm>
            <a:off x="5351683" y="4437968"/>
            <a:ext cx="221040" cy="286560"/>
            <a:chOff x="5351683" y="4437968"/>
            <a:chExt cx="22104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CCB974-8483-CF59-3A29-C6D9BC3735B1}"/>
                    </a:ext>
                  </a:extLst>
                </p14:cNvPr>
                <p14:cNvContentPartPr/>
                <p14:nvPr/>
              </p14:nvContentPartPr>
              <p14:xfrm>
                <a:off x="5516563" y="4437968"/>
                <a:ext cx="20160" cy="241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CCB974-8483-CF59-3A29-C6D9BC3735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07563" y="4429328"/>
                  <a:ext cx="37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A66BA38-8E66-2E9C-7ECF-0344EC1CD099}"/>
                    </a:ext>
                  </a:extLst>
                </p14:cNvPr>
                <p14:cNvContentPartPr/>
                <p14:nvPr/>
              </p14:nvContentPartPr>
              <p14:xfrm>
                <a:off x="5351683" y="4723088"/>
                <a:ext cx="221040" cy="1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A66BA38-8E66-2E9C-7ECF-0344EC1CD0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42683" y="4714448"/>
                  <a:ext cx="23868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D39994D-9005-8069-4178-3968A770998C}"/>
                  </a:ext>
                </a:extLst>
              </p14:cNvPr>
              <p14:cNvContentPartPr/>
              <p14:nvPr/>
            </p14:nvContentPartPr>
            <p14:xfrm>
              <a:off x="5366443" y="4875008"/>
              <a:ext cx="181080" cy="257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D39994D-9005-8069-4178-3968A770998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357803" y="4866008"/>
                <a:ext cx="198720" cy="27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5B00D5C-162D-EA38-7F59-3374C13CB9DD}"/>
              </a:ext>
            </a:extLst>
          </p:cNvPr>
          <p:cNvGrpSpPr/>
          <p:nvPr/>
        </p:nvGrpSpPr>
        <p:grpSpPr>
          <a:xfrm>
            <a:off x="5768563" y="4495208"/>
            <a:ext cx="1073520" cy="297360"/>
            <a:chOff x="5768563" y="4495208"/>
            <a:chExt cx="107352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FFFF7E4-5A0E-0EDA-AA87-65D3DFB6C8B5}"/>
                    </a:ext>
                  </a:extLst>
                </p14:cNvPr>
                <p14:cNvContentPartPr/>
                <p14:nvPr/>
              </p14:nvContentPartPr>
              <p14:xfrm>
                <a:off x="5827243" y="4527968"/>
                <a:ext cx="105120" cy="185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FFFF7E4-5A0E-0EDA-AA87-65D3DFB6C8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18243" y="4518968"/>
                  <a:ext cx="122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65379A-8F65-F12A-BE97-6D6E3292E78F}"/>
                    </a:ext>
                  </a:extLst>
                </p14:cNvPr>
                <p14:cNvContentPartPr/>
                <p14:nvPr/>
              </p14:nvContentPartPr>
              <p14:xfrm>
                <a:off x="5768563" y="4554608"/>
                <a:ext cx="162360" cy="181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65379A-8F65-F12A-BE97-6D6E3292E7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59923" y="4545968"/>
                  <a:ext cx="1800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69B9EAC-9306-8609-8E17-DD323B23885C}"/>
                    </a:ext>
                  </a:extLst>
                </p14:cNvPr>
                <p14:cNvContentPartPr/>
                <p14:nvPr/>
              </p14:nvContentPartPr>
              <p14:xfrm>
                <a:off x="6075643" y="4524008"/>
                <a:ext cx="185400" cy="192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69B9EAC-9306-8609-8E17-DD323B23885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66643" y="4515008"/>
                  <a:ext cx="203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D3C592-4D40-A411-E434-BF5EDE1B659C}"/>
                    </a:ext>
                  </a:extLst>
                </p14:cNvPr>
                <p14:cNvContentPartPr/>
                <p14:nvPr/>
              </p14:nvContentPartPr>
              <p14:xfrm>
                <a:off x="6342043" y="4625888"/>
                <a:ext cx="20160" cy="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D3C592-4D40-A411-E434-BF5EDE1B65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33403" y="4617248"/>
                  <a:ext cx="37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B9152D-197B-6BF8-0D80-0AE06F1BDFB2}"/>
                    </a:ext>
                  </a:extLst>
                </p14:cNvPr>
                <p14:cNvContentPartPr/>
                <p14:nvPr/>
              </p14:nvContentPartPr>
              <p14:xfrm>
                <a:off x="6506563" y="4495208"/>
                <a:ext cx="107280" cy="212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B9152D-197B-6BF8-0D80-0AE06F1BDF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97923" y="4486208"/>
                  <a:ext cx="1249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8EE856-8947-B799-75D6-748350990F56}"/>
                    </a:ext>
                  </a:extLst>
                </p14:cNvPr>
                <p14:cNvContentPartPr/>
                <p14:nvPr/>
              </p14:nvContentPartPr>
              <p14:xfrm>
                <a:off x="6718963" y="4518608"/>
                <a:ext cx="123120" cy="273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8EE856-8947-B799-75D6-748350990F5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09963" y="4509968"/>
                  <a:ext cx="14076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A3C8B2D-65FA-C48A-20DE-E265C728D4DB}"/>
              </a:ext>
            </a:extLst>
          </p:cNvPr>
          <p:cNvGrpSpPr/>
          <p:nvPr/>
        </p:nvGrpSpPr>
        <p:grpSpPr>
          <a:xfrm>
            <a:off x="5034883" y="5242568"/>
            <a:ext cx="1400400" cy="673200"/>
            <a:chOff x="5034883" y="5242568"/>
            <a:chExt cx="1400400" cy="6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AB44AD2-852D-A36B-EB89-A6362A13EFBF}"/>
                    </a:ext>
                  </a:extLst>
                </p14:cNvPr>
                <p14:cNvContentPartPr/>
                <p14:nvPr/>
              </p14:nvContentPartPr>
              <p14:xfrm>
                <a:off x="5034883" y="5520488"/>
                <a:ext cx="167400" cy="93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AB44AD2-852D-A36B-EB89-A6362A13EFB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25883" y="5511848"/>
                  <a:ext cx="185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B08FD48-59A2-5AD7-59BF-30B699A809C6}"/>
                    </a:ext>
                  </a:extLst>
                </p14:cNvPr>
                <p14:cNvContentPartPr/>
                <p14:nvPr/>
              </p14:nvContentPartPr>
              <p14:xfrm>
                <a:off x="5440243" y="5458928"/>
                <a:ext cx="177120" cy="176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B08FD48-59A2-5AD7-59BF-30B699A809C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31603" y="5450288"/>
                  <a:ext cx="1947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C51A187-1D5A-E8C5-4A15-203FEB1CC5EF}"/>
                    </a:ext>
                  </a:extLst>
                </p14:cNvPr>
                <p14:cNvContentPartPr/>
                <p14:nvPr/>
              </p14:nvContentPartPr>
              <p14:xfrm>
                <a:off x="5712763" y="5529128"/>
                <a:ext cx="15480" cy="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C51A187-1D5A-E8C5-4A15-203FEB1CC5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03763" y="5520128"/>
                  <a:ext cx="33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FA8E9A6-0BC4-7BC2-0BB7-02614944E0CD}"/>
                    </a:ext>
                  </a:extLst>
                </p14:cNvPr>
                <p14:cNvContentPartPr/>
                <p14:nvPr/>
              </p14:nvContentPartPr>
              <p14:xfrm>
                <a:off x="5825443" y="5430128"/>
                <a:ext cx="148320" cy="245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FA8E9A6-0BC4-7BC2-0BB7-02614944E0C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16803" y="5421488"/>
                  <a:ext cx="165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78E073-0DEE-2897-B699-0E5BBB3B44F8}"/>
                    </a:ext>
                  </a:extLst>
                </p14:cNvPr>
                <p14:cNvContentPartPr/>
                <p14:nvPr/>
              </p14:nvContentPartPr>
              <p14:xfrm>
                <a:off x="6030283" y="5442368"/>
                <a:ext cx="177120" cy="222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78E073-0DEE-2897-B699-0E5BBB3B44F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21643" y="5433728"/>
                  <a:ext cx="194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7C084B7-8D7D-B91E-B64F-D83B18B62060}"/>
                    </a:ext>
                  </a:extLst>
                </p14:cNvPr>
                <p14:cNvContentPartPr/>
                <p14:nvPr/>
              </p14:nvContentPartPr>
              <p14:xfrm>
                <a:off x="5456803" y="5456408"/>
                <a:ext cx="155880" cy="46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7C084B7-8D7D-B91E-B64F-D83B18B620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47803" y="5447768"/>
                  <a:ext cx="1735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FE890D-370A-B85B-BEC8-43717EA6F433}"/>
                    </a:ext>
                  </a:extLst>
                </p14:cNvPr>
                <p14:cNvContentPartPr/>
                <p14:nvPr/>
              </p14:nvContentPartPr>
              <p14:xfrm>
                <a:off x="5315683" y="5323568"/>
                <a:ext cx="59040" cy="477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FE890D-370A-B85B-BEC8-43717EA6F43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06683" y="5314928"/>
                  <a:ext cx="766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0EA50F-D238-1DF3-0AE6-BBECFCA4FEA2}"/>
                    </a:ext>
                  </a:extLst>
                </p14:cNvPr>
                <p14:cNvContentPartPr/>
                <p14:nvPr/>
              </p14:nvContentPartPr>
              <p14:xfrm>
                <a:off x="5295163" y="5242568"/>
                <a:ext cx="1140120" cy="63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0EA50F-D238-1DF3-0AE6-BBECFCA4FE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86523" y="5233928"/>
                  <a:ext cx="115776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99F2418-2B63-F2CA-90B1-D171DE17DE4D}"/>
                    </a:ext>
                  </a:extLst>
                </p14:cNvPr>
                <p14:cNvContentPartPr/>
                <p14:nvPr/>
              </p14:nvContentPartPr>
              <p14:xfrm>
                <a:off x="5362843" y="5800208"/>
                <a:ext cx="1068120" cy="115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99F2418-2B63-F2CA-90B1-D171DE17DE4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54203" y="5791568"/>
                  <a:ext cx="1085760" cy="133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31795392-979C-03CA-794B-E9A7C6E3BC8F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725977" y="5323568"/>
            <a:ext cx="5268060" cy="12765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058CCFE-BFE7-8208-BDE1-9448E1D3A75D}"/>
                  </a:ext>
                </a:extLst>
              </p14:cNvPr>
              <p14:cNvContentPartPr/>
              <p14:nvPr/>
            </p14:nvContentPartPr>
            <p14:xfrm>
              <a:off x="5349600" y="3691800"/>
              <a:ext cx="1749960" cy="2199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058CCFE-BFE7-8208-BDE1-9448E1D3A75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340240" y="3682440"/>
                <a:ext cx="1768680" cy="22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79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455F003-5D40-E514-43DB-547DE88E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705" y="1211216"/>
            <a:ext cx="9648789" cy="5212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E35B0A8-475C-4153-2FC7-EE647922F688}"/>
                  </a:ext>
                </a:extLst>
              </p14:cNvPr>
              <p14:cNvContentPartPr/>
              <p14:nvPr/>
            </p14:nvContentPartPr>
            <p14:xfrm>
              <a:off x="6107760" y="3524400"/>
              <a:ext cx="4395600" cy="467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E35B0A8-475C-4153-2FC7-EE647922F6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98400" y="3515040"/>
                <a:ext cx="4414320" cy="48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8666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CABE61-6750-A28E-649E-6DDB9B3EE1EF}"/>
              </a:ext>
            </a:extLst>
          </p:cNvPr>
          <p:cNvSpPr txBox="1"/>
          <p:nvPr/>
        </p:nvSpPr>
        <p:spPr>
          <a:xfrm>
            <a:off x="1139252" y="1102459"/>
            <a:ext cx="7150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Formula for decreasing the sample weights: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3089C4-EFF5-1C47-9142-72B5953DD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944" y="2239963"/>
            <a:ext cx="5942312" cy="29362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C7166E-FE53-0693-8B59-04AF53CF6EE6}"/>
                  </a:ext>
                </a:extLst>
              </p14:cNvPr>
              <p14:cNvContentPartPr/>
              <p14:nvPr/>
            </p14:nvContentPartPr>
            <p14:xfrm>
              <a:off x="3693240" y="1627920"/>
              <a:ext cx="3119040" cy="3713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C7166E-FE53-0693-8B59-04AF53CF6E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3880" y="1618560"/>
                <a:ext cx="3137760" cy="373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5378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69850BDB-47D7-8651-35B2-D411C9AF5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525781"/>
            <a:ext cx="10897849" cy="48977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502640D-7C80-6048-F942-4980FC459991}"/>
                  </a:ext>
                </a:extLst>
              </p14:cNvPr>
              <p14:cNvContentPartPr/>
              <p14:nvPr/>
            </p14:nvContentPartPr>
            <p14:xfrm>
              <a:off x="2754720" y="4855680"/>
              <a:ext cx="7454160" cy="1958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502640D-7C80-6048-F942-4980FC4599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5360" y="4846320"/>
                <a:ext cx="7472880" cy="197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7202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487AE19-8EDB-F855-352E-D1082D882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675" y="1576135"/>
            <a:ext cx="5372850" cy="47250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B7F6BA-35E0-E636-AB2F-3F7FB6FD91A9}"/>
                  </a:ext>
                </a:extLst>
              </p14:cNvPr>
              <p14:cNvContentPartPr/>
              <p14:nvPr/>
            </p14:nvContentPartPr>
            <p14:xfrm>
              <a:off x="4506840" y="2950200"/>
              <a:ext cx="4679640" cy="2207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B7F6BA-35E0-E636-AB2F-3F7FB6FD91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7480" y="2940840"/>
                <a:ext cx="4698360" cy="222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2129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7D1AB1B-AF43-AF6F-6485-97B25E138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627" y="1325563"/>
            <a:ext cx="6091939" cy="52067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53F01A-45A7-1A41-CEBC-4671FF7AE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598" y="2775498"/>
            <a:ext cx="3514165" cy="15843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0EB8494-6558-8DAE-6362-9BFDADD3FA70}"/>
                  </a:ext>
                </a:extLst>
              </p14:cNvPr>
              <p14:cNvContentPartPr/>
              <p14:nvPr/>
            </p14:nvContentPartPr>
            <p14:xfrm>
              <a:off x="6032880" y="760680"/>
              <a:ext cx="3997080" cy="5480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0EB8494-6558-8DAE-6362-9BFDADD3FA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23520" y="751320"/>
                <a:ext cx="4015800" cy="549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1319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7D1AB1B-AF43-AF6F-6485-97B25E138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67" y="1325563"/>
            <a:ext cx="6091939" cy="52067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68536A-E2DE-9345-997A-AA9397B28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82" y="2461901"/>
            <a:ext cx="4791744" cy="29341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48BC872-2303-A3EF-D7A2-EB27E43A6D10}"/>
                  </a:ext>
                </a:extLst>
              </p14:cNvPr>
              <p14:cNvContentPartPr/>
              <p14:nvPr/>
            </p14:nvContentPartPr>
            <p14:xfrm>
              <a:off x="10728000" y="4308120"/>
              <a:ext cx="758520" cy="38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48BC872-2303-A3EF-D7A2-EB27E43A6D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18640" y="4298760"/>
                <a:ext cx="777240" cy="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6693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98636B0-A73C-59D4-0D33-D2047E489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207243"/>
            <a:ext cx="11391900" cy="53273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C2D061B-D23F-4A7D-F92D-03F84AB71801}"/>
                  </a:ext>
                </a:extLst>
              </p14:cNvPr>
              <p14:cNvContentPartPr/>
              <p14:nvPr/>
            </p14:nvContentPartPr>
            <p14:xfrm>
              <a:off x="38880" y="765000"/>
              <a:ext cx="7640280" cy="3349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C2D061B-D23F-4A7D-F92D-03F84AB718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520" y="755640"/>
                <a:ext cx="7659000" cy="336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1531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658A673-2057-A8E9-7B9B-04E5747D9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36" y="1325563"/>
            <a:ext cx="10245864" cy="52308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A9266B3-98F3-030C-7109-D78F227CF2CE}"/>
                  </a:ext>
                </a:extLst>
              </p14:cNvPr>
              <p14:cNvContentPartPr/>
              <p14:nvPr/>
            </p14:nvContentPartPr>
            <p14:xfrm>
              <a:off x="8674560" y="3295800"/>
              <a:ext cx="2157840" cy="919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A9266B3-98F3-030C-7109-D78F227CF2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65200" y="3286440"/>
                <a:ext cx="2176560" cy="93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2283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3B3F943-1E19-03D4-1E3A-5BD3B645D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233" y="1945690"/>
            <a:ext cx="8180319" cy="37572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0579F4-B9C7-5009-34A1-5C1BAA946BE5}"/>
              </a:ext>
            </a:extLst>
          </p:cNvPr>
          <p:cNvSpPr txBox="1"/>
          <p:nvPr/>
        </p:nvSpPr>
        <p:spPr>
          <a:xfrm>
            <a:off x="1169233" y="1199213"/>
            <a:ext cx="4721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 Combining the stumps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4A83C0-6F52-7287-752E-AF18E6E38CEE}"/>
              </a:ext>
            </a:extLst>
          </p:cNvPr>
          <p:cNvGrpSpPr/>
          <p:nvPr/>
        </p:nvGrpSpPr>
        <p:grpSpPr>
          <a:xfrm>
            <a:off x="481243" y="4815248"/>
            <a:ext cx="1841400" cy="729720"/>
            <a:chOff x="481243" y="4815248"/>
            <a:chExt cx="1841400" cy="72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67F8EEB-AFDA-D773-7AE6-A5EAB9620916}"/>
                    </a:ext>
                  </a:extLst>
                </p14:cNvPr>
                <p14:cNvContentPartPr/>
                <p14:nvPr/>
              </p14:nvContentPartPr>
              <p14:xfrm>
                <a:off x="1101883" y="4815248"/>
                <a:ext cx="1220760" cy="288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67F8EEB-AFDA-D773-7AE6-A5EAB96209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3243" y="4806608"/>
                  <a:ext cx="12384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88DCA02-14EE-84FF-AAE7-AECC665BCB67}"/>
                    </a:ext>
                  </a:extLst>
                </p14:cNvPr>
                <p14:cNvContentPartPr/>
                <p14:nvPr/>
              </p14:nvContentPartPr>
              <p14:xfrm>
                <a:off x="481243" y="5148608"/>
                <a:ext cx="193320" cy="354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88DCA02-14EE-84FF-AAE7-AECC665BCB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2243" y="5139968"/>
                  <a:ext cx="2109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85016B-4E34-19E6-D9CA-973145627975}"/>
                    </a:ext>
                  </a:extLst>
                </p14:cNvPr>
                <p14:cNvContentPartPr/>
                <p14:nvPr/>
              </p14:nvContentPartPr>
              <p14:xfrm>
                <a:off x="551083" y="5320328"/>
                <a:ext cx="160560" cy="66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85016B-4E34-19E6-D9CA-97314562797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2443" y="5311688"/>
                  <a:ext cx="178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929940-A13C-38E2-EDFA-25995EE9521B}"/>
                    </a:ext>
                  </a:extLst>
                </p14:cNvPr>
                <p14:cNvContentPartPr/>
                <p14:nvPr/>
              </p14:nvContentPartPr>
              <p14:xfrm>
                <a:off x="756643" y="5326088"/>
                <a:ext cx="798840" cy="202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929940-A13C-38E2-EDFA-25995EE9521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7643" y="5317448"/>
                  <a:ext cx="816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01478E-B89D-B9EB-8AA9-EAA69C21191F}"/>
                    </a:ext>
                  </a:extLst>
                </p14:cNvPr>
                <p14:cNvContentPartPr/>
                <p14:nvPr/>
              </p14:nvContentPartPr>
              <p14:xfrm>
                <a:off x="1547203" y="5331128"/>
                <a:ext cx="114120" cy="213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01478E-B89D-B9EB-8AA9-EAA69C21191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38563" y="5322128"/>
                  <a:ext cx="131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A48499-B5DB-21B5-7106-C05F3602C630}"/>
                    </a:ext>
                  </a:extLst>
                </p14:cNvPr>
                <p14:cNvContentPartPr/>
                <p14:nvPr/>
              </p14:nvContentPartPr>
              <p14:xfrm>
                <a:off x="1569163" y="5378288"/>
                <a:ext cx="122760" cy="19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A48499-B5DB-21B5-7106-C05F3602C6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60523" y="5369288"/>
                  <a:ext cx="1404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83742A-E2C6-F39C-B274-E2A161FAB3B8}"/>
              </a:ext>
            </a:extLst>
          </p:cNvPr>
          <p:cNvGrpSpPr/>
          <p:nvPr/>
        </p:nvGrpSpPr>
        <p:grpSpPr>
          <a:xfrm>
            <a:off x="817483" y="5704808"/>
            <a:ext cx="1135080" cy="750960"/>
            <a:chOff x="817483" y="5704808"/>
            <a:chExt cx="1135080" cy="7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015682-EA84-02B6-9006-2BE3ACDC5C8E}"/>
                    </a:ext>
                  </a:extLst>
                </p14:cNvPr>
                <p14:cNvContentPartPr/>
                <p14:nvPr/>
              </p14:nvContentPartPr>
              <p14:xfrm>
                <a:off x="817483" y="5704808"/>
                <a:ext cx="291240" cy="538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015682-EA84-02B6-9006-2BE3ACDC5C8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8843" y="5695808"/>
                  <a:ext cx="30888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CBA9A0B-DE99-8626-D434-A6B622A562A3}"/>
                    </a:ext>
                  </a:extLst>
                </p14:cNvPr>
                <p14:cNvContentPartPr/>
                <p14:nvPr/>
              </p14:nvContentPartPr>
              <p14:xfrm>
                <a:off x="1192243" y="5749808"/>
                <a:ext cx="161280" cy="264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CBA9A0B-DE99-8626-D434-A6B622A562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83603" y="5740808"/>
                  <a:ext cx="178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361667-F002-CBAA-478A-8C63987D08BD}"/>
                    </a:ext>
                  </a:extLst>
                </p14:cNvPr>
                <p14:cNvContentPartPr/>
                <p14:nvPr/>
              </p14:nvContentPartPr>
              <p14:xfrm>
                <a:off x="1340563" y="5891288"/>
                <a:ext cx="462240" cy="564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361667-F002-CBAA-478A-8C63987D08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31563" y="5882288"/>
                  <a:ext cx="47988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F3C3AB-E54C-1636-B00A-55FF23A6E5F1}"/>
                    </a:ext>
                  </a:extLst>
                </p14:cNvPr>
                <p14:cNvContentPartPr/>
                <p14:nvPr/>
              </p14:nvContentPartPr>
              <p14:xfrm>
                <a:off x="1950403" y="6140408"/>
                <a:ext cx="2160" cy="4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F3C3AB-E54C-1636-B00A-55FF23A6E5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41403" y="6131768"/>
                  <a:ext cx="1980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90CB3EC-D4C3-8247-9260-D7962142A553}"/>
                  </a:ext>
                </a:extLst>
              </p14:cNvPr>
              <p14:cNvContentPartPr/>
              <p14:nvPr/>
            </p14:nvContentPartPr>
            <p14:xfrm>
              <a:off x="2280600" y="2361960"/>
              <a:ext cx="7704360" cy="3451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90CB3EC-D4C3-8247-9260-D7962142A55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71240" y="2352600"/>
                <a:ext cx="7723080" cy="347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7077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40579F4-B9C7-5009-34A1-5C1BAA946BE5}"/>
              </a:ext>
            </a:extLst>
          </p:cNvPr>
          <p:cNvSpPr txBox="1"/>
          <p:nvPr/>
        </p:nvSpPr>
        <p:spPr>
          <a:xfrm>
            <a:off x="1169233" y="1199213"/>
            <a:ext cx="4721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4. Final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4D333-13C5-9E17-D526-D78675F1C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232" y="1919486"/>
            <a:ext cx="9818637" cy="15095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F2BE882-36F8-586A-0E6D-79C33D6D2323}"/>
                  </a:ext>
                </a:extLst>
              </p14:cNvPr>
              <p14:cNvContentPartPr/>
              <p14:nvPr/>
            </p14:nvContentPartPr>
            <p14:xfrm>
              <a:off x="1982520" y="2214360"/>
              <a:ext cx="7687440" cy="1274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F2BE882-36F8-586A-0E6D-79C33D6D23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73160" y="2205000"/>
                <a:ext cx="7706160" cy="129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24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AdaBoost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40579F4-B9C7-5009-34A1-5C1BAA946BE5}"/>
              </a:ext>
            </a:extLst>
          </p:cNvPr>
          <p:cNvSpPr txBox="1"/>
          <p:nvPr/>
        </p:nvSpPr>
        <p:spPr>
          <a:xfrm>
            <a:off x="1169233" y="1199213"/>
            <a:ext cx="9743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00FFFF"/>
                </a:highlight>
              </a:rPr>
              <a:t>The num of stumps in AdaBoost is not fixed – it is a hyperparameter.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13F13E-F91B-EE93-DAE6-10B6374E9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232" y="1828800"/>
            <a:ext cx="8694295" cy="46002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C57250-00B1-5B53-5EFE-B997B6F92732}"/>
                  </a:ext>
                </a:extLst>
              </p14:cNvPr>
              <p14:cNvContentPartPr/>
              <p14:nvPr/>
            </p14:nvContentPartPr>
            <p14:xfrm>
              <a:off x="2318400" y="2156040"/>
              <a:ext cx="7044480" cy="4407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C57250-00B1-5B53-5EFE-B997B6F927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9040" y="2146680"/>
                <a:ext cx="7063200" cy="44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3699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2045159" y="2362983"/>
            <a:ext cx="7793037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11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7462</TotalTime>
  <Words>1110</Words>
  <Application>Microsoft Office PowerPoint</Application>
  <PresentationFormat>Widescreen</PresentationFormat>
  <Paragraphs>134</Paragraphs>
  <Slides>32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Calibri Light</vt:lpstr>
      <vt:lpstr>Monotype Corsiva</vt:lpstr>
      <vt:lpstr>Times New Roman</vt:lpstr>
      <vt:lpstr>Office 2013 - 2022 Theme</vt:lpstr>
      <vt:lpstr>PowerPoint Presentation</vt:lpstr>
      <vt:lpstr>Outline</vt:lpstr>
      <vt:lpstr>Boosting</vt:lpstr>
      <vt:lpstr>AdaBoost: Adaptive Boosting</vt:lpstr>
      <vt:lpstr>Decision Tree vs AdaBoost</vt:lpstr>
      <vt:lpstr>PowerPoint Presentation</vt:lpstr>
      <vt:lpstr>Decision Tree vs AdaBoost</vt:lpstr>
      <vt:lpstr>Random Forest vs AdaBoost</vt:lpstr>
      <vt:lpstr>PowerPoint Presentation</vt:lpstr>
      <vt:lpstr>AdaBoost: Adaptive Boosting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AdaBoost: Example</vt:lpstr>
      <vt:lpstr>AdaBoost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Hoor Fatima</dc:creator>
  <cp:lastModifiedBy>Deepika Vatsa</cp:lastModifiedBy>
  <cp:revision>1</cp:revision>
  <dcterms:created xsi:type="dcterms:W3CDTF">2025-07-21T17:24:10Z</dcterms:created>
  <dcterms:modified xsi:type="dcterms:W3CDTF">2025-08-26T06:05:12Z</dcterms:modified>
</cp:coreProperties>
</file>