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notesMasterIdLst>
    <p:notesMasterId r:id="rId25"/>
  </p:notesMasterIdLst>
  <p:handoutMasterIdLst>
    <p:handoutMasterId r:id="rId26"/>
  </p:handoutMasterIdLst>
  <p:sldIdLst>
    <p:sldId id="395" r:id="rId2"/>
    <p:sldId id="593" r:id="rId3"/>
    <p:sldId id="594" r:id="rId4"/>
    <p:sldId id="595" r:id="rId5"/>
    <p:sldId id="596" r:id="rId6"/>
    <p:sldId id="597" r:id="rId7"/>
    <p:sldId id="598" r:id="rId8"/>
    <p:sldId id="599" r:id="rId9"/>
    <p:sldId id="600" r:id="rId10"/>
    <p:sldId id="602" r:id="rId11"/>
    <p:sldId id="603" r:id="rId12"/>
    <p:sldId id="604" r:id="rId13"/>
    <p:sldId id="605" r:id="rId14"/>
    <p:sldId id="606" r:id="rId15"/>
    <p:sldId id="607" r:id="rId16"/>
    <p:sldId id="608" r:id="rId17"/>
    <p:sldId id="609" r:id="rId18"/>
    <p:sldId id="610" r:id="rId19"/>
    <p:sldId id="611" r:id="rId20"/>
    <p:sldId id="612" r:id="rId21"/>
    <p:sldId id="614" r:id="rId22"/>
    <p:sldId id="613" r:id="rId23"/>
    <p:sldId id="589" r:id="rId24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86B37B-D7BE-45E2-BC9F-5C4505E6C795}" v="22" dt="2025-09-10T11:36:31.4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09" autoAdjust="0"/>
    <p:restoredTop sz="93066" autoAdjust="0"/>
  </p:normalViewPr>
  <p:slideViewPr>
    <p:cSldViewPr>
      <p:cViewPr varScale="1">
        <p:scale>
          <a:sx n="84" d="100"/>
          <a:sy n="84" d="100"/>
        </p:scale>
        <p:origin x="930" y="6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84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ika Vatsa" userId="f7100972-27fe-4ee6-8fb4-ec9b7931b409" providerId="ADAL" clId="{0686B37B-D7BE-45E2-BC9F-5C4505E6C795}"/>
    <pc:docChg chg="undo custSel addSld delSld modSld delMainMaster">
      <pc:chgData name="Deepika Vatsa" userId="f7100972-27fe-4ee6-8fb4-ec9b7931b409" providerId="ADAL" clId="{0686B37B-D7BE-45E2-BC9F-5C4505E6C795}" dt="2025-09-10T11:36:31.449" v="1667"/>
      <pc:docMkLst>
        <pc:docMk/>
      </pc:docMkLst>
      <pc:sldChg chg="del">
        <pc:chgData name="Deepika Vatsa" userId="f7100972-27fe-4ee6-8fb4-ec9b7931b409" providerId="ADAL" clId="{0686B37B-D7BE-45E2-BC9F-5C4505E6C795}" dt="2025-09-10T08:34:18.344" v="3" actId="47"/>
        <pc:sldMkLst>
          <pc:docMk/>
          <pc:sldMk cId="1223980785" sldId="257"/>
        </pc:sldMkLst>
      </pc:sldChg>
      <pc:sldChg chg="del">
        <pc:chgData name="Deepika Vatsa" userId="f7100972-27fe-4ee6-8fb4-ec9b7931b409" providerId="ADAL" clId="{0686B37B-D7BE-45E2-BC9F-5C4505E6C795}" dt="2025-09-10T08:36:11.724" v="102" actId="2696"/>
        <pc:sldMkLst>
          <pc:docMk/>
          <pc:sldMk cId="1485554503" sldId="260"/>
        </pc:sldMkLst>
      </pc:sldChg>
      <pc:sldChg chg="delSp modSp del mod">
        <pc:chgData name="Deepika Vatsa" userId="f7100972-27fe-4ee6-8fb4-ec9b7931b409" providerId="ADAL" clId="{0686B37B-D7BE-45E2-BC9F-5C4505E6C795}" dt="2025-09-10T08:40:25.183" v="465" actId="47"/>
        <pc:sldMkLst>
          <pc:docMk/>
          <pc:sldMk cId="2186949941" sldId="266"/>
        </pc:sldMkLst>
        <pc:inkChg chg="del">
          <ac:chgData name="Deepika Vatsa" userId="f7100972-27fe-4ee6-8fb4-ec9b7931b409" providerId="ADAL" clId="{0686B37B-D7BE-45E2-BC9F-5C4505E6C795}" dt="2025-09-10T08:36:28.605" v="105" actId="478"/>
          <ac:inkMkLst>
            <pc:docMk/>
            <pc:sldMk cId="2186949941" sldId="266"/>
            <ac:inkMk id="10" creationId="{8E981E5C-42E6-4C8E-9086-8F572A350831}"/>
          </ac:inkMkLst>
        </pc:inkChg>
        <pc:inkChg chg="del">
          <ac:chgData name="Deepika Vatsa" userId="f7100972-27fe-4ee6-8fb4-ec9b7931b409" providerId="ADAL" clId="{0686B37B-D7BE-45E2-BC9F-5C4505E6C795}" dt="2025-09-10T08:36:26.829" v="104" actId="478"/>
          <ac:inkMkLst>
            <pc:docMk/>
            <pc:sldMk cId="2186949941" sldId="266"/>
            <ac:inkMk id="27" creationId="{56754F31-1C22-4BD1-BF5B-7FEEBA4B9157}"/>
          </ac:inkMkLst>
        </pc:inkChg>
        <pc:inkChg chg="del">
          <ac:chgData name="Deepika Vatsa" userId="f7100972-27fe-4ee6-8fb4-ec9b7931b409" providerId="ADAL" clId="{0686B37B-D7BE-45E2-BC9F-5C4505E6C795}" dt="2025-09-10T08:36:24.935" v="103" actId="478"/>
          <ac:inkMkLst>
            <pc:docMk/>
            <pc:sldMk cId="2186949941" sldId="266"/>
            <ac:inkMk id="32" creationId="{E20A09B3-1B8B-40E0-8A2F-A8B532B38870}"/>
          </ac:inkMkLst>
        </pc:inkChg>
        <pc:inkChg chg="del">
          <ac:chgData name="Deepika Vatsa" userId="f7100972-27fe-4ee6-8fb4-ec9b7931b409" providerId="ADAL" clId="{0686B37B-D7BE-45E2-BC9F-5C4505E6C795}" dt="2025-09-10T08:36:30.599" v="106" actId="478"/>
          <ac:inkMkLst>
            <pc:docMk/>
            <pc:sldMk cId="2186949941" sldId="266"/>
            <ac:inkMk id="33" creationId="{F4732237-C28B-4C24-9653-DA60FFED63D0}"/>
          </ac:inkMkLst>
        </pc:inkChg>
        <pc:cxnChg chg="mod">
          <ac:chgData name="Deepika Vatsa" userId="f7100972-27fe-4ee6-8fb4-ec9b7931b409" providerId="ADAL" clId="{0686B37B-D7BE-45E2-BC9F-5C4505E6C795}" dt="2025-09-10T08:40:04.358" v="422" actId="1037"/>
          <ac:cxnSpMkLst>
            <pc:docMk/>
            <pc:sldMk cId="2186949941" sldId="266"/>
            <ac:cxnSpMk id="50" creationId="{00000000-0000-0000-0000-000000000000}"/>
          </ac:cxnSpMkLst>
        </pc:cxnChg>
      </pc:sldChg>
      <pc:sldChg chg="del">
        <pc:chgData name="Deepika Vatsa" userId="f7100972-27fe-4ee6-8fb4-ec9b7931b409" providerId="ADAL" clId="{0686B37B-D7BE-45E2-BC9F-5C4505E6C795}" dt="2025-09-10T09:20:07.316" v="895" actId="47"/>
        <pc:sldMkLst>
          <pc:docMk/>
          <pc:sldMk cId="2371933639" sldId="268"/>
        </pc:sldMkLst>
      </pc:sldChg>
      <pc:sldChg chg="del">
        <pc:chgData name="Deepika Vatsa" userId="f7100972-27fe-4ee6-8fb4-ec9b7931b409" providerId="ADAL" clId="{0686B37B-D7BE-45E2-BC9F-5C4505E6C795}" dt="2025-09-10T10:23:58.828" v="1430" actId="47"/>
        <pc:sldMkLst>
          <pc:docMk/>
          <pc:sldMk cId="3637817837" sldId="393"/>
        </pc:sldMkLst>
      </pc:sldChg>
      <pc:sldChg chg="modSp add del mod">
        <pc:chgData name="Deepika Vatsa" userId="f7100972-27fe-4ee6-8fb4-ec9b7931b409" providerId="ADAL" clId="{0686B37B-D7BE-45E2-BC9F-5C4505E6C795}" dt="2025-09-10T10:52:05.002" v="1666" actId="20577"/>
        <pc:sldMkLst>
          <pc:docMk/>
          <pc:sldMk cId="0" sldId="395"/>
        </pc:sldMkLst>
        <pc:spChg chg="mod">
          <ac:chgData name="Deepika Vatsa" userId="f7100972-27fe-4ee6-8fb4-ec9b7931b409" providerId="ADAL" clId="{0686B37B-D7BE-45E2-BC9F-5C4505E6C795}" dt="2025-09-10T10:52:05.002" v="1666" actId="20577"/>
          <ac:spMkLst>
            <pc:docMk/>
            <pc:sldMk cId="0" sldId="395"/>
            <ac:spMk id="2" creationId="{00000000-0000-0000-0000-000000000000}"/>
          </ac:spMkLst>
        </pc:spChg>
      </pc:sldChg>
      <pc:sldChg chg="del">
        <pc:chgData name="Deepika Vatsa" userId="f7100972-27fe-4ee6-8fb4-ec9b7931b409" providerId="ADAL" clId="{0686B37B-D7BE-45E2-BC9F-5C4505E6C795}" dt="2025-09-10T10:30:58.397" v="1479" actId="47"/>
        <pc:sldMkLst>
          <pc:docMk/>
          <pc:sldMk cId="3517735627" sldId="401"/>
        </pc:sldMkLst>
      </pc:sldChg>
      <pc:sldChg chg="del">
        <pc:chgData name="Deepika Vatsa" userId="f7100972-27fe-4ee6-8fb4-ec9b7931b409" providerId="ADAL" clId="{0686B37B-D7BE-45E2-BC9F-5C4505E6C795}" dt="2025-09-10T10:30:58.397" v="1479" actId="47"/>
        <pc:sldMkLst>
          <pc:docMk/>
          <pc:sldMk cId="1885549110" sldId="402"/>
        </pc:sldMkLst>
      </pc:sldChg>
      <pc:sldChg chg="del">
        <pc:chgData name="Deepika Vatsa" userId="f7100972-27fe-4ee6-8fb4-ec9b7931b409" providerId="ADAL" clId="{0686B37B-D7BE-45E2-BC9F-5C4505E6C795}" dt="2025-09-10T10:30:58.397" v="1479" actId="47"/>
        <pc:sldMkLst>
          <pc:docMk/>
          <pc:sldMk cId="607379790" sldId="403"/>
        </pc:sldMkLst>
      </pc:sldChg>
      <pc:sldChg chg="del">
        <pc:chgData name="Deepika Vatsa" userId="f7100972-27fe-4ee6-8fb4-ec9b7931b409" providerId="ADAL" clId="{0686B37B-D7BE-45E2-BC9F-5C4505E6C795}" dt="2025-09-10T10:30:58.397" v="1479" actId="47"/>
        <pc:sldMkLst>
          <pc:docMk/>
          <pc:sldMk cId="1523688489" sldId="404"/>
        </pc:sldMkLst>
      </pc:sldChg>
      <pc:sldChg chg="del">
        <pc:chgData name="Deepika Vatsa" userId="f7100972-27fe-4ee6-8fb4-ec9b7931b409" providerId="ADAL" clId="{0686B37B-D7BE-45E2-BC9F-5C4505E6C795}" dt="2025-09-10T10:30:58.397" v="1479" actId="47"/>
        <pc:sldMkLst>
          <pc:docMk/>
          <pc:sldMk cId="1914385243" sldId="405"/>
        </pc:sldMkLst>
      </pc:sldChg>
      <pc:sldChg chg="del">
        <pc:chgData name="Deepika Vatsa" userId="f7100972-27fe-4ee6-8fb4-ec9b7931b409" providerId="ADAL" clId="{0686B37B-D7BE-45E2-BC9F-5C4505E6C795}" dt="2025-09-10T10:30:58.397" v="1479" actId="47"/>
        <pc:sldMkLst>
          <pc:docMk/>
          <pc:sldMk cId="3901964422" sldId="406"/>
        </pc:sldMkLst>
      </pc:sldChg>
      <pc:sldChg chg="del">
        <pc:chgData name="Deepika Vatsa" userId="f7100972-27fe-4ee6-8fb4-ec9b7931b409" providerId="ADAL" clId="{0686B37B-D7BE-45E2-BC9F-5C4505E6C795}" dt="2025-09-10T10:30:58.397" v="1479" actId="47"/>
        <pc:sldMkLst>
          <pc:docMk/>
          <pc:sldMk cId="2146973237" sldId="407"/>
        </pc:sldMkLst>
      </pc:sldChg>
      <pc:sldChg chg="del">
        <pc:chgData name="Deepika Vatsa" userId="f7100972-27fe-4ee6-8fb4-ec9b7931b409" providerId="ADAL" clId="{0686B37B-D7BE-45E2-BC9F-5C4505E6C795}" dt="2025-09-10T08:45:51.164" v="591" actId="47"/>
        <pc:sldMkLst>
          <pc:docMk/>
          <pc:sldMk cId="2186949941" sldId="421"/>
        </pc:sldMkLst>
      </pc:sldChg>
      <pc:sldChg chg="del">
        <pc:chgData name="Deepika Vatsa" userId="f7100972-27fe-4ee6-8fb4-ec9b7931b409" providerId="ADAL" clId="{0686B37B-D7BE-45E2-BC9F-5C4505E6C795}" dt="2025-09-10T08:50:12.234" v="741" actId="2696"/>
        <pc:sldMkLst>
          <pc:docMk/>
          <pc:sldMk cId="2186949941" sldId="422"/>
        </pc:sldMkLst>
      </pc:sldChg>
      <pc:sldChg chg="del">
        <pc:chgData name="Deepika Vatsa" userId="f7100972-27fe-4ee6-8fb4-ec9b7931b409" providerId="ADAL" clId="{0686B37B-D7BE-45E2-BC9F-5C4505E6C795}" dt="2025-09-10T08:51:13.943" v="815" actId="2696"/>
        <pc:sldMkLst>
          <pc:docMk/>
          <pc:sldMk cId="2186949941" sldId="423"/>
        </pc:sldMkLst>
      </pc:sldChg>
      <pc:sldChg chg="del">
        <pc:chgData name="Deepika Vatsa" userId="f7100972-27fe-4ee6-8fb4-ec9b7931b409" providerId="ADAL" clId="{0686B37B-D7BE-45E2-BC9F-5C4505E6C795}" dt="2025-09-10T10:23:35.183" v="1399" actId="47"/>
        <pc:sldMkLst>
          <pc:docMk/>
          <pc:sldMk cId="2186949941" sldId="424"/>
        </pc:sldMkLst>
      </pc:sldChg>
      <pc:sldChg chg="del">
        <pc:chgData name="Deepika Vatsa" userId="f7100972-27fe-4ee6-8fb4-ec9b7931b409" providerId="ADAL" clId="{0686B37B-D7BE-45E2-BC9F-5C4505E6C795}" dt="2025-09-10T10:23:35.183" v="1399" actId="47"/>
        <pc:sldMkLst>
          <pc:docMk/>
          <pc:sldMk cId="2186949941" sldId="425"/>
        </pc:sldMkLst>
      </pc:sldChg>
      <pc:sldChg chg="del">
        <pc:chgData name="Deepika Vatsa" userId="f7100972-27fe-4ee6-8fb4-ec9b7931b409" providerId="ADAL" clId="{0686B37B-D7BE-45E2-BC9F-5C4505E6C795}" dt="2025-09-10T10:23:35.183" v="1399" actId="47"/>
        <pc:sldMkLst>
          <pc:docMk/>
          <pc:sldMk cId="2186949941" sldId="426"/>
        </pc:sldMkLst>
      </pc:sldChg>
      <pc:sldChg chg="del">
        <pc:chgData name="Deepika Vatsa" userId="f7100972-27fe-4ee6-8fb4-ec9b7931b409" providerId="ADAL" clId="{0686B37B-D7BE-45E2-BC9F-5C4505E6C795}" dt="2025-09-10T10:23:35.183" v="1399" actId="47"/>
        <pc:sldMkLst>
          <pc:docMk/>
          <pc:sldMk cId="2186949941" sldId="427"/>
        </pc:sldMkLst>
      </pc:sldChg>
      <pc:sldChg chg="del">
        <pc:chgData name="Deepika Vatsa" userId="f7100972-27fe-4ee6-8fb4-ec9b7931b409" providerId="ADAL" clId="{0686B37B-D7BE-45E2-BC9F-5C4505E6C795}" dt="2025-09-10T10:23:35.183" v="1399" actId="47"/>
        <pc:sldMkLst>
          <pc:docMk/>
          <pc:sldMk cId="2186949941" sldId="428"/>
        </pc:sldMkLst>
      </pc:sldChg>
      <pc:sldChg chg="del">
        <pc:chgData name="Deepika Vatsa" userId="f7100972-27fe-4ee6-8fb4-ec9b7931b409" providerId="ADAL" clId="{0686B37B-D7BE-45E2-BC9F-5C4505E6C795}" dt="2025-09-10T10:23:35.183" v="1399" actId="47"/>
        <pc:sldMkLst>
          <pc:docMk/>
          <pc:sldMk cId="2186949941" sldId="429"/>
        </pc:sldMkLst>
      </pc:sldChg>
      <pc:sldChg chg="del">
        <pc:chgData name="Deepika Vatsa" userId="f7100972-27fe-4ee6-8fb4-ec9b7931b409" providerId="ADAL" clId="{0686B37B-D7BE-45E2-BC9F-5C4505E6C795}" dt="2025-09-10T10:24:40.286" v="1442" actId="47"/>
        <pc:sldMkLst>
          <pc:docMk/>
          <pc:sldMk cId="1485554503" sldId="432"/>
        </pc:sldMkLst>
      </pc:sldChg>
      <pc:sldChg chg="del">
        <pc:chgData name="Deepika Vatsa" userId="f7100972-27fe-4ee6-8fb4-ec9b7931b409" providerId="ADAL" clId="{0686B37B-D7BE-45E2-BC9F-5C4505E6C795}" dt="2025-09-10T10:27:05.148" v="1454" actId="47"/>
        <pc:sldMkLst>
          <pc:docMk/>
          <pc:sldMk cId="1485554503" sldId="434"/>
        </pc:sldMkLst>
      </pc:sldChg>
      <pc:sldChg chg="del">
        <pc:chgData name="Deepika Vatsa" userId="f7100972-27fe-4ee6-8fb4-ec9b7931b409" providerId="ADAL" clId="{0686B37B-D7BE-45E2-BC9F-5C4505E6C795}" dt="2025-09-10T10:30:20.199" v="1478" actId="47"/>
        <pc:sldMkLst>
          <pc:docMk/>
          <pc:sldMk cId="1485554503" sldId="435"/>
        </pc:sldMkLst>
      </pc:sldChg>
      <pc:sldChg chg="del">
        <pc:chgData name="Deepika Vatsa" userId="f7100972-27fe-4ee6-8fb4-ec9b7931b409" providerId="ADAL" clId="{0686B37B-D7BE-45E2-BC9F-5C4505E6C795}" dt="2025-09-10T10:46:23.544" v="1632" actId="47"/>
        <pc:sldMkLst>
          <pc:docMk/>
          <pc:sldMk cId="1485554503" sldId="436"/>
        </pc:sldMkLst>
      </pc:sldChg>
      <pc:sldChg chg="del">
        <pc:chgData name="Deepika Vatsa" userId="f7100972-27fe-4ee6-8fb4-ec9b7931b409" providerId="ADAL" clId="{0686B37B-D7BE-45E2-BC9F-5C4505E6C795}" dt="2025-09-10T10:46:23.544" v="1632" actId="47"/>
        <pc:sldMkLst>
          <pc:docMk/>
          <pc:sldMk cId="1485554503" sldId="437"/>
        </pc:sldMkLst>
      </pc:sldChg>
      <pc:sldChg chg="del">
        <pc:chgData name="Deepika Vatsa" userId="f7100972-27fe-4ee6-8fb4-ec9b7931b409" providerId="ADAL" clId="{0686B37B-D7BE-45E2-BC9F-5C4505E6C795}" dt="2025-09-10T10:46:53.085" v="1645" actId="47"/>
        <pc:sldMkLst>
          <pc:docMk/>
          <pc:sldMk cId="1485554503" sldId="438"/>
        </pc:sldMkLst>
      </pc:sldChg>
      <pc:sldChg chg="del">
        <pc:chgData name="Deepika Vatsa" userId="f7100972-27fe-4ee6-8fb4-ec9b7931b409" providerId="ADAL" clId="{0686B37B-D7BE-45E2-BC9F-5C4505E6C795}" dt="2025-09-10T10:46:23.544" v="1632" actId="47"/>
        <pc:sldMkLst>
          <pc:docMk/>
          <pc:sldMk cId="3637817837" sldId="440"/>
        </pc:sldMkLst>
      </pc:sldChg>
      <pc:sldChg chg="del">
        <pc:chgData name="Deepika Vatsa" userId="f7100972-27fe-4ee6-8fb4-ec9b7931b409" providerId="ADAL" clId="{0686B37B-D7BE-45E2-BC9F-5C4505E6C795}" dt="2025-09-10T10:46:23.544" v="1632" actId="47"/>
        <pc:sldMkLst>
          <pc:docMk/>
          <pc:sldMk cId="1485554503" sldId="441"/>
        </pc:sldMkLst>
      </pc:sldChg>
      <pc:sldChg chg="del">
        <pc:chgData name="Deepika Vatsa" userId="f7100972-27fe-4ee6-8fb4-ec9b7931b409" providerId="ADAL" clId="{0686B37B-D7BE-45E2-BC9F-5C4505E6C795}" dt="2025-09-10T10:46:23.544" v="1632" actId="47"/>
        <pc:sldMkLst>
          <pc:docMk/>
          <pc:sldMk cId="1485554503" sldId="442"/>
        </pc:sldMkLst>
      </pc:sldChg>
      <pc:sldChg chg="add">
        <pc:chgData name="Deepika Vatsa" userId="f7100972-27fe-4ee6-8fb4-ec9b7931b409" providerId="ADAL" clId="{0686B37B-D7BE-45E2-BC9F-5C4505E6C795}" dt="2025-09-10T10:51:25.954" v="1658"/>
        <pc:sldMkLst>
          <pc:docMk/>
          <pc:sldMk cId="0" sldId="589"/>
        </pc:sldMkLst>
      </pc:sldChg>
      <pc:sldChg chg="add del">
        <pc:chgData name="Deepika Vatsa" userId="f7100972-27fe-4ee6-8fb4-ec9b7931b409" providerId="ADAL" clId="{0686B37B-D7BE-45E2-BC9F-5C4505E6C795}" dt="2025-09-10T08:34:35.061" v="35" actId="47"/>
        <pc:sldMkLst>
          <pc:docMk/>
          <pc:sldMk cId="3439049211" sldId="591"/>
        </pc:sldMkLst>
      </pc:sldChg>
      <pc:sldChg chg="addSp modSp add del mod">
        <pc:chgData name="Deepika Vatsa" userId="f7100972-27fe-4ee6-8fb4-ec9b7931b409" providerId="ADAL" clId="{0686B37B-D7BE-45E2-BC9F-5C4505E6C795}" dt="2025-09-10T11:36:31.449" v="1667"/>
        <pc:sldMkLst>
          <pc:docMk/>
          <pc:sldMk cId="3198423911" sldId="593"/>
        </pc:sldMkLst>
        <pc:spChg chg="mod">
          <ac:chgData name="Deepika Vatsa" userId="f7100972-27fe-4ee6-8fb4-ec9b7931b409" providerId="ADAL" clId="{0686B37B-D7BE-45E2-BC9F-5C4505E6C795}" dt="2025-09-10T08:34:44.290" v="63" actId="20577"/>
          <ac:spMkLst>
            <pc:docMk/>
            <pc:sldMk cId="3198423911" sldId="593"/>
            <ac:spMk id="2" creationId="{00000000-0000-0000-0000-000000000000}"/>
          </ac:spMkLst>
        </pc:spChg>
        <pc:spChg chg="mod">
          <ac:chgData name="Deepika Vatsa" userId="f7100972-27fe-4ee6-8fb4-ec9b7931b409" providerId="ADAL" clId="{0686B37B-D7BE-45E2-BC9F-5C4505E6C795}" dt="2025-09-10T08:44:04.660" v="569" actId="1035"/>
          <ac:spMkLst>
            <pc:docMk/>
            <pc:sldMk cId="3198423911" sldId="593"/>
            <ac:spMk id="5" creationId="{2461C6AC-CE12-CE55-1E34-C97C06A15181}"/>
          </ac:spMkLst>
        </pc:spChg>
        <pc:inkChg chg="add">
          <ac:chgData name="Deepika Vatsa" userId="f7100972-27fe-4ee6-8fb4-ec9b7931b409" providerId="ADAL" clId="{0686B37B-D7BE-45E2-BC9F-5C4505E6C795}" dt="2025-09-10T11:36:31.449" v="1667"/>
          <ac:inkMkLst>
            <pc:docMk/>
            <pc:sldMk cId="3198423911" sldId="593"/>
            <ac:inkMk id="4" creationId="{7C05569E-4D8E-E754-C254-97F195769E1D}"/>
          </ac:inkMkLst>
        </pc:inkChg>
      </pc:sldChg>
      <pc:sldChg chg="addSp delSp modSp add mod">
        <pc:chgData name="Deepika Vatsa" userId="f7100972-27fe-4ee6-8fb4-ec9b7931b409" providerId="ADAL" clId="{0686B37B-D7BE-45E2-BC9F-5C4505E6C795}" dt="2025-09-10T11:36:31.449" v="1667"/>
        <pc:sldMkLst>
          <pc:docMk/>
          <pc:sldMk cId="437715440" sldId="594"/>
        </pc:sldMkLst>
        <pc:spChg chg="del">
          <ac:chgData name="Deepika Vatsa" userId="f7100972-27fe-4ee6-8fb4-ec9b7931b409" providerId="ADAL" clId="{0686B37B-D7BE-45E2-BC9F-5C4505E6C795}" dt="2025-09-10T08:36:48.870" v="108" actId="478"/>
          <ac:spMkLst>
            <pc:docMk/>
            <pc:sldMk cId="437715440" sldId="594"/>
            <ac:spMk id="5" creationId="{2461C6AC-CE12-CE55-1E34-C97C06A15181}"/>
          </ac:spMkLst>
        </pc:spChg>
        <pc:spChg chg="add mod">
          <ac:chgData name="Deepika Vatsa" userId="f7100972-27fe-4ee6-8fb4-ec9b7931b409" providerId="ADAL" clId="{0686B37B-D7BE-45E2-BC9F-5C4505E6C795}" dt="2025-09-10T08:38:09.259" v="270" actId="1038"/>
          <ac:spMkLst>
            <pc:docMk/>
            <pc:sldMk cId="437715440" sldId="594"/>
            <ac:spMk id="7" creationId="{04F43C91-146D-1477-C4FC-49BD316D316F}"/>
          </ac:spMkLst>
        </pc:spChg>
        <pc:spChg chg="add mod">
          <ac:chgData name="Deepika Vatsa" userId="f7100972-27fe-4ee6-8fb4-ec9b7931b409" providerId="ADAL" clId="{0686B37B-D7BE-45E2-BC9F-5C4505E6C795}" dt="2025-09-10T08:38:09.259" v="270" actId="1038"/>
          <ac:spMkLst>
            <pc:docMk/>
            <pc:sldMk cId="437715440" sldId="594"/>
            <ac:spMk id="8" creationId="{BB05F2FD-3D8F-FAC7-AC76-BD30E32A1C5A}"/>
          </ac:spMkLst>
        </pc:spChg>
        <pc:spChg chg="add mod">
          <ac:chgData name="Deepika Vatsa" userId="f7100972-27fe-4ee6-8fb4-ec9b7931b409" providerId="ADAL" clId="{0686B37B-D7BE-45E2-BC9F-5C4505E6C795}" dt="2025-09-10T08:38:09.259" v="270" actId="1038"/>
          <ac:spMkLst>
            <pc:docMk/>
            <pc:sldMk cId="437715440" sldId="594"/>
            <ac:spMk id="9" creationId="{36CE456F-0991-C61B-BC31-FDCF24EF410C}"/>
          </ac:spMkLst>
        </pc:spChg>
        <pc:spChg chg="add mod">
          <ac:chgData name="Deepika Vatsa" userId="f7100972-27fe-4ee6-8fb4-ec9b7931b409" providerId="ADAL" clId="{0686B37B-D7BE-45E2-BC9F-5C4505E6C795}" dt="2025-09-10T08:38:09.259" v="270" actId="1038"/>
          <ac:spMkLst>
            <pc:docMk/>
            <pc:sldMk cId="437715440" sldId="594"/>
            <ac:spMk id="10" creationId="{8A12E7B0-5FDF-F79A-758A-689499986BF7}"/>
          </ac:spMkLst>
        </pc:spChg>
        <pc:spChg chg="add mod">
          <ac:chgData name="Deepika Vatsa" userId="f7100972-27fe-4ee6-8fb4-ec9b7931b409" providerId="ADAL" clId="{0686B37B-D7BE-45E2-BC9F-5C4505E6C795}" dt="2025-09-10T08:38:09.259" v="270" actId="1038"/>
          <ac:spMkLst>
            <pc:docMk/>
            <pc:sldMk cId="437715440" sldId="594"/>
            <ac:spMk id="11" creationId="{61049285-C1BB-A250-5EDB-02DAB5A4ACDC}"/>
          </ac:spMkLst>
        </pc:spChg>
        <pc:spChg chg="add mod">
          <ac:chgData name="Deepika Vatsa" userId="f7100972-27fe-4ee6-8fb4-ec9b7931b409" providerId="ADAL" clId="{0686B37B-D7BE-45E2-BC9F-5C4505E6C795}" dt="2025-09-10T08:38:09.259" v="270" actId="1038"/>
          <ac:spMkLst>
            <pc:docMk/>
            <pc:sldMk cId="437715440" sldId="594"/>
            <ac:spMk id="12" creationId="{E11BCB81-AAF9-A4B9-247C-033B3352D5C5}"/>
          </ac:spMkLst>
        </pc:spChg>
        <pc:spChg chg="add mod">
          <ac:chgData name="Deepika Vatsa" userId="f7100972-27fe-4ee6-8fb4-ec9b7931b409" providerId="ADAL" clId="{0686B37B-D7BE-45E2-BC9F-5C4505E6C795}" dt="2025-09-10T08:38:09.259" v="270" actId="1038"/>
          <ac:spMkLst>
            <pc:docMk/>
            <pc:sldMk cId="437715440" sldId="594"/>
            <ac:spMk id="13" creationId="{3A64B8D6-ADA1-34CA-0841-68FA879067A3}"/>
          </ac:spMkLst>
        </pc:spChg>
        <pc:spChg chg="add mod">
          <ac:chgData name="Deepika Vatsa" userId="f7100972-27fe-4ee6-8fb4-ec9b7931b409" providerId="ADAL" clId="{0686B37B-D7BE-45E2-BC9F-5C4505E6C795}" dt="2025-09-10T08:38:09.259" v="270" actId="1038"/>
          <ac:spMkLst>
            <pc:docMk/>
            <pc:sldMk cId="437715440" sldId="594"/>
            <ac:spMk id="14" creationId="{E12A5FFF-992B-FFB6-E0E2-2E5525EA93F3}"/>
          </ac:spMkLst>
        </pc:spChg>
        <pc:spChg chg="add mod">
          <ac:chgData name="Deepika Vatsa" userId="f7100972-27fe-4ee6-8fb4-ec9b7931b409" providerId="ADAL" clId="{0686B37B-D7BE-45E2-BC9F-5C4505E6C795}" dt="2025-09-10T08:38:09.259" v="270" actId="1038"/>
          <ac:spMkLst>
            <pc:docMk/>
            <pc:sldMk cId="437715440" sldId="594"/>
            <ac:spMk id="15" creationId="{B50E4002-3033-94F2-3671-7ED49208F699}"/>
          </ac:spMkLst>
        </pc:spChg>
        <pc:spChg chg="add mod">
          <ac:chgData name="Deepika Vatsa" userId="f7100972-27fe-4ee6-8fb4-ec9b7931b409" providerId="ADAL" clId="{0686B37B-D7BE-45E2-BC9F-5C4505E6C795}" dt="2025-09-10T08:38:09.259" v="270" actId="1038"/>
          <ac:spMkLst>
            <pc:docMk/>
            <pc:sldMk cId="437715440" sldId="594"/>
            <ac:spMk id="16" creationId="{F2E40D3C-2EAE-2710-ECB3-0C509BCF18F7}"/>
          </ac:spMkLst>
        </pc:spChg>
        <pc:spChg chg="add mod">
          <ac:chgData name="Deepika Vatsa" userId="f7100972-27fe-4ee6-8fb4-ec9b7931b409" providerId="ADAL" clId="{0686B37B-D7BE-45E2-BC9F-5C4505E6C795}" dt="2025-09-10T08:38:09.259" v="270" actId="1038"/>
          <ac:spMkLst>
            <pc:docMk/>
            <pc:sldMk cId="437715440" sldId="594"/>
            <ac:spMk id="17" creationId="{9D150CD9-313E-FF5E-5A19-341DF03CE210}"/>
          </ac:spMkLst>
        </pc:spChg>
        <pc:spChg chg="add mod">
          <ac:chgData name="Deepika Vatsa" userId="f7100972-27fe-4ee6-8fb4-ec9b7931b409" providerId="ADAL" clId="{0686B37B-D7BE-45E2-BC9F-5C4505E6C795}" dt="2025-09-10T08:38:09.259" v="270" actId="1038"/>
          <ac:spMkLst>
            <pc:docMk/>
            <pc:sldMk cId="437715440" sldId="594"/>
            <ac:spMk id="18" creationId="{34D2D0B3-819F-D621-4FAA-2C81858A8A24}"/>
          </ac:spMkLst>
        </pc:spChg>
        <pc:spChg chg="add mod">
          <ac:chgData name="Deepika Vatsa" userId="f7100972-27fe-4ee6-8fb4-ec9b7931b409" providerId="ADAL" clId="{0686B37B-D7BE-45E2-BC9F-5C4505E6C795}" dt="2025-09-10T08:38:09.259" v="270" actId="1038"/>
          <ac:spMkLst>
            <pc:docMk/>
            <pc:sldMk cId="437715440" sldId="594"/>
            <ac:spMk id="19" creationId="{3EA0E23C-464D-DAC7-B612-F0E6436D9A9C}"/>
          </ac:spMkLst>
        </pc:spChg>
        <pc:spChg chg="add mod">
          <ac:chgData name="Deepika Vatsa" userId="f7100972-27fe-4ee6-8fb4-ec9b7931b409" providerId="ADAL" clId="{0686B37B-D7BE-45E2-BC9F-5C4505E6C795}" dt="2025-09-10T08:38:09.259" v="270" actId="1038"/>
          <ac:spMkLst>
            <pc:docMk/>
            <pc:sldMk cId="437715440" sldId="594"/>
            <ac:spMk id="20" creationId="{83D6B5E4-79EA-A861-ACAD-D0971025B252}"/>
          </ac:spMkLst>
        </pc:spChg>
        <pc:spChg chg="add mod">
          <ac:chgData name="Deepika Vatsa" userId="f7100972-27fe-4ee6-8fb4-ec9b7931b409" providerId="ADAL" clId="{0686B37B-D7BE-45E2-BC9F-5C4505E6C795}" dt="2025-09-10T08:38:09.259" v="270" actId="1038"/>
          <ac:spMkLst>
            <pc:docMk/>
            <pc:sldMk cId="437715440" sldId="594"/>
            <ac:spMk id="21" creationId="{EF968A81-980B-8C1F-DED6-6926A2E55A29}"/>
          </ac:spMkLst>
        </pc:spChg>
        <pc:spChg chg="add mod">
          <ac:chgData name="Deepika Vatsa" userId="f7100972-27fe-4ee6-8fb4-ec9b7931b409" providerId="ADAL" clId="{0686B37B-D7BE-45E2-BC9F-5C4505E6C795}" dt="2025-09-10T08:38:09.259" v="270" actId="1038"/>
          <ac:spMkLst>
            <pc:docMk/>
            <pc:sldMk cId="437715440" sldId="594"/>
            <ac:spMk id="22" creationId="{17BA0261-582E-5E4E-EBA2-8977E28ED40E}"/>
          </ac:spMkLst>
        </pc:spChg>
        <pc:spChg chg="add mod">
          <ac:chgData name="Deepika Vatsa" userId="f7100972-27fe-4ee6-8fb4-ec9b7931b409" providerId="ADAL" clId="{0686B37B-D7BE-45E2-BC9F-5C4505E6C795}" dt="2025-09-10T08:38:09.259" v="270" actId="1038"/>
          <ac:spMkLst>
            <pc:docMk/>
            <pc:sldMk cId="437715440" sldId="594"/>
            <ac:spMk id="27" creationId="{C0D24B77-B046-107D-9392-2619E8FE7E7C}"/>
          </ac:spMkLst>
        </pc:spChg>
        <pc:spChg chg="add mod">
          <ac:chgData name="Deepika Vatsa" userId="f7100972-27fe-4ee6-8fb4-ec9b7931b409" providerId="ADAL" clId="{0686B37B-D7BE-45E2-BC9F-5C4505E6C795}" dt="2025-09-10T08:38:09.259" v="270" actId="1038"/>
          <ac:spMkLst>
            <pc:docMk/>
            <pc:sldMk cId="437715440" sldId="594"/>
            <ac:spMk id="28" creationId="{F4DC935D-6FEE-4794-5CE5-A1B4C4324A56}"/>
          </ac:spMkLst>
        </pc:spChg>
        <pc:spChg chg="add mod">
          <ac:chgData name="Deepika Vatsa" userId="f7100972-27fe-4ee6-8fb4-ec9b7931b409" providerId="ADAL" clId="{0686B37B-D7BE-45E2-BC9F-5C4505E6C795}" dt="2025-09-10T08:38:09.259" v="270" actId="1038"/>
          <ac:spMkLst>
            <pc:docMk/>
            <pc:sldMk cId="437715440" sldId="594"/>
            <ac:spMk id="29" creationId="{8D74232C-7F4A-024A-9C2D-4E5E2A2A8769}"/>
          </ac:spMkLst>
        </pc:spChg>
        <pc:spChg chg="add mod">
          <ac:chgData name="Deepika Vatsa" userId="f7100972-27fe-4ee6-8fb4-ec9b7931b409" providerId="ADAL" clId="{0686B37B-D7BE-45E2-BC9F-5C4505E6C795}" dt="2025-09-10T08:38:28.885" v="303" actId="20577"/>
          <ac:spMkLst>
            <pc:docMk/>
            <pc:sldMk cId="437715440" sldId="594"/>
            <ac:spMk id="38" creationId="{90C16B20-101C-1834-9F9D-75514A3F3CD7}"/>
          </ac:spMkLst>
        </pc:spChg>
        <pc:inkChg chg="add">
          <ac:chgData name="Deepika Vatsa" userId="f7100972-27fe-4ee6-8fb4-ec9b7931b409" providerId="ADAL" clId="{0686B37B-D7BE-45E2-BC9F-5C4505E6C795}" dt="2025-09-10T11:36:31.449" v="1667"/>
          <ac:inkMkLst>
            <pc:docMk/>
            <pc:sldMk cId="437715440" sldId="594"/>
            <ac:inkMk id="5" creationId="{053818BB-3E80-C108-2E12-317062DBAFBF}"/>
          </ac:inkMkLst>
        </pc:inkChg>
        <pc:cxnChg chg="add mod">
          <ac:chgData name="Deepika Vatsa" userId="f7100972-27fe-4ee6-8fb4-ec9b7931b409" providerId="ADAL" clId="{0686B37B-D7BE-45E2-BC9F-5C4505E6C795}" dt="2025-09-10T08:38:09.259" v="270" actId="1038"/>
          <ac:cxnSpMkLst>
            <pc:docMk/>
            <pc:sldMk cId="437715440" sldId="594"/>
            <ac:cxnSpMk id="4" creationId="{869F1D7B-B114-EBF7-015B-B3A9A939B7AB}"/>
          </ac:cxnSpMkLst>
        </pc:cxnChg>
        <pc:cxnChg chg="add mod">
          <ac:chgData name="Deepika Vatsa" userId="f7100972-27fe-4ee6-8fb4-ec9b7931b409" providerId="ADAL" clId="{0686B37B-D7BE-45E2-BC9F-5C4505E6C795}" dt="2025-09-10T08:38:09.259" v="270" actId="1038"/>
          <ac:cxnSpMkLst>
            <pc:docMk/>
            <pc:sldMk cId="437715440" sldId="594"/>
            <ac:cxnSpMk id="6" creationId="{BDA509E0-D227-26D6-A947-CD65D15F2CEE}"/>
          </ac:cxnSpMkLst>
        </pc:cxnChg>
        <pc:cxnChg chg="add del mod">
          <ac:chgData name="Deepika Vatsa" userId="f7100972-27fe-4ee6-8fb4-ec9b7931b409" providerId="ADAL" clId="{0686B37B-D7BE-45E2-BC9F-5C4505E6C795}" dt="2025-09-10T08:36:57.258" v="111" actId="478"/>
          <ac:cxnSpMkLst>
            <pc:docMk/>
            <pc:sldMk cId="437715440" sldId="594"/>
            <ac:cxnSpMk id="23" creationId="{00D7B41D-A02D-6022-86C1-96CCC0207D0C}"/>
          </ac:cxnSpMkLst>
        </pc:cxnChg>
        <pc:cxnChg chg="add del mod">
          <ac:chgData name="Deepika Vatsa" userId="f7100972-27fe-4ee6-8fb4-ec9b7931b409" providerId="ADAL" clId="{0686B37B-D7BE-45E2-BC9F-5C4505E6C795}" dt="2025-09-10T08:36:59.169" v="112" actId="478"/>
          <ac:cxnSpMkLst>
            <pc:docMk/>
            <pc:sldMk cId="437715440" sldId="594"/>
            <ac:cxnSpMk id="24" creationId="{FFBD2440-BBD7-5231-70F0-D7F7CECCFE0A}"/>
          </ac:cxnSpMkLst>
        </pc:cxnChg>
        <pc:cxnChg chg="add del mod">
          <ac:chgData name="Deepika Vatsa" userId="f7100972-27fe-4ee6-8fb4-ec9b7931b409" providerId="ADAL" clId="{0686B37B-D7BE-45E2-BC9F-5C4505E6C795}" dt="2025-09-10T08:37:09.927" v="118" actId="478"/>
          <ac:cxnSpMkLst>
            <pc:docMk/>
            <pc:sldMk cId="437715440" sldId="594"/>
            <ac:cxnSpMk id="25" creationId="{A59E6E76-BA4F-5A77-0E6A-043771F64708}"/>
          </ac:cxnSpMkLst>
        </pc:cxnChg>
        <pc:cxnChg chg="add del mod">
          <ac:chgData name="Deepika Vatsa" userId="f7100972-27fe-4ee6-8fb4-ec9b7931b409" providerId="ADAL" clId="{0686B37B-D7BE-45E2-BC9F-5C4505E6C795}" dt="2025-09-10T08:37:13.791" v="120" actId="478"/>
          <ac:cxnSpMkLst>
            <pc:docMk/>
            <pc:sldMk cId="437715440" sldId="594"/>
            <ac:cxnSpMk id="26" creationId="{19D2211B-90D0-30FE-ED52-1F329CCC0BE3}"/>
          </ac:cxnSpMkLst>
        </pc:cxnChg>
        <pc:cxnChg chg="add del mod">
          <ac:chgData name="Deepika Vatsa" userId="f7100972-27fe-4ee6-8fb4-ec9b7931b409" providerId="ADAL" clId="{0686B37B-D7BE-45E2-BC9F-5C4505E6C795}" dt="2025-09-10T08:36:54.690" v="110" actId="478"/>
          <ac:cxnSpMkLst>
            <pc:docMk/>
            <pc:sldMk cId="437715440" sldId="594"/>
            <ac:cxnSpMk id="30" creationId="{D0B4E1D5-0356-8A77-7E3B-1E232E7D391C}"/>
          </ac:cxnSpMkLst>
        </pc:cxnChg>
        <pc:cxnChg chg="add del mod">
          <ac:chgData name="Deepika Vatsa" userId="f7100972-27fe-4ee6-8fb4-ec9b7931b409" providerId="ADAL" clId="{0686B37B-D7BE-45E2-BC9F-5C4505E6C795}" dt="2025-09-10T08:37:04.692" v="115" actId="478"/>
          <ac:cxnSpMkLst>
            <pc:docMk/>
            <pc:sldMk cId="437715440" sldId="594"/>
            <ac:cxnSpMk id="31" creationId="{49C9459E-8E94-935A-3FE6-E2DEA1FAA578}"/>
          </ac:cxnSpMkLst>
        </pc:cxnChg>
        <pc:cxnChg chg="add del mod">
          <ac:chgData name="Deepika Vatsa" userId="f7100972-27fe-4ee6-8fb4-ec9b7931b409" providerId="ADAL" clId="{0686B37B-D7BE-45E2-BC9F-5C4505E6C795}" dt="2025-09-10T08:37:15.830" v="121" actId="478"/>
          <ac:cxnSpMkLst>
            <pc:docMk/>
            <pc:sldMk cId="437715440" sldId="594"/>
            <ac:cxnSpMk id="32" creationId="{88048A9D-BBB8-6A96-5685-C8EC0844B28B}"/>
          </ac:cxnSpMkLst>
        </pc:cxnChg>
        <pc:cxnChg chg="add del mod">
          <ac:chgData name="Deepika Vatsa" userId="f7100972-27fe-4ee6-8fb4-ec9b7931b409" providerId="ADAL" clId="{0686B37B-D7BE-45E2-BC9F-5C4505E6C795}" dt="2025-09-10T08:37:08.062" v="117" actId="478"/>
          <ac:cxnSpMkLst>
            <pc:docMk/>
            <pc:sldMk cId="437715440" sldId="594"/>
            <ac:cxnSpMk id="33" creationId="{C03ABD22-EF81-CA0E-536B-D64C0D8807D7}"/>
          </ac:cxnSpMkLst>
        </pc:cxnChg>
        <pc:cxnChg chg="add del mod">
          <ac:chgData name="Deepika Vatsa" userId="f7100972-27fe-4ee6-8fb4-ec9b7931b409" providerId="ADAL" clId="{0686B37B-D7BE-45E2-BC9F-5C4505E6C795}" dt="2025-09-10T08:37:11.917" v="119" actId="478"/>
          <ac:cxnSpMkLst>
            <pc:docMk/>
            <pc:sldMk cId="437715440" sldId="594"/>
            <ac:cxnSpMk id="34" creationId="{D66AE460-5FEC-E73F-7075-8522B51F7087}"/>
          </ac:cxnSpMkLst>
        </pc:cxnChg>
        <pc:cxnChg chg="add del mod">
          <ac:chgData name="Deepika Vatsa" userId="f7100972-27fe-4ee6-8fb4-ec9b7931b409" providerId="ADAL" clId="{0686B37B-D7BE-45E2-BC9F-5C4505E6C795}" dt="2025-09-10T08:37:06.536" v="116" actId="478"/>
          <ac:cxnSpMkLst>
            <pc:docMk/>
            <pc:sldMk cId="437715440" sldId="594"/>
            <ac:cxnSpMk id="35" creationId="{D5262BA9-6E0C-F480-3574-662E4F5F6EB9}"/>
          </ac:cxnSpMkLst>
        </pc:cxnChg>
        <pc:cxnChg chg="add del mod">
          <ac:chgData name="Deepika Vatsa" userId="f7100972-27fe-4ee6-8fb4-ec9b7931b409" providerId="ADAL" clId="{0686B37B-D7BE-45E2-BC9F-5C4505E6C795}" dt="2025-09-10T08:37:02.749" v="114" actId="478"/>
          <ac:cxnSpMkLst>
            <pc:docMk/>
            <pc:sldMk cId="437715440" sldId="594"/>
            <ac:cxnSpMk id="36" creationId="{D7D85FD5-7627-762D-1128-F67637D28759}"/>
          </ac:cxnSpMkLst>
        </pc:cxnChg>
        <pc:cxnChg chg="add del mod">
          <ac:chgData name="Deepika Vatsa" userId="f7100972-27fe-4ee6-8fb4-ec9b7931b409" providerId="ADAL" clId="{0686B37B-D7BE-45E2-BC9F-5C4505E6C795}" dt="2025-09-10T08:37:01.065" v="113" actId="478"/>
          <ac:cxnSpMkLst>
            <pc:docMk/>
            <pc:sldMk cId="437715440" sldId="594"/>
            <ac:cxnSpMk id="37" creationId="{C1A38606-35E7-1D09-DC41-44C7A49A356B}"/>
          </ac:cxnSpMkLst>
        </pc:cxnChg>
      </pc:sldChg>
      <pc:sldChg chg="add del">
        <pc:chgData name="Deepika Vatsa" userId="f7100972-27fe-4ee6-8fb4-ec9b7931b409" providerId="ADAL" clId="{0686B37B-D7BE-45E2-BC9F-5C4505E6C795}" dt="2025-09-10T08:34:53.397" v="64" actId="47"/>
        <pc:sldMkLst>
          <pc:docMk/>
          <pc:sldMk cId="3408036593" sldId="594"/>
        </pc:sldMkLst>
      </pc:sldChg>
      <pc:sldChg chg="addSp modSp add mod">
        <pc:chgData name="Deepika Vatsa" userId="f7100972-27fe-4ee6-8fb4-ec9b7931b409" providerId="ADAL" clId="{0686B37B-D7BE-45E2-BC9F-5C4505E6C795}" dt="2025-09-10T11:36:31.449" v="1667"/>
        <pc:sldMkLst>
          <pc:docMk/>
          <pc:sldMk cId="3863018802" sldId="595"/>
        </pc:sldMkLst>
        <pc:spChg chg="mod">
          <ac:chgData name="Deepika Vatsa" userId="f7100972-27fe-4ee6-8fb4-ec9b7931b409" providerId="ADAL" clId="{0686B37B-D7BE-45E2-BC9F-5C4505E6C795}" dt="2025-09-10T08:40:18.793" v="464" actId="20577"/>
          <ac:spMkLst>
            <pc:docMk/>
            <pc:sldMk cId="3863018802" sldId="595"/>
            <ac:spMk id="38" creationId="{90C16B20-101C-1834-9F9D-75514A3F3CD7}"/>
          </ac:spMkLst>
        </pc:spChg>
        <pc:inkChg chg="add">
          <ac:chgData name="Deepika Vatsa" userId="f7100972-27fe-4ee6-8fb4-ec9b7931b409" providerId="ADAL" clId="{0686B37B-D7BE-45E2-BC9F-5C4505E6C795}" dt="2025-09-10T11:36:31.449" v="1667"/>
          <ac:inkMkLst>
            <pc:docMk/>
            <pc:sldMk cId="3863018802" sldId="595"/>
            <ac:inkMk id="25" creationId="{5645FA60-C75D-00A9-60E6-63C5EC5882CD}"/>
          </ac:inkMkLst>
        </pc:inkChg>
        <pc:cxnChg chg="add mod">
          <ac:chgData name="Deepika Vatsa" userId="f7100972-27fe-4ee6-8fb4-ec9b7931b409" providerId="ADAL" clId="{0686B37B-D7BE-45E2-BC9F-5C4505E6C795}" dt="2025-09-10T08:39:06.215" v="389" actId="1035"/>
          <ac:cxnSpMkLst>
            <pc:docMk/>
            <pc:sldMk cId="3863018802" sldId="595"/>
            <ac:cxnSpMk id="5" creationId="{880C768C-25E0-BC6D-6967-750837D3ED8C}"/>
          </ac:cxnSpMkLst>
        </pc:cxnChg>
        <pc:cxnChg chg="add mod">
          <ac:chgData name="Deepika Vatsa" userId="f7100972-27fe-4ee6-8fb4-ec9b7931b409" providerId="ADAL" clId="{0686B37B-D7BE-45E2-BC9F-5C4505E6C795}" dt="2025-09-10T08:39:32.010" v="412" actId="1037"/>
          <ac:cxnSpMkLst>
            <pc:docMk/>
            <pc:sldMk cId="3863018802" sldId="595"/>
            <ac:cxnSpMk id="23" creationId="{2C851B79-7FF4-5213-E851-0F455AAA990C}"/>
          </ac:cxnSpMkLst>
        </pc:cxnChg>
        <pc:cxnChg chg="add mod">
          <ac:chgData name="Deepika Vatsa" userId="f7100972-27fe-4ee6-8fb4-ec9b7931b409" providerId="ADAL" clId="{0686B37B-D7BE-45E2-BC9F-5C4505E6C795}" dt="2025-09-10T08:39:55.150" v="417" actId="14100"/>
          <ac:cxnSpMkLst>
            <pc:docMk/>
            <pc:sldMk cId="3863018802" sldId="595"/>
            <ac:cxnSpMk id="24" creationId="{EE21ACAD-1026-1E80-B831-CFAF61A36B24}"/>
          </ac:cxnSpMkLst>
        </pc:cxnChg>
        <pc:cxnChg chg="add mod">
          <ac:chgData name="Deepika Vatsa" userId="f7100972-27fe-4ee6-8fb4-ec9b7931b409" providerId="ADAL" clId="{0686B37B-D7BE-45E2-BC9F-5C4505E6C795}" dt="2025-09-10T08:42:16.135" v="529"/>
          <ac:cxnSpMkLst>
            <pc:docMk/>
            <pc:sldMk cId="3863018802" sldId="595"/>
            <ac:cxnSpMk id="31" creationId="{09700A44-5DF6-139D-E390-A0BE81947A18}"/>
          </ac:cxnSpMkLst>
        </pc:cxnChg>
      </pc:sldChg>
      <pc:sldChg chg="addSp delSp modSp add mod">
        <pc:chgData name="Deepika Vatsa" userId="f7100972-27fe-4ee6-8fb4-ec9b7931b409" providerId="ADAL" clId="{0686B37B-D7BE-45E2-BC9F-5C4505E6C795}" dt="2025-09-10T11:36:31.449" v="1667"/>
        <pc:sldMkLst>
          <pc:docMk/>
          <pc:sldMk cId="485055122" sldId="596"/>
        </pc:sldMkLst>
        <pc:spChg chg="mod">
          <ac:chgData name="Deepika Vatsa" userId="f7100972-27fe-4ee6-8fb4-ec9b7931b409" providerId="ADAL" clId="{0686B37B-D7BE-45E2-BC9F-5C4505E6C795}" dt="2025-09-10T08:40:59.974" v="479"/>
          <ac:spMkLst>
            <pc:docMk/>
            <pc:sldMk cId="485055122" sldId="596"/>
            <ac:spMk id="2" creationId="{00000000-0000-0000-0000-000000000000}"/>
          </ac:spMkLst>
        </pc:spChg>
        <pc:spChg chg="add mod ord">
          <ac:chgData name="Deepika Vatsa" userId="f7100972-27fe-4ee6-8fb4-ec9b7931b409" providerId="ADAL" clId="{0686B37B-D7BE-45E2-BC9F-5C4505E6C795}" dt="2025-09-10T08:42:42.489" v="532" actId="167"/>
          <ac:spMkLst>
            <pc:docMk/>
            <pc:sldMk cId="485055122" sldId="596"/>
            <ac:spMk id="26" creationId="{F52C76A9-9959-444F-7F9F-F62291417540}"/>
          </ac:spMkLst>
        </pc:spChg>
        <pc:spChg chg="add mod">
          <ac:chgData name="Deepika Vatsa" userId="f7100972-27fe-4ee6-8fb4-ec9b7931b409" providerId="ADAL" clId="{0686B37B-D7BE-45E2-BC9F-5C4505E6C795}" dt="2025-09-10T08:43:05.274" v="555" actId="14100"/>
          <ac:spMkLst>
            <pc:docMk/>
            <pc:sldMk cId="485055122" sldId="596"/>
            <ac:spMk id="32" creationId="{20767537-7944-2A03-2148-C6BBC54881C8}"/>
          </ac:spMkLst>
        </pc:spChg>
        <pc:spChg chg="mod">
          <ac:chgData name="Deepika Vatsa" userId="f7100972-27fe-4ee6-8fb4-ec9b7931b409" providerId="ADAL" clId="{0686B37B-D7BE-45E2-BC9F-5C4505E6C795}" dt="2025-09-10T08:41:22.352" v="524" actId="20577"/>
          <ac:spMkLst>
            <pc:docMk/>
            <pc:sldMk cId="485055122" sldId="596"/>
            <ac:spMk id="38" creationId="{90C16B20-101C-1834-9F9D-75514A3F3CD7}"/>
          </ac:spMkLst>
        </pc:spChg>
        <pc:inkChg chg="add">
          <ac:chgData name="Deepika Vatsa" userId="f7100972-27fe-4ee6-8fb4-ec9b7931b409" providerId="ADAL" clId="{0686B37B-D7BE-45E2-BC9F-5C4505E6C795}" dt="2025-09-10T11:36:31.449" v="1667"/>
          <ac:inkMkLst>
            <pc:docMk/>
            <pc:sldMk cId="485055122" sldId="596"/>
            <ac:inkMk id="5" creationId="{0CDCD15C-889B-FBD2-A059-C0A772BC8A93}"/>
          </ac:inkMkLst>
        </pc:inkChg>
        <pc:cxnChg chg="del">
          <ac:chgData name="Deepika Vatsa" userId="f7100972-27fe-4ee6-8fb4-ec9b7931b409" providerId="ADAL" clId="{0686B37B-D7BE-45E2-BC9F-5C4505E6C795}" dt="2025-09-10T08:41:27.783" v="526" actId="478"/>
          <ac:cxnSpMkLst>
            <pc:docMk/>
            <pc:sldMk cId="485055122" sldId="596"/>
            <ac:cxnSpMk id="5" creationId="{880C768C-25E0-BC6D-6967-750837D3ED8C}"/>
          </ac:cxnSpMkLst>
        </pc:cxnChg>
        <pc:cxnChg chg="mod">
          <ac:chgData name="Deepika Vatsa" userId="f7100972-27fe-4ee6-8fb4-ec9b7931b409" providerId="ADAL" clId="{0686B37B-D7BE-45E2-BC9F-5C4505E6C795}" dt="2025-09-10T08:42:09.429" v="528" actId="13822"/>
          <ac:cxnSpMkLst>
            <pc:docMk/>
            <pc:sldMk cId="485055122" sldId="596"/>
            <ac:cxnSpMk id="23" creationId="{2C851B79-7FF4-5213-E851-0F455AAA990C}"/>
          </ac:cxnSpMkLst>
        </pc:cxnChg>
        <pc:cxnChg chg="del mod">
          <ac:chgData name="Deepika Vatsa" userId="f7100972-27fe-4ee6-8fb4-ec9b7931b409" providerId="ADAL" clId="{0686B37B-D7BE-45E2-BC9F-5C4505E6C795}" dt="2025-09-10T08:41:25.731" v="525" actId="478"/>
          <ac:cxnSpMkLst>
            <pc:docMk/>
            <pc:sldMk cId="485055122" sldId="596"/>
            <ac:cxnSpMk id="24" creationId="{EE21ACAD-1026-1E80-B831-CFAF61A36B24}"/>
          </ac:cxnSpMkLst>
        </pc:cxnChg>
        <pc:cxnChg chg="add">
          <ac:chgData name="Deepika Vatsa" userId="f7100972-27fe-4ee6-8fb4-ec9b7931b409" providerId="ADAL" clId="{0686B37B-D7BE-45E2-BC9F-5C4505E6C795}" dt="2025-09-10T08:42:53.162" v="533" actId="11529"/>
          <ac:cxnSpMkLst>
            <pc:docMk/>
            <pc:sldMk cId="485055122" sldId="596"/>
            <ac:cxnSpMk id="31" creationId="{309E1409-B61C-1BFB-2F6F-8A2242B478A9}"/>
          </ac:cxnSpMkLst>
        </pc:cxnChg>
      </pc:sldChg>
      <pc:sldChg chg="add del">
        <pc:chgData name="Deepika Vatsa" userId="f7100972-27fe-4ee6-8fb4-ec9b7931b409" providerId="ADAL" clId="{0686B37B-D7BE-45E2-BC9F-5C4505E6C795}" dt="2025-09-10T08:34:53.397" v="64" actId="47"/>
        <pc:sldMkLst>
          <pc:docMk/>
          <pc:sldMk cId="2680060840" sldId="596"/>
        </pc:sldMkLst>
      </pc:sldChg>
      <pc:sldChg chg="addSp delSp modSp add mod">
        <pc:chgData name="Deepika Vatsa" userId="f7100972-27fe-4ee6-8fb4-ec9b7931b409" providerId="ADAL" clId="{0686B37B-D7BE-45E2-BC9F-5C4505E6C795}" dt="2025-09-10T11:36:31.449" v="1667"/>
        <pc:sldMkLst>
          <pc:docMk/>
          <pc:sldMk cId="3521986725" sldId="597"/>
        </pc:sldMkLst>
        <pc:spChg chg="del">
          <ac:chgData name="Deepika Vatsa" userId="f7100972-27fe-4ee6-8fb4-ec9b7931b409" providerId="ADAL" clId="{0686B37B-D7BE-45E2-BC9F-5C4505E6C795}" dt="2025-09-10T08:46:02.051" v="592" actId="478"/>
          <ac:spMkLst>
            <pc:docMk/>
            <pc:sldMk cId="3521986725" sldId="597"/>
            <ac:spMk id="7" creationId="{04F43C91-146D-1477-C4FC-49BD316D316F}"/>
          </ac:spMkLst>
        </pc:spChg>
        <pc:spChg chg="del">
          <ac:chgData name="Deepika Vatsa" userId="f7100972-27fe-4ee6-8fb4-ec9b7931b409" providerId="ADAL" clId="{0686B37B-D7BE-45E2-BC9F-5C4505E6C795}" dt="2025-09-10T08:46:02.051" v="592" actId="478"/>
          <ac:spMkLst>
            <pc:docMk/>
            <pc:sldMk cId="3521986725" sldId="597"/>
            <ac:spMk id="8" creationId="{BB05F2FD-3D8F-FAC7-AC76-BD30E32A1C5A}"/>
          </ac:spMkLst>
        </pc:spChg>
        <pc:spChg chg="del">
          <ac:chgData name="Deepika Vatsa" userId="f7100972-27fe-4ee6-8fb4-ec9b7931b409" providerId="ADAL" clId="{0686B37B-D7BE-45E2-BC9F-5C4505E6C795}" dt="2025-09-10T08:46:02.051" v="592" actId="478"/>
          <ac:spMkLst>
            <pc:docMk/>
            <pc:sldMk cId="3521986725" sldId="597"/>
            <ac:spMk id="9" creationId="{36CE456F-0991-C61B-BC31-FDCF24EF410C}"/>
          </ac:spMkLst>
        </pc:spChg>
        <pc:spChg chg="del">
          <ac:chgData name="Deepika Vatsa" userId="f7100972-27fe-4ee6-8fb4-ec9b7931b409" providerId="ADAL" clId="{0686B37B-D7BE-45E2-BC9F-5C4505E6C795}" dt="2025-09-10T08:46:02.051" v="592" actId="478"/>
          <ac:spMkLst>
            <pc:docMk/>
            <pc:sldMk cId="3521986725" sldId="597"/>
            <ac:spMk id="10" creationId="{8A12E7B0-5FDF-F79A-758A-689499986BF7}"/>
          </ac:spMkLst>
        </pc:spChg>
        <pc:spChg chg="del">
          <ac:chgData name="Deepika Vatsa" userId="f7100972-27fe-4ee6-8fb4-ec9b7931b409" providerId="ADAL" clId="{0686B37B-D7BE-45E2-BC9F-5C4505E6C795}" dt="2025-09-10T08:46:02.051" v="592" actId="478"/>
          <ac:spMkLst>
            <pc:docMk/>
            <pc:sldMk cId="3521986725" sldId="597"/>
            <ac:spMk id="11" creationId="{61049285-C1BB-A250-5EDB-02DAB5A4ACDC}"/>
          </ac:spMkLst>
        </pc:spChg>
        <pc:spChg chg="del">
          <ac:chgData name="Deepika Vatsa" userId="f7100972-27fe-4ee6-8fb4-ec9b7931b409" providerId="ADAL" clId="{0686B37B-D7BE-45E2-BC9F-5C4505E6C795}" dt="2025-09-10T08:46:02.051" v="592" actId="478"/>
          <ac:spMkLst>
            <pc:docMk/>
            <pc:sldMk cId="3521986725" sldId="597"/>
            <ac:spMk id="12" creationId="{E11BCB81-AAF9-A4B9-247C-033B3352D5C5}"/>
          </ac:spMkLst>
        </pc:spChg>
        <pc:spChg chg="del">
          <ac:chgData name="Deepika Vatsa" userId="f7100972-27fe-4ee6-8fb4-ec9b7931b409" providerId="ADAL" clId="{0686B37B-D7BE-45E2-BC9F-5C4505E6C795}" dt="2025-09-10T08:46:02.051" v="592" actId="478"/>
          <ac:spMkLst>
            <pc:docMk/>
            <pc:sldMk cId="3521986725" sldId="597"/>
            <ac:spMk id="13" creationId="{3A64B8D6-ADA1-34CA-0841-68FA879067A3}"/>
          </ac:spMkLst>
        </pc:spChg>
        <pc:spChg chg="del">
          <ac:chgData name="Deepika Vatsa" userId="f7100972-27fe-4ee6-8fb4-ec9b7931b409" providerId="ADAL" clId="{0686B37B-D7BE-45E2-BC9F-5C4505E6C795}" dt="2025-09-10T08:46:02.051" v="592" actId="478"/>
          <ac:spMkLst>
            <pc:docMk/>
            <pc:sldMk cId="3521986725" sldId="597"/>
            <ac:spMk id="14" creationId="{E12A5FFF-992B-FFB6-E0E2-2E5525EA93F3}"/>
          </ac:spMkLst>
        </pc:spChg>
        <pc:spChg chg="del">
          <ac:chgData name="Deepika Vatsa" userId="f7100972-27fe-4ee6-8fb4-ec9b7931b409" providerId="ADAL" clId="{0686B37B-D7BE-45E2-BC9F-5C4505E6C795}" dt="2025-09-10T08:46:02.051" v="592" actId="478"/>
          <ac:spMkLst>
            <pc:docMk/>
            <pc:sldMk cId="3521986725" sldId="597"/>
            <ac:spMk id="15" creationId="{B50E4002-3033-94F2-3671-7ED49208F699}"/>
          </ac:spMkLst>
        </pc:spChg>
        <pc:spChg chg="del">
          <ac:chgData name="Deepika Vatsa" userId="f7100972-27fe-4ee6-8fb4-ec9b7931b409" providerId="ADAL" clId="{0686B37B-D7BE-45E2-BC9F-5C4505E6C795}" dt="2025-09-10T08:46:02.051" v="592" actId="478"/>
          <ac:spMkLst>
            <pc:docMk/>
            <pc:sldMk cId="3521986725" sldId="597"/>
            <ac:spMk id="16" creationId="{F2E40D3C-2EAE-2710-ECB3-0C509BCF18F7}"/>
          </ac:spMkLst>
        </pc:spChg>
        <pc:spChg chg="del">
          <ac:chgData name="Deepika Vatsa" userId="f7100972-27fe-4ee6-8fb4-ec9b7931b409" providerId="ADAL" clId="{0686B37B-D7BE-45E2-BC9F-5C4505E6C795}" dt="2025-09-10T08:46:02.051" v="592" actId="478"/>
          <ac:spMkLst>
            <pc:docMk/>
            <pc:sldMk cId="3521986725" sldId="597"/>
            <ac:spMk id="17" creationId="{9D150CD9-313E-FF5E-5A19-341DF03CE210}"/>
          </ac:spMkLst>
        </pc:spChg>
        <pc:spChg chg="del">
          <ac:chgData name="Deepika Vatsa" userId="f7100972-27fe-4ee6-8fb4-ec9b7931b409" providerId="ADAL" clId="{0686B37B-D7BE-45E2-BC9F-5C4505E6C795}" dt="2025-09-10T08:46:02.051" v="592" actId="478"/>
          <ac:spMkLst>
            <pc:docMk/>
            <pc:sldMk cId="3521986725" sldId="597"/>
            <ac:spMk id="18" creationId="{34D2D0B3-819F-D621-4FAA-2C81858A8A24}"/>
          </ac:spMkLst>
        </pc:spChg>
        <pc:spChg chg="del">
          <ac:chgData name="Deepika Vatsa" userId="f7100972-27fe-4ee6-8fb4-ec9b7931b409" providerId="ADAL" clId="{0686B37B-D7BE-45E2-BC9F-5C4505E6C795}" dt="2025-09-10T08:46:02.051" v="592" actId="478"/>
          <ac:spMkLst>
            <pc:docMk/>
            <pc:sldMk cId="3521986725" sldId="597"/>
            <ac:spMk id="19" creationId="{3EA0E23C-464D-DAC7-B612-F0E6436D9A9C}"/>
          </ac:spMkLst>
        </pc:spChg>
        <pc:spChg chg="del">
          <ac:chgData name="Deepika Vatsa" userId="f7100972-27fe-4ee6-8fb4-ec9b7931b409" providerId="ADAL" clId="{0686B37B-D7BE-45E2-BC9F-5C4505E6C795}" dt="2025-09-10T08:46:02.051" v="592" actId="478"/>
          <ac:spMkLst>
            <pc:docMk/>
            <pc:sldMk cId="3521986725" sldId="597"/>
            <ac:spMk id="20" creationId="{83D6B5E4-79EA-A861-ACAD-D0971025B252}"/>
          </ac:spMkLst>
        </pc:spChg>
        <pc:spChg chg="del">
          <ac:chgData name="Deepika Vatsa" userId="f7100972-27fe-4ee6-8fb4-ec9b7931b409" providerId="ADAL" clId="{0686B37B-D7BE-45E2-BC9F-5C4505E6C795}" dt="2025-09-10T08:46:02.051" v="592" actId="478"/>
          <ac:spMkLst>
            <pc:docMk/>
            <pc:sldMk cId="3521986725" sldId="597"/>
            <ac:spMk id="21" creationId="{EF968A81-980B-8C1F-DED6-6926A2E55A29}"/>
          </ac:spMkLst>
        </pc:spChg>
        <pc:spChg chg="del">
          <ac:chgData name="Deepika Vatsa" userId="f7100972-27fe-4ee6-8fb4-ec9b7931b409" providerId="ADAL" clId="{0686B37B-D7BE-45E2-BC9F-5C4505E6C795}" dt="2025-09-10T08:46:02.051" v="592" actId="478"/>
          <ac:spMkLst>
            <pc:docMk/>
            <pc:sldMk cId="3521986725" sldId="597"/>
            <ac:spMk id="22" creationId="{17BA0261-582E-5E4E-EBA2-8977E28ED40E}"/>
          </ac:spMkLst>
        </pc:spChg>
        <pc:spChg chg="del">
          <ac:chgData name="Deepika Vatsa" userId="f7100972-27fe-4ee6-8fb4-ec9b7931b409" providerId="ADAL" clId="{0686B37B-D7BE-45E2-BC9F-5C4505E6C795}" dt="2025-09-10T08:46:02.051" v="592" actId="478"/>
          <ac:spMkLst>
            <pc:docMk/>
            <pc:sldMk cId="3521986725" sldId="597"/>
            <ac:spMk id="27" creationId="{C0D24B77-B046-107D-9392-2619E8FE7E7C}"/>
          </ac:spMkLst>
        </pc:spChg>
        <pc:spChg chg="del">
          <ac:chgData name="Deepika Vatsa" userId="f7100972-27fe-4ee6-8fb4-ec9b7931b409" providerId="ADAL" clId="{0686B37B-D7BE-45E2-BC9F-5C4505E6C795}" dt="2025-09-10T08:46:02.051" v="592" actId="478"/>
          <ac:spMkLst>
            <pc:docMk/>
            <pc:sldMk cId="3521986725" sldId="597"/>
            <ac:spMk id="28" creationId="{F4DC935D-6FEE-4794-5CE5-A1B4C4324A56}"/>
          </ac:spMkLst>
        </pc:spChg>
        <pc:spChg chg="del">
          <ac:chgData name="Deepika Vatsa" userId="f7100972-27fe-4ee6-8fb4-ec9b7931b409" providerId="ADAL" clId="{0686B37B-D7BE-45E2-BC9F-5C4505E6C795}" dt="2025-09-10T08:46:02.051" v="592" actId="478"/>
          <ac:spMkLst>
            <pc:docMk/>
            <pc:sldMk cId="3521986725" sldId="597"/>
            <ac:spMk id="29" creationId="{8D74232C-7F4A-024A-9C2D-4E5E2A2A8769}"/>
          </ac:spMkLst>
        </pc:spChg>
        <pc:spChg chg="add mod">
          <ac:chgData name="Deepika Vatsa" userId="f7100972-27fe-4ee6-8fb4-ec9b7931b409" providerId="ADAL" clId="{0686B37B-D7BE-45E2-BC9F-5C4505E6C795}" dt="2025-09-10T08:46:20.302" v="640" actId="1038"/>
          <ac:spMkLst>
            <pc:docMk/>
            <pc:sldMk cId="3521986725" sldId="597"/>
            <ac:spMk id="30" creationId="{2D406947-5EFF-07C1-0008-79378E6EB06B}"/>
          </ac:spMkLst>
        </pc:spChg>
        <pc:spChg chg="add mod">
          <ac:chgData name="Deepika Vatsa" userId="f7100972-27fe-4ee6-8fb4-ec9b7931b409" providerId="ADAL" clId="{0686B37B-D7BE-45E2-BC9F-5C4505E6C795}" dt="2025-09-10T08:46:20.302" v="640" actId="1038"/>
          <ac:spMkLst>
            <pc:docMk/>
            <pc:sldMk cId="3521986725" sldId="597"/>
            <ac:spMk id="31" creationId="{8CD1378B-2DEA-8AA9-691E-5DFB285E9A32}"/>
          </ac:spMkLst>
        </pc:spChg>
        <pc:spChg chg="add mod">
          <ac:chgData name="Deepika Vatsa" userId="f7100972-27fe-4ee6-8fb4-ec9b7931b409" providerId="ADAL" clId="{0686B37B-D7BE-45E2-BC9F-5C4505E6C795}" dt="2025-09-10T08:46:20.302" v="640" actId="1038"/>
          <ac:spMkLst>
            <pc:docMk/>
            <pc:sldMk cId="3521986725" sldId="597"/>
            <ac:spMk id="32" creationId="{088F7478-BD1F-BE8E-89AD-A4DCE489A313}"/>
          </ac:spMkLst>
        </pc:spChg>
        <pc:spChg chg="add mod">
          <ac:chgData name="Deepika Vatsa" userId="f7100972-27fe-4ee6-8fb4-ec9b7931b409" providerId="ADAL" clId="{0686B37B-D7BE-45E2-BC9F-5C4505E6C795}" dt="2025-09-10T08:46:20.302" v="640" actId="1038"/>
          <ac:spMkLst>
            <pc:docMk/>
            <pc:sldMk cId="3521986725" sldId="597"/>
            <ac:spMk id="33" creationId="{EE16774E-2E0C-3398-525B-BB24E81F3896}"/>
          </ac:spMkLst>
        </pc:spChg>
        <pc:spChg chg="add mod">
          <ac:chgData name="Deepika Vatsa" userId="f7100972-27fe-4ee6-8fb4-ec9b7931b409" providerId="ADAL" clId="{0686B37B-D7BE-45E2-BC9F-5C4505E6C795}" dt="2025-09-10T08:46:20.302" v="640" actId="1038"/>
          <ac:spMkLst>
            <pc:docMk/>
            <pc:sldMk cId="3521986725" sldId="597"/>
            <ac:spMk id="34" creationId="{3D9547D2-80AC-C155-BA4E-A69EF0BC1F8B}"/>
          </ac:spMkLst>
        </pc:spChg>
        <pc:spChg chg="add mod">
          <ac:chgData name="Deepika Vatsa" userId="f7100972-27fe-4ee6-8fb4-ec9b7931b409" providerId="ADAL" clId="{0686B37B-D7BE-45E2-BC9F-5C4505E6C795}" dt="2025-09-10T08:46:20.302" v="640" actId="1038"/>
          <ac:spMkLst>
            <pc:docMk/>
            <pc:sldMk cId="3521986725" sldId="597"/>
            <ac:spMk id="35" creationId="{D554993F-9CB6-8464-25F8-A3DFF2E5E238}"/>
          </ac:spMkLst>
        </pc:spChg>
        <pc:spChg chg="add mod">
          <ac:chgData name="Deepika Vatsa" userId="f7100972-27fe-4ee6-8fb4-ec9b7931b409" providerId="ADAL" clId="{0686B37B-D7BE-45E2-BC9F-5C4505E6C795}" dt="2025-09-10T08:46:20.302" v="640" actId="1038"/>
          <ac:spMkLst>
            <pc:docMk/>
            <pc:sldMk cId="3521986725" sldId="597"/>
            <ac:spMk id="36" creationId="{0F43649A-3B98-34E3-7134-0166CBDB4853}"/>
          </ac:spMkLst>
        </pc:spChg>
        <pc:spChg chg="add mod">
          <ac:chgData name="Deepika Vatsa" userId="f7100972-27fe-4ee6-8fb4-ec9b7931b409" providerId="ADAL" clId="{0686B37B-D7BE-45E2-BC9F-5C4505E6C795}" dt="2025-09-10T08:46:20.302" v="640" actId="1038"/>
          <ac:spMkLst>
            <pc:docMk/>
            <pc:sldMk cId="3521986725" sldId="597"/>
            <ac:spMk id="37" creationId="{C524C3FC-E83F-1511-812F-752CC357AFF2}"/>
          </ac:spMkLst>
        </pc:spChg>
        <pc:spChg chg="mod">
          <ac:chgData name="Deepika Vatsa" userId="f7100972-27fe-4ee6-8fb4-ec9b7931b409" providerId="ADAL" clId="{0686B37B-D7BE-45E2-BC9F-5C4505E6C795}" dt="2025-09-10T08:46:28.536" v="641" actId="113"/>
          <ac:spMkLst>
            <pc:docMk/>
            <pc:sldMk cId="3521986725" sldId="597"/>
            <ac:spMk id="38" creationId="{90C16B20-101C-1834-9F9D-75514A3F3CD7}"/>
          </ac:spMkLst>
        </pc:spChg>
        <pc:spChg chg="add mod">
          <ac:chgData name="Deepika Vatsa" userId="f7100972-27fe-4ee6-8fb4-ec9b7931b409" providerId="ADAL" clId="{0686B37B-D7BE-45E2-BC9F-5C4505E6C795}" dt="2025-09-10T08:46:20.302" v="640" actId="1038"/>
          <ac:spMkLst>
            <pc:docMk/>
            <pc:sldMk cId="3521986725" sldId="597"/>
            <ac:spMk id="39" creationId="{3F6A1879-BE83-23E0-B418-F2CAC83100BF}"/>
          </ac:spMkLst>
        </pc:spChg>
        <pc:spChg chg="add mod">
          <ac:chgData name="Deepika Vatsa" userId="f7100972-27fe-4ee6-8fb4-ec9b7931b409" providerId="ADAL" clId="{0686B37B-D7BE-45E2-BC9F-5C4505E6C795}" dt="2025-09-10T08:46:20.302" v="640" actId="1038"/>
          <ac:spMkLst>
            <pc:docMk/>
            <pc:sldMk cId="3521986725" sldId="597"/>
            <ac:spMk id="40" creationId="{6206DC5E-5F12-C73D-8707-6BB42F660B0F}"/>
          </ac:spMkLst>
        </pc:spChg>
        <pc:spChg chg="add mod">
          <ac:chgData name="Deepika Vatsa" userId="f7100972-27fe-4ee6-8fb4-ec9b7931b409" providerId="ADAL" clId="{0686B37B-D7BE-45E2-BC9F-5C4505E6C795}" dt="2025-09-10T08:46:20.302" v="640" actId="1038"/>
          <ac:spMkLst>
            <pc:docMk/>
            <pc:sldMk cId="3521986725" sldId="597"/>
            <ac:spMk id="41" creationId="{32D67BE0-13CC-3622-C590-B41FC23DD8B0}"/>
          </ac:spMkLst>
        </pc:spChg>
        <pc:spChg chg="add mod">
          <ac:chgData name="Deepika Vatsa" userId="f7100972-27fe-4ee6-8fb4-ec9b7931b409" providerId="ADAL" clId="{0686B37B-D7BE-45E2-BC9F-5C4505E6C795}" dt="2025-09-10T08:46:20.302" v="640" actId="1038"/>
          <ac:spMkLst>
            <pc:docMk/>
            <pc:sldMk cId="3521986725" sldId="597"/>
            <ac:spMk id="42" creationId="{B6889B68-6863-E2C2-0221-40C2765B9F84}"/>
          </ac:spMkLst>
        </pc:spChg>
        <pc:spChg chg="add mod">
          <ac:chgData name="Deepika Vatsa" userId="f7100972-27fe-4ee6-8fb4-ec9b7931b409" providerId="ADAL" clId="{0686B37B-D7BE-45E2-BC9F-5C4505E6C795}" dt="2025-09-10T08:46:20.302" v="640" actId="1038"/>
          <ac:spMkLst>
            <pc:docMk/>
            <pc:sldMk cId="3521986725" sldId="597"/>
            <ac:spMk id="43" creationId="{830233D0-74CB-AB33-24CA-AE60F6335BBD}"/>
          </ac:spMkLst>
        </pc:spChg>
        <pc:spChg chg="add mod">
          <ac:chgData name="Deepika Vatsa" userId="f7100972-27fe-4ee6-8fb4-ec9b7931b409" providerId="ADAL" clId="{0686B37B-D7BE-45E2-BC9F-5C4505E6C795}" dt="2025-09-10T08:46:20.302" v="640" actId="1038"/>
          <ac:spMkLst>
            <pc:docMk/>
            <pc:sldMk cId="3521986725" sldId="597"/>
            <ac:spMk id="44" creationId="{B84295BD-5CE8-78FD-C7BB-6A2194B1F875}"/>
          </ac:spMkLst>
        </pc:spChg>
        <pc:spChg chg="add mod">
          <ac:chgData name="Deepika Vatsa" userId="f7100972-27fe-4ee6-8fb4-ec9b7931b409" providerId="ADAL" clId="{0686B37B-D7BE-45E2-BC9F-5C4505E6C795}" dt="2025-09-10T08:46:20.302" v="640" actId="1038"/>
          <ac:spMkLst>
            <pc:docMk/>
            <pc:sldMk cId="3521986725" sldId="597"/>
            <ac:spMk id="46" creationId="{D3169068-EBBA-0BEC-AAF6-7A831F8F2A6E}"/>
          </ac:spMkLst>
        </pc:spChg>
        <pc:spChg chg="add mod">
          <ac:chgData name="Deepika Vatsa" userId="f7100972-27fe-4ee6-8fb4-ec9b7931b409" providerId="ADAL" clId="{0686B37B-D7BE-45E2-BC9F-5C4505E6C795}" dt="2025-09-10T08:46:20.302" v="640" actId="1038"/>
          <ac:spMkLst>
            <pc:docMk/>
            <pc:sldMk cId="3521986725" sldId="597"/>
            <ac:spMk id="47" creationId="{27709FF9-153E-5F68-E602-AA66469C80A6}"/>
          </ac:spMkLst>
        </pc:spChg>
        <pc:spChg chg="add mod">
          <ac:chgData name="Deepika Vatsa" userId="f7100972-27fe-4ee6-8fb4-ec9b7931b409" providerId="ADAL" clId="{0686B37B-D7BE-45E2-BC9F-5C4505E6C795}" dt="2025-09-10T08:46:20.302" v="640" actId="1038"/>
          <ac:spMkLst>
            <pc:docMk/>
            <pc:sldMk cId="3521986725" sldId="597"/>
            <ac:spMk id="48" creationId="{91530211-F06A-E95D-B0A0-5AD534DDDF34}"/>
          </ac:spMkLst>
        </pc:spChg>
        <pc:spChg chg="add mod">
          <ac:chgData name="Deepika Vatsa" userId="f7100972-27fe-4ee6-8fb4-ec9b7931b409" providerId="ADAL" clId="{0686B37B-D7BE-45E2-BC9F-5C4505E6C795}" dt="2025-09-10T08:46:20.302" v="640" actId="1038"/>
          <ac:spMkLst>
            <pc:docMk/>
            <pc:sldMk cId="3521986725" sldId="597"/>
            <ac:spMk id="52" creationId="{758495BC-E20A-4401-4188-BC11B6E86F08}"/>
          </ac:spMkLst>
        </pc:spChg>
        <pc:inkChg chg="add">
          <ac:chgData name="Deepika Vatsa" userId="f7100972-27fe-4ee6-8fb4-ec9b7931b409" providerId="ADAL" clId="{0686B37B-D7BE-45E2-BC9F-5C4505E6C795}" dt="2025-09-10T11:36:31.449" v="1667"/>
          <ac:inkMkLst>
            <pc:docMk/>
            <pc:sldMk cId="3521986725" sldId="597"/>
            <ac:inkMk id="4" creationId="{C0602AEF-6993-E331-B2D1-7814E95889E0}"/>
          </ac:inkMkLst>
        </pc:inkChg>
        <pc:cxnChg chg="del">
          <ac:chgData name="Deepika Vatsa" userId="f7100972-27fe-4ee6-8fb4-ec9b7931b409" providerId="ADAL" clId="{0686B37B-D7BE-45E2-BC9F-5C4505E6C795}" dt="2025-09-10T08:46:02.051" v="592" actId="478"/>
          <ac:cxnSpMkLst>
            <pc:docMk/>
            <pc:sldMk cId="3521986725" sldId="597"/>
            <ac:cxnSpMk id="4" creationId="{869F1D7B-B114-EBF7-015B-B3A9A939B7AB}"/>
          </ac:cxnSpMkLst>
        </pc:cxnChg>
        <pc:cxnChg chg="del">
          <ac:chgData name="Deepika Vatsa" userId="f7100972-27fe-4ee6-8fb4-ec9b7931b409" providerId="ADAL" clId="{0686B37B-D7BE-45E2-BC9F-5C4505E6C795}" dt="2025-09-10T08:46:02.051" v="592" actId="478"/>
          <ac:cxnSpMkLst>
            <pc:docMk/>
            <pc:sldMk cId="3521986725" sldId="597"/>
            <ac:cxnSpMk id="5" creationId="{880C768C-25E0-BC6D-6967-750837D3ED8C}"/>
          </ac:cxnSpMkLst>
        </pc:cxnChg>
        <pc:cxnChg chg="del">
          <ac:chgData name="Deepika Vatsa" userId="f7100972-27fe-4ee6-8fb4-ec9b7931b409" providerId="ADAL" clId="{0686B37B-D7BE-45E2-BC9F-5C4505E6C795}" dt="2025-09-10T08:46:02.051" v="592" actId="478"/>
          <ac:cxnSpMkLst>
            <pc:docMk/>
            <pc:sldMk cId="3521986725" sldId="597"/>
            <ac:cxnSpMk id="6" creationId="{BDA509E0-D227-26D6-A947-CD65D15F2CEE}"/>
          </ac:cxnSpMkLst>
        </pc:cxnChg>
        <pc:cxnChg chg="del">
          <ac:chgData name="Deepika Vatsa" userId="f7100972-27fe-4ee6-8fb4-ec9b7931b409" providerId="ADAL" clId="{0686B37B-D7BE-45E2-BC9F-5C4505E6C795}" dt="2025-09-10T08:46:02.051" v="592" actId="478"/>
          <ac:cxnSpMkLst>
            <pc:docMk/>
            <pc:sldMk cId="3521986725" sldId="597"/>
            <ac:cxnSpMk id="23" creationId="{2C851B79-7FF4-5213-E851-0F455AAA990C}"/>
          </ac:cxnSpMkLst>
        </pc:cxnChg>
        <pc:cxnChg chg="del mod">
          <ac:chgData name="Deepika Vatsa" userId="f7100972-27fe-4ee6-8fb4-ec9b7931b409" providerId="ADAL" clId="{0686B37B-D7BE-45E2-BC9F-5C4505E6C795}" dt="2025-09-10T08:46:02.051" v="592" actId="478"/>
          <ac:cxnSpMkLst>
            <pc:docMk/>
            <pc:sldMk cId="3521986725" sldId="597"/>
            <ac:cxnSpMk id="24" creationId="{EE21ACAD-1026-1E80-B831-CFAF61A36B24}"/>
          </ac:cxnSpMkLst>
        </pc:cxnChg>
        <pc:cxnChg chg="add mod">
          <ac:chgData name="Deepika Vatsa" userId="f7100972-27fe-4ee6-8fb4-ec9b7931b409" providerId="ADAL" clId="{0686B37B-D7BE-45E2-BC9F-5C4505E6C795}" dt="2025-09-10T08:46:20.302" v="640" actId="1038"/>
          <ac:cxnSpMkLst>
            <pc:docMk/>
            <pc:sldMk cId="3521986725" sldId="597"/>
            <ac:cxnSpMk id="25" creationId="{060B9C80-C094-3B59-C6A4-778B1D6A75D1}"/>
          </ac:cxnSpMkLst>
        </pc:cxnChg>
        <pc:cxnChg chg="add mod">
          <ac:chgData name="Deepika Vatsa" userId="f7100972-27fe-4ee6-8fb4-ec9b7931b409" providerId="ADAL" clId="{0686B37B-D7BE-45E2-BC9F-5C4505E6C795}" dt="2025-09-10T08:46:20.302" v="640" actId="1038"/>
          <ac:cxnSpMkLst>
            <pc:docMk/>
            <pc:sldMk cId="3521986725" sldId="597"/>
            <ac:cxnSpMk id="26" creationId="{EFF3C667-19AE-A475-B031-B683BCA70DD2}"/>
          </ac:cxnSpMkLst>
        </pc:cxnChg>
        <pc:cxnChg chg="add mod">
          <ac:chgData name="Deepika Vatsa" userId="f7100972-27fe-4ee6-8fb4-ec9b7931b409" providerId="ADAL" clId="{0686B37B-D7BE-45E2-BC9F-5C4505E6C795}" dt="2025-09-10T08:46:20.302" v="640" actId="1038"/>
          <ac:cxnSpMkLst>
            <pc:docMk/>
            <pc:sldMk cId="3521986725" sldId="597"/>
            <ac:cxnSpMk id="45" creationId="{132FCE7D-B6B1-4D5C-A0DA-4F68BC8E95C4}"/>
          </ac:cxnSpMkLst>
        </pc:cxnChg>
        <pc:cxnChg chg="add mod">
          <ac:chgData name="Deepika Vatsa" userId="f7100972-27fe-4ee6-8fb4-ec9b7931b409" providerId="ADAL" clId="{0686B37B-D7BE-45E2-BC9F-5C4505E6C795}" dt="2025-09-10T08:46:20.302" v="640" actId="1038"/>
          <ac:cxnSpMkLst>
            <pc:docMk/>
            <pc:sldMk cId="3521986725" sldId="597"/>
            <ac:cxnSpMk id="49" creationId="{7909FB90-61BC-38A1-58DF-A5608EF3C4E3}"/>
          </ac:cxnSpMkLst>
        </pc:cxnChg>
        <pc:cxnChg chg="add mod">
          <ac:chgData name="Deepika Vatsa" userId="f7100972-27fe-4ee6-8fb4-ec9b7931b409" providerId="ADAL" clId="{0686B37B-D7BE-45E2-BC9F-5C4505E6C795}" dt="2025-09-10T08:46:20.302" v="640" actId="1038"/>
          <ac:cxnSpMkLst>
            <pc:docMk/>
            <pc:sldMk cId="3521986725" sldId="597"/>
            <ac:cxnSpMk id="50" creationId="{93BF36B4-D4A0-3685-5EFD-18FE5AD74DD9}"/>
          </ac:cxnSpMkLst>
        </pc:cxnChg>
        <pc:cxnChg chg="add mod">
          <ac:chgData name="Deepika Vatsa" userId="f7100972-27fe-4ee6-8fb4-ec9b7931b409" providerId="ADAL" clId="{0686B37B-D7BE-45E2-BC9F-5C4505E6C795}" dt="2025-09-10T08:46:20.302" v="640" actId="1038"/>
          <ac:cxnSpMkLst>
            <pc:docMk/>
            <pc:sldMk cId="3521986725" sldId="597"/>
            <ac:cxnSpMk id="51" creationId="{1EABC7AC-9AB6-C23F-12E5-65D886AB1A21}"/>
          </ac:cxnSpMkLst>
        </pc:cxnChg>
      </pc:sldChg>
      <pc:sldChg chg="addSp delSp modSp add mod">
        <pc:chgData name="Deepika Vatsa" userId="f7100972-27fe-4ee6-8fb4-ec9b7931b409" providerId="ADAL" clId="{0686B37B-D7BE-45E2-BC9F-5C4505E6C795}" dt="2025-09-10T11:36:31.449" v="1667"/>
        <pc:sldMkLst>
          <pc:docMk/>
          <pc:sldMk cId="76242864" sldId="598"/>
        </pc:sldMkLst>
        <pc:spChg chg="mod">
          <ac:chgData name="Deepika Vatsa" userId="f7100972-27fe-4ee6-8fb4-ec9b7931b409" providerId="ADAL" clId="{0686B37B-D7BE-45E2-BC9F-5C4505E6C795}" dt="2025-09-10T08:46:54.973" v="672" actId="20577"/>
          <ac:spMkLst>
            <pc:docMk/>
            <pc:sldMk cId="76242864" sldId="598"/>
            <ac:spMk id="2" creationId="{00000000-0000-0000-0000-000000000000}"/>
          </ac:spMkLst>
        </pc:spChg>
        <pc:spChg chg="del">
          <ac:chgData name="Deepika Vatsa" userId="f7100972-27fe-4ee6-8fb4-ec9b7931b409" providerId="ADAL" clId="{0686B37B-D7BE-45E2-BC9F-5C4505E6C795}" dt="2025-09-10T08:47:52.645" v="676" actId="478"/>
          <ac:spMkLst>
            <pc:docMk/>
            <pc:sldMk cId="76242864" sldId="598"/>
            <ac:spMk id="30" creationId="{2D406947-5EFF-07C1-0008-79378E6EB06B}"/>
          </ac:spMkLst>
        </pc:spChg>
        <pc:spChg chg="del">
          <ac:chgData name="Deepika Vatsa" userId="f7100972-27fe-4ee6-8fb4-ec9b7931b409" providerId="ADAL" clId="{0686B37B-D7BE-45E2-BC9F-5C4505E6C795}" dt="2025-09-10T08:47:52.645" v="676" actId="478"/>
          <ac:spMkLst>
            <pc:docMk/>
            <pc:sldMk cId="76242864" sldId="598"/>
            <ac:spMk id="31" creationId="{8CD1378B-2DEA-8AA9-691E-5DFB285E9A32}"/>
          </ac:spMkLst>
        </pc:spChg>
        <pc:spChg chg="del">
          <ac:chgData name="Deepika Vatsa" userId="f7100972-27fe-4ee6-8fb4-ec9b7931b409" providerId="ADAL" clId="{0686B37B-D7BE-45E2-BC9F-5C4505E6C795}" dt="2025-09-10T08:47:52.645" v="676" actId="478"/>
          <ac:spMkLst>
            <pc:docMk/>
            <pc:sldMk cId="76242864" sldId="598"/>
            <ac:spMk id="32" creationId="{088F7478-BD1F-BE8E-89AD-A4DCE489A313}"/>
          </ac:spMkLst>
        </pc:spChg>
        <pc:spChg chg="del">
          <ac:chgData name="Deepika Vatsa" userId="f7100972-27fe-4ee6-8fb4-ec9b7931b409" providerId="ADAL" clId="{0686B37B-D7BE-45E2-BC9F-5C4505E6C795}" dt="2025-09-10T08:47:52.645" v="676" actId="478"/>
          <ac:spMkLst>
            <pc:docMk/>
            <pc:sldMk cId="76242864" sldId="598"/>
            <ac:spMk id="33" creationId="{EE16774E-2E0C-3398-525B-BB24E81F3896}"/>
          </ac:spMkLst>
        </pc:spChg>
        <pc:spChg chg="del">
          <ac:chgData name="Deepika Vatsa" userId="f7100972-27fe-4ee6-8fb4-ec9b7931b409" providerId="ADAL" clId="{0686B37B-D7BE-45E2-BC9F-5C4505E6C795}" dt="2025-09-10T08:47:52.645" v="676" actId="478"/>
          <ac:spMkLst>
            <pc:docMk/>
            <pc:sldMk cId="76242864" sldId="598"/>
            <ac:spMk id="34" creationId="{3D9547D2-80AC-C155-BA4E-A69EF0BC1F8B}"/>
          </ac:spMkLst>
        </pc:spChg>
        <pc:spChg chg="del">
          <ac:chgData name="Deepika Vatsa" userId="f7100972-27fe-4ee6-8fb4-ec9b7931b409" providerId="ADAL" clId="{0686B37B-D7BE-45E2-BC9F-5C4505E6C795}" dt="2025-09-10T08:47:52.645" v="676" actId="478"/>
          <ac:spMkLst>
            <pc:docMk/>
            <pc:sldMk cId="76242864" sldId="598"/>
            <ac:spMk id="35" creationId="{D554993F-9CB6-8464-25F8-A3DFF2E5E238}"/>
          </ac:spMkLst>
        </pc:spChg>
        <pc:spChg chg="del">
          <ac:chgData name="Deepika Vatsa" userId="f7100972-27fe-4ee6-8fb4-ec9b7931b409" providerId="ADAL" clId="{0686B37B-D7BE-45E2-BC9F-5C4505E6C795}" dt="2025-09-10T08:47:52.645" v="676" actId="478"/>
          <ac:spMkLst>
            <pc:docMk/>
            <pc:sldMk cId="76242864" sldId="598"/>
            <ac:spMk id="36" creationId="{0F43649A-3B98-34E3-7134-0166CBDB4853}"/>
          </ac:spMkLst>
        </pc:spChg>
        <pc:spChg chg="del">
          <ac:chgData name="Deepika Vatsa" userId="f7100972-27fe-4ee6-8fb4-ec9b7931b409" providerId="ADAL" clId="{0686B37B-D7BE-45E2-BC9F-5C4505E6C795}" dt="2025-09-10T08:47:52.645" v="676" actId="478"/>
          <ac:spMkLst>
            <pc:docMk/>
            <pc:sldMk cId="76242864" sldId="598"/>
            <ac:spMk id="37" creationId="{C524C3FC-E83F-1511-812F-752CC357AFF2}"/>
          </ac:spMkLst>
        </pc:spChg>
        <pc:spChg chg="mod">
          <ac:chgData name="Deepika Vatsa" userId="f7100972-27fe-4ee6-8fb4-ec9b7931b409" providerId="ADAL" clId="{0686B37B-D7BE-45E2-BC9F-5C4505E6C795}" dt="2025-09-10T09:17:40.608" v="878" actId="20577"/>
          <ac:spMkLst>
            <pc:docMk/>
            <pc:sldMk cId="76242864" sldId="598"/>
            <ac:spMk id="38" creationId="{90C16B20-101C-1834-9F9D-75514A3F3CD7}"/>
          </ac:spMkLst>
        </pc:spChg>
        <pc:spChg chg="del">
          <ac:chgData name="Deepika Vatsa" userId="f7100972-27fe-4ee6-8fb4-ec9b7931b409" providerId="ADAL" clId="{0686B37B-D7BE-45E2-BC9F-5C4505E6C795}" dt="2025-09-10T08:47:52.645" v="676" actId="478"/>
          <ac:spMkLst>
            <pc:docMk/>
            <pc:sldMk cId="76242864" sldId="598"/>
            <ac:spMk id="39" creationId="{3F6A1879-BE83-23E0-B418-F2CAC83100BF}"/>
          </ac:spMkLst>
        </pc:spChg>
        <pc:spChg chg="del">
          <ac:chgData name="Deepika Vatsa" userId="f7100972-27fe-4ee6-8fb4-ec9b7931b409" providerId="ADAL" clId="{0686B37B-D7BE-45E2-BC9F-5C4505E6C795}" dt="2025-09-10T08:47:52.645" v="676" actId="478"/>
          <ac:spMkLst>
            <pc:docMk/>
            <pc:sldMk cId="76242864" sldId="598"/>
            <ac:spMk id="40" creationId="{6206DC5E-5F12-C73D-8707-6BB42F660B0F}"/>
          </ac:spMkLst>
        </pc:spChg>
        <pc:spChg chg="del">
          <ac:chgData name="Deepika Vatsa" userId="f7100972-27fe-4ee6-8fb4-ec9b7931b409" providerId="ADAL" clId="{0686B37B-D7BE-45E2-BC9F-5C4505E6C795}" dt="2025-09-10T08:47:52.645" v="676" actId="478"/>
          <ac:spMkLst>
            <pc:docMk/>
            <pc:sldMk cId="76242864" sldId="598"/>
            <ac:spMk id="41" creationId="{32D67BE0-13CC-3622-C590-B41FC23DD8B0}"/>
          </ac:spMkLst>
        </pc:spChg>
        <pc:spChg chg="del">
          <ac:chgData name="Deepika Vatsa" userId="f7100972-27fe-4ee6-8fb4-ec9b7931b409" providerId="ADAL" clId="{0686B37B-D7BE-45E2-BC9F-5C4505E6C795}" dt="2025-09-10T08:47:52.645" v="676" actId="478"/>
          <ac:spMkLst>
            <pc:docMk/>
            <pc:sldMk cId="76242864" sldId="598"/>
            <ac:spMk id="42" creationId="{B6889B68-6863-E2C2-0221-40C2765B9F84}"/>
          </ac:spMkLst>
        </pc:spChg>
        <pc:spChg chg="del">
          <ac:chgData name="Deepika Vatsa" userId="f7100972-27fe-4ee6-8fb4-ec9b7931b409" providerId="ADAL" clId="{0686B37B-D7BE-45E2-BC9F-5C4505E6C795}" dt="2025-09-10T08:47:52.645" v="676" actId="478"/>
          <ac:spMkLst>
            <pc:docMk/>
            <pc:sldMk cId="76242864" sldId="598"/>
            <ac:spMk id="43" creationId="{830233D0-74CB-AB33-24CA-AE60F6335BBD}"/>
          </ac:spMkLst>
        </pc:spChg>
        <pc:spChg chg="del">
          <ac:chgData name="Deepika Vatsa" userId="f7100972-27fe-4ee6-8fb4-ec9b7931b409" providerId="ADAL" clId="{0686B37B-D7BE-45E2-BC9F-5C4505E6C795}" dt="2025-09-10T08:47:52.645" v="676" actId="478"/>
          <ac:spMkLst>
            <pc:docMk/>
            <pc:sldMk cId="76242864" sldId="598"/>
            <ac:spMk id="44" creationId="{B84295BD-5CE8-78FD-C7BB-6A2194B1F875}"/>
          </ac:spMkLst>
        </pc:spChg>
        <pc:spChg chg="del">
          <ac:chgData name="Deepika Vatsa" userId="f7100972-27fe-4ee6-8fb4-ec9b7931b409" providerId="ADAL" clId="{0686B37B-D7BE-45E2-BC9F-5C4505E6C795}" dt="2025-09-10T08:47:52.645" v="676" actId="478"/>
          <ac:spMkLst>
            <pc:docMk/>
            <pc:sldMk cId="76242864" sldId="598"/>
            <ac:spMk id="46" creationId="{D3169068-EBBA-0BEC-AAF6-7A831F8F2A6E}"/>
          </ac:spMkLst>
        </pc:spChg>
        <pc:spChg chg="del">
          <ac:chgData name="Deepika Vatsa" userId="f7100972-27fe-4ee6-8fb4-ec9b7931b409" providerId="ADAL" clId="{0686B37B-D7BE-45E2-BC9F-5C4505E6C795}" dt="2025-09-10T08:47:52.645" v="676" actId="478"/>
          <ac:spMkLst>
            <pc:docMk/>
            <pc:sldMk cId="76242864" sldId="598"/>
            <ac:spMk id="47" creationId="{27709FF9-153E-5F68-E602-AA66469C80A6}"/>
          </ac:spMkLst>
        </pc:spChg>
        <pc:spChg chg="del">
          <ac:chgData name="Deepika Vatsa" userId="f7100972-27fe-4ee6-8fb4-ec9b7931b409" providerId="ADAL" clId="{0686B37B-D7BE-45E2-BC9F-5C4505E6C795}" dt="2025-09-10T08:47:52.645" v="676" actId="478"/>
          <ac:spMkLst>
            <pc:docMk/>
            <pc:sldMk cId="76242864" sldId="598"/>
            <ac:spMk id="48" creationId="{91530211-F06A-E95D-B0A0-5AD534DDDF34}"/>
          </ac:spMkLst>
        </pc:spChg>
        <pc:spChg chg="del">
          <ac:chgData name="Deepika Vatsa" userId="f7100972-27fe-4ee6-8fb4-ec9b7931b409" providerId="ADAL" clId="{0686B37B-D7BE-45E2-BC9F-5C4505E6C795}" dt="2025-09-10T08:47:52.645" v="676" actId="478"/>
          <ac:spMkLst>
            <pc:docMk/>
            <pc:sldMk cId="76242864" sldId="598"/>
            <ac:spMk id="52" creationId="{758495BC-E20A-4401-4188-BC11B6E86F08}"/>
          </ac:spMkLst>
        </pc:spChg>
        <pc:inkChg chg="add">
          <ac:chgData name="Deepika Vatsa" userId="f7100972-27fe-4ee6-8fb4-ec9b7931b409" providerId="ADAL" clId="{0686B37B-D7BE-45E2-BC9F-5C4505E6C795}" dt="2025-09-10T11:36:31.449" v="1667"/>
          <ac:inkMkLst>
            <pc:docMk/>
            <pc:sldMk cId="76242864" sldId="598"/>
            <ac:inkMk id="4" creationId="{7EB8A75C-A1A1-4A64-8702-DA6D18CE69F9}"/>
          </ac:inkMkLst>
        </pc:inkChg>
        <pc:cxnChg chg="del">
          <ac:chgData name="Deepika Vatsa" userId="f7100972-27fe-4ee6-8fb4-ec9b7931b409" providerId="ADAL" clId="{0686B37B-D7BE-45E2-BC9F-5C4505E6C795}" dt="2025-09-10T08:47:52.645" v="676" actId="478"/>
          <ac:cxnSpMkLst>
            <pc:docMk/>
            <pc:sldMk cId="76242864" sldId="598"/>
            <ac:cxnSpMk id="25" creationId="{060B9C80-C094-3B59-C6A4-778B1D6A75D1}"/>
          </ac:cxnSpMkLst>
        </pc:cxnChg>
        <pc:cxnChg chg="del">
          <ac:chgData name="Deepika Vatsa" userId="f7100972-27fe-4ee6-8fb4-ec9b7931b409" providerId="ADAL" clId="{0686B37B-D7BE-45E2-BC9F-5C4505E6C795}" dt="2025-09-10T08:47:52.645" v="676" actId="478"/>
          <ac:cxnSpMkLst>
            <pc:docMk/>
            <pc:sldMk cId="76242864" sldId="598"/>
            <ac:cxnSpMk id="26" creationId="{EFF3C667-19AE-A475-B031-B683BCA70DD2}"/>
          </ac:cxnSpMkLst>
        </pc:cxnChg>
        <pc:cxnChg chg="del">
          <ac:chgData name="Deepika Vatsa" userId="f7100972-27fe-4ee6-8fb4-ec9b7931b409" providerId="ADAL" clId="{0686B37B-D7BE-45E2-BC9F-5C4505E6C795}" dt="2025-09-10T08:47:52.645" v="676" actId="478"/>
          <ac:cxnSpMkLst>
            <pc:docMk/>
            <pc:sldMk cId="76242864" sldId="598"/>
            <ac:cxnSpMk id="45" creationId="{132FCE7D-B6B1-4D5C-A0DA-4F68BC8E95C4}"/>
          </ac:cxnSpMkLst>
        </pc:cxnChg>
        <pc:cxnChg chg="del">
          <ac:chgData name="Deepika Vatsa" userId="f7100972-27fe-4ee6-8fb4-ec9b7931b409" providerId="ADAL" clId="{0686B37B-D7BE-45E2-BC9F-5C4505E6C795}" dt="2025-09-10T08:47:52.645" v="676" actId="478"/>
          <ac:cxnSpMkLst>
            <pc:docMk/>
            <pc:sldMk cId="76242864" sldId="598"/>
            <ac:cxnSpMk id="49" creationId="{7909FB90-61BC-38A1-58DF-A5608EF3C4E3}"/>
          </ac:cxnSpMkLst>
        </pc:cxnChg>
        <pc:cxnChg chg="del">
          <ac:chgData name="Deepika Vatsa" userId="f7100972-27fe-4ee6-8fb4-ec9b7931b409" providerId="ADAL" clId="{0686B37B-D7BE-45E2-BC9F-5C4505E6C795}" dt="2025-09-10T08:47:52.645" v="676" actId="478"/>
          <ac:cxnSpMkLst>
            <pc:docMk/>
            <pc:sldMk cId="76242864" sldId="598"/>
            <ac:cxnSpMk id="50" creationId="{93BF36B4-D4A0-3685-5EFD-18FE5AD74DD9}"/>
          </ac:cxnSpMkLst>
        </pc:cxnChg>
        <pc:cxnChg chg="del">
          <ac:chgData name="Deepika Vatsa" userId="f7100972-27fe-4ee6-8fb4-ec9b7931b409" providerId="ADAL" clId="{0686B37B-D7BE-45E2-BC9F-5C4505E6C795}" dt="2025-09-10T08:47:52.645" v="676" actId="478"/>
          <ac:cxnSpMkLst>
            <pc:docMk/>
            <pc:sldMk cId="76242864" sldId="598"/>
            <ac:cxnSpMk id="51" creationId="{1EABC7AC-9AB6-C23F-12E5-65D886AB1A21}"/>
          </ac:cxnSpMkLst>
        </pc:cxnChg>
      </pc:sldChg>
      <pc:sldChg chg="addSp modSp add mod">
        <pc:chgData name="Deepika Vatsa" userId="f7100972-27fe-4ee6-8fb4-ec9b7931b409" providerId="ADAL" clId="{0686B37B-D7BE-45E2-BC9F-5C4505E6C795}" dt="2025-09-10T11:36:31.449" v="1667"/>
        <pc:sldMkLst>
          <pc:docMk/>
          <pc:sldMk cId="2771364255" sldId="599"/>
        </pc:sldMkLst>
        <pc:spChg chg="mod">
          <ac:chgData name="Deepika Vatsa" userId="f7100972-27fe-4ee6-8fb4-ec9b7931b409" providerId="ADAL" clId="{0686B37B-D7BE-45E2-BC9F-5C4505E6C795}" dt="2025-09-10T08:50:27.587" v="757" actId="20577"/>
          <ac:spMkLst>
            <pc:docMk/>
            <pc:sldMk cId="2771364255" sldId="599"/>
            <ac:spMk id="2" creationId="{00000000-0000-0000-0000-000000000000}"/>
          </ac:spMkLst>
        </pc:spChg>
        <pc:spChg chg="add mod">
          <ac:chgData name="Deepika Vatsa" userId="f7100972-27fe-4ee6-8fb4-ec9b7931b409" providerId="ADAL" clId="{0686B37B-D7BE-45E2-BC9F-5C4505E6C795}" dt="2025-09-10T08:53:00.389" v="857" actId="1035"/>
          <ac:spMkLst>
            <pc:docMk/>
            <pc:sldMk cId="2771364255" sldId="599"/>
            <ac:spMk id="6" creationId="{4F01468E-0F3C-95F2-A95A-A47453D32617}"/>
          </ac:spMkLst>
        </pc:spChg>
        <pc:spChg chg="add mod">
          <ac:chgData name="Deepika Vatsa" userId="f7100972-27fe-4ee6-8fb4-ec9b7931b409" providerId="ADAL" clId="{0686B37B-D7BE-45E2-BC9F-5C4505E6C795}" dt="2025-09-10T08:53:00.389" v="857" actId="1035"/>
          <ac:spMkLst>
            <pc:docMk/>
            <pc:sldMk cId="2771364255" sldId="599"/>
            <ac:spMk id="7" creationId="{31493932-B172-30AF-2DBA-A4A4B80F8CBE}"/>
          </ac:spMkLst>
        </pc:spChg>
        <pc:spChg chg="add mod">
          <ac:chgData name="Deepika Vatsa" userId="f7100972-27fe-4ee6-8fb4-ec9b7931b409" providerId="ADAL" clId="{0686B37B-D7BE-45E2-BC9F-5C4505E6C795}" dt="2025-09-10T08:53:00.389" v="857" actId="1035"/>
          <ac:spMkLst>
            <pc:docMk/>
            <pc:sldMk cId="2771364255" sldId="599"/>
            <ac:spMk id="8" creationId="{3D211964-4EF0-10CC-F693-15519F053CA7}"/>
          </ac:spMkLst>
        </pc:spChg>
        <pc:spChg chg="add mod">
          <ac:chgData name="Deepika Vatsa" userId="f7100972-27fe-4ee6-8fb4-ec9b7931b409" providerId="ADAL" clId="{0686B37B-D7BE-45E2-BC9F-5C4505E6C795}" dt="2025-09-10T08:53:00.389" v="857" actId="1035"/>
          <ac:spMkLst>
            <pc:docMk/>
            <pc:sldMk cId="2771364255" sldId="599"/>
            <ac:spMk id="9" creationId="{8CA878D2-ED1B-B3F8-31E1-04B0302C5C93}"/>
          </ac:spMkLst>
        </pc:spChg>
        <pc:spChg chg="add mod">
          <ac:chgData name="Deepika Vatsa" userId="f7100972-27fe-4ee6-8fb4-ec9b7931b409" providerId="ADAL" clId="{0686B37B-D7BE-45E2-BC9F-5C4505E6C795}" dt="2025-09-10T08:53:00.389" v="857" actId="1035"/>
          <ac:spMkLst>
            <pc:docMk/>
            <pc:sldMk cId="2771364255" sldId="599"/>
            <ac:spMk id="10" creationId="{8B93218D-225E-B3E9-AA20-5C6C9D9C465A}"/>
          </ac:spMkLst>
        </pc:spChg>
        <pc:spChg chg="add mod">
          <ac:chgData name="Deepika Vatsa" userId="f7100972-27fe-4ee6-8fb4-ec9b7931b409" providerId="ADAL" clId="{0686B37B-D7BE-45E2-BC9F-5C4505E6C795}" dt="2025-09-10T08:53:00.389" v="857" actId="1035"/>
          <ac:spMkLst>
            <pc:docMk/>
            <pc:sldMk cId="2771364255" sldId="599"/>
            <ac:spMk id="11" creationId="{09D0B110-B8E7-2154-DDDA-508E98A21341}"/>
          </ac:spMkLst>
        </pc:spChg>
        <pc:spChg chg="add mod">
          <ac:chgData name="Deepika Vatsa" userId="f7100972-27fe-4ee6-8fb4-ec9b7931b409" providerId="ADAL" clId="{0686B37B-D7BE-45E2-BC9F-5C4505E6C795}" dt="2025-09-10T08:53:00.389" v="857" actId="1035"/>
          <ac:spMkLst>
            <pc:docMk/>
            <pc:sldMk cId="2771364255" sldId="599"/>
            <ac:spMk id="12" creationId="{6DE9768A-8E14-BCD1-2B95-7BCAB35DB582}"/>
          </ac:spMkLst>
        </pc:spChg>
        <pc:spChg chg="add mod">
          <ac:chgData name="Deepika Vatsa" userId="f7100972-27fe-4ee6-8fb4-ec9b7931b409" providerId="ADAL" clId="{0686B37B-D7BE-45E2-BC9F-5C4505E6C795}" dt="2025-09-10T08:53:00.389" v="857" actId="1035"/>
          <ac:spMkLst>
            <pc:docMk/>
            <pc:sldMk cId="2771364255" sldId="599"/>
            <ac:spMk id="13" creationId="{47C46C3B-1FB5-5E45-E651-42265AF992E5}"/>
          </ac:spMkLst>
        </pc:spChg>
        <pc:spChg chg="add mod">
          <ac:chgData name="Deepika Vatsa" userId="f7100972-27fe-4ee6-8fb4-ec9b7931b409" providerId="ADAL" clId="{0686B37B-D7BE-45E2-BC9F-5C4505E6C795}" dt="2025-09-10T08:53:00.389" v="857" actId="1035"/>
          <ac:spMkLst>
            <pc:docMk/>
            <pc:sldMk cId="2771364255" sldId="599"/>
            <ac:spMk id="14" creationId="{A95D9E24-93CA-ECB9-61D5-6EF177EA8853}"/>
          </ac:spMkLst>
        </pc:spChg>
        <pc:spChg chg="add mod">
          <ac:chgData name="Deepika Vatsa" userId="f7100972-27fe-4ee6-8fb4-ec9b7931b409" providerId="ADAL" clId="{0686B37B-D7BE-45E2-BC9F-5C4505E6C795}" dt="2025-09-10T08:53:00.389" v="857" actId="1035"/>
          <ac:spMkLst>
            <pc:docMk/>
            <pc:sldMk cId="2771364255" sldId="599"/>
            <ac:spMk id="15" creationId="{E9A3B7B5-2637-EE6F-1675-5B6FA53BB53B}"/>
          </ac:spMkLst>
        </pc:spChg>
        <pc:spChg chg="add mod">
          <ac:chgData name="Deepika Vatsa" userId="f7100972-27fe-4ee6-8fb4-ec9b7931b409" providerId="ADAL" clId="{0686B37B-D7BE-45E2-BC9F-5C4505E6C795}" dt="2025-09-10T08:53:00.389" v="857" actId="1035"/>
          <ac:spMkLst>
            <pc:docMk/>
            <pc:sldMk cId="2771364255" sldId="599"/>
            <ac:spMk id="16" creationId="{EF622768-39B3-1231-A23F-43991F2A9814}"/>
          </ac:spMkLst>
        </pc:spChg>
        <pc:spChg chg="add mod">
          <ac:chgData name="Deepika Vatsa" userId="f7100972-27fe-4ee6-8fb4-ec9b7931b409" providerId="ADAL" clId="{0686B37B-D7BE-45E2-BC9F-5C4505E6C795}" dt="2025-09-10T08:53:00.389" v="857" actId="1035"/>
          <ac:spMkLst>
            <pc:docMk/>
            <pc:sldMk cId="2771364255" sldId="599"/>
            <ac:spMk id="17" creationId="{F612D59E-EDA6-9465-6F60-00ADD55A417F}"/>
          </ac:spMkLst>
        </pc:spChg>
        <pc:spChg chg="add mod">
          <ac:chgData name="Deepika Vatsa" userId="f7100972-27fe-4ee6-8fb4-ec9b7931b409" providerId="ADAL" clId="{0686B37B-D7BE-45E2-BC9F-5C4505E6C795}" dt="2025-09-10T08:53:00.389" v="857" actId="1035"/>
          <ac:spMkLst>
            <pc:docMk/>
            <pc:sldMk cId="2771364255" sldId="599"/>
            <ac:spMk id="18" creationId="{1AAFB21B-D5A9-86C6-B9F1-FE464DCA9767}"/>
          </ac:spMkLst>
        </pc:spChg>
        <pc:spChg chg="add mod">
          <ac:chgData name="Deepika Vatsa" userId="f7100972-27fe-4ee6-8fb4-ec9b7931b409" providerId="ADAL" clId="{0686B37B-D7BE-45E2-BC9F-5C4505E6C795}" dt="2025-09-10T08:53:00.389" v="857" actId="1035"/>
          <ac:spMkLst>
            <pc:docMk/>
            <pc:sldMk cId="2771364255" sldId="599"/>
            <ac:spMk id="19" creationId="{9DDAB12E-3812-7328-23E5-FE71B4526009}"/>
          </ac:spMkLst>
        </pc:spChg>
        <pc:spChg chg="add mod">
          <ac:chgData name="Deepika Vatsa" userId="f7100972-27fe-4ee6-8fb4-ec9b7931b409" providerId="ADAL" clId="{0686B37B-D7BE-45E2-BC9F-5C4505E6C795}" dt="2025-09-10T08:53:00.389" v="857" actId="1035"/>
          <ac:spMkLst>
            <pc:docMk/>
            <pc:sldMk cId="2771364255" sldId="599"/>
            <ac:spMk id="21" creationId="{60E4658D-D628-CF7D-A74B-10AE3405C1B4}"/>
          </ac:spMkLst>
        </pc:spChg>
        <pc:spChg chg="add mod">
          <ac:chgData name="Deepika Vatsa" userId="f7100972-27fe-4ee6-8fb4-ec9b7931b409" providerId="ADAL" clId="{0686B37B-D7BE-45E2-BC9F-5C4505E6C795}" dt="2025-09-10T08:53:00.389" v="857" actId="1035"/>
          <ac:spMkLst>
            <pc:docMk/>
            <pc:sldMk cId="2771364255" sldId="599"/>
            <ac:spMk id="22" creationId="{A0113AA7-8835-71D3-953A-647DDC0C34BF}"/>
          </ac:spMkLst>
        </pc:spChg>
        <pc:spChg chg="add mod">
          <ac:chgData name="Deepika Vatsa" userId="f7100972-27fe-4ee6-8fb4-ec9b7931b409" providerId="ADAL" clId="{0686B37B-D7BE-45E2-BC9F-5C4505E6C795}" dt="2025-09-10T08:53:00.389" v="857" actId="1035"/>
          <ac:spMkLst>
            <pc:docMk/>
            <pc:sldMk cId="2771364255" sldId="599"/>
            <ac:spMk id="23" creationId="{50886FB1-D774-6E88-F86C-B1B5E250E592}"/>
          </ac:spMkLst>
        </pc:spChg>
        <pc:spChg chg="add mod">
          <ac:chgData name="Deepika Vatsa" userId="f7100972-27fe-4ee6-8fb4-ec9b7931b409" providerId="ADAL" clId="{0686B37B-D7BE-45E2-BC9F-5C4505E6C795}" dt="2025-09-10T08:53:00.389" v="857" actId="1035"/>
          <ac:spMkLst>
            <pc:docMk/>
            <pc:sldMk cId="2771364255" sldId="599"/>
            <ac:spMk id="27" creationId="{E2D2DC61-2931-E0A0-450E-33B43478A2D6}"/>
          </ac:spMkLst>
        </pc:spChg>
        <pc:spChg chg="add mod">
          <ac:chgData name="Deepika Vatsa" userId="f7100972-27fe-4ee6-8fb4-ec9b7931b409" providerId="ADAL" clId="{0686B37B-D7BE-45E2-BC9F-5C4505E6C795}" dt="2025-09-10T08:53:00.389" v="857" actId="1035"/>
          <ac:spMkLst>
            <pc:docMk/>
            <pc:sldMk cId="2771364255" sldId="599"/>
            <ac:spMk id="30" creationId="{F2A92C43-A9CF-6C7B-115F-D165947B75DC}"/>
          </ac:spMkLst>
        </pc:spChg>
        <pc:spChg chg="mod">
          <ac:chgData name="Deepika Vatsa" userId="f7100972-27fe-4ee6-8fb4-ec9b7931b409" providerId="ADAL" clId="{0686B37B-D7BE-45E2-BC9F-5C4505E6C795}" dt="2025-09-10T08:53:04.225" v="858" actId="20577"/>
          <ac:spMkLst>
            <pc:docMk/>
            <pc:sldMk cId="2771364255" sldId="599"/>
            <ac:spMk id="38" creationId="{90C16B20-101C-1834-9F9D-75514A3F3CD7}"/>
          </ac:spMkLst>
        </pc:spChg>
        <pc:inkChg chg="add mod">
          <ac:chgData name="Deepika Vatsa" userId="f7100972-27fe-4ee6-8fb4-ec9b7931b409" providerId="ADAL" clId="{0686B37B-D7BE-45E2-BC9F-5C4505E6C795}" dt="2025-09-10T08:53:00.389" v="857" actId="1035"/>
          <ac:inkMkLst>
            <pc:docMk/>
            <pc:sldMk cId="2771364255" sldId="599"/>
            <ac:inkMk id="31" creationId="{6747E487-95EF-0D08-78C5-5B69EA9930C5}"/>
          </ac:inkMkLst>
        </pc:inkChg>
        <pc:inkChg chg="add mod">
          <ac:chgData name="Deepika Vatsa" userId="f7100972-27fe-4ee6-8fb4-ec9b7931b409" providerId="ADAL" clId="{0686B37B-D7BE-45E2-BC9F-5C4505E6C795}" dt="2025-09-10T08:53:00.389" v="857" actId="1035"/>
          <ac:inkMkLst>
            <pc:docMk/>
            <pc:sldMk cId="2771364255" sldId="599"/>
            <ac:inkMk id="32" creationId="{B7A1348C-17B0-4FC5-7B20-47821FEB7673}"/>
          </ac:inkMkLst>
        </pc:inkChg>
        <pc:inkChg chg="add">
          <ac:chgData name="Deepika Vatsa" userId="f7100972-27fe-4ee6-8fb4-ec9b7931b409" providerId="ADAL" clId="{0686B37B-D7BE-45E2-BC9F-5C4505E6C795}" dt="2025-09-10T11:36:31.449" v="1667"/>
          <ac:inkMkLst>
            <pc:docMk/>
            <pc:sldMk cId="2771364255" sldId="599"/>
            <ac:inkMk id="33" creationId="{CD93CCDB-266C-A9F8-B349-F4FCA637A7DE}"/>
          </ac:inkMkLst>
        </pc:inkChg>
        <pc:cxnChg chg="add mod">
          <ac:chgData name="Deepika Vatsa" userId="f7100972-27fe-4ee6-8fb4-ec9b7931b409" providerId="ADAL" clId="{0686B37B-D7BE-45E2-BC9F-5C4505E6C795}" dt="2025-09-10T08:53:00.389" v="857" actId="1035"/>
          <ac:cxnSpMkLst>
            <pc:docMk/>
            <pc:sldMk cId="2771364255" sldId="599"/>
            <ac:cxnSpMk id="4" creationId="{93A63C66-BBCC-74F4-92F0-6F31002F42B4}"/>
          </ac:cxnSpMkLst>
        </pc:cxnChg>
        <pc:cxnChg chg="add mod">
          <ac:chgData name="Deepika Vatsa" userId="f7100972-27fe-4ee6-8fb4-ec9b7931b409" providerId="ADAL" clId="{0686B37B-D7BE-45E2-BC9F-5C4505E6C795}" dt="2025-09-10T08:53:00.389" v="857" actId="1035"/>
          <ac:cxnSpMkLst>
            <pc:docMk/>
            <pc:sldMk cId="2771364255" sldId="599"/>
            <ac:cxnSpMk id="5" creationId="{3DF54D41-B4AB-FA2A-815D-084F1D6B4B39}"/>
          </ac:cxnSpMkLst>
        </pc:cxnChg>
        <pc:cxnChg chg="add mod">
          <ac:chgData name="Deepika Vatsa" userId="f7100972-27fe-4ee6-8fb4-ec9b7931b409" providerId="ADAL" clId="{0686B37B-D7BE-45E2-BC9F-5C4505E6C795}" dt="2025-09-10T08:53:00.389" v="857" actId="1035"/>
          <ac:cxnSpMkLst>
            <pc:docMk/>
            <pc:sldMk cId="2771364255" sldId="599"/>
            <ac:cxnSpMk id="20" creationId="{21587B4F-F8E0-5EEF-9FD9-347083BADD83}"/>
          </ac:cxnSpMkLst>
        </pc:cxnChg>
        <pc:cxnChg chg="add mod">
          <ac:chgData name="Deepika Vatsa" userId="f7100972-27fe-4ee6-8fb4-ec9b7931b409" providerId="ADAL" clId="{0686B37B-D7BE-45E2-BC9F-5C4505E6C795}" dt="2025-09-10T08:53:00.389" v="857" actId="1035"/>
          <ac:cxnSpMkLst>
            <pc:docMk/>
            <pc:sldMk cId="2771364255" sldId="599"/>
            <ac:cxnSpMk id="24" creationId="{8C085D38-39D4-11C8-4895-5C8BFEED19C6}"/>
          </ac:cxnSpMkLst>
        </pc:cxnChg>
        <pc:cxnChg chg="add mod">
          <ac:chgData name="Deepika Vatsa" userId="f7100972-27fe-4ee6-8fb4-ec9b7931b409" providerId="ADAL" clId="{0686B37B-D7BE-45E2-BC9F-5C4505E6C795}" dt="2025-09-10T08:53:00.389" v="857" actId="1035"/>
          <ac:cxnSpMkLst>
            <pc:docMk/>
            <pc:sldMk cId="2771364255" sldId="599"/>
            <ac:cxnSpMk id="25" creationId="{0B6536FB-8081-BAD5-D0DC-B7E31325D33F}"/>
          </ac:cxnSpMkLst>
        </pc:cxnChg>
        <pc:cxnChg chg="add mod">
          <ac:chgData name="Deepika Vatsa" userId="f7100972-27fe-4ee6-8fb4-ec9b7931b409" providerId="ADAL" clId="{0686B37B-D7BE-45E2-BC9F-5C4505E6C795}" dt="2025-09-10T08:53:00.389" v="857" actId="1035"/>
          <ac:cxnSpMkLst>
            <pc:docMk/>
            <pc:sldMk cId="2771364255" sldId="599"/>
            <ac:cxnSpMk id="26" creationId="{40D2FD0C-F532-FED9-F3A0-3046467D979E}"/>
          </ac:cxnSpMkLst>
        </pc:cxnChg>
        <pc:cxnChg chg="add mod">
          <ac:chgData name="Deepika Vatsa" userId="f7100972-27fe-4ee6-8fb4-ec9b7931b409" providerId="ADAL" clId="{0686B37B-D7BE-45E2-BC9F-5C4505E6C795}" dt="2025-09-10T08:53:00.389" v="857" actId="1035"/>
          <ac:cxnSpMkLst>
            <pc:docMk/>
            <pc:sldMk cId="2771364255" sldId="599"/>
            <ac:cxnSpMk id="28" creationId="{9ABF9273-E8FB-867F-1A18-1C377EED233E}"/>
          </ac:cxnSpMkLst>
        </pc:cxnChg>
        <pc:cxnChg chg="add mod">
          <ac:chgData name="Deepika Vatsa" userId="f7100972-27fe-4ee6-8fb4-ec9b7931b409" providerId="ADAL" clId="{0686B37B-D7BE-45E2-BC9F-5C4505E6C795}" dt="2025-09-10T08:53:00.389" v="857" actId="1035"/>
          <ac:cxnSpMkLst>
            <pc:docMk/>
            <pc:sldMk cId="2771364255" sldId="599"/>
            <ac:cxnSpMk id="29" creationId="{9C3BF62B-5ED7-E240-B563-8D098E118B20}"/>
          </ac:cxnSpMkLst>
        </pc:cxnChg>
      </pc:sldChg>
      <pc:sldChg chg="addSp delSp modSp add mod">
        <pc:chgData name="Deepika Vatsa" userId="f7100972-27fe-4ee6-8fb4-ec9b7931b409" providerId="ADAL" clId="{0686B37B-D7BE-45E2-BC9F-5C4505E6C795}" dt="2025-09-10T11:36:31.449" v="1667"/>
        <pc:sldMkLst>
          <pc:docMk/>
          <pc:sldMk cId="3741322471" sldId="600"/>
        </pc:sldMkLst>
        <pc:spChg chg="mod">
          <ac:chgData name="Deepika Vatsa" userId="f7100972-27fe-4ee6-8fb4-ec9b7931b409" providerId="ADAL" clId="{0686B37B-D7BE-45E2-BC9F-5C4505E6C795}" dt="2025-09-10T09:20:05.366" v="894" actId="20577"/>
          <ac:spMkLst>
            <pc:docMk/>
            <pc:sldMk cId="3741322471" sldId="600"/>
            <ac:spMk id="2" creationId="{00000000-0000-0000-0000-000000000000}"/>
          </ac:spMkLst>
        </pc:spChg>
        <pc:spChg chg="del">
          <ac:chgData name="Deepika Vatsa" userId="f7100972-27fe-4ee6-8fb4-ec9b7931b409" providerId="ADAL" clId="{0686B37B-D7BE-45E2-BC9F-5C4505E6C795}" dt="2025-09-10T09:20:41.491" v="896" actId="478"/>
          <ac:spMkLst>
            <pc:docMk/>
            <pc:sldMk cId="3741322471" sldId="600"/>
            <ac:spMk id="6" creationId="{4F01468E-0F3C-95F2-A95A-A47453D32617}"/>
          </ac:spMkLst>
        </pc:spChg>
        <pc:spChg chg="del">
          <ac:chgData name="Deepika Vatsa" userId="f7100972-27fe-4ee6-8fb4-ec9b7931b409" providerId="ADAL" clId="{0686B37B-D7BE-45E2-BC9F-5C4505E6C795}" dt="2025-09-10T09:20:41.491" v="896" actId="478"/>
          <ac:spMkLst>
            <pc:docMk/>
            <pc:sldMk cId="3741322471" sldId="600"/>
            <ac:spMk id="7" creationId="{31493932-B172-30AF-2DBA-A4A4B80F8CBE}"/>
          </ac:spMkLst>
        </pc:spChg>
        <pc:spChg chg="del">
          <ac:chgData name="Deepika Vatsa" userId="f7100972-27fe-4ee6-8fb4-ec9b7931b409" providerId="ADAL" clId="{0686B37B-D7BE-45E2-BC9F-5C4505E6C795}" dt="2025-09-10T09:20:41.491" v="896" actId="478"/>
          <ac:spMkLst>
            <pc:docMk/>
            <pc:sldMk cId="3741322471" sldId="600"/>
            <ac:spMk id="8" creationId="{3D211964-4EF0-10CC-F693-15519F053CA7}"/>
          </ac:spMkLst>
        </pc:spChg>
        <pc:spChg chg="del">
          <ac:chgData name="Deepika Vatsa" userId="f7100972-27fe-4ee6-8fb4-ec9b7931b409" providerId="ADAL" clId="{0686B37B-D7BE-45E2-BC9F-5C4505E6C795}" dt="2025-09-10T09:20:41.491" v="896" actId="478"/>
          <ac:spMkLst>
            <pc:docMk/>
            <pc:sldMk cId="3741322471" sldId="600"/>
            <ac:spMk id="9" creationId="{8CA878D2-ED1B-B3F8-31E1-04B0302C5C93}"/>
          </ac:spMkLst>
        </pc:spChg>
        <pc:spChg chg="del">
          <ac:chgData name="Deepika Vatsa" userId="f7100972-27fe-4ee6-8fb4-ec9b7931b409" providerId="ADAL" clId="{0686B37B-D7BE-45E2-BC9F-5C4505E6C795}" dt="2025-09-10T09:20:41.491" v="896" actId="478"/>
          <ac:spMkLst>
            <pc:docMk/>
            <pc:sldMk cId="3741322471" sldId="600"/>
            <ac:spMk id="10" creationId="{8B93218D-225E-B3E9-AA20-5C6C9D9C465A}"/>
          </ac:spMkLst>
        </pc:spChg>
        <pc:spChg chg="del">
          <ac:chgData name="Deepika Vatsa" userId="f7100972-27fe-4ee6-8fb4-ec9b7931b409" providerId="ADAL" clId="{0686B37B-D7BE-45E2-BC9F-5C4505E6C795}" dt="2025-09-10T09:20:41.491" v="896" actId="478"/>
          <ac:spMkLst>
            <pc:docMk/>
            <pc:sldMk cId="3741322471" sldId="600"/>
            <ac:spMk id="11" creationId="{09D0B110-B8E7-2154-DDDA-508E98A21341}"/>
          </ac:spMkLst>
        </pc:spChg>
        <pc:spChg chg="del">
          <ac:chgData name="Deepika Vatsa" userId="f7100972-27fe-4ee6-8fb4-ec9b7931b409" providerId="ADAL" clId="{0686B37B-D7BE-45E2-BC9F-5C4505E6C795}" dt="2025-09-10T09:20:41.491" v="896" actId="478"/>
          <ac:spMkLst>
            <pc:docMk/>
            <pc:sldMk cId="3741322471" sldId="600"/>
            <ac:spMk id="12" creationId="{6DE9768A-8E14-BCD1-2B95-7BCAB35DB582}"/>
          </ac:spMkLst>
        </pc:spChg>
        <pc:spChg chg="del">
          <ac:chgData name="Deepika Vatsa" userId="f7100972-27fe-4ee6-8fb4-ec9b7931b409" providerId="ADAL" clId="{0686B37B-D7BE-45E2-BC9F-5C4505E6C795}" dt="2025-09-10T09:20:41.491" v="896" actId="478"/>
          <ac:spMkLst>
            <pc:docMk/>
            <pc:sldMk cId="3741322471" sldId="600"/>
            <ac:spMk id="13" creationId="{47C46C3B-1FB5-5E45-E651-42265AF992E5}"/>
          </ac:spMkLst>
        </pc:spChg>
        <pc:spChg chg="del">
          <ac:chgData name="Deepika Vatsa" userId="f7100972-27fe-4ee6-8fb4-ec9b7931b409" providerId="ADAL" clId="{0686B37B-D7BE-45E2-BC9F-5C4505E6C795}" dt="2025-09-10T09:20:41.491" v="896" actId="478"/>
          <ac:spMkLst>
            <pc:docMk/>
            <pc:sldMk cId="3741322471" sldId="600"/>
            <ac:spMk id="14" creationId="{A95D9E24-93CA-ECB9-61D5-6EF177EA8853}"/>
          </ac:spMkLst>
        </pc:spChg>
        <pc:spChg chg="del">
          <ac:chgData name="Deepika Vatsa" userId="f7100972-27fe-4ee6-8fb4-ec9b7931b409" providerId="ADAL" clId="{0686B37B-D7BE-45E2-BC9F-5C4505E6C795}" dt="2025-09-10T09:20:41.491" v="896" actId="478"/>
          <ac:spMkLst>
            <pc:docMk/>
            <pc:sldMk cId="3741322471" sldId="600"/>
            <ac:spMk id="15" creationId="{E9A3B7B5-2637-EE6F-1675-5B6FA53BB53B}"/>
          </ac:spMkLst>
        </pc:spChg>
        <pc:spChg chg="del">
          <ac:chgData name="Deepika Vatsa" userId="f7100972-27fe-4ee6-8fb4-ec9b7931b409" providerId="ADAL" clId="{0686B37B-D7BE-45E2-BC9F-5C4505E6C795}" dt="2025-09-10T09:20:41.491" v="896" actId="478"/>
          <ac:spMkLst>
            <pc:docMk/>
            <pc:sldMk cId="3741322471" sldId="600"/>
            <ac:spMk id="16" creationId="{EF622768-39B3-1231-A23F-43991F2A9814}"/>
          </ac:spMkLst>
        </pc:spChg>
        <pc:spChg chg="del">
          <ac:chgData name="Deepika Vatsa" userId="f7100972-27fe-4ee6-8fb4-ec9b7931b409" providerId="ADAL" clId="{0686B37B-D7BE-45E2-BC9F-5C4505E6C795}" dt="2025-09-10T09:20:41.491" v="896" actId="478"/>
          <ac:spMkLst>
            <pc:docMk/>
            <pc:sldMk cId="3741322471" sldId="600"/>
            <ac:spMk id="17" creationId="{F612D59E-EDA6-9465-6F60-00ADD55A417F}"/>
          </ac:spMkLst>
        </pc:spChg>
        <pc:spChg chg="del">
          <ac:chgData name="Deepika Vatsa" userId="f7100972-27fe-4ee6-8fb4-ec9b7931b409" providerId="ADAL" clId="{0686B37B-D7BE-45E2-BC9F-5C4505E6C795}" dt="2025-09-10T09:20:41.491" v="896" actId="478"/>
          <ac:spMkLst>
            <pc:docMk/>
            <pc:sldMk cId="3741322471" sldId="600"/>
            <ac:spMk id="18" creationId="{1AAFB21B-D5A9-86C6-B9F1-FE464DCA9767}"/>
          </ac:spMkLst>
        </pc:spChg>
        <pc:spChg chg="del">
          <ac:chgData name="Deepika Vatsa" userId="f7100972-27fe-4ee6-8fb4-ec9b7931b409" providerId="ADAL" clId="{0686B37B-D7BE-45E2-BC9F-5C4505E6C795}" dt="2025-09-10T09:20:41.491" v="896" actId="478"/>
          <ac:spMkLst>
            <pc:docMk/>
            <pc:sldMk cId="3741322471" sldId="600"/>
            <ac:spMk id="19" creationId="{9DDAB12E-3812-7328-23E5-FE71B4526009}"/>
          </ac:spMkLst>
        </pc:spChg>
        <pc:spChg chg="del">
          <ac:chgData name="Deepika Vatsa" userId="f7100972-27fe-4ee6-8fb4-ec9b7931b409" providerId="ADAL" clId="{0686B37B-D7BE-45E2-BC9F-5C4505E6C795}" dt="2025-09-10T09:20:41.491" v="896" actId="478"/>
          <ac:spMkLst>
            <pc:docMk/>
            <pc:sldMk cId="3741322471" sldId="600"/>
            <ac:spMk id="21" creationId="{60E4658D-D628-CF7D-A74B-10AE3405C1B4}"/>
          </ac:spMkLst>
        </pc:spChg>
        <pc:spChg chg="del">
          <ac:chgData name="Deepika Vatsa" userId="f7100972-27fe-4ee6-8fb4-ec9b7931b409" providerId="ADAL" clId="{0686B37B-D7BE-45E2-BC9F-5C4505E6C795}" dt="2025-09-10T09:20:41.491" v="896" actId="478"/>
          <ac:spMkLst>
            <pc:docMk/>
            <pc:sldMk cId="3741322471" sldId="600"/>
            <ac:spMk id="22" creationId="{A0113AA7-8835-71D3-953A-647DDC0C34BF}"/>
          </ac:spMkLst>
        </pc:spChg>
        <pc:spChg chg="del">
          <ac:chgData name="Deepika Vatsa" userId="f7100972-27fe-4ee6-8fb4-ec9b7931b409" providerId="ADAL" clId="{0686B37B-D7BE-45E2-BC9F-5C4505E6C795}" dt="2025-09-10T09:20:41.491" v="896" actId="478"/>
          <ac:spMkLst>
            <pc:docMk/>
            <pc:sldMk cId="3741322471" sldId="600"/>
            <ac:spMk id="23" creationId="{50886FB1-D774-6E88-F86C-B1B5E250E592}"/>
          </ac:spMkLst>
        </pc:spChg>
        <pc:spChg chg="del">
          <ac:chgData name="Deepika Vatsa" userId="f7100972-27fe-4ee6-8fb4-ec9b7931b409" providerId="ADAL" clId="{0686B37B-D7BE-45E2-BC9F-5C4505E6C795}" dt="2025-09-10T09:20:41.491" v="896" actId="478"/>
          <ac:spMkLst>
            <pc:docMk/>
            <pc:sldMk cId="3741322471" sldId="600"/>
            <ac:spMk id="27" creationId="{E2D2DC61-2931-E0A0-450E-33B43478A2D6}"/>
          </ac:spMkLst>
        </pc:spChg>
        <pc:spChg chg="del">
          <ac:chgData name="Deepika Vatsa" userId="f7100972-27fe-4ee6-8fb4-ec9b7931b409" providerId="ADAL" clId="{0686B37B-D7BE-45E2-BC9F-5C4505E6C795}" dt="2025-09-10T09:20:41.491" v="896" actId="478"/>
          <ac:spMkLst>
            <pc:docMk/>
            <pc:sldMk cId="3741322471" sldId="600"/>
            <ac:spMk id="30" creationId="{F2A92C43-A9CF-6C7B-115F-D165947B75DC}"/>
          </ac:spMkLst>
        </pc:spChg>
        <pc:spChg chg="add mod">
          <ac:chgData name="Deepika Vatsa" userId="f7100972-27fe-4ee6-8fb4-ec9b7931b409" providerId="ADAL" clId="{0686B37B-D7BE-45E2-BC9F-5C4505E6C795}" dt="2025-09-10T09:23:39.247" v="1047" actId="20577"/>
          <ac:spMkLst>
            <pc:docMk/>
            <pc:sldMk cId="3741322471" sldId="600"/>
            <ac:spMk id="36" creationId="{5C65085D-785C-2228-9264-0F2DCA7C0C3F}"/>
          </ac:spMkLst>
        </pc:spChg>
        <pc:spChg chg="mod">
          <ac:chgData name="Deepika Vatsa" userId="f7100972-27fe-4ee6-8fb4-ec9b7931b409" providerId="ADAL" clId="{0686B37B-D7BE-45E2-BC9F-5C4505E6C795}" dt="2025-09-10T09:24:02.659" v="1068" actId="6549"/>
          <ac:spMkLst>
            <pc:docMk/>
            <pc:sldMk cId="3741322471" sldId="600"/>
            <ac:spMk id="38" creationId="{90C16B20-101C-1834-9F9D-75514A3F3CD7}"/>
          </ac:spMkLst>
        </pc:spChg>
        <pc:picChg chg="add mod modCrop">
          <ac:chgData name="Deepika Vatsa" userId="f7100972-27fe-4ee6-8fb4-ec9b7931b409" providerId="ADAL" clId="{0686B37B-D7BE-45E2-BC9F-5C4505E6C795}" dt="2025-09-10T09:23:18.567" v="1040" actId="1036"/>
          <ac:picMkLst>
            <pc:docMk/>
            <pc:sldMk cId="3741322471" sldId="600"/>
            <ac:picMk id="34" creationId="{AC5891A7-F734-8390-6F24-757F0E4E8CD2}"/>
          </ac:picMkLst>
        </pc:picChg>
        <pc:inkChg chg="add">
          <ac:chgData name="Deepika Vatsa" userId="f7100972-27fe-4ee6-8fb4-ec9b7931b409" providerId="ADAL" clId="{0686B37B-D7BE-45E2-BC9F-5C4505E6C795}" dt="2025-09-10T11:36:31.449" v="1667"/>
          <ac:inkMkLst>
            <pc:docMk/>
            <pc:sldMk cId="3741322471" sldId="600"/>
            <ac:inkMk id="4" creationId="{B405EE41-9BB0-EF31-CD7B-D1826F0322DD}"/>
          </ac:inkMkLst>
        </pc:inkChg>
        <pc:inkChg chg="del">
          <ac:chgData name="Deepika Vatsa" userId="f7100972-27fe-4ee6-8fb4-ec9b7931b409" providerId="ADAL" clId="{0686B37B-D7BE-45E2-BC9F-5C4505E6C795}" dt="2025-09-10T09:20:41.491" v="896" actId="478"/>
          <ac:inkMkLst>
            <pc:docMk/>
            <pc:sldMk cId="3741322471" sldId="600"/>
            <ac:inkMk id="31" creationId="{6747E487-95EF-0D08-78C5-5B69EA9930C5}"/>
          </ac:inkMkLst>
        </pc:inkChg>
        <pc:inkChg chg="del">
          <ac:chgData name="Deepika Vatsa" userId="f7100972-27fe-4ee6-8fb4-ec9b7931b409" providerId="ADAL" clId="{0686B37B-D7BE-45E2-BC9F-5C4505E6C795}" dt="2025-09-10T09:20:41.491" v="896" actId="478"/>
          <ac:inkMkLst>
            <pc:docMk/>
            <pc:sldMk cId="3741322471" sldId="600"/>
            <ac:inkMk id="32" creationId="{B7A1348C-17B0-4FC5-7B20-47821FEB7673}"/>
          </ac:inkMkLst>
        </pc:inkChg>
        <pc:cxnChg chg="del">
          <ac:chgData name="Deepika Vatsa" userId="f7100972-27fe-4ee6-8fb4-ec9b7931b409" providerId="ADAL" clId="{0686B37B-D7BE-45E2-BC9F-5C4505E6C795}" dt="2025-09-10T09:20:41.491" v="896" actId="478"/>
          <ac:cxnSpMkLst>
            <pc:docMk/>
            <pc:sldMk cId="3741322471" sldId="600"/>
            <ac:cxnSpMk id="4" creationId="{93A63C66-BBCC-74F4-92F0-6F31002F42B4}"/>
          </ac:cxnSpMkLst>
        </pc:cxnChg>
        <pc:cxnChg chg="del">
          <ac:chgData name="Deepika Vatsa" userId="f7100972-27fe-4ee6-8fb4-ec9b7931b409" providerId="ADAL" clId="{0686B37B-D7BE-45E2-BC9F-5C4505E6C795}" dt="2025-09-10T09:20:41.491" v="896" actId="478"/>
          <ac:cxnSpMkLst>
            <pc:docMk/>
            <pc:sldMk cId="3741322471" sldId="600"/>
            <ac:cxnSpMk id="5" creationId="{3DF54D41-B4AB-FA2A-815D-084F1D6B4B39}"/>
          </ac:cxnSpMkLst>
        </pc:cxnChg>
        <pc:cxnChg chg="del">
          <ac:chgData name="Deepika Vatsa" userId="f7100972-27fe-4ee6-8fb4-ec9b7931b409" providerId="ADAL" clId="{0686B37B-D7BE-45E2-BC9F-5C4505E6C795}" dt="2025-09-10T09:20:41.491" v="896" actId="478"/>
          <ac:cxnSpMkLst>
            <pc:docMk/>
            <pc:sldMk cId="3741322471" sldId="600"/>
            <ac:cxnSpMk id="20" creationId="{21587B4F-F8E0-5EEF-9FD9-347083BADD83}"/>
          </ac:cxnSpMkLst>
        </pc:cxnChg>
        <pc:cxnChg chg="del">
          <ac:chgData name="Deepika Vatsa" userId="f7100972-27fe-4ee6-8fb4-ec9b7931b409" providerId="ADAL" clId="{0686B37B-D7BE-45E2-BC9F-5C4505E6C795}" dt="2025-09-10T09:20:41.491" v="896" actId="478"/>
          <ac:cxnSpMkLst>
            <pc:docMk/>
            <pc:sldMk cId="3741322471" sldId="600"/>
            <ac:cxnSpMk id="24" creationId="{8C085D38-39D4-11C8-4895-5C8BFEED19C6}"/>
          </ac:cxnSpMkLst>
        </pc:cxnChg>
        <pc:cxnChg chg="del">
          <ac:chgData name="Deepika Vatsa" userId="f7100972-27fe-4ee6-8fb4-ec9b7931b409" providerId="ADAL" clId="{0686B37B-D7BE-45E2-BC9F-5C4505E6C795}" dt="2025-09-10T09:20:41.491" v="896" actId="478"/>
          <ac:cxnSpMkLst>
            <pc:docMk/>
            <pc:sldMk cId="3741322471" sldId="600"/>
            <ac:cxnSpMk id="25" creationId="{0B6536FB-8081-BAD5-D0DC-B7E31325D33F}"/>
          </ac:cxnSpMkLst>
        </pc:cxnChg>
        <pc:cxnChg chg="del">
          <ac:chgData name="Deepika Vatsa" userId="f7100972-27fe-4ee6-8fb4-ec9b7931b409" providerId="ADAL" clId="{0686B37B-D7BE-45E2-BC9F-5C4505E6C795}" dt="2025-09-10T09:20:41.491" v="896" actId="478"/>
          <ac:cxnSpMkLst>
            <pc:docMk/>
            <pc:sldMk cId="3741322471" sldId="600"/>
            <ac:cxnSpMk id="26" creationId="{40D2FD0C-F532-FED9-F3A0-3046467D979E}"/>
          </ac:cxnSpMkLst>
        </pc:cxnChg>
        <pc:cxnChg chg="del mod">
          <ac:chgData name="Deepika Vatsa" userId="f7100972-27fe-4ee6-8fb4-ec9b7931b409" providerId="ADAL" clId="{0686B37B-D7BE-45E2-BC9F-5C4505E6C795}" dt="2025-09-10T09:20:41.491" v="896" actId="478"/>
          <ac:cxnSpMkLst>
            <pc:docMk/>
            <pc:sldMk cId="3741322471" sldId="600"/>
            <ac:cxnSpMk id="28" creationId="{9ABF9273-E8FB-867F-1A18-1C377EED233E}"/>
          </ac:cxnSpMkLst>
        </pc:cxnChg>
        <pc:cxnChg chg="del mod">
          <ac:chgData name="Deepika Vatsa" userId="f7100972-27fe-4ee6-8fb4-ec9b7931b409" providerId="ADAL" clId="{0686B37B-D7BE-45E2-BC9F-5C4505E6C795}" dt="2025-09-10T09:20:41.491" v="896" actId="478"/>
          <ac:cxnSpMkLst>
            <pc:docMk/>
            <pc:sldMk cId="3741322471" sldId="600"/>
            <ac:cxnSpMk id="29" creationId="{9C3BF62B-5ED7-E240-B563-8D098E118B20}"/>
          </ac:cxnSpMkLst>
        </pc:cxnChg>
      </pc:sldChg>
      <pc:sldChg chg="add del">
        <pc:chgData name="Deepika Vatsa" userId="f7100972-27fe-4ee6-8fb4-ec9b7931b409" providerId="ADAL" clId="{0686B37B-D7BE-45E2-BC9F-5C4505E6C795}" dt="2025-09-10T10:00:59.993" v="1137" actId="47"/>
        <pc:sldMkLst>
          <pc:docMk/>
          <pc:sldMk cId="231855967" sldId="601"/>
        </pc:sldMkLst>
      </pc:sldChg>
      <pc:sldChg chg="addSp delSp modSp add mod">
        <pc:chgData name="Deepika Vatsa" userId="f7100972-27fe-4ee6-8fb4-ec9b7931b409" providerId="ADAL" clId="{0686B37B-D7BE-45E2-BC9F-5C4505E6C795}" dt="2025-09-10T11:36:31.449" v="1667"/>
        <pc:sldMkLst>
          <pc:docMk/>
          <pc:sldMk cId="686138324" sldId="602"/>
        </pc:sldMkLst>
        <pc:spChg chg="mod">
          <ac:chgData name="Deepika Vatsa" userId="f7100972-27fe-4ee6-8fb4-ec9b7931b409" providerId="ADAL" clId="{0686B37B-D7BE-45E2-BC9F-5C4505E6C795}" dt="2025-09-10T09:25:46.495" v="1112" actId="20577"/>
          <ac:spMkLst>
            <pc:docMk/>
            <pc:sldMk cId="686138324" sldId="602"/>
            <ac:spMk id="36" creationId="{5C65085D-785C-2228-9264-0F2DCA7C0C3F}"/>
          </ac:spMkLst>
        </pc:spChg>
        <pc:spChg chg="del">
          <ac:chgData name="Deepika Vatsa" userId="f7100972-27fe-4ee6-8fb4-ec9b7931b409" providerId="ADAL" clId="{0686B37B-D7BE-45E2-BC9F-5C4505E6C795}" dt="2025-09-10T09:25:00.353" v="1100" actId="478"/>
          <ac:spMkLst>
            <pc:docMk/>
            <pc:sldMk cId="686138324" sldId="602"/>
            <ac:spMk id="38" creationId="{90C16B20-101C-1834-9F9D-75514A3F3CD7}"/>
          </ac:spMkLst>
        </pc:spChg>
        <pc:picChg chg="mod">
          <ac:chgData name="Deepika Vatsa" userId="f7100972-27fe-4ee6-8fb4-ec9b7931b409" providerId="ADAL" clId="{0686B37B-D7BE-45E2-BC9F-5C4505E6C795}" dt="2025-09-10T09:25:52.783" v="1136" actId="1037"/>
          <ac:picMkLst>
            <pc:docMk/>
            <pc:sldMk cId="686138324" sldId="602"/>
            <ac:picMk id="34" creationId="{AC5891A7-F734-8390-6F24-757F0E4E8CD2}"/>
          </ac:picMkLst>
        </pc:picChg>
        <pc:inkChg chg="add">
          <ac:chgData name="Deepika Vatsa" userId="f7100972-27fe-4ee6-8fb4-ec9b7931b409" providerId="ADAL" clId="{0686B37B-D7BE-45E2-BC9F-5C4505E6C795}" dt="2025-09-10T11:36:31.449" v="1667"/>
          <ac:inkMkLst>
            <pc:docMk/>
            <pc:sldMk cId="686138324" sldId="602"/>
            <ac:inkMk id="4" creationId="{38CCEFBD-C775-89AA-B483-C2F2DDA873EA}"/>
          </ac:inkMkLst>
        </pc:inkChg>
      </pc:sldChg>
      <pc:sldChg chg="addSp modSp add mod">
        <pc:chgData name="Deepika Vatsa" userId="f7100972-27fe-4ee6-8fb4-ec9b7931b409" providerId="ADAL" clId="{0686B37B-D7BE-45E2-BC9F-5C4505E6C795}" dt="2025-09-10T11:36:31.449" v="1667"/>
        <pc:sldMkLst>
          <pc:docMk/>
          <pc:sldMk cId="488499430" sldId="603"/>
        </pc:sldMkLst>
        <pc:spChg chg="mod">
          <ac:chgData name="Deepika Vatsa" userId="f7100972-27fe-4ee6-8fb4-ec9b7931b409" providerId="ADAL" clId="{0686B37B-D7BE-45E2-BC9F-5C4505E6C795}" dt="2025-09-10T10:03:12.170" v="1175" actId="20577"/>
          <ac:spMkLst>
            <pc:docMk/>
            <pc:sldMk cId="488499430" sldId="603"/>
            <ac:spMk id="36" creationId="{5C65085D-785C-2228-9264-0F2DCA7C0C3F}"/>
          </ac:spMkLst>
        </pc:spChg>
        <pc:inkChg chg="add">
          <ac:chgData name="Deepika Vatsa" userId="f7100972-27fe-4ee6-8fb4-ec9b7931b409" providerId="ADAL" clId="{0686B37B-D7BE-45E2-BC9F-5C4505E6C795}" dt="2025-09-10T11:36:31.449" v="1667"/>
          <ac:inkMkLst>
            <pc:docMk/>
            <pc:sldMk cId="488499430" sldId="603"/>
            <ac:inkMk id="4" creationId="{A3799B07-F1E2-63FB-6F20-18D067DE398B}"/>
          </ac:inkMkLst>
        </pc:inkChg>
      </pc:sldChg>
      <pc:sldChg chg="addSp delSp modSp add mod">
        <pc:chgData name="Deepika Vatsa" userId="f7100972-27fe-4ee6-8fb4-ec9b7931b409" providerId="ADAL" clId="{0686B37B-D7BE-45E2-BC9F-5C4505E6C795}" dt="2025-09-10T11:36:31.449" v="1667"/>
        <pc:sldMkLst>
          <pc:docMk/>
          <pc:sldMk cId="1880175837" sldId="604"/>
        </pc:sldMkLst>
        <pc:spChg chg="mod">
          <ac:chgData name="Deepika Vatsa" userId="f7100972-27fe-4ee6-8fb4-ec9b7931b409" providerId="ADAL" clId="{0686B37B-D7BE-45E2-BC9F-5C4505E6C795}" dt="2025-09-10T10:18:09.787" v="1304" actId="20577"/>
          <ac:spMkLst>
            <pc:docMk/>
            <pc:sldMk cId="1880175837" sldId="604"/>
            <ac:spMk id="36" creationId="{5C65085D-785C-2228-9264-0F2DCA7C0C3F}"/>
          </ac:spMkLst>
        </pc:spChg>
        <pc:picChg chg="del">
          <ac:chgData name="Deepika Vatsa" userId="f7100972-27fe-4ee6-8fb4-ec9b7931b409" providerId="ADAL" clId="{0686B37B-D7BE-45E2-BC9F-5C4505E6C795}" dt="2025-09-10T10:04:19.688" v="1181" actId="478"/>
          <ac:picMkLst>
            <pc:docMk/>
            <pc:sldMk cId="1880175837" sldId="604"/>
            <ac:picMk id="34" creationId="{AC5891A7-F734-8390-6F24-757F0E4E8CD2}"/>
          </ac:picMkLst>
        </pc:picChg>
        <pc:inkChg chg="add">
          <ac:chgData name="Deepika Vatsa" userId="f7100972-27fe-4ee6-8fb4-ec9b7931b409" providerId="ADAL" clId="{0686B37B-D7BE-45E2-BC9F-5C4505E6C795}" dt="2025-09-10T11:36:31.449" v="1667"/>
          <ac:inkMkLst>
            <pc:docMk/>
            <pc:sldMk cId="1880175837" sldId="604"/>
            <ac:inkMk id="4" creationId="{BF60BB74-C9C9-BB3D-FFEA-5B65B3CEE67C}"/>
          </ac:inkMkLst>
        </pc:inkChg>
      </pc:sldChg>
      <pc:sldChg chg="addSp modSp add mod">
        <pc:chgData name="Deepika Vatsa" userId="f7100972-27fe-4ee6-8fb4-ec9b7931b409" providerId="ADAL" clId="{0686B37B-D7BE-45E2-BC9F-5C4505E6C795}" dt="2025-09-10T11:36:31.449" v="1667"/>
        <pc:sldMkLst>
          <pc:docMk/>
          <pc:sldMk cId="3128451273" sldId="605"/>
        </pc:sldMkLst>
        <pc:spChg chg="mod">
          <ac:chgData name="Deepika Vatsa" userId="f7100972-27fe-4ee6-8fb4-ec9b7931b409" providerId="ADAL" clId="{0686B37B-D7BE-45E2-BC9F-5C4505E6C795}" dt="2025-09-10T10:09:19.294" v="1299"/>
          <ac:spMkLst>
            <pc:docMk/>
            <pc:sldMk cId="3128451273" sldId="605"/>
            <ac:spMk id="36" creationId="{5C65085D-785C-2228-9264-0F2DCA7C0C3F}"/>
          </ac:spMkLst>
        </pc:spChg>
        <pc:picChg chg="add mod">
          <ac:chgData name="Deepika Vatsa" userId="f7100972-27fe-4ee6-8fb4-ec9b7931b409" providerId="ADAL" clId="{0686B37B-D7BE-45E2-BC9F-5C4505E6C795}" dt="2025-09-10T10:09:36.100" v="1302" actId="1076"/>
          <ac:picMkLst>
            <pc:docMk/>
            <pc:sldMk cId="3128451273" sldId="605"/>
            <ac:picMk id="5" creationId="{C4A71879-C8DA-B4C4-E5E5-0102C28EC5C7}"/>
          </ac:picMkLst>
        </pc:picChg>
        <pc:inkChg chg="add">
          <ac:chgData name="Deepika Vatsa" userId="f7100972-27fe-4ee6-8fb4-ec9b7931b409" providerId="ADAL" clId="{0686B37B-D7BE-45E2-BC9F-5C4505E6C795}" dt="2025-09-10T11:36:31.449" v="1667"/>
          <ac:inkMkLst>
            <pc:docMk/>
            <pc:sldMk cId="3128451273" sldId="605"/>
            <ac:inkMk id="4" creationId="{AFDD23BC-64F3-ACE9-3DA8-10A88BFB93C5}"/>
          </ac:inkMkLst>
        </pc:inkChg>
      </pc:sldChg>
      <pc:sldChg chg="addSp delSp modSp add mod">
        <pc:chgData name="Deepika Vatsa" userId="f7100972-27fe-4ee6-8fb4-ec9b7931b409" providerId="ADAL" clId="{0686B37B-D7BE-45E2-BC9F-5C4505E6C795}" dt="2025-09-10T11:36:31.449" v="1667"/>
        <pc:sldMkLst>
          <pc:docMk/>
          <pc:sldMk cId="3099196050" sldId="606"/>
        </pc:sldMkLst>
        <pc:spChg chg="mod">
          <ac:chgData name="Deepika Vatsa" userId="f7100972-27fe-4ee6-8fb4-ec9b7931b409" providerId="ADAL" clId="{0686B37B-D7BE-45E2-BC9F-5C4505E6C795}" dt="2025-09-10T10:20:46.307" v="1380" actId="20577"/>
          <ac:spMkLst>
            <pc:docMk/>
            <pc:sldMk cId="3099196050" sldId="606"/>
            <ac:spMk id="36" creationId="{5C65085D-785C-2228-9264-0F2DCA7C0C3F}"/>
          </ac:spMkLst>
        </pc:spChg>
        <pc:picChg chg="del">
          <ac:chgData name="Deepika Vatsa" userId="f7100972-27fe-4ee6-8fb4-ec9b7931b409" providerId="ADAL" clId="{0686B37B-D7BE-45E2-BC9F-5C4505E6C795}" dt="2025-09-10T10:19:57.793" v="1306" actId="478"/>
          <ac:picMkLst>
            <pc:docMk/>
            <pc:sldMk cId="3099196050" sldId="606"/>
            <ac:picMk id="5" creationId="{C4A71879-C8DA-B4C4-E5E5-0102C28EC5C7}"/>
          </ac:picMkLst>
        </pc:picChg>
        <pc:picChg chg="add del mod">
          <ac:chgData name="Deepika Vatsa" userId="f7100972-27fe-4ee6-8fb4-ec9b7931b409" providerId="ADAL" clId="{0686B37B-D7BE-45E2-BC9F-5C4505E6C795}" dt="2025-09-10T10:21:21.465" v="1384" actId="478"/>
          <ac:picMkLst>
            <pc:docMk/>
            <pc:sldMk cId="3099196050" sldId="606"/>
            <ac:picMk id="6" creationId="{20F69807-FDC9-F2F6-9FAB-2B966F3659B6}"/>
          </ac:picMkLst>
        </pc:picChg>
        <pc:picChg chg="add mod">
          <ac:chgData name="Deepika Vatsa" userId="f7100972-27fe-4ee6-8fb4-ec9b7931b409" providerId="ADAL" clId="{0686B37B-D7BE-45E2-BC9F-5C4505E6C795}" dt="2025-09-10T10:21:39.964" v="1393" actId="1035"/>
          <ac:picMkLst>
            <pc:docMk/>
            <pc:sldMk cId="3099196050" sldId="606"/>
            <ac:picMk id="8" creationId="{27E062EA-37A8-50FD-4BF8-C12D514723FC}"/>
          </ac:picMkLst>
        </pc:picChg>
        <pc:picChg chg="add mod">
          <ac:chgData name="Deepika Vatsa" userId="f7100972-27fe-4ee6-8fb4-ec9b7931b409" providerId="ADAL" clId="{0686B37B-D7BE-45E2-BC9F-5C4505E6C795}" dt="2025-09-10T10:21:35.799" v="1391" actId="1036"/>
          <ac:picMkLst>
            <pc:docMk/>
            <pc:sldMk cId="3099196050" sldId="606"/>
            <ac:picMk id="10" creationId="{422228DC-9B1F-7838-6105-C35A0A648B04}"/>
          </ac:picMkLst>
        </pc:picChg>
        <pc:picChg chg="add mod">
          <ac:chgData name="Deepika Vatsa" userId="f7100972-27fe-4ee6-8fb4-ec9b7931b409" providerId="ADAL" clId="{0686B37B-D7BE-45E2-BC9F-5C4505E6C795}" dt="2025-09-10T10:22:01.783" v="1398" actId="14100"/>
          <ac:picMkLst>
            <pc:docMk/>
            <pc:sldMk cId="3099196050" sldId="606"/>
            <ac:picMk id="12" creationId="{8195F960-6FFB-53F7-6A4C-E1EE98CB9EB7}"/>
          </ac:picMkLst>
        </pc:picChg>
        <pc:inkChg chg="add">
          <ac:chgData name="Deepika Vatsa" userId="f7100972-27fe-4ee6-8fb4-ec9b7931b409" providerId="ADAL" clId="{0686B37B-D7BE-45E2-BC9F-5C4505E6C795}" dt="2025-09-10T11:36:31.449" v="1667"/>
          <ac:inkMkLst>
            <pc:docMk/>
            <pc:sldMk cId="3099196050" sldId="606"/>
            <ac:inkMk id="4" creationId="{73FF5DFD-A31E-DE34-9AC1-8C76DE9A7E23}"/>
          </ac:inkMkLst>
        </pc:inkChg>
      </pc:sldChg>
      <pc:sldChg chg="addSp delSp modSp add mod modAnim">
        <pc:chgData name="Deepika Vatsa" userId="f7100972-27fe-4ee6-8fb4-ec9b7931b409" providerId="ADAL" clId="{0686B37B-D7BE-45E2-BC9F-5C4505E6C795}" dt="2025-09-10T11:36:31.449" v="1667"/>
        <pc:sldMkLst>
          <pc:docMk/>
          <pc:sldMk cId="3583789348" sldId="607"/>
        </pc:sldMkLst>
        <pc:spChg chg="mod">
          <ac:chgData name="Deepika Vatsa" userId="f7100972-27fe-4ee6-8fb4-ec9b7931b409" providerId="ADAL" clId="{0686B37B-D7BE-45E2-BC9F-5C4505E6C795}" dt="2025-09-10T10:23:56.815" v="1429" actId="20577"/>
          <ac:spMkLst>
            <pc:docMk/>
            <pc:sldMk cId="3583789348" sldId="607"/>
            <ac:spMk id="2" creationId="{00000000-0000-0000-0000-000000000000}"/>
          </ac:spMkLst>
        </pc:spChg>
        <pc:spChg chg="add mod">
          <ac:chgData name="Deepika Vatsa" userId="f7100972-27fe-4ee6-8fb4-ec9b7931b409" providerId="ADAL" clId="{0686B37B-D7BE-45E2-BC9F-5C4505E6C795}" dt="2025-09-10T10:24:35.224" v="1441" actId="1076"/>
          <ac:spMkLst>
            <pc:docMk/>
            <pc:sldMk cId="3583789348" sldId="607"/>
            <ac:spMk id="5" creationId="{859DBD53-625D-6B55-4349-FF00DCEACD72}"/>
          </ac:spMkLst>
        </pc:spChg>
        <pc:spChg chg="del">
          <ac:chgData name="Deepika Vatsa" userId="f7100972-27fe-4ee6-8fb4-ec9b7931b409" providerId="ADAL" clId="{0686B37B-D7BE-45E2-BC9F-5C4505E6C795}" dt="2025-09-10T10:24:08.354" v="1432" actId="478"/>
          <ac:spMkLst>
            <pc:docMk/>
            <pc:sldMk cId="3583789348" sldId="607"/>
            <ac:spMk id="36" creationId="{5C65085D-785C-2228-9264-0F2DCA7C0C3F}"/>
          </ac:spMkLst>
        </pc:spChg>
        <pc:picChg chg="add mod">
          <ac:chgData name="Deepika Vatsa" userId="f7100972-27fe-4ee6-8fb4-ec9b7931b409" providerId="ADAL" clId="{0686B37B-D7BE-45E2-BC9F-5C4505E6C795}" dt="2025-09-10T10:24:14.840" v="1436" actId="1076"/>
          <ac:picMkLst>
            <pc:docMk/>
            <pc:sldMk cId="3583789348" sldId="607"/>
            <ac:picMk id="4" creationId="{3EDF532E-D54E-C3AA-68D8-CEFD442D098C}"/>
          </ac:picMkLst>
        </pc:picChg>
        <pc:picChg chg="del">
          <ac:chgData name="Deepika Vatsa" userId="f7100972-27fe-4ee6-8fb4-ec9b7931b409" providerId="ADAL" clId="{0686B37B-D7BE-45E2-BC9F-5C4505E6C795}" dt="2025-09-10T10:24:10.207" v="1433" actId="478"/>
          <ac:picMkLst>
            <pc:docMk/>
            <pc:sldMk cId="3583789348" sldId="607"/>
            <ac:picMk id="8" creationId="{27E062EA-37A8-50FD-4BF8-C12D514723FC}"/>
          </ac:picMkLst>
        </pc:picChg>
        <pc:picChg chg="del">
          <ac:chgData name="Deepika Vatsa" userId="f7100972-27fe-4ee6-8fb4-ec9b7931b409" providerId="ADAL" clId="{0686B37B-D7BE-45E2-BC9F-5C4505E6C795}" dt="2025-09-10T10:24:11.703" v="1434" actId="478"/>
          <ac:picMkLst>
            <pc:docMk/>
            <pc:sldMk cId="3583789348" sldId="607"/>
            <ac:picMk id="10" creationId="{422228DC-9B1F-7838-6105-C35A0A648B04}"/>
          </ac:picMkLst>
        </pc:picChg>
        <pc:picChg chg="del">
          <ac:chgData name="Deepika Vatsa" userId="f7100972-27fe-4ee6-8fb4-ec9b7931b409" providerId="ADAL" clId="{0686B37B-D7BE-45E2-BC9F-5C4505E6C795}" dt="2025-09-10T10:24:05.714" v="1431" actId="478"/>
          <ac:picMkLst>
            <pc:docMk/>
            <pc:sldMk cId="3583789348" sldId="607"/>
            <ac:picMk id="12" creationId="{8195F960-6FFB-53F7-6A4C-E1EE98CB9EB7}"/>
          </ac:picMkLst>
        </pc:picChg>
        <pc:inkChg chg="add">
          <ac:chgData name="Deepika Vatsa" userId="f7100972-27fe-4ee6-8fb4-ec9b7931b409" providerId="ADAL" clId="{0686B37B-D7BE-45E2-BC9F-5C4505E6C795}" dt="2025-09-10T11:36:31.449" v="1667"/>
          <ac:inkMkLst>
            <pc:docMk/>
            <pc:sldMk cId="3583789348" sldId="607"/>
            <ac:inkMk id="6" creationId="{F7E4ADFF-6B2F-EDC8-02DA-829B9D10A506}"/>
          </ac:inkMkLst>
        </pc:inkChg>
      </pc:sldChg>
      <pc:sldChg chg="addSp delSp modSp add mod delAnim">
        <pc:chgData name="Deepika Vatsa" userId="f7100972-27fe-4ee6-8fb4-ec9b7931b409" providerId="ADAL" clId="{0686B37B-D7BE-45E2-BC9F-5C4505E6C795}" dt="2025-09-10T11:36:31.449" v="1667"/>
        <pc:sldMkLst>
          <pc:docMk/>
          <pc:sldMk cId="1234892759" sldId="608"/>
        </pc:sldMkLst>
        <pc:spChg chg="del">
          <ac:chgData name="Deepika Vatsa" userId="f7100972-27fe-4ee6-8fb4-ec9b7931b409" providerId="ADAL" clId="{0686B37B-D7BE-45E2-BC9F-5C4505E6C795}" dt="2025-09-10T10:25:33.887" v="1449" actId="478"/>
          <ac:spMkLst>
            <pc:docMk/>
            <pc:sldMk cId="1234892759" sldId="608"/>
            <ac:spMk id="5" creationId="{859DBD53-625D-6B55-4349-FF00DCEACD72}"/>
          </ac:spMkLst>
        </pc:spChg>
        <pc:spChg chg="add mod">
          <ac:chgData name="Deepika Vatsa" userId="f7100972-27fe-4ee6-8fb4-ec9b7931b409" providerId="ADAL" clId="{0686B37B-D7BE-45E2-BC9F-5C4505E6C795}" dt="2025-09-10T10:29:35.276" v="1465" actId="1076"/>
          <ac:spMkLst>
            <pc:docMk/>
            <pc:sldMk cId="1234892759" sldId="608"/>
            <ac:spMk id="7" creationId="{63FD8690-80CD-00AB-7687-29E64A9FA3DF}"/>
          </ac:spMkLst>
        </pc:spChg>
        <pc:picChg chg="del">
          <ac:chgData name="Deepika Vatsa" userId="f7100972-27fe-4ee6-8fb4-ec9b7931b409" providerId="ADAL" clId="{0686B37B-D7BE-45E2-BC9F-5C4505E6C795}" dt="2025-09-10T10:25:35.795" v="1450" actId="478"/>
          <ac:picMkLst>
            <pc:docMk/>
            <pc:sldMk cId="1234892759" sldId="608"/>
            <ac:picMk id="4" creationId="{3EDF532E-D54E-C3AA-68D8-CEFD442D098C}"/>
          </ac:picMkLst>
        </pc:picChg>
        <pc:picChg chg="add mod">
          <ac:chgData name="Deepika Vatsa" userId="f7100972-27fe-4ee6-8fb4-ec9b7931b409" providerId="ADAL" clId="{0686B37B-D7BE-45E2-BC9F-5C4505E6C795}" dt="2025-09-10T10:29:41.239" v="1468" actId="1076"/>
          <ac:picMkLst>
            <pc:docMk/>
            <pc:sldMk cId="1234892759" sldId="608"/>
            <ac:picMk id="8" creationId="{BAFBE28C-D2CB-1C72-965F-2D65EEA083A8}"/>
          </ac:picMkLst>
        </pc:picChg>
        <pc:inkChg chg="add">
          <ac:chgData name="Deepika Vatsa" userId="f7100972-27fe-4ee6-8fb4-ec9b7931b409" providerId="ADAL" clId="{0686B37B-D7BE-45E2-BC9F-5C4505E6C795}" dt="2025-09-10T11:36:31.449" v="1667"/>
          <ac:inkMkLst>
            <pc:docMk/>
            <pc:sldMk cId="1234892759" sldId="608"/>
            <ac:inkMk id="4" creationId="{BB005EF3-7155-2F15-F194-102C6AA5B964}"/>
          </ac:inkMkLst>
        </pc:inkChg>
      </pc:sldChg>
      <pc:sldChg chg="addSp delSp modSp add mod">
        <pc:chgData name="Deepika Vatsa" userId="f7100972-27fe-4ee6-8fb4-ec9b7931b409" providerId="ADAL" clId="{0686B37B-D7BE-45E2-BC9F-5C4505E6C795}" dt="2025-09-10T11:36:31.449" v="1667"/>
        <pc:sldMkLst>
          <pc:docMk/>
          <pc:sldMk cId="2613291127" sldId="609"/>
        </pc:sldMkLst>
        <pc:spChg chg="mod">
          <ac:chgData name="Deepika Vatsa" userId="f7100972-27fe-4ee6-8fb4-ec9b7931b409" providerId="ADAL" clId="{0686B37B-D7BE-45E2-BC9F-5C4505E6C795}" dt="2025-09-10T10:30:14.469" v="1477" actId="20577"/>
          <ac:spMkLst>
            <pc:docMk/>
            <pc:sldMk cId="2613291127" sldId="609"/>
            <ac:spMk id="7" creationId="{63FD8690-80CD-00AB-7687-29E64A9FA3DF}"/>
          </ac:spMkLst>
        </pc:spChg>
        <pc:picChg chg="add mod">
          <ac:chgData name="Deepika Vatsa" userId="f7100972-27fe-4ee6-8fb4-ec9b7931b409" providerId="ADAL" clId="{0686B37B-D7BE-45E2-BC9F-5C4505E6C795}" dt="2025-09-10T10:29:54.664" v="1471" actId="14100"/>
          <ac:picMkLst>
            <pc:docMk/>
            <pc:sldMk cId="2613291127" sldId="609"/>
            <ac:picMk id="4" creationId="{FA24F057-FFF0-749B-7384-90F6637944EC}"/>
          </ac:picMkLst>
        </pc:picChg>
        <pc:picChg chg="del">
          <ac:chgData name="Deepika Vatsa" userId="f7100972-27fe-4ee6-8fb4-ec9b7931b409" providerId="ADAL" clId="{0686B37B-D7BE-45E2-BC9F-5C4505E6C795}" dt="2025-09-10T10:28:07.130" v="1456" actId="478"/>
          <ac:picMkLst>
            <pc:docMk/>
            <pc:sldMk cId="2613291127" sldId="609"/>
            <ac:picMk id="8" creationId="{BAFBE28C-D2CB-1C72-965F-2D65EEA083A8}"/>
          </ac:picMkLst>
        </pc:picChg>
        <pc:inkChg chg="add">
          <ac:chgData name="Deepika Vatsa" userId="f7100972-27fe-4ee6-8fb4-ec9b7931b409" providerId="ADAL" clId="{0686B37B-D7BE-45E2-BC9F-5C4505E6C795}" dt="2025-09-10T11:36:31.449" v="1667"/>
          <ac:inkMkLst>
            <pc:docMk/>
            <pc:sldMk cId="2613291127" sldId="609"/>
            <ac:inkMk id="5" creationId="{59C6F03B-6E86-7EA0-ACAC-769904449AE2}"/>
          </ac:inkMkLst>
        </pc:inkChg>
      </pc:sldChg>
      <pc:sldChg chg="addSp delSp modSp add mod">
        <pc:chgData name="Deepika Vatsa" userId="f7100972-27fe-4ee6-8fb4-ec9b7931b409" providerId="ADAL" clId="{0686B37B-D7BE-45E2-BC9F-5C4505E6C795}" dt="2025-09-10T11:36:31.449" v="1667"/>
        <pc:sldMkLst>
          <pc:docMk/>
          <pc:sldMk cId="1589192932" sldId="610"/>
        </pc:sldMkLst>
        <pc:spChg chg="mod">
          <ac:chgData name="Deepika Vatsa" userId="f7100972-27fe-4ee6-8fb4-ec9b7931b409" providerId="ADAL" clId="{0686B37B-D7BE-45E2-BC9F-5C4505E6C795}" dt="2025-09-10T10:32:35.909" v="1511" actId="20577"/>
          <ac:spMkLst>
            <pc:docMk/>
            <pc:sldMk cId="1589192932" sldId="610"/>
            <ac:spMk id="2" creationId="{00000000-0000-0000-0000-000000000000}"/>
          </ac:spMkLst>
        </pc:spChg>
        <pc:spChg chg="mod">
          <ac:chgData name="Deepika Vatsa" userId="f7100972-27fe-4ee6-8fb4-ec9b7931b409" providerId="ADAL" clId="{0686B37B-D7BE-45E2-BC9F-5C4505E6C795}" dt="2025-09-10T10:33:41.779" v="1537" actId="14100"/>
          <ac:spMkLst>
            <pc:docMk/>
            <pc:sldMk cId="1589192932" sldId="610"/>
            <ac:spMk id="7" creationId="{63FD8690-80CD-00AB-7687-29E64A9FA3DF}"/>
          </ac:spMkLst>
        </pc:spChg>
        <pc:picChg chg="del">
          <ac:chgData name="Deepika Vatsa" userId="f7100972-27fe-4ee6-8fb4-ec9b7931b409" providerId="ADAL" clId="{0686B37B-D7BE-45E2-BC9F-5C4505E6C795}" dt="2025-09-10T10:32:51.792" v="1513" actId="478"/>
          <ac:picMkLst>
            <pc:docMk/>
            <pc:sldMk cId="1589192932" sldId="610"/>
            <ac:picMk id="4" creationId="{FA24F057-FFF0-749B-7384-90F6637944EC}"/>
          </ac:picMkLst>
        </pc:picChg>
        <pc:inkChg chg="add">
          <ac:chgData name="Deepika Vatsa" userId="f7100972-27fe-4ee6-8fb4-ec9b7931b409" providerId="ADAL" clId="{0686B37B-D7BE-45E2-BC9F-5C4505E6C795}" dt="2025-09-10T11:36:31.449" v="1667"/>
          <ac:inkMkLst>
            <pc:docMk/>
            <pc:sldMk cId="1589192932" sldId="610"/>
            <ac:inkMk id="4" creationId="{AA2D8A36-E386-88FC-53D4-A8B4BBE99313}"/>
          </ac:inkMkLst>
        </pc:inkChg>
      </pc:sldChg>
      <pc:sldChg chg="addSp modSp add mod">
        <pc:chgData name="Deepika Vatsa" userId="f7100972-27fe-4ee6-8fb4-ec9b7931b409" providerId="ADAL" clId="{0686B37B-D7BE-45E2-BC9F-5C4505E6C795}" dt="2025-09-10T11:36:31.449" v="1667"/>
        <pc:sldMkLst>
          <pc:docMk/>
          <pc:sldMk cId="355714154" sldId="611"/>
        </pc:sldMkLst>
        <pc:spChg chg="mod">
          <ac:chgData name="Deepika Vatsa" userId="f7100972-27fe-4ee6-8fb4-ec9b7931b409" providerId="ADAL" clId="{0686B37B-D7BE-45E2-BC9F-5C4505E6C795}" dt="2025-09-10T10:37:01.646" v="1548" actId="20577"/>
          <ac:spMkLst>
            <pc:docMk/>
            <pc:sldMk cId="355714154" sldId="611"/>
            <ac:spMk id="2" creationId="{00000000-0000-0000-0000-000000000000}"/>
          </ac:spMkLst>
        </pc:spChg>
        <pc:spChg chg="mod">
          <ac:chgData name="Deepika Vatsa" userId="f7100972-27fe-4ee6-8fb4-ec9b7931b409" providerId="ADAL" clId="{0686B37B-D7BE-45E2-BC9F-5C4505E6C795}" dt="2025-09-10T10:45:41.565" v="1631"/>
          <ac:spMkLst>
            <pc:docMk/>
            <pc:sldMk cId="355714154" sldId="611"/>
            <ac:spMk id="7" creationId="{63FD8690-80CD-00AB-7687-29E64A9FA3DF}"/>
          </ac:spMkLst>
        </pc:spChg>
        <pc:inkChg chg="add">
          <ac:chgData name="Deepika Vatsa" userId="f7100972-27fe-4ee6-8fb4-ec9b7931b409" providerId="ADAL" clId="{0686B37B-D7BE-45E2-BC9F-5C4505E6C795}" dt="2025-09-10T11:36:31.449" v="1667"/>
          <ac:inkMkLst>
            <pc:docMk/>
            <pc:sldMk cId="355714154" sldId="611"/>
            <ac:inkMk id="4" creationId="{AE274538-4781-508C-31B8-82A43300F28D}"/>
          </ac:inkMkLst>
        </pc:inkChg>
      </pc:sldChg>
      <pc:sldChg chg="addSp modSp add mod">
        <pc:chgData name="Deepika Vatsa" userId="f7100972-27fe-4ee6-8fb4-ec9b7931b409" providerId="ADAL" clId="{0686B37B-D7BE-45E2-BC9F-5C4505E6C795}" dt="2025-09-10T11:36:31.449" v="1667"/>
        <pc:sldMkLst>
          <pc:docMk/>
          <pc:sldMk cId="384079750" sldId="612"/>
        </pc:sldMkLst>
        <pc:spChg chg="mod">
          <ac:chgData name="Deepika Vatsa" userId="f7100972-27fe-4ee6-8fb4-ec9b7931b409" providerId="ADAL" clId="{0686B37B-D7BE-45E2-BC9F-5C4505E6C795}" dt="2025-09-10T10:43:01.075" v="1600" actId="20577"/>
          <ac:spMkLst>
            <pc:docMk/>
            <pc:sldMk cId="384079750" sldId="612"/>
            <ac:spMk id="2" creationId="{00000000-0000-0000-0000-000000000000}"/>
          </ac:spMkLst>
        </pc:spChg>
        <pc:spChg chg="mod">
          <ac:chgData name="Deepika Vatsa" userId="f7100972-27fe-4ee6-8fb4-ec9b7931b409" providerId="ADAL" clId="{0686B37B-D7BE-45E2-BC9F-5C4505E6C795}" dt="2025-09-10T10:43:49.658" v="1615"/>
          <ac:spMkLst>
            <pc:docMk/>
            <pc:sldMk cId="384079750" sldId="612"/>
            <ac:spMk id="7" creationId="{63FD8690-80CD-00AB-7687-29E64A9FA3DF}"/>
          </ac:spMkLst>
        </pc:spChg>
        <pc:inkChg chg="add">
          <ac:chgData name="Deepika Vatsa" userId="f7100972-27fe-4ee6-8fb4-ec9b7931b409" providerId="ADAL" clId="{0686B37B-D7BE-45E2-BC9F-5C4505E6C795}" dt="2025-09-10T11:36:31.449" v="1667"/>
          <ac:inkMkLst>
            <pc:docMk/>
            <pc:sldMk cId="384079750" sldId="612"/>
            <ac:inkMk id="4" creationId="{3AAB797E-DE3B-5DA1-C950-FDC25FE691CD}"/>
          </ac:inkMkLst>
        </pc:inkChg>
      </pc:sldChg>
      <pc:sldChg chg="addSp delSp modSp add mod">
        <pc:chgData name="Deepika Vatsa" userId="f7100972-27fe-4ee6-8fb4-ec9b7931b409" providerId="ADAL" clId="{0686B37B-D7BE-45E2-BC9F-5C4505E6C795}" dt="2025-09-10T11:36:31.449" v="1667"/>
        <pc:sldMkLst>
          <pc:docMk/>
          <pc:sldMk cId="3716050871" sldId="613"/>
        </pc:sldMkLst>
        <pc:spChg chg="mod">
          <ac:chgData name="Deepika Vatsa" userId="f7100972-27fe-4ee6-8fb4-ec9b7931b409" providerId="ADAL" clId="{0686B37B-D7BE-45E2-BC9F-5C4505E6C795}" dt="2025-09-10T10:45:26.636" v="1626" actId="20577"/>
          <ac:spMkLst>
            <pc:docMk/>
            <pc:sldMk cId="3716050871" sldId="613"/>
            <ac:spMk id="2" creationId="{00000000-0000-0000-0000-000000000000}"/>
          </ac:spMkLst>
        </pc:spChg>
        <pc:spChg chg="del">
          <ac:chgData name="Deepika Vatsa" userId="f7100972-27fe-4ee6-8fb4-ec9b7931b409" providerId="ADAL" clId="{0686B37B-D7BE-45E2-BC9F-5C4505E6C795}" dt="2025-09-10T10:45:16.756" v="1617" actId="478"/>
          <ac:spMkLst>
            <pc:docMk/>
            <pc:sldMk cId="3716050871" sldId="613"/>
            <ac:spMk id="7" creationId="{63FD8690-80CD-00AB-7687-29E64A9FA3DF}"/>
          </ac:spMkLst>
        </pc:spChg>
        <pc:picChg chg="add del mod">
          <ac:chgData name="Deepika Vatsa" userId="f7100972-27fe-4ee6-8fb4-ec9b7931b409" providerId="ADAL" clId="{0686B37B-D7BE-45E2-BC9F-5C4505E6C795}" dt="2025-09-10T10:50:37.501" v="1655" actId="478"/>
          <ac:picMkLst>
            <pc:docMk/>
            <pc:sldMk cId="3716050871" sldId="613"/>
            <ac:picMk id="5" creationId="{13884A6B-7C08-1B29-9CEE-7F7DE312DCE0}"/>
          </ac:picMkLst>
        </pc:picChg>
        <pc:picChg chg="add mod">
          <ac:chgData name="Deepika Vatsa" userId="f7100972-27fe-4ee6-8fb4-ec9b7931b409" providerId="ADAL" clId="{0686B37B-D7BE-45E2-BC9F-5C4505E6C795}" dt="2025-09-10T10:50:40.060" v="1657" actId="1076"/>
          <ac:picMkLst>
            <pc:docMk/>
            <pc:sldMk cId="3716050871" sldId="613"/>
            <ac:picMk id="8" creationId="{2436BED1-1ACE-ED0D-CDF8-1376DE2C159E}"/>
          </ac:picMkLst>
        </pc:picChg>
        <pc:inkChg chg="add">
          <ac:chgData name="Deepika Vatsa" userId="f7100972-27fe-4ee6-8fb4-ec9b7931b409" providerId="ADAL" clId="{0686B37B-D7BE-45E2-BC9F-5C4505E6C795}" dt="2025-09-10T11:36:31.449" v="1667"/>
          <ac:inkMkLst>
            <pc:docMk/>
            <pc:sldMk cId="3716050871" sldId="613"/>
            <ac:inkMk id="4" creationId="{91195C2A-7E52-0A4D-B395-DF5FB6DA7A5E}"/>
          </ac:inkMkLst>
        </pc:inkChg>
      </pc:sldChg>
      <pc:sldChg chg="addSp delSp modSp add mod">
        <pc:chgData name="Deepika Vatsa" userId="f7100972-27fe-4ee6-8fb4-ec9b7931b409" providerId="ADAL" clId="{0686B37B-D7BE-45E2-BC9F-5C4505E6C795}" dt="2025-09-10T11:36:31.449" v="1667"/>
        <pc:sldMkLst>
          <pc:docMk/>
          <pc:sldMk cId="641320116" sldId="614"/>
        </pc:sldMkLst>
        <pc:spChg chg="del">
          <ac:chgData name="Deepika Vatsa" userId="f7100972-27fe-4ee6-8fb4-ec9b7931b409" providerId="ADAL" clId="{0686B37B-D7BE-45E2-BC9F-5C4505E6C795}" dt="2025-09-10T10:49:21.385" v="1651" actId="478"/>
          <ac:spMkLst>
            <pc:docMk/>
            <pc:sldMk cId="641320116" sldId="614"/>
            <ac:spMk id="7" creationId="{63FD8690-80CD-00AB-7687-29E64A9FA3DF}"/>
          </ac:spMkLst>
        </pc:spChg>
        <pc:picChg chg="add mod">
          <ac:chgData name="Deepika Vatsa" userId="f7100972-27fe-4ee6-8fb4-ec9b7931b409" providerId="ADAL" clId="{0686B37B-D7BE-45E2-BC9F-5C4505E6C795}" dt="2025-09-10T10:49:27.658" v="1654" actId="1076"/>
          <ac:picMkLst>
            <pc:docMk/>
            <pc:sldMk cId="641320116" sldId="614"/>
            <ac:picMk id="5" creationId="{5706E830-F6C3-7454-9A8C-C04FFC1C3F04}"/>
          </ac:picMkLst>
        </pc:picChg>
        <pc:inkChg chg="add">
          <ac:chgData name="Deepika Vatsa" userId="f7100972-27fe-4ee6-8fb4-ec9b7931b409" providerId="ADAL" clId="{0686B37B-D7BE-45E2-BC9F-5C4505E6C795}" dt="2025-09-10T11:36:31.449" v="1667"/>
          <ac:inkMkLst>
            <pc:docMk/>
            <pc:sldMk cId="641320116" sldId="614"/>
            <ac:inkMk id="4" creationId="{6519A086-B0EF-25CA-18C8-0F3369D4551C}"/>
          </ac:inkMkLst>
        </pc:inkChg>
      </pc:sldChg>
      <pc:sldChg chg="addSp delSp modSp add del mod">
        <pc:chgData name="Deepika Vatsa" userId="f7100972-27fe-4ee6-8fb4-ec9b7931b409" providerId="ADAL" clId="{0686B37B-D7BE-45E2-BC9F-5C4505E6C795}" dt="2025-09-10T10:49:14.824" v="1649" actId="2696"/>
        <pc:sldMkLst>
          <pc:docMk/>
          <pc:sldMk cId="4183607515" sldId="614"/>
        </pc:sldMkLst>
        <pc:spChg chg="mod">
          <ac:chgData name="Deepika Vatsa" userId="f7100972-27fe-4ee6-8fb4-ec9b7931b409" providerId="ADAL" clId="{0686B37B-D7BE-45E2-BC9F-5C4505E6C795}" dt="2025-09-10T10:46:38.075" v="1642" actId="20577"/>
          <ac:spMkLst>
            <pc:docMk/>
            <pc:sldMk cId="4183607515" sldId="614"/>
            <ac:spMk id="2" creationId="{00000000-0000-0000-0000-000000000000}"/>
          </ac:spMkLst>
        </pc:spChg>
        <pc:spChg chg="add mod">
          <ac:chgData name="Deepika Vatsa" userId="f7100972-27fe-4ee6-8fb4-ec9b7931b409" providerId="ADAL" clId="{0686B37B-D7BE-45E2-BC9F-5C4505E6C795}" dt="2025-09-10T10:47:03.193" v="1648" actId="14100"/>
          <ac:spMkLst>
            <pc:docMk/>
            <pc:sldMk cId="4183607515" sldId="614"/>
            <ac:spMk id="4" creationId="{33F2CC8C-C38E-A44F-274C-E33C888DB9FB}"/>
          </ac:spMkLst>
        </pc:spChg>
        <pc:picChg chg="del">
          <ac:chgData name="Deepika Vatsa" userId="f7100972-27fe-4ee6-8fb4-ec9b7931b409" providerId="ADAL" clId="{0686B37B-D7BE-45E2-BC9F-5C4505E6C795}" dt="2025-09-10T10:46:46.103" v="1643" actId="478"/>
          <ac:picMkLst>
            <pc:docMk/>
            <pc:sldMk cId="4183607515" sldId="614"/>
            <ac:picMk id="5" creationId="{13884A6B-7C08-1B29-9CEE-7F7DE312DCE0}"/>
          </ac:picMkLst>
        </pc:picChg>
      </pc:sldChg>
      <pc:sldMasterChg chg="del delSldLayout">
        <pc:chgData name="Deepika Vatsa" userId="f7100972-27fe-4ee6-8fb4-ec9b7931b409" providerId="ADAL" clId="{0686B37B-D7BE-45E2-BC9F-5C4505E6C795}" dt="2025-09-10T10:46:53.085" v="1645" actId="47"/>
        <pc:sldMasterMkLst>
          <pc:docMk/>
          <pc:sldMasterMk cId="0" sldId="2147483648"/>
        </pc:sldMasterMkLst>
        <pc:sldLayoutChg chg="del">
          <pc:chgData name="Deepika Vatsa" userId="f7100972-27fe-4ee6-8fb4-ec9b7931b409" providerId="ADAL" clId="{0686B37B-D7BE-45E2-BC9F-5C4505E6C795}" dt="2025-09-10T10:46:53.085" v="1645" actId="47"/>
          <pc:sldLayoutMkLst>
            <pc:docMk/>
            <pc:sldMasterMk cId="0" sldId="2147483648"/>
            <pc:sldLayoutMk cId="0" sldId="2147483649"/>
          </pc:sldLayoutMkLst>
        </pc:sldLayoutChg>
        <pc:sldLayoutChg chg="del">
          <pc:chgData name="Deepika Vatsa" userId="f7100972-27fe-4ee6-8fb4-ec9b7931b409" providerId="ADAL" clId="{0686B37B-D7BE-45E2-BC9F-5C4505E6C795}" dt="2025-09-10T10:46:53.085" v="1645" actId="47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Deepika Vatsa" userId="f7100972-27fe-4ee6-8fb4-ec9b7931b409" providerId="ADAL" clId="{0686B37B-D7BE-45E2-BC9F-5C4505E6C795}" dt="2025-09-10T10:30:58.397" v="1479" actId="47"/>
          <pc:sldLayoutMkLst>
            <pc:docMk/>
            <pc:sldMasterMk cId="0" sldId="2147483648"/>
            <pc:sldLayoutMk cId="2142604973" sldId="2147483651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4AB7C8-D09B-4A0D-960C-DA59EA11975D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1FBF0A-65EB-4E60-942F-E3405B2946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020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10T11:06:22.6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9081 8274 474 0,'0'0'487'0,"0"0"-419"0,0 0 26 0,0 0-85 0,0 0 25 0,0 0-1 0,0 0-6 0,0 0 9 0,152 7 0 0,-42-11-18 15,7-8-12-15,-4 0 5 16,1 5-6-16,-1-3-4 15,-14 6-1-15,-13-1 0 0,4 3-5 16,-15 2-3-16,-13 0-36 16,10-4-45-1,-12-2-161-15,0-6-263 0</inkml:trace>
  <inkml:trace contextRef="#ctx0" brushRef="#br0" timeOffset="3300.82">8952 9209 831 0,'0'0'29'16,"0"0"-8"-16,0 0-9 0,0 0 15 0,0 0 56 16,0 0-18-16,245 0-36 15,-158-13-23-15,2 1-4 16,-11 5 4-16,-15 0-6 16,-4 1 0-16,4 2-5 15,-12 2-39-15,0-5-216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10T11:07:30.8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16021 3835 435 0,'0'0'510'0,"0"0"-451"0,0 0-19 0,0 0-39 0,0 0 18 0,0 0 28 0,385-13-23 16,-215-2-7-16,21-1-13 16,12-3 2-16,-3-4-6 15,9 8 0-15,-15-2-7 16,-11 2-33-16,-13 6-132 16,-15-3-120-16</inkml:trace>
  <inkml:trace contextRef="#ctx0" brushRef="#br0" timeOffset="366.76">20001 3589 905 0,'0'0'105'0,"0"0"19"15,0 0-102-15,0 0 25 16,0 0-14-16,0 0-21 15,-9 6-10-15,69-6-2 16,3 5 3-16,23-3 2 16,1 3-5-16,2-2 0 15,10-3-2-15,5 0-56 16,-11 0-202-16,-12 0-277 16</inkml:trace>
  <inkml:trace contextRef="#ctx0" brushRef="#br0" timeOffset="1566.34">5208 4903 842 0,'0'0'38'0,"0"0"9"0,0 0-42 0,0 0-4 0,0 0 22 0,0 0 68 0,194 57-42 16,-60-57-20-16,12 0-8 16,4 0-13-16,8 0-8 15,-9 0 0-15,1-12 1 16,-4 1-1-16,-15 7-2 15,-14 2-6-15,-31 2-61 16,-17 0-141-16,-33 2-149 16</inkml:trace>
  <inkml:trace contextRef="#ctx0" brushRef="#br0" timeOffset="4199.8">19738 4474 727 0,'0'0'218'0,"0"0"-141"16,0 0 64-16,0 0-66 0,0 0-34 15,0 0-19-15,0 0-10 16,0 0-4-16,-50-10 0 16,50 39-7-16,0 4 29 15,-3 10-1-15,3 4-2 16,-6 13-1-16,6 11-6 16,0 18-3-16,-3 12 2 15,-3 16-2-15,-6 8 6 16,3-2 7-16,-6 4-18 15,12-1 3-15,-3 0-6 16,6 1 1-16,0-1-4 16,0-2-4-16,0-2 6 0,0 1-7 15,0-7 1-15,0-3-2 16,6-12 3-16,-3-5 2 16,-3-5-5-16,6-10 0 15,-3-11 0-15,-3-10 0 16,0-13 0-16,0-10 0 15,0-18-18-15,0-13-54 16,-3-6-27-16,-12-28-100 16,6-36-338-16</inkml:trace>
  <inkml:trace contextRef="#ctx0" brushRef="#br0" timeOffset="5422.63">19670 4488 588 0,'0'0'151'0,"0"0"-9"0,0 0-57 0,0 0 20 0,0 0-26 15,0 0-15-15,-21-25-33 16,15 25 4-16,3 0-15 16,-3 0-6-16,6 0 14 15,0 0-8-15,0 0-9 0,0 0-6 16,42 0-3-1,35 0 16-15,22 0 7 0,23 0 11 16,10-5-16 0,8-6-9-16,-9 10-4 15,10-2-1-15,-10 3-3 0,9 0-2 16,-8 0-1-16,8 4 0 16,-2 12 0-16,2-5 2 15,-6 3 0-15,-5 3-2 16,-13-7 1-16,-11 1-2 15,2-5 2-15,-2 2 1 16,-4-2-2-16,-2-5 2 16,5 2-1-16,4-3 0 15,20 0-1-15,13 0-1 16,2-4 0-16,6-13-1 0,-8 3-2 16,-1-1 4-16,-3 3 1 15,-11 2 0-15,2 1-2 16,-20 3 2-16,-7-2-1 15,-20 0 0-15,-10 1-1 16,-2 3 0-16,12 2 1 16,-7-1 1-16,-2 1 0 15,-18 2-1-15,-9 0-1 16,-13 0 1-16,-5 0 0 16,0 0 0-16,-9 0 2 15,-3 0-4-15,-6 0 1 16,-9 0-1-16,0 0 2 15,3 0-5-15,3 0 5 16,-3 7-2-16,3 7 2 16,-6 6 0-16,3 12 1 0,-3 4 1 15,0 9-2 1,0 4 0-16,0 10 0 0,0 10 0 16,0 9 2-1,0 11 2-15,0 6-1 0,0 10-1 16,0 2 4-16,0 3 12 15,9-3-8-15,9 1-1 16,6 2-5-16,3-3 11 16,5-4-2-16,-11-3-8 15,3-7 1-15,-6-8-4 16,9-6 1-16,-9-2-2 16,0-10-1-16,-3-9-2 15,-3-9 1-15,-6-10-2 0,-3-8-10 16,-3-1-97-16,0-12-53 15,-18-8-185-15</inkml:trace>
  <inkml:trace contextRef="#ctx0" brushRef="#br0" timeOffset="6568.15">19703 7177 839 0,'0'0'138'0,"0"0"-12"0,0 0-75 0,0 0-10 15,0 0-9-15,0 0 1 16,0 0-1-16,17 42-4 15,10-30 6-15,9 1-2 16,24-4-11-16,9 0 6 16,17-4-19-16,22 0 9 15,14-3 3-15,18-2-6 16,10 0 13-16,5 0-16 16,-12 0-5-16,4 0-4 0,-13 0-1 15,-12 0 0 1,-2 5-1-16,-13-3-2 0,1 1 2 15,-4-3 4-15,-2 0-1 16,-12 0-3-16,14 0 0 16,4 0 0-16,11 0 2 15,21 0-2-15,13 0 0 16,11 0 0-16,-6 0-4 16,-8 0 2-16,-4 0 2 15,-6 0 0-15,-14-3 2 16,-4-6-2-16,-17 1 5 15,-7-1 6-15,-5 0-5 16,-4-3-2-16,7-3 1 0,17 4-3 16,-5-1 6-1,-7 1-7-15,-11 3-1 0,-1-2 1 16,-2 4-1-16,-9 0 0 16,-7-2 2-16,-11 7-1 15,-6-5-1-15,-9 2 1 16,5-1 5-16,-8 1-4 15,-3 0 4-15,3 3-2 16,-6-5-3-16,5 5-1 16,4-4 1-16,-3 1 0 15,-3-1 1-15,3-3-2 16,-15 4 2-16,-4-1-1 16,-14-1 3-16,0 5-4 15,-9-2 4-15,0-2-3 16,0-4 4-16,0-5-5 0,-6-9-7 15,-29 2-68-15,-10-4-51 16,0-1-29 0,3-6-188-16</inkml:trace>
  <inkml:trace contextRef="#ctx0" brushRef="#br0" timeOffset="6900.17">24645 6313 898 0,'0'0'162'0,"0"0"-11"0,0 0-104 0,0 0-25 15,0 0-15-15,0 0-1 16,-9 80 31-16,36-35-11 16,-1 8-11-16,-2 1 4 15,-6 3-2-15,-9 3-10 16,-9 2-4-16,0 0-2 16,0 2-2-16,-6-2-24 15,-12-5-56-15,0-11-95 0,6-21-171 16</inkml:trace>
  <inkml:trace contextRef="#ctx0" brushRef="#br0" timeOffset="8299.83">21002 4546 621 0,'0'0'156'0,"0"0"-24"0,0 0-25 0,0 0-19 0,0 0 4 16,0 0-20-16,-54-99-36 15,54 77 3-15,-3 6 18 16,3 3-16-16,0 3 2 16,-6 5-3-16,6 5-11 15,-3 0-4-15,3 0-16 16,0 0-6-16,0 0-3 16,0 0-1-16,0 21-8 15,0 13 8-15,0 8 0 16,0 12 1-16,0 10 1 15,0 2 1-15,3 5-2 16,6 4 0-16,0 5 3 16,-3 4-1-16,-3 1 2 15,3 2 0-15,-3 1 1 0,6-6-1 16,0 0 5-16,0-4-8 16,-1-1-1-16,1-1 2 15,6-7-1-15,-6-3 0 16,0-2-1-16,6-4 1 15,-3-4 2-15,3 3-3 16,-3 0 0-16,3-1 0 16,-6 0 3-16,0 2-3 15,0 2 0-15,0 0 0 16,0-5 2-16,0-2-2 16,-9-7 0-16,9-6 0 15,-9 1 0-15,9-1 0 0,-3 5 3 16,-3 3-7-1,3 0 6-15,-6 4-2 0,0 3 4 16,0 3-4-16,0-2 0 16,0 1 1-16,0-2 0 15,0-5-1-15,0 1 3 16,0-4 2-16,0-6-1 16,0-5-4-16,0-6 3 15,0-9 2-15,0-4-6 16,0-2 2-16,0-6-1 15,0-1 0-15,0 2 1 16,0-3 2-16,0 4 1 16,0-4-4-16,0 0 0 0,0 1-1 15,0-2 1-15,0-2 0 16,0 0-2 15,0-6-1-15,0 0 2-16,3 0-27 0,5-15-11 0,1-28-84 0,-9-22-79 0,0-24-282 15</inkml:trace>
  <inkml:trace contextRef="#ctx0" brushRef="#br0" timeOffset="9215.91">22253 4464 634 0,'0'0'193'0,"0"0"-42"0,0 0-29 0,0 0-16 16,0 0-40-16,0 0-5 15,-18 6-12-15,18-2-12 16,0 5-14-16,0 6-7 0,0 3 10 16,0 12-7-1,0 5-5-15,0 10 16 0,0 10-14 16,0 9-1-1,9 3 1-15,0 4-6 16,-9 6 9-16,9 0-5 0,-3 6-5 16,3-1-2-16,-9 2 12 15,0-3-8-15,0 3 13 16,0 1-23-16,0-4 0 16,0 3 1-16,0-1-2 15,0-4 2-15,0-4-2 16,0-1 0-16,0-6-1 15,3 0 1-15,3 1 1 16,-3-3-1-16,3 4 0 16,-3-4 7-16,-3-1-7 0,0-6 0 15,0-2-2-15,0-2 1 16,0-1 1-16,0-1 0 16,0 0 0-16,0-1 0 15,0 5 0-15,0 3 2 16,-3-4-2-16,-6 0 1 15,3-8-1-15,-3-1 0 16,0 3-1-16,-9 0 1 16,18 0-1-16,-9 0 1 15,9 0-1-15,0-8 2 16,0-1-1-16,0-3 0 16,0-9-3-16,0-6 3 0,0-7 0 15,0-1 3-15,0-5-4 16,0-5 1-16,0 0-1 15,0-5 0-15,0 0 1 16,0 0-9-16,0-7-34 16,0-26-32-16,-15-17-104 15,-24-22-105-15</inkml:trace>
  <inkml:trace contextRef="#ctx0" brushRef="#br0" timeOffset="10417.52">20073 3788 835 0,'0'0'252'0,"0"0"-106"0,0 0-82 0,0 0-54 16,0 0 40-16,0 0-13 16,-12 153-9-16,33-96-5 15,3 0-13-15,0-3-2 16,-13-1-5-16,-2-10 2 15,-3-8-10-15,-6-12-2 0,0-8-42 16,3-9-44-16,-3-6 1 16,0 0-49-1,0-14-13-15,0-13 32 0,-29-2 66 16,-13 6 56-16,9 3 23 16,6 11 66-16,15 3 26 15,6 5 9-15,3-1-15 16,3 2-42-16,0-2-21 15,0-6 0-15,9-2-13 16,39-6-21-16,26-6-7 16,-2-4-5-16,0-1 0 15,-3 3-1-15,-25 1 1 16,-11 2 0-16,-12 2 0 16,-3 0 1-16,-9-3-1 15,-3 3 1-15,-6 3 7 0,0 4 8 16,0 5 25-1,0 3 23-15,0 4-11 0,0 0-18 16,0 0-21-16,0 0-14 16,0 24-5-16,0 18 5 15,0 8 3-15,0 2 1 16,0-5-3-16,0 4-1 16,0-10 0-16,0 1-7 15,0-7-39-15,0-12-80 16,0-10-38-16,9-13-133 0,9 0-376 15</inkml:trace>
  <inkml:trace contextRef="#ctx0" brushRef="#br0" timeOffset="10783.61">20631 3967 493 0,'0'0'450'0,"0"0"-244"15,0 0-110-15,0 0-51 0,0 0-20 0,0 0-3 16,176-98-13-16,-131 81-9 16,-9 6 1-16,-12 5 2 15,-15 2-3-15,-3 4 0 16,-6 0 0-16,0 0 3 16,0-2 5-16,0-1-1 0,0 3 3 15,-15 0 2-15,-3 0 8 16,0 0-11-16,0 0 13 15,-6 9-6-15,3 12 9 16,6 9-4-16,-2 2 14 16,8 5-12-16,9-1-20 15,-9-3 3-15,9-1-5 16,0-2-1-16,0-2-3 16,0-2-11-16,0-4-63 15,0-5-58-15,0-7-61 16,18-6-173-16</inkml:trace>
  <inkml:trace contextRef="#ctx0" brushRef="#br0" timeOffset="11665.89">21560 3947 974 0,'0'0'288'0,"0"0"-126"0,0 0-92 0,0 0-37 0,0 0-28 0,0 0-1 15,-15 84 7-15,15-44-7 16,0-4 5-16,0-3-8 16,9-4-2-16,-3-7 1 15,3-8 0-15,0-10 0 16,-9-4-2-16,9 0 4 16,6 0-2-16,-3-8 10 15,6-9-2-15,-3 0-8 16,-4 3 0-16,-2 9 2 15,0 3 3-15,-9-1-10 0,6 3 3 16,3 0-7-16,9 0 6 16,0 0 3-16,6 3 0 15,3 2 1-15,-6-3-6 16,3-2 5-16,3 0-4 16,-1 0 4-16,-8-13 0 15,-3-5 0-15,-6 1 4 16,-9-4 2-16,0 0 2 15,0 6 24-15,0 0-17 16,-6 4 1-16,-6 3-16 16,3 1-1-16,3 2-31 15,6 3-32-15,0-3-43 16,0 1-45-16,0-1-44 16,0-1-32-16,0 2 25 0,0 2 106 15,9-5 97-15,9 4 16 16,0-2 75-16,6 1 8 15,3-2 24 1,0 3-60-16,6-4-10 0,-3-3-20 16,2-1-14-16,1 4-11 15,-6-2-2-15,-9 4-4 16,-15 2 2-16,3-3 19 16,-3 4 20-16,-3-4 9 15,0 3 6-15,0-1-10 16,0 3-11-16,0 1 21 15,0 0-27-15,0 0 5 16,0 0-31-16,0 0 1 16,0 1-6-16,0 21 1 15,0 7 0-15,-3 3 8 0,3 5-3 16,-6 1-4-16,3-6-1 16,-3 6-2-16,-3-8-9 15,6-2-48-15,-6-1-63 16,9-8-98-16,-6-6-198 15</inkml:trace>
  <inkml:trace contextRef="#ctx0" brushRef="#br0" timeOffset="13533.29">23262 3956 846 0,'0'0'207'0,"0"0"-38"0,0 0-64 16,0 0 15-16,0 0-48 16,0 0-21-16,-90-49-20 15,76 49-25-15,-4 24-5 16,0 14-1-16,6 7 1 15,6 3-2-15,6-1 6 16,0-5-10-16,9-7 5 16,18-7-2-16,5-6 2 15,13-10-5-15,-9-5 3 16,6-7 0-16,9 0-6 16,-4-12 7-16,4-17-1 15,-9-9-9-15,-12 1 3 0,-6-9 4 16,-6-5 4-16,-9 4-3 15,-9-1 3-15,0 8 0 16,0 10 4-16,0 5 2 16,0 14 8-16,0 5 9 15,0 5-2-15,0 1 5 16,-9 0-18-16,3 1-8 16,-3 26-4-16,6 8 4 15,-3 12 0-15,6 0 0 16,0 1 0-16,0-1 0 15,6-4-1-15,12-5 1 16,18-4-7-16,-1-6 5 0,1-9-7 16,-3-4-1-1,-6-4-4-15,-3-9-6 0,-3-2 3 16,6 0 8-16,-1 0-1 16,7-9 9-16,0-12-1 15,-6-7-7 1,-6 1 4-16,-3-2 3 0,-12 3-1 15,3 4 2-15,-9 3-4 16,0 8 5-16,0 3 5 16,0 1-4-16,0 7 2 15,0 0-3-15,-15 0-6 16,-12 0-1-16,0 17 3 16,-3 4 2-16,-3 3-3 0,15 0 3 15,4 2 2 1,5-5-20-16,9-5-16 0,0-3-8 15,0-6-4-15,0-2 13 16,0-2 6-16,17-3 17 16,-2 0 10-16,12 0-2 15,-9 0 1-15,0 0 6 16,0 0-2-16,0 0-1 16,-3 0 0-16,-3 0 1 15,-6 0-1-15,3 0 0 16,0 0-3-16,6 0 8 15,-6-6 0-15,0-1 5 0,0-2 7 16,-1-6 3 0,10-1-5-16,-6-3 2 0,3 0-4 15,-3 3 2-15,-6 1-3 16,3 3 15-16,-9 5 8 16,0 3-10-16,9 4-5 15,-9 0-15-15,9 0-3 16,0 0-2-16,9 0-1 15,0 4-4-15,6 8 4 16,-6 2 1-16,-6 3 0 16,3-2-4-16,-15 3 4 15,9-4-2-15,-9 0 1 16,0 1 1-16,0-1-4 0,-9-4 4 16,-9-1-2-1,3-4-3-15,12-4 2 0,-3 3 3 16,6-4 4-16,0 0-1 15,0 0 6-15,0-16-9 16,27-14 0-16,14-2 0 16,4-2 0-16,-3 1-5 15,-6 4 5-15,-9 5 4 16,-9 3-3-16,-12 9-1 16,-3 5 0-16,-3 7 11 15,0 0 2-15,0 0-13 16,0 0-9-16,0 0 3 15,0 7 6-15,9 5-5 0,5-1 10 16,4 4-2 0,0-3-1-16,0 0-1 0,6 2-1 15,-12-2 1-15,-3-3 0 16,-3 4 0-16,-6-4-1 16,0 3-1-16,0 0 1 15,-27 0-13-15,-21-1-89 16,-8 1-72-16,-22-1-161 15</inkml:trace>
  <inkml:trace contextRef="#ctx0" brushRef="#br0" timeOffset="14183.13">22035 3888 470 0,'0'0'323'0,"0"0"-143"0,0 0-64 0,0 0-33 0,0 0-26 0,0 0-21 15,-9 3-11-15,45-3 27 16,14-3 7-16,10-13-12 16,-6 0-18-16,0 3-6 15,-13 1-18-15,-11-1-5 16,-6 6-6-16,0 3 6 16,-12-1-1-16,-6 5-1 15,-6 0-9-15,0 0-16 16,0 0-37-16,0 0-30 0,0 0-55 15,0 0-164 1</inkml:trace>
  <inkml:trace contextRef="#ctx0" brushRef="#br0" timeOffset="15416.44">23390 4853 710 0,'0'0'270'0,"0"0"-79"0,0 0-78 0,0 0-23 0,0 0-34 15,0 0-33-15,-14-3-19 16,14 34 25-16,0 4 15 16,0 2-15-16,0-2-18 15,0-1-2-15,0-8-1 16,5-5-7-16,-2-8-1 16,3-8 2-16,-3-5-1 15,-3 0 5-15,6 0 0 16,-3-18 22-16,3-11 10 15,3-12-34-15,-6 2-1 16,12-6-1-16,-6 2-3 16,15 4 1-16,-12 4 0 15,3 6 1-15,-3 13-1 16,-6 6 2-16,-6 8-2 16,0 2 1-16,3 0-1 15,3 0-7-15,6 17 1 16,6 8 6-16,-3 0 1 0,3 0-1 15,8 0 2-15,-8-6-2 16,-3-4-1-16,3-4 1 16,-15-7-2-16,6-4 0 15,-9 0 2-15,6 0 0 16,-3 0 2-16,3 0 2 16,3-12-4-16,9-6 1 15,6-9 0-15,-6 4 2 16,-6-6 0-16,6 3-3 15,-3 4 0-15,-7 5-1 16,-5 10 2-16,-3 7 1 16,0 0-2-16,0 0-4 0,6 0-2 15,3 21 4-15,9 8 1 16,0 5 2-16,-3 1-1 16,-6 5 0-16,-6 6-1 15,6-3-27-15,-3 0-51 16,3 0-61-16,-6-5-49 15,6-5-184-15</inkml:trace>
  <inkml:trace contextRef="#ctx0" brushRef="#br0" timeOffset="16348.96">23549 5541 607 0,'0'0'253'0,"0"0"-129"0,0 0-58 15,0 0-37-15,0 0 24 16,0 0-7-16,-9 66-14 0,9-39 0 16,0-2-6-16,0 0 12 15,3-4-21-15,3 0 1 16,3-4 3-16,-9-2 2 16,0-9-3-16,9-1-10 15,-9-5 6-15,0 0 4 16,0 0 13-16,0 0 35 15,0 0-9-15,0-5-3 16,0-11-19-16,0-6-36 16,-15-3 6-16,-6-7 4 15,-3-9-5-15,3-6 2 16,6-6-5-16,6 2-3 0,9 1 4 16,0 6 0-16,0 6-3 15,0 7-2-15,0 8 0 16,15 0 0-16,15 7 0 15,3 2-21-15,12 8-39 16,-1 6-44-16,7 0-66 16,-6 2-21-16,-9 16-123 15,-9 4-436-15</inkml:trace>
  <inkml:trace contextRef="#ctx0" brushRef="#br0" timeOffset="16649.06">23540 5634 983 0,'0'0'260'0,"0"0"-146"0,0 0-53 0,0 0-32 15,0 0-25-15,0 0-4 16,167-40 3-16,-107 29-8 0,-16 7-7 16,-8 2-91-16,0 2-77 15,-9 0-196-15</inkml:trace>
  <inkml:trace contextRef="#ctx0" brushRef="#br0" timeOffset="22918.45">19765 5065 569 0,'0'0'154'0,"0"0"-27"15,0 0-59-15,0 0-1 0,0 0 9 16,0 0-25-16,0 0-33 15,-12 2-5-15,12-2 6 16,0 0 4-16,0 2-18 16,12-2 4-16,24 0 33 15,6 0-35-15,3 0-3 16,14 0 7-16,4 0-11 16,6 0 5-16,2 0-2 15,7 0-2-15,9 0 8 16,-1 0-9-16,-2-8 0 15,8 4 1-15,-2 0 0 16,-3-1-1-16,2 5 1 0,-2 0-1 16,-1 0 0-1,1 0-1-15,3-3-1 0,-4-2 3 16,4 2-1-16,2 0 0 16,-2-2 6-16,-3-1-6 15,-16 5 0-15,10-1 1 16,-6 2-1-16,-10 0 0 15,10 0 1-15,-9 0 0 16,8 0-1-16,7-5 0 16,5-7 1-16,1 1-1 15,3 2-1-15,-10 0 0 16,-2 2 1-16,3 0 0 16,-13 4 0-16,4 3-2 15,3 0 1-15,5 0-2 16,7 0 1-16,-1 0 2 0,7 0 2 15,-6 0 1-15,-4 0-3 16,1 0 0-16,-1 0 0 16,-2 0-1-16,0 0 1 15,-7 0 3-15,-8 0-3 16,-6 0 0-16,8 0 1 16,13 0 0-16,0 0 0 15,14 0 33-15,-8 0-33 16,-7 0 0-16,4 0 8 15,-3 0-9-15,-13 0 1 16,-14 0 0-16,0 0-1 16,-12 3 1-16,-7-3-1 0,-8 1-1 15,0-1 1 1,-3 0 3-16,-6 0-3 0,-6 0-2 16,-3 0 2-16,-3 0 0 15,-6 0 0-15,0 4-8 16,0 3-42-16,-27 0-98 15,-42 2-223-15</inkml:trace>
  <inkml:trace contextRef="#ctx0" brushRef="#br0" timeOffset="23984.41">19308 5758 744 0,'0'0'164'0,"0"0"-41"0,0 0-85 0,0 0 11 0,0 0-19 0,0 0-16 16,18-2 9-16,36 4 20 15,15 2 9-15,17 0-7 16,19-4-19-16,8 0-3 16,19 0 3-16,2 0-8 15,6 0-6-15,1 0-7 16,8 0-1-16,-3 0-4 15,-2 3 0-15,-13 0 7 16,-2 1-7-16,-13 1 1 16,3-2-1-16,-2 2 1 0,-4-4 3 15,-8 2-4 1,-7 0-2-16,-2-2 2 0,0-1 6 16,-10 4-6-16,4-4 0 15,-4 0-1-15,4 0 2 16,2 0-3-16,-2 0 4 15,0 0 1-15,5 0-3 16,7 0-4-16,5 2 4 16,7-2 3-16,-10 2-3 15,4-2-2-15,-7 0 2 16,7 0 2-16,-4 0 2 16,10 0-3-16,-1-2 2 15,1-8 0-15,-1 1-2 0,-5-2 11 16,-4 2-11-1,1 4 11-15,-1-2-5 0,-8 3-7 16,2-1 1-16,1 1 2 16,-13-1-1-16,-8 2-2 15,3-2 7-15,-22 0-7 16,4 3 0-16,-9-4 0 16,3 5 2-16,-13-2-2 15,1 3 0-15,-9 0 0 16,-9 0 0-16,-3 0 2 15,-6 0-2-15,-6 0-1 16,-6 0-2-16,-3 0 3 0,-3 0-4 16,0 0 2-16,0 0-38 15,-30 0-55-15,-48 0-80 16,-29 10-186-16</inkml:trace>
  <inkml:trace contextRef="#ctx0" brushRef="#br0" timeOffset="25349.82">19580 6304 534 0,'0'0'104'0,"0"0"-17"0,0 0 32 0,0 0 1 16,0 0-44-16,0 0-26 16,-36-4-12-16,36 4-17 15,0 0-2-15,0 0-15 16,3 0 10-16,39 0 32 16,18 0-10-16,11 0-6 15,16 0-8-15,9 0 18 16,11 0-10-16,7 0-16 15,8-2 0-15,9-5-3 16,10 3-8-16,-10 0 1 16,-8 1-3-16,-1 2-1 15,0-3 4-15,-5 1-4 16,-7 3 0-16,-5 0 1 16,-7 0-1-16,-8 0 0 15,-6 0 0-15,-13 0 6 16,7 3-5-16,-6 5 1 0,5-4 2 15,-5 2-3-15,0-1 0 16,11 0-2-16,7-5 4 16,32 0 3-16,1 5 6 15,-7-5 14-15,-5 0-22 16,-4 0-1-16,-2 0-2 16,-1 0 8-16,-8 0-3 15,-16 0-6-15,-17 0 0 16,-3 0 5-16,-6 0 1 15,-4 0-2-15,22 0-1 16,15-4-1-16,11-5 4 16,25-3 2-16,-1 1 3 0,-9 4-8 15,-2-1-2-15,-21 4 1 16,-1 4 6-16,-23-4-8 16,-18 4 1-16,-7-1-1 15,-5-1 0-15,0 2 0 16,0 0 3-16,6 0-3 15,2 0 2-15,7 0-2 16,3 0 2-16,0 0 0 16,-1 0-2-16,-2 0 2 15,-6 0-1-15,-3 0 1 16,-9 0-2-16,3-4 2 16,-10 3 0-16,4-2 0 15,-6 3-2-15,3-2 0 16,-3-1 1-16,-15 1-1 15,-6 0 0-15,-3 2 1 0,0 0-1 16,0 0-1-16,0 0-23 16,-48 0-91-16,-47 13-110 15,-52 11-199-15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10T11:09:03.4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17334 3769 704 0,'0'0'116'0,"0"0"16"0,0 0-83 15,0 0-6-15,0 0-21 16,0 0-13-16,0 0 2 16,0 0 25-16,108 33-1 15,-30-28-5-15,2-2-17 16,7-3-3-16,17 1-3 16,-5 2-2-16,-4 0-1 15,-5-2 0-15,-6 3-4 16,-22-4-3-16,1 0 3 15,-18 2 0-15,-12 0 0 16,-6 1 0-16,-9 2-2 0,-10 0-50 16,-8 1-118-16,0-2-169 15</inkml:trace>
  <inkml:trace contextRef="#ctx0" brushRef="#br0" timeOffset="2165.5">8337 4591 1016 0,'0'0'68'0,"0"0"37"0,0 0-57 0,0 0-31 16,0 0 11-16,0 0-10 0,-27 0-18 15,81 0 3-15,24 0-2 16,17-6 8-16,13-9-4 16,5 3-4-16,10-8-2 15,8 3 1-15,-6 1-45 16,-20-4-116-16,-27 4-241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10T11:09:25.5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2678 7136 1027 0,'0'0'70'0,"0"0"8"0,0 0-26 0,0 0-9 0,0 0-19 16,0 0-8-16,0 0 48 16,0 0-23-16,114 36-24 15,-87-19 6-15,-9-3-7 16,0-4 2-16,-4-7-10 15,-5-3-3-15,0 0 3 16,9 0 0-16,24-31 15 16,12-23-19-16,23-20-1 15,4-6-3-15,6 2-18 16,-7 8-156-16,-2 3-175 16</inkml:trace>
  <inkml:trace contextRef="#ctx0" brushRef="#br0" timeOffset="1011.67">9090 8194 655 0,'0'0'251'0,"0"0"-172"0,0 0 18 0,0 0-28 15,0 0-39-15,0 0-4 0,9-2-25 16,-6-1-1-16,-3 3-63 16,0 0-202-16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10T11:09:49.2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15417 12710 857 0,'0'0'156'0,"0"0"-43"0,0 0-41 15,0 0-6-15,0 0-7 16,0 0-19-16,0 0-20 16,0 0-12-16,27-64 5 15,33 47 7-15,12-2-7 0,5 3 3 16,10-2-4-16,2 7-7 15,16 4-4-15,2 1 5 16,7 6-3-16,-4 0 2 16,-11 0 4-16,-3 0-1 15,-16 11 3-15,-2 1-8 16,-24-5-1-16,-4 1 10 16,-14-1-5-16,-18-5-5 15,6 1-2-15,-15-3 5 16,-9 0-2-16,3 0 2 15,-3 0-2-15,6 0 5 16,-6 0-1-16,0 0-2 16,0 0-4-16,0 0 1 15,0 0-1-15,0 0 2 16,-9 0-6-16,-15 0-4 16,6-5 2-16,-9-5-15 15,0-4 1-15,-5-1-7 16,-4-1 10-16,3-1 10 15,6-1 4-15,-3 6 2 0,6 1 0 16,-3 2 2-16,9 2-1 16,12 2 3-16,-3 0 9 15,6 3 20-15,3-1-7 16,0 1-6-16,0 2-8 16,0 0-1-16,0 0-4 15,0 0-5-15,0 0-2 16,27 0 0-16,24 0 1 15,3 0 1-15,0 0-2 16,-1 2 1-16,-2 3-1 0,-9 0 0 16,-3 5 3-16,-3 1-1 15,-13 0-4-15,10 1 1 16,-21 3 1-16,3 0 1 16,-12 0 1-16,3 6-2 15,-6-3 0-15,0 5 1 16,0 0 3-16,0-2-4 15,-15 1-7-15,-3 0 3 16,-9-2-10-16,10 0-38 16,-7-3-89-16,-3-6-52 15,0 1-258-15</inkml:trace>
  <inkml:trace contextRef="#ctx0" brushRef="#br0" timeOffset="11010.02">1293 4333 972 0,'0'0'151'0,"0"0"-14"0,0 0-72 0,0 0 6 15,0 0-23-15,0 0-16 16,0 0-6-16,-18 0-15 15,81 0 1-15,23-9 20 16,19-13-6-16,-1 1-20 16,-14-3-4-16,-4 3-2 15,-17-1-2-15,-21 3 2 16,-15 8 3-16,-15 3-2 0,-18 6 0 16,0 2 2-16,0 0-3 15,0-3-5-15,-27-1 2 16,-15-4-2-1,3 0 4-15,-12-4 0 0,18 2 1 16,4-1 0-16,5 2 0 16,6 1 6-16,9 0-3 15,9 3 6-15,0 3 1 16,0 0-3-16,0 2-4 16,0 0-3-16,0 0-3 15,0 0-1-15,9 0-5 16,33 0 8-16,-4 4 0 15,-5 13 0-15,3 0 0 16,-12 4-10-16,-6 5-18 16,-18 6-34-16,0 5-20 0,-6 9-77 15,-39 3-48-15,-9 2-336 16</inkml:trace>
  <inkml:trace contextRef="#ctx0" brushRef="#br0" timeOffset="35144.92">14841 12223 684 0,'0'0'129'0,"0"0"25"0,0 0-78 0,0 0-25 16,0 0-6-16,0 0-3 0,0 0-24 15,0 0 7-15,27 0-7 16,6-3 14-16,3-4-11 16,8 0-14-16,-2 0 10 15,12-3-15-15,0 1 0 16,5-3-2-16,10-3 9 15,-15 6-3-15,9 0-5 16,-22 4 1-16,-5-1 3 16,-12 2-3-16,-12 0-2 15,3 1 2-15,-6 3 1 16,-6-2 3-16,3 2 4 0,-6 0 11 16,0 0 6-16,0-3 2 15,0 1-3-15,0-4-6 16,0 2-14-16,0-1-1 15,-24-1-5-15,-3-4 1 16,-9 3 2-16,3 0-1 16,-5 1 8-16,5 0-3 15,6 1 4-15,18 0 3 16,0 3-3-16,3 2 0 16,3 0-10-16,3 0 4 15,0 0-4-15,0 0-1 16,0 0-2-16,0 0-6 0,0 0 5 15,18 0-3 1,27 0 2-16,-9 0 0 0,-4 0 7 16,-5 0-6-1,0 4 2-15,-12 8-3 0,-3 5 2 16,-6 6-4-16,-6 12-20 16,0 5-48-16,0 7-27 15,0 4-75-15,-6-4-65 16</inkml:trace>
  <inkml:trace contextRef="#ctx0" brushRef="#br0" timeOffset="47612.33">16776 8436 636 0,'0'0'60'0,"0"0"-10"0,0 0-31 16,0 0 32-16,0 0 10 15,0 0-42-15,0 0-19 16,0 0 0-16,9-9-2 0,-9 9-78 16,0 0-79-1</inkml:trace>
  <inkml:trace contextRef="#ctx0" brushRef="#br0" timeOffset="48028.01">14814 8389 603 0,'0'0'6'0,"0"0"-6"0,0 0-44 0,0 0-184 15</inkml:trace>
  <inkml:trace contextRef="#ctx0" brushRef="#br0" timeOffset="55334.91">13429 9650 595 0,'0'0'141'0,"0"0"-64"0,0 0 9 16,0 0-35-16,0 0 8 15,0 0-16-15,0 0-26 16,0 0 0-16,0 3 15 0,0 2-7 16,9-1-4-1,8 1 13-15,1-3-16 0,6-2-12 16,-3 0-2-16,12 3 12 16,-6-3-16-16,9 0 9 15,0 0-5-15,-4 0 4 16,4-5-1-16,0-4 4 15,-3-2-3-15,-6 1 1 16,-9-3-7-16,0 2 2 16,5-2 2-16,-11-1-4 15,12 0 0-15,-12-4 1 16,6-1-2-16,-3-3 1 16,3-5 0-16,-9 1 1 15,9 1 2-15,-9-5-3 0,0 4 0 16,0 2 1-16,-3 1 1 15,-6 0-3-15,0 3 1 16,0 3 7-16,0-2-2 16,0 0-4-16,-6 2 2 15,-6-2-2-15,-12-2-3 16,6-1 0-16,0-3 1 16,-9-3-1-16,3 5 1 15,-6 0 0-15,-2 0 2 16,5 5-3-16,-9-2 2 15,0 5-1-15,-6-1 2 16,9 3-2-16,-2-2-1 16,-1-2 1-16,-9 4 3 15,18-2-4-15,-6 3 1 0,3 3 1 16,-2 3 2-16,8 3 12 16,3-2-13-16,-6 5 4 15,0-3-5-15,-6 3 1 16,6 0 6-16,-6 0-9 15,4 0-3-15,-13 0 2 16,6 10-2-16,-6 6 1 16,-3 3 0-16,12 6 1 15,4-2 1-15,2 6 0 16,-6 4-4-16,15 5 5 16,0 0-3-16,9 1 2 0,0 1-2 15,9-2 2 1,0 4 0-16,0 4-1 0,0 2-1 15,36 1 1 1,9 6 1-16,9-3 0 0,5-3-2 16,10-6-6-16,3-12-44 15,5-5-43-15,4-14-49 16,-3-12 10-16,-7 0-123 16</inkml:trace>
  <inkml:trace contextRef="#ctx0" brushRef="#br0" timeOffset="61932.63">10248 10573 370 0,'0'0'287'0,"0"0"-248"0,0 0-11 16,0 0-16-16,0 0 21 15,0 0 16-15,0 0 27 16,0 2-23-16,0-2-13 15,0 0 0-15,0 0-6 16,0 3-15-16,0 1-3 0,0 0-11 16,0 0 16-1,0 2-3-15,24-1-7 0,-6-1 0 16,0 2-3-16,0-4 5 16,0-1-4-16,0 3-1 15,-9-2-4-15,9-2 2 16,0 0 0-16,-4 0 4 15,4 0-4-15,-6 0 0 16,6 0 19-16,-3-12 0 16,3-2-12-16,-9 0-4 0,0-3 3 15,9 0-3-15,-12-1 2 16,3-5-4-16,-6 1-5 16,3-3-2-16,-6-1 2 15,0-5-1-15,0 0 2 16,0 2-3-16,0 1 2 15,0-2-2-15,0 5 0 16,0 1 1-16,0 3 4 16,-9 4 2-16,-6-3 1 15,-3 4-2-15,0 0-2 16,0-1 0-16,0 3-4 16,-6-3 3-16,6 3-1 15,1-1-1-15,-10 1 0 16,9 3-1-16,-6-4 2 15,3 2-1-15,-6 5-1 0,9-2 2 16,-6 3 0-16,6 2-2 16,0 3 1-16,4-1-1 15,5 3 1-15,0 0 0 16,0 0-1-16,-3 0-1 16,-6 0-1-16,-6 0 1 15,-3 10-2-15,9 9 5 16,-6 7-4-16,-3 2 4 15,6 6-5-15,-2 4 6 16,5 2-3-16,0 1 0 16,9-3-2-16,-6-1 1 15,3 1 0-15,6-3 1 0,3-2 0 16,3 3 0-16,0-5 0 16,0 2-1-16,9 3 1 15,18-2 0 1,0-4 0-16,17-1 0 0,-2-3-2 15,-6-4 2-15,15-6 0 16,-15-4-5-16,2-5-15 16,4-4-34-16,12-3-73 15,-3 0-74-15,0-15-218 16</inkml:trace>
  <inkml:trace contextRef="#ctx0" brushRef="#br0" timeOffset="68984.02">14707 12237 775 0,'0'0'152'0,"0"0"-32"15,0 0-54-15,0 0-1 0,0 0-16 0,0 0-8 16,0 0-21-1,-27 0-8-15,27-2-2 0,57-9-8 16,29-2 52 0,10-7-19-16,8-2-23 0,-5 2-12 15,-7 3 0-15,-20 1 1 16,-3 6 4-16,-25 0-5 16,-17 5 1-16,-9 3-1 15,-18-2 0-15,9 4 7 16,-9-5-2-16,0-2 2 15,0-4-2-15,-9 2-5 16,-9-5 6-16,-18-1-6 16,4 4 0-16,2-2 3 15,-3 6 1-15,18 0 13 0,3 3 4 16,6 0-1-16,3 1-8 16,3 1 4-16,0-1-8 15,0 3-3-15,0-4-5 16,0 0-6-16,36 3 4 15,15 1 2-15,-4 0 0 16,-5 0 0-16,0 0 0 16,-15 18-1-16,-6 3-1 15,-12 11 2-15,-9 11 3 16,0 10-2-16,-9 12-2 16,-36 4-30-16,0 4-48 0,-8-8-64 15,11-12-125 1,6-11-540-16</inkml:trace>
  <inkml:trace contextRef="#ctx0" brushRef="#br0" timeOffset="70399.03">10433 10580 650 0,'0'0'95'0,"0"0"-20"0,0 0-42 0,0 0-2 16,0 0 13-16,0 0-12 16,0 0-7-16,0 0 7 15,0 0-1-15,0 0-1 16,0 0-19-16,0 0-9 15,0 0-2-15,0 0-17 16,0 0-124-16,9-2-127 16</inkml:trace>
  <inkml:trace contextRef="#ctx0" brushRef="#br0" timeOffset="99094.23">13772 9309 744 0,'0'0'163'0,"0"0"-114"0,0 0 45 0,0 0-44 15,0 0 20-15,0 0-25 16,0 0-22-16,-39 11-7 16,78-11-4-16,21-14 20 15,29-10-4-15,22 0-5 16,11-2-14-16,13-4 7 16,32 3-3-16,24-8-5 15,45 3-5-15,36-1-2 16,8-2 3-16,19 3-3 15,17-4 0-15,7 0 1 16,26-2 1-16,-23 4-2 16,-13 2-1-16,-23 1 2 0,-24-1 0 15,-12 2-2-15,-10-1 14 16,-17 2-7-16,-9 6-7 16,-32 1 11-16,-46 6-8 15,-36 6-3-15,-32 3 0 16,-27 2 0-16,-12 0 0 15,-6 1 0-15,-9 1 1 16,-4-2 17-16,-11-4 11 16,-3-1-6-16,0-7 9 15,0-4-19-15,-38-2-3 16,-19-4-4-16,-6 4-5 16,0 1 0-16,4 5 3 0,14 3-3 15,18 5 16-15,9 1-1 16,12 2 6-16,6 6-4 15,0 0-14-15,0 0 0 16,0 0-4-16,18 0 1 16,42-3-1-16,17-1 8 15,10 4 3-15,-15 0-10 16,-4 0-1-16,-14 4 1 16,-9 10-2-16,-12 12 0 15,-24 7-3-15,-9 8-5 16,-15 12-36-16,-66 4-68 15,-32 5-80-15,-43-1-63 16,-59 1-518-16</inkml:trace>
  <inkml:trace contextRef="#ctx0" brushRef="#br0" timeOffset="100630.15">10344 10336 674 0,'0'0'106'0,"0"0"42"0,0 0-56 0,0 0-14 0,0 0-4 16,0 0-17-16,-114-80-28 15,114 53-15-15,0-3 1 16,27-9-11-16,24-1 1 16,12-5 8-16,23-8-6 15,13-2 4-15,14-4-8 16,16-5-2-16,11 2 2 15,21 0-3-15,30-4-4 16,18 5 4-16,4 0 0 16,16 0 0-16,7-1 3 15,0 0-6-15,0 4 1 16,9-1 2-16,3-1 0 0,6 0 0 16,8-6 0-1,10 1 1-15,6 1-1 0,3 2 2 16,26 4-2-16,-2 7-1 15,2 3 1-15,-8 2 1 16,-3 1-1-16,-13 5 0 16,-2-1-1-16,-18 5 0 15,-18 4-1-15,-27 4 2 16,-9 4-1-16,-24 1 2 16,-3 4 0-16,-21 6 0 15,-5 0-2-15,-4 2 3 16,12 1-5-16,0-2 3 15,4-4 0-15,-1-1 0 16,0-4 1-16,-9-7-2 16,-2 3 4-16,-13-1-8 0,-3 4 8 15,-11 2-4-15,-22 4 1 16,-20 1 0-16,-7 5 0 16,-20 3 0-16,0-1-1 15,-12 3 1-15,-7 1 0 16,-5-1 2-16,-9 2-5 15,-3-2 5-15,-6 1-2 16,0 1 1-16,-9-1 7 16,-9 1 6-16,9-4 14 15,-9-1 10-15,0 1-13 0,0-2-9 16,0 0-5 0,-33 0 7-16,-15 2-18 0,-12-3 2 15,1 3-2-15,-4 2 1 16,0-3-1-16,9 4 3 15,4-4 2 1,23 4 1-16,0 2-1 0,12-1-3 16,6 3-1-16,9 0 0 15,0 0-1-15,0-2-3 16,0 0 2-16,24-2-1 16,24 3 2-16,17-2 2 15,-2 0-2-15,0 3 3 16,-9 0-3-16,-4 0 0 15,-14 0-1-15,-9 15 0 16,-18 8 0-16,-9 14 0 16,0 8-4-16,-27 10-80 15,-27 9-105-15,-8 3-310 0</inkml:trace>
  <inkml:trace contextRef="#ctx0" brushRef="#br0" timeOffset="101509.52">20748 8210 638 0,'0'0'329'0,"0"0"-165"0,0 0-23 0,0 0-35 15,0 0 4-15,0 0-11 16,-99-102-55-16,45 115-33 16,-23 25-8-16,8 13 3 15,6 5 3-15,22 3-3 16,23-7-5-16,18-2 2 15,0-11-3-15,27-4 0 16,32-4-1-16,10-7 1 16,9-7-1-16,2-2 1 15,-17 2 3-15,-12-4-3 0,-24 4-2 16,-13 5 2-16,-14 2 1 16,-14 7-1-16,-37 1 6 15,-6-4-4-15,-9-5 1 16,19-6-2-16,-4-7-1 15,15-3 0-15,3-3-11 16,12-1-28-16,12-3-47 16,9 0-52-16,0 0-19 15,0-18-122-15,30-9-348 16</inkml:trace>
  <inkml:trace contextRef="#ctx0" brushRef="#br0" timeOffset="103378.91">20981 8419 772 0,'0'0'257'0,"0"0"-126"16,0 0-78-16,0 0-35 15,0 0 23-15,0 0-10 16,26 141-9-16,-8-113-15 16,0-1-6-16,9-8-1 15,-3-10 2-15,-3-3 2 16,-3-5-2-16,6-1 1 15,-6 0 4-15,6-9-6 16,-4-17 3-16,-2-5 0 16,-3 1 2-16,-3-2-6 0,-6 9 4 15,-3 5 4-15,3 9 11 16,-6 3 28-16,0 6-4 16,0 0-27-16,0 4-16 15,0 14-10-15,0 4 7 16,3 2 3-16,12-2 0 15,3-6 0-15,9-1 7 16,-3-6-14-16,6-4 5 16,3-2-12-16,-1-3-23 15,4 0 5-15,-6-3-6 0,-3-19 5 16,-3-1 29 0,-6-9 3-16,-9 2 1 0,-3-8 0 15,-6-1 0-15,0 6 25 16,0 9 6-16,0 13 21 15,0 11 27-15,0 0-25 16,0 0-18-16,0 13-32 16,0 21-3-16,18 11 21 15,11 13 6-15,13 10-4 16,12 11-9-16,0 7-8 16,3 1-2-16,-13 2 0 15,-8-11-2-15,-9-13-3 16,-9-22 2-16,-12-20 0 15,-3-14-2-15,-3-9 2 16,0 0 3-16,0-20 8 16,-36-30-3-16,-9-29-9 0,-6-19 11 15,7-13-7-15,17-8-5 16,12-3 1-16,15 6-11 16,0 20 14-16,9 20-4 15,24 26 3-15,11 23-3 16,-17 15-5-16,6 12 3 15,-6 0-4-15,-9 12 2 16,0 22-8-16,-18 12 12 16,0 10 0-16,-18 1 0 15,-24 3-10-15,-3-5 9 16,1-14-32-16,8-9 18 0,9-13-21 16,9-11 5-16,12-8-10 15,6 0-3-15,0-16-16 16,0-19 9-16,24-5 16 15,15-7 17-15,3-1 4 16,2 6 6-16,-2 1 8 16,-6 12 2-16,6 10-1 15,-12 9 15-15,-3 10 30 16,5 0-13-16,1 15-10 16,3 21 4-16,0 9 5 15,-9 10-3-15,15 5-21 16,-7-3-2-16,1 4-1 15,-9-7-3-15,6-3 5 16,-15-10-7-16,0-3 0 16,-9-12 0-16,-9-13 1 0,3-5-1 15,-3-8 0-15,0 0 4 16,0 0 7-16,0-19 15 16,-18-12-11-16,-30-19-1 15,-12-14-5-15,7-15-1 16,2-4-5-16,24 0-3 15,18 6 0-15,9 10 7 16,0 11-4-16,0 15-4 16,21 13 1-16,3 6 0 15,0 15 0-15,3 7 0 16,2 0-3-16,4 4 1 16,3 30 0-16,-18 9-4 0,-18 12 3 15,0 7 3-15,0 2 0 16,-36-5-3-1,3-6-5-15,-3-12-4 0,7-9 2 16,-4-13-9-16,24-11-19 16,0-8-1-16,9 0-6 15,0-16-25-15,0-16 6 16,18-2 10-16,18-4-3 16,5-1 11-16,-5 0 17 15,15-1 8-15,-12 4 19 16,-3 5-7-16,-4 8 9 0,1 6 13 15,-21 9 42 1,3 8-4-16,-12 0-19 0,3 3-20 16,6 20 18-16,-3 8 3 15,0 3-17-15,0 1-10 16,-3-1-6-16,12-6 0 16,-3-9 2-16,-3-7-2 15,3-12-4-15,-6 0-3 16,-6 0 1-16,6-2 1 15,-3-15 3-15,-6-4-2 16,0-2-4-16,0 10 6 16,-6 2 0-16,-15 1 0 15,-3-1 2-15,6-2-6 16,9-4 9-16,9-4-6 16,0-1-2-16,9 1 4 15,27-1-1-15,6 8 2 0,-7 5 0 16,16 2 0-16,-3 7 0 15,-6 0 0-15,3 0 0 16,-13 1-1-16,-11 14-3 16,-6 4-2-16,-6-2 2 15,-9-8-1-15,0 1 1 16,0-5-5-16,0-5-9 16,0 0-6-16,0 0-2 15,0 0 9-15,0-12-1 16,0-13 16-16,9-4-4 15,18-8 3-15,0-1-13 16,0-5 3-16,-9-2 5 16,0-2 8-16,-4-1 0 0,-14 2 41 15,0 9 9 1,0 11 14-16,0 14 13 0,0 9 31 16,0 3-47-16,-14 0-25 15,2 27-28-15,3 12 13 16,9 6-6-16,0 6-11 15,0 4 3-15,30 1-7 16,2 3 0-16,4-7-2 16,0-14-62-16,6-15-146 15,0-16-67-15,-7-7-303 0</inkml:trace>
  <inkml:trace contextRef="#ctx0" brushRef="#br0" timeOffset="103524.05">23486 8080 877 0,'0'0'273'0,"0"0"-131"0,0 0-81 0,0 0-39 0,0 0-21 0,0 0-1 0,203-59-45 16,-152 55-188-16,-6 0-321 16</inkml:trace>
  <inkml:trace contextRef="#ctx0" brushRef="#br0" timeOffset="105452.98">21912 9508 1075 0,'0'0'203'0,"0"0"2"0,0 0-55 0,0 0-61 0,0 0-32 15,0 0-37-15,-30-43-15 0,78 83 8 16,18 8 6-16,-9-3-12 16,-7 1 5-16,10-10-11 15,-12-11-1-15,-6-8-2 16,-15-9 1-16,-12-8-4 16,-12 0 3-16,2-15 2 15,-5-20 5-15,0-8-3 16,-8-8-2-16,-34 2 0 15,15 1-5-15,3 6 5 16,12 17 1-16,3 12 0 16,3 9-1-16,3 4-2 15,3 0-1-15,0 0-4 0,0 10 1 16,12 10 5 0,30-1 1-16,0 2 0 0,2-3 0 15,-5-2-14 1,3-3-15-16,-6-5 6 0,0-6 0 15,-3-2 5 1,-1 0 8-16,-5 0 2 0,0-12 8 16,-9-10-1-16,0-5 2 15,-9-1-1-15,-9-2 1 16,0-1 1-16,0 7-1 16,0 9 0-16,-6 9 3 15,-15 6-4-15,-6 0 0 16,-6 9-3-16,-2 22 0 15,11 7 3-15,3 1 0 16,6 3 7-16,15-3-8 16,0-6 1-16,0-8-1 0,6-5-7 15,30-6 7-15,5-4 1 16,7-5-5-16,3-5-7 16,3 0 0-16,5 0-5 15,1-22 2-15,-15-6-4 16,-6-6-3-16,-6-2 18 15,-6 0-2-15,-10 4 5 16,-2 10 1-16,-15 3 2 16,0 9 6-16,0 5 20 15,0 5 11-15,0 0-10 16,-24 0-20-16,-2 17-7 0,8 14-2 16,0 5 0-1,18-1-1-15,0-1-2 0,0-3 1 16,0-8 2-16,42-6-7 15,-7-9-12-15,4-8-3 16,3 0 8-16,12-8-7 16,-12-21 9-16,-7-6 2 15,-8-8 1-15,-9-4 5 16,-9-8 4-16,-9-5 0 16,0-2 6-16,0-4-4 15,-12 5 14-15,-12 14 12 16,-3 14 8-16,13 17 7 15,2 12-6-15,6 4 9 16,-3 0-21-16,6 17-15 16,-6 17-6-16,9 11 1 0,0 8-4 15,0 4-1 1,18 0 1-16,8 1-2 0,7-6 2 16,6-10-3-16,-3-8-3 15,6-10 2-15,12-14-14 16,-4-3-14-16,-5-7 13 15,0 0-5-15,-9-8 4 16,-3-18 11-16,2-8 4 16,-8-5-6-16,0 5-3 15,-9-4 0-15,-3 6 7 16,-6 9 3-16,-9 5 3 0,0 9 0 16,0 7 4-16,0 2 6 15,0 0 14-15,0 0-17 16,-9 7-2-16,0 19-2 15,0 5-2 1,3 0-1-16,6 0 3 0,0-2-3 16,0-5 0-16,0-8-6 15,24-6 5-15,12-8-2 16,-9-2-11-16,0 0 6 16,-4 0 2-16,-11-6 5 15,-6-9-1-15,-6-2 3 16,0-4-1-16,-6 2 0 15,-14 0 0-15,-4 0 1 16,6 2 2-16,9-1-3 0,9 1 7 16,0-5 4-16,0-1-10 15,27 1-1-15,17 5 2 16,4 5-8-16,-3 4 7 16,0 8-1-16,0 0 1 15,5 0-1-15,-5 14-5 16,0 6 5-16,-9 2 0 15,-3-2-4-15,-6-5-1 16,-10 0-5-16,1-10-14 16,-12-5 9-16,-3 0 15 15,-3-2 3-15,0-24-2 16,0-8-1-16,0-5 2 0,0-6-2 16,0 5 14-1,0 6-11-15,0 11 6 0,0 7 14 16,0 8-4-16,0 6-4 15,0 2-5-15,0 0 1 16,15 0-9-16,6 7-2 16,6 13-2-16,6 8 2 15,-9-3 5-15,-3 2-3 16,-15 0 2-16,-3-3-4 16,-3 1 0-16,0-4-1 15,-18-4-19-15,-36 0-73 16,-6-3-103-16,-26-2-110 15,-22-4-222-15</inkml:trace>
  <inkml:trace contextRef="#ctx0" brushRef="#br0" timeOffset="105602.28">22829 9236 1082 0,'0'0'146'0,"0"0"-33"0,0 0-61 0,179-134-31 0,-77 95-21 16,2 3-13-16,-14 4-196 16,-1 9-779-16</inkml:trace>
  <inkml:trace contextRef="#ctx0" brushRef="#br0" timeOffset="214028.67">11852 10466 674 0,'0'0'195'0,"0"0"-46"0,0 0-79 0,0 0 27 0,0 0-28 16,0 0-13-16,0 0-27 16,-78-17-9-16,69 17 3 15,0 0 2-15,0 0 0 16,-3 0 0-16,6 0-19 15,-3 11-5-15,1 4-1 16,8-4 2-16,0 1-2 16,0-2-5-16,0-2 5 0,0-4-3 15,0-4 0-15,0 0 2 16,0 0 1-16,0 0 1 16,0 0 6-16,0 0-4 15,0-2 2-15,0-11 1 16,0-3 2-16,0 0-3 15,0 1 6-15,0 1 8 16,0-2-10-16,-9 8-5 16,0 1 3-16,0 5-7 15,0 2 5-15,3 0-5 16,-3 0 0-16,-9 0-1 16,6 14 0-16,3 2 1 15,3 3-1-15,6 0-1 0,0-2 2 16,0 0 0-16,15-2-1 15,6-8 1-15,3-1-2 16,-6-4 1-16,8-2 0 16,1 0-4-16,-3 0 5 15,-6-4 3-15,-6-10-3 16,3-3 3-16,-15-2 1 16,0 5-1-16,0-3 1 15,0 0-1-15,0 4-2 16,-18 5 0-16,0 6 1 15,-6 2 1-15,12 0-3 0,-3 0-3 16,-2 0-6-16,8 9 6 16,0 8 3-16,9-5 0 15,0 2-4-15,0-2-3 16,0-5-5-16,0 0-48 16,18-2-46-16,8-3-116 15,-2-2-176-15</inkml:trace>
  <inkml:trace contextRef="#ctx0" brushRef="#br0" timeOffset="-211158.8">8355 7743 296 0,'0'0'407'0,"0"0"-277"0,0 0-37 0,0 0-52 16,0 0-14-16,0 0-20 15,0 0-7-15,-9 9 1 0,9-1-8 16,0 1 3-16,9 5-10 15,9 6-176-15,6-2-131 16</inkml:trace>
  <inkml:trace contextRef="#ctx0" brushRef="#br0" timeOffset="-211008.59">8725 8046 538 0,'0'0'100'0,"0"0"-53"16,0 0-29-16,0 0-9 0,0 0-9 16,0 0 0-1,206 64-1-15,-167-47-29 16,3 4-132-16</inkml:trace>
  <inkml:trace contextRef="#ctx0" brushRef="#br0" timeOffset="-210867.63">9382 8410 154 0,'0'0'293'16,"0"0"-196"-16,0 0-39 15,0 0-33-15,0 0-23 16,0 0-2-16,141 60-14 16,-117-42-121-16</inkml:trace>
  <inkml:trace contextRef="#ctx0" brushRef="#br0" timeOffset="-210691.49">10063 8822 498 0,'0'0'77'16,"0"0"-2"-16,0 0-52 15,0 0-15-15,0 0-8 16,0 0-1-16,99 69-58 15,-81-45-161-15</inkml:trace>
  <inkml:trace contextRef="#ctx0" brushRef="#br0" timeOffset="-210526.42">10404 9320 476 0,'0'0'117'0,"0"0"-52"15,0 0-19-15,0 0-29 16,0 0-16-16,0 0-1 16,80 81-49-16,-62-60-115 15</inkml:trace>
  <inkml:trace contextRef="#ctx0" brushRef="#br0" timeOffset="-210325.89">10863 9787 559 0,'0'0'135'0,"0"0"-37"0,0 0 27 15,0 0-71-15,0 0-34 16,0 0-10-16,66 5-8 16,-45 0-1-16,3 2-2 15,6 2-16-15,3 8-59 16,8 2-85-16,-2 1 75 15,12 10-42-15</inkml:trace>
  <inkml:trace contextRef="#ctx0" brushRef="#br0" timeOffset="-210156.5">11464 10027 124 0,'0'0'133'0,"0"0"101"16,0 0-95-16,0 0-51 16,0 0-18-16,0 0 13 15,71 38-22-15,-62-34-41 16,0 2-16-16,9-2-4 15,9 6 0-15,6 1-81 16,12 4-95-16,-9 4 42 16,14 3 91-16,13 4-451 15</inkml:trace>
  <inkml:trace contextRef="#ctx0" brushRef="#br0" timeOffset="-210004.84">12088 10360 531 0,'0'0'14'16,"0"0"135"-16,0 0-54 0,0 0 9 15,0 0-24-15,0 0-48 16,42 22-28-16,-39-15 4 16,6 2-8-16,-4 4-1 15,4 1-36-15,0 2-96 16,0 9 14-16,9 3-226 16</inkml:trace>
  <inkml:trace contextRef="#ctx0" brushRef="#br0" timeOffset="-209826.89">12500 10836 556 0,'0'0'102'16,"0"0"-31"-16,0 0-53 16,0 0-9-16,0 0-7 15,0 0-2-15,33 5-55 16,-30-5-291-16</inkml:trace>
  <inkml:trace contextRef="#ctx0" brushRef="#br0" timeOffset="-209619.12">12936 11180 625 0,'0'0'68'0,"0"0"-15"16,0 0-21-16,0 0 12 16,0 0 31-16,0 0-66 15,107 52-8-15,-62-32-1 16,-3 0-150-16,3 11 150 16,17 5-683-16</inkml:trace>
  <inkml:trace contextRef="#ctx0" brushRef="#br0" timeOffset="-209394.27">14005 11839 630 0,'0'0'79'0,"0"0"36"16,0 0 8-16,0 0-42 16,0 0-13-16,143 129-49 15,-107-108-9-15,-3 1-3 16,12 1-7-16,-3 4 0 15,-4-3-4-15,-5 4-36 16,12 5 20-16,6 4-62 16,-15 3-99-16,17 3 124 15,1-2-191-15</inkml:trace>
  <inkml:trace contextRef="#ctx0" brushRef="#br0" timeOffset="-209211.32">15059 12649 286 0,'0'0'267'15,"0"0"-210"-15,0 0 58 16,0 0 54-16,0 0-146 16,164 133 22-16,-146-118 20 15,-6-6-40-15,3-2 10 16,-3-2-24-16,-6-5-8 16,3 0-3-16,-9 0-20 15,0 0-121-15,0-9-564 16</inkml:trace>
  <inkml:trace contextRef="#ctx0" brushRef="#br0" timeOffset="-208411.69">11273 9961 755 0,'0'0'175'15,"0"0"-108"-15,0 0-63 0,0 0-4 0,0 0 1 16,0 0-2-16,3 68 1 15,29-41-12-15,13 0-28 16,0 1-95-16,6-1 7 0,-1 5-20 16,-5-1-284-16</inkml:trace>
  <inkml:trace contextRef="#ctx0" brushRef="#br0" timeOffset="-208277.49">11789 10432 449 0,'0'0'114'0,"0"0"-6"0,0 0-68 16,0 0-2-16,0 0 13 15,0 0 6-15,123 79-30 16,-103-74-27-16,13 1-10 16,0 7-5-16,6 3-73 15,3 0-39-15,-6 1-51 16</inkml:trace>
  <inkml:trace contextRef="#ctx0" brushRef="#br0" timeOffset="-208145.71">12368 10720 180 0,'0'0'241'15,"0"0"-138"-15,0 0-54 0,0 0 6 16,0 0-35-16,114 128 5 16,-87-99-25-16,9 2-7 15,-1 1-63-15,7-2-66 16</inkml:trace>
  <inkml:trace contextRef="#ctx0" brushRef="#br0" timeOffset="-207961.7">13008 11332 500 0,'0'0'107'0,"0"0"-24"0,0 0-61 16,0 0-5-16,0 0 0 16,0 0-17-16,116 105 0 15,-92-86-12-15,-6 0-101 16,9 3-21-16</inkml:trace>
  <inkml:trace contextRef="#ctx0" brushRef="#br0" timeOffset="-207762.38">13551 11806 483 0,'0'0'110'15,"0"0"21"-15,0 0-4 0,0 0-121 16,0 0 37-16,0 0-37 15,221 138 7-15,-185-121 36 16,-3 0-49-16,8 4-29 16,-2 1-146-16,3 6 123 15,27 8-179-15</inkml:trace>
  <inkml:trace contextRef="#ctx0" brushRef="#br0" timeOffset="-207563.06">14710 12597 558 0,'0'0'107'0,"0"0"-5"0,0 0-32 15,0 0-6-15,0 0-16 16,0 0-35-16,173 116 84 16,-128-92-88-16,-4-2-9 15,-2 3 0-15,3-5-20 16,0 1 12-16,-12-7-228 15,-3 0 110-15,-4-4-208 16</inkml:trace>
  <inkml:trace contextRef="#ctx0" brushRef="#br0" timeOffset="-207461.53">15322 12929 459 0,'0'0'135'16,"0"0"-86"-16,0 0 44 15,0 0-8-15,0 0 11 0,0 0-96 16,9 18-70-1</inkml:trace>
  <inkml:trace contextRef="#ctx0" brushRef="#br0" timeOffset="-193797.71">12404 11744 562 0,'0'0'211'0,"0"0"-75"0,0 0-37 0,0 0-37 0,0-128 23 16,0 107 3-16,0 5-28 16,0 7-23-16,6 2-18 15,-3 5-8-15,-3 2 0 16,6 0-10-16,3 0-1 16,9 6-3-16,3 19 3 15,-6 3 0-15,3 8 3 0,-9 2 1 16,-9 1-4-1,0 0 3-15,0-3-3 16,0-4 1-16,0-4-1 16,0-5 0-16,0-6 0 0,9-2-4 15,9-4 4-15,0-1 0 16,5 0 1-16,-2-3-1 16,12 0 2-16,0-5-2 15,3 1 0-15,-9-1 1 16,0-2-1-16,0 0 0 15,-10 0-8-15,1 0 4 16,-3 0-52-16,-6 0-69 16,-9 0-51-16,0-5-148 15</inkml:trace>
  <inkml:trace contextRef="#ctx0" brushRef="#br0" timeOffset="-192882.41">12455 11863 643 0,'0'0'125'0,"0"0"1"0,0 0-52 16,0 0-11-16,0 0 1 15,0 0 5-15,-6-8-20 16,6 4-20-16,0-7 1 15,15-2-9-15,21-10-4 16,9-6-7-16,14-5 0 0,1-3-3 16,3-6-5-16,8-2 1 15,7-6-1-15,9-5 12 16,-7 1-11-16,10-3-2 16,-6 3 4-16,-4 1-5 15,7-3 2-15,-1-1 6 16,-5-2-6-16,0 4-1 15,-13 3 1-15,1 3 2 16,-15 0-3-16,14 5 3 16,-14-2 2-16,15 1-3 15,-12 4-1-15,-1 4 6 16,-2 1-5-16,-9 3 3 16,-3 9-3-16,-12-1-3 0,2 2 1 15,-5 5-1-15,0 0 6 16,0 1-5-16,-9 5 3 15,0-1 6-15,-3 2-9 16,-6 0-1-16,0 0 4 16,9 3-1-16,-9-4-6 15,0 1 9-15,5 5-6 16,-11 3 0-16,-3 2-1 16,0 2 1-16,0 0 0 15,0 0 2-15,0 0 1 16,0 0 2-16,0 0-1 0,0 0 4 15,0 0-2 1,-3 0 1-16,-29-3-7 16,5 1 0-16,-6 2 2 15,-3-2 0-15,0 2-2 0,0 0-1 16,4 0 0-16,11 0-2 16,-3 0 3-16,15 0 2 15,0 0 1-15,0 0 3 16,9 0 3-16,0 0-8 15,0 0 2-15,0 0-3 16,0 0-6-16,0 0 2 16,9 0 1-16,27 0 3 15,-1 0 0-15,7 0 0 16,3 0 3-16,-3 0-3 16,-3 0 2-16,3 0-2 0,-10-3 0 15,-5 0 3 1,-9 3-2-16,0 0-2 0,-9 0 0 15,0 0 0-15,0 0 0 16,-9 10 0-16,0 14-4 16,0 10 4-16,0 11 0 15,0 2-11-15,-18 11-64 16,-9 3-20-16,0 3-62 16,-6 3-56-16,-2-1-206 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10T11:11:42.0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10538 4937 825 0,'0'0'188'0,"0"0"-61"0,0 0-15 0,0 0-21 0,0 0-16 16,0 0-35-16,0 0-16 16,24 0-21-16,80 0 12 15,40-6 45-15,41-13-31 16,33-5-15-16,18 3-12 15,9 7 3-15,-24 4-5 16,-30 10-1-16,-15 0 1 16,-36 0 0-16,-35 5 0 15,-28 7-1-15,-32-5 0 16,-21-5-2-16,-15 1 0 16,-6-3 3-16,-3 0-6 0,0 0-9 15,0 0-35-15,0 9-62 16,-3 2-73-16,-39 2-188 15</inkml:trace>
  <inkml:trace contextRef="#ctx0" brushRef="#br0" timeOffset="2779.03">17152 4915 762 0,'0'0'153'0,"0"0"-10"0,0 0-49 0,0 0-20 15,0 0-14-15,0 0-20 16,0 0-15-16,18 0-3 16,45 0-6-16,24-3 13 15,2-10-10-15,4 2-14 16,-4 1-1-16,-8 4-4 16,-3-1 0-16,-19 2-2 15,-14 3 9-15,-12-2-14 0,-12 4 0 16,-3 0-62-16,-9 0-43 15,-3 0-66-15,-6 0-147 16,0 6-412-16</inkml:trace>
  <inkml:trace contextRef="#ctx0" brushRef="#br0" timeOffset="4726.74">20554 4982 715 0,'0'0'183'0,"0"0"-33"0,0 0-31 15,0 0-31-15,0 0-8 16,0 0 19-16,0 0-61 16,-63-10-1-16,63 7-18 0,42 1-7 15,29 0-2 1,37-3-1-16,20-2-6 15,7 2-2-15,2 0 1 16,-12 2-1-16,-5 3 6 0,-13 0-7 16,-11 0-8-16,-18 0-18 15,-25 0-4-15,-8 3-7 16,-18 7-12-16,-12-3-37 16,-15 5 2-16,0-1-41 15,0 1-112-15,-36 0-257 16</inkml:trace>
  <inkml:trace contextRef="#ctx0" brushRef="#br0" timeOffset="8025.02">12631 7184 783 0,'0'0'109'0,"0"0"-11"0,0 0-82 0,0 0 4 16,0 0-2-16,0 0 5 15,18 9-18-15,36-6 22 16,15-1 20-16,20-2-27 16,-2 0-14-16,-1 0-3 15,1 0 4-15,-15 0-3 16,-19 0 0-16,-11 0-4 16,-15 0-3-16,-9 0-2 15,-12 0 0-15,-6 0 5 16,0 0-2-16,0 0-10 15,0 10-50-15,0-2-81 16,-15-1-97-16,15-3-281 16</inkml:trace>
  <inkml:trace contextRef="#ctx0" brushRef="#br0" timeOffset="9088.59">21709 7158 627 0,'0'0'129'0,"0"0"48"0,0 0-53 15,0 0-27-15,0 0-6 0,0 0-5 16,-167 35 1-16,161-35-29 16,6 0-16-16,0 0-14 15,0 0-14-15,0 0-2 16,0 0-3-16,0 0-8 15,6 0 0-15,30 0-1 16,15 0 2-16,11 0 2 16,-2 0-3-16,-3 0-1 15,2-8 0-15,-8 7-12 16,3-5-54-16,-12 2-30 16,-6-1-43-16,-15 0-23 15,2 2-85-15,-5-5-186 16</inkml:trace>
  <inkml:trace contextRef="#ctx0" brushRef="#br0" timeOffset="14661.03">4694 8155 957 0,'0'0'85'0,"0"0"-27"0,0 0-5 0,0 0-30 0,0 0-1 16,0 0-8 0,0 0-13-16,0 0 19 0,322-11-9 15,-181 9-10-15,-19-1-2 16,10 0 8-1,-7 3-7-15,-5 0 0 0,-4 0-8 16,-6 0-5-16,-20 0-46 16,0 0-47-16,-16 6-69 15,-11 10-50-15</inkml:trace>
  <inkml:trace contextRef="#ctx0" brushRef="#br0" timeOffset="15313.4">9564 8036 1009 0,'0'0'81'0,"0"0"4"0,0 0-16 0,0 0-51 15,0 0-5-15,0 0 18 16,0 0 1-16,78 0-23 16,36 0-2-16,11-11-7 15,6 0-5-15,-2 2-2 16,-4 4-66-16,-11 5-70 16,-19 0-166-16</inkml:trace>
  <inkml:trace contextRef="#ctx0" brushRef="#br0" timeOffset="21121.71">1170 9582 891 0,'0'0'121'0,"0"0"11"0,0 0-44 0,0 0-26 0,0 0 17 16,0 0-19 0,0 0-34-16,-149 4-16 0,149-4-10 15,72 0 1-15,23-16 3 16,19-8-2-16,8-2-2 15,1-1 0-15,-25 2-7 16,-5 0 15-16,-22 4-16 16,-26 7 16-16,-12 4-8 15,-30 5 1-15,-3 3 4 16,0-3-4-16,-27 1-2 16,-27-3 1-16,-8 0-4 15,-7-1 2-15,6 1 2 16,4 0 1-16,32 0-1 15,3 3 1-15,15 4-1 0,9-3 5 16,0 3-1 0,0 0-4-16,0 0-8 0,0 0 3 15,33-2 5-15,11 2-4 16,16 0 4-16,-6 0 0 16,-3 0 0-16,-13 0-1 15,-5 17-2-15,-15 15-13 16,-9 11-21-16,-9 12-56 15,0 5-22-15,-45 1-175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0T08:50:42.2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525 64 688,'0'0'6176,"2"-6"-5228,1 1-610,4-21 1567,-7 25-1831,-1 1 1,0-1-1,0 0 0,1 0 0,-1 0 0,0 1 1,0-1-1,0 0 0,0 1 0,0-1 1,0 1-1,0-1 0,0 1 0,0-1 0,0 1 1,0 0-1,0 0 0,0-1 0,0 1 0,0 0 1,-2 0-1,-30-4 427,30 3-335,-208-9 2734,207 10-2900,-1 1 1,1 0-1,0 0 1,0 0-1,0 1 0,0 0 1,0-1-1,0 1 1,0 1-1,1-1 1,-1 0-1,1 1 0,0 0 1,-1 0-1,1 0 1,1 0-1,-1 0 0,0 1 1,-3 5-1,-6 9-8,1 1-1,-12 29 1,22-45 9,-32 79-6,-38 155 0,48-153 18,17-53-7,1 1 0,1 0 0,2 0 1,1 1-1,6 61 0,-4-83-4,0 0 0,1 0 1,0 0-1,1 0 0,0 0 0,1-1 1,0 1-1,0-1 0,1 0 0,1-1 1,0 1-1,0-1 0,1 0 0,0 0 1,0-1-1,1 0 0,0-1 0,0 1 1,1-1-1,0-1 0,0 0 0,1 0 0,0-1 1,0 0-1,0-1 0,0 0 0,1 0 1,0-1-1,-1-1 0,15 2 0,244 2 46,-159-8-26,-102 2-15,0 0-1,-1-1 1,1 0 0,0-1 0,0 1 0,-1-1-1,0-1 1,1 0 0,-1 0 0,0 0 0,0-1-1,0 0 1,-1 0 0,1 0 0,-1-1 0,0 0-1,-1-1 1,1 1 0,-1-1 0,0 0 0,0 0-1,-1-1 1,0 1 0,5-11 0,5-14 18,-1-1 1,-2 0-1,-1-1 1,7-47-1,4-8 25,-15 70-50,2-11 154,0 1-1,3-31 1,-10 51-91,0 0 0,-1 0 0,0 0-1,0 1 1,0-1 0,-1 0 0,-1 0 0,1 0-1,-1 1 1,-1-1 0,1 1 0,-7-13-1,-200-282-256,203 294-30,-31-32-2032,35 39 1715,0-1 0,0 1 0,-1-1 0,1 1 0,0 0 0,-1 0 0,1 0 0,-1 1 0,1-1 0,-1 1 0,-4-1 0,-16 1-5526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0T08:50:42.21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601 56 912,'0'0'5342,"-9"-6"-4750,-9-2 61,1 0 0,-2 1 1,1 1-1,-1 1 0,0 0 1,0 2-1,0 0 0,-22-1 1,26 4-355,-1 0 61,-1 0 0,1 1-1,-23 5 1,32-5-291,0 1 0,1 1 1,-1-1-1,1 1 0,0 1 0,0-1 1,0 1-1,0 0 0,1 0 0,-1 1 1,-5 5-1,-10 13 32,0 1 0,2 1 0,0 1 0,2 1 0,1 0 0,1 1 0,1 1-1,2 0 1,1 1 0,1 0 0,-11 60 0,17-69-100,-3 10 91,2 1 1,0 0-1,3 0 0,0 0 1,4 36-1,0-58-91,1-1-1,0 1 0,0-1 1,1 0-1,0 0 0,0 0 1,1 0-1,0-1 1,1 0-1,0 0 0,0 0 1,1-1-1,10 10 1,-2-4-4,1 0 0,0 0 1,1-2-1,0 0 0,29 13 0,-35-20 3,0-1 0,0 0 0,0 0 0,1-1 0,0-1 0,22 1 0,70-10 14,-61-1-13,-1-2 1,0-2-1,-1-2 1,40-21-1,-49 22-30,-20 8 27,0 0-1,-1-1 0,1 0 0,-1 0 1,0-1-1,-1-1 0,0 0 0,17-19 0,-22 21 40,1-1 0,-1 1 0,0-1 0,-1 0 0,0 0 0,0-1-1,-1 1 1,0-1 0,0 0 0,-1 0 0,0 0 0,-1 0 0,1-16-1,-2-8 330,1-7-19,-2 1 1,-11-73-1,9 98-317,0 0 1,-2 1-1,1-1 0,-2 1 1,0 0-1,0 0 0,-1 1 1,-1 0-1,0 0 0,-1 1 1,-16-18-1,-1 5-10,-1 2 1,-1 0 0,0 2-1,-44-23 1,-13 0-2832,65 36-876,-3 6-2180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10T11:13:59.0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9917 11088 566 0,'0'0'211'0,"0"0"-114"0,0 0-38 0,0 0 3 15,0 0-26-15,0 0-21 16,0 0-11-16,0 0-4 16,0 13-2-16,0-11-26 15,0-2-209-15</inkml:trace>
  <inkml:trace contextRef="#ctx0" brushRef="#br0" timeOffset="25333.1">10317 3310 711 0,'0'0'278'0,"0"0"-156"0,0 0-66 0,0 0-28 0,0 0-13 15,0 0 7-15,0 0 1 16,0 0-3-16,0 0 39 16,176 40-1-16,-71-40-24 15,8 0-11-15,10 0 6 16,-1 0-24-16,0 0 1 16,-14 0 0-16,5 0-3 15,-5 0 1-15,-16 0-1 16,-11 0 4-16,-12 0-6 15,-24 0 0-15,-4 0 3 16,-11 0-3-16,-12 0-1 16,-3 0-1-16,-6 0 0 0,-6 0 0 15,3 3-21-15,3 3-56 16,0 1-74-16,18 3-86 16,9-10-340-16</inkml:trace>
  <inkml:trace contextRef="#ctx0" brushRef="#br0" timeOffset="26390.58">19798 3248 926 0,'0'0'161'0,"0"0"-6"0,0 0-84 0,0 0 5 0,0 0-6 16,0 0-25-16,-18 0-9 15,18 0-26-15,0 0-5 16,27 0-3-16,51 0 6 16,35 0 0-16,36 0 4 15,10-15-11-15,-1 2 5 16,-15 1-6-16,-14 4 0 16,-25 3-2-16,-23 5 2 15,-21 0 0-15,-22 0-15 16,-14 0-1-16,-15 0-36 15,6 0-37-15,-6 8-39 16,-6 9-41-16,-3-6-176 16</inkml:trace>
  <inkml:trace contextRef="#ctx0" brushRef="#br0" timeOffset="30182.59">12458 4700 724 0,'0'0'150'0,"0"0"-42"0,0 0-50 16,0 0 3-16,0 0-16 0,0 0-3 15,0-2-19-15,24 2-14 16,45 0 7-16,20 0 4 15,16 0-3-15,26 0-1 16,9 0-5-16,1 0 0 16,8 0-11-16,-9 0 6 15,-8 0 0-15,-19 0-3 16,-5 0 14-16,-25 0-17 16,-20 0 15-16,-18 0 0 15,-21 0-3-15,-15 0-3 16,-6 0 9-16,-3 0-10 15,0 0-2-15,0 0-2 16,0 0 0-16,0 0 1 16,0 0 1-16,0 0-6 0,0 0-3 15,0 0-43-15,6 0-86 16,3 10-95-16,0 2-132 16</inkml:trace>
  <inkml:trace contextRef="#ctx0" brushRef="#br0" timeOffset="31208.28">19508 4513 669 0,'0'0'140'0,"0"0"26"0,0 0-82 16,0 0 23-16,0 0-32 0,0 0 6 15,-77-22-24-15,68 22-32 16,9 0-7-16,0 0-16 16,0 0 1-16,0 0 3 15,0 0-10-15,51 0 12 16,29 0 1-16,37 0 8 16,14 0-2-16,9 0-7 15,1 0-8-15,-10 0-7 0,1-3 7 16,-13-4 2-16,-14 2-1 15,-16-1-1-15,-17 2 0 16,-21 2 1-16,-16-2-1 16,-11 2 5-16,-12-1-11 15,-3-2 12-15,-9 2-9 16,0 2 3-16,0 1-24 16,0 0-51-16,0 0-58 15,-39 0-141-15,-11 4-247 16</inkml:trace>
  <inkml:trace contextRef="#ctx0" brushRef="#br0" timeOffset="38149.23">20133 5808 896 0,'0'0'83'0,"0"0"8"0,0 0-71 0,0 0 34 0,0 0-15 0,0 0-13 16,0 0-21-16,0 0 44 15,95 27-11-15,-68-9-7 16,0-5-8-16,-3 5-3 16,-3-6-1-16,3-5-10 15,-7-2 0-15,-8-3 11 16,0-2-20-16,15 0 6 15,12-17 22-15,18-23 3 0,32-16-27 16,10-6-4-16,-6-1-6 16,5-2-25-16,-5-1-119 15,-13-3-111-15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10T11:14:52.1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1624 3824 733 0,'0'0'307'0,"0"0"-235"0,0 0 16 0,0 0-15 0,0 0 1 15,0 0-19-15,0 0-35 16,0 0-13-16,12-14 20 16,66-17-14-16,26-8-5 15,-8-1-7-15,-7 2-1 16,-2 3 4-16,-18 3-6 16,-24 10 2-16,-19 9 0 15,-17 5 0-15,-9 4 11 16,0-2-10-16,-27 2-2 0,-17-2 0 15,-7 1 1-15,6 0 0 16,18 0 0-16,3 3 4 16,21 2 23-16,3-3 22 15,0 3-12-15,0 0-26 16,0-2-11-16,0 2-1 16,18 0-7-16,18 0 6 15,0 0 2-15,15 2 0 16,-15 13-1-16,-10 0 0 15,1 9-2-15,-12 5-24 16,-12 10-10-16,-3 6-16 16,0 5-60-16,0 0-49 0,-18 0-180 15</inkml:trace>
  <inkml:trace contextRef="#ctx0" brushRef="#br0" timeOffset="22964.67">10484 3457 670 0,'0'0'287'0,"0"0"-237"0,0 0-20 15,0 0-27-15,0 0 5 0,0 0 78 0,317 28-18 16,-162-28-32 0,6-2-23-16,12-2-9 0,1-2-3 15,-7 2 5-15,-6-3-4 16,-15 0-2-16,-29 0-7 16,-25 4 5-16,-29 0 1 15,-18 3-1-15,-12 0-14 16,-12 0-66-16,-12 0-148 15,-3 6-181-15</inkml:trace>
  <inkml:trace contextRef="#ctx0" brushRef="#br0" timeOffset="27696.48">11267 5003 686 0,'0'0'139'0,"0"0"41"0,0 0-74 0,0 0-44 0,0 0 5 16,0 0-10-16,0 0-23 16,-108-5-4-16,108 5-7 15,0 0-5-15,0 0-16 16,0 0 0-16,27 0 2 15,33 14 7-15,11-3 6 0,34 2 0 16,17-6 3-16,10-2-2 16,2-3-5-16,12-2-9 15,-5 0 0-15,17 0 2 16,0 0-6-16,6 0 5 16,-5 0-1-16,-1-5-4 15,-9-3 7-15,1 5-7 16,-10-4 1-16,-3 2 3 15,-2 0 0-15,-13-2 1 16,-8 0-2-16,-1 2 1 16,1-1 0-16,-10 4-1 15,-5 0-3-15,-4 2 0 16,-5 0 4-16,-7 0 0 16,-8 0-4-16,-6 0 0 0,-1 0 0 15,10 0 2-15,-6 0 0 16,8 0 2-16,4 0-4 15,-3 0 5-15,-19 0-1 16,-2 0 3-16,-24 0-5 16,-12 0 7-16,-12 0-5 15,-3 0 9-15,-9 0 4 16,0 0-8-16,0 0-1 16,0 0-3-16,0 0 0 15,0 0-5-15,-36 0-3 16,-6 10-98-16,-21-3-200 15,1-7-523-15</inkml:trace>
  <inkml:trace contextRef="#ctx0" brushRef="#br0" timeOffset="33930.33">17914 347 618 0,'0'0'213'0,"0"0"-69"0,0 0-21 0,0 0 3 15,0 0-53-15,0 0-11 16,0 0-5-16,0-33-14 15,0 33-4-15,0 0-8 16,0 0-12-16,0 0-12 16,0 0-7-16,0 0-1 15,0 15 1-15,0 13 2 16,-6 5 0-16,-3 5 4 16,0 7-4-16,0-1 5 15,0 1-7-15,0-7-5 16,6-5 5-16,3-4 6 15,0-9-4-15,0-2-2 0,0-12-5 16,0 0 5-16,0-6 4 16,0 0 0-16,0 0 5 15,0-6 8-15,0-18 1 16,9-7-12-16,12-3-3 16,3-1-3-16,-3 4 5 15,-6 8-10-15,-6 12 10 16,0 4-5-16,-9 7 0 15,9 0-9-15,-1 0-1 0,7 7-3 16,6 13-5 0,6 10 18-16,-3 0 8 15,3 3-8-15,-9-4 0 16,6-7-2-16,-6-6 4 0,-6-8-2 16,-3-4 1-1,0-4 1-15,-4 0-2 0,7-3 2 16,-3-24 15-16,6-12-13 15,-6-9-2-15,-9-4 7 16,0 2-7-16,0 4-2 16,0 12 3-16,0 6-3 15,0 14 0-15,-9 6-1 16,0 5-4-16,9 3-3 16,0 0-80-16,0 3-146 15,0 17-58-15,0 6-328 0</inkml:trace>
  <inkml:trace contextRef="#ctx0" brushRef="#br0" timeOffset="34146.17">18633 557 889 0,'0'0'202'0,"0"0"-86"0,0 0-72 0,0 0 4 16,0 0-36-16,0 0-2 0,0 135-4 16,0-103-2-1,0 1-8-15,0 2 3 0,0-1-83 16,0-9-169 0,0 0-270-16</inkml:trace>
  <inkml:trace contextRef="#ctx0" brushRef="#br0" timeOffset="35228.12">19001 506 593 0,'0'0'304'0,"0"0"-130"0,0 0-53 15,0 0-65-15,0 0-16 0,0 0-26 16,0 0-7-16,18-31-7 16,18 31-7-16,-1 0 5 15,1 0 2-15,-3 25-2 16,-6 4 2-16,-18 14 0 15,-9 6 4-15,0 4 1 16,-9-3-2-16,-18-8-1 16,3-12 0-16,12-14-2 15,3-8-1-15,9-8 1 16,0 0 1-16,0 0 3 16,0-16 21-16,0-19-10 15,0-8-13-15,27-9-2 0,0-1 0 16,6 0 0-1,-12 6 0-15,-3 6 0 0,-9 11 0 16,-9 9 0-16,0 15 11 16,0 4 25-16,0 2 7 15,0 0-26-15,0 7-17 16,0 20-2-16,-12 8 2 16,-3 8 0-16,6 4 1 15,0 3-1-15,6-1 0 16,3-4-1-16,0-7 1 15,0-8-25-15,0-5-93 16,21-11-44-16,15-5-147 16,-4-9-196-16</inkml:trace>
  <inkml:trace contextRef="#ctx0" brushRef="#br0" timeOffset="35429.32">19553 740 711 0,'0'0'327'0,"0"0"-154"0,0 0-94 0,0 0-50 0,0 0 8 0,0 0 7 0,0 52-27 15,0-18-15-15,0 4 2 0,0 5-1 16,0 4-3 0,0 1-22-16,-18-3-121 0,9-6-105 15,9-9-244 1</inkml:trace>
  <inkml:trace contextRef="#ctx0" brushRef="#br0" timeOffset="35896.78">19965 679 878 0,'0'0'254'0,"0"0"-73"0,0 0-43 0,0 0-26 0,0 0-32 16,0 0-36-16,-36-20-34 15,63 12-7-15,45-3 0 16,6-1 0-16,11 3-3 16,-11 2-6-16,-15 4-8 15,-13 3-38-15,-14 0-120 16,-9 0-63-16,-18 0-271 16</inkml:trace>
  <inkml:trace contextRef="#ctx0" brushRef="#br0" timeOffset="36129.81">20210 462 734 0,'0'0'307'0,"0"0"-104"15,0 0-42-15,0 0-52 16,0 0-22-16,0 0-60 16,-45-15-27-16,45 40-6 15,0 13 6-15,0 9 9 16,9 5-2-16,-9 8-5 15,0-1-2-15,0-4-9 16,0-7-15-16,0-8-76 16,0-11-70-16,0-9 1 15,12-9-159-15,15-11-257 16</inkml:trace>
  <inkml:trace contextRef="#ctx0" brushRef="#br0" timeOffset="36613.87">20727 488 734 0,'0'0'314'15,"0"0"-84"-15,0 0-94 16,0 0-20-16,0 0-99 16,0 0-14-16,45 24 2 15,-19 15 8-15,-2 5 5 16,-6-4-18-16,0-3 2 15,0-9-2-15,-6-9 0 16,-6-7 0-16,3-8-1 16,0-4 1-16,0 0 0 15,0-4 7-15,0-18-4 0,6-2 8 16,-3 1-10-16,-3 8 0 16,0 6-1-16,-3 4-5 15,-6 5 5-15,9 0-1 16,2 5-15-16,13 16 13 15,3-1-6-15,6-2 9 16,3 2-1-16,-9-11 1 16,9-2-1-16,-4-7-15 15,-11 0 2-15,3 0 11 16,-12-7 3-16,3-17 6 16,-15-9-3-16,0-6 5 15,0-2 17-15,0 3 6 0,-9 8-24 16,-9 6 4-16,-6 5-11 15,3 8-1-15,4 4-5 16,2 7-45-16,6 0-106 16,0 0-93-16,9 12-106 15</inkml:trace>
  <inkml:trace contextRef="#ctx0" brushRef="#br0" timeOffset="36913.03">21378 564 589 0,'0'0'151'0,"0"0"58"0,0 0-108 0,0 0-49 0,0 0-6 0,0 0-28 15,224 83-11 1,-221-55-7-16,-3 3-1 0,0 10 1 16,-27-3 10-16,-9 1-5 15,-6-6 13-15,15-9 13 16,9-10-11-16,9-7-1 15,9-7-7-15,0 0-7 16,0 0 30-16,0 0-8 16,42 0 5-16,6-10-9 15,12-8-11-15,-1-2-12 16,-5 2-8-16,-3-5-87 16,-3 6-147-16,-6 4-190 0</inkml:trace>
  <inkml:trace contextRef="#ctx0" brushRef="#br0" timeOffset="37446.26">22044 559 1091 0,'0'0'160'0,"0"0"-67"0,0 0-24 0,0 0-5 16,0 0-13-16,0 0-51 15,86-40-7-15,-59 76 6 16,-9 4 0-16,-12 0 1 16,-6-1 0-16,0-8 6 15,0-10-4-15,0-9-2 16,0-8 1-16,0-4-1 16,0 0 15-16,0-23 12 15,18-17-26-15,3-9-1 0,3 4 0 16,0 4 0-16,-3 9 0 15,-7 10 12-15,-2 10 11 16,-6 7 5-16,-6 5-2 16,0 0-21-16,0 5-5 15,0 23-11-15,0 10 10 16,0 10 2-16,0 2-2 16,0-3-10-16,0-3-90 15,3-11-65-15,12-7-41 16,-6-9-125-16,9-9-181 15</inkml:trace>
  <inkml:trace contextRef="#ctx0" brushRef="#br0" timeOffset="37680.26">22548 762 479 0,'0'0'242'16,"0"0"-38"-16,0 0-145 0,0 0-34 16,0 0 14-16,0 0-30 15,197 2-4-15,-182 19 3 16,-6 3 0-16,-9 3-3 15,0 3 3-15,0 0 6 16,-9-2-2-16,0-7 18 16,3-9-6-16,6-5-11 15,0-5-10-15,0-2 14 16,24 0 1-16,18 0-6 16,-3-4-12-16,3-16-3 0,12-2-124 15,5-2-214 1</inkml:trace>
  <inkml:trace contextRef="#ctx0" brushRef="#br0" timeOffset="37896.47">23113 672 727 0,'0'0'324'15,"0"0"-136"-15,0 0-81 16,0 0-56-16,0 0-37 15,0 0-12-15,128-55 3 16,-74 47-3-16,-3 4-2 16,-7-1 0-16,-8 0-9 15,-3-1-54-15,-12-1-87 0,-3-1-65 16,-12 1-82 0,-6-5-277-16</inkml:trace>
  <inkml:trace contextRef="#ctx0" brushRef="#br0" timeOffset="38080.08">23411 473 657 0,'0'0'301'15,"0"0"-98"-15,0 0-45 16,0 0-12-16,0 0-32 16,0 0-53-16,-56-33-40 15,56 33-21-15,0 22-3 16,0 16 3-16,0 12 7 16,0 5-5-16,3 4 2 0,-3-2-4 15,0-7-39-15,0-8-110 16,6-8-76-16,6-15-109 15,11-9-250-15</inkml:trace>
  <inkml:trace contextRef="#ctx0" brushRef="#br0" timeOffset="38496.37">23797 419 1010 0,'0'0'254'0,"0"0"-133"15,0 0-37-15,0 0-84 16,0 0 1-16,0 0-1 16,26 131 4-16,-26-81 0 0,0-3-4 15,0-6 2-15,-9-10-2 16,-8-12 0-16,8-13 0 16,6-6 3-16,3 0-1 15,0 0 11-15,0-9-7 16,0-9 2-16,21-4-7 15,11 2-1-15,19 7-3 16,-3 1-2-16,3 9-15 16,-10 3 8-16,-11 0-6 15,-6 10 8-15,-15 8-1 16,-9 7-3-16,0-1 14 16,-9-1 1-16,-33-1 7 15,-2-6-4-15,-1-6-4 0,0-3 7 16,9-5-5-16,3-2 0 15,6 0 0-15,13 0-2 16,5 0-99-16,9 0-83 16,0 0-147-16</inkml:trace>
  <inkml:trace contextRef="#ctx0" brushRef="#br0" timeOffset="38846.47">24504 697 738 0,'0'0'402'0,"0"0"-217"0,0 0-65 0,0 0-48 16,0 0-33-16,0 0-12 16,60-23-18-16,-21 16-9 15,-6 2-3-15,0 2-14 16,-22 3-129-16,-5 0-63 15,-6 13-65-15,0 15 25 16,-41 3 69-16,-10 0 101 16,6-4 79-16,9-3 135 15,12-9 3-15,15-6 38 16,9-6-68-16,0-1-20 16,0-2-24-16,33 0-12 15,18 0-3-15,3-5-43 0,5-12-6 16,-2-1-34-1,-6-3-140-15,9 2-136 0,-7-3-64 16</inkml:trace>
  <inkml:trace contextRef="#ctx0" brushRef="#br0" timeOffset="39096.23">24988 679 488 0,'0'0'241'16,"0"0"-30"-16,0 0-133 16,0 0-67-16,0 0-8 15,0 0 5-15,0 42-2 16,0-23-1-16,0-2 4 15,0-5-4-15,0-2 0 16,15-6-1-16,3-4 4 16,0 0-8-16,0 0 19 0,0-4-4 15,-3-13 42 1,-3-3-3-16,-12-1 23 0,0 0 10 16,0 2-2-1,-12-3-26-15,-30 5-25 0,6 3-27 16,-15 7-7-1,-3 3-5-15,1 4-31 0,-16 0-82 16,15 4-92-16,-5 19-251 16</inkml:trace>
  <inkml:trace contextRef="#ctx0" brushRef="#br0" timeOffset="40107.85">18090 1649 739 0,'0'0'122'0,"0"0"-20"0,0 0-57 0,0 0 9 16,-230-62 30-16,188 61-47 16,24 1 13-16,9 0-8 15,0 0-1-15,9 0-19 16,0 0-1-16,0 0-10 15,0 0-5-15,0 0-6 16,18 0 0-16,45 4 3 16,33 6 34-16,35-3 12 0,18 0-20 15,33 0-7 1,16-5-3-16,34 0-6 0,22-2-2 16,12 0-4-16,12 0-5 15,2 0 0-15,4-9-2 16,-6-2 0-16,-6-4 6 15,-25 3 15-15,-14 3-9 16,-21 2 22-16,-9 0-18 16,-11-3-1-16,-1 3-5 15,-12 2 1-15,3-3-2 16,0 6 5-16,-21 0-8 16,-5 2 6-16,-16 0-8 15,0-3 0-15,-8 1 0 16,-1-4-3-16,-17-4 2 0,-10 1-2 15,-14-6 12 1,-4 2-2-16,-14 3 7 0,-12-2-2 16,-6-1-9-16,-19 6-3 15,-8 2-4-15,-12-1 0 16,9 3 0-16,-15 0 0 16,9 2 4-16,-6-2-4 15,3-2 0-15,-6 3 0 16,-6 0 0-16,-3 2-2 15,0 0-12-15,0 0-80 16,-18 0-102-16,-27 0-112 16,-9 0-551-16</inkml:trace>
  <inkml:trace contextRef="#ctx0" brushRef="#br0" timeOffset="47579.23">11852 4750 891 0,'0'0'222'0,"0"0"-84"0,0 0-26 0,0 0-5 0,0 0-36 16,0 0-23-16,0 0-31 16,-18-35-1-16,18 35 3 15,0 0-16-15,0 5-3 16,0 20 0-16,0 11 2 16,0 11-2-16,0 10 7 15,0 11-2-15,0 6 8 0,0-3 1 16,0-8-8-1,0 3 0-15,9-7 4 0,0-1-8 16,-9-8 1-16,0-5 1 16,9-12-4-16,-9-9 1 15,6-14 4-15,-3-6-5 16,-3-4 0-16,0 0 7 16,0 0-3-16,0-8 31 15,0-17-11-15,0-11-24 16,0-11-7-16,0-9 6 15,0 0 1-15,0-9-2 16,6-2 9-16,3-1-7 16,0 1 0-16,-9 5 0 15,3 12 0-15,-3 7 1 16,0 10-1-16,0 11-6 0,0 9 6 16,0 12 0-16,0 1 2 15,0 0-2-15,0 0-2 16,-18 19 0-16,-9 12-6 15,0 6 8-15,-9 7 0 16,3-6 0-16,-3-3 0 16,19-7 0-16,-1-8-3 15,9-10-5-15,3-9 2 16,6-1 3-16,-3 0 3 16,3-1 0-16,0-21 0 15,0-11 0-15,0-5-8 0,18-2-4 16,17-3 5-16,1 2 6 15,0 5-3-15,-12 11 4 16,3 10 0-16,-27 9 0 16,9 6-1-16,-9 0-2 15,9 0-8-15,9 21 1 16,6 7 10-16,-3-1 0 16,2 4 0-16,4 3 0 15,-3-2-2-15,-3-2-55 16,3-4-85-16,3-2-80 15,0-2-125-15,15-11-317 16</inkml:trace>
  <inkml:trace contextRef="#ctx0" brushRef="#br0" timeOffset="48713.57">13479 4803 643 0,'0'0'243'0,"0"0"-27"0,0 0-72 0,0 0-20 0,0 0-23 15,0 0-25-15,0 0-16 16,-9-38-30-16,9 38 0 16,0 0-22-16,0 0-8 0,0 16-3 15,0 13 3 1,0 11-1-16,9 8 3 0,0 8 0 15,0 10 5-15,-6-2-3 16,3 0 1-16,-6-6-8 16,0-7 3-16,0-10 0 15,0-10 0-15,0-10 6 16,0-12-5-16,0-6 1 16,0-3-1-16,0 0 3 15,0 0-2-15,0-11 34 16,0-13 1-16,-24-12-28 15,3-7-6-15,-11-3-2 16,14-4-1-16,-6 1 0 16,6-4-5-16,6 6 5 15,-3 1 2-15,6 9 9 0,-9 2-11 16,9 10 0-16,0 6 6 16,0 8 3-16,9 8-2 15,-9 3 1-15,9 0-8 16,0 0-12-16,0 0 2 15,-9 21 3-15,-6 8 1 16,3 1 10-16,-3 0-4 16,7 0 0-16,-1-9-1 15,6-2-4-15,-3-6 2 16,6-10 1-16,0-3-2 16,0 0 4-16,0 0-1 15,0 0-4-15,0-24 5 16,15-8 0-16,20-6-13 15,1-6 2-15,9 2-8 0,-3 4 15 16,-6 5-11-16,-1 8 13 16,-11 11 0-16,-15 7 1 15,0 7 1-15,-6 0-3 16,12 0-10-16,3 4 11 16,9 19 2-16,0 0 0 15,0 4-7-15,0-2 4 16,-3 5-33-16,-7-3-67 0,1 8-60 15,-9-2-91 1,9-3-186-16</inkml:trace>
  <inkml:trace contextRef="#ctx0" brushRef="#br0" timeOffset="66881.32">21745 13036 397 0,'0'0'272'0,"0"0"-147"0,0 0-49 0,0 0-29 15,0 0-1-15,0 0-15 16,0 0 3-16,0 0 4 16,-3 11 18-16,3-11-5 15,0 0-3-15,0 0-26 16,0 0 25-16,27 0-14 15,3 0-6-15,3 0-7 16,-6 0 1-16,-1 0-7 0,7 0-6 16,-3-4 4-1,3 3 4-15,3-2 3 0,0-2-1 16,-4 3-12-16,10-1 4 16,3-1 6-16,0 0 15 15,0 3-23-15,-1-1-3 16,1 0-4-16,-3-1-1 15,9 1 4-15,-12 0-4 16,2-2 5-16,1 4-2 16,-3 0-1-16,-6 0-1 15,12 0 0-15,-3 0-1 16,-7-1 1-16,7-1-1 16,-6 2 4-16,3 0 0 15,-6-4-4-15,8 3 3 16,-2-2-2-16,3 0 3 15,3 1-2-15,0 0-2 16,-4 0 3-16,10-1 7 16,-12 1-10-16,12-4 1 0,3 4-1 15,-1-3 6-15,7 2-5 16,-6-1 2-16,-3 0-1 16,8 0-2-16,-11-1 5 15,3 0-3-15,3-2 1 16,-4-3 13-16,13 3-14 15,-9 0-1-15,6 2 5 16,-7 1-5-16,4-1 3 16,-9 2-4-16,-3 0 0 15,-13 1 2-15,10 2-2 16,-12-2 4-16,6 0-1 0,6 2 8 16,3-5-6-1,-1 5-1-15,7-3-1 0,-6 1 5 16,-3-1-7-1,-6 3 0-15,-1-2-1 0,1 2 0 16,-3 0 0-16,12-3 5 16,-9 1-3-16,0 2-2 15,-4-2 4-15,1-1 0 16,-6 3-2-16,0-1-1 16,0 1-1-16,9-3 0 15,-9 0 1-15,5 3 2 16,-5-1-3-16,-9 1 0 15,15 0-1-15,-15-3 0 16,3 3 1-16,-3 0 2 0,9 0 0 16,-3 0 0-16,2 0-2 15,1 0 0-15,-3 0-1 16,-3 0 2-16,-6 0-2 16,3 0 1-16,-9 0 0 15,0 0 0-15,-9 0 1 16,0 0-1-16,0 0-1 15,0 0 1-15,0 0 0 16,0 0-3-16,0 0 2 16,0 0-2-16,-42 0-42 15,-21 4-85-15,-5 2-151 0,2-6-636 16</inkml:trace>
  <inkml:trace contextRef="#ctx0" brushRef="#br0" timeOffset="91563.3">11290 266 789 0,'0'0'263'0,"0"0"-63"0,0 0-102 0,0 0-45 0,0 0-9 15,0 0-39-15,0 0-3 16,0 0 11-16,-9 86 20 15,9-48-12-15,0 1-1 16,9 4-10-16,-9-9-5 16,9 0-5-16,0-7 1 0,0-12 0 15,0-2 0 1,-3-13-1-16,-3 0 4 0,3 0 6 16,12-10 10-16,0-18 16 15,9-8-18-15,0-5-11 16,0 5-6-16,-9 9 6 15,-3 5-3-15,-4 12-3 16,-11 5 13-16,0 5-6 16,0 0-5-16,0 0-3 15,9 15-18-15,9 13 16 16,6 6 0-16,3-3 2 16,-3 0 2-16,3-6 0 15,-6-5-2-15,12-6 1 16,-15-7-3-16,8-4 4 15,-2-3 4-15,-12 0-3 0,3-20 4 16,-6-8-3-16,-6-2-1 16,-3-7 2-16,0 1 6 15,0 5-6-15,-27 7-3 16,6 6-2-16,-3 9-2 16,16 4-3-16,8 5-16 15,0 0-64-15,0 0-133 16,0 11-81-16,0 8-210 15</inkml:trace>
  <inkml:trace contextRef="#ctx0" brushRef="#br0" timeOffset="91779.4">12133 472 404 0,'0'0'624'0,"0"0"-369"0,0 0-128 0,0 0-46 0,0 0-52 0,0 0-17 16,14 63 15-16,-11-34-25 16,-3 7 1-16,0-3-3 15,0-2-17-15,0-3-106 16,0-8-87-16,0-8-148 16</inkml:trace>
  <inkml:trace contextRef="#ctx0" brushRef="#br0" timeOffset="92480.02">12861 364 864 0,'0'0'357'0,"0"0"-142"16,0 0-40-16,0 0-94 16,0 0-47-16,0 0-26 15,0-20-8-15,6 40-12 16,6 9 12-16,3 4 1 16,-6 5 1-16,0 0-1 15,0-3 1-15,9-8-2 16,-9-11-1-16,0-4 1 15,-3-12-3-15,3 0 0 16,3 0 3-16,6-14-1 16,14-13 2-16,-5-5 6 0,0 1-7 15,-3 7 2-15,-15 10-1 16,0 7 3-16,-6 7 2 16,-3 0-6-16,0 0 0 15,9 0-13-15,6 12 2 16,12 8 10-16,6 5 2 15,-4-1-5-15,13-4 4 16,0-5-15-16,-3-6 0 16,3-9 4-16,-7 0-7 15,7 0 18-15,-12-26 0 0,3-4 7 16,-15-9-7-16,-9 1 17 16,0-2 10-16,-9 6 0 15,0 6-20-15,0 9-3 16,-18 7-2-16,-6 7-2 15,6 5-19-15,0 0-53 16,6 0-112-16,6 20-88 16,6 0-186-16</inkml:trace>
  <inkml:trace contextRef="#ctx0" brushRef="#br0" timeOffset="92797.13">13972 468 118 0,'0'0'734'0,"0"0"-518"0,0 0-77 0,0 0-50 0,0 0-43 0,0 0-30 15,182 10-7-15,-173 2-9 16,-9 3 1-16,0 5-1 16,0 5 7-16,-24 0-3 15,-12 0 12-15,10-4 1 16,2-4-6-16,12-4 0 15,6-7-1-15,6-4-8 16,0-2 2-16,0 0 22 16,0 0 25-16,18 0-21 0,15-2-18 15,20-11-8-15,1-1-4 16,-12 3-9-16,12-2-40 16,-13 2-90-16,-5 1-55 15,-3 3-316-15</inkml:trace>
  <inkml:trace contextRef="#ctx0" brushRef="#br0" timeOffset="93397.16">14575 184 882 0,'0'0'346'0,"0"0"-152"0,0 0-49 0,0 0-73 16,0 0-58-16,0 0-5 15,87-63-6-15,-42 60 5 0,-1 0-7 16,-8 3-1 0,0 0 1-16,-9 0-1 0,-9 0 0 15,-3 7-2-15,-6 11 0 16,-9 3 2-16,0 8-1 15,0 2 2-15,0 3-1 16,0 1 0-16,0-4 0 16,0 5-1-16,0 2 1 15,0-4 0-15,0 4 1 16,0-3-1-16,0 0-1 16,0 0 1-16,0-1 0 15,0 0 0-15,0-2 0 16,0-7 1-16,0-9-1 0,0-8 0 15,-9-5 0 1,3-1 0-16,-12 0 0 0,-18 3 0 16,-18 0 0-16,-5-3-20 15,-40 0-60-15,-32 0-95 16,-25 1-139-16,-23-3-739 16</inkml:trace>
  <inkml:trace contextRef="#ctx0" brushRef="#br0" timeOffset="94246.84">11019 173 721 0,'0'0'265'0,"0"0"-111"15,0 0-35-15,0 0-60 0,0 0-29 0,0 0 2 16,0-9-15-16,0 9 2 15,-24 0-6-15,3 0-9 16,-6 0-8-16,-6 0 0 16,6 7 4-16,3 0-1 15,7 3-3-15,5-3-1 16,3 0 4-16,3-2 0 16,3 0-1-16,3-3 2 15,0 5-4-15,0 0 10 16,0 5-6-16,0 5 0 15,0 4-8-15,9 3 8 16,9 3 1-16,-10 8 1 0,1 3-1 16,-6 7-1-1,-3 5 0-15,0 4 8 0,0 4-8 16,0-3-4-16,0-6 4 16,0-5 8-16,0-12-8 15,0-4 2-15,0-9-2 16,0-5 11-16,6-6-6 15,12 3 2-15,0-4-4 16,15-4-3-16,-3-3-8 16,12 0-36-16,17 0-76 15,7-13-244-15</inkml:trace>
  <inkml:trace contextRef="#ctx0" brushRef="#br0" timeOffset="95312.9">15647 135 836 0,'0'0'209'0,"0"0"-77"0,0 0-43 0,0 0-40 0,0 0-30 0,0 0 1 15,-131-13-8-15,95 13 7 16,-9 0-2-16,3 13-3 15,-2 2-5-15,-1-4-5 0,9 1-3 16,9-1-1 0,3 3 0-16,6-2-1 0,15-4-3 15,-3 2 2 1,6 2 1-16,0 3 1 0,0 1 0 16,0 8 1-1,9 3 10-15,9 12 2 0,0 5 13 16,-9 8-6-1,-3 12-1-15,-6 3-10 0,0 12-1 16,0-2-2-16,0 3 4 16,0-8-5-16,-9-2 9 15,9-5-4-15,0-3-1 16,0-1 10-16,-6-1-2 16,-3 2-4-16,6-2-1 15,-3-5-6-15,6-5-3 16,0-5 0-16,0-3 1 15,0-7-1-15,0-5-3 0,0-5 0 16,0-7 6 0,0-6-6-16,6-5 1 0,6-6 0 15,12-1 1-15,12 0 0 16,15-7 9-16,5-17-11 16,10-3-6-16,-9-9-54 15,-6-5-76-15,-7 0-62 16,-2-1-180-16</inkml:trace>
  <inkml:trace contextRef="#ctx0" brushRef="#br0" timeOffset="95828.81">15779 447 963 0,'0'0'214'0,"0"0"-96"0,0 0-59 0,0 0-31 15,0 0-15-15,0 0-13 16,224-35 7-16,-186 67-7 15,-11 12 2-15,-18 1 5 16,-9 2-4-16,0-1-2 0,-3-10-1 16,-15-10 2-16,9-14 3 15,3-12-4-15,6 0 1 16,0 0 19-16,0-25-2 16,0-12 1-16,0-9-3 15,9 5-10-15,9 7-7 16,-3 5 1-16,3 13 16 15,-18 1 14-15,0 8 16 16,0 7-11-16,0 0-15 16,0 0-18-16,0 0-3 0,0 14-6 15,0 15 3-15,0 6 3 16,0 4 0-16,0 3 0 16,0-7 0-16,9-4-14 15,0-4-52-15,9-10-39 16,9-5-32-16,6-10-70 15,3 0-140-15</inkml:trace>
  <inkml:trace contextRef="#ctx0" brushRef="#br0" timeOffset="96028.87">16549 602 926 0,'0'0'324'16,"0"0"-180"-16,0 0-56 15,0 0-49-15,0 0-30 0,0 0-8 16,27 48 10 0,-21-16-8-16,-3 5-3 0,-3 1-2 15,0 1-96-15,0 2-101 16,0 1-168-16</inkml:trace>
  <inkml:trace contextRef="#ctx0" brushRef="#br0" timeOffset="96700.71">16041 1235 953 0,'0'0'288'0,"0"0"-154"0,0 0-40 0,0 0-24 16,0 0-36-16,0 0-23 15,96-104-4-15,-60 104-7 16,0 0 0-16,-3 2-6 15,-7 23-6-15,-11 5 9 16,-12 6 3-16,-3-4 0 16,0 0-15-16,-9-10 13 0,-18-1-21 15,19-11 1 1,-1-6 4-16,9-4 7 0,0 0 8 16,0-7 3-1,0-22 0-15,0-9-5 0,26-2 5 16,7-3 0-16,-3 7 0 15,-3 10 0-15,-12 9 9 16,-6 7 19-16,-9 10 18 16,0 0-16-16,0 0-30 15,0 10-11-15,0 16 5 16,0 12 5-16,0 5 2 16,-18-3-1-16,12 2 0 15,3-4-13-15,-3-5-106 16,6-7-39-16,0-11-161 15,6-7-377-15</inkml:trace>
  <inkml:trace contextRef="#ctx0" brushRef="#br0" timeOffset="96996.81">16672 1271 692 0,'0'0'246'0,"0"0"-182"0,0 0-25 0,0 0-11 0,0 0-18 16,0 0 1-16,164 47-1 0,-164-20 2 16,0 1 1-1,-24-1 6-15,-3-6 4 0,9-4-1 16,9-7 6-16,0-9-9 16,9 3-7-16,0-4 20 15,0 0 13-15,27 0-4 16,18 0-14-16,15-8-16 15,-1-6-11-15,4-1-4 16,-9 2-36-16,-9-3-89 16,-4 2-101-16,-14 2-358 15</inkml:trace>
  <inkml:trace contextRef="#ctx0" brushRef="#br0" timeOffset="97763.33">17143 137 228 0,'0'0'655'0,"0"0"-477"0,0 0-36 0,0 0-59 16,0 0-36-16,0 0-20 15,9-4-7-15,27 4 7 16,0 0 6-16,-3 0-3 16,-6 0-2-16,-9 0-23 15,9 0 6-15,-10 7-8 0,1 14-3 16,-3 10-2-1,-12 5-2-15,3 7 8 0,-6 7 1 16,0 7-5-16,0 5-1 16,0 3 1-16,0 4 5 15,-6 1-4-15,3-1-1 16,-6-3 1-16,3-9 9 16,6-5-9-16,0 0-1 15,0-2 0-15,0 3 0 16,0 0 15-16,0 0-11 15,0 1 1-15,9-3-5 16,6-2 7-16,-6-7-7 16,0-1 4-16,3-6-4 15,-6-3 0-15,12-2 0 0,0-3-6 16,-9 1 6 0,0-4 0-16,-3-3 8 0,-3-2-8 15,-3-3 1-15,0-3-1 16,0-4 0-16,0-4-1 15,0-1 0-15,0 2 1 16,0-5 7-16,-21 3-3 16,-21-4-4-16,-9 2-17 15,-11-2-61-15,-10 0-106 16,-6 0-413-16</inkml:trace>
  <inkml:trace contextRef="#ctx0" brushRef="#br0" timeOffset="102035.45">12446 2074 706 0,'0'0'262'0,"0"0"-79"0,0 0-41 0,0 0-52 16,0 0-13-16,0 0-46 15,0 0-23-15,0-17-8 16,0 31 0-16,0 10 0 16,0 10 15-16,12-1 2 15,3 0-16-15,-6 3 19 16,0 0-19-16,0-8 3 15,9-7-1-15,-9-3-3 16,0-12 0-16,0-1 0 16,-3-5 1-16,-3 0 1 15,12 0 18-15,2-16-6 16,4-8-5-16,3-3-6 0,3 1 0 16,-9 8-3-1,-3 0 1-15,-3 11-1 0,-6 5 0 16,-6 2 0-16,0 0-7 15,0 0-3-15,3 7-9 16,12 15 14-16,3 6 5 16,0 0 1-16,14 2-1 15,-2-6 0-15,3-3 0 16,-6-4 0-16,0-9 0 16,0-5 2-16,0-3-1 15,-3 0 7-15,-4-17 0 16,-5-11 1-16,3-6 1 15,-18 2 12-15,0-10 11 16,0 5-5-16,-18 4-25 0,-8 4 14 16,-1 5-15-16,-6 10-2 15,15 6-2-15,0 3-5 16,9 5-29-16,9 0-80 16,0 9-135-16,0 17-100 15</inkml:trace>
  <inkml:trace contextRef="#ctx0" brushRef="#br0" timeOffset="102262.28">13411 2284 632 0,'0'0'394'0,"0"0"-196"0,0 0-85 0,0 0-63 0,0 0-27 0,0 0 19 15,0 56-11-15,0-32-21 16,9 3-7-16,-9 1-2 16,0-2-1-16,0 1-47 15,0-7-97-15,0-10-213 16</inkml:trace>
  <inkml:trace contextRef="#ctx0" brushRef="#br0" timeOffset="102931.31">13682 2222 593 0,'0'0'503'15,"0"0"-261"-15,0 0-123 16,0 0-47-16,0 0-58 16,0 0 3-16,51-60-17 15,-12 60-1-15,3 0-3 16,-6 1 4-16,-4 20-8 16,-14 2 8-16,-15 6 0 15,-3 7 0-15,0-3 0 16,0-4 10-16,-9-6-10 15,0-11 0-15,9-7-3 0,0-5-6 16,0 0 7 0,0-5 4-16,0-19 2 0,0-7-2 15,15-2-2-15,6-3-1 16,3 3-7-16,-6 5 7 16,-9 6 2-16,0 6 7 15,-9 9-2-15,0 7 14 16,0 0-6-16,0 0-14 15,0 0-6-15,0 21 0 16,0 3 6-16,-9 6-5 16,9 1 4-16,0 0 1 15,0-2 5-15,0-3-5 0,0-5-4 16,0-4-61 0,27-2-52-16,6-8-44 0,12-6-106 15,-10-1-301-15</inkml:trace>
  <inkml:trace contextRef="#ctx0" brushRef="#br0" timeOffset="103130.05">14399 2288 958 0,'0'0'328'0,"0"0"-145"0,0 0-85 0,0 0-49 0,0 0-49 16,0 0 6-16,0 26-6 15,0-1 1-15,0 3-1 0,0 4 1 16,0 5-2-16,0 1-26 16,0 0-75-16,0-7-79 15,0-7-170-15</inkml:trace>
  <inkml:trace contextRef="#ctx0" brushRef="#br0" timeOffset="103435.71">14990 2246 1035 0,'0'0'247'0,"0"0"-91"16,0 0-52-16,0 0-35 16,0 0-42-16,0 0-24 15,-21-10-3-15,66 5 1 16,18 1-1-16,6-4 0 16,2 1 0-16,-2 2-8 15,-15-1-76-15,-12 5-81 16,-22-2-90-16,-11 1-213 15</inkml:trace>
  <inkml:trace contextRef="#ctx0" brushRef="#br0" timeOffset="103663.59">15172 2114 260 0,'0'0'696'16,"0"0"-426"-16,0 0-117 15,0 0 10-15,0 0-68 16,0 0-60-16,-44-22-32 15,44 22-3-15,0 20-7 16,0 11 7-16,0 4 0 16,0 3 0-16,0 5 3 0,0 3-6 15,0-5 1-15,0 2-63 16,0-10-70-16,0-9-33 16,3-6-118-16,21-8-165 15</inkml:trace>
  <inkml:trace contextRef="#ctx0" brushRef="#br0" timeOffset="104199.88">15820 2172 1002 0,'0'0'301'15,"0"0"-123"-15,0 0-75 0,0 0-61 16,0 0-42-16,0 0-9 16,0 18 8-16,0 11 1 15,0 2 0-15,0 0 2 16,0 0-2-16,0-7 0 16,0-3-1-16,9-6 0 15,0-11 1-15,0-2 0 16,0-2-3-16,9 0 3 15,6-11 2-15,6-16 7 16,3-1-8-16,3 4-1 16,-12 8 0-16,-12 5 1 0,-4 7 6 15,-8 4-8-15,9 0 1 16,0 0-19-16,9 4 18 16,6 11 1-16,9-3 0 15,-3 5-7-15,3-6-8 16,-6 2-15-16,-1-8 13 15,7-5 1-15,-12 0 9 16,-3 0 7-16,-3-3 5 16,-3-12-4-16,-12 1 32 15,0-4 10-15,0-2-11 16,0 2-25-16,0 6-1 16,0 0-1-16,-9 2-10 15,6 5-1-15,3 3-47 16,0-2-43-16,0 4-76 0,3 0-105 15,30 0-115-15</inkml:trace>
  <inkml:trace contextRef="#ctx0" brushRef="#br0" timeOffset="104449.1">16731 2205 628 0,'0'0'205'0,"0"0"-70"0,0 0-71 0,0 0-27 16,0 0-5-16,0 0 1 15,87 129-27-15,-96-96 25 16,-24-3-5-16,6 2-8 16,9-11-5-16,9-7 0 15,9-6-7-15,0-6-5 0,0-2 3 16,3 0 22-16,30-2 5 16,27-16-19-16,-3-2-12 15,11-6-30-15,10 2-156 16,0-3-249-16</inkml:trace>
  <inkml:trace contextRef="#ctx0" brushRef="#br0" timeOffset="104847.49">17493 2138 946 0,'0'0'210'0,"0"0"-99"16,0 0-69-16,0 0-34 0,0 0 10 16,0 0-9-16,140 62-5 15,-140-23-1-15,0 0-1 16,-15-1-2-16,-6-8-2 16,6-7 1-16,6-14 1 15,9-9 0-15,0 0 9 16,0 0-8-16,0-26 15 15,36-7-12-15,9-8-1 16,-3 1-2-16,9 3 13 16,-22 8-6-16,-11 11 50 15,-9 9 24-15,-9 7-13 0,0 2-36 16,0 0-33-16,0 7-3 16,0 17 3-16,0 11-8 15,0 2 8-15,-3 9 0 16,-6 1 0-16,-6-2-76 15,15-6-104-15,0-10-136 16,0-14-154-16</inkml:trace>
  <inkml:trace contextRef="#ctx0" brushRef="#br0" timeOffset="105096.35">18141 2364 843 0,'0'0'294'0,"0"0"-143"0,0 0-63 16,0 0-13-16,0 0-26 15,0 0-24-15,140-28-23 16,-131 34-1-16,-9 16-2 16,0 6 0-16,0 3 1 15,-6 0 0-15,-15-1 0 16,6-12-1-16,6-8 1 16,9-3 0-16,0-7 0 15,9 0 0-15,36-5 12 16,15-21-12-16,-1-1-17 15,4-4-87-15,-3 3-50 16,-6 0-183-16</inkml:trace>
  <inkml:trace contextRef="#ctx0" brushRef="#br0" timeOffset="122497.82">19547 11163 583 0,'0'0'193'0,"0"0"-75"0,0 0-9 0,0 0-51 0,0 0 18 15,0 0-22-15,0 0-15 16,0 17-12-16,0-12 4 16,0 2-8-16,0 3 31 15,0 1-15-15,-3 1-5 16,-6 2-13-16,0-1 5 16,0-5-16-16,0 0 12 15,3-4-12-15,6-4-1 16,0 0 10-16,0 0-9 0,0 0 2 15,0-8 10-15,33-19 3 16,36-18-15-16,30-15 2 16,14-9-6-16,12-9-4 15,16-10 5-15,5-4-5 16,12-1-2-16,-2 4 2 16,-13-2-1-16,-15 8-1 15,-20 7 1-15,-22 14-7 16,-17 14 15-16,-15 14-8 15,-18 12-1-15,-18 9 0 16,0 6 0-16,-9 3 10 16,-9 4-7-16,0 0 13 0,0 0-8 15,0 0-8 1,0 0 3-16,0 0-6 0,0 0 3 16,0 0 0-16,0 0 1 15,0 0 6-15,0 0-11 16,0 0 8-16,0 0-1 15,0 0-3-15,0 0 0 16,0 0-5-16,0 0-11 16,0 0 5-16,0 0-2 15,0 0-1-15,0 0-8 16,0 0 12-16,0 0 9 16,0 0 1-16,0 0-3 15,-18 0-9-15,-9 0 12 16,0 0 0-16,-6 0 0 15,6 0 0-15,0 0 0 0,0 0 5 16,12 0 1-16,-5 0 0 16,5 0 2-16,12 0-4 15,-3 0 5-15,6 0 1 16,0 0 1-16,0 0-6 16,0 0-5-16,0 0 1 15,24-7-1-15,11-2 5 16,25-5 0-16,-6-1-3 15,6 1 0-15,-13 5-4 16,-5 1 0-16,3 5 1 16,-9-1 1-16,-9 4 2 15,-3 0-2-15,-7 0 0 16,-8 0-2-16,0 0-1 16,-3 20 3-16,-6 1 6 0,0 8-3 15,0 5-1 1,0 3-2-16,-24 9 4 0,7 1-4 15,-10 5-2-15,-6 1-36 16,3 2-33-16,-3 0-87 16,-3-1-119-16,0-5-388 15</inkml:trace>
  <inkml:trace contextRef="#ctx0" brushRef="#br0" timeOffset="145379.76">6838 9206 474 0,'0'0'436'0,"0"0"-333"0,0 0 7 16,0 0-49-16,0 0-13 15,0 0-23-15,0 0-18 16,0 0-7-16,0 0 7 16,0 14 9-16,9 2 6 15,0-5-1-15,-6 0-10 16,3-5 10-16,-3-2-1 16,3-4 3-16,-6 0 9 15,9 0 8-15,0 0 28 0,18-25-6 16,23-9-35-16,4-11-14 15,9 1-11-15,-12 2-2 16,2 3-6 0,-2 1-7-16,-6 7-27 0,9 7-65 15,-9 4-93-15,-13 2-207 16</inkml:trace>
  <inkml:trace contextRef="#ctx0" brushRef="#br0" timeOffset="146398.32">5823 9515 443 0,'0'0'627'0,"0"0"-517"0,0 0-10 0,0 0-95 15,0 0 7-15,0 0-7 16,-9-2-4-16,9 2 9 15,36 0 19-15,14 0 6 16,13-10 3-16,27-18-15 16,5-12-12-16,1-9-11 15,8-2-78-15,-5-5-96 16,-7 3-385-16</inkml:trace>
  <inkml:trace contextRef="#ctx0" brushRef="#br0" timeOffset="152692.92">8092 11739 742 0,'0'0'152'0,"0"0"-21"0,0 0-33 0,0 0-14 0,0 0-31 16,0 0-22-16,0 0-26 16,0 0-2-16,87 0-5 15,-15 0 4-15,8 0-2 16,7 0 0-16,-1 0 0 16,10 0 0-16,-1 0 0 15,4-2-39-15,-12-3-57 16,2 0-70-16,-11 1-140 15</inkml:trace>
  <inkml:trace contextRef="#ctx0" brushRef="#br0" timeOffset="157713.09">19789 11884 417 0,'0'0'170'0,"0"0"-77"0,0 0-9 0,0 0-15 0,0 0 0 0,0 0-15 16,3-11 8-1,-3 9-20-15,6-1-14 0,-6 1 18 16,3 2-7 0,-3-3-7-16,6 1-2 0,-6-1-14 15,3 0 6-15,-3 2-3 16,6-5-9-16,-3 4-6 15,3-4 5-15,3 3-4 16,0 0-3-16,-9 0 5 16,0 3-5-16,0 0-2 15,0 0 18-15,0 0-10 16,0 0 4-16,0 0-2 0,0 0-4 16,0 0 1-1,0 0-2-15,0 0-1 16,0 0-3-16,0 0 1 15,0 0-1-15,0 0 4 16,0 0-2-16,0 0-1 16,0 0-1-16,0 0 10 0,0 0-7 15,0 0-2-15,0 0-1 16,0 0-1-16,0 0-1 16,0 0 0-16,0 0 0 15,0 0 0-15,0 0-2 16,0 9 3-16,0 5 0 15,-18 0 4-15,3 2-12 0,-3 4 15 16,-3 0-7 0,-6 4 0-16,3 3 0 0,-2-2 1 15,-1 5-1-15,3 6 0 16,-6-2 0-16,-3 3 1 16,0 3-2-16,-3 3 2 15,1-1-1-15,-1 3 0 16,-6-1 0-16,3 0 1 15,-3-2-1-15,0-4 0 16,7 1 0-16,5-1 1 16,-3-8 3-16,6 1 7 15,-6-7-9-15,15 2 1 16,-3-2 2-16,-2-1 1 16,5 2-1-16,-6-1-2 15,6-3 3-15,6-4-1 16,-6-5-3-16,9-1 2 15,0-4-1-15,3-2 0 0,6-2-1 16,0-3 0 0,0 0 1-16,-3 0-2 0,3 0 1 15,0 0 1-15,0 0-1 16,0 0 3-16,0 0 4 16,0 0-2-16,0 0 7 15,0 0 7-15,0 0-3 16,0-6 0-16,0-9-17 15,-6-1-2-15,3 0 6 16,-12-1-4-16,15 1 0 16,-9-1-1-16,9-2 1 15,-9 0-1-15,9 1 0 0,-9 0 0 16,9 2 0 0,0 3 0-16,-6 2 0 0,6 0 0 15,0 3 0-15,-3 0 0 16,3 7 0-16,0-2 2 15,-6 3-2-15,6 0 0 16,0 0-1-16,0 0-1 16,0 0 2-16,0 0-2 15,0 0-1-15,0 0-3 16,0 7 1-16,0 13 4 16,0 8 0-16,0 0 1 15,0 4 0-15,0-2 1 16,0 1-1-16,0 0 0 15,6-4 0-15,3 1-1 16,9-7 1-16,-9 0 0 0,9-6-1 16,-3-7 1-16,-6-2-1 15,3-6-1-15,6 0-8 16,6 0 8-16,3 0 2 16,8-5-5-16,-2-8 3 15,-3-2-20-15,3-2-42 16,3 0 3-16,0 0-42 15,-1 1-46-15,7 2-140 16,0-1-310-16</inkml:trace>
  <inkml:trace contextRef="#ctx0" brushRef="#br0" timeOffset="159213.16">18320 13349 443 0,'0'0'626'0,"0"0"-496"0,0 0-31 0,0 0-66 0,0 0-22 16,0 0-2-16,-21-7-6 16,21 21 11-16,0 1 9 15,0-6-9-15,0-5 2 16,0-4-1-16,9 0 12 16,9 0 15-16,18-30 23 15,32-19-25-15,22-13-30 16,15-7-10-16,-7 4-4 15,4-1-91-15,-22 8-138 16,-8-6-385-16</inkml:trace>
  <inkml:trace contextRef="#ctx0" brushRef="#br0" timeOffset="161646.98">6393 12989 733 0,'0'0'203'0,"0"0"-122"0,0 0-42 0,0 0-25 0,0 0 3 16,0 0 45-16,0 0 9 16,87 75-20-16,-60-41-21 15,-18 0-2-15,8-6 8 16,-2-7 4-16,-3-8-29 15,3-6 6-15,-3-7-12 16,12 0 3-16,12-7 10 16,24-36 22-16,20-19-30 15,25-9-10-15,-1-8-30 16,1 3-129-16,-16-3-150 16</inkml:trace>
  <inkml:trace contextRef="#ctx0" brushRef="#br0" timeOffset="178379.92">15743 4463 608 0,'0'0'388'0,"0"0"-186"0,0 0-82 15,0 0-15-15,0 0-12 0,0 0-5 16,0 0-30-16,-126-10-11 15,120 10-23-15,6 0-6 16,0 0-7-16,0 0-1 16,0 0-5-16,51 0 0 15,57 0-3-15,47-7 17 16,30-14-18-16,6-2 5 16,-12 2-6-16,-23 2 0 0,-16 0 6 15,-18 5-6 1,-32 1 0-16,-30 6 0 15,-15 0 0-15,-27 6-6 0,-10-5 6 16,-2 6 0-16,-3-2 7 16,-3 0 3-16,0-3-3 15,0-5-5-15,-17-3 4 16,-22 3-4-16,-12-5-3 16,9 2 2-16,-3 5 7 15,9-2-8-15,10 4 0 16,8 3 1-16,9 0 2 15,9 1-1-15,0 2 3 16,0 0-2-16,0 0-3 16,0 0-5-16,3 0-12 0,47 0 13 15,4 0 0 1,9 0 4-16,-3 0 0 0,-16 0 1 16,-2 8 7-16,-15 0-8 15,-3 1-1-15,-12 9 0 16,-3 3-4-16,-9 3 0 15,0 7 4-15,0 8-4 16,-36 8-28-16,-27 10-48 16,-23 9-59-16,-1 6-123 15,-2 2-191-15</inkml:trace>
  <inkml:trace contextRef="#ctx0" brushRef="#br0" timeOffset="184396.61">6883 9160 891 0,'0'0'146'0,"0"0"-21"0,0 0-28 0,0 0-5 15,0 0-29-15,0 0-19 16,0 0-37-16,18-14-5 15,24 50 17-15,2 7 12 16,-8 2 4-16,0 0-17 0,-3-7 3 16,-6-12-2-1,-9-9-18-15,9-8 10 0,-10-9-3 16,10 0 1-16,18-20 23 16,24-30 31-16,17-21-37 15,28-9-11-15,-10 2-15 16,1 3 1-16,-15 14-1 15,-1 9 2-15,-11 5-4 16,-16 12-6-16,-11 10 1 16,-6 9-14-16,-12 12-37 15,-12 4-66-15,-6 4-77 16,-6 27-33-16,-9 13-197 16</inkml:trace>
  <inkml:trace contextRef="#ctx0" brushRef="#br0" timeOffset="187946.39">7979 13004 938 0,'0'0'153'0,"0"0"-95"0,0 0-7 0,0 0-10 15,0 0 17-15,0 0-24 16,0 0-11-16,0 5-22 16,24 13 0-16,3 9 8 15,-1-4 9-15,-8-2 3 16,9-6-3-16,-9-3-3 15,6-10 12-15,-3-2-15 16,15 0 12-16,23-30 8 0,19-24 15 16,9-15-20-1,11-8-20-15,-2-2-6 16,-1 7 0-16,-14 13-1 16,-12 14-3-16,-16 13-10 0,-17 16-18 15,-9 9-68-15,-9 7-58 16,-9 0-54-16,-9 7-180 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10T11:17:46.9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3503 3918 463 0,'0'0'175'0,"0"0"-38"0,0 0-21 15,0 0-3-15,0 0-50 0,0 0 18 16,0 0-9-16,0 0-4 15,-81 13-8-15,81-13-7 16,-9 0-4-16,9 2-17 16,0 1-1-16,0 0-9 0,0-3-4 15,0 2-17-15,0 1 5 16,0-3-3-16,0 0 6 16,0 2-7-16,27-1 10 15,18 4 15-15,5-5 3 16,4 3-17-16,0-3-6 15,-3 1-1-15,-1 2 3 16,-2-3-9-16,3 3 2 16,0-1 0-16,-7-2 6 15,1 3-7-15,6-3-1 16,-6 0 2-16,6 0 2 16,2 0-2-16,-8 0 1 0,18 0 6 15,-3 0 0-15,17 0 4 16,-14 0-12-16,15 0 11 15,-7 0-11 1,1 0 3-16,-3 0-4 0,11 0 5 16,-20 0-4-16,12 0-1 15,-13 0 0-15,4 0 0 16,-3 0 0-16,8 0-4 16,-14 0 2-16,15 0 2 15,-6 0 0-15,-1 0 0 16,-2 0 2-16,9 0-2 15,-7-3 0-15,7 1 1 16,-6-1-1-16,14 0 0 16,-5 2 0-16,0-5 2 15,-4 4 1-15,10 1-3 0,-6-1 0 16,-1-1 6-16,4 3-6 16,-9 0 0-16,2 0-5 15,-8 0 5-15,-6 0 5 16,0 0-5-16,-4 0 0 15,10 0-2-15,-6 0 2 16,0 0 0-16,-4 0 0 16,4 0-1-16,0 0 0 15,-3 0 2-15,-6-2 0 16,5-1-1-16,-11 3 0 16,3-3 0-16,-6 1 0 15,-3 2 0-15,-7-2 1 0,1-1 5 16,-9 1-6-16,15 2 0 15,-21 0-4-15,3 0 4 16,-12-2 1-16,-3 2 0 16,0 0-1-16,0 0 7 15,0 0 2-15,0 0-9 16,-63 0-29-16,-32 0-98 16,-28 0-204-16,1 0-762 15</inkml:trace>
  <inkml:trace contextRef="#ctx0" brushRef="#br0" timeOffset="43359.1">14877 4798 204 0,'0'0'351'0,"0"0"-220"0,0 0-72 0,0 0 46 0,0 0-50 16,0 0-22-16,0 0 14 16,0 0-16-16,0-7-14 15,0 7 11-15,0 0-7 16,0 0-1-16,0 0 4 16,0-3 8-16,0 3 0 15,0 0 3-15,0 0-2 0,0 0-8 16,0 0-6-16,0 0 13 15,0 0-9-15,0 0-8 16,0 0 9-16,0 0-12 16,-3 0 2-16,3 0-7 15,-6 0 2-15,6 0 5 16,0 0-7-16,0 0 7 16,0 0-4-16,0 0 5 15,0 0-5-15,0 0 1 16,0 0 8-16,0 0-6 15,0 0 0-15,0 0 3 16,0 0-4-16,0 0 0 16,0 0-4-16,0 0-4 0,0 0-2 15,0 0 1-15,15 0 3 16,12 4 5-16,9-1-3 16,-4 0 4-16,-2 2-4 15,3-5-6-15,-6 2 0 16,6-2-2-16,-3 0 0 15,3 0 7-15,8 0-6 16,-11 0 2-16,3 0-3 16,-6 0 3-16,6 0-3 15,-3 0 4-15,5 0-4 0,-2 0 2 16,12 0-1-16,-3 0 1 16,-6 0 1-1,0 0-3-15,5 0 0 0,-5 0 2 16,-9 0-2-16,15 0 0 15,-12 0 0-15,3 0 1 16,-7 0 2-16,1 0-3 16,0 0 0-16,-9 0 2 15,6 0 0-15,-6 0-1 16,0 0 0-16,-9 0 0 16,9 0 0-16,-3 0-1 15,-3 0 2-15,6 0-2 16,-4 0 0-16,4 0 2 15,0 0 0-15,0 0-3 16,0 0 2-16,9 0 0 16,-3 0 1-16,-3 0-2 15,6 0 0-15,6 0 2 16,-1 0 2-16,-5 0-4 16,-6 0 2-16,3-2-2 15,-6-3 1-15,9-1 0 0,-3 5 2 16,-6-5-2-16,-6 4 3 15,-3 2 1-15,-3-2 0 16,-6 2-1-16,0-4 1 16,0 4 1-16,0-2-5 15,0-4 1-15,0-1-2 16,-18 3-89-16,-42 0-146 16,15 3-318-16</inkml:trace>
  <inkml:trace contextRef="#ctx0" brushRef="#br0" timeOffset="50526.07">14769 4683 597 0,'0'0'157'0,"0"0"-9"0,0 0-55 0,0 0-15 0,0 0-16 0,0 0-7 15,0 0-4-15,0-37-24 16,0 32 4-16,0 5-11 16,0-3 12-16,0 3-2 15,0 0-2-15,0 0-11 16,0 0-5-16,0 0-1 16,0 0-11-16,0 0 0 15,0 0-5-15,9 9-6 16,0 11 11-16,6 1 1 15,-6 0-1-15,3 3 0 16,-6 3 8-16,6-6-8 16,-6 1 0-16,3-3 0 15,-6-3 3-15,3-4-1 0,3-4-4 16,-6-5 5-16,3 1-3 16,-6-4 4-16,0 0-4 15,9 0 0-15,-9 0 3 16,9 0-3-16,0 0 1 15,18 0 4-15,-1 0 0 16,10 0 1-16,6 0-2 16,3 0 2-16,0 0-6 15,-4 0 1-15,13 0-1 16,0 0 2-16,6 0-2 16,-7 0 0-16,-2 0-4 15,3 0 4-15,-3 0 0 0,2 0 0 16,-2 0 0-16,-6 0 0 15,6 0 0-15,-6 0 1 16,-10 0-1-16,16 0 0 16,-6 0 0-16,0 0 0 15,0 0-1-15,5-4 1 16,-5 1 0-16,15-5 2 16,-15 3-2-16,5-2 0 15,-11 2 2-15,-6 0-2 16,-6 1-1-16,0 0 1 15,0 4 1-15,-3-5 0 16,-3 2-2-16,-4 1 0 16,-11 0 1-16,3-1 7 0,-9 1-5 15,9-1 0-15,0-2 15 16,0-2 11-16,0 0-4 16,6-2-7-16,-6-3 0 15,0-3-4-15,0-4 6 16,0 2 4-16,-6-4-2 15,3 4-6-15,-3-4 13 16,-3 2-9-16,6 1-5 16,-6-2-4-16,0 5 3 15,0 2-11-15,0 3-2 16,0 1 0-16,0 1-1 16,0 6-14-16,0-3-41 0,0 5-82 15,0 0-114-15,0 0-198 16</inkml:trace>
  <inkml:trace contextRef="#ctx0" brushRef="#br0" timeOffset="54391.17">13841 10618 237 0,'0'0'268'0,"0"0"-193"0,0 0 0 0,0 0-40 16,0 0 9-16,0 0 42 15,0 0-42-15,0 10-3 16,0-10 23-16,0 0 10 0,0 1 4 16,0-1-28-16,0 0-1 15,0 0-7-15,0 0-2 16,0 0 5-16,0 0-10 15,0 0-3-15,0 0-2 16,0 0-4-16,0-6 6 16,0-23 2-16,27-14-19 15,17-19-9-15,7-9-1 16,21-6-4-16,5-4-1 16,4 3 3-16,6 7-1 15,-10 5-2-15,1 10 0 16,-6 5 1-16,-1 6 0 15,-2 7-1-15,0 3 0 16,-7 8 0-16,-8 9 0 16,-9 1 0-16,-12 5 0 0,-6 5 0 15,-10-1-1-15,-2 1 1 16,-6 3 1-16,-9-1-1 16,0-5 2-16,0 2-1 15,0-5 3-15,0-2-1 16,-9 4-1-16,-17 0-2 15,-7 1-3-15,-3 3 3 16,0-1 1-16,-6 6-1 16,6-2-1-16,10 4-1 15,2 0-5-15,12 0 8 16,12 0-1-16,0 0 1 16,0 0-1-16,0 0 2 0,0-1-4 15,0-1-1-15,0-3-4 16,21 0 2-16,11 0 5 15,13 0 1-15,-3 4 1 16,-12 1-1-16,3 0-1 16,0 0-1-16,-13 0 1 15,4 16-2-15,-12 6 1 16,-6 8 1-16,-6 7-1 16,0 8-18-16,-9 5-46 15,-32 2-95-15,5 3-50 16,0-3-222-16</inkml:trace>
  <inkml:trace contextRef="#ctx0" brushRef="#br0" timeOffset="56524.59">14026 4848 416 0,'0'0'213'0,"0"0"-77"15,0 0 32-15,0 0-29 0,0 0-26 16,0 0-38-16,-30-3-14 15,30 3-11-15,0 0-16 16,0 0-12-16,0 0-9 16,0 0-12-16,0-2-2 15,21 2 2-15,15-2-1 16,-3-3 0-16,-7 5-16 0,7-3-75 16,-21 3-28-16,-3 0-67 15,-9 3-119 1,0 14-106-16</inkml:trace>
  <inkml:trace contextRef="#ctx0" brushRef="#br0" timeOffset="56674.68">14026 4848 312 0,'-96'169'310'16,"96"-169"-176"-16,0 0 3 16,0 0-29-16,6 0-53 15,21-5-42-15,6-4-13 16,-3-2-3-16,-3 7 2 15,0-1-67-15,-4 4-117 0,4 1-99 16</inkml:trace>
  <inkml:trace contextRef="#ctx0" brushRef="#br0" timeOffset="57058.19">14080 5367 384 0,'0'0'649'16,"0"0"-415"-16,0 0-97 15,0 0-44-15,0 0-36 16,0 0-31-16,-12-12-25 16,12 12-1-16,0 17-10 15,0 11 9-15,0 11 1 16,9 5-4-16,-6 12-64 15,-3 3-130-15,0 7-100 16,0 4-490-16</inkml:trace>
  <inkml:trace contextRef="#ctx0" brushRef="#br0" timeOffset="62296.03">7671 3577 932 0,'0'0'181'0,"0"0"-78"0,0 0-49 0,0 0-36 15,0 0-18-15,0 0 0 0,0 0 0 16,27 33 17-16,0-15 18 15,-3 2 4-15,-6-2-1 16,-6-5-16-16,-3-5-2 16,0-2-3-16,0-4-3 15,-3-2 5-15,3 0 4 16,8 0 26-16,10-16-5 16,15-18-10-16,3-7-28 15,24-6-1-15,-16 2-5 16,10 2-3-16,6 2-49 15,2 6-126-15,7 1-172 16</inkml:trace>
  <inkml:trace contextRef="#ctx0" brushRef="#br0" timeOffset="66408.36">20174 4722 570 0,'0'0'141'0,"0"0"3"0,0 0-54 0,0 0-5 16,0 0-43-16,0 0 17 15,0 0-12-15,-24-24 8 16,24 21-15-16,0 3-10 0,0 0 13 15,0 0-5 1,0 0-14-16,0 0-8 0,0 0-11 16,0 0-3-16,0 0 3 15,0 5-5-15,18 11 0 16,6 6 1-16,-6 0 8 16,0 1-6-16,-9 2 3 15,9 0-3-15,-12 3-3 16,-3-4 4-16,-3-2-4 15,0-5 4-15,0-4-4 16,0-5 2-16,0 0-1 16,0-7 1-16,0-1-2 15,0 3 0-15,0-3 6 16,0 0 7-16,0 0 5 16,0 0 3-16,0 0 4 15,6 0-2-15,3 0-5 16,-6 0-7-16,3 0-3 0,6 0-4 15,12 0-3-15,6-4 2 16,2-6-3-16,13 3 1 16,-3 0 0-16,3 0 0 15,-3 0-1-15,-7-1-2 16,1 4 2-16,0-1 0 16,-3-1 0-16,6 6 0 15,-6-1-1-15,17-2 0 16,-2 0 1-16,3 1 1 15,3-3-1-15,-4 5 0 16,10-1-1-16,-15 1-1 0,0 0 1 16,-1-2 1-16,-2 2 0 15,-6-3 1-15,0-2-1 16,0 5 0-16,6-6 0 16,-16 5 1-16,-2-1 0 15,-6 2-1-15,-6-4 0 16,6 4 0-16,-9 0 1 15,6-1-2-15,-12 1 1 16,3-5 0-16,3 0 1 16,0 0 1-16,9-3-1 15,-3 2 1-15,-3-2-1 0,3 2 0 16,-6 1-1 0,0 0 7-16,0 0-1 0,-1 1-2 15,1-6 5-15,3-2 14 16,3 1-11-16,-6-4 9 15,0-2-3-15,0 3-2 16,-9 0-1-16,0 1 5 16,0 4-3-16,0-2-4 15,0 4 0-15,0-4-7 16,0 5-6-16,0-3 0 16,0 8-4-16,0 1-4 15,-18 0-15-15,9 0-71 0,3 0-91 16,6 10-182-16</inkml:trace>
  <inkml:trace contextRef="#ctx0" brushRef="#br0" timeOffset="72275.05">19290 4754 410 0,'0'0'280'0,"0"0"-96"0,0 0-36 0,0 0-74 16,0 0-4-16,0 0-11 15,0 0-14-15,0-71 0 16,0 71-1-16,0 0-10 16,0 0-9-16,0 0-25 15,0 0 0-15,9 2-1 16,0 22 1-16,0 8 3 15,0 8 16-15,-9 7-9 16,0 8-9-16,0 7 9 16,0 0-3-16,0 5 3 15,0-1-9-15,0-4 1 16,0-7 0-16,0-10-2 0,0-11 0 16,0-8 3-16,0-9-3 15,0-5 0-15,0-7 0 16,0-3 1-16,0 0 4 15,0-2 4-15,0 0 26 16,-9 0 9-16,0 0-5 16,0-2-9-16,0-7-29 15,0-6 0-15,-5 0-1 16,-4 0 1-16,6-5 0 16,-3 1 2-16,-3 3-3 15,0 3 6-15,9 4 6 16,0 2-2-16,9 4 4 0,0 1-4 15,0 2-1 1,0 0-9-16,0 0-3 0,0 0-1 16,0 6-10-16,0 15 14 15,0 3-4-15,9 2 3 16,24-3 1-16,-12-2 0 16,3-1-1-16,-4-6 1 15,-5-5 0-15,3-1-1 16,0-5-1-16,-3-3-2 15,-6 0 1-15,3 0 3 16,15-1 1-16,0-23 6 16,6 1-1-16,-6-8-6 15,-10 1-1-15,1 0-6 16,-9 4-7-16,0 5-12 16,-9 9-13-16,0 2-58 0,6 7-44 15,-6 3-94-15,3 0-290 16</inkml:trace>
  <inkml:trace contextRef="#ctx0" brushRef="#br0" timeOffset="74908.85">19019 6112 700 0,'0'0'183'0,"0"0"-23"0,0 0-76 0,0 0-11 0,0 0-12 0,0 0-29 16,-15 0-3-16,15 0-3 15,0 0-10-15,6 0 5 16,21 0 10-16,5 0 0 16,4 0-22-16,-6 0-8 0,-6 0 5 15,-6 0-5 1,9 0-1-16,-9 0-4 0,0 0-3 16,-3-4-34-16,-3 0-50 15,-6 4-16-15,-4 0-39 16,7-1-92-16,-3-5-86 15</inkml:trace>
  <inkml:trace contextRef="#ctx0" brushRef="#br0" timeOffset="75193.96">19449 5958 503 0,'0'0'257'0,"0"0"-8"16,0 0-89-16,0 0-50 16,0 0-29-16,0 0-23 15,0-20-17-15,0 20-34 16,0 0 2-16,9 17 1 16,0 8 8-16,0 5-7 15,0-2-6-15,-4 6-5 16,-2-2 4-16,3 2-4 15,-3 0-8-15,-3-6-43 16,0-1-109-16,6-8-7 16,-6-8-133-16,9-5-229 15</inkml:trace>
  <inkml:trace contextRef="#ctx0" brushRef="#br0" timeOffset="75558.17">19810 5841 581 0,'0'0'406'0,"0"0"-200"15,0 0-83-15,0 0-9 0,0 0-32 16,0 0-15-16,-27-44-36 15,27 44-27-15,0 0-4 16,24 8 0-16,12 15 17 16,15 7-6-16,-7 2-6 15,-8 6-2-15,0 7-1 16,-18 6 0-16,-18 4-2 16,0-3-2-16,0 3-19 15,-9-3-32-15,-27-3-29 16,-6 2-38-16,-20-6-11 15,-10-3-39-15,-6-7-179 16,-8-4-346-16</inkml:trace>
  <inkml:trace contextRef="#ctx0" brushRef="#br0" timeOffset="75895.32">18493 5896 862 0,'0'0'222'15,"0"0"-100"-15,0 0-22 16,0 0-29-16,0 0-39 15,0 0-25-15,-18 30-7 16,18 17 19-16,0 11 1 0,0-1 0 16,18 10-4-16,0 0-11 15,15-3-3-15,3-9 0 16,9-10-2-16,17-14-8 16,7-8-13-16,17-10-40 15,10-9-42-15,3-4-64 16,8 0-175-16</inkml:trace>
  <inkml:trace contextRef="#ctx0" brushRef="#br0" timeOffset="80758.67">7662 3686 551 0,'0'0'146'0,"0"0"-3"0,0 0-13 16,0 0-22-16,0 0-12 0,0 0-36 15,0 0-8-15,-24-46-4 16,24 46-8-16,0 0-15 15,0 0-16-15,0 0-8 16,0 0-1-16,0 15-1 16,6 9 1-16,21 4 19 15,-9-1-7-15,0-4 13 16,0-3-11-16,-3-4 0 16,3-7-1-16,-9-4-11 15,9-2 16-15,-6-2-7 16,3-1-1-16,20 0 4 15,10-4 3-15,24-24 5 0,11-11-7 16,16-11-11 0,0-2-4-16,2-2 0 0,-5 2-4 15,-13 3-11-15,1 6-29 16,-21 10-40 0,2 4-35-16,-20 10-46 0,-6 8-151 15,-9-2-370-15</inkml:trace>
  <inkml:trace contextRef="#ctx0" brushRef="#br0" timeOffset="87942.18">7662 3497 34 0,'0'0'688'0,"0"0"-514"0,0 0-46 0,0 0-9 16,0 0-38-16,0 0-45 15,0 0-25-15,0 0-11 16,9 3 22-16,27 24 45 15,6 3-33-15,-3 1 6 16,-6 5-13-16,11-5-19 16,-8-5-7-16,0-3 3 15,-3-5-2-15,3-6-2 16,-1-7 3-16,7-5-1 16,12 0 14-16,15-28 2 15,11-6 11-15,7-15-15 0,17-2-8 16,-5-7-3-1,6-2 0-15,-1 4-2 0,1 3-1 16,-1 3 0-16,-23 7 0 16,-19 7 2-16,-20 15-2 15,-18 14 0-15,-24 4-2 16,0 3 2-16,0 0 3 16,0 0-3-16,0 0-1 15,0 0-13-15,0 3-7 16,-24 12-13-16,-12 3-22 15,-5 8-49-15,-13 4-4 16,-15 8-51-16,-11 4-92 0,-10 3-51 16</inkml:trace>
  <inkml:trace contextRef="#ctx0" brushRef="#br0" timeOffset="88374.11">7803 3598 670 0,'0'0'193'0,"0"0"-61"0,0 0-34 0,0 0-4 15,0 0-39-15,0 0-42 16,-54-19-6-16,54 21-5 16,0 21 3-16,27 8 11 15,3 3 2-15,-7-1 12 16,13-4-16-16,-9-3 1 0,6-6 1 15,-6-9-5-15,9-4 7 16,9-7-8-16,5 0 12 16,13-7-1-16,15-26-3 15,20-12-7-15,16-13-4 16,8-6-5-16,15-2-2 16,-11 3 4-16,-7 11-3 15,-29 11-2-15,-12 10 1 16,-34 13-1-16,-26 8 1 15,-9 7 0-15,0 3 0 16,-9 0 1-16,0 0 4 16,0 0-5-16,0 0-3 0,0 0 3 15,0 0-1-15,0 0-14 16,0 11-38-16,-9 7-52 16,-18-1-98-16,-8-2-266 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10T11:19:39.2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15740 11934 450 0,'0'0'207'0,"0"0"-97"0,0 0 35 15,0 0-51-15,0 0-14 16,0 0-13-16,0 0-8 16,0 0-8-16,0 3-17 0,0-3-8 15,0 0 2-15,0 0-1 16,0 0-3-16,0 0 11 16,0 0-20-16,0 0 2 15,0 0-16-15,0 0 0 16,0 0-1-16,0 2 1 15,0-2-3-15,0 0 2 16,0 0 0-16,0 0 2 16,0 0 0-16,0 0-2 15,0 0 1-15,0 0-1 16,0 0 0-16,0 0 3 16,0 1-3-16,0-1 0 15,0 4 7-15,0-4-5 16,-6 0 12-16,6 0-4 0,0 0 8 15,0 0-5-15,0 0-2 16,0 0-9-16,0 0 2 16,0 0-4-16,0 0-1 15,0 0-4-15,0 0 1 16,0 0-1-16,0 0 5 16,15 0 0-16,6 0 5 15,12 0-5-15,2 0 1 16,-2-4-1-16,6 1 0 15,3-3 0-15,-6-1 2 16,0 0-1-16,5 0 0 0,-14 3-1 16,0-1 0-1,0 3 2-15,-9 2-4 0,-9 0 2 16,0-3 0-16,-3 3 4 16,-3 0-4-16,3-3 0 15,-3 1 3-15,-3 2-2 16,6-2-1-16,-3 2 1 15,-3-3 0-15,0 3 0 16,0 0-1-16,0 0 0 16,0 0 3-16,0 0 0 15,0 0-1-15,0 0 1 16,0 0 0-16,0 0-3 0,0 0 3 16,0 0-5-1,0 0 2-15,0 0 0 0,0 0-5 16,0 0 1-1,0 0 1-15,0 0-2 16,0 0-8-16,0 0-19 16,-3 0-29-16,3 0-32 0,-6 3 2 15,6 1-21 1,-3-1-19-16,3 0-63 0,0-1-27 16</inkml:trace>
  <inkml:trace contextRef="#ctx0" brushRef="#br0" timeOffset="399.89">16119 11848 366 0,'0'0'373'0,"0"0"-127"0,0 0-79 0,0 0-46 0,0 0-21 16,0 0-18-16,-81-21-27 16,81 21-20-16,0 0-28 15,0 0 6-15,0 0-11 16,36-4 0-16,9-3 1 16,9 1 4-16,-3 4-7 15,-7 0 1-15,-8 2-1 16,-3 0 0-16,-15 0 1 0,0 0-6 15,0 0 4-15,-9 2-7 16,-3 11 5-16,-6 0 3 16,0 4 4-16,0 3 1 15,0-2-3-15,0 3-2 16,-6 3-7-16,-12 3-53 16,-9 1-67-16,9 6-82 15,0-4-216-15</inkml:trace>
  <inkml:trace contextRef="#ctx0" brushRef="#br0" timeOffset="1872.19">17030 12920 643 0,'0'0'114'0,"0"0"41"0,0 0-28 0,0 0-49 0,0 0 13 15,0 0-8-15,-72-6-14 16,72 6 6-16,0 0-16 16,0 0 1-16,0 0-32 15,0-3-15-15,0 3-13 16,9-2 4-16,27-1 0 0,9-1 12 16,26-1 2-1,4 2-9-15,-9 0-4 0,8 1 9 16,-11 2-14-1,6 0 5-15,-3 0-5 0,2 0-4 16,-5 0 4 0,3 0 1-16,-10 0 1 0,4 0-2 15,9 0 8-15,-15 0-8 16,8 2 1-16,-2-2-3 16,0 0 2-16,2 0-3 15,-2 0 3-15,6 0 1 16,3 0 2-16,-1 0-1 15,1 0-2-15,-3 0 5 16,2 0-4-16,4 0 0 16,3 0 2-16,-4 0 2 15,7 0-3-15,-15 0-2 16,5 0 0-16,-14 0 0 0,18 0-2 16,-4 0 2-1,10 0 4-15,-6 0 0 0,-1 0-2 16,-2 0-1-1,0 0-1-15,-1-2 0 0,4 0 1 16,-3-3-1-16,-4 3 0 16,1-1-2-16,0 1 4 15,8-1 1-15,-8 1-3 16,3-1-6-16,-9 3 6 16,-7 0 1-16,-8-2-1 15,-12 2 6-15,3 0-5 16,-18 0 0-16,6 0-1 15,-12 0 1-15,-6 0 1 0,-3 0-2 16,-3 0 1-16,0 0 2 16,0 0-2-16,0-2-1 15,0-2 0-15,0-3-29 16,0-3-107-16,-12-5-297 16</inkml:trace>
  <inkml:trace contextRef="#ctx0" brushRef="#br0" timeOffset="25834.35">7092 2836 365 0,'0'0'156'0,"0"0"-31"0,0 0 8 0,0 0-23 0,0 0-9 15,0 0 16-15,0 0-38 16,0 0-9-16,-15 0-7 16,12 0 3-16,3 0-22 15,0 0-24-15,0 0-7 16,0 0-7-16,0 0-6 16,18 0-3-16,36 0 3 0,26 1 3 15,16 7 1-15,26-3 0 16,10 0-3-1,8-1 2-15,9-1-2 0,1 1 1 16,-4 1 3-16,-6-2-5 16,-23 2 0-16,-22-3-1 15,-8 5 0-15,-18-2 1 16,-13 1 0-16,-14 2 5 16,-15-3 9-16,-9-1-5 15,-12-1 4-15,-6-3-2 16,0 0-10-16,0 0 0 15,0 0-2-15,0 0 1 16,0 2-22-16,0 3-71 0,-6 0-99 16,-3-3-234-1</inkml:trace>
  <inkml:trace contextRef="#ctx0" brushRef="#br0" timeOffset="26707.21">14103 2788 741 0,'0'0'169'0,"0"0"1"16,0 0-66-16,0 0 2 0,0 0-36 16,0 0-11-16,-35 4-32 15,35-4-9-15,0 4-17 16,26-2 0-16,46-1 4 15,30-1 8-15,23 0-12 16,6 0 0-16,1 0 1 0,-10 0 0 16,-17 0 2-16,-16 0-4 15,-29-1 1-15,-15 1-1 16,-21 0 3-16,-21 0-5 16,-3 0 3-16,0 0-1 15,0 0 2-15,0 0-2 16,0 0-2-16,0 0-14 15,0 0-38-15,0 0-39 16,0 0-25-16,0 7-114 16,0-6-224-16</inkml:trace>
  <inkml:trace contextRef="#ctx0" brushRef="#br0" timeOffset="27483.13">20616 2636 756 0,'0'0'230'0,"0"0"-62"0,0 0-59 0,0 0-59 0,0 0-14 0,0 0 11 16,-83 0-20-16,77 0-4 15,6 0-14-15,0 0-1 16,0 0 1-16,15 0 6 0,32 5 11 16,31-1 11-16,18-1-21 15,26-3-9-15,0 0-6 16,10 0 2-16,-7 0-3 16,-14-5 1-1,-16-2-3-15,-23 0 2 0,-21 1-3 16,-21 6 3-16,-12 0-6 15,-18 0-1-15,0 0-7 16,0 0-27-16,0 0-24 16,-39 0-41-16,-45 0-34 15,-29 0-153-15,-13 13-366 16</inkml:trace>
  <inkml:trace contextRef="#ctx0" brushRef="#br0" timeOffset="28534.33">4822 3562 642 0,'0'0'156'0,"0"0"-28"0,0 0-13 0,0 0 1 15,0 0-44-15,0 0-18 0,-68-12-19 16,68 12-28-16,0 0-1 16,0 0-3-16,27 0 3 15,59 0 3-15,19 0 3 16,17 0-3-16,1 0-9 16,-7 0-8-16,-2-2 8 15,-10-4 2-15,-5 2-2 16,-16-1 0-16,-26 5-1 15,-24-1 1-15,-15 1 0 16,-9 0 0-16,-9 0 6 16,0 0-4-16,0 0 1 0,0 0 5 15,0 0-3-15,0 0 1 16,0 0-4-16,-18 0-2 16,0 0-20-16,3 0-44 15,-3 0-34-15,9 0-143 16,9 1-242-16</inkml:trace>
  <inkml:trace contextRef="#ctx0" brushRef="#br0" timeOffset="31383.42">13954 4225 634 0,'0'0'164'0,"0"0"13"0,0 0-69 0,0 0-19 0,0 0-37 16,0 0-19-16,-36-4 2 15,36 4-31-15,0 0 10 16,0 0-8-16,0 0 4 16,0 0 2-16,36 0 0 15,36 0 18-15,23 0-6 16,10 0-16-16,11 0-3 0,7 0 1 16,-10 0 0-1,-11 0-4-15,-22 0-2 0,-8 0 1 16,-27-3 6-16,-12 2-7 15,-15 1-2-15,-12 0 2 16,-3 0 2-16,-3 0 3 16,0 0-1-16,0 0-4 15,0 0 0-15,0 0-27 16,0 0-35-16,0 0-20 16,17 0-117-16,16 0-167 15</inkml:trace>
  <inkml:trace contextRef="#ctx0" brushRef="#br0" timeOffset="32099.99">17896 4221 830 0,'0'0'180'0,"0"0"-26"0,0 0-115 0,0 0-9 0,0 0 10 16,0 0-2-16,143 0-3 16,-50 0-25-16,5 0-1 15,10 0-4-15,-4 0 1 16,-2 0-5-16,-4 0 11 16,-8 0-6-16,3-3-3 15,-22-1-1-15,-2 2 5 0,-30-3 1 16,-15 5-5-16,-15 0-3 15,-9 0-2-15,0 0-1 16,-27-2-43-16,-45 2-16 16,-29 0-87-16,-16 0-263 15</inkml:trace>
  <inkml:trace contextRef="#ctx0" brushRef="#br0" timeOffset="34049.46">7408 5069 748 0,'0'0'178'0,"0"0"-32"0,0 0-55 0,0 0-29 16,0 0-15-16,0 0-24 15,-15 0-7-15,15 0-13 16,0 0-3-16,6 0-1 15,48 0 0-15,15 0 1 16,17 0 2-16,4 0-2 16,6 0 1-16,-7-2-1 15,-2-5 0-15,-10 1 0 16,-23 2 0-16,-12 2 1 16,-30 2-2-16,-3 0-10 15,-9 0-9-15,0 0-12 16,-3 0-31-16,-48 0-81 15,-12 0-216-15</inkml:trace>
  <inkml:trace contextRef="#ctx0" brushRef="#br0" timeOffset="40082.17">15898 11951 397 0,'0'0'214'0,"0"0"-77"0,0 0 1 0,0 0-6 0,0 0-27 15,0 0-18-15,0 0-24 16,-24 7-15-16,24-7-17 16,0 0 16-16,0 0-6 15,-3 3-11-15,3-3-2 16,0 0-2-16,0 1-3 0,0-1-9 16,-6 0-2-16,6 0-2 15,0 0-5-15,0 0 5 16,0 0 2-16,0 0 4 15,36-11 7-15,9-6-9 16,12-1-5-16,-1-5-8 16,4 1 2-16,12-3-3 15,-4 2 1-15,-5 1-1 16,-3 3 0-16,-9 0 0 16,-21 7 0-16,-7 2-1 15,-14 8 1-15,-9 2 0 16,9 0 2-16,-9 0-2 15,9 0 0-15,-9 0 1 16,0-2 0-16,0 2 1 16,0 0 2-16,0 0-1 0,0-4 0 15,-18 0 2-15,-14-1-5 16,2 2 0-16,-3-2-1 16,-3-2 2-16,0-1 5 15,-6 1 0-15,6-1-1 16,10 4-1-16,2-1-1 15,12 5 5-15,3-2 0 16,3 2 2-16,6 0-4 16,0 0-1-16,0 0-4 15,0 0-1-15,0 0 1 0,0 0-2 16,0 0-1 0,0 0 0-16,0 0-3 0,18 0 1 15,24 0 3-15,20 0 1 16,-2 0-1-16,0 0-1 15,-12 0 2-15,-16 0 5 16,4 0-5-16,-12 0 0 16,-6 0 0-16,-9 7-3 15,0 5 0-15,-6 4 1 16,-3 6 2-16,0 7 0 16,0-1 1-16,0 4 0 15,-18-5-1-15,0-2 1 16,0-5-1-16,0-3-17 15,0-3-27-15,18 1-39 16,-9 0-63-16,0-1-44 0,9-4-154 16</inkml:trace>
  <inkml:trace contextRef="#ctx0" brushRef="#br0" timeOffset="45949.4">12458 9186 436 0,'0'0'157'0,"0"0"-64"0,0 0-18 0,0 0-11 16,0 0-6-16,0 0-12 15,0 0 3-15,0-2-6 16,0 2 0-16,0 0 4 16,0 0-9-16,0 0-2 15,0-2-8-15,0-1-13 16,0 3 1-16,-3-2-6 16,-3 0 9-16,3-1-8 15,3-1-4-15,-6 0 3 16,3 3-10-16,-3-2 14 15,3 1-1-15,-6-1-7 16,3 1 3-16,-3 0 13 0,6 2-6 16,-12 0-6-1,6 0-6-15,0 0 2 0,1 0-2 16,-1-3 2-16,-6 3-5 16,3 0 12-16,-6 0-5 15,3 0-6-15,-3 0 11 16,6 0-7-16,-3 0 3 15,6 0-3-15,0 0-5 16,-9 0 2-16,9 0 0 16,-6 0-1-16,3 0-2 0,-3 0 1 15,3 0-2 1,4 0 2-16,-1 0 2 16,-6 0-3-16,6 5-4 0,-9 5 3 15,9-1 2-15,0 1-3 16,0 4 1-16,0-4 1 15,0 4 1-15,3 0-1 16,-3 3 0-16,9 0 3 16,0-3-1-16,0 2-2 15,0-1-3-15,0-1 1 16,0-1 2-16,0 0-1 16,15-1 0-16,-3 0 1 15,12 0-1-15,-6-3 0 16,0 2 1-16,14 0 2 15,-5-1-2-15,3-3 0 16,3-1 1-16,-6-2 0 16,0 0-1-16,-3-2-1 0,-3-1 1 15,-6-1 2-15,2 0 1 16,10 0-2-16,-12 0-1 16,6 0 3-16,-3 0-2 15,0-3 3-15,6-9-3 16,3-3 0-16,-3-1 0 15,-6 1 2-15,-9-1-3 16,-1 2 2-16,-5-2 1 16,-3 4 0-16,0-6 2 15,0 3 12-15,0-2 5 0,0-4-5 16,-20 3-3-16,-13-2-11 16,-3 7 2-16,3-2-5 15,3 6 2-15,-12 2-2 16,7 4-10-16,-7 3-45 15,-6 0-78-15,-3 0-115 16,18 0-258-16</inkml:trace>
  <inkml:trace contextRef="#ctx0" brushRef="#br0" timeOffset="46852.34">11974 9048 236 0,'0'0'234'0,"0"0"-79"0,0 0-69 0,0 0 12 0,0 0-29 0,0 0-6 16,0-40 14-16,0 33-25 15,0 1 4-15,-9 0-16 16,0-4 8-16,0 6-16 16,-6-3-5-16,4 3-6 15,-4 3-3-15,-3-1-7 16,0-2-6-16,0 4 2 15,0 0 8-15,0 0-8 16,-9 0-3-16,3 0-3 16,3 0 13-16,-3 7-9 0,7 6-3 15,-10-1 10-15,18 0-12 16,-6 5 2-16,-3 1-2 16,6 2 5-16,3-1-3 15,0 0-2-15,9 0 1 16,0-1 0-16,0 2-1 15,0-1 2-15,0 0 0 16,0 0-1-16,0-2-1 16,9 1 1-16,12-1 0 15,6 0 2-15,-3-3-3 0,3 1 0 16,8-6 2-16,-8-1 0 16,0-1-2-1,6-2 1-15,0-3 0 0,-3 0 1 16,-3-1-1-16,-10-1-1 15,-2 0 4-15,3 0-2 16,6 0 1-16,-12-1 2 16,6-14-4-16,-3-3 3 15,-3-2 2-15,3-2-5 16,-6-2 2-16,-9 4 0 16,0-4-1-16,0 0 8 15,0 5 2-15,0-3-7 16,0 6 2-16,-15-4-4 15,-6 4 7-15,-6 1-10 16,-6 2-1-16,6 6-2 0,-8 2-28 16,-16 5-55-1,-9 0-74-15,6 5-217 0</inkml:trace>
  <inkml:trace contextRef="#ctx0" brushRef="#br0" timeOffset="49183.26">11440 10398 466 0,'0'0'213'0,"0"0"-30"0,0 0-62 15,0 0-21-15,0 0-38 0,0 0 2 16,-123-8-18-1,96 7-3-15,10 1-4 16,-7 0-13-16,3 0 5 0,-3 0-21 16,-3 0-4-16,0 5 0 15,3 9-2-15,-6 0 0 16,3 3 6-16,-5 0 8 16,5 0-4-16,9 0-4 15,-6 4 5-15,6 0-1 16,6-2-6-16,3 0-8 15,3 1 1-15,-3 4 0 16,9 3-2-16,0-3 2 16,0 1-1-16,0 0 1 15,0-4-1-15,0 1 7 16,33 0-4-16,-6-1-2 16,9-2 7-16,0-3-4 15,8-4 0-15,7-2 14 16,-6-5-10-16,9-3-6 0,-4-2-1 15,-5 0 4-15,-9 0-4 16,6 0 3-16,-6-9 1 16,6-5-2-16,-13-1-1 15,4-4 0-15,-6-2 0 16,-3-3 1-16,-6 0-1 16,-6 3 0-16,3-1 3 15,-3 0-1-15,-3-1 2 16,-3 0 0-16,-6-2 3 15,0 0 0-15,0-4-1 16,0 2-3-16,0-1-1 16,-6 0 0-16,-15 1-4 15,-6 1 6-15,-15 2-5 16,6 3-1-16,0 2 1 0,1 4-1 16,-7 5 0-16,6 7-6 15,0 0 3-15,-6 3-22 16,6 0-30-16,10 6-55 15,-1 21-93-15,3 4-240 16</inkml:trace>
  <inkml:trace contextRef="#ctx0" brushRef="#br0" timeOffset="50500.01">13691 11556 254 0,'0'0'268'0,"0"0"-125"0,0 0-36 0,0 0-8 16,0 0-1-16,0 0 4 15,9-19-20-15,-9 19-15 16,0-4-3-16,0 4-12 0,0 0-3 16,0-1-7-1,0-1-7-15,-18 2-7 0,-8 0-19 16,-1 0 1-16,-15 0 5 15,15 0 2-15,-6 0-2 16,-3 7-6-16,6 4-3 16,-2 4-4-16,8-3 7 15,3 2-8-15,-3 3 4 16,6-1 1-16,6 1 0 16,-3 3-2-16,6-2-4 15,0 4 0-15,0 2-1 16,9 1 1-16,0 2 4 15,0 4-4-15,0-6 0 16,0 5 1-16,9-7 0 16,18 3-1-16,0-2 0 0,0-3 1 15,0 2-1-15,6-8 0 16,2 0 0-16,-2-6 0 16,3 2 0-1,0-7 1-15,6-2 0 0,2-2 2 16,1 0-2-16,6 0 0 15,-3-6 0-15,-6-6 1 16,-7-5 1-16,-2 2-2 16,-6-1 1-16,-9-1 2 15,-9 0-4-15,9 0 1 16,-9 1 4-16,0-3-2 16,-9-2-1-16,0-3 0 0,0 0 6 15,0-5-3 1,-27 0 1-16,-9 1 5 0,-15-4-2 15,-2 8-3-15,-7-1-1 16,-3 6-2-16,3 10-3 16,-11 1-3-16,8 8-13 15,-6 0-50-15,10 0-73 16,5 0-117-16,0 12-322 16</inkml:trace>
  <inkml:trace contextRef="#ctx0" brushRef="#br0" timeOffset="60450.22">7131 8716 761 0,'0'0'415'0,"0"0"-259"0,0 0 0 0,0 0-61 0,0 0-25 0,0 0-16 15,0 0-39-15,-81 16-15 16,153-16-10-16,32 0 10 16,43 0 8-16,11-15-8 15,0 4-1-15,-18 1-22 16,-17 2-65-16,-28 4-76 15,-23 1-80-15,-21 3-293 16</inkml:trace>
  <inkml:trace contextRef="#ctx0" brushRef="#br0" timeOffset="62687.1">16740 11464 337 0,'0'0'351'15,"0"0"-247"-15,0 0 37 0,0 0-16 0,0 0-14 0,0 0-41 16,0 0-25-16,-18 3-17 15,18-3 4-15,0 0-3 16,0 0-19-16,27-4 6 16,9-5-10-16,9-4-3 15,9 2-1-15,5-2-2 16,13-1-3-16,3-1 3 16,-4 4 0-16,-8-2 4 15,-9 5-8-15,-12 2 10 16,-16 3-5-16,-11 0-1 15,-15 3-3-15,0 0 3 16,0 0 3-16,0 0 0 16,0 0 1-16,0 0 5 15,0-3 18-15,0-1 12 16,-18-3-21-16,-14-6-3 16,5 4 0-16,3-3-3 15,-6 3-1-15,12-1 7 16,-6 5 3-16,15 1 6 0,0-1-16 15,9 5 8-15,0 0-13 16,0 0-4-16,0 0-2 16,0 0 0-16,0 0-11 15,24 0 7-15,15 0 4 16,6 9 0-16,-3 4-3 16,-7 1 0-16,-2 0 4 15,-12 3-2-15,-6 3 0 16,-15 7-10-16,0 7-78 0,0 4-46 15,0 1-80 1,-9 3-289-16</inkml:trace>
  <inkml:trace contextRef="#ctx0" brushRef="#br0" timeOffset="63999.85">15806 13018 700 0,'0'0'212'0,"0"0"-59"0,0 0-33 0,0 0-35 15,0 0-37-15,0 0-14 16,0 0-23-16,0-14 5 16,0 21-15-16,0 14 0 15,0 7 0-15,0 10 10 16,0 6-2-16,-12 1-8 16,3 2 1-16,0-2 6 0,0 2-6 15,3-10-2-15,6-1-2 16,0-8 2-16,0-5 0 15,33-2-1-15,2-7 2 16,7-3-1-16,3-4 0 16,0-4 2-16,15-3-2 15,-7 0 2-15,1 0-1 16,-12 0 2-16,-6-12-3 16,-18 3-1-16,0 2 1 15,-18-6 2-15,0 6-1 16,0-2 1-16,0 2-1 15,-18-1 2-15,-18 4 2 16,0-3-1-16,-6 2-3 16,15-1 20-16,18 5 7 15,0 1 3-15,9 0 7 0,0 0-16 16,0 0-18-16,0-2-2 16,12 2-3-16,30 0 1 15,18 0 0-15,-6 0 4 16,8 2-2-16,-11 10-2 15,-15 7-1-15,0 0-1 16,-21 7-1-16,-15 3 1 16,0-1-2-16,0 2-11 15,-15-1-83-15,-6 1-64 16,-12-7-77-16,15-7-221 0</inkml:trace>
  <inkml:trace contextRef="#ctx0" brushRef="#br0" timeOffset="65787.07">15928 11019 483 0,'0'0'142'0,"0"0"-57"0,0 0 17 0,0 0-42 15,0 0-25-15,0 0 15 16,0 0-11-16,0 4-18 0,0-4 15 16,0 2 2-16,0-2-4 15,0 0-5-15,0 2-2 16,0-2-16-16,0 0-9 15,0 0 7-15,0 0 1 16,0 0 1-16,0 0 0 16,0 0-4-16,0 0 2 15,0 0-9-15,0 0 1 16,-3 0-7-16,3 0 13 16,0 0-7-16,0 3 16 15,0-3-11-15,0 0 13 16,0 2-12-16,0-2 13 15,0 0-1-15,0 0-6 16,-6 0 3-16,6 0-7 0,0 0 7 16,0 0-8-16,0 0-2 15,0 0-3-15,0 0 1 16,0 0-6-16,0 0 7 16,0 0-11-16,0 0 6 15,0 0-71-15,0 0-139 16,6 0-305-16</inkml:trace>
  <inkml:trace contextRef="#ctx0" brushRef="#br0" timeOffset="68366.63">20580 12113 750 0,'0'0'227'0,"0"0"-82"0,0 0-58 0,0 0-37 16,0 0-11-16,0 0-15 0,0 0-5 15,0 3-11 1,0-2-7-16,0 5 1 0,0-1 1 16,0 2 2-16,0-4 2 15,0 8-1-15,0-7 1 16,9 1-2-16,0-5 3 16,6 0-1-16,3 0 20 15,9 0 12-15,6-12-9 16,3-11-10-16,9-4-5 15,5-1-14-15,-2-1-1 16,9 3 0-16,-3 2 0 0,-10 5-2 16,-2 4-13-1,-12 4-51-15,3 4-102 0,-6 1-161 16</inkml:trace>
  <inkml:trace contextRef="#ctx0" brushRef="#br0" timeOffset="78415.78">16074 11130 119 0,'0'0'266'0,"0"0"-97"0,0 0-77 0,0 0-17 15,0 0 30-15,0 0-37 16,0 0-14-16,-9 0 12 0,9 0-28 16,0 0-8-16,0 0 16 15,0 0-20-15,0 0 12 16,0 0-5-16,0 0 0 15,0 0-19-15,0 0 1 16,0 0-9-16,0 0 0 16,0 0-5-16,0 0 2 15,0 0-3-15,0 0 0 16,0 0 11-16,0 0 5 16,0 0 5-16,0 0 2 15,0 0-17-15,0 0 7 16,0 0-10-16,0 0-1 0,0 0-1 15,0 0-1 1,0 0 6-16,0 0 2 0,0 0 4 16,0 0-3-16,0 0-4 15,0 0 5-15,0 0-4 16,0 0-4-16,0 0 7 16,0 0-7-16,0 0 5 15,0 0-4-15,0 0-3 16,0 0 6-16,0 0 5 15,0 0 0-15,0 0 10 16,0 0-1-16,0 0-4 16,0 0 2-16,0 0-9 15,0 0 3-15,0 0-1 0,0 0 4 16,0 0-3 0,0 0 5-16,0 0-2 0,0 0-3 15,0 0 2-15,0 0 1 16,9-8 9-16,27-15-7 15,27-11-6-15,14-6-11 16,4-11 2-16,3 2-1 16,-4-6-1-16,16-3 0 15,-9 4 1-15,-7 7-1 16,-2 6-1-16,-24 10-1 16,-4 6-3-16,-20 8 5 15,-12 6 5-15,-9 7-5 16,-9 2 0-16,0 2 3 15,0 0-3-15,0 0 5 16,0 0-5-16,0 0 1 0,0 0 0 16,0 0 0-16,-3 0-1 15,-21 0-1-15,-6 0 1 16,-12 0 0 0,-11 0-1-16,-7 0 0 0,9 0 0 15,3 0 1-15,-2 2 0 16,14 5-1-16,-6 0-4 15,12 5 5-15,-3-6-2 16,18 3 2-16,6-3 0 16,6-1-3-16,3-4 3 15,0-1-7-15,0 0 6 16,0 0-5-16,3 0 4 16,39 0 2-16,12-1 0 15,15-13 1-15,-10-1 0 0,-5 0 2 16,-3 7-2-1,-12-1-1-15,-12 3 0 0,-9 5 0 16,-12 1-1-16,2 0-3 16,1 0 4-16,0 0-2 15,-9 23 1-15,9 8 1 16,-9 5 0-16,0 9 2 16,0 10-2-16,-35 7-3 15,2 7-43-15,-3 7-88 16,0-4-113-16,9-4-231 15</inkml:trace>
  <inkml:trace contextRef="#ctx0" brushRef="#br0" timeOffset="84827.67">14892 12563 416 0,'0'0'142'0,"0"0"-33"0,0 0-53 15,0 0 37-15,0 0-21 0,0 0-23 16,0 0 15-1,0 0-14-15,0-3 10 0,0 1-17 16,0 0-9-16,0-2 5 16,0 4-4-16,0 0-7 15,0-3 2-15,0 3 5 16,0 0-9-16,0 0 6 16,0 0 3-16,0 0-8 15,0 0-8-15,0 0 0 16,0 0-7-16,0 0-10 15,0 0 5-15,0 0-7 16,0 0 1-16,0 0-2 16,0 0 1-16,0 9 0 15,-18 8 1-15,-6 5-1 16,3 6 1-16,-12 5 3 0,-3 6-1 16,4 4-3-16,-4 1 1 15,0 1 1-15,0-2-2 16,9 0 0-16,-6-2 1 15,-3 1 2-15,1-1 5 16,2-3 0-16,6-6-8 16,6-14 2-16,-3-2-2 15,15-3 4-15,0-9-4 16,9 2 2-16,-9-1-1 16,9-5 0-16,0 2 0 15,0-2-1-15,0 0 2 16,0 0-2-16,0 0 4 15,0 0-4-15,0 0 2 16,0 0-1-16,0 0 3 0,0 0 4 16,0-2-7-16,-9-13 1 15,0-2-2-15,3 0 1 16,3-4-1-16,-3-3 5 16,3 3-4-16,3-1-2 15,0 6 0-15,-6 2 1 16,6 1 3-16,0 7-3 15,0-2 2-15,-3 3 3 16,3 3-2-16,0 2 7 16,-6 0-7-16,6 0 2 15,0 0 3-15,0 0-8 16,0 0-3-16,0 0 3 16,0 0 4-16,0 0-4 0,0 12-2 15,0 10-6 1,0 3 13-16,0 5-6 15,0-2 2-15,0 1-2 16,0-3 0-16,0-2 1 0,0-3-1 16,0-4 2-16,0-5-2 15,0-2 2-15,0-9 0 16,6 2-1-16,6-3-4 16,12 0-2-16,3 0 6 15,15 0 0-15,-6-17-5 16,0 1-28-16,-9-4-55 15,8 2-37-15,-2-5-17 0,-6 0-125 16,0-3-297 0</inkml:trace>
  <inkml:trace contextRef="#ctx0" brushRef="#br0" timeOffset="112965.69">8636 8841 501 0,'0'0'214'0,"0"0"-51"0,0 0-50 0,0 0-30 16,0 0-10-16,0 0-23 15,0 0-10-15,-45-22-10 16,45 22-12-16,0 0 17 15,-6 0-3-15,6 0 10 16,-3 0-19-16,3 0 2 16,0 0-12-16,0 0-6 15,0 0-6-15,0 5 2 16,0 15 4-16,0 6-4 16,0 5 11-16,3 7 6 0,3 2-15 15,-3 8 3 1,3 3-6-16,3-4-1 0,0-2-1 15,0-7 5-15,0-10-5 16,0-6 6-16,9-8 0 16,-9-4-6-16,6-7 1 15,-7-2 1-15,4-1 4 16,6 0-5-16,6 0 4 16,3-9 3-16,15-10-3 15,-3-3-5-15,3-1-1 16,-1-1-19-16,-5 3-37 15,-9 6-34-15,-9 2-47 16,0 6-72-16,0 4-128 0,-9-1-244 16</inkml:trace>
  <inkml:trace contextRef="#ctx0" brushRef="#br0" timeOffset="114049.38">8785 9078 232 0,'0'0'204'0,"0"0"-81"0,0 0-25 0,0 0-26 0,0 0 36 15,0 0-29-15,-60-3 11 16,57 3-16-16,-3 0 16 16,6 0-23-16,0 0-18 15,0 0-6-15,0 0-7 16,0 0 1-16,0 0-18 15,0 0-5-15,0 0-1 16,0-3 2-16,0-13 5 16,24-11 11-16,12-7 6 15,15-8-22-15,-6-3-5 16,-1-6 2-16,10-5-8 0,-12-1-1 16,3-3-2-16,-3 5 1 15,-7 3-2-15,-8 7 2 16,-9 1 0-16,6 6 0 15,-6-1 6-15,0 7-7 16,3-1 1-16,-6-3-1 16,3 7-1-16,0 1 7 15,6 7-7-15,-7-1 2 16,1 4-4-16,-6-2 1 16,6 1 1-16,-3-2 0 15,3 4 0-15,0-1 8 16,-9 8-8-16,0 0 1 15,6 3-1-15,-6-5 0 16,3 2 0-16,-3 1-5 0,0-1 9 16,0 2-8-16,-3 4 8 15,3-3-3-15,-9 0-1 16,8 1 0-16,-8-2 3 16,9 1 0-16,-9 5-3 15,0-3-1-15,0 5 1 16,0 0 10-16,0 0-10 15,0 0 7-15,0 0-7 16,0 0 2-16,0 0-2 16,-9 0 7-16,-17 0-7 15,-10 0-4-15,-6 0 4 0,-3 0 3 16,9 7-3-16,-5 0 0 16,5 0 0-16,9 0 0 15,9-2-1-15,0 0 1 16,9-4 0-16,9-1 1 15,0 0 0-15,0 0-2 16,0 0-2-16,0 0 3 16,0 0 0-16,0 0-5 15,12 0 5-15,15-1 0 16,15-9 1-16,-7 0 0 16,1 0 1-16,-3 3-2 15,-6-2 0-15,9 0 0 16,-9 1 0-16,0-1 0 15,-9 2-1-15,-4 5 1 0,-14 2 0 16,0 0 0-16,9 0-1 16,0 0 0-16,0 6-6 15,15 15 7-15,-6 9 1 16,-6 6 2-16,3 6-3 16,-6 6 0-16,-6 7-13 15,-3 3-79-15,0 10-90 16,0-4-121-16,6-2-577 15</inkml:trace>
  <inkml:trace contextRef="#ctx0" brushRef="#br0" timeOffset="160288.35">9818 9792 313 0,'0'0'356'0,"0"0"-183"0,0 0-59 0,0 0-17 16,0 0-27-16,0 0-9 16,0 0-13-16,0 0-7 15,-27 8-15-15,21-4-2 0,-3-3 5 16,-8 10-9-16,-19 10-5 15,-24 3 9-15,-21 11-1 16,-14 7-3-16,-28 11-19 16,-17 7 3-16,-21 10-4 15,-12 5 0-15,-1 0 0 16,13-10 5-16,6-3-5 16,20-9 0-16,4-8 8 15,18-7-8-15,20-9 0 16,12-8-2-16,19-4 2 15,8-7 5-15,3-3-3 16,6 0 9-16,4 0 9 16,-4 0-16-16,18 0-3 0,0-2 1 15,12-4-1 1,12-1 0-16,-3 0 2 0,6 0 2 16,0 0 4-16,0 0-1 15,0 0 7-15,0-6-4 16,0-12-11-16,0-2-2 15,0-4-1-15,18 0-2 16,0-2 4-16,6 0 0 16,3 4 1-16,-9 6 6 15,-9 4-6-15,6 5-4 16,-15 5 3-16,0 2 2 16,0 0-2-16,0 0 1 15,0 0-2-15,0 18-7 16,-15 13 9-16,-30 10 2 15,3 2 2-15,-3 3-4 0,0 0 0 16,13 3 0-16,11-7 0 16,6-4 1-16,12-6-1 15,3-8 1-15,0-2 1 16,3-7-2-16,33-6 0 16,14-4-2-16,10-3 0 15,3-2-2-15,14 0-32 16,4 0-142-16,0-9-154 15</inkml:trace>
  <inkml:trace contextRef="#ctx0" brushRef="#br0" timeOffset="162087.22">10257 10029 527 0,'0'0'167'0,"0"0"-50"0,0 0-57 0,0 0-13 16,0 0 3-16,0 0-3 0,0 0-19 16,0 0-10-1,0 0 5-15,0 0 0 16,0 0-3-16,0 0-12 0,0 0 1 15,0 0-5-15,0 0 1 16,0 0-5-16,0 0 2 16,0 0-2-16,0 0 0 15,0 0 1-15,0 0-1 16,0 0 9-16,0 0-1 16,0 0-4-16,0 0 5 15,0 0-8-15,0 3 0 16,0-3 4-16,0 0-3 15,0 0 7-15,0 0 7 16,0 0 5-16,0 0 1 16,0 0-2-16,0 0-12 15,0 0-6-15,0 0 7 0,0 0 2 16,0 0 1-16,0 0 4 16,0 0 10-16,0 0-9 15,0 0-2-15,-9 0-9 16,9 0 3-16,0 0-9 15,0 0 1-15,0 0-1 16,0 0 0-16,0 0 0 16,0 0 0-16,0 0-1 15,0 0 1-15,0 0 0 16,0 0 2-16,0 0-2 16,0 0-3-16,0 0 3 15,0 0 0-15,0 0-1 16,0 0 1-16,0 0-6 0,0 0-13 15,0 2-20-15,0 6-27 16,0-5-9-16,0 3-50 16,0-1-107-16,0-2-90 15</inkml:trace>
  <inkml:trace contextRef="#ctx0" brushRef="#br0" timeOffset="163053.74">10230 10096 509 0,'0'0'228'0,"0"0"-56"0,0 0-83 0,0 0-31 0,0 0 5 16,0 0-38-16,-9 0-16 0,9 0-9 15,0 0 2 1,0 0-2-16,0 0 1 0,0 0 0 16,0 0 5-1,0 3-6-15,0-2 0 0,0-1 4 16,0 0 7-16,0 0 14 16,0 0 9-16,0 0 0 15,9-9-10-15,-9 1 6 16,0 1 1-16,0 3-2 15,0-1-8-15,0 3 17 16,0-2-5-16,0 2 1 16,0-1 3-16,0 3-17 15,0 0-9-15,0 0-6 16,0 0-3-16,0 0-4 16,-18 0 1-16,9 0-2 15,-5 11 0-15,2-2 3 16,6-2 0-16,3 4-4 0,3-6 3 15,0 0-5-15,0-3 4 16,0 3-2-16,0-3-8 16,3-2 7-16,12 0-2 15,-3 0-1-15,-7 0 8 16,4 0 0-16,-9 0 11 16,9 0-4-16,-9-9 4 15,0 1 1-15,0-1 4 16,0 1-1-16,0 1 14 15,0 2-4-15,0 0-1 16,-9 2-7-16,3 0 1 16,-2 3-12-16,-4 0-6 0,-3 0-1 15,-3 0 0-15,6 0-3 16,3 0 0-16,3 6 0 16,-3-1-1-16,9 0-4 15,0 2-19-15,0-4-31 16,0 2-57-16,0-5-72 15,15 0-13-15,15 0-231 16</inkml:trace>
  <inkml:trace contextRef="#ctx0" brushRef="#br0" timeOffset="163986.59">10335 9917 404 0,'0'0'259'0,"0"0"-80"0,0 0-71 0,0 0-8 0,0 0 13 0,0 0-42 0,-63-52-17 15,48 47-1-15,-3 0 10 16,9 4-14-16,-15-2-16 16,4 1-14-16,-7 2-10 15,-6 0 2-15,-3 0-1 16,3 0-1-16,-6 5-5 16,-2 8-3-16,5 2 6 15,3-1 7-15,6 2-8 16,0-1-6-16,9 7 1 15,0 1 6-15,9 4-7 16,3 3 5-16,3 2-4 0,3-2 0 16,0 0 2-16,0 0-2 15,18 2 1 1,0-2-1-16,18 1 1 0,-3-7-1 16,-3-3-2-16,3-6 2 15,8-6-4-15,4-1 0 16,0-7 3-16,0 1 0 15,6-2 1-15,-7 0-1 16,1 0 0-16,6-6 0 16,-15-14 0-16,6 4 1 15,-13-6-1-15,-2-1 0 16,-3-3 1-16,-15-2 1 16,0 5 0-16,0-5 5 15,-9 2 0-15,0-4 10 16,0-2 0-16,-36 0 1 15,0 2 2-15,-5 1-4 0,-4 5-4 16,3 5-7 0,3 8-3-16,-3 4-2 0,1 4-7 15,-7 3-23-15,-3 0-72 16,9 4-117-16,12 13-236 16</inkml:trace>
  <inkml:trace contextRef="#ctx0" brushRef="#br0" timeOffset="164652.54">9460 10418 796 0,'0'0'220'0,"0"0"-91"0,0 0-80 0,0 0-10 0,0 0-20 15,0 0-11-15,113-97 2 16,-80 97 2-16,-12 7-1 16,-3 23-11-16,-9 6 18 15,-9 4-16-15,0 1 7 16,0-8-9-16,0-9 3 15,-3-10-3-15,3-8 0 0,0-2 0 16,0-4 0 0,0 0 8-16,0 0 21 0,0-13 47 15,0-12-57-15,0-4-17 16,0-4 4-16,0 2-4 16,0 2-2-16,0 3 1 15,3 5-1-15,-3 4 8 16,0 6 6-16,0 5 12 15,0 6 5-15,0 0-9 16,0 0-3-16,0 9-19 16,0 16-4-16,0 3 4 15,0 3-4-15,9 0 4 16,6 0 0-16,3-3 0 16,0-1 0-16,6-3-34 15,3 0-68-15,-7-3-43 0,13-4-80 16,-6-3-183-1</inkml:trace>
  <inkml:trace contextRef="#ctx0" brushRef="#br0" timeOffset="165020.2">10132 10558 852 0,'0'0'347'0,"0"0"-130"0,0 0-53 16,0 0-49-16,0 0-36 0,0 0-22 15,-33-19-14-15,33 19-19 16,0 0-12-16,0 7-9 15,0 13-1-15,9 8 6 16,18 1-4-16,-3 0-2 16,-6 1-2-16,-6-4 0 15,2-2-5-15,-11-3-9 16,3-9-41-16,3-3-30 16,-9-5-42-16,9-4-61 15,-9 0-100-15,18 0-317 16</inkml:trace>
  <inkml:trace contextRef="#ctx0" brushRef="#br0" timeOffset="174914.95">10380 9827 337 0,'0'0'299'0,"0"0"-182"0,0 0 42 0,0 0-77 0,0 0-28 16,0 0-21-16,0 0-5 15,-27-14 3-15,18 8 10 0,-6 4-3 16,6-3 10 0,-3 4-19-16,-6-1 2 0,0-3-11 15,-6 2-7 1,6 1 3-16,0-3 7 0,4 3 0 15,-7-1-3-15,-3 1-7 16,3-1 11-16,-3 0-12 16,-3 1-7-16,12 2 24 15,-3 0-6-15,-3 0-12 16,-3 0-7-16,-2 0-3 16,-1 0 7-16,0 8-5 15,-9 6-3-15,3 1 7 16,-3 1-7-16,9 2 1 15,1 2-1-15,2 1 0 16,12 4 0-16,-12-4 0 16,15 0 0-16,0 0 0 15,9 1 0-15,0 0 1 0,0-1 2 16,0 0 0-16,0 2-3 16,0 0-5-16,0-2 5 15,0 3 0 1,9 2-1-16,9 0 1 0,9-2 3 15,-3-6-3-15,5 4 1 16,4-3-4-16,-6 0 3 16,6 1 0-16,-6-4 5 15,0-1-4-15,9-8-1 16,-4 3 0-16,4-8-1 0,0 0 1 16,0-2 5-16,6 0-1 15,-3 0-4-15,2 0 0 16,-5 0 0-16,-3 0 1 15,3-4 0-15,0-6-1 16,0-5 1-16,-4 1 0 16,-5 0-1-16,0 2 0 15,6-2 0-15,-15-1 2 16,-6 6 0-16,3-5 0 16,-6-1 1-16,0 1-2 15,3-2 1-15,-6-1 1 16,3 2-2-16,-1 1-1 15,-8 0 3-15,9-3-2 0,0-4 0 16,-9 4 2-16,9-3 2 16,-9 2 6-16,0 1-4 15,0 0-7 1,0 4 10-16,0-2 0 0,0 1-3 16,0-1 9-16,0 1-14 15,-18-1 9-15,1 1-5 16,-7 1 5-16,-3-2 0 15,0 2-3-15,-9 2-4 16,9 0 7-16,-6-1-2 16,3 1-6-16,-11 0 4 15,14 1-7-15,-15 0 6 16,12 3-5-16,-3 3 1 16,-3-1-2-16,10 1-1 15,-1 1 1-15,-6 1 0 16,6 2 0-16,3 0 0 0,6 0-1 15,-3 0 1-15,3 0 0 16,-6 0-1-16,7 0-4 16,-1 7 3-16,0 3 2 15,0 2-5-15,0 4 5 16,0 2 0-16,0 2-2 16,-6 4 2-16,15 0 0 15,0-1-2-15,-9 1 2 16,18-2-1-16,-6-1 0 15,6 3-1-15,0-2 1 16,0 1 0-16,0 1 1 0,0 2-3 16,15-3 3-1,12 5-1-15,-3 0 1 0,-3-2 0 16,6-1 0-16,6 4-1 16,-6-2 1-1,14-4-2-15,-5-2 1 0,0-3-4 16,0-6 3-16,6-5-1 15,-7-6-2-15,10-1-8 16,-3 0 13-16,6 0-1 16,9 0-6-16,-4-15 6 15,1-8-5-15,-9 5-3 16,-3-5-7-16,-6 2-6 16,-10-2 8-16,1 0 7 15,0-1 6-15,-9-2 1 0,0-1 0 16,-3-4 0-16,-6 2 0 15,-9 1 0 1,0 0 2-16,0 4 3 0,0-2-2 16,0-1 2-16,-27 2 10 15,-9-3 0-15,-6 3 6 16,-8-3-13-16,2 9-2 16,-3-1-6-16,-3 8 0 15,1 6-4-15,-7 2-14 16,15 4-71-16,3 0-145 15,6 5-194-15</inkml:trace>
  <inkml:trace contextRef="#ctx0" brushRef="#br0" timeOffset="175864.48">10239 10072 182 0,'0'0'513'0,"0"0"-305"0,0 0-116 0,0 0-52 0,0 0-27 15,0 0-6-15,0 0 3 16,-9 7 1-16,9-3 2 0,0 2 28 15,0-1-10 1,0 0-11-16,0-4-9 16,0 3-5-16,0-2-4 0,0-2 1 15,0 0-1 1,0 0 6-16,0 0 13 0,0 0 14 16,0 0 14-16,0 0 0 15,0 0 15-15,0-2 3 16,0 2-35-16,0 0-11 15,0 0-5-15,0 0-12 16,0 0 6-16,-9 0-8 16,9 0-4-16,0 0 2 15,0 0-3-15,0 0-13 16,0 0-86-16,0 0-77 16,0 0-196-16</inkml:trace>
  <inkml:trace contextRef="#ctx0" brushRef="#br0" timeOffset="180014.98">13963 10020 531 0,'0'0'168'0,"0"0"14"0,0 0-49 0,0 0-29 0,0 0-18 0,0 0-3 16,0 0-30-16,-18 0 15 16,18 0-13-16,-6 0-19 15,6 0-14-15,0 0-4 16,0 0-8-16,0 0-9 16,0 0-1-16,0 0-2 0,0 0-6 15,15 0 7-15,21 0 1 16,9-8 1-16,-3 2 0 15,-7-1 0-15,10-3 0 16,-12 3 0-16,-6 0-1 16,0 1 0-16,-18 4 0 15,6 0 0-15,-12-2 1 16,3 4-2-16,-6-1 3 16,0 1-3-16,0 0 4 15,0 0 8-15,0-1-5 16,0-5-3-16,-6-1-1 15,-21-1 1-15,0 1-2 16,0-4-2-16,3 1-3 0,3 0 4 16,6 3 0-16,6 6 0 15,0 1 4-15,0 0 6 16,9 0-1-16,0 0-9 16,0 0 8-16,0 0-6 15,0 0-4-15,0 0 1 16,0 0-4-16,0 0 3 15,0 0-6-15,27 0 7 16,6 0 1-16,3 7-1 16,-9 4 7-16,0 1-5 15,0-3-1-15,-9 4-4 16,-10 2 0-16,-2 2 4 16,-6 3-17-16,0 4-6 15,0 0-81-15,-8 4-86 0,-16 0-200 16</inkml:trace>
  <inkml:trace contextRef="#ctx0" brushRef="#br0" timeOffset="183609.08">10150 10025 191 0,'0'0'525'0,"0"0"-310"0,0 0-117 0,0 0-29 16,0 0-17-16,0 0-10 15,0 0-24-15,0 0-8 16,0 0-2-16,0 0-3 0,0-8 1 16,0-3-6-16,9-4-1 15,18-7-4-15,-1-3-74 16,10-7-77-16,15-4-143 16,-12 2-127-16</inkml:trace>
  <inkml:trace contextRef="#ctx0" brushRef="#br0" timeOffset="184125.6">10493 9677 587 0,'0'0'266'16,"0"0"-95"-16,0 0-64 15,0 0-30-15,0 0-30 16,0 0-25-16,0-38-17 16,9 26-4-16,0 0 0 0,0-5-2 15,15 1-2-15,-6-1-8 16,0-4-55-1,0 1-47-15,0 1 9 0,-9 0-16 16,-1 3 11-16,1 0 61 16,-9 3 38-16,0-1 10 15,9 4 1-15,-9 1 25 16,9-1 73-16,-9 3-47 16,6 2-10-16,3-4 8 15,-6 0-7-15,6-1-17 16,-3-1 8-16,-3 3-7 15,3 1-9-15,-3-5-13 16,3 1-5-16,-3 0 0 0,12-2-32 16,-3 0-38-1,3-1-42-15,-6-4-39 0,0 3 84 16,0-2 36-16,6 2 31 16,-12-1 0-16,6 3 14 15,-3 2 6-15,-6 1-9 16,3 3 42-16,3 2 30 15,-6 4-29-15,3-3 6 16,-3 3-7-16,0 1-31 16,0-2-16-16,0-4-6 15,0-1 0-15,6-2-4 16,6-3-49-16,5-2-41 16,-2-4-102-16,-6 1-9 15,9 4-266-15</inkml:trace>
  <inkml:trace contextRef="#ctx0" brushRef="#br0" timeOffset="184278.27">10938 8963 120 0,'0'0'182'0,"0"0"-1"0,0 0-104 0,0 0-10 0,0 0-6 0,0 0-25 16,27-40 62-16,-27 40-58 16,3-4-28-16,-3 3-5 15,9-4-7-15,0-2-7 16,0-4-53-16,6 0-73 15,-6-2-108-15</inkml:trace>
  <inkml:trace contextRef="#ctx0" brushRef="#br0" timeOffset="184558.78">11132 8757 313 0,'0'0'254'0,"0"0"-133"16,0 0 20-16,0 0-25 15,0 0-49-15,0 0-20 16,45-35 1-16,-36 30 14 16,0 0-7-16,-9 4 4 15,6-2-4-15,-6-2 1 16,0 3-2-16,0-3 4 0,0 3-27 16,0-4-13-1,0 4-10-15,3 2-6 0,3-2-2 16,-6 2-3-16,0 0 3 15,0 0-22-15,0 0-66 16,0 0-67-16,0 15-161 16,0 8-491-16</inkml:trace>
  <inkml:trace contextRef="#ctx0" brushRef="#br0" timeOffset="187407.22">10239 10027 906 0,'0'0'167'0,"0"0"-40"0,0 0-67 0,0 0-29 0,0 0-23 0,0 0-8 16,0 0 0-16,0 2 0 16,45-2-7-16,6 0 7 15,9 0-82-15,5 0-86 16,4-4-64-16,0-4-64 15</inkml:trace>
  <inkml:trace contextRef="#ctx0" brushRef="#br0" timeOffset="187590.57">10986 9975 569 0,'0'0'137'0,"0"0"73"16,0 0-107-16,0 0-36 15,0 0-18-15,0 0-27 16,137-26-18-16,-101 15-2 15,15 2-2-15,-3 2-2 16,2-1-30-16,4 0-47 16,6 1-11-16,0 0-123 15,2-1 83-15,-2 3-102 16,-6 1-100-16</inkml:trace>
  <inkml:trace contextRef="#ctx0" brushRef="#br0" timeOffset="187723.38">11780 9855 126 0,'0'0'275'0,"0"0"-87"16,0 0-70-16,0 0 27 0,0 0-41 15,0 0-33 1,126-13-41-16,-108 13-9 0,14-5-18 16,4-2-3-16,6-3 0 15,12-3-33-15,-3 5-115 16,-4-4-88-16,-5-3-47 16</inkml:trace>
  <inkml:trace contextRef="#ctx0" brushRef="#br0" timeOffset="187939.97">12545 9713 454 0,'0'0'113'0,"0"0"-2"15,0 0-71-15,0 0 63 16,0 0-52-16,0 0-13 16,149-16-19-16,-116 8-1 15,-6 3-7-15,9-2-9 16,-10 2-2-16,7 0 0 15,-12 0-1-15,3 1-30 0,3-1-43 16,-3 2-69-16,-3 1 81 16,6-4-140-16,5 1-245 15</inkml:trace>
  <inkml:trace contextRef="#ctx0" brushRef="#br0" timeOffset="188123.1">13246 9589 224 0,'0'0'208'0,"0"0"-96"0,0 0-52 15,0 0 5-15,0 0-54 16,0 0-11-16,0-7-29 16,0 7-62-16,0 0-188 15</inkml:trace>
  <inkml:trace contextRef="#ctx0" brushRef="#br0" timeOffset="188624.25">13246 9589 219 0,'-38'-35'259'16,"23"35"-127"-16,-3 0-35 15,0 0 18-15,0 0-30 16,3 0 14-16,-3 0-16 16,-3 0 12-16,3 6-12 0,-6 6-41 15,-3 5-9-15,19-3-1 16,2-1-13-16,6 1-16 15,0-2-3-15,0-1-5 16,0-4 3-16,8-2 2 16,16-1 0-16,-6-4 1 15,6 0-1-15,-6 0 4 16,-6 0-2-16,-3 0 2 16,-3-7 10-16,-6-5 1 15,0 1 13-15,0-4 9 16,0 4 7-16,0 1-1 15,0 5-12-15,-9 5 2 16,-6 0-12-16,3 0-19 0,-6 0-2 16,3 5-3-1,-3 8-1-15,18 2-1 0,0 2 3 16,0-3 1-16,0-1-8 16,0-6 4-16,9-3-2 15,24-4 5-15,-12 0-13 16,-3 0 9-16,-9 0 6 15,0-4 1-15,-9-11 11 16,0-2-4-16,0 4 6 16,0-2-5-16,-12 6 1 15,-12 1-7-15,3 6-3 16,-3 2-10-16,6 0-23 16,9 0-70-16,0 2-84 0,9 9-94 15,0 0-266-15</inkml:trace>
  <inkml:trace contextRef="#ctx0" brushRef="#br0" timeOffset="189082.33">13202 9447 558 0,'0'0'459'0,"0"0"-243"0,0 0-87 0,0 0-44 15,0 0-13-15,-254-32-29 16,218 32-28-16,0 7 0 16,3 14-1-16,6 6-3 15,1 8-2-15,8 7-6 16,0 9 5-16,18 4-8 16,0-1 6-16,0-1-9 15,27-6 6-15,32-8-6 16,-5-3 2-16,24-10-1 15,2-7-1-15,16-8 3 16,2-7 0-16,4-4-2 16,-12 0-6-16,-4-22 4 15,-14-9 1-15,-21-9 3 16,-16-5 0-16,-17-6 1 16,-18-2 4-16,0 0-1 15,-24-5 7-15,-32 4 29 0,-13 1-23 16,-3 8-2-16,4 11 4 15,-10 13-8-15,0 7-9 16,-2 11-4-16,8 3-14 16,3 0-50-16,7 24-95 15,-7 9-154-15,6 7-488 16</inkml:trace>
  <inkml:trace contextRef="#ctx0" brushRef="#br0" timeOffset="194485.92">20097 6236 716 0,'0'0'234'0,"0"0"-106"0,0 0-56 0,0 0-29 16,0 0-19-16,0 0-11 16,0 0-13-1,0 0-1-15,0 0 1 0,27 0 1 16,5 10-1-16,4 7-41 16,9-1-141-16,9 5-132 15</inkml:trace>
  <inkml:trace contextRef="#ctx0" brushRef="#br0" timeOffset="194818.88">20727 6491 525 0,'0'0'169'16,"0"0"-21"-16,0 0-55 16,0 0-13-16,0 0-48 15,0 0-29-15,107 49 4 16,-80-34-7-16,6 0-4 0,9 2-11 15,3 4-70-15,-1 0-28 16,7 3-27-16,-6 0 44 16,0 4 31-16,-9-4-7 15,-4 0 63-15,-5-6 9 16,-6 0 35-16,3-5 27 16,-6 0 15-16,0-6-9 15,-3 3 21-15,-3-5-16 16,6 4-41-16,0 0-5 15,6 3-15-15,2 5-8 16,1 0-4-16,9 1 0 16,0 3-10-16,15-1-93 0,-1 2-193 15</inkml:trace>
  <inkml:trace contextRef="#ctx0" brushRef="#br0" timeOffset="195003.84">22068 7213 439 0,'0'0'115'16,"0"0"4"-16,0 0-75 16,0 0 36-16,0 0-48 15,0 0-30-15,149 54-4 16,-131-40 9-16,18-4-14 0,-9 2-55 16,5 0-60-1,4 0-193-15</inkml:trace>
  <inkml:trace contextRef="#ctx0" brushRef="#br0" timeOffset="195170.97">22647 7474 426 0,'0'0'132'15,"0"0"5"-15,0 0-26 16,0 0-7-16,0 0-17 16,0 0-44-16,149 64-21 15,-116-54-11-15,-6 2 9 16,-6-3-18-16,12 1-4 15,-6 0 0-15,-1-3-19 16,10 3-62-16,-3-3-95 0,12 5-70 16</inkml:trace>
  <inkml:trace contextRef="#ctx0" brushRef="#br0" timeOffset="195369.3">23552 7810 663 0,'0'0'6'16,"0"0"3"-16,0 0-9 15,0 0 31-15,0 0 36 16,0 0 20-16,155 35-57 16,-131-28-21-16,-3-4-6 15,6 5 4-15,5-4-4 0,-5 5-3 16,24 5-62 0,-3 4-90-16,-6 3 151 0,0-2 1 15,-13-2-331-15</inkml:trace>
  <inkml:trace contextRef="#ctx0" brushRef="#br0" timeOffset="195691.79">24358 8132 496 0,'0'0'168'16,"0"0"59"-16,0 0 34 16,0 0-224-16,0 0-11 15,0 0 11-15,218 118 4 16,-191-103 53-16,-9-3-54 15,-3-2-36-15,9-3-3 0,-7 0 1 16,1 0-4 0,3 0-14-16,3 5-66 0,3-3-32 15,18 10-65-15,0 5 15 16,5-2 153-16,-5 4 11 16,-18-12-165-16,-3 1 151 15,-12-9 14-15,-3 2 23 16,-3-5 120-16,3 1-10 15,-9-2 26-15,9-2-88 16,-9 0-22-16,0 0-23 16,0 0-26-16,-9-7-43 15,-45-11-396-15</inkml:trace>
  <inkml:trace contextRef="#ctx0" brushRef="#br0" timeOffset="196506.55">18816 7748 900 0,'0'0'238'0,"0"0"-88"0,0 0-51 0,0 0-39 0,0 0-31 0,0 0-20 16,-18-5-9-16,18 5-5 16,12 12 5-16,23 8 1 0,7 6-1 15,18 0-32 1,-6 2-70-16,17 3-29 0,1-3-54 16,12 1-62-16,-4-2 12 15,-2 3-155-15</inkml:trace>
  <inkml:trace contextRef="#ctx0" brushRef="#br0" timeOffset="196656.2">19607 8110 352 0,'0'0'192'0,"0"0"-39"0,0 0 22 16,0 0-22-16,0 0-55 15,0 0-32-15,218 132-15 16,-182-115-21-16,6 3-20 16,5 4-8-16,10-2-2 15,9 2-1-15,2 0-17 16,10 1-76-16,9-1-55 15,-16 3-123-15,16-3-52 16</inkml:trace>
  <inkml:trace contextRef="#ctx0" brushRef="#br0" timeOffset="197417.8">20912 8712 580 0,'0'0'126'0,"0"0"68"15,0 0-59-15,0 0-56 16,0 0-27-16,0 0 14 15,245 127-59-15,-185-98-5 16,5 1-2-16,4 5-2 16,3 2-2-16,-7-6-99 15,1 4-97-15,3-3-40 16,-7-2 177-16,-5-3 63 16,-18-13-153-16,-6 2 143 0,-6-1 10 15,-1-1 23-15,7 8 76 16,6-3 3-16,3 3 277 15,9 3-306-15,-21-8-57 16,2-4 31-16,-14 0-2 16,6-5-4-16,-6 1-4 15,-6-2-10-15,6 0-17 16,9 0-7-16,15 5 0 16,20 0-3-16,7 4-4 15,0 0 0-15,-15 2-60 0,-10-2 15 16,16 6-46-1,3-2 25-15,-4-2 45 16,-5 1 9-16,-9-9-60 0,-12 4 7 16,-6-7 43-16,0 0 25 15,8 5 1-15,1 1 9 16,6 2 189-16,3 0-116 16,-9-3-73-16,6 5 12 15,8-1 8-15,-2 1 3 16,3 3 48-16,3-4-75 15,-1 2-2-15,4-3-2 16,0-3-1-16,-6-1-11 16,8 0-39-16,4 2-72 15,9-1-26-15,-4 3 117 16,1-1-255-16,-6 1 176 0,-1 1 110 16,-2 1 62-16,0 0-62 15,-24-4-10-15,9 9 10 16,-1-3 1-16,-2 4 50 15,3 5 155-15,-9-5-205 16,9 1 3-16,-4 0 89 16,1-3 122-16,-3-2-200 15,-12-5 41-15,6 1 8 16,-15-6 15-16,9-2-22 16,-13-1-16-16,-5-2-24 15,-6-4-2-15,3 0-10 16,-6 0-1-16,0 0-4 15,0-10-5-15,0-23-104 16,-24-15-171-16,-47-19-832 0</inkml:trace>
  <inkml:trace contextRef="#ctx0" brushRef="#br0" timeOffset="198949.45">18442 6664 489 0,'0'0'219'0,"0"0"-16"0,0 0-56 0,0 0-28 0,0 0-35 15,0 0-23-15,-35-11-6 16,35 11-14-16,0 0-39 16,0 0-2-16,5 0 0 15,31 11 4-15,0 7 8 16,24 2 4-16,-3 2-3 16,11 4 0-16,13 2 2 0,6 3-9 15,8 4-3 1,1-2 2-16,-1-3-2 15,1 2 1-15,2-4 8 16,1 1 1-16,2-3 8 0,4 0 3 16,2-2-7-16,-2 0-9 15,2 2-8-15,-2-2 5 16,-1 4-5-16,-8-2 2 16,9 5 4-16,-7 0-2 15,-2 0-3-15,-1-2 6 16,1 2-7-16,-7 0 0 15,-2 0 0-15,-6-1 0 16,-4-1 3-16,-8 0-3 16,0-2 0-16,-13 1 2 15,10-3-2-15,-9 2 3 16,11 0-2-16,1 1 2 16,0 0 5-16,2 1 4 0,7 0-9 15,-6 3-3-15,14 5 14 16,-5-2-2-16,9 3-7 15,11 3-3-15,-2 0-1 16,5 1 0-16,-8-4 0 16,-1 3 7-16,-14-3-8 15,5-2 0-15,-8-2-5 16,-15 1 5-16,6 0 12 16,-7-6-10-16,1 2 6 15,0 0 13-15,2 0-20 16,7 1 4-16,6 0-4 15,-7-1 4-15,10 0 0 0,-3 1-5 16,-7 1 4-16,7-3 5 16,-9-4-9-16,2 3 1 15,-8-7 1-15,-3 0 1 16,-1-4-2-16,-5 1-1 16,15 5 3-16,-15 2-2 15,8-3 0-15,-2 8 0 16,-6-4 0-16,0-1-1 15,-4 3 2-15,10 0-2 16,-6-2 0-16,-3 5 0 16,-4-6 2-16,4 2-2 15,3-3 0-15,-3-1 0 16,-7-1-1-16,10-1 1 0,-3-1 1 16,3 0-1-16,5 2 1 15,-5 1-5-15,6 3 8 16,-6-1-9-16,-1-3 6 15,-2 2-1-15,-6 1 0 16,9 0 0-16,-4-2 0 16,-5 0 1-16,0-7 7 15,-3-1-16-15,-6 1 9 16,-9-2-1-16,14 1 3 16,-5-2-3-16,0 1 2 15,0-4 24-15,-12-5-22 16,-3 0 1-16,-6-4-3 0,-6-2 4 15,-9 0-2-15,0 0-2 16,0 0 3-16,0-7-5 16,0-18-2-16,-18-13-65 15,-45-13-99-15,-42-11-227 16</inkml:trace>
  <inkml:trace contextRef="#ctx0" brushRef="#br0" timeOffset="200516.32">20159 8304 289 0,'0'0'361'0,"0"0"-163"0,0 0-63 0,0 0-54 0,0 0-25 16,0 0-4-16,-18-1-25 16,15 1-11-16,3 0-9 15,0 0-5-15,0 0 18 16,0 1-14-16,0 10 9 16,0-4 11-16,0 3-10 15,0-3 0-15,3-3-14 0,6-4 1 16,0 0 3-1,-3 0 0-15,-3 0 18 0,3 0 20 16,-3-11 6-16,-3-6-20 16,0-2-10-16,0 2 0 15,0 4-8-15,0 5 8 16,0 3-1-16,-9 2-4 16,-9 3-3-16,1 0-2 15,-10 0-6-15,3 0-4 16,-3 15 0-16,-3 7-2 15,12-1 2-15,3-1 0 16,6 3 0-16,9-8 0 16,0 0 0-16,0-6-4 15,0 2 3-15,9-7-2 16,18 1 1-16,-3-5 2 0,3 0 0 16,0 0 2-16,-9-5 5 15,0-10 2-15,-10-3 1 16,-2-1-3-16,-6 0-4 15,0 0 6-15,0 0-5 16,0 4 2-16,-17 4-1 16,-7 3 3-16,6 5-1 15,3 3-2-15,-6 0-5 16,-3 3-1-16,6 16-5 16,0 3 4-16,9 0-2 15,9-4 0-15,0-1 1 16,0-5 0-16,0-3-4 0,0-3 2 15,27-6-2 1,-3 0-1-16,-3 0 8 0,3-10 2 16,-6-12 6-16,-9-1 2 15,-9-5-4-15,0 8 0 16,0 2-1-16,0 5-4 16,0 6-1-16,0 3-23 15,-9 4-80-15,9 0-133 16,-9 0-77-16,9 4-489 15</inkml:trace>
  <inkml:trace contextRef="#ctx0" brushRef="#br0" timeOffset="201071.17">20261 7975 803 0,'0'0'222'0,"0"0"-65"0,0 0-65 0,0 0-20 0,0 0-11 16,-251-54-8-16,197 54-24 16,-8 0-5-16,-7 0-6 15,15 8 13-15,-6 9-17 0,7 7 4 16,2 2-13-1,-3 10 0-15,12 4 0 0,7 5-5 16,8 4 0-16,18 12 0 16,0 4 3-16,9 1-3 15,0 0 0-15,9-3 2 16,33-7-1-16,2 2-1 16,10-3 0-16,15-8 3 15,8-6-3-15,4-12 0 16,6-1 2-16,-7-11-4 15,10-9 1-15,-7-8 0 16,-2 0 1-16,6-8 4 16,-16-22-4-16,1-2 1 15,-12-8 4-15,-7-7-1 16,-11-7-3-16,-15-5 4 16,-9-9 2-16,-18-3 4 15,0-4 22-15,-27-2-12 16,-35 4-6-16,-22 2-3 15,-24 9-6-15,10 11-6 0,2 13 0 16,1 16-1 0,17 15-2-16,-3 7-19 0,-5 14-89 15,-1 24-142-15,7 3-242 16</inkml:trace>
  <inkml:trace contextRef="#ctx0" brushRef="#br0" timeOffset="203999.39">19598 9346 651 0,'0'0'295'0,"0"0"-109"0,0 0-66 0,0 0-45 0,0 0 6 16,0 0-30-16,-3-126-33 15,48 99-4-15,9 6-8 16,8 4-2-16,1 10-3 16,3 7-1-16,-13 0-3 15,-17 24 1-15,0 13 2 16,-21 12-1-16,-15 1 1 16,0 0 0-16,-18-12 6 0,-6-12-5 15,15-13-1 1,9-11 0-16,0-2 0 0,0 0 8 15,0-2 2-15,0-25 14 16,0-10-20-16,27-7-4 16,-3-4 0-16,3-1 1 15,0 1-1-15,0 5 0 16,-9 10 0-16,-4 8 0 16,-11 14 0-16,-3 5 1 15,0 6 9-15,0 0-2 16,0 15-6-16,-11 19 5 15,-22 8 3-15,6 5 4 16,9 4 3-16,12-3-9 16,6-3 3-16,0-9-4 15,0-5-6-15,18-9-1 0,15-10-2 16,8-1 1-16,4-7-5 16,0-4-34-16,6 0-52 15,-3 0-109-15,-7-2-84 16,10-11-396-16</inkml:trace>
  <inkml:trace contextRef="#ctx0" brushRef="#br0" timeOffset="204230.54">20551 9306 878 0,'0'0'321'0,"0"0"-111"0,0 0-87 0,0 0-47 0,0 0-44 0,0 0-21 16,-33 45 9-16,33-10-10 16,-9 9-10-16,9 5-2 15,-9 9 2-15,9 5-47 16,-9 6-95-16,3 4-110 16,3-5-226-16</inkml:trace>
  <inkml:trace contextRef="#ctx0" brushRef="#br0" timeOffset="214325.28">20106 8336 496 0,'0'0'330'0,"0"0"-198"0,0 0-59 0,0 0-50 0,0 0-17 16,0 0-5-16,0 0-1 15,0 0 4-15,-9 10-1 16,9-14-3-16,18-11-3 16,5-4-1-16,4-5-111 15,3-1-87-15,3 2 16 16,3 2-181-16</inkml:trace>
  <inkml:trace contextRef="#ctx0" brushRef="#br0" timeOffset="214475.46">20354 8105 200 0,'0'0'302'0,"0"0"-149"16,0 0-64-16,0 0 17 0,0 0-56 16,0 0-39-16,32-71-5 15,-23 54-6-15,6 0-1 16,-3 0-14-16,-3-3-47 16,6 3-97-16,-3 0-79 15</inkml:trace>
  <inkml:trace contextRef="#ctx0" brushRef="#br0" timeOffset="214675.95">20640 7714 320 0,'0'0'238'16,"0"0"-81"-16,0 0 9 16,0 0-64-16,0 0-46 0,0 0-26 15,9-54-29-15,-9 45-1 16,9-5-3-16,0 4-16 15,9-7-24-15,0-1-80 16,0 1-17-16,0-5 35 16,-3-1-40-16,3 6-165 15</inkml:trace>
  <inkml:trace contextRef="#ctx0" brushRef="#br0" timeOffset="-214671.78">20795 7456 114 0,'0'0'275'15,"0"0"-110"-15,0 0-80 16,0 0-28-16,0 0 2 15,0 0 29-15,18-67-66 16,-9 54-22-16,0 2 1 0,0-1-1 16,0 3-16-16,0-5-57 15,0 3-5-15,3 0-41 16,3-4-104-16</inkml:trace>
  <inkml:trace contextRef="#ctx0" brushRef="#br0" timeOffset="-214171.32">21025 7144 319 0,'0'0'173'0,"0"0"-78"16,0 0-39-16,0 0-20 15,0 0-26-15,0 0 1 16,54-79-4-16,-45 69-7 0,0-1 0 16,0-2-1-1,0 1-9-15,6 0-24 0,-6 1-15 16,0 0 37-16,-6 3 5 15,3 0 6-15,-6 1 1 16,0-1 1-16,0 2 6 16,0-2 3-16,0 4 4 15,0 0-5-15,0 4 12 16,0-5 4-16,0 2-9 16,0-2-5-16,0 1 12 15,0-2 28-15,0 2-2 16,9 0-24-16,-9-3 1 15,9-1-13-15,-9 0-11 0,9 1-2 16,-9 3 1-16,0 2-1 16,9 2 0-16,-9-3-1 15,0 1 1-15,0-1 0 16,0-1 0-16,0 1 1 16,6 3 4-16,-6-2 18 15,0-2 54-15,0 4 0 16,0 0-12-16,0 0-11 15,0 0-9-15,0 0-16 16,0 0-18-16,0 0-11 16,0 0-6-16,0 0-61 15,0 4-153-15,0 5-152 16</inkml:trace>
  <inkml:trace contextRef="#ctx0" brushRef="#br0" timeOffset="-211839.97">20165 8384 716 0,'0'0'210'0,"0"0"-62"0,0 0-45 0,0 0-29 16,0 0-21-16,0 0-11 0,0 0-12 16,0 0-19-16,0 0-11 15,9 0 0-15,3 0-3 16,12 0-15-16,12-7-1 16,9-4-56-16,9 3-17 15,5-4-23-15,1 0-60 16,-6-3 11-16,5 4 96 15,-14-1-11-15,0 3 26 16,-18-1 39-16,-3 7 14 16,-12-1 44-16,6 0 86 15,-3 4-10-15,-6-1-28 0,8-2 31 16,-2 0-19 0,3 2-37-16,0-2-28 0,9-3-27 15,0-1-12 1,15-3 0-16,-6-1-10 0,2 5-77 15,4-1-91-15,0-3-74 16,-3 1 14-16</inkml:trace>
  <inkml:trace contextRef="#ctx0" brushRef="#br0" timeOffset="-211673.79">21464 8105 342 0,'0'0'258'0,"0"0"-113"16,0 0 7-16,0 0-53 15,0 0-41-15,0 0-47 0,87-9-10 16,-60 4-1-16,18-4 0 16,5-3-34-16,-5 0-100 15,15-3-54-15,-15 6 25 16,-1 0-186-16</inkml:trace>
  <inkml:trace contextRef="#ctx0" brushRef="#br0" timeOffset="-211506.85">22044 7996 187 0,'0'0'250'0,"0"0"-87"0,0 0-55 16,0 0 30-16,0 0-67 16,0 0 44-16,176-41-79 15,-143 36-21-15,-9 1-15 16,5-1 1-16,4-2-1 0,-6 0-16 16,15-3-55-16,-3-2-51 15,12 0-63-15,-1-1-5 16</inkml:trace>
  <inkml:trace contextRef="#ctx0" brushRef="#br0" timeOffset="-211320.67">22856 7782 388 0,'0'0'181'16,"0"0"-53"-16,0 0-4 16,0 0-47-16,0 0-3 0,0 0-29 15,81-17-40 1,-75 17 0-16,2 0-4 0,1 0-1 15,3 0-13 1,3-2-53-16,3-1-21 0,0 3-73 16,-9-2 7-16,9-1-221 15</inkml:trace>
  <inkml:trace contextRef="#ctx0" brushRef="#br0" timeOffset="-211141.16">23223 7714 622 0,'0'0'216'0,"0"0"-49"16,0 0-70-16,0 0-5 15,0 0-33-15,0 0-48 16,9 0-6-16,-9 0-5 16,0 0-55-16,0 0-103 0,-6 0-205 15</inkml:trace>
  <inkml:trace contextRef="#ctx0" brushRef="#br0" timeOffset="-210423.87">23223 7714 470 0,'-6'-7'148'0,"6"7"-29"15,0-4 47-15,-3 2-16 16,3-3-49-16,-6 2-20 16,3 1-17-16,-6-1 2 15,3 3-6-15,-3 0-28 16,9 0-6-16,0 0-11 15,0 0-15-15,0 0 0 16,0 0-1-16,0 10 0 16,0 2-2-16,0-4-1 15,0-1 2-15,0-2 0 16,15-4-1-16,3 2-1 0,-6-3 4 16,6 0 0-16,-9 0 0 15,0 0 1-15,0-4 5 16,-9-8-3-16,0 1 2 15,0 2 7-15,0-1 2 16,0 1 16-16,0 2 2 16,-9 3-11-16,-3 1-6 15,3 3-11-15,0 0 0 16,-6 0-4-16,3 0 0 16,-3 4-6-16,6 8 4 15,9 0 2-15,-9-2-4 16,9 0 3-16,0-3-3 15,0-2 1-15,0 0-2 16,9-4 4-16,9 2-8 0,-3-3 7 16,3 0-4-16,0 0 6 15,-6 0 6-15,3-9-5 16,-6-3 7-16,-6 0-6 16,-3-3 6-16,0 5 7 15,0-1 0-15,0 4 11 16,-3 1 5-16,-12 5-13 15,6-2-11-15,-12 3-7 16,-6 0-5-16,-6 0-8 16,1 17-46-16,2 1-89 15,6 4-119-15,6 0-301 16</inkml:trace>
  <inkml:trace contextRef="#ctx0" brushRef="#br0" timeOffset="-208473.25">23468 7474 558 0,'0'0'138'0,"0"0"50"0,0 0-52 0,0 0-25 15,0 0-38-15,0 0-21 0,0 0-3 16,-78-40-17-16,55 32 3 15,-4 2 0-15,0-1 6 16,3 0-12-16,-6 1 12 16,3 4-12-16,-9 2-5 15,-2 0-3-15,2 0-10 16,0 0-11-16,0 2 5 16,3 13-5-16,3 0 0 15,-3 11 2-15,7 1-1 0,-1 8-1 16,9 7 0-1,-6 1 0-15,12 2 0 16,3 3 0-16,9-7-1 16,0 5 1-16,0-8 0 0,12 0-6 15,30-4 6-15,17-6-3 16,4-3 3-16,15-6 0 16,-7-4 0-16,10-8 0 15,6-4 0-15,-7-3-3 16,-2 0 4-16,-9 0-2 15,-7-15-1-15,-11-8-5 16,-15-2 3-16,0-4 1 16,-12-2 3-16,-12-1 3 15,-6-7 0-15,-6-5 2 16,0-1 8-16,-33-4 13 0,-30-2 19 16,-6 4-6-1,-2 5-22-15,-7 5-13 16,6 12-4-16,-14 7 0 15,-1 16-18-15,-20 2-48 0,-22 15-131 16,-11 15-301-16</inkml:trace>
  <inkml:trace contextRef="#ctx0" brushRef="#br0" timeOffset="-203594.32">21151 6795 379 0,'0'0'227'0,"0"0"-101"0,0 0 4 0,0 0-52 0,0 0-29 15,0 0-13-15,0 0-11 16,-9 0-15-16,9 0-10 16,0 0 20-16,0 0-9 15,0 0 27-15,6 0-7 16,12 0-8-16,0 0-2 16,0 0-18-16,-9 0 25 15,-1 0-10-15,1 0 9 16,-3 0 7-16,-3-4 5 15,3-5-20-15,-6-2 7 16,0 4-4-16,0 3 9 16,0 0-3-16,0 3 18 0,0 1-16 15,0 0-8-15,0 0-14 16,-6 0-4-16,-6 0-4 16,-2 5-2-16,5 6-4 15,0 2 6-15,0 1 0 16,9-3-9-16,0 0 8 15,0 1 0-15,0-5 1 16,15 0 0-16,3-3 0 16,-1-1 0-16,4-3 1 15,-6 0 1-15,3 0 5 16,-9 0 1-16,0-7 3 16,0-2 1-16,0-1-1 15,-9-1 14-15,0 7-3 0,0-1-10 16,0 5 9-1,0-2-4-15,0-1-13 0,-9 1-4 16,9 2 0 0,-9 0-2-16,9 0 2 0,-9 0-7 15,0 0 2-15,9 0-2 16,0 9 6-16,0 2-1 16,0-4-1-16,0-1-1 15,0 0 4-15,0-5-4 16,18 3 1-16,-9-4 3 0,6 0 3 15,-12 0-1 1,3 0 5-16,-6-7 1 0,0-10-1 16,0-1 1-16,0 0 7 15,0 4-7-15,-9 4-5 16,-15 3-2-16,6 4-1 16,3 0-1-16,-3 3-6 15,0 0-19-15,9 6-30 16,0 11-78-16,9 2-69 15,0-6-88-15,0 0-166 16</inkml:trace>
  <inkml:trace contextRef="#ctx0" brushRef="#br0" timeOffset="-202942.3">21509 6593 561 0,'0'0'228'0,"0"0"-54"0,0 0-38 0,0 0-32 0,0 0-15 16,0 0-38-16,-179-78 11 16,137 71-5-16,9 4-22 0,-3 3-5 15,1 0-10-15,-1 0-8 16,-6 5-7-16,6 11 3 16,-9 6 1-16,13 1-1 15,2 0 2-15,-3 8-6 16,6-3 0-16,9 3-4 15,3 0 1-15,6 1-1 16,6 5 0-16,3 3 0 16,0 3 0-16,0 2-3 15,9 0 3-15,18 3 2 16,9-5-2-16,0 0 1 16,8-7 0-16,13-2-1 15,-3-10 0-15,9-1-1 16,5-8 1-16,4-7 0 15,6-5 2-15,-7-3 0 0,7 0 2 16,-9-21-2 0,-7-7 0-16,-11-2-2 0,-12-2 3 15,-6-2 3-15,-15-2-4 16,-9-1 1 0,-9-1 10-16,0 0 15 0,0-1 7 15,-27-7-10-15,-18 3-8 16,-6 2-6-16,6 7-7 15,-5 9-4-15,-4 7 0 16,-9 13-10-16,-5 5-15 16,-1 0-70-16,15 9-147 15,21 13-201-15</inkml:trace>
  <inkml:trace contextRef="#ctx0" brushRef="#br0" timeOffset="-202261.25">21823 6355 874 0,'0'0'251'0,"0"0"-124"0,0 0-67 0,0 0-20 0,0 0-19 16,0 0-13-16,107-60 1 0,-74 60-5 0,9 27 2 15,-24 6-2-15,-9 7-2 16,-9 5 4-16,0-1 2 15,0-11-2-15,0-11-5 16,0-13-1-16,0-9-1 16,0 0 1-16,0 0 11 15,0-26 5-15,0-12-11 16,9-6 0-16,9 2 17 0,-6-1-7 16,2 5-7-1,-5 7-1-15,0 10 7 16,-9 11 16-16,0 8 19 15,0 2 1-15,0 0-29 0,0 0-21 16,0 12-2-16,0 14-9 16,0 13 5-16,0 3 6 15,0 3 0-15,9 0 0 16,15-2-12-16,-3-9-63 16,15-6-78-16,15-13-83 15,0-10-122-15,-7-5-354 16</inkml:trace>
  <inkml:trace contextRef="#ctx0" brushRef="#br0" timeOffset="-202095.06">22489 6426 561 0,'0'0'448'0,"0"0"-184"0,0 0-87 16,0 0-33-16,0 0-73 16,0 0-40-16,0-16-27 15,0 25-4-15,0 15 0 16,26 10-1-16,-2 9 0 15,-6 7-67-15,0 2-128 16,3 5-149-16,12-7-631 16</inkml:trace>
  <inkml:trace contextRef="#ctx0" brushRef="#br0" timeOffset="-200861">22384 6491 621 0,'0'0'258'0,"0"0"-80"0,0 0-4 0,0 0-56 16,0 0-1-16,0 0-35 15,-33-80-40-15,39 60-11 0,36 1-11 16,3 4-14 0,0 6 0-16,5 9-5 0,-5 0 1 15,-6 0-4-15,-6 22 0 16,-9 10 2-16,-21 9 2 16,-3 10 1-16,0 8-2 15,-18-3-2-15,-18-1 2 16,0-7 1-16,0-7-2 15,12-12 1-15,6-11 3 16,10-3 1-16,8-14 4 16,0-1-6-16,0 0 4 15,8 0 9-15,55-7 9 16,24-16-1-16,2-7-20 16,4 0-4-16,-12 2 0 15,-10 0-2-15,-5 5-20 0,-12 9-44 16,-10 3-84-1,-2 9-144-15,-3-1-526 0</inkml:trace>
  <inkml:trace contextRef="#ctx0" brushRef="#br0" timeOffset="-180673.66">18302 6138 385 0,'0'0'497'0,"0"0"-305"0,0 0-34 0,0 0-74 15,0 0-9-15,0 0-17 0,0 0-18 16,0-58-16-16,0 58 2 16,0 0-17-16,0 0 17 15,0 0-17-15,0 0 1 16,0 16-3-16,0 6 18 15,0 6-7-15,0 5-4 16,15 10-10-16,-12 5 5 16,6 12 7-16,-3 1-12 15,-3 3 0-15,3 3-4 16,-6-2-4-16,0 1 4 16,0 5 10-16,0 5-6 15,0 8-2-15,0 3-2 16,-9 4 3-16,-9 2-1 15,9-7 0-15,3-4 2 16,3-7-1-16,3-4-2 16,0-2 1-16,0 0 1 0,0-1-1 15,0-2-2-15,9 3 0 16,-9 1 8-16,0 5-9 16,0 6 2-16,0 4-1 15,-9 9 0-15,-18 1-4 16,3-4 4-16,6-5 0 15,9-8 0-15,3-4 0 16,6-2 1-16,-3-1 6 16,3 4-4-16,0-1-3 15,0 1-4-15,0-3 4 16,0-4 7-16,0 3-4 0,0-2-1 16,0 0-2-16,0 0 2 15,0-4-7-15,0-1 5 16,0-2 0-16,0-2 6 15,0 2-6-15,0-6 2 16,0 2 0-16,3-5-2 16,3-4 5-16,-6-3 1 15,9 0-1-15,-9-2-1 16,0-1-2-16,9 4 1 16,-9-5-3-16,9 0 0 15,6-4 7-15,-12-12-7 16,3-8 1-16,-3-3-1 15,3-7 0-15,-6-6 0 0,0-2 1 16,3 3-2 0,-3-3 1-16,0 0-9 15,6 2-25-15,-3 9-73 0,3 14-101 16,-3-2-114-16,6 6-87 16</inkml:trace>
  <inkml:trace contextRef="#ctx0" brushRef="#br0" timeOffset="-179624.72">18171 10398 498 0,'0'0'310'0,"0"0"-144"0,0 0-20 0,0 0-33 0,0 0-24 15,0 0-17-15,-30-21-8 16,30 21-19-16,0 0-10 16,0 0-25-16,39 0 3 15,20-2 11-15,13-3-4 16,12 5-11-16,5-2 3 15,28 0 16-15,2-1-23 16,3-2 3-16,4 3 0 16,-4 2-8-16,-2 0-6 15,2 0 6-15,10 0 3 0,11 0-2 16,21 0 0 0,15-4 1-16,18 1 6 15,7-2-3-15,-1 0 1 0,-3 2-5 16,3 1 3-16,-9 2-1 15,-6 0-1-15,-12 0 12 16,-6 0-11-16,-14 0 8 16,8 0-4-16,-6 0-3 15,0 0-1-15,-5 0-3 16,2 0-3-16,-15 0 3 16,1 0 0-16,-10 2 0 15,-14-2 0-15,-25 3-2 16,-11-1-3-16,-19-2 5 15,-2 3 5-15,-9-3-5 0,-3 0 0 16,2 0 0-16,4 0 0 16,21 1 0-16,8 3-1 15,10-2 1-15,-6-1 0 16,-22-1 1-16,-14 4-1 16,-6-4 1-16,-9 0-1 15,-9 0 0-15,-12 0 2 16,-6 0-2-16,-9 0 4 15,0 0 1-15,0-11 0 16,-18-7-2-16,-15-5 0 16,-12 1-3-16,-9 0 0 15,3 3 3-15,4-1 6 16,-4 6 20-16,6 6-10 16,3-2-10-16,9 4 4 15,16 5 10-15,14-2-13 0,3 3-4 16,0 0 2-16,0-3-8 15,0 3-1-15,35 0-1 16,28 0 2-16,6 0 2 16,11 3 0-16,-11 17 1 15,-6 2-1-15,-12 8-1 16,-10 2 0-16,-20 3 2 16,-12-1-3-16,-9 10 0 15,0 1-2-15,-45 4-12 16,-32 10-50-16,-28-5-95 15,-35 1-140-15,-30-1-365 16</inkml:trace>
  <inkml:trace contextRef="#ctx0" brushRef="#br0" timeOffset="-178741.17">18189 6129 620 0,'0'0'188'0,"0"0"17"0,0 0-90 0,0 0-66 0,0 0-33 16,0 0 11-16,-72 136 22 16,45-79-18-16,9-2-18 15,0-10-6-15,0-14 3 16,12-12-8-16,3-12-2 16,3-7 8-16,0 0-5 15,0-2 0-15,0-27 52 16,9-14-29-16,21-7-22 15,12-5 0-15,0 3 0 16,2 4-1-16,-8 11-3 0,0 9 0 16,-18 11 6-1,-9 9 0-15,-3 8 18 0,-3 0-23 16,3 12-1 0,6 16 0-16,6 9 11 0,-3 7-11 15,3 4 2-15,0 6 2 16,5 4-4-16,-2 4-24 15,12 2-129-15,-6 3-145 16</inkml:trace>
  <inkml:trace contextRef="#ctx0" brushRef="#br0" timeOffset="-177691.74">24191 10873 1120 0,'0'0'177'0,"0"0"20"0,0 0-76 0,0 0-38 16,0 0-45-16,0 0-26 16,24-10 5-16,35 39 5 15,-5 4-10-15,-9 5-6 16,6 0-3-16,-21 3-3 15,-7-3-1-15,-14-6-4 16,-6-2-26-16,-3-12-24 16,6-10-20-16,-6-6-9 0,0-2-9 15,0-7 21 1,0-19 7-16,0-12 50 0,0-5 15 16,9-5-5-16,0-3 5 15,6-1 28-15,3-3 13 16,3 1 3-16,6 4-2 15,6 7 1-15,0 10 0 16,-13 11-11-16,-2 9 11 16,-12 10 4-16,-6 3-10 15,0 0-24-15,0 24-5 16,0 16 13-16,-6 12 12 16,-23 11-8-16,-4 6-8 15,0-6-7-15,12 0-5 16,12-13 0-16,9-7-4 15,0-8-2-15,0-9 0 0,18-6-3 16,12-4-1 0,9-8-20-16,5-7-39 0,10-1-36 15,0 0-82-15,6 0-154 16,-7-13-395-16</inkml:trace>
  <inkml:trace contextRef="#ctx0" brushRef="#br0" timeOffset="-170546.9">17072 13021 336 0,'0'0'230'0,"0"0"-96"0,0 0 16 0,0 0-34 0,0 0 0 16,0 0-17-16,0 0-29 16,0 0-29-16,-24-1 7 15,15 1-2-15,9 0-19 16,-9 0-10-16,9 0-5 0,0 0 3 15,0 0-3-15,0 0-6 16,9 0-1-16,33 0 4 16,2 0-1-16,1 0-7 15,15 0-1-15,-6 0 2 16,-4 0 0-16,-11 0-2 16,-12-2 3-16,-9 2-3 15,-12 0 0-15,-6 0 0 16,0 0 1-16,0 0 0 15,0 0 2-15,0 0 0 16,0 0 2-16,0 0 0 16,0 0 13-16,-27 0-7 15,-15 0-4-15,-11 0-4 16,2 0 1-16,3 0 2 16,-9 2 6-16,13 5-4 0,5 2-3 15,6-3 1 1,0 1-1-16,15 0-3 0,0-4 0 15,15-2 0-15,3-1-2 16,0 0 2-16,0 0-1 16,0 0-1-16,0 0-4 15,3 0 4-15,39 0 0 16,18 0 0-16,2-1 4 16,7-9-3-16,-3 0-1 15,-6-2 1-15,2-2-2 16,-20 3 2-16,-6 0 0 15,-18 7-1-15,-12 2 1 16,-6 2-1-16,0 0 2 16,0 0-2-16,-18 0-1 0,-15 0-5 15,-3 0-16-15,-6 2-34 16,7 9-73-16,-1 4-63 16,12-1-136-16,12-5-423 15</inkml:trace>
  <inkml:trace contextRef="#ctx0" brushRef="#br0" timeOffset="-169763.13">19037 13027 1072 0,'0'0'134'0,"0"0"-26"0,0 0-5 0,0 0-23 0,0 0-16 0,0 0-28 15,-45 7-13-15,45-7-18 16,0 0-3-16,36 0-1 16,8-14-2-16,7-2-1 15,-6 1-54-15,-9 3-87 16,-9 1-99-16,-18-2-270 15</inkml:trace>
  <inkml:trace contextRef="#ctx0" brushRef="#br0" timeOffset="-160415.27">22157 12224 935 0,'0'0'203'0,"0"0"-46"0,0 0-42 0,0 0-32 15,0 0-49-15,0 0-14 16,96-121-10-16,-28 107 0 15,-14 3 7-15,-3 8-4 16,-21 3-11-16,-6 0-1 16,-15 18 0-16,-9 17 3 15,0 3-3-15,0 3 2 16,-6-4-2-16,-12-6 0 16,0-8-1-16,15-8 0 15,3-10-1-15,0-5 2 0,0 0-1 16,0 0 1-1,0-15 1-15,0-13-2 0,18-10 1 16,3-6-1-16,11 2 0 16,-5 2-2-16,-3 4-1 15,-6 5 2-15,-9 8-2 16,-6 6 3-16,3 6 3 16,-6 4-3-16,0 7 6 15,0 0 3-15,0 0-3 16,0 5-6-16,-9 27 1 15,-9 6 2-15,0 9 0 16,9 6 0-16,3 1 2 0,6-1 1 16,0-8-5-16,6-5-1 15,21-11 0-15,0-5-2 16,0-10-8-16,6-4-12 16,-3-9-51-16,3-1-69 15,-4 0-46-15,13 0-155 16</inkml:trace>
  <inkml:trace contextRef="#ctx0" brushRef="#br0" timeOffset="-160052.2">22954 12331 754 0,'0'0'254'0,"0"0"-106"0,0 0-101 16,0 0-18-16,0 0-17 0,0 0-9 0,120-7-3 0,-93 14-6 15,-9 15 6-15,-9 5 0 16,-9 0 13-16,0 8-3 16,-6-4-3-16,-24-1 12 15,6-3-8-15,6-8 1 16,9-8 10-16,9-3 0 15,0-7-12-15,0-1 4 16,0 0 5-16,0 0 12 16,27 0-4-16,9-1-20 0,9-11-6 15,-4 0-1-15,-5-1-9 16,6 0-66-16,-15 1-66 16,15 3-171-16,-12-4-617 15</inkml:trace>
  <inkml:trace contextRef="#ctx0" brushRef="#br0" timeOffset="-159785.58">23531 12199 896 0,'0'0'309'0,"0"0"-112"16,0 0-93-16,0 0-32 16,0 0-53-16,0 0-17 15,86-41-2-15,-38 36-3 16,-6 3-26-16,0 2-90 16,-24 0-68-16,-18 10-53 15,0 15-110-15,0 9-142 16</inkml:trace>
  <inkml:trace contextRef="#ctx0" brushRef="#br0" timeOffset="-159667.47">23531 12199 236 0,'98'146'394'0,"-107"-140"-203"0,6-4-25 16,3-2-46-1,0 0-35-15,0 0-42 0,12 0-9 16,21 0-28-16,3 0-6 16,6-8-2-16,-3-2-80 15,-4-1-271-15</inkml:trace>
  <inkml:trace contextRef="#ctx0" brushRef="#br0" timeOffset="-158636.17">24173 12497 824 0,'0'0'302'0,"0"0"-97"0,0 0-41 0,0 0-52 0,0 0-45 15,0 0-32-15,-72 16-15 16,72-16-16-16,0 0 6 16,36 0-10-16,18 0 12 15,20 0-3-15,-2-7-8 16,-9-2 0-16,-1 2 1 16,-20-1-4-16,-9 3 4 0,-21 3-2 15,-6 2 0 1,-6 0 0-16,0 0-3 0,-6 0-2 15,-48 0-2-15,-5 15 5 16,-13 1 2-16,18-4 0 16,3 0 0-16,16-5-1 15,11-4 1-15,15-1 1 16,6-2 0-16,3 0-2 16,0 0 0-16,0 0-5 15,0 0-25-15,36 0-66 16,17-11-97-16,7-6-137 15,0 0-467-15</inkml:trace>
  <inkml:trace contextRef="#ctx0" brushRef="#br0" timeOffset="-158230.47">24558 12262 869 0,'0'0'296'16,"0"0"-86"-16,0 0-88 16,0 0-37-16,0 0-48 15,0 0-29-15,9-13-3 16,36 5-5-16,12-3 0 16,-13 1-1-16,-8 1-2 15,-9-3-13-15,-9 4-70 16,-9 0-58-16,-9 2 4 15,0-2-72-15,0 0-35 0,-27-2 82 16,9-3 165 0,-6 3 45-16,6-1 145 0,0 5-1 15,9 1-19-15,0 5-27 16,6 0-25-16,3 0-21 16,0 0-46-16,0 0-32 15,0 2-13-15,0 25 0 16,9 7-6-16,3 8 2 15,3-2-2-15,-15 3-7 16,0-6-111-16,0-3-107 16,0-12-104-16,3-11-340 15</inkml:trace>
  <inkml:trace contextRef="#ctx0" brushRef="#br0" timeOffset="-157866.3">24898 12220 429 0,'18'-14'455'0,"0"1"-203"0,6 9-130 16,6 4-67-16,3 0-21 16,3 7-18-16,-9 20-11 15,-12 3 5-15,-15 7 2 16,0-7 2-16,0-2-1 16,-18-7-7-16,0-6-2 0,3-9 2 15,15-6-6 1,0 0 3-16,0-15 14 0,0-18-13 15,24-11-4-15,3 4 1 16,-7 0-1-16,-5 11 6 16,-6 9 26-16,-9 13 32 15,0 7-6-15,0 0-21 16,0 0-19-16,0 18-18 16,0 9 1-16,3 10-1 15,-3-1 7-15,6-3-7 16,3 2-8-16,0-1-68 15,0-5-108-15,9-10-60 16,0-7-254-16</inkml:trace>
  <inkml:trace contextRef="#ctx0" brushRef="#br0" timeOffset="-157702.8">25361 12358 733 0,'0'0'456'0,"0"0"-191"0,0 0-86 16,0 0-94-16,0 0-55 15,0 0-13-15,30 0-4 16,-12 17-7-16,-3 4-6 16,-12 8-6-16,-3-1-25 15,0 6-97-15,0-7-184 16,0 1-248-16</inkml:trace>
  <inkml:trace contextRef="#ctx0" brushRef="#br0" timeOffset="-142710.4">18171 10439 443 0,'0'0'119'0,"0"0"-60"0,0 0-59 16,0 0 0-16,0 0-25 15,0 0-51-15,0 0-31 16,0 0 6-16,6-21-30 15,-6 16 92-15,0 0 39 0,0 0 14 16,0 5 31-16,0 0 63 16,0-2-20-16,0 2 26 15,0 0-14-15,0 0-24 16,0 0 23-16,0 0-20 16,0 0-11-16,0 0 4 15,0-3-19-15,0-1-11 16,0-4-14-16,0-1-28 15,0-2 0-15,0-3-13 16,9 3-29-16,-1-2-33 16,1 3-37-16,3 5-2 15,-6-2 7-15,3 5 37 16,0-4-25-16,-9 2 63 0,9-1 32 16,0-1 14-16,0 2 51 15,-3-3 12-15,3 3-9 16,-6-4 3-16,3 4-10 15,-3 1-10-15,3 1-21 16,-3 0-13-16,6-2-17 16,0 3 0-16,6-9-7 15,3 3-99-15,0-7-195 16</inkml:trace>
  <inkml:trace contextRef="#ctx0" brushRef="#br0" timeOffset="-142545.08">18562 10145 630 0,'0'0'165'0,"0"0"-50"0,0 0-79 0,0 0-15 0,0 0-19 16,0 0-2-16,0 0-9 16,9-1-67-16,9-6-40 15,3-1-93-15,2 3-203 16</inkml:trace>
  <inkml:trace contextRef="#ctx0" brushRef="#br0" timeOffset="-142392.11">18562 10145 387 0,'179'-83'233'0,"-179"77"-89"15,0-1-37 1,6 0-25-16,-6-1 2 0,9-1-36 16,0-2-40-1,0 1-8-15,15-5 0 0,-6-2-12 16,3-6-38-1,11-6-76-15,4-4-67 0,6-5-69 16</inkml:trace>
  <inkml:trace contextRef="#ctx0" brushRef="#br0" timeOffset="-142225.95">19123 9665 449 0,'0'0'228'16,"0"0"-54"-16,0 0-69 0,0 0-10 15,0 0-26 1,0 0-25-16,12-56-41 15,-3 45-3-15,6-2-14 16,12-10-59-16,9-2-72 0,0-7-118 16,-4-3-62-16</inkml:trace>
  <inkml:trace contextRef="#ctx0" brushRef="#br0" timeOffset="-142078.23">19526 9198 391 0,'0'0'299'15,"0"0"-115"-15,0 0-113 16,0 0-13-16,0 0-29 16,0 0-28-16,21-73-1 15,3 50-51-15,9-1-87 0,3-6-100 16,0-3-167 0</inkml:trace>
  <inkml:trace contextRef="#ctx0" brushRef="#br0" timeOffset="-141928.65">19879 8761 485 0,'0'0'159'0,"0"0"-38"15,0 0-83-15,0 0-28 16,0 0-10-16,0 0-1 16,86-108-57-16,-68 89-116 15,6-3-252-15</inkml:trace>
  <inkml:trace contextRef="#ctx0" brushRef="#br0" timeOffset="-141729.54">20354 8166 413 0,'0'0'219'0,"0"0"-74"16,0 0-57-16,0 0-59 15,0 0-26-15,0 0-3 16,101-116 0-16,-74 93-14 16,0-7-76-16,0 0-46 15,0 0-112-15</inkml:trace>
  <inkml:trace contextRef="#ctx0" brushRef="#br0" timeOffset="-141529.11">20795 7606 318 0,'0'0'213'16,"0"0"-79"-16,0 0-35 15,0 0-25-15,0 0-39 16,0 0-12-16,21-65-16 16,-15 58-7-16,-3-3-4 15,3 1-31-15,3-3-69 16,-6 0-93-16,6 0-277 15</inkml:trace>
  <inkml:trace contextRef="#ctx0" brushRef="#br0" timeOffset="-141305.73">20888 7426 230 0,'0'0'240'16,"0"0"-66"-16,0 0-61 15,0 0-4-15,0 0-47 16,0 0 23-16,6-13-25 15,-6 10 5-15,0 0-13 16,0 3-12-16,0-1-7 16,0 1-10-16,0-3-12 15,9 3-7-15,-9 0-4 16,0-3-1-16,0 3 0 16,0 0-28-16,0 0-64 0,0 0-82 15,0 0-160-15</inkml:trace>
  <inkml:trace contextRef="#ctx0" brushRef="#br0" timeOffset="-141145.55">20888 7426 592 0,'48'-35'239'0,"-48"35"-66"16,0 0-76-16,0 0-37 15,0 0-47-15,0 0-13 16,0 0-32-16,0 5-140 15,0 5-229-15</inkml:trace>
  <inkml:trace contextRef="#ctx0" brushRef="#br0" timeOffset="-138546.93">22946 4424 877 0,'0'0'265'0,"0"0"-102"0,0 0-49 0,0 0 8 15,0 0-45-15,0 0-24 16,-54-54-25-16,54 54-24 0,0 4-4 15,0 20-12-15,0 12 10 16,36 8 2-16,5 4 8 16,4 2 3-16,-9 0-9 15,9-2 2-15,-12 0-3 16,-12-8-1-16,-7 1 1 16,-5-11-2-16,9-9 3 15,-9-6-2-15,-3-9 0 16,-6-4 2-16,0-2 1 15,0 0 4-15,0 0 3 16,0-10 4-16,0-14-13 16,0-4-1-16,0-4 2 15,-24 2-2-15,15 1 1 16,-8 5 0-16,8 7 0 0,-6 10-1 16,12 2 0-16,-6 5-3 15,-6 0 0-15,-6 17-9 16,-12 15 7-16,0 2 4 15,3 7 1-15,3 5 0 16,1 1 0-16,-7-2 1 16,9-4-1-16,6-16 0 15,6-9 0-15,12-9-6 16,0-7-2-16,0 0-18 16,0 0-22-16,9-2-22 15,27-20-106-15,23-7-73 16,-2 0-266-16</inkml:trace>
  <inkml:trace contextRef="#ctx0" brushRef="#br0" timeOffset="-137981">23644 4591 718 0,'0'0'337'0,"0"0"-104"0,0 0-116 0,0 0-19 15,0 0-49-15,0 0-38 16,0 7-7-16,0 26-4 16,0 7 23-16,0 4-3 15,0-1-12-15,0-1 0 16,0-4-6-16,0-4-2 15,0-11 0-15,0-6 1 16,3-7-1-16,6-10 0 16,6 0 0-16,-3-2 12 15,12-27 0-15,9-9-8 16,-6 0-4-16,-6 4 2 16,-3 11-1-16,-13 10 1 15,-2 9 3-15,-3 4 2 16,0 0-7-16,9 0-8 15,6 13-2-15,3 14 8 0,6 2 2 16,-3-3 0-16,6-8 1 16,-3-3 0-16,-6-9-1 15,6-6 0-15,-3 0 1 16,2 0 12-16,-2-21-5 16,-3-5-7-16,-3-7 19 15,-15 0 9-15,0-1-7 16,0 1-12-16,0 5-1 15,-24 7-7-15,-3 4-2 16,10 8-14-16,5 2-36 16,3 7-54-16,0 0-119 15,9 0-133-15,0 0-463 16</inkml:trace>
  <inkml:trace contextRef="#ctx0" brushRef="#br0" timeOffset="-137259.99">24188 4167 621 0,'0'0'239'0,"0"0"-78"15,0 0-39-15,0 0-1 0,0 0-35 0,-281-134-42 0,203 113-1 16,-2 0-8-16,-7 2 25 16,1 3-23-16,-4 7-22 15,6 8 4-15,4 1-12 16,-7 0 4-16,1 6-10 15,2 16 0-15,-3 6 1 16,1 9-2-16,-1 4 0 0,1 12 0 16,5 15-1-1,3 7 1-15,1 12 0 0,20 3 0 16,15 0 0-16,15-7-1 16,27 3 1-16,0 2 0 15,9 4-1-15,51 6 1 16,12 0 0-16,26-4 0 15,13-9 0-15,2-14-3 16,10-11 3-16,-7-13 0 16,-3-9 0-16,10-11 0 15,8-10 0-15,10-13 1 16,8-4 4-16,0-4-4 16,1-27-1-16,-4-14 1 15,-12-4 0-15,-14-12 5 16,-22-8-6-16,-17-4 6 15,-30-4-4-15,-19-9 3 0,-23 0 9 16,-9-4 17-16,0-8-11 16,-50 1 0-16,-19-13-3 15,-18 5-5-15,-11 10-3 16,8 10-5-16,-11 27 1 16,2 15-5-16,-5 17-1 15,8 16-6-15,15 8-24 16,22 2-34-16,14 15-58 15,12 20-109-15,6 13-117 16,6 7-622-16</inkml:trace>
  <inkml:trace contextRef="#ctx0" brushRef="#br0" timeOffset="-135627.46">22629 3497 585 0,'0'0'303'0,"0"0"-104"0,0 0-35 0,0 0-96 0,0 0-37 15,0 0-22-15,-63 30-4 16,54 0-1-16,9 1 0 16,0 3 0-16,0-4 1 15,9-3-4-15,18-6 0 16,9-7 1-16,-3-6 4 15,-3-4-4-15,3-4 3 0,-7 0 2 16,-8-2 0 0,6-22 17-16,-15-7 11 15,-6-4 3-15,-3-4 12 0,0 4-27 16,-27 7-2-16,-15 0 8 16,4 9-21-16,2 7 2 15,-3 5-10-15,9 6 0 16,6 1-3-16,3 0-11 15,3 4-71-15,3 22-87 16,15 1-66-16,0-4-242 16</inkml:trace>
  <inkml:trace contextRef="#ctx0" brushRef="#br0" timeOffset="-135447.33">23190 3581 238 0,'0'0'899'16,"0"0"-632"-16,0 0-96 0,0 0-90 16,0 0-59-16,0 0-18 15,0-21-4-15,9 21-5 16,0-3-59-16,6 1-113 16,12-5-106-16,9-8-222 15</inkml:trace>
  <inkml:trace contextRef="#ctx0" brushRef="#br0" timeOffset="-135198.23">23507 3357 384 0,'0'0'509'0,"0"0"-285"0,0 0-108 16,0 0-56 0,0 0-21-16,0 0 11 0,-18 38 18 15,60-13-18-15,3-3 1 16,5 1-13-16,-2 0-19 15,-6-4-8-15,-9-4-8 16,-21 1-3-16,-12-2 7 16,0 3-7-16,-9 2-2 15,-45 0-12-15,-9-4-53 16,-14-5-79-16,14-10-42 16,-6 0-238-16</inkml:trace>
  <inkml:trace contextRef="#ctx0" brushRef="#br0" timeOffset="-135049.81">23420 3281 917 0,'0'0'235'0,"0"0"-132"16,0 0-62-16,236-55-28 16,-161 50-13-16,-3 5-3 15,-13 0-128-15,-14 0-317 16</inkml:trace>
  <inkml:trace contextRef="#ctx0" brushRef="#br0" timeOffset="-124687.9">20237 8332 364 0,'0'0'157'0,"0"0"-74"0,0 0-20 0,0 0-1 15,0 0 55-15,0 0-30 16,0 0-13-16,0 0 7 16,-27 23 0-16,21-23-38 15,6 0 9-15,0 0-15 16,0 0-3-16,0 0-1 16,0 0-4-16,0 0-11 15,0 0 5-15,0 0 9 16,0 0-3-16,0 0 13 0,0-13-17 15,6-10-7-15,21-9-16 16,9-6 3-16,6-3-5 16,-3-2 2-16,2-2 2 15,-5 2 1-15,0 0-2 16,-3 2-3-16,12 0 5 16,-10-3-1-16,1 1 0 15,-3-2 0-15,18-6 1 16,-6 4 2-16,5 0 1 15,-5 1-7-15,-6 3 0 16,-6 2 1-16,9 3 0 16,-15 5 4-16,-1 2-3 0,-8 3-2 15,9-2 4-15,0 6-5 16,0-10 0-16,0-2 0 16,6-4 2-1,9-3 0-15,-4-4-1 0,-2 5-1 16,-3 5 0-16,-6 3-2 15,-9 5 2-15,-9 11 2 16,-3 1 1-16,-6 4-2 16,3 4 1-16,-3 0 0 15,0 0 0-15,0-2-1 16,6 2-1-16,-6 1 6 16,0 7 1-16,0-2-3 15,0 3 18-15,0 0-13 16,0 0-2-16,0 0 1 15,0 0-8-15,0 0 3 0,0 0-5 16,0 0 4 0,0 0-2-16,0 0 0 0,0 0 0 15,0 0-1-15,0 0-1 16,0 0-3-16,0 0-8 16,0 0 0-16,0-3 1 15,0 3-5-15,-6-2 1 16,-3 0 11-16,0 2-3 15,0-3 0-15,0 2 4 16,6 1 2-16,-6-2 2 16,-6 2 3-16,6-3-3 15,-9 3 0-15,12 0 0 0,-12 0-4 16,-3 0 3-16,-5 6-3 16,-16 14-3-1,6 6 5-15,0 0 1 0,0 1 2 16,3-6 0-16,18-7-1 15,6-2 0-15,9-9-1 16,0-3-2-16,0 0 3 16,0 0 0-16,0 0 6 15,15-15 1-15,27-9 5 16,3-3-9-16,0 2-3 16,0 5 0-16,-10 4 3 15,-2 4-3-15,-15 5 0 16,0 4 3-16,-9 2-2 0,0 1 4 15,-3 0 0-15,12 0-4 16,0 14-1-16,3 7 0 16,6 8 0-16,-4 2 0 15,4 7 2-15,-3 5-2 16,-6 3-7-16,-6 9-69 16,-3 5-144-16,0 2-125 15,-3 0-631-15</inkml:trace>
  <inkml:trace contextRef="#ctx0" brushRef="#br0" timeOffset="-124087.33">20359 8010 608 0,'0'0'156'0,"0"0"5"0,0 0-36 0,0 0-28 0,0 0 15 16,0 0-34-16,-23-114 12 15,23 114 9-15,-3 0-40 16,3 0-32-16,-6 0-19 0,3 18-8 16,-3 18-2-1,-6 14 2-15,-3 5 5 0,3 5 0 16,3 7 3-16,0-6-5 16,3-1 2-16,6-12 0 15,0-10-2 1,0-12-3-16,9-9 1 0,24-10-1 15,6-7 0-15,11 0 1 16,10 0 5-16,-6-24 0 16,15-4-6-16,-16-6-13 15,-8-2-28-15,6 6-81 16,-15-2-64-16,8 4-123 16,-8 1-610-16</inkml:trace>
  <inkml:trace contextRef="#ctx0" brushRef="#br0" timeOffset="-122683.97">21918 4937 689 0,'0'0'200'0,"0"0"-42"0,0 0-43 0,0 0-19 16,0 0-35-16,0 0 2 0,-45 6-6 16,45-6-11-16,18 0-12 15,21 0 17-15,12 0-30 16,-6-6-21-16,0 5-3 16,-4 1-17-16,1 0-109 15,-21 0-45-15,-12 21-36 16,-9 10-24-16,-3 4-40 15,-48 9-103-15,1-8 335 16,14-5 42-16,9-8 322 0,15-8-154 16,12-5-64-1,0-8 52-15,0-2-27 0,0 0-13 16,27 0-26 0,18-8-37-16,-1-8-49 0,7-4-4 15,-6 2-84-15,-18 1-317 16</inkml:trace>
  <inkml:trace contextRef="#ctx0" brushRef="#br0" timeOffset="-122122.56">20763 4881 686 0,'0'0'286'0,"0"0"-96"0,0 0-70 0,0 0-69 0,0 0-51 15,0 0-6-15,-27 39 5 0,27-6 2 16,27 0 5-16,5-2-3 15,7-3 4-15,-3-6 1 16,-3-5-7-16,9-9 2 16,-12-8 7-16,5 0-6 15,-11-2 16-15,3-27 6 16,-18-1 9-16,-9-3 6 16,0 0-4-16,-18-1-9 15,-18 8-21-15,-8 4 2 0,2 8-9 16,6 5-1-16,3 7 0 15,12 2-6-15,-3 0-29 16,15 7-115-16,0 19-82 16,9-2-231-16</inkml:trace>
  <inkml:trace contextRef="#ctx0" brushRef="#br0" timeOffset="-121972.84">21211 4979 781 0,'0'0'339'16,"0"0"-193"-16,0 0-83 16,0 0-63-16,0 0 0 15,0 0-73-15,44-46-123 16,-2 33-216-16</inkml:trace>
  <inkml:trace contextRef="#ctx0" brushRef="#br0" timeOffset="-121551.64">21524 4626 458 0,'0'0'273'0,"0"0"-10"16,0 0-148-16,0 0-18 15,0 0-51-15,0 0-15 16,-149 17-20-16,149 5-2 16,0 1 2-16,9 1-3 15,30 5 14-15,11-1 3 16,4 1-9-16,-3 1-5 0,-6-4-8 15,-13 5 4-15,-14-1-6 16,-18 3 1-16,0 1 0 16,-6-4 0-16,-23-6 1 15,-4-10-3-15,6-7 0 16,3-7 3-16,6 0 3 16,9-7 2-16,0-16-8 15,9-9 0-15,0-2-4 16,0-3 4-16,0-4 1 15,6-1-1-15,3-1 0 16,-9-1 0-16,0 6 1 16,0 5-1-16,-18 8 1 0,-18 5 0 15,-6 8 3-15,10 9-4 16,-4 3-4-16,-3 6-2 16,-3 27-53-1,6 10-127-15,-5 6-315 0</inkml:trace>
  <inkml:trace contextRef="#ctx0" brushRef="#br0" timeOffset="-120690.08">21184 7807 631 0,'0'0'323'0,"0"0"-152"0,0 0-56 0,0 0-74 0,0 0-24 0,0 0-15 0,-63 81 11 15,63-48-5-15,3-6 4 16,30-5-11-16,9-5 12 16,-4-11-13-16,-2-6 2 15,-3 0 6-15,3 0 2 16,-9-26 0-16,-12-7 2 15,-6-5 3-15,-9-3 18 16,0 6 9-16,-24 8 10 16,-12 6-33-16,0 12-17 15,9 6-2-15,0 3-1 16,1 0-18-16,-7 20-52 16,24 5-115-16,0 5-159 15</inkml:trace>
  <inkml:trace contextRef="#ctx0" brushRef="#br0" timeOffset="-120556.79">21596 7776 671 0,'0'0'304'0,"0"0"-192"16,0 0-109-16,0 0-3 15,0 0-173-15,0 0-416 16</inkml:trace>
  <inkml:trace contextRef="#ctx0" brushRef="#br0" timeOffset="-120123.84">21596 7776 610 0,'245'-135'317'0,"-245"135"-118"0,0 0-61 16,0 0-70-16,0 7-45 16,0 20-22-16,0 8 38 15,0 6-13-15,0 4-8 16,0 0-8-16,0-6-10 15,26-9 0-15,1-11-4 16,9-11 12-16,-3-8-11 16,18 0 6-16,-6-16 3 15,-10-15 0-15,-2 0-1 16,-30-1-3-16,-3 3-1 16,-3 0 0-16,-47 1 16 15,-10 1 6-15,-12 1 4 16,-6 6-2-16,7 0-10 15,8 2 8-15,3 2 5 16,19 0-3-16,14-1-8 0,9 1 4 16,18-4-10-16,0 1-5 15,0 0-6-15,18 1-2 16,24 1-2-16,-4 10 1 16,4 4 3-16,0 3-5 15,-6 0 1-15,-9 17-5 16,0 10-1-16,-4 5-6 15,-14 9-7-15,-9 2-27 16,0 7-50-16,0 0-81 16,0-4-149-16,-15-7-582 0</inkml:trace>
  <inkml:trace contextRef="#ctx0" brushRef="#br0" timeOffset="103690.74">8949 8221 649 0,'0'0'194'16,"0"0"-20"-16,0 0-27 0,0 0-41 0,0 0-35 15,0 0 13-15,0 0-8 16,0-1-26-16,0-4-16 0,0 0-17 15,9-2-1-15,0-2-12 16,0-3 15-16,0 2-7 16,-9 0 12-16,0 1-4 15,0-2-1-15,0-3 1 16,-36-4-13-16,-23-3 3 16,-19-1-10-16,-18-2 0 15,-20 2 1-15,-30 4-1 16,-34-2 1-16,-35 9 2 15,-15 2-3-15,18 4-3 16,21 5 0-16,36 0 0 16,21 0 0-16,-13 9 2 15,-5 20-1-15,-21 4 1 16,-12 8-1-16,-9 6-1 0,-24 6 3 16,-27 11 0-16,-18 5 0 15,9 0 0-15,42-7 0 16,39-15 3-16,56-13-1 15,49-15-2-15,35-10 0 16,24-9 3-16,9 0-1 16,0 0-2-16,0 0 0 15,0 0-1-15,0 0-1 16,0-14 1-16,0-7-1 16,15-14-9-16,12-4 0 15,-9-5-4-15,18-3 7 16,-10 2 5-16,-8 5-2 15,0 7 4-15,-9 6 1 16,-3 8 2-16,3 12-2 16,-9 1 1-16,0 6-1 0,0 0 0 15,0 0 0-15,0 0-1 16,0 23 0-16,-9 9-5 16,-18 21 6-16,-9 7 1 15,4 7 0-15,5-3 1 16,12-7-2-16,15-12 0 15,0-8 0-15,0-17 0 16,24-5-10-16,21-13 6 16,17-2-3-16,22 0-32 15,5-15-190-15,16 0-165 16</inkml:trace>
  <inkml:trace contextRef="#ctx0" brushRef="#br0" timeOffset="104440.08">3607 8684 939 0,'0'0'293'0,"0"0"-177"0,0 0 46 0,-36-126-31 0,27 122-46 0,9 4-30 0,0 0-41 16,0 23-14-16,0 18-3 16,42 22 3-16,-3 17 13 15,3 3-2-15,-15 4-2 16,8 1-9-16,-8-9-1 15,0-7 1-15,-3-16 0 16,3-12 0-16,-12-18 0 16,-6-14-3-16,-6-11-2 15,-3-1 5-15,0-3 3 16,0-21 6-16,-9-11-3 16,-18-3-5-16,-9 4-1 15,12-2 0-15,3 3 0 16,-3 5 0-16,-2 6 1 15,17 6 0-15,0 12 1 16,0 4 1-16,0 0-3 16,0 0-4-16,-6 28-9 0,-6 10 9 15,-6 8 2-15,3 4 1 16,6-2 1-16,-9-3 0 16,12-1 1-16,-2-11-1 15,5-10 2-15,3-9-2 16,9-6 0-16,0-8 0 15,0 0-4-15,0 0 2 16,0-8-19-16,0-8-30 16,0-10-59-16,0 2-102 0,9-2-53 15,26 2-299 1</inkml:trace>
  <inkml:trace contextRef="#ctx0" brushRef="#br0" timeOffset="104928.07">4070 8931 908 0,'0'0'307'0,"0"0"-129"0,0 0-29 0,0 0-69 0,0 0-70 0,0 0-8 0,0 71 2 15,18-25-4 1,-9 1-1-16,9-3 1 0,6-8 8 15,-12-10-8-15,2-10 0 16,-2-8-2-16,-3-8 2 16,-3 0 0-16,3 0 5 15,0-23 4-15,9-4-3 16,-9 0-2-16,9 5 0 16,-18 11-2-16,9 11 0 15,-3 0-2-15,-3 0-5 16,12 5 1-16,6 8 0 15,12 7 8-15,2-3-10 16,7-1 6-16,-3-4 0 16,3-8-1-16,3 0 0 15,-9-4 1-15,-4 0 1 0,-5-20-1 16,-18-11 4 0,-9-1 4-16,0-12 14 0,0 1 37 15,-27 1-9-15,-14 4-27 16,-4 6-3-16,9 11-18 15,3 6-4-15,6 11-3 16,9 4-24-16,9 0-127 16,9 7-225-16,0 12-623 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10T11:21:48.0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21273 4453 806 0,'0'0'186'0,"0"0"-60"0,0 0-51 0,0 0 5 0,0 0-23 15,0 0-16-15,0 0-12 16,0 0-5-16,-54 32-8 16,87-24 4-16,30-1 59 0,36-2-43 15,14-5-11 1,7 0-24-16,2 0 1 0,-6 0 1 16,-11 0-3-16,-7 0 4 15,-5 0-4 1,-21-3 0-16,-1-3-3 0,-20 1 1 15,-9-1 0-15,-21 4-2 16,-12 2-5-16,-9 0-15 16,0 0-36-16,0 0-49 15,0 0-43-15,-45 17-96 16,-6-1-749-16</inkml:trace>
  <inkml:trace contextRef="#ctx0" brushRef="#br0" timeOffset="25032.78">11580 6612 783 0,'0'0'116'15,"0"0"-23"-15,0 0-30 0,0 0 3 0,0 0 0 0,0 0-12 16,0 0-11-16,0 0-22 16,27 3-11-16,36-3 19 0,11 0-18 15,-2 0-4-15,15 0 5 16,-7-10-9-16,10-2 2 15,-13 6-1-15,-8-4-4 16,-6 3 0-16,-21 4 3 16,-15-2 0-16,-10 5-3 15,-17 0-7-15,9 0 7 16,-9 0-1-16,0 0-2 16,0 0-2-16,0 0-23 15,0 0-69-15,0 13-73 16,0-1-201-16</inkml:trace>
  <inkml:trace contextRef="#ctx0" brushRef="#br0" timeOffset="25979.3">13429 6717 675 0,'0'0'156'0,"0"0"-18"0,0 0-47 0,0 0 9 0,0 0-30 16,0 0 2-16,-36 0-17 15,36 0-14-15,-6 0 1 16,6 0-16-16,0 0-8 16,0 0-6-16,0 0-4 15,0 0 9-15,0 0-17 16,33 0 7-16,29 0-7 16,16 0 14-16,12 0 7 15,5 0-11-15,1 0-7 16,8 0 1-16,-5 0-4 15,5 0 1-15,-8 0 6 0,-7 0-6 16,-2 0-1-16,-9 0 0 16,-10 0 1-16,-5 0-1 15,-3 0 0-15,-12 0 3 16,-7 0 0-16,-14 0-1 16,-3 0 0-16,-6 0 3 15,-9 0 1-15,-6 0 6 16,-3 0 4-16,0 0 3 15,0 0-7-15,0 0-10 16,0 0-1-16,0 0-1 16,-3 0-13-16,-42 5-87 15,-21 2-188-15,-5-7-574 16</inkml:trace>
  <inkml:trace contextRef="#ctx0" brushRef="#br0" timeOffset="41670.97">4563 6662 639 0,'0'0'149'0,"0"0"-39"16,0 0-23-16,0 0-45 0,0 0-8 15,0 0-4-15,0 0-3 0,131-6 47 16,-12 0-22-16,34-3-7 16,20-7-24-16,21-1-3 15,6 0-10-15,0 5-4 16,-6 4-2-16,-18 7 4 16,1 1-4-16,-28 0-2 15,-12 0 1-15,-23 0 0 16,-25 0-1-16,-2 0 6 15,-33 0-1-15,-9 0 8 16,-22 1-5-16,-11 3 10 16,-3-2 1-16,-9 0-7 15,0-2-10-15,0 0 9 16,0 3 0-16,0-3-3 16,0 0-7-16,0 0 5 0,0 0-6 15,0 0 1-15,0 0-2 16,0 2-52-16,0 2-130 15,-39-1-264-15</inkml:trace>
  <inkml:trace contextRef="#ctx0" brushRef="#br0" timeOffset="108919.77">11562 6625 560 0,'0'0'137'0,"0"0"37"0,0 0-52 0,0 0-21 16,0 0-6-16,0 0-30 15,0 0-3-15,0 0 13 16,-185-5 1-16,185 5-7 16,-6 0-14-16,6 0-26 15,0 0-9-15,0 0-4 16,0 0 0-16,9 0-9 0,51 0-1 15,35-3 3-15,19-2 0 16,2 1 2-16,4-2-11 16,-7 2 0-16,-14 0-1 15,-10 3 1-15,-29 1 0 16,-9 0 0-16,-30 0 1 16,-6 0-1-16,-12 0 0 15,3-2 0-15,-6 2 2 16,0 0 0-16,0-3 3 15,0 3-2-15,0 0-3 0,0 0-3 16,0 0-45 0,0 0-55-16,0 0-135 0,0 0-146 15</inkml:trace>
  <inkml:trace contextRef="#ctx0" brushRef="#br0" timeOffset="110232.69">14987 5781 522 0,'0'0'308'0,"0"0"-134"0,0 0-58 0,0 0-27 0,0 0-16 15,0 0-13-15,-6 0-8 16,30 0-17-16,12 0 1 16,15 0-13-16,-3 0-13 15,-7 3-8-15,-5-3 8 16,-9 5-8-16,-18-1-2 15,6 4 0-15,-12 5 0 16,-3 4-1-16,0 5 1 0,0 4 1 16,0 5 11-16,-9 1 8 15,-12 6-12-15,-6 6 8 16,3 5-11-16,-2 9-3 16,8 2 1-16,9-3 1 15,0-1-3-15,3-3 0 16,6-8 0-16,0 1 1 15,0-7 0-15,0 0 2 16,9-1-3-16,9-2-1 16,-3-3 6-16,-7-6-1 15,-8-5-1-15,0-10-3 16,0-8 0-16,0-2-1 16,0-2-3-16,-50 0-1 15,-31 0-55-15,-23 0-172 16,-28-13-162-16</inkml:trace>
  <inkml:trace contextRef="#ctx0" brushRef="#br0" timeOffset="111381.89">11843 5746 511 0,'0'0'175'0,"0"0"38"0,0 0-84 0,0 0-38 0,0 0 2 0,0 0-14 15,0-12-30 1,0 12-14-16,0 0-7 0,0 0-7 15,0 0-5-15,-27-3-9 16,-6 0-7-16,-6 3-6 16,-2 0 6-16,-4 0 0 15,3 0-1-15,-12 0 1 16,21 0 0-16,3 0 0 16,4 7-1-16,11-1 0 15,6 1 1-15,9 3-3 0,-9 1-3 16,9 6 6-1,0 2 0-15,0 7-2 16,0 6 4-16,0 2-2 16,0 3 1-16,0 0-1 15,0 0 0-15,0 1 6 16,0 2-6-16,0 5-3 0,0 0 3 16,0 6 0-1,0 2 3-15,0 0 0 0,0 1-1 16,0-1 2-16,0 1-2 15,0-3 0-15,0-2 0 16,0 0-4-16,0-3 2 16,0-2 0-16,0-3 3 15,0-3 3-15,0-4-5 16,0-9-1-16,0-2-8 16,0-12 8-16,0-4-2 15,45-7-12-15,5 0-21 16,13-11-39-16,15-16-72 15,20-7-95-15,7 1-437 0</inkml:trace>
  <inkml:trace contextRef="#ctx0" brushRef="#br0" timeOffset="199418.05">9917 8227 808 0,'0'0'141'0,"0"0"-21"0,0 0-43 0,0 0-23 0,0 0-24 0,0 0-30 16,0 0-2-16,0 0 2 16,-21 47 13-16,42-25 7 15,3-1 6-15,-6-4-4 16,0-2-11-16,-10-4 4 15,7-6 3-15,-6 0-8 16,-6-5 5-16,6 0 24 16,0-4 21-16,15-30 11 15,21-17-35-15,15-18-36 16,20-7-1-16,16-1-27 16,11 1-73-16,7 3-116 15,5 0-223-15</inkml:trace>
  <inkml:trace contextRef="#ctx0" brushRef="#br0" timeOffset="201831.97">5070 9613 577 0,'0'0'268'0,"0"0"-72"15,0 0-55-15,0 0-40 0,0 0 5 16,0 0-22-16,0 0-15 16,-149 0-30-16,149 0-14 0,0 0-15 15,0 0-3-15,0 3-6 16,54 8 13-16,23-1 9 15,19 0-11-15,20-4-2 16,13 1-3-16,-4-2-1 16,-11-1-6-16,-10 2 3 15,-26-4-3-15,-15 1 0 16,-28-3 0-16,-11 0 2 16,-15 0-2-16,-9 0 0 15,0 0 0-15,0 0-2 16,0 0-38-16,0 2-48 15,-18 2-80-15,-24-1-167 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10T11:25:39.3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4867 2819 1059 0,'0'0'247'0,"0"0"-59"0,0 0-61 0,0 0-56 15,0 0-24-15,0 0-29 0,0 0-17 16,0 0 3-16,209 10 7 16,-68-10-3-16,2 0-7 15,-3-5-1-15,-11 5-26 16,-13 0-70-16,-20 0-110 15,-19 5-129-15,-23 9-743 16</inkml:trace>
  <inkml:trace contextRef="#ctx0" brushRef="#br0" timeOffset="3496.83">20124 2257 902 0,'0'0'219'0,"0"0"-111"0,0 0-39 0,0 0-11 0,0 0-16 16,0 0-20-16,0 0-7 16,0 0-3-16,0 0 0 15,14 0 10-15,4 0 8 16,-6 2 0-16,12 3-16 16,-6 5-6-16,9 0 1 15,6-2-7-15,-6 5-2 0,9 1 1 16,-1 1-1-1,7 3 1-15,3 2 2 16,0 3-3-16,-3-2 4 0,2 6-3 16,1 2 0-16,9 1 1 15,-3 9-2-15,-6-1 4 16,14 0-1-16,-5 2-2 16,-3-5 1-16,3 2 1 15,-10-4-1-15,10-3 1 16,-3 2 8-16,0-4 6 15,-4 1-4-15,4 0-4 16,3 2-6-16,6-3 5 16,2 6-5-16,1-6 5 15,3 0 0-15,-10 1 4 0,-5-3-10 16,-6 1 6-16,-3-1-7 16,-15 2 0-16,15 0 3 15,-7 1 6-15,4 5-1 16,3-3 1-16,0 0-6 15,3 2 11-15,-1 1-11 16,7-1 7-16,-3-1 5 16,3 0-2-16,2 4-4 15,-2 0-10-15,9-1 6 16,3 8 27-16,-4-5-28 16,-2 4-5-16,12 7 22 15,-10-6-22-15,-5 2 4 16,9 2-3-16,-12-9 0 15,2 5 3-15,7-2-2 16,-15-5 0-16,6 4 0 0,2-5-2 16,-8-1 0-16,6 4 2 15,-6-6 0-15,9 3-1 16,-1 5 1-16,7-4 2 16,-6-5-4-16,6 11 12 15,2-8-11-15,-11 0 0 16,27 6 7-16,-25-12-6 15,-2 2 1-15,12 0 2 16,-12-8-4-16,-4 1-1 16,13 4 9-16,-6-6-7 0,-3 5-1 15,-7-5 4-15,-2-6-3 16,-12-3-2-16,3-6 0 16,-15 2 2-16,0-5-1 15,-9-3 0-15,-9 0-1 16,0 0 0-16,0 0-26 15,0 0-67-15,-18-17-129 16,-51-16-342-16</inkml:trace>
  <inkml:trace contextRef="#ctx0" brushRef="#br0" timeOffset="5030.64">18574 3949 653 0,'0'0'215'0,"0"0"-35"0,0 0-56 0,0 0-27 0,0 0-35 16,0 0-9-16,-12-10-15 16,12 10-14-16,-6 0 3 15,6 0-10-15,0 0 0 16,0 2-10-16,6 6 4 16,21 7 11-16,9 1-6 15,8 6-6-15,10 0 6 16,6 2-3-16,8-1 6 15,-5 1-14-15,15 3 10 0,-10-1 3 16,-5 0-17 0,0 5 0-16,0 2-1 0,5-1 6 15,-8 6-1-15,3 2-1 16,5-2-3-16,-5 5-1 16,6 2 0-1,-6-6-1-15,-1 1 1 0,-2-2 2 16,0-6-2-16,-7 3 1 15,-8-8-1-15,6 0 1 16,-3 2 1-16,17 7-4 16,-8 2 4-16,12 1 84 15,9 12-79-15,-16-11-6 16,7 10 11-16,9 8 4 16,-16-16-14-16,-2 3 3 15,3 4 7-15,-10-9-12 0,1-2 1 16,-3 0 2-16,9 1 1 15,-13-7-4-15,4 4 6 16,3 2-6-16,-3-5 1 16,-6 1 0-16,14 6 3 15,1 1-1-15,-3 0-1 16,2-1 11-16,4 0-9 16,-12-7 2-16,3-1-2 15,5 1-4-15,-14-7 6 16,-9-3-6-16,6 1 4 15,-6 1-3-15,-1-2-1 0,1 2 2 16,6-2 7-16,-6 3-9 16,15-4 1-1,-12 4 0-15,20 5 0 0,-14-10 0 16,0 5-1-16,15 2 3 16,-7-3 0-16,-2 1-3 15,3-2 11-15,6 1-8 16,8-4 3-16,-14 5-6 15,15-1 28-15,-16-6-27 16,1 7-1-16,15 6 11 16,0-2-10-16,-7 4-1 15,7 2 9-15,-6-6-9 16,-1 0 6-16,-2-5 1 0,-6 0-6 16,6-9 2-1,-13-1-3-15,1 0 6 0,-12-7-5 16,-15 2-1-16,-3-5 1 15,-9-5 0-15,-9 0-1 16,0 0 0-16,0 0-10 16,0-7-42-16,-45-25-71 15,-36-15-98-15,-32-24-171 16</inkml:trace>
  <inkml:trace contextRef="#ctx0" brushRef="#br0" timeOffset="5699.03">18460 2584 575 0,'0'0'177'0,"0"0"-36"0,0 0-76 0,0 0-45 0,0 0-4 15,0 0-1-15,15 28-7 0,3-14-8 16,18 1 0-16,0 3 0 16,0 6-38-16,5-3-84 15,13 5-120-15</inkml:trace>
  <inkml:trace contextRef="#ctx0" brushRef="#br0" timeOffset="5862.48">19117 2978 560 0,'0'0'172'0,"0"0"-16"16,0 0-25-16,0 0-21 16,0 0-32-16,0 0-33 15,191 87-39-15,-137-66-5 16,6 7-2-16,8 2-20 15,4 8-83-15,15 3-104 0,-1 2-74 16,4 3-116 0</inkml:trace>
  <inkml:trace contextRef="#ctx0" brushRef="#br0" timeOffset="6729.26">20306 3584 501 0,'0'0'94'0,"0"0"35"15,0 0 8-15,0 0-34 16,0 0-19-16,0 0-49 15,230 118-20-15,-186-96 7 16,7 3-20-16,9 5-4 16,-3 2-5-16,11 6-6 15,1 1-80-15,12 4 76 0,-13 2-102 16,13 3 56-16,-3-5-85 16,-7 2 148-16,4-2-57 15,-9-3 128-15,8 3 55 16,-17-7-121-1,9 6 220-15,-10-7-215 16,-5 5 137-16,9-2-100 0,-15-4-45 16,0 1 121-16,-4-2-111 15,-5-2-10-15,0-2 0 16,9 3 1-16,6-5-2 16,-7 2-1-16,16 1-6 15,-6-3 0-15,9 9-19 16,14-3-6-16,-14-2-81 15,15 5 78-15,-7-5-46 16,-2 2 36-16,3-2 42 16,-13 1-87-16,10 3 77 0,-15-8 13 15,-4 4-1 1,-2-1 6-16,-6 3 29 0,12-2-6 16,-12 2-26-16,2 0 64 15,10-3-66-15,-3 2 79 16,9-2-57-16,-7-7-21 15,10 4 42-15,-9-7-42 16,15 7 0-16,-1-1-2 16,-5-3-8-16,15-1-17 15,-16-3-41-15,-2 1 52 16,-6-7-47-16,-3 2 41 16,-7 0 19-16,-8-4 1 0,-9 1-10 15,-3-2 10-15,-6-1-8 16,3 1 7-16,3-4 0 15,-6 4 0-15,-1 0 1 16,25 4 2-16,3-3 1 16,0 4 103-16,6 1-45 15,-13 2-58-15,-5 0-3 16,12 2 0-16,-9-1-1 16,-12-5-18-16,-12 0 11 15,-6-4 7-15,3-3 0 16,0 1 1-16,0-5 0 15,0 1 2-15,0-1-2 0,-1 3 25 16,-2 1-10-16,6 3 16 16,3-3-2-16,-3-2 25 15,-3-1 14-15,6-4-5 16,-12 0-4-16,3 0 15 16,12 0-24-16,-9-9-12 15,6-14-38-15,-15-2-10 16,0-4-77-16,-15-9-205 15,-39-8-722-15</inkml:trace>
  <inkml:trace contextRef="#ctx0" brushRef="#br0" timeOffset="8761.12">21963 3300 528 0,'0'0'249'0,"0"0"-21"0,0 0-81 0,0 0-40 0,0 0-13 15,0 0-12-15,0 0-40 16,-15-27-18-16,15 27-21 16,0 3-3-16,0 10-1 15,0 5 1-15,0-4 4 16,0-2-3-16,0-2-1 16,0-5 0-16,6-3-1 0,12-2 1 15,0 0 3-15,6 0 7 16,-6 0 0-1,-6-12 12-15,-3-2-10 0,-3-3 4 16,-6-1-5-16,0 5 2 16,0 2-6-16,0 1-1 15,-9 3-5-15,-9 2 0 16,-6 2-1-16,-3 3 0 16,3 0-3-16,-3 0 0 15,0 3-4-15,9 9 4 16,6 3 3-16,4-4-2 15,8 3-3-15,0-2 1 16,0-4 2-16,0-2 0 16,0-3-4-16,17-1 4 0,10-2 1 15,-6 0 1-15,12 0 0 16,-6-2 9-16,-9-12-6 16,-3-3 5-16,-15 2 0 15,0 3 1-15,0 1 2 16,0 4-8-16,0 2-1 15,-9 2-4-15,0 3 0 16,-6 0-14-16,-3 0-76 16,9 4-133-16,-6 14-168 15</inkml:trace>
  <inkml:trace contextRef="#ctx0" brushRef="#br0" timeOffset="9394.25">22172 2958 588 0,'0'0'255'0,"0"0"-69"0,0 0-78 0,0 0-34 0,0 0-25 0,0 0-6 0,-167-65 10 15,134 62-14-15,0 3-7 0,-3 0-12 16,-2 0-9-16,-10 9-7 16,3 13 12-16,0 5-11 15,-6 6 2-15,13 5-4 16,2 5 0-16,3 5 0 15,15 1 4-15,3 0-4 16,6 0-3-16,9 1 8 16,0-2-1-16,0 1-4 15,18-3-1-15,15-1 3 16,9-7 3-16,2-2-4 16,1-5-1-16,15-7 3 15,-6-8-6-15,8-7 1 0,1-6 7 16,-3-3-7-1,9 0-1-15,-1-14 12 0,-2-13-6 16,0-5-3-16,-19-7-2 16,-5-4 9-16,-24-1-9 15,-9-6 19-15,-9 0 20 16,0-8-10-16,-27-4-1 16,-18-2-14-16,1 3-11 15,-7 8-1-15,6 12-3 16,9 13 0-16,3 8 0 15,9 12-2-15,7 2-8 16,8 6-9-16,0 0-79 16,6 8-86-16,-3 10-100 15,6-1-319-15</inkml:trace>
  <inkml:trace contextRef="#ctx0" brushRef="#br0" timeOffset="9960.09">22841 2907 875 0,'0'0'293'0,"0"0"-146"0,0 0-47 0,0 0-56 16,0 0-24-16,0 0-8 15,140-43-10-15,-98 43 8 16,0 0-7-16,-21 15-3 16,-12 11 0-16,-9 6 3 15,0 2 0-15,0 5 4 16,-27-8-3-16,9-7-4 15,0-8 0-15,18-11 0 16,0-5 0-16,0 0 0 16,0-4 16-16,0-19-3 15,9-8-12-15,24-2-1 16,-6-4 0-16,3 0 0 16,-3 2 0-16,-4 4 1 0,-5 6 2 15,-9 7 3-15,-3 11 14 16,-6 7 10-16,0 0 0 15,0 0-19-15,0 0-11 16,0 8-4-16,-6 20 4 16,-12 2 0-16,0 4 0 15,18-2-2-15,0 2 4 16,0-2-2-16,0-4 0 16,0-4-6-16,36-5-17 15,0-5-53-15,6-7-63 0,3-5-103 16,5-2-174-1</inkml:trace>
  <inkml:trace contextRef="#ctx0" brushRef="#br0" timeOffset="10261.11">23599 2952 436 0,'0'0'536'0,"0"0"-317"0,0 0-143 0,0 0-26 0,0 0-27 0,0 0-11 16,159-15-2-16,-132 28 5 0,-15 11-12 0,-12 10 6 16,0 8 1-16,-30 3 7 15,-21 3 9-15,0-9 16 16,12-7-9-16,15-11-1 0,16-8-7 16,8-9-13-16,0-4 4 15,8 0 6-15,43 0 20 16,12-2-5-16,9-15-25 15,-4 1-10-15,-5 2-2 16,-12 1-3-16,0 5-31 16,-22 7-119-16,-5 1-190 15</inkml:trace>
  <inkml:trace contextRef="#ctx0" brushRef="#br0" timeOffset="11976.31">20551 4998 646 0,'0'0'304'0,"0"0"-104"0,0 0-77 0,0 0-19 15,0 0-33-15,0 0-42 16,-24-10-24-16,15 10-5 16,9 0-2-16,0 7-2 15,0 1 4-15,0-1 1 0,0-2 0 16,0-3-1-16,0 1 2 15,0-3 0-15,0 0-2 16,0 0 6-16,0 0 2 16,0 0 6-16,0 0 18 15,0-5-10-15,0-7-11 16,0 4-1-16,0 1-4 16,-18 5-1-16,3 2 0 15,-12 0-5-15,0 0-2 16,-3 2-1-16,-3 13 0 15,19-1 0-15,2 0 3 16,3-2-3-16,9-1-1 16,0 0 2-16,0-7-2 0,0 1 0 15,18-3 1-15,8-2 3 16,7 0 0-16,3 0 2 16,-9-2 5-16,0-15-3 15,0 0 2-15,-18 0 3 16,0-1-6-16,-9 3 7 15,0 1 15-15,0 3-4 16,-3-1-7-16,-21 7-10 16,-3 2-3-16,3 3-1 15,3 0-1-15,-3 0-5 16,3 15-1-16,6 4 4 16,-3 0 0-16,18 0 1 15,0-5-1-15,0-2-2 0,0-2 3 16,9-6-1-1,15-4-2-15,3 0 5 0,0 0 0 16,-6 0 4-16,-6-14 2 16,-6-2-1-16,-9-1 5 15,0-1-3-15,0 2 6 16,0 5-9-16,0 0-2 16,-9 5-2-16,3 3-3 15,3 3-12-15,-6 0-51 16,0 0-100-16,3 0-114 15,6 0-242-15</inkml:trace>
  <inkml:trace contextRef="#ctx0" brushRef="#br0" timeOffset="12454.08">20569 4688 697 0,'0'0'289'0,"0"0"-112"0,0 0-97 0,0 0-6 0,0 0-43 15,-269-35-6-15,215 44-4 16,3 14-7-16,3 8-2 16,-11 6-2-16,14 8 1 15,3 7-2-15,6 8 7 16,12 4 1-16,21 2-10 15,3 0 0-15,0 0-5 16,9-9-2-16,36-4 0 16,15-11 0-16,12-7 1 0,14-5 0 15,4-14 2-15,5-9 2 16,1-7-5-16,-1 0 1 16,-5-12-1-16,-3-16 9 15,-7-8-7-15,-20-9 2 16,-9-3 1-16,-24-4-1 15,-15-8 4-15,-12-4 1 16,0-5 47-16,-27-2-10 16,-36 2-14-16,-9 6-14 15,-5 11-12-15,14 12-4 16,3 13-2-16,15 13-1 0,-5 14-5 16,-1 0-41-16,6 19-85 15,0 20-121 1,9 3-258-16</inkml:trace>
  <inkml:trace contextRef="#ctx0" brushRef="#br0" timeOffset="13175.62">19843 5905 941 0,'0'0'239'0,"0"0"-106"0,0 0-38 0,0 0-32 0,149-132-18 0,-77 115-19 0,2 7 3 16,-17 7-14-16,-15 3-9 15,0 8-5-15,-21 20-1 16,-15 10 1-16,-6 3 0 16,0-2 0-16,0-2-2 15,-15-8 2-15,3-12 2 16,3-6-3-16,3-6 0 16,6-5 0-16,0 0 2 15,0 0 2-15,0 0 6 16,0-23-8-16,0-9-2 15,0-6-1-15,15-6 0 0,12-3 0 16,3-1 0-16,-7 3 0 16,4 10 1-16,-12 8 0 15,-12 16 0-15,-3 6 5 16,0 5 11-16,0 0 3 16,0 0-18-16,0 15 1 15,-9 13-4-15,-9 7 4 16,9 5-2-16,0 6 7 15,9-3-1-15,0-2-3 16,0-10 0-16,0-3-3 16,9-9 0-16,18-6 0 0,0-5-12 15,6-3-27 1,3-5-57-16,15 0-81 0,-13 0-98 16,4 0-275-16</inkml:trace>
  <inkml:trace contextRef="#ctx0" brushRef="#br0" timeOffset="13368.17">20748 5884 332 0,'0'0'699'0,"0"0"-443"0,0 0-62 0,0 0-82 0,0 0-51 0,0 0-34 16,0-12-23-16,0 36-1 15,0 0 1-15,0 14 0 16,0 0-4-16,0 1 0 0,0-1-31 15,0-1-114-15,0-12-125 16,0-10-183-16</inkml:trace>
  <inkml:trace contextRef="#ctx0" brushRef="#br0" timeOffset="14176.47">20449 4961 565 0,'0'0'144'0,"0"0"-2"16,0 0-84-16,0 0-40 0,0 0-13 0,0 0 4 16,0-1 9-16,18-9 4 0,6-4-14 15,3-7-8-15,15-3-87 16,-7-2-114-16,1-6-4 16,6-1-291-16</inkml:trace>
  <inkml:trace contextRef="#ctx0" brushRef="#br0" timeOffset="14824.94">20822 4616 513 0,'0'0'173'0,"0"0"10"16,0 0-61-16,0 0-38 15,0 0-1-15,0 0-31 0,81-133-36 16,-57 105-14-16,3-3-2 16,9 0-14-16,-1 0-42 15,1 0-59-15,-3 2-20 16,-3 3 20-16,-3 1-7 15,-12-1 58-15,3 6 8 16,-9 1 37-16,6 0 19 16,-4 0 4-16,4 2 40 15,-3 3 41-15,6-1-43 16,-3 1 85-16,3 5-68 16,-9-1-7-16,9 0-30 15,0 3-17-15,0 1 0 16,6-4-5-16,-3-2-21 15,3-3-60-15,-7 1-104 0,16-2 29 16,-12-1-86 0,3 1 79-16,-6 1 163 0,-6 6 56 15,-6-2 90-15,3 7 12 16,-9-3-66-16,9 2-7 16,-9-2-17-16,0-1 43 15,0 5-37-15,9-5-14 16,0 1-37-16,0 0-17 15,9-5-6-15,0-2-2 16,5-1-2-16,4-3-47 16,0 1-57-16,0 0-34 0,0 0 21 15,-9 1 11 1,-9 4 43-16,0 2 67 0,-9 1 42 16,0 4 45-16,0-2-29 15,0-2-34-15,9-2 27 16,-3 2-29-16,3-6-7 15,9 1 17-15,-3 1 26 16,2 0-46-16,-5-1-6 16,6 5-6-16,-9-1 0 15,0 3-5-15,-3 0 0 16,-6 2-4-16,9 0-61 16,-9-2 29-16,3-3-24 15,12-3-48-15,-6-2-87 16</inkml:trace>
  <inkml:trace contextRef="#ctx0" brushRef="#br0" timeOffset="14992.26">22032 3397 100 0,'0'0'343'0,"0"0"-157"0,0 0-50 0,0 0 6 0,0 0-16 0,0 0-19 0,12-19-35 15,-12 19-38-15,0 0-8 16,0 0-20-16,0 0-6 15,0 0-5-15,0 8-31 16,0 9-127-16,0 1-229 16</inkml:trace>
  <inkml:trace contextRef="#ctx0" brushRef="#br0" timeOffset="17106.34">20237 7703 693 0,'0'0'355'0,"0"0"-182"0,0 0-72 0,0 0-17 16,0 0-35-16,0 0-19 16,131-111-10-16,-71 110-1 15,-6 1-6-15,-3 0 1 16,-15 7-4-16,-16 20-2 16,-11 6-3-16,-9 7 2 15,0 7-4-15,-27-2 1 16,-8-3-4-16,8-11 0 15,9-14 0-15,18-9 1 16,0-8-1-16,0 0 0 16,0 0 1-16,0-21 13 15,0-14-14-15,36-9 4 0,0-3-4 16,5 2 0-16,-5 1 0 16,-3 6 0-16,-12 7 1 15,-3 13-1-15,-9 6 0 16,-9 10 1-16,0 2 4 15,0 0 1-15,0 9-2 16,-3 17 4-16,-24 8 9 16,9 9-1-16,3-1-7 15,6 5-3-15,9-1-5 16,0-7 0-16,0-1-1 16,0-10 0-16,24-4 0 15,3-8-2-15,0-4-2 16,0-2 1-16,0-8-52 15,14-2-75-15,-5 0-114 16,0 0-228-16</inkml:trace>
  <inkml:trace contextRef="#ctx0" brushRef="#br0" timeOffset="17422.71">21002 7855 813 0,'0'0'332'0,"0"0"-173"0,0 0-84 0,0 0-45 0,0 0-17 0,0 0-13 16,113-4 5-16,-95 16 1 15,-12 11 0-15,-6 8 4 0,-6 7 7 16,-33 3-2-16,-12-5 3 16,24-9-6-1,10-4 9-15,8-14-5 0,9-4 6 16,0-4-7-16,0-1 3 15,0 0-2-15,12 0 9 16,29 0 2-16,10-1-18 16,-6-6-8-16,0 0-1 15,-4-5-5-15,-2-3-64 16,3 3-109-16,0-2-123 16,-3-1-331-16</inkml:trace>
  <inkml:trace contextRef="#ctx0" brushRef="#br0" timeOffset="17639.36">21578 7820 808 0,'0'0'386'0,"0"0"-163"15,0 0-94-15,0 0-65 16,0 0-40-16,0 0-16 15,107-17-7-15,-59 12 1 16,-9 0-4-16,-6 5-46 16,-15 0-167-16,-9 0-104 15,-9 10-395-15</inkml:trace>
  <inkml:trace contextRef="#ctx0" brushRef="#br0" timeOffset="17789.89">21629 7997 200 0,'-6'3'577'0,"6"-3"-289"15,0 0-150-15,9 0-68 16,32 0-18-16,4-11-31 16,0-2-11-16,0 2-10 15,-3-2-29-15,11-1-162 16,1-3-382-16</inkml:trace>
  <inkml:trace contextRef="#ctx0" brushRef="#br0" timeOffset="18290.22">22157 7783 991 0,'0'0'300'0,"0"0"-111"16,0 0-98-16,0 0-44 15,0 0-25-15,0 0-17 16,176-49 0-16,-134 52-5 16,-6 25 2-16,-21 3-1 15,-15 8 1-15,0-2-1 16,-9 1-1-16,-33-2 0 0,18-10-4 16,3-8 3-16,6-8-2 15,15-10 3-15,0 0-1 16,0-3 3-16,6-19-2 15,24-12 7-15,3-2-6 16,3-2-1-16,-3 3 1 16,-3-4-2-16,-6 6-1 15,-1 7 2-15,-11 6 5 16,-3 13 7-16,-3 5 10 16,-6 2 5-16,0 0-9 15,0 2-15-15,0 25-3 16,-18 7 4-16,3 5 9 15,6 2-9-15,1-1 4 0,8-1-7 16,0-3-1-16,0-3 0 16,0-8-3-16,0-4-17 15,26-11-69-15,7-7-92 16,12-3-130-16,6 0-441 16</inkml:trace>
  <inkml:trace contextRef="#ctx0" brushRef="#br0" timeOffset="18489.06">22832 7914 465 0,'0'0'652'0,"0"0"-370"0,0 0-94 0,0 0-100 16,0 0-29-16,0 0-33 0,-27 3-20 16,27 18 8-16,0 4 0 15,0 1-5-15,0 2-9 16,0-3-1-16,0-2-18 15,0-1-70-15,0-6-110 16,6-2-139-16,15-6-472 16</inkml:trace>
  <inkml:trace contextRef="#ctx0" brushRef="#br0" timeOffset="18772.73">23059 7896 738 0,'0'0'415'15,"0"0"-221"-15,0 0-85 16,0 0-50-16,0 0-42 15,0 0-10-15,122-51-7 16,-50 43 0-16,-12 0 0 16,0 0-1-16,-16 1-46 15,-8 3-116-15,-18-1-60 0,-9 3-240 16</inkml:trace>
  <inkml:trace contextRef="#ctx0" brushRef="#br0" timeOffset="18989.82">23313 7745 501 0,'0'0'411'16,"0"0"-119"-16,0 0-117 16,0 0-25-16,0 0-69 15,0 0-48-15,-51-11-21 16,51 32-8-16,0 14 25 0,0 2-12 16,0 1-10-1,0 0-6-15,0 0-2 0,0 3-4 16,0-3-64-16,0-6-117 15,9-4-73-15,9-12-309 16</inkml:trace>
  <inkml:trace contextRef="#ctx0" brushRef="#br0" timeOffset="19478.3">23716 7707 156 0,'0'0'909'16,"0"0"-600"-16,0 0-102 15,0 0-78-15,0 0-47 0,0 0-32 16,0-87-33-16,0 87-14 16,27 17-2-16,15 21 20 15,2 5-3-15,7 7-8 16,-12 2-2-16,-6 0-8 15,-6-4 2-15,-9-9-2 16,0-1-2-16,-1-8 0 16,-8-9-7-16,6-10-7 15,-6-7 5-15,0-4-2 16,-6 0 5-16,3 0 6 16,-3-17-1-16,3-2 2 0,-6-3 0 15,0-3 1 1,0 0 1-16,0 4 1 0,-15 1-2 15,-6 6 3-15,-3 2-2 16,-5 7 3-16,-4 4-4 16,6 1 1-16,-9 0-5 15,-6 14 4-15,-3 15-2 16,1 1 0-16,2 4 1 16,15-3-2-16,9-3-9 15,9-6-47-15,9-5-19 16,0-7-14-16,0 1-23 15,0-9-74-15,12-2-70 16,30 0-359-16</inkml:trace>
  <inkml:trace contextRef="#ctx0" brushRef="#br0" timeOffset="19988.27">24331 7793 972 0,'0'0'329'0,"0"0"-119"0,0 0-102 0,0 0-61 0,0 0-41 16,0 0-6-1,0 14-2-15,0 16 2 0,0 5 0 16,0-2 1-1,0-1-1-15,0-10 0 0,6-1-1 16,3-12-4-16,0-9-5 16,9 0-1-16,6 0 11 15,6-14 2-15,-3-6-2 16,-1-1 2-16,-11 7-1 16,3 7 0-16,-18 4 3 15,0 3 0-15,9 0-4 16,0 0-6-16,6 15 6 15,6 1 0-15,-3-2 2 16,9-2-2-16,-3 1-1 16,12-13-1-16,5 0 2 0,-2 0 0 15,9-15-1-15,-12-7 2 16,-9-4 2-16,-9-3-2 16,-18-1 12-16,0-3 10 15,0-4 2-15,-18 4-4 16,-15 8-17-16,3 2-4 15,-12 12-9-15,18 11-42 16,-6 0-147-16,-2 0-239 16</inkml:trace>
  <inkml:trace contextRef="#ctx0" brushRef="#br0" timeOffset="24103.03">23767 8407 861 0,'0'0'271'0,"0"0"-121"0,0 0-49 0,0 0-1 0,0 0-25 0,0 0-15 16,0 0-7-16,30-80-17 15,-30 80-14-15,0 0-11 16,0 12-10-16,0 21-1 15,6 10 12-15,-3 12 2 0,2 2-1 16,-2 0 5-16,6 5-10 16,-3 0-3-16,3-2-4 15,-9-4-1-15,0-1 0 16,0-8 0-16,0-3-1 16,0-6 2-16,0-13-2 15,0-7 1-15,0-8-1 16,0-8 1-16,0-2-4 15,0 0 4-15,0-10-3 16,-9-16-6-16,-9-10 1 16,4-2 2-16,5-9-3 15,-3-9 1-15,6 0 5 16,-3-6-1-16,0-1 1 16,9 5 2-16,0 3 1 0,0 7-2 15,0 10 2 1,0 14 1-16,0 10-1 0,0 6 2 15,0 8 0-15,0 0 8 16,-3 0-10-16,-6 10-1 16,-15 22 1-16,0 17-2 15,-6 3 2-15,3-4 3 16,0-7-1-16,13-13-2 16,5-6-1-16,0-12 0 15,9-9 1-15,0-1 0 16,0 0 2-16,0-29 6 15,0-18-7-15,44-7-1 16,1-6-1-16,-3 3 1 0,0 6 0 16,-15 16 0-16,-6 13 1 15,-12 13-1-15,-1 9 0 16,1 2 0-16,6 22-3 16,18 7 3-16,-6 8 0 15,0-1 0-15,3 2-2 16,3 0-20-16,8-3-107 15,7-6-94-15,12-2-148 16</inkml:trace>
  <inkml:trace contextRef="#ctx0" brushRef="#br0" timeOffset="33497.29">23638 4355 366 0,'0'0'222'0,"0"0"-133"0,0 0-12 0,0 0-25 0,0 0-15 15,0 0-17-15,0 0 11 16,0 3 32-16,0-3-5 16,0 2 9-16,0-2 3 15,0 0-13-15,0 2-8 16,0-2-9-16,0 1-8 15,0 3-5-15,0-4-7 0,0 0 2 16,0 2-9 0,0-2 7-16,0 0-11 0,0 1 6 15,0-1 4-15,0 0-2 16,0 0 15-16,0 4-5 16,0-4-7-16,0 0-3 15,0 0-3-15,0 0 5 16,0 0-11-16,0 2 2 15,0 0-5-15,0-2 4 16,0 3-4-16,0-3 5 16,0 0-2-16,0 0-8 15,0 0 9-15,0 0-6 0,0 0-2 16,0 0 0-16,0 0 2 16,0 0 4-1,0 0-6-15,0 0 9 0,0 0-8 16,0 0-2-16,0 0-1 15,0 0 1-15,0 0 4 16,0 0-4-16,0 0 1 16,0 0-1-16,0 0 0 15,0 0 0-15,0 0 0 16,0 0 0-16,0 0 0 16,0 3 0-16,0-1-2 15,-9 0 9-15,0 3-14 16,-3 0 11-16,6-1-4 15,3-1 5-15,3-3-5 16,0 0 0-16,0 0-2 0,0 0 2 16,0 0 0-16,0 0 4 15,0 0-1-15,0 0 0 16,0 0 8-16,3 0-11 16,39-9 0-16,6-6 0 15,12-4 3-15,-1 0-3 16,1 1 1-16,-6 2-2 15,-9 2 2-15,0 3-1 16,-13 3 1-16,-11 1-1 16,-6 5 2-16,-12-2-2 15,3 0 0-15,3 2 0 16,0-2 0-16,0 2 0 16,0-3 5-16,0 2-5 15,-3-2-5-15,-6 5 5 0,0-2 2 16,0 2 6-16,0-3-6 15,0-1 5 1,0-1 4-16,0-2-11 0,-6 2-1 16,-21-2 0-16,9 0 1 15,-15 0 0-15,3 0 0 16,-2 2 7-16,-4 0-7 16,12 2-4-16,6 3 3 15,9 0 1-15,6 0 1 16,3 0 0-16,0 0-1 15,0 0-2-15,0 0 1 0,0 0 0 16,0 0 1 0,9 0 0-16,21 0 1 0,12 0 0 15,-1 0-1-15,-5 0 1 16,0 0-2 0,6 0 2-16,-6 0-2 0,-15 13 2 15,-3-2-3-15,-12 3 0 16,-6 6 1-16,0 4-2 15,0 4-16-15,-24 3-31 16,-12 5-54-16,-3 0-120 16,0-1-111-16,0 4-568 15</inkml:trace>
  <inkml:trace contextRef="#ctx0" brushRef="#br0" timeOffset="36313.11">9696 4596 586 0,'0'0'199'0,"0"0"-90"0,0 0 17 0,0 0-20 16,0 0-43-16,0 0-40 15,0 0-2-15,-24-15-20 16,24 15-1-16,0 0 1 15,0 15 4-15,0 9 20 0,0-1-1 16,0 5-3-16,0 4-9 16,0-2-4-16,0 4-7 15,0-1 2-15,0-5 0 16,0-8 0-16,0-3-3 16,0-5 0-16,0-8 0 15,0 0 0-15,0-1 0 16,0-3 1-16,0 0 2 15,0 0 4-15,0 3-7 16,0 1 3-16,15 0 3 16,21 2 6-16,0-4 8 15,5 1-17-15,4-1 5 16,15 1-6-16,3-3-1 0,8 0 2 16,7 0 0-16,17 0-1 15,-5 0-2-15,3 0 0 16,-4 0 0-16,1 0-1 15,-4 0 1-15,-5-3 1 16,-3 3 0-16,8-2-1 16,-5-1 0-16,5 1 1 15,1 0 1-15,3 2 1 16,2-4-3-16,-2 4 0 16,14 0 3-16,-5 0-3 15,-4 0 0-15,-8 0 0 16,9 0-7-16,-10 0 5 15,-5 0 2-15,-1 4 1 16,7-2 2-16,-6 3-3 0,2-3 0 16,-2 1-6-16,0-3 4 15,-4 0 3-15,4 0-1 16,-4 0 2-16,1 0-2 16,0 0 0-16,-7 0 0 15,16 0 1-15,-15 0-1 16,-1 0 0-16,4 0 0 15,-9 0 0-15,2 0 0 16,1 0 0-16,-6 0 0 16,-1-8 0-16,4 4 0 15,-18-1 0-15,-6 2 1 0,0 0 1 16,-13 2-2 0,-2-5 12-16,-3 2 19 0,3-5 2 15,0-2 4 1,-3 3-17-16,-6-4 2 0,0-2 7 15,-6-5 1-15,3-6 20 16,-7-8-8-16,1-1-10 16,-9-3-13-16,0-1 3 15,0 0-2-15,0 5-20 16,-9 10 5-16,1 8-5 16,-7 12-3-16,-3 3-46 15,0 0-88-15,6 2-178 0,12 13-463 16</inkml:trace>
  <inkml:trace contextRef="#ctx0" brushRef="#br0" timeOffset="37295.69">19159 8014 909 0,'0'0'171'0,"0"0"18"0,0 0-89 0,0 0-35 0,0 0-33 16,0 0-4-16,248-47-1 15,-135 28-7-15,16-2-10 16,2-1-3-16,-5 0-4 16,-16 4-1-16,-38 4 0 15,-27 6-2-15,-22 2 0 0,-23 4-1 16,0-4 4-1,-6-2 1-15,-47 0-4 0,-16-2-2 16,-12-3 2 0,1-2 1-16,11 0 1 0,15 0 6 15,13 6 4-15,17 3 37 16,15 3 9-16,6 3-8 16,3 0-13-16,0 0-16 15,0 0-8-15,0 0-6 16,44 0-3-16,10 0 3 15,6 0-5-15,3 14-2 16,-13 0 2-16,-14 6-2 16,-9 1-6-16,-18 3 3 15,-9 1-9-15,0 2-10 0,-18 1-22 16,-36 1-22-16,-17 1-47 16,-22 7-131-16,-29 3-205 15</inkml:trace>
  <inkml:trace contextRef="#ctx0" brushRef="#br0" timeOffset="40983.75">4291 4671 856 0,'0'0'191'0,"0"0"-24"0,0 0-74 0,0 0-42 0,0 0-10 15,0 0-22-15,0 0-18 16,-36-4-1-16,36 7-6 16,0 10 6-16,0 9 1 0,0-1 9 15,15 3-4 1,-3 2 2-16,3-2-6 0,-3-4 8 16,3-7-3-16,-3-1-5 15,3-4 6-15,11-7 2 16,7-1 0-16,-3 0-3 15,3 0-7-15,-6 0 5 16,9-9-1-16,0-6 0 16,-4 1-3-16,-14 6 0 15,9-5-1-15,6 6 2 16,-3 0-3-16,3 1 1 16,12-2 0-16,-4 3-1 15,-5 1 1-15,9-4-1 16,-3 5 0-16,-3-1 0 15,-7 2 1-15,-5-1-1 0,-9 3 1 16,-3-2-1 0,3-1 1-16,-9-2 1 0,3 1-1 15,3-4 1 1,-6 0 2-16,0-8 8 0,-9 0 38 16,0-2-4-16,0-4-1 15,0 1-13-15,0 2-13 16,0 4-13-16,0 3-3 15,0 8-2-15,0 1-12 16,0 3-69-16,0 0-156 16,0 0-308-16</inkml:trace>
  <inkml:trace contextRef="#ctx0" brushRef="#br0" timeOffset="56068.54">20804 2452 590 0,'0'0'84'0,"0"0"28"0,0 0-2 15,0 0-26-15,0 0-6 0,0 0-27 16,0 0 10-16,-68 52-23 15,68-52-9-15,0 0 27 16,0 0 25-16,0 0 4 16,0-12 18-16,0-16-26 0,9-14-65 15,27-13-7-15,8-10 0 16,19-3-4-16,3-12 4 16,-4 4 0-16,1-2-4 15,-3 4 7-15,-15 8-5 16,5 7 13-16,-14 14-8 15,-9 12 2-15,-9 10-8 16,-3 9 5-16,-12 4 1 16,-3 5 3-16,0 3-1 15,0-1-7-15,0 1 3 16,0-2-3-16,0 0-3 16,0 3 1-16,0-1-1 15,0-3 0-15,0 2 0 16,0 1-1-16,0 2 1 15,0 0 0-15,0 0-6 0,0 0 4 16,-18 0-5 0,-9 0 2-16,-9 17 2 15,-8 1 0-15,2 4 2 0,9-3 0 16,12 0 2 0,3-8-2-16,12-5-5 0,6-6 5 15,0 0 0-15,0 0 1 16,0 0 1-16,0-12 5 15,42-14-6-15,3-5-2 16,14 1-7-16,-11 10 4 16,-15 2-2-16,0 10 5 15,-21 5 1-15,-3 3-4 0,-3 0-3 16,6 11-4 0,-3 16 8-16,0 6 3 0,0 6-1 15,-3 4-30-15,-6 4-97 16,0 1-103-16,0-3-213 15</inkml:trace>
  <inkml:trace contextRef="#ctx0" brushRef="#br0" timeOffset="56934.86">20386 705 718 0,'0'0'284'0,"0"0"-51"0,0 0-90 0,0 0 10 0,0 0-59 0,0 0-53 0,9-72-24 0,-9 72-17 16,0 22-10-1,0 11 10-15,0 7 1 0,6-2-1 16,3 3 0 0,0-8 1-16,3-4-1 0,3-9 0 15,-3-5 0-15,3-7 0 16,-6-8 0-16,0 0 0 16,0 0 5-16,18-12 4 15,6-19-2-15,-4-4-3 16,-2-7-1-16,-12 7-2 15,3 6 0-15,-9 7 0 16,-3 11 5-16,-6 5 5 16,0 6-1-16,0 0-10 15,0 0-2-15,0 20-13 16,3 9 13-16,6 4 2 16,9 0 0-16,9-3 0 0,-3-10 0 15,-6-3 0 1,0-7-3-16,-1-5-5 0,1-5 8 15,6 0 0-15,-3-7 6 16,3-18 3-16,-6-1-6 16,-18-2 6-16,0-3 1 15,0 0 0-15,0 5-5 16,0 3-5-16,-15 8 1 16,6 5-2-16,6 5-17 15,3 3-65-15,0 2-146 16,0 0-116-16,27 0-350 15</inkml:trace>
  <inkml:trace contextRef="#ctx0" brushRef="#br0" timeOffset="57285.09">21175 493 820 0,'0'0'255'0,"0"0"-58"0,0 0-97 0,0 0 14 0,0 0-50 15,0 0-45-15,86-56-15 0,-50 47-2 16,0 2-2-16,-9 3-2 16,-12 1-11-16,-6 3-23 0,-9 0-1 15,0 0 9 1,0-2 20-16,0 0 8 0,0-6 1 16,0 1-1-16,-9 0 14 15,0 1 21-15,0 6 14 16,9 0-12-16,-6 0 1 15,3 0-38-15,-12 11 6 16,6 15-6-16,-9 7 0 16,18 5-1-16,-9 1 1 15,9 4 0-15,-9-2 0 16,3 1-1-16,3-5-69 16,-3-1-106-16,6-7-135 15,0-5-179-15</inkml:trace>
  <inkml:trace contextRef="#ctx0" brushRef="#br0" timeOffset="57839.57">21375 869 632 0,'0'0'360'0,"0"0"-128"0,0 0-83 0,0 0-37 0,0 0-43 0,0 0-28 16,18-56-26 0,3 52-12-16,11 2-2 0,-8 2 2 15,6 0-3-15,-12 6-1 16,-3 17-5-16,-15 5 6 15,0 4 0-15,0 0 0 16,-18-3-3-16,0-10 2 16,3-5-5-16,6-9-3 15,9-4 0-15,0-1 9 16,0 0 7-16,0-1-1 16,0-21-2-16,9-6-4 15,18-5 0-15,-3 0 0 16,-3 1 0-16,3 9 0 15,-9 3 5-15,-6 5 12 16,-6 9-1-16,-3 4 7 0,0 2 0 16,0 0-23-16,0 2 0 15,0 17-5-15,0 10 3 16,0 2 0-16,0-1 2 16,0 4 2-16,0-3-2 15,0-2 0-15,0-4-8 16,9 2-32-16,15-7-37 15,-4-2-41-15,13-6-48 16,9-7-111-16,12-5-281 16</inkml:trace>
  <inkml:trace contextRef="#ctx0" brushRef="#br0" timeOffset="58101.54">22085 964 678 0,'0'0'403'0,"0"0"-145"0,0 0-128 0,0 0-42 0,0 0-40 16,0 0-29-16,27-17-14 16,15 10-2-16,6 2-3 15,-6 1-2-15,0-1-16 16,-13-1-63-16,-5 3-48 15,-15 3-27-15,-9 0-74 0,0 0-113 16,0 0-108 0</inkml:trace>
  <inkml:trace contextRef="#ctx0" brushRef="#br0" timeOffset="58299.92">22085 964 143 0,'132'-95'477'0,"-147"80"-171"0,6 6-117 15,6 1-18-15,-3 5-44 16,3-3 9-16,3 6-46 15,-6 0-45-15,6 0-19 16,0 0-16-16,0 0-10 16,0 9-5-16,0 16 1 15,0 5 4-15,0 2 0 0,0 6 0 16,0-4-18 0,0 1-31-16,0-2-87 0,-9-6-49 15,9-7-94-15,0-5-202 16</inkml:trace>
  <inkml:trace contextRef="#ctx0" brushRef="#br0" timeOffset="59683.59">22850 796 604 0,'0'0'154'0,"0"0"85"0,0 0-80 0,0-141-23 0,0 114-12 0,0 8 19 16,0 10-46-16,-9 6-34 16,6 3-32-16,-3 0-31 15,3 20-1-15,-3 27-12 16,3 15 13-16,-3 12 1 0,6-5-1 16,-3-3 2-16,-3-9-1 15,3-8-1-15,-3-11 0 16,6-18 0-16,0-8 0 15,0-9 0-15,0-3 0 16,0 0 2-16,0 0 10 16,0-21 4-16,18-10-16 15,24 0 0-15,-6 7 0 16,15 3-2-16,-16 8-2 16,1 9 0-16,-9 4 2 15,6 0-7-15,-3 2 2 16,-6 19 1-16,-12 7 1 15,-6-1 2-15,-6 2 3 0,0-3 0 16,-9-4 0-16,-24-5 1 16,-3-9-1-16,-9-3 0 15,0-2 2-15,-14-3-2 16,8 0-5-16,-3 0-18 16,9 0-25-16,9 0-45 15,10-5-53-15,20-9-64 16,6-4-228-16</inkml:trace>
  <inkml:trace contextRef="#ctx0" brushRef="#br0" timeOffset="60017.22">23507 896 382 0,'0'0'466'0,"0"0"-276"0,0 0-63 0,0 0-84 0,233-32-36 16,-185 25-7-16,-7 4 0 16,-14 0-18-16,-18 3-90 15,-9 0-32-15,0 0-64 16,-27 18 82-16,-26 2 66 16,-7 4 17-16,-3 3 39 15,12-9 30-15,16 0 60 16,17-8 18-16,12-6 9 15,6-2-44-15,0-2-21 16,0 0-5-16,0 0 34 0,24 0 14 16,20 0-59-16,7-6-34 15,9-7-2-15,-3-2-31 16,2 2-162-16,13 3-262 16</inkml:trace>
  <inkml:trace contextRef="#ctx0" brushRef="#br0" timeOffset="60265.42">24322 635 880 0,'0'0'333'0,"0"0"-79"15,0 0-81-15,0 0-77 16,0 0-42-16,0 0-35 15,-30-38-19-15,30 41-7 16,0 23-2-16,0 12 9 16,0 4-1-16,0 7 0 15,0 5-41-15,0 1-80 16,0 1-131-16,-18 5-161 16</inkml:trace>
  <inkml:trace contextRef="#ctx0" brushRef="#br0" timeOffset="68261.71">1197 5793 602 0,'0'0'308'0,"0"0"-222"0,0 0 12 0,0 0-27 0,0 0-5 16,0 0-2-16,0 0 21 16,359-24-36-16,-183 11-20 15,0 0-11-15,-18 4-9 16,-29 1 3-16,-49 3-11 16,-38 3 0-16,-24 2-1 0,-18 0 6 15,0 0-5 1,0 0 9-16,-15-2 4 0,-24-6-4 15,-12-4-8-15,-2-1-1 16,-7-2 1-16,6 3 4 16,3 3 1-16,16 0 11 15,17 1 14-15,9 5-7 16,9 2 7-16,0 1-12 16,0 0-15-16,0 0-4 15,18 0-2-15,41 0 0 16,4 9 1-16,0 6 1 15,-12 3 1-15,-16-1-2 0,-2 2 1 16,-24 2 1 0,-9 5-2-16,0 8 0 0,-18 8-18 15,-50 11-79-15,-19 4-174 16,-21 1-313-16</inkml:trace>
  <inkml:trace contextRef="#ctx0" brushRef="#br0" timeOffset="74308.47">3398 7276 673 0,'0'0'306'0,"0"0"-164"0,0 0-21 0,0 0-68 0,0 0-4 16,0 0-24-16,0 0-13 15,0 0 3-15,-9 5-6 16,9-5 5-16,0 3 29 16,24-3-4-16,12 1 5 15,6 3-19-15,2-2-5 0,19 0-6 16,0 1-10-16,5-1 6 16,4-2-8-1,12 5 1-15,-4-2 3 0,10-1-2 16,-3-2-4-16,-10 0 4 15,10 0-1-15,-7 0-2 16,-2 3-1-16,-9-1 0 16,-7 0 0-16,-17 0 0 15,6 0 0-15,-6 2-4 16,-9 2 4-16,14-5 1 16,-14 5-1-16,-18-1 0 15,0 0 1-15,0-4-1 16,-9 3 0-16,-9-2 0 15,15-2 3-15,-12 3 0 16,3-3 3-16,-3 0-1 0,3 2 1 16,-6-2 5-16,0 0-2 15,0 0-3-15,0 0 3 16,0 0-8-16,0 0 7 16,0 0-1-16,0 0-5 15,0 0 1-15,0 0-3 16,-42 0-43-16,-9 0-175 15,-3 0-215-15</inkml:trace>
  <inkml:trace contextRef="#ctx0" brushRef="#br0" timeOffset="75458.21">8197 5843 535 0,'0'0'342'0,"0"0"-195"0,0 0 12 0,0 0-68 0,0 0-32 16,0 0-7-16,-54 8-8 15,54-8-15-15,36 0-13 16,27 0 3-16,8 5 0 16,7-5-16-16,-9 2 1 15,-16-2-5-15,-8 1 1 16,-12-1-7-16,-21 4-44 15,-6-2-45-15,3 2-38 16,-9 3-124-16,0 3-175 16</inkml:trace>
  <inkml:trace contextRef="#ctx0" brushRef="#br0" timeOffset="76373.72">5578 7213 593 0,'0'0'137'0,"0"0"-1"0,0 0-19 0,0 0-19 0,0 0 36 0,0 0-63 16,-227 0-17-16,227 0-19 15,0 0-2-15,0 0-3 16,0 0 9-16,18 0-17 15,42 0 15-15,29 0 5 16,40 0-2-16,20 0-22 16,9 0-14-16,0-2 7 15,-17-6-11-15,-19 3 1 16,-35 0-1-16,-33 3 2 16,-19 2-2-16,-26 0 0 15,-9 0 0-15,0 0 2 0,0 0 3 16,0 0 3-16,0 0-4 15,0 0 0-15,0 0-4 16,-9 0-1-16,-3 0 0 16,-11 0-4-16,5 0-31 15,-9 0-108-15,12 0-78 16,6-6-273-16</inkml:trace>
  <inkml:trace contextRef="#ctx0" brushRef="#br0" timeOffset="81906.17">7286 7153 617 0,'0'0'209'0,"0"0"-61"0,0 0-64 0,0 0 25 0,0 0-48 16,0 0-16-16,0 0-22 15,-9 0 1-15,9 0-8 16,0 0 4-16,0 0 8 15,18 0 33-15,18 0-13 16,6 0 1-16,2 0-17 16,10 0-6-16,9 0-10 15,3 0-3-15,-1 0-12 16,4 0 7-16,0 0-8 16,8 2 1-16,4 1-1 15,-3 0 1-15,-7 0-1 16,7-3 0-16,-15 3 0 15,-1-3 6-15,-2 0-6 16,-6 0 3-16,5 0 0 16,1 0 8-16,3 0-5 0,-3 0-5 15,-7 0 0-15,1-3 2 16,-3 3 0-16,-12-3 1 16,2 3-1-16,-14 0-1 15,-9 0 0-15,-9 0-1 16,0 0-1-16,-9 0 6 15,0 0 0-15,0 0 2 16,0 0 1-16,0 0-2 16,0 0-2-16,0 0 0 15,0 0-1-15,0 0-4 16,0 0 2-16,0 0-2 0,0 0-14 16,-18 0-66-1,0 0-174-15,18-14-206 0</inkml:trace>
  <inkml:trace contextRef="#ctx0" brushRef="#br0" timeOffset="82841.05">9794 7211 512 0,'0'0'234'0,"0"0"-52"0,0 0-54 16,0 0 44-16,0 0-54 0,0 0-9 0,-56 0-25 16,56 0-27-16,0 0-29 15,0 0-14-15,0 0-11 16,0 0 3-16,9 0-4 15,38 0-1-15,28 0 3 16,6 0-2-16,5-3-2 16,-5-2 0-16,5 0 0 15,-8 5 1-15,-15-2 1 16,-9 2-2-16,-19 0 0 16,-17-3 1-16,-3 3 1 15,-6 0 1-15,-9 0-2 16,0 0-1-16,0 0 0 15,0 0 1-15,0 0-1 16,0-4-20-16,0-4-88 16,0-6-111-16,0-9-430 0</inkml:trace>
  <inkml:trace contextRef="#ctx0" brushRef="#br0" timeOffset="89442.69">12586 7189 408 0,'0'0'442'0,"0"0"-294"0,0 0-29 0,0 0-31 0,0 0-24 15,0 0-29-15,0 0-14 0,0 0-21 16,0-42-2-1,0 56 0-15,0 9 3 0,0 4-1 16,0 0 14-16,0 2 3 16,0 0-15-16,0-6 1 15,3-4 3-15,-3-4-3 16,6-6-2-16,-3-3-1 16,3-6 2-16,-3 4-2 15,3-4 1-15,3 0 0 16,9 2 1-16,18-2 4 15,6 2 12-15,12-2-11 16,8 0-4-16,7 0 3 0,18 0-3 16,2 0 0-1,-2 0 2-15,2 0-4 0,-2 0 2 16,0 0 1-16,-1 0-4 16,-5 5-3-16,-4-1 3 15,-5 2 0-15,-3-1 1 16,2-3-2-16,-2 3 2 15,12-2-1-15,-4 1 0 16,10 1 0-16,0-2 0 16,-7-1 9-16,-2 1-9 15,-6 3-1-15,-1-5 1 16,-2 3 0-16,-9-4 2 16,2 0-2-16,-2 0 1 0,-6 0-1 15,14 0 2-15,-5 0 0 16,9 0-1-16,-3 0-1 15,17 0 2-15,-14 0-1 16,-4 0-1-16,4 0 0 16,-9 0-2-16,-3 0-2 15,-1 0 4-15,-5 0 0 16,0 0 0-16,0 0 0 16,2 0 0-16,1 0-3 15,-6 0 3-15,17 0 0 16,-14 0-1-16,15 0 1 15,-15 0 0-15,-1 0 1 16,1-5-2-16,-3-2 2 16,0 0 0-16,2-1 3 15,7-1-3-15,-6 0-1 16,0-4 0-16,-4 2 1 0,-11 2-1 16,3 0 2-16,-6 3-1 15,-9-5 0-15,0 4 7 16,-3 1 8-16,-7-3 2 15,1-1 8-15,-3-3-4 16,-3 0 3-16,-3-4 11 16,0-2-15-16,-3-3 9 15,-6-1-5-15,0-1 2 16,0 1-3-16,0-2 0 16,0 5-6-16,-18 5-9 15,0 3-7-15,-6 5-2 16,6 4-8-16,1 3-25 15,-7 0-122-15,3 3-222 16,21 6-559-16</inkml:trace>
  <inkml:trace contextRef="#ctx0" brushRef="#br0" timeOffset="90555.64">21885 6038 792 0,'0'0'263'0,"0"0"-105"0,0 0-86 0,0 0-13 16,0 0-29-16,0 0 0 16,0-4-13-16,0 4-1 15,0 0 1-15,0 0 12 16,0 0 5-16,0 0 6 15,0 0-10-15,0 0 0 16,0 0-9-16,0 0 0 16,0 0-8-16,0 0 2 15,0 0 1-15,0 0-11 0,0 0 8 16,0 0-12-16,0 0 6 16,0 0-5-16,0-3 17 15,0 3-8-15,0 0-1 16,0 0-6-16,0 0 9 15,0 0-9-15,0 0 0 16,0 0-3-16,0 0-1 16,0 0 0-16,0 0 1 15,0 0 0-15,0 0 0 16,0 0 0-16,0 0-2 16,0 0 2-16,0 0-2 15,0 0-16-15,0 0-58 16,-26 0-86-16,-25-2-119 0,-12-9-393 15</inkml:trace>
  <inkml:trace contextRef="#ctx0" brushRef="#br0" timeOffset="91580.84">19099 4270 608 0,'0'0'206'0,"0"0"-39"0,0 0-28 0,0 0-19 16,0 0-25-16,0 0-23 16,0-24-10-16,0 18-16 15,0-1-7-15,0 5 7 16,0 0-30-16,0 2 4 15,0 0 3-15,0 0-21 16,0 0-1-16,0 0 3 16,0 0-4-16,-18 2-9 15,-3 18-2-15,-20 7 11 16,-4 11 5-16,-6 9-5 16,-9 4-4-16,4 1 3 15,-1-3 2-15,9-6-2 16,-3-10 1-16,25-8-1 15,-1-9 2-15,9-5-1 16,9-7 0-16,3-4 0 16,3 0 7-16,-3 0-5 0,-6-4 14 15,-3-18-10-15,-3-3-4 16,9-2-1 0,0 4 2-16,9 3-1 0,-9 7-1 15,3 2 1-15,3 9 7 16,3 2 0-16,0 0-4 15,-6 0-5-15,3 0-6 16,-3 21-11-16,3 5 15 16,-3 10 2-16,6-3 0 15,0-2 3-15,0-4-3 16,0-6 0-16,15-7 0 0,-3-7-2 16,12-1 2-1,9-6 1-15,-3 0 0 0,12 0 4 16,2-17-5-16,-2 0-12 15,-6 3-30-15,-9 0-85 16,0 7-95-16,-12 7-264 16</inkml:trace>
  <inkml:trace contextRef="#ctx0" brushRef="#br0" timeOffset="92488.79">16821 4953 527 0,'0'0'405'0,"0"0"-180"0,0 0-88 0,0 0-23 0,0 0-16 16,0 0-17-16,-21-65-57 0,15 69-24 15,6 26-22-15,0 9 22 16,0 7 3-16,0-5 2 16,9-1-5-16,9-6 3 15,6-8-2-15,-3-7-1 16,-3-7 0-16,-4-5 3 16,4-4-1-16,-9-3-1 15,9 0 3-15,6-13 6 16,-3-13-5-16,3-4-1 15,-6-8 3-15,0-1-6 16,-9 1 4-16,0 9 9 16,-9 7 1-16,0 16 12 0,0 1-6 15,0 5-4-15,0 0-8 16,0 0-9-16,0 7-6 16,0 8-11-1,0 6 17-15,0 3 0 0,15 3 0 16,6 3-1-16,2-5-1 15,4-5 2-15,-9-5-2 16,15-5 1-16,-6-9-3 16,0-1 2-16,-6 0 4 15,3 0-2-15,-15-9 0 16,9-14 5-16,-13-1 0 16,-5-5 1-16,0-2-4 15,0-3 4-15,-23 6 2 16,-10 4-3-16,12 10-5 15,-3 4-2-15,15 3 2 0,0 5-20 16,6 2-42 0,3 0-79-16,0 0-86 0,0 0-121 15,12 0-357-15</inkml:trace>
  <inkml:trace contextRef="#ctx0" brushRef="#br0" timeOffset="92867.34">17373 4709 731 0,'0'0'365'0,"0"0"-142"0,0 0-82 0,0 0-64 0,0 0-32 16,0 0-28-16,27-6-2 15,24 3-4-15,9-2-7 16,-16 1-4-16,1-2 0 15,-12 4-4-15,-15 0-13 16,-9 0-29-16,-9 2-1 16,0-5 19-16,0 2 16 15,0-3 6-15,-15 1-4 16,-6 3 10-16,3-2 8 16,9 4 16-16,-6 0 9 0,15 0-6 15,0 0-8 1,-9 0-15-16,0 13 1 0,0 8-5 15,3 7 10-15,-2 6-8 16,-1 4-1-16,6 1-1 16,-6 1-30-16,9 0-96 15,0-2-107-15,0 0-150 16</inkml:trace>
  <inkml:trace contextRef="#ctx0" brushRef="#br0" timeOffset="93328.83">17723 5061 139 0,'0'0'810'0,"0"0"-554"16,0 0-128-16,0 0-65 16,0 0-34-1,0 0-4-15,95-24-15 0,-68 24-6 16,-3 16-4-16,-21 3-7 15,-3 4 2-15,0 4 5 16,0-1 3-16,-12-2-3 16,-12-7 0-16,6-7-6 15,12-7 6-15,6-3 0 16,0 0 7-16,0 0 8 16,0-18-3-16,0-9-5 15,6-3-6-15,21-2 0 16,6 4-2-16,-15 1 5 15,-9 9 3-15,0 1 10 0,0 10 36 16,-6 4-22 0,-3 3-5-16,0 0-12 0,0 0-14 15,0 8-10-15,0 16 1 16,0 6 9-16,0 1 5 16,-9 1-4-16,9-2 0 15,0-1 1-15,0-6-2 16,0-1-8-16,0-5-51 15,33-6-88-15,20-3-32 16,1-8-144-16,6 0-508 16</inkml:trace>
  <inkml:trace contextRef="#ctx0" brushRef="#br0" timeOffset="93539.02">18311 5144 727 0,'0'0'363'0,"0"0"-148"0,0 0-96 0,0 0-41 0,0 0-19 0,0 0-24 0,96-21-32 0,-52 18 0 15,-2-3-2-15,-15 2-1 16,0-1-86-16,-3 3-65 16,-21 2-31-16,-3-4-64 15,0 4-165-15</inkml:trace>
  <inkml:trace contextRef="#ctx0" brushRef="#br0" timeOffset="93721.99">18311 5144 505 0,'33'-117'278'0,"-51"105"-6"16,3 2-85-16,12 4-39 15,-3 6-10-15,6 0-32 16,0 0-42-16,-3 0-19 16,3 0-38-16,0 16-7 15,0 9 0-15,0 9-5 16,3-2 11-16,6 6-11 15,-3 0 5-15,-6-1-55 16,0-1-79-16,0-5-87 16,0-7-113-16,18-7-179 15</inkml:trace>
  <inkml:trace contextRef="#ctx0" brushRef="#br0" timeOffset="94155.91">18774 4979 906 0,'0'0'340'0,"0"0"-153"15,0 0-59-15,0 0-94 16,0 0-32-16,0 0 0 16,0 81 1-16,0-38 10 15,0-3-13-15,0 3-4 16,-18-10 4-16,3-4 0 15,-3-12-4-15,15-10-6 0,3-7-1 16,0 0 11-16,0 0 12 16,0-5-10-16,12-10 1 15,12-1 1-15,18-1-7 16,-12 8 3-16,2 4-2 16,-11 5 0-16,3 0-5 15,-6 0 2-15,-3 7-4 16,-12 10-1-16,-3-3 6 15,0 3-6-15,-27-1 2 16,-15-3 8-16,-5-3 5 16,-13 1-5-16,6-7 0 0,-6-1-1 15,19-3-22-15,11 0-40 16,12 0-63-16,12 0-48 16,6 0-91-16,0 0-381 15</inkml:trace>
  <inkml:trace contextRef="#ctx0" brushRef="#br0" timeOffset="94456.8">18171 5189 366 0,'0'0'534'0,"0"0"-276"0,0 0-127 0,0 0-76 0,0 0-23 16,0 0 0-16,35-17-28 15,7 10-4-15,3 2-21 16,0 5-134-16,-3 0-159 16</inkml:trace>
  <inkml:trace contextRef="#ctx0" brushRef="#br0" timeOffset="94789.41">18177 5839 726 0,'0'0'395'0,"0"0"-190"16,0 0-83-16,0 0-65 15,0 0-14-15,0 0-27 16,104-11-16-16,-56 5-16 16,-6 3-121-16,-6 3-57 15,-13 0-123-15,-23 0-359 16</inkml:trace>
  <inkml:trace contextRef="#ctx0" brushRef="#br0" timeOffset="94920.99">18177 5839 535 0,'95'109'203'0,"-95"-109"12"15,0 0-79-15,0 0-6 16,9 0-54-16,21 0-44 16,6 0-7-16,6-7-25 15,-7-3-36-15,16-1-208 16,3 3-258-16</inkml:trace>
  <inkml:trace contextRef="#ctx0" brushRef="#br0" timeOffset="95088.25">18854 5789 868 0,'0'0'241'0,"0"0"-136"0,0 0-103 15,0 0-2-15,0 0-6 16,0 0-153-16,156-50-208 16</inkml:trace>
  <inkml:trace contextRef="#ctx0" brushRef="#br0" timeOffset="95299.41">19195 5613 585 0,'0'0'544'16,"0"0"-279"-16,0 0-43 16,0 0-98-16,0 0-59 0,0 0-48 15,-27-3-14 1,27 24 1-16,0 10-1 0,9 4-6 16,-9 3 2-1,0 8-16-15,0 1-76 0,0 1-74 16,-18 4-120-16,12-1-335 15</inkml:trace>
  <inkml:trace contextRef="#ctx0" brushRef="#br0" timeOffset="104638.25">4518 6065 294 0,'0'0'159'0,"0"0"-60"0,0 0-42 0,0 0 23 0,0 0 43 15,0 0-16-15,0 0-34 16,51 0 5-16,-51 0-18 16,0 0-17-16,0 0-10 15,0 0-4-15,0 0 3 16,-6 0-13-16,3-7 8 15,-6-3-22-15,-6-3 11 16,-3 4-16-16,-9 1 12 16,9 0-11-16,-6 1 3 0,-3 0 4 15,0-1-5-15,-8 4 4 16,-10-1-4-16,0-1-3 16,-6 2-1-16,0 0 1 15,-2 2 2-15,8 2 3 16,3 0 1-16,-3 0-5 15,0 0-1-15,-5 0 5 16,-4 0-4-16,3 0-1 16,6 6 1-16,1 1-1 15,8 3 0-15,9 0-1 16,0 2 1-16,3 1 0 16,-3 4 0-16,3 3 0 15,3 1 1-15,-11 3 3 16,5-1 3-16,0 1-4 15,0 0 0-15,0 2 1 16,3 3 0-16,-3 5 1 0,0 1 3 16,4 0 3-16,2-1-3 15,3-3-8-15,3 0 4 16,12-5-1-16,-3 3-2 16,3 4 6-16,-3-1-2 15,-3 7 2-15,9 2-3 16,-9 0 0-16,9 1 0 15,0 1-2-15,0-3 2 16,0-2-3-16,0 0-1 16,0 0 1-16,9 1-2 15,18 2 3-15,0-1-1 16,0 3-1-16,5 0 1 16,1-3-1-16,3-2 1 0,-6-4 2 15,3-3-3-15,0-4 1 16,-6 1-1-16,2-7 1 15,-5 1 0-15,12-4-1 16,0-1 1-16,0-1 6 16,6-1-6-16,8-3-1 15,-5 2 4-15,0-2 4 16,-3 0-6-16,3-3-1 16,-10 1-1-16,7-5 1 15,-3 2-1-15,3-4 3 16,3-2 0-16,5 2-2 15,-5-3 1-15,15 0-2 16,-12 0 3-16,11 0-2 16,-5 0 4-16,-3 0-3 0,12-3-2 15,-13-4 2-15,4-2-2 16,-3-3-3-16,-6 1 3 16,0-1 6-16,-1-6-1 15,-2 3-5-15,-6-2-1 16,0 0 1-16,0 0 0 15,-4 1 2-15,-5-2 4 16,-3-1-2-16,3 0 6 16,0-5 16-16,0 1-8 15,0-7-5-15,0 0-4 16,-1 1-7-16,-2 1 2 0,-6 2 0 16,-9 5-4-16,0-1 5 15,0 1-3-15,0-2 1 16,0 1 2-16,0-1 4 15,-3-1 0-15,3-1 2 16,-9-3-2-16,3-2-9 16,-3 3 5-16,0 3-1 15,0-1 1-15,0 4 0 16,0 7-2-16,0 0 6 16,0 0 1-16,0-1-4 15,-3 0-2-15,-15 0 1 16,-6-8-5-16,6 0 1 15,-9-6 2-15,-5-1-3 16,5-3 0-16,-9 6 0 0,0-4 2 16,3 2-2-16,-12 1 1 15,9-1 2-15,-8-1-3 16,-16-7 2-16,6 2 0 16,-14-3 0-16,-1 0 4 15,-12 2-2-15,10 2-4 16,2 8 0-16,-3-1 0 15,12 7 1-15,7 6-1 16,-7-1 0-16,15 6-3 0,-9 4 1 16,4 5-2-1,-4 0-5-15,3 0-26 0,15 14-68 16,9 10-80 0,27 5-155-16,0 1-340 0</inkml:trace>
  <inkml:trace contextRef="#ctx0" brushRef="#br0" timeOffset="106888.9">4721 6179 273 0,'0'0'122'0,"0"0"-65"0,0 0-14 0,0 0 3 16,0 0-2-16,0 0 29 0,-108-3-27 15,90-1 54-15,-8-2-32 16,-1 5 3-16,-6-4-36 16,15 2-10-16,0 1 2 15,0-5-17-15,-6 5-3 16,3-6-3-16,-3 1 3 16,-2 0-4-16,8 2 3 15,3 1-4-15,3 1 5 16,3 1-3-16,-6 2-3 15,6 0 5-15,0 0-4 0,6 0 16 16,3 0 24 0,0-2 2-16,0 2 9 15,0-4-3-15,0 4-11 16,0 0-14-16,0 0-10 0,0 0 2 16,21 0-1-16,30-3 11 15,17-1 7-15,13 0-15 16,17-3 1-16,4 0 4 15,-3-2 0-15,-13 2-20 16,4-1 6-16,-13 3-10 16,1 3 3-16,0 0-2 15,-7 2 0-15,16-4 4 16,-6 3-1-16,8-2-2 16,-5-1 1-16,-13-1 5 15,-8 2-5-15,-3 3-2 16,-15-2 4-16,5 2-4 0,-14-3 1 15,9 3 0-15,0 0-2 16,-3 0 0 0,-7 0 2-16,7 0-1 0,-12 0-1 15,-3 0-1-15,-3 0 1 16,3 0 1-16,-3 0-1 16,-3 0-1-16,2 0 1 15,-5 0 6-15,0 0-6 16,0 0-1-16,0 0 1 15,-9 0 0-15,0 0-2 16,0 5 0-16,0 0-3 0,0 5 3 16,0 2 0-1,0 5 1-15,0 1 2 16,-3 4 0-16,12-1 0 0,-9 1 1 16,0-1-4-1,0 0 4-15,5 3 1 16,-5 3-3-16,0-1 1 0,0 5-2 15,0-1 1-15,-6 1 0 16,6 3 0-16,0 0 0 16,6 1 0-16,-6 0 3 15,-9 6-3-15,9-2-3 16,0 1 3-16,0-2 1 16,0-4 2-16,6 1 1 15,-3-2-3-15,3 0-2 16,-3 1 1-16,-3-3-1 15,6-2 1-15,-6-2 1 0,-6 3 0 16,3-5-1-16,2 3 0 16,-8-5 0-1,9-1 0-15,-9 1-1 0,0-1 2 16,9-3-1-16,-9 2 0 16,0-3-2-16,0 4 2 15,0-2 3-15,0 2-2 16,0-4-1-16,-9-1 0 15,-8-2 0-15,-1 0 2 16,0-2-2-16,-9 1 0 16,3-2 0-16,-3-4 4 15,3 3-4-15,-3-4 0 16,-9 3 2-16,-8 0-2 0,-1-3 2 16,-9 4-2-1,-6-1 0-15,1-3 0 0,-13 0 0 16,0-4 0-16,-5 1 0 15,-1-1 1-15,6-1 1 16,-5 1 4-16,-1-1 0 16,-3-2-6-16,4 0 3 15,-4 0-2-15,4 0-1 16,8 0 0-16,-3 0 0 16,9 0 0-16,-5 0 0 15,14 0 4-15,-6 0-3 16,1 0-1-16,2 0 0 15,-3-2 0-15,6-3 0 0,-14 2 1 16,14 0 0 0,-15 3 0-16,10 0 0 0,5 0 0 15,3 0-1-15,3 0-1 16,6 0 1-16,7-1 7 16,-7-2-6-16,-3 3 0 15,0 0-1-15,3 0-2 16,13 0 2-16,-4 0 2 15,24 0-1-15,0 0-1 16,0 0 0-16,9 0 0 0,0 0-2 16,0-3 0-1,0 3-8-15,0-4-73 0,0-3-109 16,45-10-150 0,17-11-632-16</inkml:trace>
  <inkml:trace contextRef="#ctx0" brushRef="#br0" timeOffset="111788.4">3273 8456 387 0,'0'0'242'0,"0"0"-87"0,0 0-41 0,0 0 2 0,0 0-19 16,0 0-27-16,0 0-26 16,-27 0 1-16,27 0-1 15,-6 0 3-15,6 0-13 0,0 0 2 16,-3 0-18 0,3 1 3-16,0-1-5 15,0 0-7-15,0 0 7 16,0 0 3-16,0 0 6 0,0 0-1 15,0 0-7-15,0 3 2 16,0-3-10-16,0 2-1 16,0-2-2-16,0 0-1 15,0 0-4-15,0 0 0 16,0 0-1-16,0 0 3 16,0 3 2-16,9-3-1 15,9 1 7-15,0-1-3 16,8 4-6-16,-2-4 1 15,-3 0 1-15,-3 0-4 16,0 0 1-16,-3 0-1 0,3 0 0 16,0 0 0-1,-9 0 0-15,6 0 0 0,-6 2 0 16,0-2 2-16,0 0-2 16,3 1 0-16,2-1-2 15,4 4 2 1,0-4 0-16,0 0 0 0,0 0 0 15,15 0 0-15,-6 0 1 16,-9 0 2-16,9 0-3 16,-9 0 0-16,5 0 2 15,4 0-2-15,-6 0 0 16,3 0 1-16,3 0-1 16,-9 0 0-16,6 0-1 15,-6 0 3-15,0 0-4 0,0 0 4 16,-10 0-4-1,10 0 4-15,-9 0-3 0,9 0 1 16,-3 0-1-16,3 0 1 16,3 0 0-16,-3 0 0 15,-3 0 0-15,3 0 1 16,0 0-1-16,-9 0 0 16,6 0-2-16,-6 0 2 15,-6 0 0-15,6 0 0 16,-4 0 0-16,-2 0 0 15,3 0 0-15,-3 0 2 16,3 0-1-16,-3 0-1 16,-3 0 0-16,0 0 2 0,0 0-2 15,0 0 0-15,0 0 1 16,0 0-1-16,0 0-1 16,0 0-30-16,0 0-50 15,-26 0-114-15,-1 0-166 16</inkml:trace>
  <inkml:trace contextRef="#ctx0" brushRef="#br0" timeOffset="113496.1">5148 8405 516 0,'0'0'154'0,"0"0"-23"0,0 0-46 0,0 0 14 16,0 0-5-16,0 0-3 15,0 0-23 1,-72 0-6-16,66 0 0 0,6 0-8 15,-3 0-2-15,3 0-17 16,-6 0-9-16,6 0-6 16,0 0-7-16,0 0 0 15,0 0-6-15,0 0 6 16,0 0-5-16,0 0-1 16,0 0-7-16,0 0 0 15,0 0-1-15,0 5 3 0,24 0-2 16,3-1 4-16,9-1 2 15,9 3 1 1,-1 0-1-16,7-4 6 0,9 5-2 16,3-7-3-16,-1 3 3 15,7 0-2-15,0-2-5 16,-7 3-1-16,10-4 2 16,-12 0 0-16,9 0-4 15,-13 0 0-15,10 0 4 16,-3 0-3-16,-1 2-1 15,7-1 2-15,-6-1 0 16,-1 0-1-16,-2 0 2 16,9 3 1-16,-15-3-4 0,5 0 3 15,-5 0 2 1,-3 0-3-16,-6 0 1 0,-9 0-3 16,-1 0 0-16,-11 2 0 15,3 1 4-15,-9-2-2 16,3-1-1-1,3 4-1-15,3-2 0 0,0-1 1 16,-1-1 1-16,-8 4 0 16,-3-2 2-16,-6-2-4 15,9 0 2-15,-9 2 0 16,0-2-2-16,9 0 6 16,-3 0-1-16,-3 0 4 15,-3 0 0-15,-3 0 0 16,-3 0-5-16,-3 0 0 0,0 0 1 15,0 0 0-15,0 0-2 16,0 0 3 0,0 0-4-16,0 0-2 0,-27 0-41 15,-36 0-87-15,-17 6-161 16,-4 6-181-16</inkml:trace>
  <inkml:trace contextRef="#ctx0" brushRef="#br0" timeOffset="120703.29">8800 8115 143 0,'0'0'836'0,"0"0"-649"0,0 0-39 0,0 0-39 0,0 0-27 16,0 0-39-16,0 0-11 16,-24 0-16-16,120 0 2 15,38-5 14-15,30-11-5 16,30-1-15-16,-11-1-2 0,-1 7-8 16,-24-1-1-16,-24 3-1 15,-38 2 0 1,-24 1 0-16,-40 5 2 0,-14 1 0 15,-18-3-4-15,0 3 6 16,0-2-2-16,-9-6 7 16,-26-2-8-16,-10-4 5 15,-15-3-5-15,6 1 0 16,3-2-2-16,7 1 3 16,17 5 0-16,9 2 3 15,9 6-2-15,3 2 20 16,6 2-2-16,0 0-13 0,0 0-8 15,0 0 0-15,33 0-9 16,21 3 9-16,23 12 2 16,-5 4 0-16,0 1-3 15,-13 2 1-15,-14 6 0 16,-12-2 2-16,-21 7-2 16,-12 3-4-16,0 10 2 15,-21 9-4-15,-39 8-28 16,-2 6-57-16,2-5-48 15,6 3-66-15,3-9-82 16,6-6-345-16</inkml:trace>
  <inkml:trace contextRef="#ctx0" brushRef="#br0" timeOffset="134921.72">3258 9697 677 0,'0'0'185'0,"0"0"-72"0,0 0-3 0,0 0-7 0,0 0-20 0,0 0-21 16,0 0-16-16,0 0-18 15,-27 2-5-15,27-1 5 16,0-1 10-16,33 0-2 16,20 3 16-16,10-3-22 0,6 0-16 15,11 0 12-15,7 0-10 16,17 0-5-16,10 0-3 15,8 0-3-15,19 0-2 16,17 0-2-16,9 0-1 16,-8 0 0-16,-10 0 0 15,-12 0-1-15,-2 0 1 16,2 0-3-16,3 0 4 16,1 0-2-16,-10 0 2 15,0-4-1-15,-17 2 1 16,-7-3-2-16,-5-1 2 15,-12 4-3-15,5 0 5 16,-8 0-3-16,-7-1 0 16,16-2 0-16,-10 0 0 15,-14 0 1-15,9 1-1 16,-22-1 0-16,13 2 0 0,-3 3 0 16,-9-2 0-16,-7 2-1 15,1 0 6-15,-12 0-9 16,-6 0 4-16,-9 0 0 15,5 0 8-15,-5 0-7 16,-9 0 3-16,-9 0 1 16,-6 0 5-16,-3 0-2 15,0 0-2-15,0 0-1 16,0 0-1-16,0 0 0 16,0 0-4-16,-9 0-28 15,-21 0-43-15,-11-4-158 16,5 2-167-16</inkml:trace>
  <inkml:trace contextRef="#ctx0" brushRef="#br0" timeOffset="140183.57">3449 10942 736 0,'0'0'262'16,"0"0"-105"-16,0 0-45 0,0 0-21 0,0 0-10 0,0 0-22 0,0 0-42 15,-18-12-17-15,18 30-1 16,0 7 1-16,0-2 16 16,9-7-8-16,0-3-5 15,0-8 7-15,-3-5 1 16,-3 0-3-16,6 0 17 16,9-27 6-16,14-16 1 15,13-14-32-15,18-6 0 16,6 1-39-16,-7 4-156 15,-2 8-148-15</inkml:trace>
  <inkml:trace contextRef="#ctx0" brushRef="#br0" timeOffset="147709.16">13972 8718 715 0,'0'0'248'0,"0"0"-67"0,0 0-60 0,0 0-39 16,0 0-2-16,0 0-28 16,0 0-20-16,33-41-14 15,-33 41 5-15,0 0-10 16,-33 0-7-16,-12 7-5 15,-9 10-1-15,4 4 4 16,5-2-6-16,9 3 2 16,3-6 0-16,15 0-1 15,3 1-1-15,6-3 1 16,6 4 1-16,3-5-1 0,0 7 1 16,0 4-1-1,0 6 2-15,0 7 4 16,9 5 6-16,-6 4 0 15,3 6 2-15,-6 3-12 0,0 5 4 16,0 2 3 0,-9 4 0-16,-14-4 5 0,2-5-6 15,6-10 3-15,6-10-4 16,9-9-2-16,0-10 0 16,0-9 4-16,9-3-4 15,18-6 6-15,23 0 0 16,13 0 11-16,-3 0-17 15,11-10-4-15,-2-2-56 16,12-4-52-16,11-3-124 16,7-7-173-16</inkml:trace>
  <inkml:trace contextRef="#ctx0" brushRef="#br0" timeOffset="148338.69">16504 8795 687 0,'0'0'393'0,"0"0"-173"0,0 0-85 16,0 0-50-16,0 0-54 0,0 0-21 15,168-45-7-15,-97 36-1 0,7 2 0 16,-9 2 4-1,17 0 0-15,-23 5-6 16,-3 0 0-16,-16 0 1 0,-17 0 0 16,-9 0 0-1,-9 10-1-15,-9 5-1 0,0 4 1 16,0 4 6-16,0 5-4 16,0 9 3-16,-3 2 3 15,-12 7 0-15,6 4 5 16,-9 3 0-16,12-2 7 15,3 0-2-15,3 1-9 16,0-4 5-16,0-1-6 16,0-1 0-16,27-3-3 15,0-5 3-15,0-5-2 16,0-4-4-16,-12-11 2 0,-6-5 2 16,-9-9-4-16,0-4 5 15,0 0-3-15,0 3 2 16,-54-3-2-16,-42 0-4 15,-44 4-10-15,-33 7-105 16,-21 0-144-16,9-4-140 16</inkml:trace>
  <inkml:trace contextRef="#ctx0" brushRef="#br0" timeOffset="149088.64">14208 9163 681 0,'0'0'431'0,"0"0"-215"0,0 0-73 0,0 0-55 0,0 0-78 0,0 0-8 16,9 38 3-16,18 0 3 16,6 0 13-16,-12 0-13 15,-4-7-7-15,1-7 5 16,-3-9-6-16,3-9 0 15,-9-6 0-15,0 0 0 0,18-5 2 16,0-26 7 0,6-1-8-16,-6-6-1 0,-9 4 1 15,-4 8 3-15,-5 7 1 16,-6 11-4-16,-3 6 6 16,6 2-7-16,-6 0-3 15,9 5 0-15,9 11 3 16,0 3 0-16,9-4-2 15,-9-2 2-15,6-5 0 16,-15-5-3-16,3-3 3 16,-3 0 3-16,0-11 4 15,0-10 0-15,-9-5 20 16,0 2-2-16,0 6 0 16,0-2-12-16,-3 8-5 15,-6 5-8-15,0 1 0 0,9 2-3 16,0 4-8-16,0 0-72 15,0 5-83-15,0 19-38 16,0 0-66-16,3-1-299 16</inkml:trace>
  <inkml:trace contextRef="#ctx0" brushRef="#br0" timeOffset="149305.32">15146 9275 1018 0,'0'0'303'0,"0"0"-116"0,0 0-107 0,0 0-53 0,0 0-14 0,0 0-10 0,0 26 4 15,0-3-7-15,0 0 3 16,0 5-4-16,0-7 1 16,0-2-4-16,0-4-68 15,0-4-124-15,0-9-105 16,18-2-392-16</inkml:trace>
  <inkml:trace contextRef="#ctx0" brushRef="#br0" timeOffset="149906.44">15522 9143 506 0,'0'0'580'16,"0"0"-326"-16,0 0-67 15,0 0-86-15,0 0-38 16,0 0-58-16,-9-23-1 15,21 54-4-15,12 4 2 16,3 5 2-16,-3 2-4 16,-7-8 1-16,1-1 1 15,3-15-2-15,-3-3-7 0,-3-13 7 16,3-2-13-16,0 0-2 16,0-7 15-16,6-17 6 15,-3-9-3-15,-6-3 1 16,-3 2-1-16,-7 6-1 15,-5 6 0-15,0 13 6 16,0 7 1-16,0 2-5 16,0 0-4-16,9 2-11 15,0 17 6-15,0 2 2 16,15 2 3-16,-3 0 0 16,3-4 0-16,-3-8-3 15,-6-6-5-15,-6-5 3 0,9 0 4 16,-9 0 1-16,0-12 10 15,0-10-7-15,-9-2 9 16,0-1-6-16,0 3 6 16,-3 4-10-16,-21 6-2 15,6 4-1-15,18 6-7 16,0 2-24-16,0 0-106 16,0 0-118-16,0 5-23 15,0 7-164-15</inkml:trace>
  <inkml:trace contextRef="#ctx0" brushRef="#br0" timeOffset="150138.38">16224 9196 492 0,'0'0'226'0,"0"0"80"0,0 0-164 16,0 0-55-16,239 27 3 0,-207-14-16 0,-14 6-46 0,-3 5-18 16,-15 5-4-16,0 2 3 15,-24-7-3-15,-3-2 2 16,13-14 1-16,5 0 10 15,9-8 4-15,0 0-11 16,0 0 22-16,0 0-4 16,32 0-8-16,22-8-9 15,6-6-12-15,-6 0-1 16,-1 0-24-16,-11 2-69 16,3 3-132-16,-9 2-224 0</inkml:trace>
  <inkml:trace contextRef="#ctx0" brushRef="#br0" timeOffset="151156.07">18239 8784 862 0,'0'0'280'0,"0"0"-130"0,0 0-33 0,0 0-54 0,0 0-12 0,0 0-33 15,-18-31-11-15,12 31-7 16,-6 0 0-16,-5 24-3 16,-10 5 0-16,3 9 3 15,-3 4-1-15,9 3 0 0,9 1 1 16,3-4-2 0,6 2 2-16,0 1 1 0,15-2 9 15,12 4 1 1,0 6 4-16,0-2 3 0,-1 10 2 15,-2 3 1-15,-6 2-1 16,6 3-9-16,-15 3-8 16,0-1 10-16,-6-1-8 15,-3-3-4-15,0-1 9 16,0 1-1-16,0-4 5 16,0-1-8-16,0-4 4 15,0-5 1-15,-3-15-4 16,3-8 17-16,0-8-9 15,0-12-6-15,0-3-6 16,0-7 5-16,27 0 1 0,12 0 2 16,12-7-8-1,2-17-2-15,7-5-1 0,0-11-51 16,-6-6-28 0,-4-2-62-16,-20-1-84 0,-12-1-49 15,-12 1-337-15</inkml:trace>
  <inkml:trace contextRef="#ctx0" brushRef="#br0" timeOffset="151622.47">18651 9163 966 0,'0'0'317'0,"0"0"-122"0,0 0-86 0,0 0-66 0,0 0-40 16,0 0 5-16,27 84-2 16,-3-40 4-16,-6-5-7 15,3-9-3-15,-12-8 0 16,-3-11-1-16,12-11 1 16,-18 0 0-16,9 0 4 15,24-16 13-15,-7-14-16 16,10-2-1-16,0 6-1 15,-9 5 1-15,-9 11 1 16,-9 5-1-16,0 5-4 0,6 0-1 16,6 11 0-16,3 10 1 15,2-5 3-15,-2-4 1 16,-6-2-1-16,-6-6-2 16,-3-4 3-16,-3 0 0 15,-3-3 5-15,-3-20 7 16,0-8-2-16,0-3 9 15,-9-1 5-15,-21 2-7 16,6 4-6-16,-2 10-11 16,17 9-2-16,9 8 1 15,0 2-33-15,0 0-113 16,0 12-160-16,9 11-132 16</inkml:trace>
  <inkml:trace contextRef="#ctx0" brushRef="#br0" timeOffset="151838.21">19502 9189 836 0,'0'0'399'0,"0"0"-159"0,0 0-86 0,0 0-71 0,0 0-43 0,0 0-40 0,0 2 3 15,15 24-3-15,3 0 2 16,-9 6-2-16,0-1 0 15,0 0-22-15,-9 3-66 0,9 0-141 16,0-2-200 0</inkml:trace>
  <inkml:trace contextRef="#ctx0" brushRef="#br0" timeOffset="152375.79">19001 9754 666 0,'0'0'419'0,"0"0"-181"0,0 0-43 16,0 0-77-16,0 0-45 15,0 0-73-15,-18-24-3 16,27 54-3-16,18 9 6 16,-9 0 3-16,14-1-1 15,-11-6 0-15,-3-6-4 16,-3-11-5-16,-3-11-5 16,3-4-13-16,3 0 5 15,0-11 20-15,9-19 3 16,6 0 2-16,-6 2-2 15,-10 8-3-15,-8 8 0 16,0 6 0-16,-9 6 7 16,9 0-7-16,0 0-9 15,9 14 4-15,6 2 4 0,-3-2-1 16,3-2-8-16,-6-8-3 16,0-1-13-16,0-3 9 15,-9 0 17-15,0-10 6 16,-9-15 11-16,0-6 6 15,0-2 2-15,0-1-11 16,-9 4-2-16,-3 13-9 16,-3 2-1-16,6 11-2 15,0 4-37-15,0 0-92 16,9 0-145-16,0 17-189 16</inkml:trace>
  <inkml:trace contextRef="#ctx0" brushRef="#br0" timeOffset="152624.87">19711 9754 520 0,'0'0'330'0,"0"0"-67"0,0 0-131 0,0 0-36 16,0 0-34-16,239 30-46 0,-233-14-10 0,-6 9-5 0,0 4 4 16,-18-4-4-16,-14 2 0 15,5-8 2-15,15-7 1 16,-3-5-3-16,15-7 8 15,0 0 1-15,0 0 43 16,42-10 9-16,11-12-41 16,16-1-21-16,-6-5-1 15,-1 4-30-15,-2-3-82 16,-6 1-100-16,-9-4-239 16</inkml:trace>
  <inkml:trace contextRef="#ctx0" brushRef="#br0" timeOffset="153182.76">20186 8961 689 0,'0'0'423'16,"0"0"-197"-16,0 0-87 16,0 0-54-16,0 0-50 15,0 0-18-15,182-67-6 16,-122 67-3-16,-15 0-4 15,-9 19-4-15,-12 12 5 16,-6 11-5-16,-15 11 4 0,-3 3-3 16,0 9 0-16,0 0 0 15,0-1-1-15,0 0 2 16,0-2-2-16,0 0 0 16,6 3-2-16,5 1 4 15,13 3-1-15,-3 0-1 16,3 1 0-16,12 13 0 15,0 2 0-15,0 13-1 16,5-10 1-16,-8-5 0 16,-3-9 0-16,-6-22 0 15,-15-6 0-15,-9-19 2 16,0-12 0-16,0-7 6 16,-36-8-3-16,-24 0 2 0,-26 0-7 15,-28-15-14 1,-35-4-113-16,-54-4-103 0,-24-6-360 15</inkml:trace>
  <inkml:trace contextRef="#ctx0" brushRef="#br0" timeOffset="155974.1">21437 9844 702 0,'0'0'350'0,"0"0"-155"0,0 0-64 0,0 0-42 0,0 0-9 16,0 0-44-16,0 0-26 0,123-13-9 15,-78 9-2 1,-3 4-18-16,-7 0-77 0,-17 0-126 16,-9 7-135-16,-9 17-387 15</inkml:trace>
  <inkml:trace contextRef="#ctx0" brushRef="#br0" timeOffset="156122">21420 10145 805 0,'0'0'238'15,"0"0"-57"-15,0 0-63 16,0 0-9-16,0 0-49 16,0 0-35-16,134-30-24 15,-92 21-1-15,3-3-25 0,-4 0-158 16,-5 2-169 0</inkml:trace>
  <inkml:trace contextRef="#ctx0" brushRef="#br0" timeOffset="156557.31">22375 9598 686 0,'0'0'375'0,"0"0"-145"16,0 0-77-16,0 0-24 15,0 0-17-15,0 0-31 16,-36-105-43-16,36 105-22 15,0 27-10-15,0 15 5 16,0 16 28-16,0 6-16 16,0 5-12-16,0 3-11 15,0-1 4-15,0-7-4 16,0-2 0-16,0-9-2 0,0-15-13 16,0-10-14-1,12-13-46-15,3-8-47 0,-6-7-45 16,0 0-73-16,9 0-83 15,-9-19-212-15</inkml:trace>
  <inkml:trace contextRef="#ctx0" brushRef="#br0" timeOffset="156805.28">22560 9693 818 0,'0'0'334'0,"0"0"-138"16,0 0-26-16,0 0-16 0,0 0-55 15,0 0-34 1,0-77-52-16,0 114-10 0,-3 13 13 16,-3 12 16-16,3 10-21 15,3 1-10-15,-9 4-1 16,0-2-2-16,-6-3 0 16,15-15-7-16,0-10-24 15,0-17-50-15,0-15-47 16,0-4-74-16,18-9-76 15,15-2-201-15</inkml:trace>
  <inkml:trace contextRef="#ctx0" brushRef="#br0" timeOffset="157292.97">22859 10000 556 0,'0'0'538'0,"0"0"-256"15,0 0-107-15,0 0-80 16,0 0-46-16,0 0-46 16,-18 8-3-16,18 29 7 15,6 5 2-15,6 0-9 16,3-8 0-16,-6-6 0 16,0-13 0-16,0-8-3 15,-9-7 3-15,9 0 0 0,9 0 1 16,0-26 4-1,5-10 2-15,-2-2-2 0,3 8-3 16,-15 9-1-16,0 12 0 16,0 7 3-16,-9 2 5 15,0 0-9-15,9 0-9 16,9 16 5-16,9 6 4 16,0 0-1-16,6-4 1 15,2-6-9-15,-2-4-10 16,-6-8 4-16,3 0-3 15,-6-11 18-15,3-16 0 16,-12-5 6-16,-15-5 7 16,0-5 2-16,0 2 6 15,-15 0-11-15,-12 7 0 16,-9 7-9-16,9 14-1 0,9 5 0 16,3 7-4-16,6 0-27 15,9 2-110-15,0 14-145 16,0 3-186-16</inkml:trace>
  <inkml:trace contextRef="#ctx0" brushRef="#br0" timeOffset="157538.54">23656 9697 856 0,'0'0'379'0,"0"0"-114"0,0 0-112 0,0 0-62 0,0 0-61 15,0 0-13-15,-12 30 7 16,12 23 3-16,0 4-14 16,0 6-9-16,0 2-4 15,0-3-5-15,0-6-20 16,0-7-26-16,0-14-45 16,18-11-89-16,9-11-131 15,9-13-262-15</inkml:trace>
  <inkml:trace contextRef="#ctx0" brushRef="#br0" timeOffset="157755.85">24041 9677 930 0,'0'0'343'0,"0"0"-111"16,0 0-81-16,0 0-41 0,0 0-64 15,0 0-41-15,9 16 13 16,6 35 1-16,-6 9-2 15,-6 5-12-15,-3 4-5 16,0 1-6-16,0-6-16 16,0-12-49-16,0-13-63 15,0-20-67-15,0-12-105 16,0-7-314-16</inkml:trace>
  <inkml:trace contextRef="#ctx0" brushRef="#br0" timeOffset="158005.37">24349 9751 722 0,'0'0'383'16,"0"0"-150"-16,0 0-80 15,0 0-82-15,0 0-46 16,0 0-15-16,164-27-7 16,-155 56-3-16,-9 5 0 15,0 1 4-15,-18-6-4 16,0-8 0-16,9-11 0 15,9-8 1-15,0-2-1 16,12 0 11-16,48-9 21 16,18-15-17-16,11-5-15 15,4-1-15-15,-10 3-49 16,4 1-144-16,-9 2-194 0</inkml:trace>
  <inkml:trace contextRef="#ctx0" brushRef="#br0" timeOffset="166178.19">6841 9896 576 0,'0'0'150'0,"0"0"14"0,0 0-50 0,0 0 2 0,0 0-44 0,0 0-7 15,0 0-9-15,0 0 16 16,-36-74-5-16,33 72-10 0,3 2-14 16,0 0-8-16,0 0-9 15,0 0-8-15,-6 0-7 16,6 0-10-16,0 0-1 16,0 0-1-16,0 14 1 15,0 10 0-15,0 10 10 16,0 3 11-16,15 9-7 15,-3 11 0-15,-3 5-6 16,6 7 4-16,-6 5-2 16,3-5 1-16,-6-5-9 15,3-2 10-15,0-4-11 16,0-2 6-16,0 3-7 16,0 1 0-16,0 0 3 15,0-3-3-15,-3-3 4 0,-3-5-3 16,6-4 0-1,-9-5 1-15,5-2-2 0,-2-4-2 16,3-6 2-16,-6-4 1 16,0-8 0-16,0-4 1 15,0-8-4-15,0 0 2 16,0-4 0-16,0 0 0 16,0 0 0-16,0 0-1 15,0 0-17-15,0 0-50 16,0-8-48-16,-23-13-115 15,5-10-108-15</inkml:trace>
  <inkml:trace contextRef="#ctx0" brushRef="#br0" timeOffset="167655.01">6796 9767 516 0,'0'0'223'0,"0"0"-51"0,0 0-11 0,0 0-51 15,0 0-15-15,0 0-33 16,-18 0 0-16,18-2-13 0,0 2-30 16,0 0-3-1,42-3-6-15,12 1 6 0,27 0 2 16,-4-2-6-16,4 3-8 16,5-1 3-16,1 0-7 15,9-3 0-15,2 3 3 16,7-3-3-16,-10-1 0 15,13 6 1-15,-7-1 0 16,-11-2-1-16,5 0 0 16,-8-1-1-16,-6 0-1 15,-13 1 0-15,-14 0 4 16,-9 0-3-16,-9 3 1 16,-9-2-4-16,-4 2 2 15,-5 0 3-15,0-2-1 0,-3 2 0 16,-3-3 0-16,3 3-1 15,-6-1 1-15,3 1 0 16,-3 0 1-16,6 0-4 16,3 0 7-16,0 0-2 15,-3 0 0-15,-3 0 18 16,-4 0-2-16,1 0-6 16,-3 0-1-16,3 6-3 15,0 4 2-15,-6 5 1 16,12 6-6-16,-15 3 6 15,9 8 1-15,0 7 1 16,-9 8-7-16,0 13 1 16,0 4 0-16,0 13 0 0,0 1 1 15,0-9 0 1,0 1 0-16,0-11-2 0,0-7-2 16,0 4-2-16,0-6 0 15,0 0 3-15,0 0-3 16,0 0 1-16,9 1 0 15,0 0-2-15,-9-1 1 16,9-6-1-16,-9 1 0 16,0-4 4-16,9-3-5 15,-9-6 2-15,0-6 0 16,0-8-1-16,0 0 0 16,0-2 2-16,0-2-3 0,0-4-3 15,0 0 3 1,0-1 0-16,0-3 1 0,0 1 2 15,0 4-3-15,0-5 4 16,0 5-7-16,0-1 3 16,0-2 0-16,-18 0 1 15,9-1 2-15,-9 0 3 16,0-2-4-16,-6 0-2 16,-5 0-2-16,-13-3 2 15,-18 5 9-15,-3-3-9 16,-14 4-1-16,-13-1 0 15,3-1 1-15,-8 5-2 16,-4-4 2-16,-5 0 0 16,14-3-1-16,-5-4 1 15,8 3 2-15,15-3-2 16,4 0 1-16,-1 0-2 16,6 0 3-16,4 0-5 0,-4 0 3 15,3 0 0 1,-2 0 0-16,-1 0-1 0,12 0 2 15,6-5-1-15,3 3 0 16,13-2 2-16,-13-2-2 16,15 4 1-16,0-4-1 15,0 3 0-15,3-1 1 16,-3 3-1-16,9 1 0 0,4-3-1 16,-4 3 1-1,6-2-3-15,-3 2 6 0,3 0-5 16,-3 0 4-16,-3 0-2 15,9 0 3-15,0 0-4 16,0-3 1-16,0 3 0 16,9-2-1-16,0 2-1 15,0-2 0-15,0-6-7 16,0 2-45-16,18-9-40 16,24-9-97-16,12-6-172 15,8-12-724-15</inkml:trace>
  <inkml:trace contextRef="#ctx0" brushRef="#br0" timeOffset="180784.25">8418 12390 859 0,'0'0'188'0,"0"0"-27"0,0 0-35 0,0 0-15 0,0 0-53 15,0 0-11-15,0 0-14 0,-21-13-13 16,96 9-6 0,47-4 25-16,42-4-1 0,36 1-23 15,12 0-3 1,18 4-5-16,-12 6-5 0,-9 1 2 16,-24 0-4-16,-29 0 5 15,-31 0-4-15,-38 0-1 16,-28 0 4-16,-29 0-1 15,-15 0 0-15,-15 0 5 16,0 0-1-16,0 1 3 16,0 5-2-16,0-6-7 15,0 1 1-15,0-1 2 0,0 0-3 16,0 4-1-16,-18 0-20 16,-6 2-71-16,-5 2-102 15,-4 0-174-15</inkml:trace>
  <inkml:trace contextRef="#ctx0" brushRef="#br0" timeOffset="192421.98">19159 10965 370 0,'0'0'334'0,"0"0"-159"0,0 0-56 16,0 0-35-16,0 0 3 0,0 0-35 16,0 0-10-16,-6 0-13 15,-6 0 0-15,-6 0-20 0,-15 0-5 16,-11 0 4-16,-7 0-8 16,-21 0 1-16,-6 0 0 15,-11 0 4-15,-1 0-5 16,-2 0 0-16,2-5 0 15,10-5-2-15,-7 2 3 16,0 1-2-16,1-1-2 16,-1 4-1-16,7 0 3 15,-10 3 1-15,-12 1 8 16,-11 0-8-16,-4 0-3 16,31 0 3-16,14 0 4 15,18 0-3-15,4 0-1 16,17 0 1-16,6 0-1 15,9 1 1-15,9-1 0 16,6 4-1-16,-6 0 0 0,-6-1 0 16,6 3 0-16,0-2 2 15,9-2 1-15,-9 2 10 16,9 0 0-16,-9 9 1 16,3-2 11-16,-3 7-3 15,0 5-15-15,-2 4 1 16,-4 3-2-16,3 8-2 15,-3 1 1-15,-3 6 0 16,9 3 4-16,9 2 0 16,-9 5 5-16,9 1-4 15,0 4 4-15,0 7 2 16,0 2-11-16,0 3 9 16,0 3-8-16,0 0 4 15,0-3-8-15,0 8 6 0,0-4 1 16,0-5-6-16,-9-11 3 15,0-10-2-15,3-7 0 16,3-5 4-16,-3-1-8 16,3-1 4-16,-3-7 6 15,3-3-2-15,-3-9-5 16,3 0 0-16,3-6-1 16,0 2 0-16,0-7 2 0,0 2-4 15,0-1 0-15,0-3 1 16,0 4-1-1,0-1 0-15,18 2 0 0,18 5 2 16,24-1 1-16,11-2 2 16,19-1-4-16,5-2 1 15,19-4-1-15,8-3 0 16,10 2 2-16,-1 0-3 16,1-3 5-16,-1 1-5 15,0-1 0-15,1 0 0 16,17 0 2-16,-3 0-1 15,4 0 0-15,-10 0 1 16,-15 0-4-16,-20 0-3 16,-27 0 5-16,-25 0 3 15,-2 0-3-15,-15 0-1 0,-9 0 1 16,0-1-1-16,-9-5 6 16,-4 3-1-16,-2 1-3 15,-12-1 2-15,9-2 4 16,-9-5 3-16,6-6 7 15,6-6-7-15,-6-4-1 16,3-4-6-16,0-7-2 16,-9-1 0-16,9-4 2 15,0-3-2-15,0 0-1 16,-9-6 1-16,0-6 0 16,0-5 0-16,0-5 1 15,0-4-1-15,0-3 6 16,-9 0-3-16,0 2 1 15,0-1-3-15,0 1 1 0,0 1-2 16,0 2 1-16,-6 5 7 16,-6 2 1-16,4 6 8 15,-7 2-7-15,6 5-4 16,-6 6 1-16,12 0-4 16,-3 9-1-16,6 6-1 15,6 3-2-15,-3 9 2 16,6 1-2-16,-3 8 1 15,-3 3 2-15,3-1-1 16,-3 3 4-16,3-4-2 16,-3-3-4-16,-12 1 1 15,0-2-1-15,0-2 1 16,-5-1-1-16,-4 1-4 0,0 0-1 16,-18 4-10-1,-9 8-36-15,-32 0-72 16,-37 1-135-16,-26 17-340 0</inkml:trace>
  <inkml:trace contextRef="#ctx0" brushRef="#br0" timeOffset="195023.08">8907 12453 426 0,'0'0'142'15,"0"0"-35"-15,0 0 47 0,0 0-19 0,-226-129-28 0,181 101 4 16,18 0-39-16,0 6-7 0,9 8-7 15,9 6 6 1,0 8-7-16,3 0-23 0,-3 0-25 16,0 0-9-16,0 17-3 15,-9 8 1-15,9 1 2 16,9-5 4-16,0 1-1 16,0-6-3-16,36-2 2 15,45-4 6-15,50-8 15 16,51-2 6-16,45 0-3 15,21-2-12-15,3-12-5 16,-3-2-5-16,-21 1-1 16,-9-2 4-16,-33 4 2 15,-36 5-9-15,-44 6-5 0,-28 2 5 16,-32 0 7 0,-27 0-7-16,-3 0 0 0,-15 0 0 15,0 0-2-15,0 0 2 16,0 0 15-16,-51 0-4 15,-20 0-3-15,-31 0-3 16,-20 2-5-16,-28 4 1 16,-20 2-1-16,-27 1 0 15,0 4 2-15,-12 1-2 16,-9 2 0-16,15-1 0 16,3 4 0-16,27-4-1 15,20 3 1-15,22-1 0 0,26-6 7 16,25 1-7-16,20-2-2 15,27-5-1-15,12-1 3 16,15-1-6-16,6-3 6 16,0 0-7-16,0 3 1 15,36-3-7-15,57 0 12 16,50 0 2-16,48 0 4 16,36-17-2-16,21-5-3 15,15 1-2-15,-3-2 2 16,-21 3 2-16,-13 1 1 15,-40-1-2-15,-46 9 2 16,-36 2-1-16,-41 1-2 16,-36 6 0-16,-12-1 0 15,-15 3-2-15,0-2 2 0,0 2 1 16,-36 0 4-16,-50 0 2 16,-37 0-7-16,-32 10 0 15,-30 2 0-15,-9 1 0 16,17 0 0-16,1-6 0 15,3-2 0-15,9-3 1 16,-6 5-2-16,14 1-2 16,25 0 0-16,35 5 2 15,34-4 2-15,26-4-2 16,27 0 1-16,9-5-17 16,0 1 0-16,27 5-2 15,59-6 3-15,46 0 15 16,26 0-5-16,18 0 6 15,15 0-10-15,-15-7-13 16,7-3-6-16,-16 5-4 0,-18 1-5 16,-26 4-7-16,-25 0-10 15,-29 0-11-15,-24 0-15 16,-21 0 1-16,-21 11-24 16,-3 2-63-16,0-3-70 15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10T11:29:27.9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9687 3479 722 0,'0'0'299'0,"0"0"-176"0,0 0-1 0,0 0-38 0,-236 9 18 16,209-4-20-16,9-1-31 15,12-1-23-15,6-3 1 16,0 0 1-16,0 2-10 0,75 0 3 16,59 1-8-16,57-3 21 15,54 0 7-15,27 0-26 16,0 0-3-16,-10 0-9 16,-5 0 13-16,-6 0-12 15,-15 3-5-15,-24 4 1 16,-21-2-2-16,-39 0-2 15,-32 0 1-15,-39-5-2 16,-22 0 2-16,-29 0 1 16,-15 0 0-16,-15 0 0 15,3 0 0-15,-3 0-1 16,0 0 1-16,0 0-1 16,0 0-22-16,0 0-41 15,0 0-42-15,0 2-90 0,0-2-121 16,0 0-661-16</inkml:trace>
  <inkml:trace contextRef="#ctx0" brushRef="#br0" timeOffset="2417.19">12282 5483 798 0,'0'0'325'0,"0"0"-191"0,0 0-16 16,0 0-55-16,0 0 5 0,0 0-4 15,0 0-25-15,0 0-15 16,86-24-10-16,64 10 7 16,53-2-5-16,-3-1-11 15,12 3-3-15,-12 2-2 16,-18 2 0-16,-30 6-4 15,-29 0 4-15,-37 4-14 0,-23 0-53 16,-30 0-95-16,-33 6-82 16,0 2-322-16</inkml:trace>
  <inkml:trace contextRef="#ctx0" brushRef="#br0" timeOffset="20533.93">10299 5286 1087 0,'0'0'163'0,"0"0"-79"0,0 0-20 0,0 0-32 0,0 0 1 0,0 0-20 0,0 0 46 16,334 3-7-16,-160-31-43 0,-7 5-9 15,-9-1 0-15,-23 5-7 16,-4 0-26-16,-30 8-50 15,-29-2-40-15,-9 1-42 16,-27-1-255-16</inkml:trace>
  <inkml:trace contextRef="#ctx0" brushRef="#br0" timeOffset="21166.2">11431 5079 875 0,'0'0'213'0,"0"0"-45"0,0 0-45 0,0 0-23 0,0 0-24 0,0 0-38 0,-78-12-16 16,78 12-9-16,0 0-12 15,9 0 0-15,51 0 9 0,12 5-10 16,5-3 9 0,4 0 3-16,-13-2-12 0,-17 0 0 15,-24 0 0-15,-15 0 0 16,-6 0 0-16,-6 11 0 16,0 7-4-16,0 8 4 15,-18 12 0-15,-33 10 3 16,-11 2-1-16,2 4-2 15,6 1-17-15,12 5-41 16,12 5-66-16,-2-2-48 16,-4 1-51-16,9-8-217 15</inkml:trace>
  <inkml:trace contextRef="#ctx0" brushRef="#br0" timeOffset="32250.21">5330 8362 353 0,'0'0'246'0,"0"0"-123"16,0 0-24-16,0 0-17 0,0 0-10 15,0 0-10-15,0 0-40 0,0 0-8 16,-93-4-13-16,76 4 14 15,-4 0 8-15,6 0-14 16,-3 0 23 0,9 0-15-16,0 0 2 0,0 0-15 15,0 2 14-15,-6 0-18 16,6 2 0-16,-3 2 1 16,3 3 6-16,-6 0-7 15,6-1 0-15,0 1 0 16,0-1 0-16,9-4 1 15,-9 5-1-15,9 4 0 16,0 2 0-16,0 2 4 16,0 4 1-16,-9 2 5 15,0 1-2-15,9 0-3 0,0 5 2 16,0-5-7 0,0 7 8-16,0-3-2 0,0 1 1 15,0-3 0-15,0 5-4 16,0 0-1-16,0 1-1 15,0 3-1-15,0 2 3 16,0 1-1-16,0 1-1 16,0 1 0-16,0-4-1 15,0-1 0-15,0 2 0 16,0-2 1-16,0 0-1 16,0 2 0-16,0-4 1 15,0-5-1-15,0 4 3 0,0-4-2 16,0 3 4-16,0 2-5 15,0-1 0-15,0 3 2 16,0-4 2-16,0 2-4 16,-8-4 0-16,-1-1 0 15,0 0 3-15,3-1-3 16,6-3 1-16,0 1-1 16,0 5 1-16,0-2 3 15,-3 0 0-15,3 1 7 16,-6-2-11-16,3-7 6 15,-3 3-6-15,6-7 6 16,0-2 0-16,-3-2-2 16,3-4 1-16,0-6-5 0,0 3 0 15,0-1 3-15,0-1 3 16,0 0-12-16,0-3 6 16,21 0-2-16,11 0 1 15,4 0-14-15,18-3-47 16,-3-15-108-16,12 2-154 15,5-2-473-15</inkml:trace>
  <inkml:trace contextRef="#ctx0" brushRef="#br0" timeOffset="33166.73">6587 8708 555 0,'0'0'290'0,"0"0"-96"0,0 0-37 0,0 0-58 0,0 0-13 0,0 0-13 16,-48-27-23-16,48 27-12 15,0-2-23-15,0-4-11 16,0 5 1-16,12-4-5 0,21 1 0 15,-6 2-1-15,0-2 2 16,0 4-5-16,-9 0 1 16,-3 0 2-16,-3 0-2 15,-3 0-4-15,-3 4 5 16,-6 8-6-16,0 11 4 16,0-2 4-16,0 8 1 15,0 2-1-15,0 3 0 16,0 4 0-16,0-1 1 15,0 3-1-15,-6 4 0 16,3-1 0-16,-3-3 0 16,3 1-1-16,-3-4 2 15,6 2-1-15,0-1 0 16,0-6 0-16,0 5-1 0,0-5 2 16,0 5-1-16,0-1 0 15,0-1 0-15,0 1 0 16,0 3 0-16,0-4-1 15,0 0 1-15,0 1 0 16,0 0 1-16,0-3 0 16,-12-1-1-16,-3-4-1 15,3-4 1-15,-12-3 1 16,6-6-1-16,9-2 0 16,0-3 0-16,0-4 1 15,0 0-1-15,-6-3 2 16,-3-1-1-16,-3 2-1 15,-11-1 3-15,5 1-3 0,-9 2-19 16,0 1-72-16,-6 3-56 16,0 4-110-16,4-2-334 15</inkml:trace>
  <inkml:trace contextRef="#ctx0" brushRef="#br0" timeOffset="40034.98">6053 10943 630 0,'0'0'168'16,"0"0"-70"-16,0 0 16 0,0 0-24 0,0 0 9 15,0 0-36-15,0 0-25 16,0-20-20-16,0 20-5 16,0 0-5-16,0 0-7 0,0 2-1 15,0 16 1-15,6 9 9 16,12 6 8-16,0 1-11 16,-1-1 10-16,1 0-13 15,-3 1-1-15,-6-7 6 16,-6 5-6-16,3-3-3 15,-3-2 0-15,3-2 2 16,-6-6 2-16,3-2-2 16,-3-5 0-16,0-5-1 15,6-2 2-15,-6-3 2 16,3 0-4-16,3-2 0 16,-3 0 2-16,3 0-3 0,3 0 4 15,0 6 3-15,18-4-2 16,18 3-2-16,5-3 1 15,10 0 1 1,3-2-5-16,8 0 1 0,-2 0 0 16,3 2 0-16,-3-2-1 15,8 0 0 1,-5 0 0-16,8 0 2 0,-11 3-1 16,0-3-1-16,-6 1 0 15,-4 5 0-15,-5-6 0 16,6 1 1-16,-7 5-1 15,1-6 1-15,6 2-1 16,-6 1 1-16,-1-3-1 0,7 2 0 16,0-2-1-1,6 3 1-15,2-3 1 0,-5 0-1 16,3 0-1-16,-1 0 0 16,4 0 1-16,0 0 1 15,8 0 1-15,-5 0-2 16,0 0-2-16,-4 0 2 15,1 1 0-15,-6 3 8 16,8-4-7-16,-2 2 8 16,12 3 4-16,-4-5 1 15,4 4-6-15,6-1-6 16,-10 0 7-16,4-1-9 0,-12 0 8 16,-7-2-7-16,-2 2-1 15,12-2 2-15,-13 2 2 16,10-2-1-16,-6 0-2 15,8 3-1-15,-11-1 5 16,12-2-5-16,-3 3 0 16,-1-3 0-16,13 0 2 15,-4 0 6-15,-5 0-1 16,-3 0-5-16,-9 0 0 16,-4 0-2-16,4 0 1 15,9 0 2-15,-7 0-2 16,7 0 1-16,-6 0-2 15,-9 0 1-15,-4 0 0 16,10 0-1-16,-12 0 1 16,3-3-1-16,-7 1 1 0,-2-1-1 15,-6 1 0-15,15 0 3 16,-3 0-3-16,11 0 1 16,1-1-1-16,3 0 0 15,-4 1 0-15,-5 0 1 16,0-1-1-16,-3-1 0 15,2-1 1-15,-11 0-1 16,-3 0 0-16,-6 3 0 16,-15-3 2-16,9-1 1 15,-9 5 5-15,0-2 0 16,-9 3 1-16,-4-2 6 16,-5 2-1-16,0-2 5 0,0-4-6 15,0 0 4 1,3-5-13-16,6-3 1 0,-3 1 0 15,-6-5-5 1,0 0 3-16,0-5 3 0,0-6-6 16,0-2-1-16,0-3 1 15,9-1 3-15,-9 2-1 16,0-3 0-16,0 2-2 16,9 4 1-16,-9 1 0 15,0 3 1-15,0 1-1 16,0 9-1-16,9 4-3 15,-9 5-20-15,0 7-89 16,0 0-126-16,0 0-304 16</inkml:trace>
  <inkml:trace contextRef="#ctx0" brushRef="#br0" timeOffset="56616.68">9538 11411 1075 0,'0'0'160'0,"0"0"-17"0,0 0-46 0,0 0-9 16,0 0-26-16,0 0-32 0,0 0-18 15,-18-5-9-15,45 25 3 16,8 13 0-16,-2 0-2 15,-3-3 1-15,-6 2 0 16,3-9 0-16,-9-5-1 16,6-4 1-16,-3-7 2 15,5-7-1-15,16 0-1 16,27-30 8-16,20-26-2 16,25-20-11-16,17-15-1 15,1 0-46-15,8-1-78 16,-9 6-152-16,10 2-423 15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10T11:30:52.3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18872 8017 1032 0,'0'0'138'0,"0"0"-87"0,0 0 2 0,0 0-8 0,0 0 10 16,0 0-25 0,0 0-16-16,9 57 35 15,15-26-3-15,3-8-28 16,-3-7-5-16,3-10-4 0,9-6 3 15,17-2-6 1,34-49 8-16,29-26-1 0,31-30-11 16,29-20-2-16,-3-8-129 15,-15-9-220-15</inkml:trace>
  <inkml:trace contextRef="#ctx0" brushRef="#br0" timeOffset="4194.14">9926 10942 424 0,'0'0'589'0,"0"0"-509"0,0 0 14 0,0 0-42 15,0 0 21-15,0 0-10 16,0 0-18-16,0 0-21 16,-36-117-18-16,36 117-3 15,0 0 3-15,27 16-5 16,15 13 22-16,-1 4-1 15,-5 0 1-15,-6-1 3 16,-6-13-22-16,-15-8-4 16,9-8 4-16,-3-3 1 15,12-3 0-15,26-52 21 16,34-29 4-16,30-27-19 16,20-14-11-16,3 0-10 15,-5 9-69-15,-22 8-116 16,-26 10-340-16</inkml:trace>
  <inkml:trace contextRef="#ctx0" brushRef="#br0" timeOffset="16411.68">13709 6726 805 0,'0'0'230'0,"0"0"-88"0,0 0-35 0,0 0-42 16,0 0-10-16,0 0-18 16,0 0-10-16,-27-21-19 15,27 21-4-15,0 15-2 16,0 9 8-16,18 3 21 16,18 11 0-16,6 8-7 0,-6 6 1 15,23 10-8 1,4 9 2-16,6 8-10 15,12 2-3-15,-1 4 0 16,7-2 5-16,8 9 1 16,4 4-1-16,5 6-5 15,16 8 0-15,-4 4-5 0,16 1 0 16,8 5 11-16,-18-1-6 16,10 5-5-16,-10-3-1 15,-8-3 3-15,-16-1 4 16,4 0-2-16,-13 6 2 15,10 2 15-15,-3-4-8 16,8-3 10-16,1-3-9 16,2-3-5-16,12 1-6 15,-11-6 0-15,2-2 2 16,-11-8-1-16,6 6 1 0,-1 4-6 16,-5 8 6-1,2 4-2-15,-17-3-1 16,-1 1 10-16,-11 0-3 15,9 0 2-15,-4-3-6 0,1-4 4 16,0 1 1-16,-7-9-1 16,10 3 9-16,-3 3-5 15,-10-6-10-15,4-2 2 16,-3-1 0-16,17 9-1 16,4-6 7-16,-4-5 9 15,4-5-10-15,-30-24-6 16,-16-13-5-16,-8-12 0 15,-18-21 0-15,-9-12 0 0,-3-10 0 16,-6 0 0-16,0-8 0 16,-24-30 0-16,-38-14-49 15,-25-17-74-15,-9-9-65 16,-20-9-122-16,-13-1-363 16</inkml:trace>
  <inkml:trace contextRef="#ctx0" brushRef="#br0" timeOffset="17429.95">17493 7007 481 0,'0'0'251'0,"0"0"-26"0,0 0-114 0,0 0 1 16,0 0-8-16,0-125-40 15,0 117-14-15,0 5 12 16,0 3-2-16,0 0-20 16,0 0-27-16,0 0-13 15,-24 31-4-15,-12 18 4 16,-15 16 3-16,-2 15 1 15,-10 9 0-15,-6 11 0 16,-9 11-1-16,-20 8-2 16,2 11 18-16,-17 8-10 0,-4 13 8 15,-5 15-4 1,-9 11-3-16,-7 3 1 0,7 6-2 16,8-7-1-16,16-7-4 15,2-2 3-15,25-10-6 16,2-7 4-16,0 0-3 15,1-3-1-15,5 8-1 16,1 15 2-16,-7-5 1 16,15 2 6-16,-6-6 1 15,7-4-7-15,-7-3 3 16,9-6 1-16,-2-10-2 0,11-13 6 16,6-11-4-16,9-14-4 15,9-10 6 1,12-15-2-16,4-15 0 15,-4-19 0-15,15-14-4 0,-3-15 0 16,3-7 1-16,0-5 0 16,0-3-3-16,0 0-1 15,0 0-5-15,0 0 5 16,0 0-19-16,0 0-53 16,0 0-21-16,0-13-133 15,9-10-142-15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10T11:31:29.0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6163 9593 1032 0,'0'0'108'0,"0"0"-105"0,0 0 2 0,0 0 7 0,0 0 49 0,0 0 2 0,0 0-42 0,0 0-21 15,72 29 5-15,17-17 10 16,31-2 0-16,11-1-6 16,10 0-4-16,2-2-5 15,3 1-4-15,-5-1 2 16,8-2-58-16,-9-2-203 0,-8-3-203 16</inkml:trace>
  <inkml:trace contextRef="#ctx0" brushRef="#br0" timeOffset="6809.37">21279 4986 717 0,'0'0'305'0,"0"0"-185"0,0 0-18 0,0 0-18 0,0 0-13 0,0 0-6 15,0 0-18-15,-45 12-9 16,45-12-14-16,9 0-11 0,45-8-7 16,27-21 11-1,32-8 5-15,10-6-17 0,-1 3-1 16,-17 4 7-16,-7 6-11 16,-11 2-4-16,-25 9 4 15,-14 0 0 1,-27 10-1-16,-6 4 2 0,-12 2-1 15,-3 3 7-15,0 0-6 16,0 0 5-16,-3-4-1 16,-21-1 1-16,-3 1-6 15,-6-4 0-15,4 2 0 16,2 1 0-16,3-1-1 16,6 6 1-16,9-1 10 15,9 1 8-15,0-3-6 16,0 3 2-16,0 0 5 0,0 0-17 15,0 0-2-15,0 0-3 16,0-3-7-16,27-1 7 16,18 4 3-16,14 0 4 15,1 0-4-15,-12 0 0 16,3 0-5-16,-16 17 5 16,-8 4-5-16,-9 7-2 15,-12 10-9-15,-6 7-34 16,-9 13-42-16,-50 4-95 15,-19 2-94-15,12-4-485 16</inkml:trace>
  <inkml:trace contextRef="#ctx0" brushRef="#br0" timeOffset="8054.04">20297 6698 536 0,'0'0'389'0,"0"0"-249"0,0 0-41 0,0 0-63 0,0 0 5 16,0 0-4-16,30-4-22 16,20-13 13-16,19-7 8 15,3 0-21-15,8-5-1 16,-2 6-3-16,-9 1-6 16,-16 4 4-16,-8 3-9 15,-12 4 1-15,-15 5-1 16,-18 1 1-16,9 5 1 0,-9 0 0 15,0 0 5-15,0-2 1 16,0-5-8-16,-15 0 1 16,-6-2-1-16,-12-2 1 15,-3 2 0-15,1 2 0 16,11 4 3-16,3 1 2 16,6-1 4-16,12 1 20 15,3 0 1-15,0 0 1 16,0 0-12-16,0 2-7 15,0 0-9-15,0 0-4 16,0 0-5-16,9 0 3 16,12 0 2-16,12 0-1 15,-1 0 2-15,-2 0-1 0,3 0 1 16,-3 13 6-16,-6 6-7 16,-6 10 0-16,-12 4-4 15,-6 8-20-15,0 4-48 16,0 3-73-16,-15-1-33 15,-12-4-161-15,9-7-467 16</inkml:trace>
  <inkml:trace contextRef="#ctx0" brushRef="#br0" timeOffset="8936.75">22620 4376 825 0,'0'0'294'0,"0"0"-123"0,0 0-47 0,0 0-12 16,0 0-36-16,0 0-31 16,-9-25-13-16,9 25-19 15,0 0-10-15,0 9-3 16,0 12-4-16,3 12 4 16,21 13 3-16,0 10 0 15,-3 9-3-15,-3 7 0 16,6 3-16-16,-4 2-68 0,4 3-80 15,0 7-76-15,-6 1-205 16</inkml:trace>
  <inkml:trace contextRef="#ctx0" brushRef="#br0" timeOffset="9993.89">21052 6850 624 0,'0'0'182'0,"0"0"-18"0,0 0-50 0,0 0-28 15,0 0-23-15,0 0-22 0,-33 27 7 16,33-27-5-16,0 0-10 15,0 0-17-15,24 0 2 16,18-10-2-16,-12-2-12 16,6 1-4-16,-3-4-6 15,8-2-65-15,4 0-80 16,-9-4-100-16,0 2-119 16</inkml:trace>
  <inkml:trace contextRef="#ctx0" brushRef="#br0" timeOffset="10196.03">21411 6533 816 0,'0'0'254'0,"0"0"-103"0,0 0-33 16,0 0-26-16,0 0-43 16,0 0-26-16,0-13-19 15,12 30-3-15,11 8 8 16,10 7-6-16,-12 7-3 15,-3 5-7-15,0 8-72 16,0 1-123-16,-3 4-230 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10T11:32:32.1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8265 6124 132 0,'0'0'567'0,"0"0"-395"0,0 0-2 0,0 0-36 0,0 0-6 0,0 0-34 16,0 0-4-16,-74-20-36 16,74 20-21-16,0 0-16 0,24 0-12 15,53-1 2-15,28 1 10 16,11-6 5-16,16 6-13 15,8-1-2-15,9 1-4 16,-2 0 1-16,-13 0-1 16,-14 0-6-16,-22 0 9 15,-8 1-6-15,-13 5 0 16,-14 1 0-16,-12-5 1 16,-15 4-1-16,-10-5-3 15,-2 2-6-15,-15-1-11 16,9 0-37-16,-9 1-56 15,-9 3-14-15,9 0-66 16,9-1-162-16</inkml:trace>
  <inkml:trace contextRef="#ctx0" brushRef="#br0" timeOffset="4683.17">8687 7562 264 0,'0'0'589'0,"0"0"-426"0,0 0-17 0,0 0-37 0,0 0-33 0,0 0-7 0,0 0-19 16,-84 0-24-16,84 0-15 16,0 3-10-16,0 5 4 15,69-2-4-15,26 1 29 16,28 3 4-16,26-3-17 15,0-3-8-15,0 3-3 16,-2 1-1-16,-13-3-5 16,-11 2 1-16,-10 0-1 0,-17 0 1 15,-7 0-1 1,-20 3 0-16,0-3-2 16,-25 2 2-16,-2 1 4 0,-15-3-4 15,-9-2-3 1,-6-1 3-16,-6-1 0 0,-3-3 0 15,-3 0 2-15,0 0-2 16,0 0 0-16,0 0-1 16,0 0-10-16,0 0-36 15,0 0-51-15,0 0-36 16,0 0-129-16,-30 0-365 16</inkml:trace>
  <inkml:trace contextRef="#ctx0" brushRef="#br0" timeOffset="6707.55">10018 8454 879 0,'0'0'108'0,"0"0"33"0,0 0-77 0,0 0 32 0,0 0-26 0,0 0-22 0,0 0-16 0,-68-26-8 16,68 26-22-16,0 0 7 15,0 0-9-15,27 8 1 0,44 10 12 16,25 0 29 0,23-2-6-16,16 0-26 0,-4-5 2 15,9 1-2 1,-2 0-5-16,-16-1-2 15,-14 4-2-15,-10-1-1 16,-14-2-1-16,-22-2 0 0,-17-6 1 16,-12-1 2-16,-21 0-2 15,-3-3 0-15,-9 0-2 16,0 0-5-16,-3 0-54 16,-66 0-109-16,-38 0-131 15,-30 0-370-15</inkml:trace>
  <inkml:trace contextRef="#ctx0" brushRef="#br0" timeOffset="7300.28">3816 9217 1021 0,'0'0'99'15,"0"0"-49"-15,0 0 20 0,0 0-16 0,0 0-11 0,0 0-8 16,9 0-24-16,72 6 1 15,38 1 2-15,30-7 8 16,19 0-16-16,-1 0-6 16,6 0-5-16,-24 0-38 15,-23 0-125-15,-22 0-160 16</inkml:trace>
  <inkml:trace contextRef="#ctx0" brushRef="#br0" timeOffset="19416.3">11553 10061 862 0,'0'0'152'16,"0"0"-16"-16,0 0-35 0,0 0-27 0,0 0 11 16,0 0 14-16,0 0-32 0,0 0-29 15,-131-44-23-15,131 44-7 16,0 0-6-16,45 0-1 16,59 0 4-16,28 0 10 15,17 0 0-15,0 0-15 16,-11-3 0-16,-13-3 1 15,-21 2-1-15,-8 0-1 16,-15 4-5-16,-13 0 4 16,-17 0-34-16,-21 0-105 15,-12 0-61-15,-18 11-119 16,-3 0-366-16</inkml:trace>
  <inkml:trace contextRef="#ctx0" brushRef="#br0" timeOffset="20350.15">3141 11153 874 0,'0'0'116'15,"0"0"-21"-15,0 0 14 0,0 0-22 0,0 0-33 16,0 0-18-16,-60-23-20 0,60 23-14 15,33 0-1-15,30 0 3 16,18-5-3-16,14 2 2 16,10-1 0-16,8-4 1 15,1 1-3-15,8 0-1 16,-5-1 0-16,-4 7-3 16,-2 1-1-16,-13 0-56 15,7 0-63-15,2 0-92 16,-20 0-154-16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10T11:33:02.9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13491 4005 753 0,'0'0'241'0,"0"0"-97"0,0 0 4 0,0 0-54 0,0 0 9 15,0 0-29-15,0 0-36 16,-71-25-14-16,71 25-12 15,50 0 3-15,40 6 26 16,50-1 5-16,51-5-2 16,39 0-19-16,24 0-6 15,9 0-10-15,9-3-8 16,-10 3 7-16,-8 0-8 16,-27 0-1-16,-42 0-5 15,-20 3 6-15,-34-1 0 16,-32 3 0-16,-10-3 0 15,-38-2 0-15,-6 0 1 0,-27 0-1 16,-12 0 0-16,-3 0 1 16,-3 0-1-16,6 0 0 15,-3 0-1-15,-3 0 0 16,6 0-30-16,-3 0-59 16,2 0-90-16,-5 0-130 15,3 0-325-15</inkml:trace>
  <inkml:trace contextRef="#ctx0" brushRef="#br0" timeOffset="5926.4">11308 5427 894 0,'0'0'159'0,"0"0"-17"0,0 0-75 0,0 0-12 0,0 0 7 16,0 0-5-16,0 0-19 0,-86 0-3 15,86 0-1 1,0 0-7-16,0 0-6 0,0 0-8 16,42 0-3-16,26 0 16 15,13 0-4-15,26 0-7 16,13 0 4-16,-4 0-13 15,13 0-4-15,-4 0-2 16,12 0 2-16,-2 0 6 16,-7 0-1-16,-2 2-7 15,-13 8-2-15,19-1 2 16,-10 0-1-16,9-2 7 16,-8 1-6-16,8-3 2 15,-14-1-4-15,5-4 4 16,-2 0 1-16,-7 0-1 15,-5 0 2-15,-13 0-4 16,13 0 1-16,5 0 7 16,7 0-6-16,-4 0 5 15,-3 0-3-15,-8 0-2 0,8 0-2 16,-8 0 3-16,-1 0 1 16,1 0-4-16,-15 0 10 15,17 2-8-15,-2 1-2 16,-4 0 1-16,-2-3-1 15,-1 0 4-15,-2 0-4 16,-10 0 3-16,-8 0-3 16,-9 0 0-16,-7 0 0 15,16 0 0-15,3 0 0 16,-1 0 3-16,-2 0-3 16,-15 0-2-16,-4 0 2 0,13 0 7 15,-3 0-5 1,-10 0-2-16,-5 0 3 0,6 0-3 15,-21 0 0-15,3 0-3 16,-16 0 7-16,7 0 2 16,-15 0-6-16,0 0 1 15,-6 0-2-15,-3 0 6 16,6 0 0-16,-15-3 0 16,0 3 5-16,9 0-5 15,-9 0 2-15,0 0-2 16,0-3 1-16,0 1-5 15,0-2-1-15,0-1-51 16,-27-5-120-16,-27-1-212 0</inkml:trace>
  <inkml:trace contextRef="#ctx0" brushRef="#br0" timeOffset="7373.38">21324 5434 951 0,'0'0'158'0,"0"0"-33"0,0 0-55 0,0 0-18 0,0 0 30 0,0 0-17 0,0 0-31 0,27 5-16 15,68-3 5-15,37 1 10 16,8-3-8-16,15 0-17 0,-11 0-5 15,2 0 5-15,-11 0-6 16,-16 0 3-16,-29 1-5 16,-22 2 0-16,-29-1-4 15,-15-1 3-15,-15 5-6 16,-9-4-21-16,0 6-50 16,0 2-98-16,-51 2-50 15,-30 1-236-15</inkml:trace>
  <inkml:trace contextRef="#ctx0" brushRef="#br0" timeOffset="8359.39">7032 6393 869 0,'0'0'170'0,"0"0"-29"0,0 0-34 0,0 0-30 0,0 0 30 15,0 0-24-15,-158-10-47 0,158 10-34 16,72 4 17 0,56 0 28-16,60-4-19 0,57 0-5 15,45 0-16-15,23-8-3 16,10-5 3-16,-7-2-7 16,1 6-2-16,-31 4 1 15,-38 2 2-15,-54 3-1 16,-47 0 1-16,-43 0-1 15,-32 11 0-15,-18 0-1 16,-27-7 1-16,-19 2-1 16,-8-6-6-16,0 2 6 15,0-2-40-15,-11 8-39 16,-31-2-21-16,-12 8-81 0,-6 1-63 16,6-4-243-1</inkml:trace>
  <inkml:trace contextRef="#ctx0" brushRef="#br0" timeOffset="20226.25">15065 8684 910 0,'0'0'84'0,"0"0"53"0,0 0-86 0,0 0-6 0,0 0 8 16,0 0 0-16,0 0-23 0,0 0-30 15,0 7 1 1,12 24 29-16,6 3 6 0,-3-2-6 16,-3-4-1-16,3-5-7 15,-3-9-9-15,3-4-6 16,-7-9 2-16,16-1 1 15,6 0 2-15,39-15 17 16,29-28 9-16,25-14-27 16,8-11-11-16,-11 2-2 15,-4 1-41-15,4 6-130 16,-4 0-140-16,-2-1-620 16</inkml:trace>
  <inkml:trace contextRef="#ctx0" brushRef="#br0" timeOffset="37647.41">12993 10880 695 0,'0'0'124'0,"0"0"18"0,0 0-62 0,0 0 1 0,0 0-21 16,0 0-15-16,0 0-20 15,0 0-14-15,32 0 3 16,-14 0-6-16,0 0 1 16,0 1 7-16,6 10-1 15,-3-2 7-15,-3 5-6 16,6-2-3-16,-6 1 8 15,0-3 1-15,-3 3-5 16,-4-6-4-16,4 0-3 0,-12-4 8 16,3-3-5-16,-3 0 6 15,3 0 11-15,3 0 10 16,18-6-4-16,15-28-2 16,30-19-30-16,14-11-4 15,13-6-32-15,-4 2-115 16,-14-4-181-16,-12-2-668 15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10T11:33:47.1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8110 3657 902 0,'0'0'119'0,"0"0"-36"0,0 0-36 0,0 0-36 0,0 0 0 16,0 0-10-16,0 0 14 16,27 54 0-16,15-30-4 15,-6 3-2-15,-9-5-4 16,5-1-2-16,-5-2 4 16,-6-8-7-16,3 1 3 15,-6-3 5-15,0-3-6 16,9-4 7-16,-3-2 5 15,6 0 36-15,11-17 7 16,19-19-24-16,3-2-23 16,14-4-4-16,-5 4-5 15,6 2-2-15,-16 6-10 0,19 5-18 16,-3 2-42 0,-1 6-53-16,1 0-116 0,-15 4-352 15</inkml:trace>
  <inkml:trace contextRef="#ctx0" brushRef="#br0" timeOffset="999.58">11792 5148 738 0,'0'0'165'0,"0"0"-65"0,0 0-8 0,0 0-32 0,0 0 11 15,0 0-14-15,15 0-23 16,-6 0-19-16,0 0-1 15,18 4 7-15,0 16 7 16,6 3-7-16,-13 9-8 16,4-2-3-16,3-1 1 15,-3-3-2-15,-3-4 0 16,3-6-2-16,-12-9 1 16,3-2-5-16,12-5 3 15,6 0 16-15,20-18 13 0,34-24 3 16,11-16-30-1,25-2-7-15,-10-4 3 0,-8 5-4 16,-10 10-1-16,-14 6-5 16,-9 10-4-16,-13 4-24 15,1 7-32-15,-21 9-23 16,-6 6-52-16,-24 7-86 16,0 0-283-16</inkml:trace>
  <inkml:trace contextRef="#ctx0" brushRef="#br0" timeOffset="2262.4">7689 6617 775 0,'0'0'130'0,"0"0"4"0,0 0-36 15,0 0-19-15,0 0-5 16,0 0-35-16,0-35-25 0,0 35-14 15,0 0-5-15,9 9 5 16,18 9 10-16,6 2-6 16,-3-2 1-16,3 2 11 15,-7-3-3-15,10-3-1 16,-3-3 3-16,-6 0-5 16,0-7-4-16,0-2 18 15,6-2-8-15,5-2 11 16,22-31 1-16,12-13-12 15,11-8-9-15,-2 0-7 16,0-4-1-16,-13 8 1 16,4 7 0-16,-21 6-2 15,-6 13-13-15,-4 3-16 16,-14 10-14-16,0 1-27 16,9 6-16-16,0 4-50 0,-9 0-139 15,-3 0-353-15</inkml:trace>
  <inkml:trace contextRef="#ctx0" brushRef="#br0" timeOffset="2935.45">8800 8274 1057 0,'0'0'70'0,"0"0"-6"0,0 0-3 0,0 0 5 0,0 0 33 16,0 0-20-16,-60-57-52 0,60 57-26 15,0 0-1-15,0 4-1 16,18 17-7-16,9-1 8 16,9-1 2-16,-12-6-2 15,-3-4 0-15,-6-8 4 16,11-1 4-16,1 0 3 16,9-12 12-16,24-30 0 15,21-8-13-15,11-8-8 16,7-2-2-16,-4 3-4 15,4 4-34-15,-4 2-53 16,-8 6-81-16,-6 5-127 16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10T11:34:08.9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18565 5886 610 0,'0'0'254'0,"0"0"-115"0,0 0-42 0,0 0-28 15,0 0 2-15,0 0-4 16,0 0-11-16,0 0-17 16,-99 10-16-16,99-10 7 15,27 0-5-15,51 0 0 16,29 0 25-16,31 0-16 15,2-7-19-15,-6-3-12 0,-2 0-2 16,-1 0-1 0,-8 2 3-16,-4-2-3 0,-20 0 0 15,-19 1 1-15,-20 4-1 16,-18 0 0-16,-24 1-1 16,-9 1-1-16,0 1 3 15,-9 0-2-15,0 2-1 16,0-4-2-16,0 4 0 15,0 0-13-15,0 0-45 16,-9 0-18-16,-24 0-17 16,-12 0-4-16,9 0-20 15,-9 6-84-15,-5 3-98 16</inkml:trace>
  <inkml:trace contextRef="#ctx0" brushRef="#br0" timeOffset="499.6">19060 5701 659 0,'0'0'230'0,"0"0"-93"0,0 0-46 0,0 0 4 0,0 0-16 15,0 0-31-15,-14-29-21 16,5 29-12-16,0 0-12 16,9 0-3-16,-15 0-2 15,-6 3 2-15,-6 12 4 16,-9 4-3-16,-12 6 10 16,1-1-10-16,-4 2 2 15,0-2 0-15,15-4-2 16,6 3 6-16,-3-5 1 15,19 2-4-15,2-6 5 16,3-2-5-16,9-3 0 16,0 1-1-16,0 2-2 15,0 0 1-15,18 1 7 16,17 2 3-16,16 0 15 0,-6-1-11 16,6 2 9-1,5-1-10-15,-5-1-4 0,9-2-4 16,-6-4-5-16,-10 3 6 15,-8-6-8-15,-9 2 3 16,-9-2-3-16,-9-5-1 16,-3 2-38-16,3 0-144 15,-9-2-181-15</inkml:trace>
  <inkml:trace contextRef="#ctx0" brushRef="#br0" timeOffset="4215.09">12569 6360 529 0,'0'0'144'0,"0"0"-20"0,0 0-52 15,0 0-5-15,0 0 19 16,0 0-11-16,0 0-5 15,0 0-30-15,-93-14-5 16,93 14-4-16,0 0-14 16,6 0-4-16,57 0 12 15,41 0 43-15,28-4-26 16,26-13-27-16,-3-8-9 16,-12 2-6-16,-20-1-1 0,-13 2-1 15,-20 3-4-15,-18 2-36 16,-22 9-52-16,-14 7-55 15,-21 1-75-15,-15 0-125 16</inkml:trace>
  <inkml:trace contextRef="#ctx0" brushRef="#br0" timeOffset="10515.47">12413 8377 625 0,'0'0'67'0,"0"0"29"0,0 0-15 0,0 0-18 0,0 0 23 16,0 0-16-16,0 0-19 15,-53-4-30-15,53 4-8 16,0 0-5-16,0 0 3 15,0 4-1-15,26 8 19 16,25 0 1-16,12-3 8 16,14 0-3-16,22-4-7 15,15-1-8-15,8 0-13 16,9-2 14-16,1 0-7 16,-1 1-13-16,-17-1 3 15,-7 3 3-15,-5-2 5 16,-22-2-10-16,-2 3 8 15,-6-4-2-15,-13 0-5 16,-5 0 8-16,0 0-5 0,-12 0-3 16,-16 2 7-1,-8-1-10-15,0 2 6 0,-18-1-6 16,6-2-4-16,-6 0 4 16,0 0 4-16,0 0-2 15,0 0-2-15,0 3 0 16,0-3 0-16,0 0 1 15,0 0-2-15,0 0-5 16,0 0 3-16,0 0-18 16,0 0-62-16,0 0-48 15,0 0-83-15,0 0-98 0,3 0-31 16</inkml:trace>
  <inkml:trace contextRef="#ctx0" brushRef="#br0" timeOffset="11920.25">20115 8456 534 0,'0'0'43'0,"0"0"74"0,0 0-50 0,0 0 40 0,0 0-11 0,0 0-10 0,-186-45 17 15,163 44-40-15,5 1-27 0,-3 0-13 16,6 0 12-16,-3 0-4 15,18 0-4-15,0 0-9 16,0 0-5-16,0 0 1 16,0 0-4-16,0 0-1 15,0 0-8-15,51 0 7 16,38 0 6-16,52 0 20 16,23 0-8-16,6 0-14 15,3 0-10-15,3-5 10 16,-20-6 0-16,-22 1-5 15,-20-1-7-15,-19 3 1 16,-8 1 0-16,-25 0 2 0,-2-1-3 16,-21 4 0-1,-6 4 0-15,-18-3 0 0,-12 1 0 16,-3 2 0-16,0 0-52 16,-36 0-141-16,-36 0-81 15,-20 0-669-15</inkml:trace>
  <inkml:trace contextRef="#ctx0" brushRef="#br0" timeOffset="13981.51">4709 9443 900 0,'0'0'67'0,"0"0"11"0,0 0 75 0,0 0-79 16,0 0-33-16,0 0 10 15,0 0-19-15,-137 15-18 0,160-13-3 16,40 3 9 0,24-5 18-16,35 0-9 0,27 0-22 15,10-18-4-15,14 3-3 16,-6 0-11-16,-15 6-36 15,-14 4-62-15,-7 5-67 16,-26-2-101-16,-25-3-314 16</inkml:trace>
  <inkml:trace contextRef="#ctx0" brushRef="#br0" timeOffset="16512.93">13288 9430 861 0,'0'0'74'0,"0"0"47"16,0 0-48-16,0 0-24 0,0 0 25 0,0 0-16 16,42-62-24-16,107 59-10 15,54-2-5-15,45 3-6 16,6-1-11-16,-12 1-2 15,-21 2 0-15,-9 0 1 16,-21 0 8-16,-9 0-9 16,-15 0-3-16,-17 0 1 15,-25 0-103-15,-20 0-75 16,-19 0-169-16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10T11:34:58.2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15698 7203 395 0,'0'0'164'0,"0"0"-77"0,0 0-10 0,0 0 11 0,0 0-38 0,0 0 2 16,0 0-11-16,-9 0 7 0,9 0-15 16,0 0-9-16,0 0 16 15,0 0-6-15,0 0 13 16,0 0-15-16,0 0-4 16,0 0 5-16,0 0-22 15,0 0 4-15,0 0-12 16,0 0 8-16,0 0-1 15,0 0-5-15,0 0 5 16,0 0-4-16,0 0 1 16,0 0 3-16,0 0-1 15,0 0 0-15,0 0-6 0,0 0 5 16,0 0 0-16,0 0-5 16,0 0 3-1,0 0 5-15,0 0-4 0,0 0 12 16,0 0-7-16,0 0-2 15,0 0-3-15,0 0-6 16,0 0 6-16,0 0-5 16,0 0-2-16,0 0 1 15,0 0-1-15,0 0-1 16,0 0 1-16,0 0-1 16,0 0 1-16,0 0-1 15,0 0 0-15,0 0 2 16,0 0-1-16,0 0 0 15,0 0 0-15,0 0 0 0,0 0 0 16,0 0 0-16,0 0 0 16,0 0 0-16,0 0 2 15,0 0-4-15,0 0 3 16,0 0-1-16,0 0 0 16,0 0 0-16,0 0-2 15,0 0 2-15,0 0-1 16,0 0-1-16,0 0 1 15,0 0-1-15,0 0 0 16,0 0-4-16,0 13 5 16,0 5 1-16,0 6 6 15,-9 3-2-15,3 5 3 0,-12 2 1 16,0-1-5 0,-3 1 5-16,4-4-8 0,2-2 1 15,-3-1 0-15,9-7 2 16,9-7-3-16,-9-6-1 15,9 1 1-15,0-6 0 16,0-2 0-16,0 3 2 16,0-3-1-16,0 0 2 15,0 0 2-15,0 0 2 16,0 0-2-16,0 0-4 16,0 0-2-16,0-8-22 15,0-6-11-15,0-5-17 16,0-4-8-16,0 3 8 15,0-7 3-15,0 2 8 16,9 1 7-16,0-4 25 0,0 4 5 16,0-3 6-16,0 1-6 15,-1 2 6-15,-2 1-2 16,-3 2 7-16,-3 6 11 16,6 7 12-16,-6 4 10 15,0 1 13-15,0 3-5 16,0 0-10-16,0 0-15 15,0 0-17-15,0 0-5 16,0 5 1-16,-17 11 4 16,-7 8 2-16,-3-1 0 15,3 0-7-15,-3 1 3 16,6-3-4-16,-3-4 0 0,15-1 0 16,0-6-1-1,0-3 0-15,9-5 0 0,0-2 2 16,0 0-2-1,0 0 5-15,0 0-2 0,0 0 7 16,0-7 3-16,42-11-13 16,-3-8 2-16,3 7-1 15,-15-1 1-15,5 3-2 16,-14 7 2-16,-6 4-2 16,-6 3 0-16,-3 3-2 15,-3 0 1-15,0 0-17 16,9 0 14-16,-3 3-4 15,6 11 7-15,3 3-4 16,-6 2 3-16,0 0 2 16,9 0-26-16,-3 0-91 0,-3 0-41 15,12-5-59-15,-6-2-211 16</inkml:trace>
  <inkml:trace contextRef="#ctx0" brushRef="#br0" timeOffset="1068.08">16451 7251 709 0,'0'0'227'0,"0"0"-77"0,0 0-28 0,0 0-33 0,0 0-11 0,0 0 1 0,-15-48-26 15,15 48-25-15,0 0-8 16,-3 0-15-16,-3 0 3 15,6 0-8-15,0 3-11 16,0 13 10-16,0 8 1 16,0 4 7-16,0 9-1 0,0-2-1 15,0 4-1 1,-3 5-2-16,3-1 1 16,0-2 3-16,0-1-6 15,-6-2 3-15,6-7-1 0,0-2-2 16,-3-11 1-1,3-6-1-15,0-2 2 0,0-8-2 16,0-2 1-16,0 0 1 16,0 0 4-16,0 0 3 15,0 0 1-15,0-12 18 16,0-6-10-16,0-8-16 16,0-1-2-16,0-8 0 15,0 3 0-15,0-4 0 16,0 1 1-16,0-3-1 15,9 2 0-15,0-1-1 0,-6-1 1 16,3 6 0 0,-3 3 1-16,-3 3 1 0,6 6-2 15,-6 10 0-15,3 2 0 16,-3 6 1-16,0 2 0 16,0 0-1-16,0 0-1 15,0 0-7-15,0 0-1 16,-9 17-3-16,-12 1 12 15,-6 6 1-15,-6 0 1 16,15-5-2-16,-6-2 0 16,12-3 0-16,-3-5-1 15,6-3 2-15,6-4-2 0,3-2 2 16,0 0 0 0,0 0 1-16,0 0 6 0,0 0 1 15,0-8-8 1,0-11-1-16,9 0 0 0,9 0-1 15,-6 2-1-15,3 6 1 16,-3 2 1-16,-6 6 0 16,-6 0-1-16,0 3-1 15,0 0-7-15,18 0 0 16,9 0 0-16,6 6 4 16,5 8 4-16,4 2-7 15,3 6-10-15,6-1-36 16,3-2-54-16,-1 3-49 15,-2-4-62-15,9-3-193 16</inkml:trace>
  <inkml:trace contextRef="#ctx0" brushRef="#br0" timeOffset="3648.66">20133 6978 180 0,'0'0'798'0,"0"0"-628"0,0 0-73 0,0 0-13 16,0 0-5-16,0 0-31 0,0 0-33 15,77-66-10 1,-50 90-5-16,15 5 22 0,-6-1-4 16,-15-5 0-16,2-3-4 15,-14-5-9-15,0-9 3 16,0-3 7-16,6-3 6 15,15-3 20-15,30-39-10 16,38-20-7-16,16-17-17 16,8-4-7-16,-8 4-10 15,-19 12-10-15,-8 13-44 16,-33 16-56-16,-12 22-38 16,-31 11-76-16,-11 5-245 15</inkml:trace>
  <inkml:trace contextRef="#ctx0" brushRef="#br0" timeOffset="6234.18">8645 6026 73 0,'0'0'583'0,"0"0"-422"0,0 0-16 0,0 0-31 0,0 0-9 15,0 0-38-15,0-5-26 0,0 5-21 16,0 0-6 0,0 0-8-16,-9 3 1 0,-24 11 24 15,-12 6 33-15,-18 2-25 16,1 6-23-16,-16-1 2 16,15 1 7-16,4-5-14 15,8-1-6-15,21-8 2 16,12-5-1-16,3-2-4 15,15-4-2-15,0 2-2 16,0 2-5-16,0 3 5 16,33 4 0-16,12 4 2 15,9 4 7-15,5 3-3 0,4 3-3 16,-3-3 1 0,-7 5 0-16,-8-10-2 0,-9-1 0 15,-18-4 1 1,-9-7-1-16,0-2 0 0,-9-1-1 15,6-5 1-15,-6 2-17 16,0-2-53-16,0 0-100 16,0 0-15-16,0-2-103 15,0-14-435-15</inkml:trace>
  <inkml:trace contextRef="#ctx0" brushRef="#br0" timeOffset="6840.02">8319 6333 715 0,'0'0'200'0,"0"0"-28"0,0 0-38 0,0 0-56 0,0 0-22 0,0 0-17 16,-24-20-10-16,57 17-15 15,36-3 5-15,11 0 13 16,37 1-20-16,11-5-2 15,16 2-9-15,2-2 7 16,-6 0-7-16,1 3-1 16,-28 5 0-16,-8-3 0 15,-10 5 1-15,-14-3 1 16,-12 3-2-16,-16-2 0 0,-17 2 0 16,-12 0-7-16,-15 0 7 15,-9 0 8-15,0 0-5 16,0 0 4-16,0 0 2 15,0 0 5-15,0-3 6 16,0-3 19-16,-15-4-11 16,-21 1-26-16,0-6 2 15,-5 2-2-15,-13-1 2 16,18 1 1-16,-6 2 12 16,6 4 0-16,18 1 3 15,1 3 2-15,11 1 2 16,3 2-12-16,3 0-1 15,0 0-5-15,0 0 0 0,0 0-3 16,0 0-6 0,0 0 1-16,35 0-5 0,16 0 7 15,3 0 7-15,6 5-6 16,-13 7-1-16,-5 2 1 16,3-3-1-1,-12 3-1-15,-15 1-1 0,-9 5 2 16,-9 1 0-16,0 6-8 15,0 5 1-15,-51 11-47 16,-12 5-58-16,-14 9-107 16,-1-2-120-16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10T11:35:16.5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10869 5450 1140 0,'0'0'173'0,"0"0"-38"0,0 0-59 0,0 0-41 0,0 0-20 16,0 0-14-16,0 0 6 16,45 74 25-16,-27-57-15 15,-3-10-5-15,-3 0-7 16,-3-7 1-16,15 0-3 16,12 0 2-16,26-19 2 0,25-16 3 15,12-15-4 1,5 1 0-16,15-2-6 15,7-1-18-15,11 5-77 16,4 0-137-16,-10 3-135 0</inkml:trace>
  <inkml:trace contextRef="#ctx0" brushRef="#br0" timeOffset="2267.56">13052 8108 692 0,'0'0'239'0,"0"0"-106"0,0 0-54 0,0 0-41 0,0 0-26 16,0 0-5-16,0 0 5 15,105 13 42-15,-78 8-5 16,6-1-2-16,-7 5-7 15,1-2-15-15,-9-5 12 16,9 4-4-16,-9-7-3 16,6-1-12-16,-12-1-9 15,12-9-5-15,-6-4-4 16,17 0 15-16,19-34 4 16,6-18 4-16,27-13-10 15,2-8-13-15,16-2-1 16,-7 10 1-16,-5 5 3 15,-13 9-3-15,-11 12-22 16,-15 9-23-16,6 14-58 0,-25 14-54 16,-8 2-35-16,-18 0-212 15</inkml:trace>
  <inkml:trace contextRef="#ctx0" brushRef="#br0" timeOffset="8833.74">19237 8077 840 0,'0'0'198'16,"0"0"-34"-16,0 0-67 0,0 0-6 0,0 0-20 0,0 0-25 16,0 0-10-16,122-7 12 15,-14-11-21-15,5 0-13 16,10 1-4-16,-1 5-5 15,-6 0 8-15,-11 6-11 16,-18 2-1-16,-16 4-1 16,-14 0 0-16,-21 0-6 15,-9 0 6-15,-9 0-1 16,-1 0 0-16,-8 0-11 16,9 0-27-16,-18 4-81 0,0 2-45 15,0 1-78-15,0-2-330 16</inkml:trace>
  <inkml:trace contextRef="#ctx0" brushRef="#br0" timeOffset="10154.99">18774 6944 883 0,'0'0'186'0,"0"0"-33"0,0 0-73 0,0 0-25 16,0-135-9-16,45 65-10 15,5-13-19-15,-5 11-3 16,-12 13-9-16,-15 16 10 16,-18 21 30-16,0 15-5 15,0 7 9-15,0 0-36 16,-6 22-13-16,-15 11-4 16,12 7 3-16,9 3 1 0,0-5 0 15,18-3 1-15,30 1 0 16,3-4-2-16,11-8 2 15,-17-2-2-15,-12-6 1 16,-15-5 0-16,-12-4 0 16,-6 1 0-16,0-1 0 15,-24 5 5-15,-30-3 0 16,0 0-3-16,13 1-2 16,8-6 1-16,15-1-1 15,9-3 2-15,9 0-1 16,0 0-1-16,0 0 0 15,0 0-2-15,0 0-5 0,24-12-7 16,12-10 10-16,17-2-5 16,1-1 2-16,-12 1 5 15,9 1-1-15,-15 3-1 16,-10 11 3-16,-8 3 0 16,6 6 0-16,-6 0-1 15,3 0-4-15,-3 13 5 16,0 9-1-16,-3-2 1 15,-6 0 1-15,-9-4-1 16,0-4 1-16,0 3-11 16,0-5-91-16,0-7-66 15,0-3-73-15,0 0-269 16</inkml:trace>
  <inkml:trace contextRef="#ctx0" brushRef="#br0" timeOffset="10302.93">19371 6405 723 0,'0'0'320'0,"0"0"-172"0,0 0-98 0,0 0-39 0,0 0-11 0,0 0-77 16,-9 21-119-16,36 10-241 16</inkml:trace>
  <inkml:trace contextRef="#ctx0" brushRef="#br0" timeOffset="11634.9">19852 6615 520 0,'0'0'342'15,"0"0"-103"-15,0 0-111 16,0 0-44-16,0 0 4 16,0 0-15-16,0-55-11 15,-18 55-16-15,-6 0-21 16,-12 11-22-16,-3 18-2 15,-2 3-1-15,17-2-1 16,15-3 1-16,9-9-7 16,0-3 6-16,0-4-5 15,0-4-5-15,0-7-9 0,18 0 4 16,6 0 9 0,2-7 1-16,1-17 6 0,0-1 3 15,0 1 3-15,-12 5-6 16,3 10 2-16,-9 6 5 15,-9 3 1-15,18 0-8 16,6 4 0-16,5 18 2 16,4 7 6-16,-6 7 1 15,9 4 3-15,-9 5-1 16,-9 3-4-16,-3 0-5 16,-12-5-1-16,-3-5-1 15,0-8 0-15,0-11 3 16,0-10-1-16,0-3 1 15,-12-6 3-15,-15 0 55 0,0-12-33 16,-6-20-11-16,15-5-6 16,9-6-6-16,9-2 1 15,0 0-5-15,9-1 0 16,18 6 0-16,9 6 0 16,0 9-1-16,-3 8-3 15,0 9 2-15,-4 8-4 16,4 0 4-16,-6 0-3 15,0 9 2-15,9 7 0 16,-12-5 1-16,-6 0 0 16,-6-3 1-16,-3-5-3 15,-3-3 2-15,-3 0 0 16,2 0 2-16,13-3 0 0,0-14 2 16,6 1 0-16,-3 2-3 15,-3 0 1-15,-3 8-1 16,-3 3-3-16,3 1 1 15,3 0-1-15,6 2 2 16,-3-2 1-16,2 2 0 16,-11-2-1-16,6-4 1 15,6-1 1-15,-6 1-1 16,6-6 0-16,-3 2 1 16,-6 0 0-16,-6 4 1 15,-6 6-2-15,-3-3 0 16,0 3 0-16,9 0-2 0,0 0-5 15,6 0 4-15,3 0 2 16,-1 8 0-16,7-2-5 16,-6 1-4-16,0-2-1 15,3-2-1-15,-6 1-4 16,-6-4 0-16,15 0 4 16,-12 0 6-16,3 0 2 15,3 0 3-15,-6 0 0 16,-3 0 1-16,-3-4 0 15,-6 1-1-15,0 3 6 16,0 0-1-16,0 0-4 16,0 0 0-16,0 0-6 15,8 0-5-15,1 7 7 16,0 3-2-16,9-6-22 16,0-1 1-16,0 0-2 15,0-3-5-15,0 0 7 16,-3 0 8-16,-3-3 17 0,-3-11 2 15,-3-7 9-15,-6 4 3 16,0-5 28-16,-9 6-2 16,-27-1-22-16,-6 6-7 15,6 10-4-15,1 1-5 16,8 0-1-16,3 0-1 16,12 0-5-16,6 0-15 15,6 0-31-15,0 0-9 16,0 0-52-16,0 0 7 15,18 0 1-15,18 0 49 0,-4 0-19 16,4-2 3 0,0-6 54-16,-3 6 17 0,3-3 2 15,9 5 36-15,-10 0 58 16,-2 0-72-16,-15 7 4 16,9 15 30-16,-9 1-6 15,0 3-1-15,-3-3-29 16,-3 0-13-16,3-3-7 15,-12-4-2-15,3-5-4 16,-6-1-54-16,0-5-227 16,0-5-201-16</inkml:trace>
  <inkml:trace contextRef="#ctx0" brushRef="#br0" timeOffset="11768.54">21273 6336 783 0,'0'0'264'0,"0"0"-136"0,0 0-98 0,0 0-30 0,0 0-92 0,0 0-71 0,102 2-106 15</inkml:trace>
  <inkml:trace contextRef="#ctx0" brushRef="#br0" timeOffset="12170.25">21876 6438 568 0,'0'0'362'0,"0"0"-102"16,0 0-136-16,0 0 3 0,0 0-56 16,0 0-19-16,-44-47-17 15,17 47-35-15,-6 20 1 16,6 12-1-16,9 2 0 16,9-3-9-16,9-6 8 15,0-5-6-15,0-6-28 16,33-10-22-16,3-4 1 15,0 0 3-15,0-4 21 16,-1-24 22-16,-8-9 5 16,-9-8 4-16,-9-10 1 15,-9-5 10-15,0-10 27 16,-27-11 29-16,-18 5-1 16,-8 9-7-16,17 22-9 0,12 21 7 15,6 18-6 1,9 6-6-16,0 13-44 0,0 27 3 15,9 14 2-15,0 12-5 16,0 13-1-16,27 4-4 16,9-4 2-16,6-4-37 15,2-12-78-15,7-13-98 16,3-10-97-16,18-5-394 16</inkml:trace>
  <inkml:trace contextRef="#ctx0" brushRef="#br0" timeOffset="23602.25">6357 6393 531 0,'0'0'343'0,"0"0"-190"0,0 0-67 0,0 0-26 15,0 0-31-15,0 0-20 16,0 0-8-16,0 0-1 16,-9-10 0-16,18 7-20 15,9 0-69-15,0 1-93 16,6-1-98-16,6-2-276 15</inkml:trace>
  <inkml:trace contextRef="#ctx0" brushRef="#br0" timeOffset="23942.41">6357 6393 403 0,'272'-67'290'0,"-272"66"-85"16,9-7-83-16,0 4-39 15,6-1-14-15,-6-3-43 16,9 3-24-16,3-4 0 15,6 3-2-15,5 3-10 16,10-2-52-16,-6 5-50 16,0 0-35-16,0 0-9 0,0 0 111 15,-13 0 11-15,-2 0 33 16,-6 0 1-16,3 0 29 16,-9 0 22-16,0 0 108 15,0 0-52-15,-3 0-26 16,-3 0-25-16,6 0-12 15,6 0-30-15,3-2-7 16,9-3-5-16,-9 0-2 16,8 2-1-16,7 1-10 0,-6 2-4 15,0 0-44-15,0 0-31 16,-9 0-10 0,18 0-84-16,-3 0 49 0,-7 0-129 15</inkml:trace>
  <inkml:trace contextRef="#ctx0" brushRef="#br0" timeOffset="24086.71">7522 6266 75 0,'0'0'272'0,"0"0"-72"16,0 0-98-16,0 0-30 15,0 0 75-15,0 0-87 16,63 4-27-16,-45-4-25 16,-1 0-8-16,7 0-18 15,3 0-97-15,0 0-118 16,6 0-228-16</inkml:trace>
  <inkml:trace contextRef="#ctx0" brushRef="#br0" timeOffset="24284.08">7961 6291 43 0,'0'0'426'16,"0"0"-272"-16,0 0-44 16,0 0 62-16,0 0-60 15,0 0-46-15,80 12-23 16,-65-12-2-16,-12 0-23 15,6 1-17-15,6 3 2 16,3-4-3-16,-9 0-3 16,9 2-38-16,-9 1-79 0,0 1-180 15,-3 5-181-15</inkml:trace>
  <inkml:trace contextRef="#ctx0" brushRef="#br0" timeOffset="24467.62">7961 6291 370 0,'281'84'482'15,"-281"-84"-263"-15,0 0-69 16,0 0-65-16,0 0-41 16,0 0-27-16,0-5-17 15,-9 2-17-15,0 3-63 16,-9 0-175-16,-9 0-685 15</inkml:trace>
  <inkml:trace contextRef="#ctx0" brushRef="#br0" timeOffset="25185.91">3553 8477 830 0,'0'0'232'0,"0"0"-119"16,0 0-53-16,0 0-36 0,0 0-11 0,0 0-8 0,87-7-5 15,-24 2-5-15,5 0 3 16,13 2-78-16,0 0-169 16,5 3-138-16</inkml:trace>
  <inkml:trace contextRef="#ctx0" brushRef="#br0" timeOffset="25507.45">4422 8473 563 0,'0'0'190'16,"0"0"4"-16,0 0-47 0,0 0-41 15,0 0-28-15,0 0-27 16,27 8-25-16,-9-8-12 16,15 0-10-16,9 0-4 15,2 0-5-15,10 0-44 16,15 0-51-16,-15 0-10 15,8 0 7-15,-11 0-4 16,-6 0 27-16,-12 0 48 16,-15 0 32-16,-6 0 0 15,-3 0 72-15,-3 0-1 0,-6 0 49 16,0 0 2 0,0 0-34-16,0 0-36 0,0 0-4 15,0 0-14-15,0 0-27 16,0 0-7-16,9 0-8 15,17 0-48-15,10 0-107 16,6 0-166-16,3 0-350 16</inkml:trace>
  <inkml:trace contextRef="#ctx0" brushRef="#br0" timeOffset="25668.3">5455 8491 582 0,'0'0'337'0,"0"0"-106"0,0 0-84 15,0 0-39 1,0 0-34-16,0 0-36 0,0 0-29 16,0 0-9-16,0 0-74 15,0-3-146-15,-8-4-774 16</inkml:trace>
  <inkml:trace contextRef="#ctx0" brushRef="#br0" timeOffset="29767.76">19825 11322 135 0,'0'0'947'0,"0"0"-868"0,0 0-21 16,0 0-46-16,0 0 20 0,0 0 18 0,0 0-6 16,0 0-23-16,125-50 15 15,-77 65 5-15,-12 1-19 16,-6-2 12-16,-6 1 9 16,-6 0-25-16,0-8 0 15,-4-5-13-15,-5-2 13 0,9 0 0 16,27-15 7-16,36-34 2 15,41-21-16-15,28-15-11 16,14-5-9-16,-12-1-105 16,-12 3-163-16,-26 2-541 15</inkml:trace>
  <inkml:trace contextRef="#ctx0" brushRef="#br0" timeOffset="32901.1">6760 10034 588 0,'0'0'146'0,"0"0"-46"0,0 0-19 0,0 0-1 15,0 0-23-15,0 0-22 16,0 0-2-16,-9 8-14 15,9-8-12-15,0 0-1 16,0-4-6-16,0-12-14 16,0-7-72-16,0-9-89 0,0 3-130 15</inkml:trace>
  <inkml:trace contextRef="#ctx0" brushRef="#br0" timeOffset="33067.51">6769 9830 662 0,'0'0'155'0,"0"0"-55"15,0 0-15-15,0 0-2 16,0 0-46-16,0 0-29 16,0-110-8-16,0 83-2 15,0-1-37-15,9-3-48 16,9 0-96-16,0 0-28 16,-3 3 1-16,-12 1-91 15</inkml:trace>
  <inkml:trace contextRef="#ctx0" brushRef="#br0" timeOffset="33188.99">6838 9460 131 0,'0'0'335'15,"0"0"-194"-15,0 0-58 0,0 0 19 16,0 0-6 0,0 0-45-16,0-67-32 0,0 60-16 15,0-2-3-15,0-3-39 16,0-6-56-16,0 1-101 16,3-5-41-16,-3 0-157 15</inkml:trace>
  <inkml:trace contextRef="#ctx0" brushRef="#br0" timeOffset="33350.33">6883 9106 512 0,'0'0'147'16,"0"0"-13"-16,0 0-30 16,0 0-68-16,0 0-18 0,0 0-18 15,0-55-3-15,0 37-25 16,0 0-90-16,9-2-78 15,0 4-210-15</inkml:trace>
  <inkml:trace contextRef="#ctx0" brushRef="#br0" timeOffset="33534.57">6952 8894 166 0,'0'0'519'16,"0"0"-324"-16,0 0-56 15,0 0-23-15,0 0-5 16,0 0-55-16,0-53-33 15,0 44-17-15,0-1-4 16,0 0-2-16,0 6 0 0,0 2-1 16,0 2-11-16,0 0-82 15,0 0-178-15</inkml:trace>
  <inkml:trace contextRef="#ctx0" brushRef="#br0" timeOffset="34267.56">5175 10832 801 0,'0'0'173'0,"0"0"-54"0,0 0-7 0,0 0-43 16,0 0-32-16,0 0-7 15,-27-58-27-15,27 58-3 0,0 0-2 16,0 0-4-1,0 15-55-15,0 16-74 0,-9 2-36 16,3 7-147-16,-3-1-259 16</inkml:trace>
  <inkml:trace contextRef="#ctx0" brushRef="#br0" timeOffset="34386.1">5079 11155 522 0,'0'0'129'15,"0"0"-78"-15,0 0 84 16,0 0-45-16,0 0-44 15,0 0-29-15,0 37-16 16,0-21-1-16,0 10-20 16,0 4-224-16,0 5-248 15</inkml:trace>
  <inkml:trace contextRef="#ctx0" brushRef="#br0" timeOffset="34550.62">5079 11595 570 0,'0'0'131'0,"0"0"-70"15,0 0 84-15,0 0-62 16,0 0-29-16,0 0-19 16,-3 23-35-16,3-17 0 15,0 7-1-15,0 9-25 16,0 1-96-16,0 5-159 16,0 3-168-16</inkml:trace>
  <inkml:trace contextRef="#ctx0" brushRef="#br0" timeOffset="34700.17">5034 12062 565 0,'0'0'90'16,"0"0"36"-16,0 0 0 15,0 0-46-15,0 0-43 16,0 0-27-16,-9 76-10 16,9-65 0-16,-9 1-5 15,9 4-116-15,-8-2-200 16</inkml:trace>
  <inkml:trace contextRef="#ctx0" brushRef="#br0" timeOffset="34886.89">4912 12535 847 0,'0'0'170'0,"0"0"-23"15,0 0 6-15,0 0-88 16,0 0 7-16,0 0-49 15,-18 2-23-15,18-2 0 16,0 0-39-16,0 0-132 16,-9-12-529-16</inkml:trace>
  <inkml:trace contextRef="#ctx0" brushRef="#br0" timeOffset="38467.55">5733 10451 587 0,'0'0'321'0,"0"0"-109"0,0 0-147 0,0 0-45 16,0 0-20-16,0 0-6 16,0 0-3-16,27 5-20 15,-9 12-88-15,0 0-85 16,0 6-89-16</inkml:trace>
  <inkml:trace contextRef="#ctx0" brushRef="#br0" timeOffset="38617.87">5996 10712 394 0,'0'0'241'16,"0"0"-79"-16,0 0-66 16,0 0-21-16,0 0-45 0,0 0-22 15,75 89-1-15,-51-72-7 16,2 5-30-16,10-3-75 15,-3 7-91-15,3-6 12 16,-9 5-56-16</inkml:trace>
  <inkml:trace contextRef="#ctx0" brushRef="#br0" timeOffset="38734.32">6357 11010 175 0,'0'0'157'16,"0"0"12"-16,0 0-59 16,0 0-33-16,0 0 15 15,0 0 6-15,36 33-46 16,-30-33-11-16,-6 0-41 15,0 0-62-15,0-6-285 16</inkml:trace>
  <inkml:trace contextRef="#ctx0" brushRef="#br0" timeOffset="39550.8">5963 7091 734 0,'0'0'233'0,"0"0"-138"0,0 0-66 16,0 0-29-16,0 0-1 0,0 0 0 16,-36 32-14-16,18-4-38 15,-9 5-88-15,-5 6-50 16,5 2-50-16</inkml:trace>
  <inkml:trace contextRef="#ctx0" brushRef="#br0" timeOffset="39693.35">5578 7569 358 0,'0'0'200'0,"0"0"-70"16,0 0-41-16,0 0 3 0,0 0-60 15,0 0-24 1,-9 29-8-16,9-27 0 0,0 4-30 16,0 6-157-1,0 0-281-15</inkml:trace>
  <inkml:trace contextRef="#ctx0" brushRef="#br0" timeOffset="39851.33">5402 7875 677 0,'0'0'238'16,"0"0"-87"-16,0 0-72 16,0 0-52-16,0 0-25 15,0 0-2-15,18-50-7 16,0 38-197-16,-9-5-660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576EEE-4B33-435B-8495-4F2A97E865CB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9BF898-4262-4865-816B-E13729D50B0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187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06BDB1-8E0A-45C9-A0E9-4C66032D1CF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8825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1503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6559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034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732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959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5599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8336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7710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164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154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4765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53D751-62FC-4A0B-831A-83C45D595346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5151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7" Type="http://schemas.openxmlformats.org/officeDocument/2006/relationships/image" Target="../media/image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.xml"/><Relationship Id="rId5" Type="http://schemas.openxmlformats.org/officeDocument/2006/relationships/image" Target="../media/image28.png"/><Relationship Id="rId4" Type="http://schemas.openxmlformats.org/officeDocument/2006/relationships/customXml" Target="../ink/ink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customXml" Target="../ink/ink15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2.xml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/>
        </p:nvCxnSpPr>
        <p:spPr>
          <a:xfrm>
            <a:off x="1143000" y="1028700"/>
            <a:ext cx="68580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709635" y="306065"/>
            <a:ext cx="7500557" cy="198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42900"/>
            <a:r>
              <a:rPr lang="en-US" sz="3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CSET301 – AI-ML</a:t>
            </a:r>
          </a:p>
          <a:p>
            <a:pPr algn="ctr" defTabSz="342900"/>
            <a:endParaRPr lang="en-US" sz="36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342900">
              <a:defRPr/>
            </a:pPr>
            <a:r>
              <a:rPr lang="en-US" sz="3000" b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19 </a:t>
            </a:r>
            <a:r>
              <a:rPr lang="en-US" sz="3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Support Vector Machine (SVM)</a:t>
            </a:r>
          </a:p>
          <a:p>
            <a:pPr algn="ctr" defTabSz="342900"/>
            <a:endParaRPr lang="en-US" sz="21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415"/>
    </mc:Choice>
    <mc:Fallback xmlns="">
      <p:transition advTm="241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398" y="1"/>
            <a:ext cx="6879950" cy="994172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Support Vector Machine (SVM)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657225" y="685800"/>
            <a:ext cx="78867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461C6AC-CE12-CE55-1E34-C97C06A15181}"/>
              </a:ext>
            </a:extLst>
          </p:cNvPr>
          <p:cNvSpPr txBox="1"/>
          <p:nvPr/>
        </p:nvSpPr>
        <p:spPr>
          <a:xfrm>
            <a:off x="755576" y="1203598"/>
            <a:ext cx="778852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“Support Vector Machine” (SVM) is a supervised machine learning algorithm which can be used for both classification or regression challenges.</a:t>
            </a:r>
          </a:p>
          <a:p>
            <a:pPr marL="285750" indent="-285750" defTabSz="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However, it is mostly used in classification problems.</a:t>
            </a:r>
          </a:p>
          <a:p>
            <a:pPr marL="285750" indent="-285750" defTabSz="342900">
              <a:buFont typeface="Arial" panose="020B0604020202020204" pitchFamily="34" charset="0"/>
              <a:buChar char="•"/>
            </a:pPr>
            <a:endParaRPr lang="en-US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defTabSz="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this algorithm, we plot each data item as a point in n-dimensional space (where n is number of features) with the value of each feature being the value of a particular coordinate.</a:t>
            </a:r>
          </a:p>
          <a:p>
            <a:pPr marL="285750" indent="-285750" defTabSz="342900">
              <a:buFont typeface="Arial" panose="020B0604020202020204" pitchFamily="34" charset="0"/>
              <a:buChar char="•"/>
            </a:pPr>
            <a:endParaRPr lang="en-US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defTabSz="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Then, we perform classification by finding the hyperplane that differentiate the two classes very well.</a:t>
            </a:r>
          </a:p>
          <a:p>
            <a:pPr marL="285750" indent="-285750" defTabSz="342900">
              <a:buFont typeface="Arial" panose="020B0604020202020204" pitchFamily="34" charset="0"/>
              <a:buChar char="•"/>
            </a:pPr>
            <a:endParaRPr lang="en-US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defTabSz="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can easily handle multiple continuous and categorical variables.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C05569E-4D8E-E754-C254-97F195769E1D}"/>
                  </a:ext>
                </a:extLst>
              </p14:cNvPr>
              <p14:cNvContentPartPr/>
              <p14:nvPr/>
            </p14:nvContentPartPr>
            <p14:xfrm>
              <a:off x="3222720" y="2953080"/>
              <a:ext cx="523080" cy="362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C05569E-4D8E-E754-C254-97F195769E1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13360" y="2943720"/>
                <a:ext cx="541800" cy="38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98423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398" y="1"/>
            <a:ext cx="6879950" cy="994172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Support Vector Machine (SVM)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657225" y="685800"/>
            <a:ext cx="78867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69F1D7B-B114-EBF7-015B-B3A9A939B7AB}"/>
              </a:ext>
            </a:extLst>
          </p:cNvPr>
          <p:cNvCxnSpPr/>
          <p:nvPr/>
        </p:nvCxnSpPr>
        <p:spPr>
          <a:xfrm>
            <a:off x="2731142" y="4767122"/>
            <a:ext cx="3929090" cy="158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DA509E0-D227-26D6-A947-CD65D15F2CEE}"/>
              </a:ext>
            </a:extLst>
          </p:cNvPr>
          <p:cNvCxnSpPr/>
          <p:nvPr/>
        </p:nvCxnSpPr>
        <p:spPr>
          <a:xfrm rot="5400000" flipH="1" flipV="1">
            <a:off x="1237015" y="3272995"/>
            <a:ext cx="2988254" cy="158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04F43C91-146D-1477-C4FC-49BD316D316F}"/>
              </a:ext>
            </a:extLst>
          </p:cNvPr>
          <p:cNvSpPr/>
          <p:nvPr/>
        </p:nvSpPr>
        <p:spPr>
          <a:xfrm>
            <a:off x="3016894" y="4124180"/>
            <a:ext cx="71438" cy="714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B05F2FD-3D8F-FAC7-AC76-BD30E32A1C5A}"/>
              </a:ext>
            </a:extLst>
          </p:cNvPr>
          <p:cNvSpPr/>
          <p:nvPr/>
        </p:nvSpPr>
        <p:spPr>
          <a:xfrm>
            <a:off x="3588398" y="4276580"/>
            <a:ext cx="71438" cy="714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6CE456F-0991-C61B-BC31-FDCF24EF410C}"/>
              </a:ext>
            </a:extLst>
          </p:cNvPr>
          <p:cNvSpPr/>
          <p:nvPr/>
        </p:nvSpPr>
        <p:spPr>
          <a:xfrm>
            <a:off x="3088332" y="3338362"/>
            <a:ext cx="71438" cy="714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A12E7B0-5FDF-F79A-758A-689499986BF7}"/>
              </a:ext>
            </a:extLst>
          </p:cNvPr>
          <p:cNvSpPr/>
          <p:nvPr/>
        </p:nvSpPr>
        <p:spPr>
          <a:xfrm>
            <a:off x="3740798" y="3695552"/>
            <a:ext cx="71438" cy="714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1049285-C1BB-A250-5EDB-02DAB5A4ACDC}"/>
              </a:ext>
            </a:extLst>
          </p:cNvPr>
          <p:cNvSpPr/>
          <p:nvPr/>
        </p:nvSpPr>
        <p:spPr>
          <a:xfrm>
            <a:off x="4017026" y="4428980"/>
            <a:ext cx="71438" cy="714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11BCB81-AAF9-A4B9-247C-033B3352D5C5}"/>
              </a:ext>
            </a:extLst>
          </p:cNvPr>
          <p:cNvSpPr/>
          <p:nvPr/>
        </p:nvSpPr>
        <p:spPr>
          <a:xfrm>
            <a:off x="3159770" y="2838296"/>
            <a:ext cx="71438" cy="714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64B8D6-ADA1-34CA-0841-68FA879067A3}"/>
              </a:ext>
            </a:extLst>
          </p:cNvPr>
          <p:cNvSpPr txBox="1"/>
          <p:nvPr/>
        </p:nvSpPr>
        <p:spPr>
          <a:xfrm>
            <a:off x="4088464" y="4707826"/>
            <a:ext cx="785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height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2A5FFF-992B-FFB6-E0E2-2E5525EA93F3}"/>
              </a:ext>
            </a:extLst>
          </p:cNvPr>
          <p:cNvSpPr txBox="1"/>
          <p:nvPr/>
        </p:nvSpPr>
        <p:spPr>
          <a:xfrm>
            <a:off x="2302514" y="2981172"/>
            <a:ext cx="461665" cy="771701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IN" dirty="0"/>
              <a:t>weight</a:t>
            </a:r>
          </a:p>
        </p:txBody>
      </p:sp>
      <p:sp>
        <p:nvSpPr>
          <p:cNvPr id="15" name="Multiply 18">
            <a:extLst>
              <a:ext uri="{FF2B5EF4-FFF2-40B4-BE49-F238E27FC236}">
                <a16:creationId xmlns:a16="http://schemas.microsoft.com/office/drawing/2014/main" id="{B50E4002-3033-94F2-3671-7ED49208F699}"/>
              </a:ext>
            </a:extLst>
          </p:cNvPr>
          <p:cNvSpPr/>
          <p:nvPr/>
        </p:nvSpPr>
        <p:spPr>
          <a:xfrm>
            <a:off x="5231472" y="2850438"/>
            <a:ext cx="142876" cy="13073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Multiply 19">
            <a:extLst>
              <a:ext uri="{FF2B5EF4-FFF2-40B4-BE49-F238E27FC236}">
                <a16:creationId xmlns:a16="http://schemas.microsoft.com/office/drawing/2014/main" id="{F2E40D3C-2EAE-2710-ECB3-0C509BCF18F7}"/>
              </a:ext>
            </a:extLst>
          </p:cNvPr>
          <p:cNvSpPr/>
          <p:nvPr/>
        </p:nvSpPr>
        <p:spPr>
          <a:xfrm>
            <a:off x="5445786" y="3350504"/>
            <a:ext cx="142876" cy="13073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Multiply 20">
            <a:extLst>
              <a:ext uri="{FF2B5EF4-FFF2-40B4-BE49-F238E27FC236}">
                <a16:creationId xmlns:a16="http://schemas.microsoft.com/office/drawing/2014/main" id="{9D150CD9-313E-FF5E-5A19-341DF03CE210}"/>
              </a:ext>
            </a:extLst>
          </p:cNvPr>
          <p:cNvSpPr/>
          <p:nvPr/>
        </p:nvSpPr>
        <p:spPr>
          <a:xfrm>
            <a:off x="4802844" y="3350504"/>
            <a:ext cx="142876" cy="13073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Multiply 21">
            <a:extLst>
              <a:ext uri="{FF2B5EF4-FFF2-40B4-BE49-F238E27FC236}">
                <a16:creationId xmlns:a16="http://schemas.microsoft.com/office/drawing/2014/main" id="{34D2D0B3-819F-D621-4FAA-2C81858A8A24}"/>
              </a:ext>
            </a:extLst>
          </p:cNvPr>
          <p:cNvSpPr/>
          <p:nvPr/>
        </p:nvSpPr>
        <p:spPr>
          <a:xfrm>
            <a:off x="5098120" y="2421810"/>
            <a:ext cx="142876" cy="13073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Multiply 22">
            <a:extLst>
              <a:ext uri="{FF2B5EF4-FFF2-40B4-BE49-F238E27FC236}">
                <a16:creationId xmlns:a16="http://schemas.microsoft.com/office/drawing/2014/main" id="{3EA0E23C-464D-DAC7-B612-F0E6436D9A9C}"/>
              </a:ext>
            </a:extLst>
          </p:cNvPr>
          <p:cNvSpPr/>
          <p:nvPr/>
        </p:nvSpPr>
        <p:spPr>
          <a:xfrm>
            <a:off x="5874414" y="2921876"/>
            <a:ext cx="142876" cy="13073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Multiply 23">
            <a:extLst>
              <a:ext uri="{FF2B5EF4-FFF2-40B4-BE49-F238E27FC236}">
                <a16:creationId xmlns:a16="http://schemas.microsoft.com/office/drawing/2014/main" id="{83D6B5E4-79EA-A861-ACAD-D0971025B252}"/>
              </a:ext>
            </a:extLst>
          </p:cNvPr>
          <p:cNvSpPr/>
          <p:nvPr/>
        </p:nvSpPr>
        <p:spPr>
          <a:xfrm>
            <a:off x="5802976" y="3850570"/>
            <a:ext cx="142876" cy="13073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Multiply 24">
            <a:extLst>
              <a:ext uri="{FF2B5EF4-FFF2-40B4-BE49-F238E27FC236}">
                <a16:creationId xmlns:a16="http://schemas.microsoft.com/office/drawing/2014/main" id="{EF968A81-980B-8C1F-DED6-6926A2E55A29}"/>
              </a:ext>
            </a:extLst>
          </p:cNvPr>
          <p:cNvSpPr/>
          <p:nvPr/>
        </p:nvSpPr>
        <p:spPr>
          <a:xfrm>
            <a:off x="5302910" y="3993446"/>
            <a:ext cx="142876" cy="13073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Multiply 25">
            <a:extLst>
              <a:ext uri="{FF2B5EF4-FFF2-40B4-BE49-F238E27FC236}">
                <a16:creationId xmlns:a16="http://schemas.microsoft.com/office/drawing/2014/main" id="{17BA0261-582E-5E4E-EBA2-8977E28ED40E}"/>
              </a:ext>
            </a:extLst>
          </p:cNvPr>
          <p:cNvSpPr/>
          <p:nvPr/>
        </p:nvSpPr>
        <p:spPr>
          <a:xfrm>
            <a:off x="4374216" y="2493248"/>
            <a:ext cx="142876" cy="13073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0D24B77-B046-107D-9392-2619E8FE7E7C}"/>
              </a:ext>
            </a:extLst>
          </p:cNvPr>
          <p:cNvSpPr/>
          <p:nvPr/>
        </p:nvSpPr>
        <p:spPr>
          <a:xfrm>
            <a:off x="5874414" y="2064620"/>
            <a:ext cx="71438" cy="714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4DC935D-6FEE-4794-5CE5-A1B4C4324A56}"/>
              </a:ext>
            </a:extLst>
          </p:cNvPr>
          <p:cNvSpPr txBox="1"/>
          <p:nvPr/>
        </p:nvSpPr>
        <p:spPr>
          <a:xfrm>
            <a:off x="5660100" y="1921744"/>
            <a:ext cx="1000132" cy="584775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r>
              <a:rPr lang="en-IN" dirty="0"/>
              <a:t>     </a:t>
            </a:r>
            <a:r>
              <a:rPr lang="en-IN" sz="1400" dirty="0"/>
              <a:t>women</a:t>
            </a:r>
          </a:p>
          <a:p>
            <a:r>
              <a:rPr lang="en-IN" sz="1400" dirty="0"/>
              <a:t>        men</a:t>
            </a:r>
          </a:p>
        </p:txBody>
      </p:sp>
      <p:sp>
        <p:nvSpPr>
          <p:cNvPr id="29" name="Multiply 48">
            <a:extLst>
              <a:ext uri="{FF2B5EF4-FFF2-40B4-BE49-F238E27FC236}">
                <a16:creationId xmlns:a16="http://schemas.microsoft.com/office/drawing/2014/main" id="{8D74232C-7F4A-024A-9C2D-4E5E2A2A8769}"/>
              </a:ext>
            </a:extLst>
          </p:cNvPr>
          <p:cNvSpPr/>
          <p:nvPr/>
        </p:nvSpPr>
        <p:spPr>
          <a:xfrm>
            <a:off x="5874414" y="2278934"/>
            <a:ext cx="142876" cy="142876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0C16B20-101C-1834-9F9D-75514A3F3CD7}"/>
              </a:ext>
            </a:extLst>
          </p:cNvPr>
          <p:cNvSpPr txBox="1"/>
          <p:nvPr/>
        </p:nvSpPr>
        <p:spPr>
          <a:xfrm>
            <a:off x="755398" y="994047"/>
            <a:ext cx="78819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Lets say you have some data of height and weight for men and women. We want to classify this data.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53818BB-3E80-C108-2E12-317062DBAFBF}"/>
                  </a:ext>
                </a:extLst>
              </p14:cNvPr>
              <p14:cNvContentPartPr/>
              <p14:nvPr/>
            </p14:nvContentPartPr>
            <p14:xfrm>
              <a:off x="1874880" y="1292040"/>
              <a:ext cx="7248960" cy="14677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53818BB-3E80-C108-2E12-317062DBAFB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65520" y="1282680"/>
                <a:ext cx="7267680" cy="148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37715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398" y="1"/>
            <a:ext cx="6879950" cy="994172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Support Vector Machine (SVM)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657225" y="685800"/>
            <a:ext cx="78867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69F1D7B-B114-EBF7-015B-B3A9A939B7AB}"/>
              </a:ext>
            </a:extLst>
          </p:cNvPr>
          <p:cNvCxnSpPr/>
          <p:nvPr/>
        </p:nvCxnSpPr>
        <p:spPr>
          <a:xfrm>
            <a:off x="2731142" y="4767122"/>
            <a:ext cx="3929090" cy="158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DA509E0-D227-26D6-A947-CD65D15F2CEE}"/>
              </a:ext>
            </a:extLst>
          </p:cNvPr>
          <p:cNvCxnSpPr/>
          <p:nvPr/>
        </p:nvCxnSpPr>
        <p:spPr>
          <a:xfrm rot="5400000" flipH="1" flipV="1">
            <a:off x="1237015" y="3272995"/>
            <a:ext cx="2988254" cy="158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04F43C91-146D-1477-C4FC-49BD316D316F}"/>
              </a:ext>
            </a:extLst>
          </p:cNvPr>
          <p:cNvSpPr/>
          <p:nvPr/>
        </p:nvSpPr>
        <p:spPr>
          <a:xfrm>
            <a:off x="3016894" y="4124180"/>
            <a:ext cx="71438" cy="714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B05F2FD-3D8F-FAC7-AC76-BD30E32A1C5A}"/>
              </a:ext>
            </a:extLst>
          </p:cNvPr>
          <p:cNvSpPr/>
          <p:nvPr/>
        </p:nvSpPr>
        <p:spPr>
          <a:xfrm>
            <a:off x="3588398" y="4276580"/>
            <a:ext cx="71438" cy="714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6CE456F-0991-C61B-BC31-FDCF24EF410C}"/>
              </a:ext>
            </a:extLst>
          </p:cNvPr>
          <p:cNvSpPr/>
          <p:nvPr/>
        </p:nvSpPr>
        <p:spPr>
          <a:xfrm>
            <a:off x="3088332" y="3338362"/>
            <a:ext cx="71438" cy="714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A12E7B0-5FDF-F79A-758A-689499986BF7}"/>
              </a:ext>
            </a:extLst>
          </p:cNvPr>
          <p:cNvSpPr/>
          <p:nvPr/>
        </p:nvSpPr>
        <p:spPr>
          <a:xfrm>
            <a:off x="3740798" y="3695552"/>
            <a:ext cx="71438" cy="714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1049285-C1BB-A250-5EDB-02DAB5A4ACDC}"/>
              </a:ext>
            </a:extLst>
          </p:cNvPr>
          <p:cNvSpPr/>
          <p:nvPr/>
        </p:nvSpPr>
        <p:spPr>
          <a:xfrm>
            <a:off x="4017026" y="4428980"/>
            <a:ext cx="71438" cy="714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11BCB81-AAF9-A4B9-247C-033B3352D5C5}"/>
              </a:ext>
            </a:extLst>
          </p:cNvPr>
          <p:cNvSpPr/>
          <p:nvPr/>
        </p:nvSpPr>
        <p:spPr>
          <a:xfrm>
            <a:off x="3159770" y="2838296"/>
            <a:ext cx="71438" cy="714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64B8D6-ADA1-34CA-0841-68FA879067A3}"/>
              </a:ext>
            </a:extLst>
          </p:cNvPr>
          <p:cNvSpPr txBox="1"/>
          <p:nvPr/>
        </p:nvSpPr>
        <p:spPr>
          <a:xfrm>
            <a:off x="4088464" y="4707826"/>
            <a:ext cx="785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height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2A5FFF-992B-FFB6-E0E2-2E5525EA93F3}"/>
              </a:ext>
            </a:extLst>
          </p:cNvPr>
          <p:cNvSpPr txBox="1"/>
          <p:nvPr/>
        </p:nvSpPr>
        <p:spPr>
          <a:xfrm>
            <a:off x="2302514" y="2981172"/>
            <a:ext cx="461665" cy="771701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IN" dirty="0"/>
              <a:t>weight</a:t>
            </a:r>
          </a:p>
        </p:txBody>
      </p:sp>
      <p:sp>
        <p:nvSpPr>
          <p:cNvPr id="15" name="Multiply 18">
            <a:extLst>
              <a:ext uri="{FF2B5EF4-FFF2-40B4-BE49-F238E27FC236}">
                <a16:creationId xmlns:a16="http://schemas.microsoft.com/office/drawing/2014/main" id="{B50E4002-3033-94F2-3671-7ED49208F699}"/>
              </a:ext>
            </a:extLst>
          </p:cNvPr>
          <p:cNvSpPr/>
          <p:nvPr/>
        </p:nvSpPr>
        <p:spPr>
          <a:xfrm>
            <a:off x="5231472" y="2850438"/>
            <a:ext cx="142876" cy="13073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Multiply 19">
            <a:extLst>
              <a:ext uri="{FF2B5EF4-FFF2-40B4-BE49-F238E27FC236}">
                <a16:creationId xmlns:a16="http://schemas.microsoft.com/office/drawing/2014/main" id="{F2E40D3C-2EAE-2710-ECB3-0C509BCF18F7}"/>
              </a:ext>
            </a:extLst>
          </p:cNvPr>
          <p:cNvSpPr/>
          <p:nvPr/>
        </p:nvSpPr>
        <p:spPr>
          <a:xfrm>
            <a:off x="5445786" y="3350504"/>
            <a:ext cx="142876" cy="13073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Multiply 20">
            <a:extLst>
              <a:ext uri="{FF2B5EF4-FFF2-40B4-BE49-F238E27FC236}">
                <a16:creationId xmlns:a16="http://schemas.microsoft.com/office/drawing/2014/main" id="{9D150CD9-313E-FF5E-5A19-341DF03CE210}"/>
              </a:ext>
            </a:extLst>
          </p:cNvPr>
          <p:cNvSpPr/>
          <p:nvPr/>
        </p:nvSpPr>
        <p:spPr>
          <a:xfrm>
            <a:off x="4802844" y="3350504"/>
            <a:ext cx="142876" cy="13073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Multiply 21">
            <a:extLst>
              <a:ext uri="{FF2B5EF4-FFF2-40B4-BE49-F238E27FC236}">
                <a16:creationId xmlns:a16="http://schemas.microsoft.com/office/drawing/2014/main" id="{34D2D0B3-819F-D621-4FAA-2C81858A8A24}"/>
              </a:ext>
            </a:extLst>
          </p:cNvPr>
          <p:cNvSpPr/>
          <p:nvPr/>
        </p:nvSpPr>
        <p:spPr>
          <a:xfrm>
            <a:off x="5098120" y="2421810"/>
            <a:ext cx="142876" cy="13073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Multiply 22">
            <a:extLst>
              <a:ext uri="{FF2B5EF4-FFF2-40B4-BE49-F238E27FC236}">
                <a16:creationId xmlns:a16="http://schemas.microsoft.com/office/drawing/2014/main" id="{3EA0E23C-464D-DAC7-B612-F0E6436D9A9C}"/>
              </a:ext>
            </a:extLst>
          </p:cNvPr>
          <p:cNvSpPr/>
          <p:nvPr/>
        </p:nvSpPr>
        <p:spPr>
          <a:xfrm>
            <a:off x="5874414" y="2921876"/>
            <a:ext cx="142876" cy="13073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Multiply 23">
            <a:extLst>
              <a:ext uri="{FF2B5EF4-FFF2-40B4-BE49-F238E27FC236}">
                <a16:creationId xmlns:a16="http://schemas.microsoft.com/office/drawing/2014/main" id="{83D6B5E4-79EA-A861-ACAD-D0971025B252}"/>
              </a:ext>
            </a:extLst>
          </p:cNvPr>
          <p:cNvSpPr/>
          <p:nvPr/>
        </p:nvSpPr>
        <p:spPr>
          <a:xfrm>
            <a:off x="5802976" y="3850570"/>
            <a:ext cx="142876" cy="13073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Multiply 24">
            <a:extLst>
              <a:ext uri="{FF2B5EF4-FFF2-40B4-BE49-F238E27FC236}">
                <a16:creationId xmlns:a16="http://schemas.microsoft.com/office/drawing/2014/main" id="{EF968A81-980B-8C1F-DED6-6926A2E55A29}"/>
              </a:ext>
            </a:extLst>
          </p:cNvPr>
          <p:cNvSpPr/>
          <p:nvPr/>
        </p:nvSpPr>
        <p:spPr>
          <a:xfrm>
            <a:off x="5302910" y="3993446"/>
            <a:ext cx="142876" cy="13073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Multiply 25">
            <a:extLst>
              <a:ext uri="{FF2B5EF4-FFF2-40B4-BE49-F238E27FC236}">
                <a16:creationId xmlns:a16="http://schemas.microsoft.com/office/drawing/2014/main" id="{17BA0261-582E-5E4E-EBA2-8977E28ED40E}"/>
              </a:ext>
            </a:extLst>
          </p:cNvPr>
          <p:cNvSpPr/>
          <p:nvPr/>
        </p:nvSpPr>
        <p:spPr>
          <a:xfrm>
            <a:off x="4374216" y="2493248"/>
            <a:ext cx="142876" cy="13073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0D24B77-B046-107D-9392-2619E8FE7E7C}"/>
              </a:ext>
            </a:extLst>
          </p:cNvPr>
          <p:cNvSpPr/>
          <p:nvPr/>
        </p:nvSpPr>
        <p:spPr>
          <a:xfrm>
            <a:off x="5874414" y="2064620"/>
            <a:ext cx="71438" cy="714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4DC935D-6FEE-4794-5CE5-A1B4C4324A56}"/>
              </a:ext>
            </a:extLst>
          </p:cNvPr>
          <p:cNvSpPr txBox="1"/>
          <p:nvPr/>
        </p:nvSpPr>
        <p:spPr>
          <a:xfrm>
            <a:off x="5660100" y="1921744"/>
            <a:ext cx="1000132" cy="584775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r>
              <a:rPr lang="en-IN" dirty="0"/>
              <a:t>     </a:t>
            </a:r>
            <a:r>
              <a:rPr lang="en-IN" sz="1400" dirty="0"/>
              <a:t>women</a:t>
            </a:r>
          </a:p>
          <a:p>
            <a:r>
              <a:rPr lang="en-IN" sz="1400" dirty="0"/>
              <a:t>        men</a:t>
            </a:r>
          </a:p>
        </p:txBody>
      </p:sp>
      <p:sp>
        <p:nvSpPr>
          <p:cNvPr id="29" name="Multiply 48">
            <a:extLst>
              <a:ext uri="{FF2B5EF4-FFF2-40B4-BE49-F238E27FC236}">
                <a16:creationId xmlns:a16="http://schemas.microsoft.com/office/drawing/2014/main" id="{8D74232C-7F4A-024A-9C2D-4E5E2A2A8769}"/>
              </a:ext>
            </a:extLst>
          </p:cNvPr>
          <p:cNvSpPr/>
          <p:nvPr/>
        </p:nvSpPr>
        <p:spPr>
          <a:xfrm>
            <a:off x="5874414" y="2278934"/>
            <a:ext cx="142876" cy="142876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0C16B20-101C-1834-9F9D-75514A3F3CD7}"/>
              </a:ext>
            </a:extLst>
          </p:cNvPr>
          <p:cNvSpPr txBox="1"/>
          <p:nvPr/>
        </p:nvSpPr>
        <p:spPr>
          <a:xfrm>
            <a:off x="755398" y="994047"/>
            <a:ext cx="78819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can be multiple hyperplanes we can use to classify this data. Which of these planes is the optimal one?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0C768C-25E0-BC6D-6967-750837D3ED8C}"/>
              </a:ext>
            </a:extLst>
          </p:cNvPr>
          <p:cNvCxnSpPr/>
          <p:nvPr/>
        </p:nvCxnSpPr>
        <p:spPr>
          <a:xfrm rot="16200000" flipH="1">
            <a:off x="2464579" y="2316018"/>
            <a:ext cx="2786082" cy="1857388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C851B79-7FF4-5213-E851-0F455AAA990C}"/>
              </a:ext>
            </a:extLst>
          </p:cNvPr>
          <p:cNvCxnSpPr/>
          <p:nvPr/>
        </p:nvCxnSpPr>
        <p:spPr>
          <a:xfrm rot="16200000" flipH="1">
            <a:off x="2700362" y="2160222"/>
            <a:ext cx="2643206" cy="2500330"/>
          </a:xfrm>
          <a:prstGeom prst="line">
            <a:avLst/>
          </a:prstGeom>
          <a:ln w="254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E21ACAD-1026-1E80-B831-CFAF61A36B24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3767391" y="1851670"/>
            <a:ext cx="713982" cy="2856156"/>
          </a:xfrm>
          <a:prstGeom prst="line">
            <a:avLst/>
          </a:prstGeom>
          <a:ln w="254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9700A44-5DF6-139D-E390-A0BE81947A18}"/>
              </a:ext>
            </a:extLst>
          </p:cNvPr>
          <p:cNvCxnSpPr>
            <a:cxnSpLocks/>
          </p:cNvCxnSpPr>
          <p:nvPr/>
        </p:nvCxnSpPr>
        <p:spPr>
          <a:xfrm>
            <a:off x="2483768" y="2421810"/>
            <a:ext cx="2788362" cy="231018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5645FA60-C75D-00A9-60E6-63C5EC5882CD}"/>
                  </a:ext>
                </a:extLst>
              </p14:cNvPr>
              <p14:cNvContentPartPr/>
              <p14:nvPr/>
            </p14:nvContentPartPr>
            <p14:xfrm>
              <a:off x="2991600" y="1356840"/>
              <a:ext cx="3638160" cy="2962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5645FA60-C75D-00A9-60E6-63C5EC5882C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82240" y="1347480"/>
                <a:ext cx="3656880" cy="31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63018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val 25">
            <a:extLst>
              <a:ext uri="{FF2B5EF4-FFF2-40B4-BE49-F238E27FC236}">
                <a16:creationId xmlns:a16="http://schemas.microsoft.com/office/drawing/2014/main" id="{F52C76A9-9959-444F-7F9F-F62291417540}"/>
              </a:ext>
            </a:extLst>
          </p:cNvPr>
          <p:cNvSpPr/>
          <p:nvPr/>
        </p:nvSpPr>
        <p:spPr>
          <a:xfrm>
            <a:off x="3016894" y="2636982"/>
            <a:ext cx="349569" cy="392932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398" y="1"/>
            <a:ext cx="6879950" cy="994172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Support Vector Machine (SVM)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657225" y="685800"/>
            <a:ext cx="78867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69F1D7B-B114-EBF7-015B-B3A9A939B7AB}"/>
              </a:ext>
            </a:extLst>
          </p:cNvPr>
          <p:cNvCxnSpPr/>
          <p:nvPr/>
        </p:nvCxnSpPr>
        <p:spPr>
          <a:xfrm>
            <a:off x="2731142" y="4767122"/>
            <a:ext cx="3929090" cy="158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DA509E0-D227-26D6-A947-CD65D15F2CEE}"/>
              </a:ext>
            </a:extLst>
          </p:cNvPr>
          <p:cNvCxnSpPr/>
          <p:nvPr/>
        </p:nvCxnSpPr>
        <p:spPr>
          <a:xfrm rot="5400000" flipH="1" flipV="1">
            <a:off x="1237015" y="3272995"/>
            <a:ext cx="2988254" cy="158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04F43C91-146D-1477-C4FC-49BD316D316F}"/>
              </a:ext>
            </a:extLst>
          </p:cNvPr>
          <p:cNvSpPr/>
          <p:nvPr/>
        </p:nvSpPr>
        <p:spPr>
          <a:xfrm>
            <a:off x="3016894" y="4124180"/>
            <a:ext cx="71438" cy="714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B05F2FD-3D8F-FAC7-AC76-BD30E32A1C5A}"/>
              </a:ext>
            </a:extLst>
          </p:cNvPr>
          <p:cNvSpPr/>
          <p:nvPr/>
        </p:nvSpPr>
        <p:spPr>
          <a:xfrm>
            <a:off x="3588398" y="4276580"/>
            <a:ext cx="71438" cy="714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6CE456F-0991-C61B-BC31-FDCF24EF410C}"/>
              </a:ext>
            </a:extLst>
          </p:cNvPr>
          <p:cNvSpPr/>
          <p:nvPr/>
        </p:nvSpPr>
        <p:spPr>
          <a:xfrm>
            <a:off x="3088332" y="3338362"/>
            <a:ext cx="71438" cy="714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A12E7B0-5FDF-F79A-758A-689499986BF7}"/>
              </a:ext>
            </a:extLst>
          </p:cNvPr>
          <p:cNvSpPr/>
          <p:nvPr/>
        </p:nvSpPr>
        <p:spPr>
          <a:xfrm>
            <a:off x="3740798" y="3695552"/>
            <a:ext cx="71438" cy="714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1049285-C1BB-A250-5EDB-02DAB5A4ACDC}"/>
              </a:ext>
            </a:extLst>
          </p:cNvPr>
          <p:cNvSpPr/>
          <p:nvPr/>
        </p:nvSpPr>
        <p:spPr>
          <a:xfrm>
            <a:off x="4017026" y="4428980"/>
            <a:ext cx="71438" cy="714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11BCB81-AAF9-A4B9-247C-033B3352D5C5}"/>
              </a:ext>
            </a:extLst>
          </p:cNvPr>
          <p:cNvSpPr/>
          <p:nvPr/>
        </p:nvSpPr>
        <p:spPr>
          <a:xfrm>
            <a:off x="3159770" y="2838296"/>
            <a:ext cx="71438" cy="714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64B8D6-ADA1-34CA-0841-68FA879067A3}"/>
              </a:ext>
            </a:extLst>
          </p:cNvPr>
          <p:cNvSpPr txBox="1"/>
          <p:nvPr/>
        </p:nvSpPr>
        <p:spPr>
          <a:xfrm>
            <a:off x="4088464" y="4707826"/>
            <a:ext cx="785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height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2A5FFF-992B-FFB6-E0E2-2E5525EA93F3}"/>
              </a:ext>
            </a:extLst>
          </p:cNvPr>
          <p:cNvSpPr txBox="1"/>
          <p:nvPr/>
        </p:nvSpPr>
        <p:spPr>
          <a:xfrm>
            <a:off x="2302514" y="2981172"/>
            <a:ext cx="461665" cy="771701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IN" dirty="0"/>
              <a:t>weight</a:t>
            </a:r>
          </a:p>
        </p:txBody>
      </p:sp>
      <p:sp>
        <p:nvSpPr>
          <p:cNvPr id="15" name="Multiply 18">
            <a:extLst>
              <a:ext uri="{FF2B5EF4-FFF2-40B4-BE49-F238E27FC236}">
                <a16:creationId xmlns:a16="http://schemas.microsoft.com/office/drawing/2014/main" id="{B50E4002-3033-94F2-3671-7ED49208F699}"/>
              </a:ext>
            </a:extLst>
          </p:cNvPr>
          <p:cNvSpPr/>
          <p:nvPr/>
        </p:nvSpPr>
        <p:spPr>
          <a:xfrm>
            <a:off x="5231472" y="2850438"/>
            <a:ext cx="142876" cy="13073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Multiply 19">
            <a:extLst>
              <a:ext uri="{FF2B5EF4-FFF2-40B4-BE49-F238E27FC236}">
                <a16:creationId xmlns:a16="http://schemas.microsoft.com/office/drawing/2014/main" id="{F2E40D3C-2EAE-2710-ECB3-0C509BCF18F7}"/>
              </a:ext>
            </a:extLst>
          </p:cNvPr>
          <p:cNvSpPr/>
          <p:nvPr/>
        </p:nvSpPr>
        <p:spPr>
          <a:xfrm>
            <a:off x="5445786" y="3350504"/>
            <a:ext cx="142876" cy="13073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Multiply 20">
            <a:extLst>
              <a:ext uri="{FF2B5EF4-FFF2-40B4-BE49-F238E27FC236}">
                <a16:creationId xmlns:a16="http://schemas.microsoft.com/office/drawing/2014/main" id="{9D150CD9-313E-FF5E-5A19-341DF03CE210}"/>
              </a:ext>
            </a:extLst>
          </p:cNvPr>
          <p:cNvSpPr/>
          <p:nvPr/>
        </p:nvSpPr>
        <p:spPr>
          <a:xfrm>
            <a:off x="4802844" y="3350504"/>
            <a:ext cx="142876" cy="13073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Multiply 21">
            <a:extLst>
              <a:ext uri="{FF2B5EF4-FFF2-40B4-BE49-F238E27FC236}">
                <a16:creationId xmlns:a16="http://schemas.microsoft.com/office/drawing/2014/main" id="{34D2D0B3-819F-D621-4FAA-2C81858A8A24}"/>
              </a:ext>
            </a:extLst>
          </p:cNvPr>
          <p:cNvSpPr/>
          <p:nvPr/>
        </p:nvSpPr>
        <p:spPr>
          <a:xfrm>
            <a:off x="5098120" y="2421810"/>
            <a:ext cx="142876" cy="13073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Multiply 22">
            <a:extLst>
              <a:ext uri="{FF2B5EF4-FFF2-40B4-BE49-F238E27FC236}">
                <a16:creationId xmlns:a16="http://schemas.microsoft.com/office/drawing/2014/main" id="{3EA0E23C-464D-DAC7-B612-F0E6436D9A9C}"/>
              </a:ext>
            </a:extLst>
          </p:cNvPr>
          <p:cNvSpPr/>
          <p:nvPr/>
        </p:nvSpPr>
        <p:spPr>
          <a:xfrm>
            <a:off x="5874414" y="2921876"/>
            <a:ext cx="142876" cy="13073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Multiply 23">
            <a:extLst>
              <a:ext uri="{FF2B5EF4-FFF2-40B4-BE49-F238E27FC236}">
                <a16:creationId xmlns:a16="http://schemas.microsoft.com/office/drawing/2014/main" id="{83D6B5E4-79EA-A861-ACAD-D0971025B252}"/>
              </a:ext>
            </a:extLst>
          </p:cNvPr>
          <p:cNvSpPr/>
          <p:nvPr/>
        </p:nvSpPr>
        <p:spPr>
          <a:xfrm>
            <a:off x="5802976" y="3850570"/>
            <a:ext cx="142876" cy="13073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Multiply 24">
            <a:extLst>
              <a:ext uri="{FF2B5EF4-FFF2-40B4-BE49-F238E27FC236}">
                <a16:creationId xmlns:a16="http://schemas.microsoft.com/office/drawing/2014/main" id="{EF968A81-980B-8C1F-DED6-6926A2E55A29}"/>
              </a:ext>
            </a:extLst>
          </p:cNvPr>
          <p:cNvSpPr/>
          <p:nvPr/>
        </p:nvSpPr>
        <p:spPr>
          <a:xfrm>
            <a:off x="5302910" y="3993446"/>
            <a:ext cx="142876" cy="13073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Multiply 25">
            <a:extLst>
              <a:ext uri="{FF2B5EF4-FFF2-40B4-BE49-F238E27FC236}">
                <a16:creationId xmlns:a16="http://schemas.microsoft.com/office/drawing/2014/main" id="{17BA0261-582E-5E4E-EBA2-8977E28ED40E}"/>
              </a:ext>
            </a:extLst>
          </p:cNvPr>
          <p:cNvSpPr/>
          <p:nvPr/>
        </p:nvSpPr>
        <p:spPr>
          <a:xfrm>
            <a:off x="4374216" y="2493248"/>
            <a:ext cx="142876" cy="13073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0D24B77-B046-107D-9392-2619E8FE7E7C}"/>
              </a:ext>
            </a:extLst>
          </p:cNvPr>
          <p:cNvSpPr/>
          <p:nvPr/>
        </p:nvSpPr>
        <p:spPr>
          <a:xfrm>
            <a:off x="5874414" y="2064620"/>
            <a:ext cx="71438" cy="714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4DC935D-6FEE-4794-5CE5-A1B4C4324A56}"/>
              </a:ext>
            </a:extLst>
          </p:cNvPr>
          <p:cNvSpPr txBox="1"/>
          <p:nvPr/>
        </p:nvSpPr>
        <p:spPr>
          <a:xfrm>
            <a:off x="5660100" y="1921744"/>
            <a:ext cx="1000132" cy="584775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r>
              <a:rPr lang="en-IN" dirty="0"/>
              <a:t>     </a:t>
            </a:r>
            <a:r>
              <a:rPr lang="en-IN" sz="1400" dirty="0"/>
              <a:t>women</a:t>
            </a:r>
          </a:p>
          <a:p>
            <a:r>
              <a:rPr lang="en-IN" sz="1400" dirty="0"/>
              <a:t>        men</a:t>
            </a:r>
          </a:p>
        </p:txBody>
      </p:sp>
      <p:sp>
        <p:nvSpPr>
          <p:cNvPr id="29" name="Multiply 48">
            <a:extLst>
              <a:ext uri="{FF2B5EF4-FFF2-40B4-BE49-F238E27FC236}">
                <a16:creationId xmlns:a16="http://schemas.microsoft.com/office/drawing/2014/main" id="{8D74232C-7F4A-024A-9C2D-4E5E2A2A8769}"/>
              </a:ext>
            </a:extLst>
          </p:cNvPr>
          <p:cNvSpPr/>
          <p:nvPr/>
        </p:nvSpPr>
        <p:spPr>
          <a:xfrm>
            <a:off x="5874414" y="2278934"/>
            <a:ext cx="142876" cy="142876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0C16B20-101C-1834-9F9D-75514A3F3CD7}"/>
              </a:ext>
            </a:extLst>
          </p:cNvPr>
          <p:cNvSpPr txBox="1"/>
          <p:nvPr/>
        </p:nvSpPr>
        <p:spPr>
          <a:xfrm>
            <a:off x="755398" y="994047"/>
            <a:ext cx="7881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Lets say we chose this one as our hyperplane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C851B79-7FF4-5213-E851-0F455AAA990C}"/>
              </a:ext>
            </a:extLst>
          </p:cNvPr>
          <p:cNvCxnSpPr>
            <a:cxnSpLocks/>
          </p:cNvCxnSpPr>
          <p:nvPr/>
        </p:nvCxnSpPr>
        <p:spPr>
          <a:xfrm>
            <a:off x="2483768" y="2421810"/>
            <a:ext cx="2788362" cy="231018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09E1409-B61C-1BFB-2F6F-8A2242B478A9}"/>
              </a:ext>
            </a:extLst>
          </p:cNvPr>
          <p:cNvCxnSpPr>
            <a:stCxn id="26" idx="1"/>
          </p:cNvCxnSpPr>
          <p:nvPr/>
        </p:nvCxnSpPr>
        <p:spPr>
          <a:xfrm flipH="1" flipV="1">
            <a:off x="1691680" y="2136058"/>
            <a:ext cx="1376407" cy="558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20767537-7944-2A03-2148-C6BBC54881C8}"/>
              </a:ext>
            </a:extLst>
          </p:cNvPr>
          <p:cNvSpPr txBox="1"/>
          <p:nvPr/>
        </p:nvSpPr>
        <p:spPr>
          <a:xfrm>
            <a:off x="190155" y="1921744"/>
            <a:ext cx="13993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Misclassified point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CDCD15C-889B-FBD2-A059-C0A772BC8A93}"/>
                  </a:ext>
                </a:extLst>
              </p14:cNvPr>
              <p14:cNvContentPartPr/>
              <p14:nvPr/>
            </p14:nvContentPartPr>
            <p14:xfrm>
              <a:off x="964080" y="2434320"/>
              <a:ext cx="2313000" cy="5158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CDCD15C-889B-FBD2-A059-C0A772BC8A9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4720" y="2424960"/>
                <a:ext cx="2331720" cy="53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85055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398" y="1"/>
            <a:ext cx="6879950" cy="994172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Goal of SVM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657225" y="685800"/>
            <a:ext cx="78867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90C16B20-101C-1834-9F9D-75514A3F3CD7}"/>
              </a:ext>
            </a:extLst>
          </p:cNvPr>
          <p:cNvSpPr txBox="1"/>
          <p:nvPr/>
        </p:nvSpPr>
        <p:spPr>
          <a:xfrm>
            <a:off x="755398" y="843558"/>
            <a:ext cx="788192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ct val="0"/>
              </a:spcBef>
              <a:spcAft>
                <a:spcPts val="1200"/>
              </a:spcAft>
              <a:defRPr/>
            </a:pPr>
            <a:r>
              <a:rPr lang="en-US" altLang="en-US" sz="1800" dirty="0">
                <a:solidFill>
                  <a:srgbClr val="002060"/>
                </a:solidFill>
                <a:latin typeface="Cambria" pitchFamily="18" charset="0"/>
                <a:ea typeface="+mj-ea"/>
                <a:cs typeface="Times New Roman" pitchFamily="18" charset="0"/>
              </a:rPr>
              <a:t>Select a hyperplane as far as possible from each class.</a:t>
            </a:r>
          </a:p>
          <a:p>
            <a:pPr algn="just">
              <a:spcBef>
                <a:spcPct val="0"/>
              </a:spcBef>
              <a:spcAft>
                <a:spcPts val="1200"/>
              </a:spcAft>
              <a:defRPr/>
            </a:pPr>
            <a:r>
              <a:rPr lang="en-US" altLang="en-US" sz="1800" b="1" dirty="0">
                <a:latin typeface="Cambria" pitchFamily="18" charset="0"/>
                <a:ea typeface="+mj-ea"/>
                <a:cs typeface="Times New Roman" pitchFamily="18" charset="0"/>
              </a:rPr>
              <a:t>Goal: </a:t>
            </a:r>
            <a:r>
              <a:rPr lang="en-US" altLang="en-US" dirty="0">
                <a:latin typeface="Cambria" pitchFamily="18" charset="0"/>
                <a:ea typeface="+mj-ea"/>
                <a:cs typeface="Times New Roman" pitchFamily="18" charset="0"/>
              </a:rPr>
              <a:t>F</a:t>
            </a:r>
            <a:r>
              <a:rPr lang="en-US" altLang="en-US" sz="1800" dirty="0">
                <a:latin typeface="Cambria" pitchFamily="18" charset="0"/>
                <a:ea typeface="+mj-ea"/>
                <a:cs typeface="Times New Roman" pitchFamily="18" charset="0"/>
              </a:rPr>
              <a:t>ind optimal separating hyperplane which </a:t>
            </a:r>
            <a:r>
              <a:rPr lang="en-US" altLang="en-US" sz="1800" b="1" dirty="0">
                <a:latin typeface="Cambria" pitchFamily="18" charset="0"/>
                <a:ea typeface="+mj-ea"/>
                <a:cs typeface="Times New Roman" pitchFamily="18" charset="0"/>
              </a:rPr>
              <a:t>maximizes the margin </a:t>
            </a:r>
            <a:r>
              <a:rPr lang="en-US" altLang="en-US" sz="1800" dirty="0">
                <a:latin typeface="Cambria" pitchFamily="18" charset="0"/>
                <a:ea typeface="+mj-ea"/>
                <a:cs typeface="Times New Roman" pitchFamily="18" charset="0"/>
              </a:rPr>
              <a:t>of the training data.</a:t>
            </a:r>
            <a:endParaRPr lang="en-US" altLang="en-US" sz="1800" dirty="0">
              <a:solidFill>
                <a:srgbClr val="FF0000"/>
              </a:solidFill>
              <a:latin typeface="Cambria" pitchFamily="18" charset="0"/>
              <a:ea typeface="+mj-ea"/>
              <a:cs typeface="Times New Roman" pitchFamily="18" charset="0"/>
            </a:endParaRPr>
          </a:p>
          <a:p>
            <a:pPr algn="just">
              <a:spcBef>
                <a:spcPct val="0"/>
              </a:spcBef>
              <a:spcAft>
                <a:spcPts val="1200"/>
              </a:spcAft>
              <a:defRPr/>
            </a:pPr>
            <a:r>
              <a:rPr lang="en-US" altLang="en-US" sz="1800" dirty="0">
                <a:solidFill>
                  <a:srgbClr val="002060"/>
                </a:solidFill>
                <a:latin typeface="Cambria" pitchFamily="18" charset="0"/>
                <a:ea typeface="+mj-ea"/>
                <a:cs typeface="Times New Roman" pitchFamily="18" charset="0"/>
              </a:rPr>
              <a:t> 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60B9C80-C094-3B59-C6A4-778B1D6A75D1}"/>
              </a:ext>
            </a:extLst>
          </p:cNvPr>
          <p:cNvCxnSpPr/>
          <p:nvPr/>
        </p:nvCxnSpPr>
        <p:spPr>
          <a:xfrm>
            <a:off x="2728862" y="4781198"/>
            <a:ext cx="3571900" cy="12142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FF3C667-19AE-A475-B031-B683BCA70DD2}"/>
              </a:ext>
            </a:extLst>
          </p:cNvPr>
          <p:cNvCxnSpPr/>
          <p:nvPr/>
        </p:nvCxnSpPr>
        <p:spPr>
          <a:xfrm rot="5400000" flipH="1" flipV="1">
            <a:off x="1448255" y="3489243"/>
            <a:ext cx="2560420" cy="794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2D406947-5EFF-07C1-0008-79378E6EB06B}"/>
              </a:ext>
            </a:extLst>
          </p:cNvPr>
          <p:cNvSpPr/>
          <p:nvPr/>
        </p:nvSpPr>
        <p:spPr>
          <a:xfrm>
            <a:off x="3014614" y="4126114"/>
            <a:ext cx="71438" cy="714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CD1378B-2DEA-8AA9-691E-5DFB285E9A32}"/>
              </a:ext>
            </a:extLst>
          </p:cNvPr>
          <p:cNvSpPr/>
          <p:nvPr/>
        </p:nvSpPr>
        <p:spPr>
          <a:xfrm>
            <a:off x="3586118" y="4278514"/>
            <a:ext cx="71438" cy="714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88F7478-BD1F-BE8E-89AD-A4DCE489A313}"/>
              </a:ext>
            </a:extLst>
          </p:cNvPr>
          <p:cNvSpPr/>
          <p:nvPr/>
        </p:nvSpPr>
        <p:spPr>
          <a:xfrm>
            <a:off x="3086052" y="3340296"/>
            <a:ext cx="71438" cy="714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E16774E-2E0C-3398-525B-BB24E81F3896}"/>
              </a:ext>
            </a:extLst>
          </p:cNvPr>
          <p:cNvSpPr/>
          <p:nvPr/>
        </p:nvSpPr>
        <p:spPr>
          <a:xfrm>
            <a:off x="3657556" y="3697486"/>
            <a:ext cx="71438" cy="714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D9547D2-80AC-C155-BA4E-A69EF0BC1F8B}"/>
              </a:ext>
            </a:extLst>
          </p:cNvPr>
          <p:cNvSpPr/>
          <p:nvPr/>
        </p:nvSpPr>
        <p:spPr>
          <a:xfrm>
            <a:off x="4014746" y="4430914"/>
            <a:ext cx="71438" cy="714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554993F-9CB6-8464-25F8-A3DFF2E5E238}"/>
              </a:ext>
            </a:extLst>
          </p:cNvPr>
          <p:cNvSpPr txBox="1"/>
          <p:nvPr/>
        </p:nvSpPr>
        <p:spPr>
          <a:xfrm>
            <a:off x="4371936" y="4709760"/>
            <a:ext cx="7858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height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F43649A-3B98-34E3-7134-0166CBDB4853}"/>
              </a:ext>
            </a:extLst>
          </p:cNvPr>
          <p:cNvSpPr txBox="1"/>
          <p:nvPr/>
        </p:nvSpPr>
        <p:spPr>
          <a:xfrm>
            <a:off x="2371672" y="2995248"/>
            <a:ext cx="430887" cy="759559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IN" sz="1600" dirty="0"/>
              <a:t>weight</a:t>
            </a:r>
          </a:p>
        </p:txBody>
      </p:sp>
      <p:sp>
        <p:nvSpPr>
          <p:cNvPr id="37" name="Multiply 18">
            <a:extLst>
              <a:ext uri="{FF2B5EF4-FFF2-40B4-BE49-F238E27FC236}">
                <a16:creationId xmlns:a16="http://schemas.microsoft.com/office/drawing/2014/main" id="{C524C3FC-E83F-1511-812F-752CC357AFF2}"/>
              </a:ext>
            </a:extLst>
          </p:cNvPr>
          <p:cNvSpPr/>
          <p:nvPr/>
        </p:nvSpPr>
        <p:spPr>
          <a:xfrm>
            <a:off x="5229192" y="2852372"/>
            <a:ext cx="142876" cy="13073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Multiply 19">
            <a:extLst>
              <a:ext uri="{FF2B5EF4-FFF2-40B4-BE49-F238E27FC236}">
                <a16:creationId xmlns:a16="http://schemas.microsoft.com/office/drawing/2014/main" id="{3F6A1879-BE83-23E0-B418-F2CAC83100BF}"/>
              </a:ext>
            </a:extLst>
          </p:cNvPr>
          <p:cNvSpPr/>
          <p:nvPr/>
        </p:nvSpPr>
        <p:spPr>
          <a:xfrm>
            <a:off x="5443506" y="3352438"/>
            <a:ext cx="142876" cy="13073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Multiply 20">
            <a:extLst>
              <a:ext uri="{FF2B5EF4-FFF2-40B4-BE49-F238E27FC236}">
                <a16:creationId xmlns:a16="http://schemas.microsoft.com/office/drawing/2014/main" id="{6206DC5E-5F12-C73D-8707-6BB42F660B0F}"/>
              </a:ext>
            </a:extLst>
          </p:cNvPr>
          <p:cNvSpPr/>
          <p:nvPr/>
        </p:nvSpPr>
        <p:spPr>
          <a:xfrm>
            <a:off x="4800564" y="3281000"/>
            <a:ext cx="142876" cy="13073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Multiply 22">
            <a:extLst>
              <a:ext uri="{FF2B5EF4-FFF2-40B4-BE49-F238E27FC236}">
                <a16:creationId xmlns:a16="http://schemas.microsoft.com/office/drawing/2014/main" id="{32D67BE0-13CC-3622-C590-B41FC23DD8B0}"/>
              </a:ext>
            </a:extLst>
          </p:cNvPr>
          <p:cNvSpPr/>
          <p:nvPr/>
        </p:nvSpPr>
        <p:spPr>
          <a:xfrm>
            <a:off x="5872134" y="2923810"/>
            <a:ext cx="142876" cy="13073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Multiply 23">
            <a:extLst>
              <a:ext uri="{FF2B5EF4-FFF2-40B4-BE49-F238E27FC236}">
                <a16:creationId xmlns:a16="http://schemas.microsoft.com/office/drawing/2014/main" id="{B6889B68-6863-E2C2-0221-40C2765B9F84}"/>
              </a:ext>
            </a:extLst>
          </p:cNvPr>
          <p:cNvSpPr/>
          <p:nvPr/>
        </p:nvSpPr>
        <p:spPr>
          <a:xfrm>
            <a:off x="5800696" y="3852504"/>
            <a:ext cx="142876" cy="13073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Multiply 24">
            <a:extLst>
              <a:ext uri="{FF2B5EF4-FFF2-40B4-BE49-F238E27FC236}">
                <a16:creationId xmlns:a16="http://schemas.microsoft.com/office/drawing/2014/main" id="{830233D0-74CB-AB33-24CA-AE60F6335BBD}"/>
              </a:ext>
            </a:extLst>
          </p:cNvPr>
          <p:cNvSpPr/>
          <p:nvPr/>
        </p:nvSpPr>
        <p:spPr>
          <a:xfrm>
            <a:off x="5443506" y="3709628"/>
            <a:ext cx="142876" cy="13073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Multiply 25">
            <a:extLst>
              <a:ext uri="{FF2B5EF4-FFF2-40B4-BE49-F238E27FC236}">
                <a16:creationId xmlns:a16="http://schemas.microsoft.com/office/drawing/2014/main" id="{B84295BD-5CE8-78FD-C7BB-6A2194B1F875}"/>
              </a:ext>
            </a:extLst>
          </p:cNvPr>
          <p:cNvSpPr/>
          <p:nvPr/>
        </p:nvSpPr>
        <p:spPr>
          <a:xfrm>
            <a:off x="4371936" y="2495182"/>
            <a:ext cx="142876" cy="13073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32FCE7D-B6B1-4D5C-A0DA-4F68BC8E95C4}"/>
              </a:ext>
            </a:extLst>
          </p:cNvPr>
          <p:cNvCxnSpPr/>
          <p:nvPr/>
        </p:nvCxnSpPr>
        <p:spPr>
          <a:xfrm>
            <a:off x="2728862" y="2923810"/>
            <a:ext cx="2357454" cy="1857388"/>
          </a:xfrm>
          <a:prstGeom prst="line">
            <a:avLst/>
          </a:prstGeom>
          <a:ln w="25400">
            <a:solidFill>
              <a:srgbClr val="92D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D3169068-EBBA-0BEC-AAF6-7A831F8F2A6E}"/>
              </a:ext>
            </a:extLst>
          </p:cNvPr>
          <p:cNvSpPr/>
          <p:nvPr/>
        </p:nvSpPr>
        <p:spPr>
          <a:xfrm>
            <a:off x="5657820" y="2066554"/>
            <a:ext cx="71438" cy="714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7709FF9-153E-5F68-E602-AA66469C80A6}"/>
              </a:ext>
            </a:extLst>
          </p:cNvPr>
          <p:cNvSpPr txBox="1"/>
          <p:nvPr/>
        </p:nvSpPr>
        <p:spPr>
          <a:xfrm>
            <a:off x="5443506" y="1923678"/>
            <a:ext cx="928694" cy="553998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r>
              <a:rPr lang="en-IN" dirty="0"/>
              <a:t>     </a:t>
            </a:r>
            <a:r>
              <a:rPr lang="en-IN" sz="1200" dirty="0"/>
              <a:t>women</a:t>
            </a:r>
          </a:p>
          <a:p>
            <a:r>
              <a:rPr lang="en-IN" sz="1200" dirty="0"/>
              <a:t>         men</a:t>
            </a:r>
          </a:p>
        </p:txBody>
      </p:sp>
      <p:sp>
        <p:nvSpPr>
          <p:cNvPr id="48" name="Multiply 48">
            <a:extLst>
              <a:ext uri="{FF2B5EF4-FFF2-40B4-BE49-F238E27FC236}">
                <a16:creationId xmlns:a16="http://schemas.microsoft.com/office/drawing/2014/main" id="{91530211-F06A-E95D-B0A0-5AD534DDDF34}"/>
              </a:ext>
            </a:extLst>
          </p:cNvPr>
          <p:cNvSpPr/>
          <p:nvPr/>
        </p:nvSpPr>
        <p:spPr>
          <a:xfrm>
            <a:off x="5657820" y="2280868"/>
            <a:ext cx="142876" cy="142876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909FB90-61BC-38A1-58DF-A5608EF3C4E3}"/>
              </a:ext>
            </a:extLst>
          </p:cNvPr>
          <p:cNvCxnSpPr/>
          <p:nvPr/>
        </p:nvCxnSpPr>
        <p:spPr>
          <a:xfrm>
            <a:off x="2881262" y="2423744"/>
            <a:ext cx="2847996" cy="2286016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3BF36B4-D4A0-3685-5EFD-18FE5AD74DD9}"/>
              </a:ext>
            </a:extLst>
          </p:cNvPr>
          <p:cNvCxnSpPr/>
          <p:nvPr/>
        </p:nvCxnSpPr>
        <p:spPr>
          <a:xfrm>
            <a:off x="3371804" y="2209430"/>
            <a:ext cx="2643206" cy="2071702"/>
          </a:xfrm>
          <a:prstGeom prst="line">
            <a:avLst/>
          </a:prstGeom>
          <a:ln w="25400">
            <a:solidFill>
              <a:srgbClr val="92D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EABC7AC-9AB6-C23F-12E5-65D886AB1A21}"/>
              </a:ext>
            </a:extLst>
          </p:cNvPr>
          <p:cNvCxnSpPr/>
          <p:nvPr/>
        </p:nvCxnSpPr>
        <p:spPr>
          <a:xfrm rot="5400000" flipH="1" flipV="1">
            <a:off x="3800432" y="3066686"/>
            <a:ext cx="714380" cy="714380"/>
          </a:xfrm>
          <a:prstGeom prst="straightConnector1">
            <a:avLst/>
          </a:prstGeom>
          <a:ln w="19050">
            <a:solidFill>
              <a:schemeClr val="accent2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758495BC-E20A-4401-4188-BC11B6E86F08}"/>
              </a:ext>
            </a:extLst>
          </p:cNvPr>
          <p:cNvSpPr txBox="1"/>
          <p:nvPr/>
        </p:nvSpPr>
        <p:spPr>
          <a:xfrm>
            <a:off x="4371936" y="3423876"/>
            <a:ext cx="7858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C00000"/>
                </a:solidFill>
              </a:rPr>
              <a:t>Margin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0602AEF-6993-E331-B2D1-7814E95889E0}"/>
                  </a:ext>
                </a:extLst>
              </p14:cNvPr>
              <p14:cNvContentPartPr/>
              <p14:nvPr/>
            </p14:nvContentPartPr>
            <p14:xfrm>
              <a:off x="459000" y="1470240"/>
              <a:ext cx="8338320" cy="3191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0602AEF-6993-E331-B2D1-7814E95889E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9640" y="1460880"/>
                <a:ext cx="8357040" cy="3209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21986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398" y="1"/>
            <a:ext cx="6879950" cy="994172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Margin and optimal hyperplane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657225" y="685800"/>
            <a:ext cx="78867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90C16B20-101C-1834-9F9D-75514A3F3CD7}"/>
              </a:ext>
            </a:extLst>
          </p:cNvPr>
          <p:cNvSpPr txBox="1"/>
          <p:nvPr/>
        </p:nvSpPr>
        <p:spPr>
          <a:xfrm>
            <a:off x="755398" y="843558"/>
            <a:ext cx="788192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Margin: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margin is a gap between the two lines on the closest class points.</a:t>
            </a: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This is calculated as the perpendicular distance from the line to support vectors or closest points.</a:t>
            </a: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If the margin is larger in between the classes, then it is considered a good margin, a smaller margin is a bad margin.</a:t>
            </a: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Hyperplane (Decision Boundary):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hyperplane is a decision plane which separates between a set of objects having different class memberships.</a:t>
            </a:r>
          </a:p>
          <a:p>
            <a:pPr algn="l"/>
            <a:endParaRPr lang="en-US" altLang="en-US" dirty="0">
              <a:solidFill>
                <a:srgbClr val="00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algn="l"/>
            <a:r>
              <a:rPr lang="en-US" altLang="en-US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Margin Maximal Hyperplane : </a:t>
            </a:r>
            <a:r>
              <a:rPr lang="en-US" altLang="en-US" sz="1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The </a:t>
            </a:r>
            <a:r>
              <a:rPr lang="en-US" altLang="en-US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best optimal line (hyperplane) </a:t>
            </a:r>
            <a:r>
              <a:rPr lang="en-US" altLang="en-US" sz="1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with maximum margin</a:t>
            </a:r>
          </a:p>
          <a:p>
            <a:pPr algn="l"/>
            <a:endParaRPr lang="en-US" altLang="en-US" sz="1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 </a:t>
            </a:r>
            <a:r>
              <a:rPr lang="en-US" altLang="en-US" sz="1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There will never be any datapoint inside the margin.</a:t>
            </a:r>
          </a:p>
          <a:p>
            <a:pPr algn="l"/>
            <a:endParaRPr lang="en-US" altLang="en-US" sz="1800" dirty="0">
              <a:solidFill>
                <a:srgbClr val="00206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EB8A75C-A1A1-4A64-8702-DA6D18CE69F9}"/>
                  </a:ext>
                </a:extLst>
              </p14:cNvPr>
              <p14:cNvContentPartPr/>
              <p14:nvPr/>
            </p14:nvContentPartPr>
            <p14:xfrm>
              <a:off x="367560" y="1743480"/>
              <a:ext cx="7593120" cy="1712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EB8A75C-A1A1-4A64-8702-DA6D18CE69F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8200" y="1734120"/>
                <a:ext cx="7611840" cy="173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6242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398" y="1"/>
            <a:ext cx="6879950" cy="994172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Support vectors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657225" y="685800"/>
            <a:ext cx="78867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90C16B20-101C-1834-9F9D-75514A3F3CD7}"/>
              </a:ext>
            </a:extLst>
          </p:cNvPr>
          <p:cNvSpPr txBox="1"/>
          <p:nvPr/>
        </p:nvSpPr>
        <p:spPr>
          <a:xfrm>
            <a:off x="755398" y="843558"/>
            <a:ext cx="788192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ct val="0"/>
              </a:spcBef>
              <a:spcAft>
                <a:spcPts val="1200"/>
              </a:spcAft>
              <a:defRPr/>
            </a:pPr>
            <a:r>
              <a:rPr lang="en-US" altLang="en-US" sz="1800" dirty="0">
                <a:latin typeface="Cambria" pitchFamily="18" charset="0"/>
                <a:ea typeface="+mj-ea"/>
                <a:cs typeface="Times New Roman" pitchFamily="18" charset="0"/>
              </a:rPr>
              <a:t>Support vectors are the data points, which are closest to the hyperplane. </a:t>
            </a:r>
          </a:p>
          <a:p>
            <a:pPr algn="just">
              <a:spcBef>
                <a:spcPct val="0"/>
              </a:spcBef>
              <a:spcAft>
                <a:spcPts val="1200"/>
              </a:spcAft>
              <a:defRPr/>
            </a:pPr>
            <a:r>
              <a:rPr lang="en-US" altLang="en-US" sz="1800" dirty="0">
                <a:latin typeface="Cambria" pitchFamily="18" charset="0"/>
                <a:ea typeface="+mj-ea"/>
                <a:cs typeface="Times New Roman" pitchFamily="18" charset="0"/>
              </a:rPr>
              <a:t>These points will define the separating line better by calculating margins. </a:t>
            </a:r>
          </a:p>
          <a:p>
            <a:pPr algn="just">
              <a:spcBef>
                <a:spcPct val="0"/>
              </a:spcBef>
              <a:spcAft>
                <a:spcPts val="1200"/>
              </a:spcAft>
              <a:defRPr/>
            </a:pPr>
            <a:r>
              <a:rPr lang="en-US" altLang="en-US" sz="1800" dirty="0">
                <a:latin typeface="Cambria" pitchFamily="18" charset="0"/>
                <a:ea typeface="+mj-ea"/>
                <a:cs typeface="Times New Roman" pitchFamily="18" charset="0"/>
              </a:rPr>
              <a:t>These points are more relevant to the construction of the classifier.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3A63C66-BBCC-74F4-92F0-6F31002F42B4}"/>
              </a:ext>
            </a:extLst>
          </p:cNvPr>
          <p:cNvCxnSpPr/>
          <p:nvPr/>
        </p:nvCxnSpPr>
        <p:spPr>
          <a:xfrm>
            <a:off x="2552926" y="4925214"/>
            <a:ext cx="3571900" cy="12142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DF54D41-B4AB-FA2A-815D-084F1D6B4B39}"/>
              </a:ext>
            </a:extLst>
          </p:cNvPr>
          <p:cNvCxnSpPr/>
          <p:nvPr/>
        </p:nvCxnSpPr>
        <p:spPr>
          <a:xfrm rot="5400000" flipH="1" flipV="1">
            <a:off x="1272319" y="3633259"/>
            <a:ext cx="2560420" cy="794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F01468E-0F3C-95F2-A95A-A47453D32617}"/>
              </a:ext>
            </a:extLst>
          </p:cNvPr>
          <p:cNvSpPr/>
          <p:nvPr/>
        </p:nvSpPr>
        <p:spPr>
          <a:xfrm>
            <a:off x="2838678" y="4270130"/>
            <a:ext cx="71438" cy="714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1493932-B172-30AF-2DBA-A4A4B80F8CBE}"/>
              </a:ext>
            </a:extLst>
          </p:cNvPr>
          <p:cNvSpPr/>
          <p:nvPr/>
        </p:nvSpPr>
        <p:spPr>
          <a:xfrm>
            <a:off x="3410182" y="4422530"/>
            <a:ext cx="71438" cy="714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D211964-4EF0-10CC-F693-15519F053CA7}"/>
              </a:ext>
            </a:extLst>
          </p:cNvPr>
          <p:cNvSpPr/>
          <p:nvPr/>
        </p:nvSpPr>
        <p:spPr>
          <a:xfrm>
            <a:off x="2910116" y="3484312"/>
            <a:ext cx="71438" cy="714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CA878D2-ED1B-B3F8-31E1-04B0302C5C93}"/>
              </a:ext>
            </a:extLst>
          </p:cNvPr>
          <p:cNvSpPr/>
          <p:nvPr/>
        </p:nvSpPr>
        <p:spPr>
          <a:xfrm>
            <a:off x="3481620" y="3841502"/>
            <a:ext cx="71438" cy="714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B93218D-225E-B3E9-AA20-5C6C9D9C465A}"/>
              </a:ext>
            </a:extLst>
          </p:cNvPr>
          <p:cNvSpPr/>
          <p:nvPr/>
        </p:nvSpPr>
        <p:spPr>
          <a:xfrm>
            <a:off x="3838810" y="4574930"/>
            <a:ext cx="71438" cy="714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D0B110-B8E7-2154-DDDA-508E98A21341}"/>
              </a:ext>
            </a:extLst>
          </p:cNvPr>
          <p:cNvSpPr txBox="1"/>
          <p:nvPr/>
        </p:nvSpPr>
        <p:spPr>
          <a:xfrm>
            <a:off x="4196000" y="4853776"/>
            <a:ext cx="7858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height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E9768A-8E14-BCD1-2B95-7BCAB35DB582}"/>
              </a:ext>
            </a:extLst>
          </p:cNvPr>
          <p:cNvSpPr txBox="1"/>
          <p:nvPr/>
        </p:nvSpPr>
        <p:spPr>
          <a:xfrm>
            <a:off x="2195736" y="3139264"/>
            <a:ext cx="430887" cy="759559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IN" sz="1600" dirty="0"/>
              <a:t>weight</a:t>
            </a:r>
          </a:p>
        </p:txBody>
      </p:sp>
      <p:sp>
        <p:nvSpPr>
          <p:cNvPr id="13" name="Multiply 18">
            <a:extLst>
              <a:ext uri="{FF2B5EF4-FFF2-40B4-BE49-F238E27FC236}">
                <a16:creationId xmlns:a16="http://schemas.microsoft.com/office/drawing/2014/main" id="{47C46C3B-1FB5-5E45-E651-42265AF992E5}"/>
              </a:ext>
            </a:extLst>
          </p:cNvPr>
          <p:cNvSpPr/>
          <p:nvPr/>
        </p:nvSpPr>
        <p:spPr>
          <a:xfrm>
            <a:off x="5053256" y="2996388"/>
            <a:ext cx="142876" cy="13073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Multiply 19">
            <a:extLst>
              <a:ext uri="{FF2B5EF4-FFF2-40B4-BE49-F238E27FC236}">
                <a16:creationId xmlns:a16="http://schemas.microsoft.com/office/drawing/2014/main" id="{A95D9E24-93CA-ECB9-61D5-6EF177EA8853}"/>
              </a:ext>
            </a:extLst>
          </p:cNvPr>
          <p:cNvSpPr/>
          <p:nvPr/>
        </p:nvSpPr>
        <p:spPr>
          <a:xfrm>
            <a:off x="5267570" y="3496454"/>
            <a:ext cx="142876" cy="13073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Multiply 20">
            <a:extLst>
              <a:ext uri="{FF2B5EF4-FFF2-40B4-BE49-F238E27FC236}">
                <a16:creationId xmlns:a16="http://schemas.microsoft.com/office/drawing/2014/main" id="{E9A3B7B5-2637-EE6F-1675-5B6FA53BB53B}"/>
              </a:ext>
            </a:extLst>
          </p:cNvPr>
          <p:cNvSpPr/>
          <p:nvPr/>
        </p:nvSpPr>
        <p:spPr>
          <a:xfrm>
            <a:off x="4624628" y="3425016"/>
            <a:ext cx="142876" cy="13073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Multiply 22">
            <a:extLst>
              <a:ext uri="{FF2B5EF4-FFF2-40B4-BE49-F238E27FC236}">
                <a16:creationId xmlns:a16="http://schemas.microsoft.com/office/drawing/2014/main" id="{EF622768-39B3-1231-A23F-43991F2A9814}"/>
              </a:ext>
            </a:extLst>
          </p:cNvPr>
          <p:cNvSpPr/>
          <p:nvPr/>
        </p:nvSpPr>
        <p:spPr>
          <a:xfrm>
            <a:off x="5696198" y="3067826"/>
            <a:ext cx="142876" cy="13073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Multiply 23">
            <a:extLst>
              <a:ext uri="{FF2B5EF4-FFF2-40B4-BE49-F238E27FC236}">
                <a16:creationId xmlns:a16="http://schemas.microsoft.com/office/drawing/2014/main" id="{F612D59E-EDA6-9465-6F60-00ADD55A417F}"/>
              </a:ext>
            </a:extLst>
          </p:cNvPr>
          <p:cNvSpPr/>
          <p:nvPr/>
        </p:nvSpPr>
        <p:spPr>
          <a:xfrm>
            <a:off x="5624760" y="3996520"/>
            <a:ext cx="142876" cy="13073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Multiply 24">
            <a:extLst>
              <a:ext uri="{FF2B5EF4-FFF2-40B4-BE49-F238E27FC236}">
                <a16:creationId xmlns:a16="http://schemas.microsoft.com/office/drawing/2014/main" id="{1AAFB21B-D5A9-86C6-B9F1-FE464DCA9767}"/>
              </a:ext>
            </a:extLst>
          </p:cNvPr>
          <p:cNvSpPr/>
          <p:nvPr/>
        </p:nvSpPr>
        <p:spPr>
          <a:xfrm>
            <a:off x="5267570" y="3853644"/>
            <a:ext cx="142876" cy="13073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Multiply 25">
            <a:extLst>
              <a:ext uri="{FF2B5EF4-FFF2-40B4-BE49-F238E27FC236}">
                <a16:creationId xmlns:a16="http://schemas.microsoft.com/office/drawing/2014/main" id="{9DDAB12E-3812-7328-23E5-FE71B4526009}"/>
              </a:ext>
            </a:extLst>
          </p:cNvPr>
          <p:cNvSpPr/>
          <p:nvPr/>
        </p:nvSpPr>
        <p:spPr>
          <a:xfrm>
            <a:off x="4196000" y="2639198"/>
            <a:ext cx="142876" cy="13073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1587B4F-F8E0-5EEF-9FD9-347083BADD83}"/>
              </a:ext>
            </a:extLst>
          </p:cNvPr>
          <p:cNvCxnSpPr/>
          <p:nvPr/>
        </p:nvCxnSpPr>
        <p:spPr>
          <a:xfrm>
            <a:off x="2552926" y="3067826"/>
            <a:ext cx="2357454" cy="1857388"/>
          </a:xfrm>
          <a:prstGeom prst="line">
            <a:avLst/>
          </a:prstGeom>
          <a:ln w="25400">
            <a:solidFill>
              <a:srgbClr val="92D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60E4658D-D628-CF7D-A74B-10AE3405C1B4}"/>
              </a:ext>
            </a:extLst>
          </p:cNvPr>
          <p:cNvSpPr/>
          <p:nvPr/>
        </p:nvSpPr>
        <p:spPr>
          <a:xfrm>
            <a:off x="5481884" y="2210570"/>
            <a:ext cx="71438" cy="714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113AA7-8835-71D3-953A-647DDC0C34BF}"/>
              </a:ext>
            </a:extLst>
          </p:cNvPr>
          <p:cNvSpPr txBox="1"/>
          <p:nvPr/>
        </p:nvSpPr>
        <p:spPr>
          <a:xfrm>
            <a:off x="5267570" y="2067694"/>
            <a:ext cx="928694" cy="553998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r>
              <a:rPr lang="en-IN" dirty="0"/>
              <a:t>     </a:t>
            </a:r>
            <a:r>
              <a:rPr lang="en-IN" sz="1200" dirty="0"/>
              <a:t>women</a:t>
            </a:r>
          </a:p>
          <a:p>
            <a:r>
              <a:rPr lang="en-IN" sz="1200" dirty="0"/>
              <a:t>         men</a:t>
            </a:r>
          </a:p>
        </p:txBody>
      </p:sp>
      <p:sp>
        <p:nvSpPr>
          <p:cNvPr id="23" name="Multiply 48">
            <a:extLst>
              <a:ext uri="{FF2B5EF4-FFF2-40B4-BE49-F238E27FC236}">
                <a16:creationId xmlns:a16="http://schemas.microsoft.com/office/drawing/2014/main" id="{50886FB1-D774-6E88-F86C-B1B5E250E592}"/>
              </a:ext>
            </a:extLst>
          </p:cNvPr>
          <p:cNvSpPr/>
          <p:nvPr/>
        </p:nvSpPr>
        <p:spPr>
          <a:xfrm>
            <a:off x="5481884" y="2424884"/>
            <a:ext cx="142876" cy="142876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C085D38-39D4-11C8-4895-5C8BFEED19C6}"/>
              </a:ext>
            </a:extLst>
          </p:cNvPr>
          <p:cNvCxnSpPr/>
          <p:nvPr/>
        </p:nvCxnSpPr>
        <p:spPr>
          <a:xfrm>
            <a:off x="2705326" y="2567760"/>
            <a:ext cx="2847996" cy="2286016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B6536FB-8081-BAD5-D0DC-B7E31325D33F}"/>
              </a:ext>
            </a:extLst>
          </p:cNvPr>
          <p:cNvCxnSpPr/>
          <p:nvPr/>
        </p:nvCxnSpPr>
        <p:spPr>
          <a:xfrm>
            <a:off x="3195868" y="2353446"/>
            <a:ext cx="2643206" cy="2071702"/>
          </a:xfrm>
          <a:prstGeom prst="line">
            <a:avLst/>
          </a:prstGeom>
          <a:ln w="25400">
            <a:solidFill>
              <a:srgbClr val="92D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0D2FD0C-F532-FED9-F3A0-3046467D979E}"/>
              </a:ext>
            </a:extLst>
          </p:cNvPr>
          <p:cNvCxnSpPr/>
          <p:nvPr/>
        </p:nvCxnSpPr>
        <p:spPr>
          <a:xfrm rot="5400000" flipH="1" flipV="1">
            <a:off x="3624496" y="3210702"/>
            <a:ext cx="714380" cy="714380"/>
          </a:xfrm>
          <a:prstGeom prst="straightConnector1">
            <a:avLst/>
          </a:prstGeom>
          <a:ln w="19050">
            <a:solidFill>
              <a:schemeClr val="accent2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2D2DC61-2931-E0A0-450E-33B43478A2D6}"/>
              </a:ext>
            </a:extLst>
          </p:cNvPr>
          <p:cNvSpPr txBox="1"/>
          <p:nvPr/>
        </p:nvSpPr>
        <p:spPr>
          <a:xfrm>
            <a:off x="4196000" y="3567892"/>
            <a:ext cx="7858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C00000"/>
                </a:solidFill>
              </a:rPr>
              <a:t>Margin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ABF9273-E8FB-867F-1A18-1C377EED233E}"/>
              </a:ext>
            </a:extLst>
          </p:cNvPr>
          <p:cNvCxnSpPr>
            <a:stCxn id="30" idx="1"/>
            <a:endCxn id="9" idx="5"/>
          </p:cNvCxnSpPr>
          <p:nvPr/>
        </p:nvCxnSpPr>
        <p:spPr>
          <a:xfrm rot="10800000">
            <a:off x="3542596" y="3902479"/>
            <a:ext cx="1510660" cy="390807"/>
          </a:xfrm>
          <a:prstGeom prst="straightConnector1">
            <a:avLst/>
          </a:prstGeom>
          <a:ln w="15875">
            <a:solidFill>
              <a:schemeClr val="accent4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C3BF62B-5ED7-E240-B563-8D098E118B20}"/>
              </a:ext>
            </a:extLst>
          </p:cNvPr>
          <p:cNvCxnSpPr>
            <a:endCxn id="15" idx="2"/>
          </p:cNvCxnSpPr>
          <p:nvPr/>
        </p:nvCxnSpPr>
        <p:spPr>
          <a:xfrm rot="16200000" flipV="1">
            <a:off x="4621420" y="3636121"/>
            <a:ext cx="686483" cy="462943"/>
          </a:xfrm>
          <a:prstGeom prst="straightConnector1">
            <a:avLst/>
          </a:prstGeom>
          <a:ln w="15875">
            <a:solidFill>
              <a:schemeClr val="accent4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2A92C43-A9CF-6C7B-115F-D165947B75DC}"/>
              </a:ext>
            </a:extLst>
          </p:cNvPr>
          <p:cNvSpPr txBox="1"/>
          <p:nvPr/>
        </p:nvSpPr>
        <p:spPr>
          <a:xfrm>
            <a:off x="5053256" y="4139396"/>
            <a:ext cx="15001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accent4">
                    <a:lumMod val="75000"/>
                  </a:schemeClr>
                </a:solidFill>
              </a:rPr>
              <a:t>Support vectors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6747E487-95EF-0D08-78C5-5B69EA9930C5}"/>
                  </a:ext>
                </a:extLst>
              </p14:cNvPr>
              <p14:cNvContentPartPr/>
              <p14:nvPr/>
            </p14:nvContentPartPr>
            <p14:xfrm>
              <a:off x="3363642" y="3688400"/>
              <a:ext cx="323280" cy="3747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6747E487-95EF-0D08-78C5-5B69EA9930C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54632" y="3679400"/>
                <a:ext cx="340940" cy="39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B7A1348C-17B0-4FC5-7B20-47821FEB7673}"/>
                  </a:ext>
                </a:extLst>
              </p14:cNvPr>
              <p14:cNvContentPartPr/>
              <p14:nvPr/>
            </p14:nvContentPartPr>
            <p14:xfrm>
              <a:off x="4544082" y="3353240"/>
              <a:ext cx="308880" cy="3319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B7A1348C-17B0-4FC5-7B20-47821FEB767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35082" y="3344240"/>
                <a:ext cx="326520" cy="34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CD93CCDB-266C-A9F8-B349-F4FCA637A7DE}"/>
                  </a:ext>
                </a:extLst>
              </p14:cNvPr>
              <p14:cNvContentPartPr/>
              <p14:nvPr/>
            </p14:nvContentPartPr>
            <p14:xfrm>
              <a:off x="3570120" y="1150200"/>
              <a:ext cx="4018680" cy="284724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CD93CCDB-266C-A9F8-B349-F4FCA637A7D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560760" y="1140840"/>
                <a:ext cx="4037400" cy="2865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71364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398" y="1"/>
            <a:ext cx="6879950" cy="994172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SVM Formulation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657225" y="685800"/>
            <a:ext cx="78867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90C16B20-101C-1834-9F9D-75514A3F3CD7}"/>
              </a:ext>
            </a:extLst>
          </p:cNvPr>
          <p:cNvSpPr txBox="1"/>
          <p:nvPr/>
        </p:nvSpPr>
        <p:spPr>
          <a:xfrm>
            <a:off x="755398" y="843558"/>
            <a:ext cx="78819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1" i="0" u="none" strike="noStrike" baseline="0" dirty="0">
                <a:latin typeface="CMR10"/>
              </a:rPr>
              <a:t>Goal</a:t>
            </a:r>
            <a:r>
              <a:rPr lang="en-US" sz="1800" b="0" i="0" u="none" strike="noStrike" baseline="0" dirty="0">
                <a:latin typeface="CMR10"/>
              </a:rPr>
              <a:t>: we want to find the hyperplane (decision boundary) linearly separating our classes. Our boundary will have equation: </a:t>
            </a:r>
          </a:p>
          <a:p>
            <a:pPr algn="ctr"/>
            <a:r>
              <a:rPr lang="en-US" sz="1800" b="0" i="0" u="none" strike="noStrike" baseline="0" dirty="0" err="1">
                <a:latin typeface="CMBX10"/>
              </a:rPr>
              <a:t>w</a:t>
            </a:r>
            <a:r>
              <a:rPr lang="en-US" sz="1800" b="0" i="0" u="none" strike="noStrike" baseline="30000" dirty="0" err="1">
                <a:latin typeface="CMMI7"/>
              </a:rPr>
              <a:t>T</a:t>
            </a:r>
            <a:r>
              <a:rPr lang="en-US" sz="1800" b="0" i="0" u="none" strike="noStrike" baseline="0" dirty="0">
                <a:latin typeface="CMMI7"/>
              </a:rPr>
              <a:t> </a:t>
            </a:r>
            <a:r>
              <a:rPr lang="en-US" sz="1800" b="0" i="0" u="none" strike="noStrike" baseline="0" dirty="0">
                <a:latin typeface="CMBX10"/>
              </a:rPr>
              <a:t>x </a:t>
            </a:r>
            <a:r>
              <a:rPr lang="en-US" sz="1800" b="0" i="0" u="none" strike="noStrike" baseline="0" dirty="0">
                <a:latin typeface="CMR10"/>
              </a:rPr>
              <a:t>+ </a:t>
            </a:r>
            <a:r>
              <a:rPr lang="en-US" sz="1800" b="0" i="0" u="none" strike="noStrike" baseline="0" dirty="0">
                <a:latin typeface="CMMI10"/>
              </a:rPr>
              <a:t>b </a:t>
            </a:r>
            <a:r>
              <a:rPr lang="en-US" sz="1800" b="0" i="0" u="none" strike="noStrike" baseline="0" dirty="0">
                <a:latin typeface="CMR10"/>
              </a:rPr>
              <a:t>= 0</a:t>
            </a:r>
            <a:endParaRPr lang="en-US" altLang="en-US" sz="1800" b="1" dirty="0">
              <a:latin typeface="Cambria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AC5891A7-F734-8390-6F24-757F0E4E8C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17" t="8919" r="24824"/>
          <a:stretch/>
        </p:blipFill>
        <p:spPr>
          <a:xfrm>
            <a:off x="4283968" y="2075154"/>
            <a:ext cx="4873624" cy="3088884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5C65085D-785C-2228-9264-0F2DCA7C0C3F}"/>
              </a:ext>
            </a:extLst>
          </p:cNvPr>
          <p:cNvSpPr txBox="1"/>
          <p:nvPr/>
        </p:nvSpPr>
        <p:spPr>
          <a:xfrm>
            <a:off x="251520" y="2222451"/>
            <a:ext cx="417646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CMR10"/>
              </a:rPr>
              <a:t>Anything above the decision boundary should have label 1.</a:t>
            </a:r>
          </a:p>
          <a:p>
            <a:pPr algn="l"/>
            <a:r>
              <a:rPr lang="en-US" sz="1800" b="0" i="0" u="none" strike="noStrike" baseline="0" dirty="0">
                <a:latin typeface="CMR10"/>
              </a:rPr>
              <a:t>i.e., </a:t>
            </a:r>
            <a:r>
              <a:rPr lang="en-US" sz="1800" b="0" i="0" u="none" strike="noStrike" baseline="0" dirty="0">
                <a:latin typeface="CMBX10"/>
              </a:rPr>
              <a:t>x</a:t>
            </a:r>
            <a:r>
              <a:rPr lang="en-US" sz="800" b="0" i="0" u="none" strike="noStrike" baseline="0" dirty="0">
                <a:latin typeface="CMBX7"/>
              </a:rPr>
              <a:t>i  </a:t>
            </a:r>
            <a:r>
              <a:rPr lang="en-US" sz="1800" b="0" i="0" u="none" strike="noStrike" baseline="0" dirty="0" err="1">
                <a:latin typeface="CMR10"/>
              </a:rPr>
              <a:t>s.t.</a:t>
            </a:r>
            <a:r>
              <a:rPr lang="en-US" sz="1800" b="0" i="0" u="none" strike="noStrike" baseline="0" dirty="0">
                <a:latin typeface="CMR10"/>
              </a:rPr>
              <a:t> </a:t>
            </a:r>
            <a:r>
              <a:rPr lang="en-US" sz="1800" b="0" i="0" u="none" strike="noStrike" baseline="0" dirty="0" err="1">
                <a:latin typeface="CMBX10"/>
              </a:rPr>
              <a:t>w</a:t>
            </a:r>
            <a:r>
              <a:rPr lang="en-US" sz="800" b="0" i="0" u="none" strike="noStrike" baseline="0" dirty="0" err="1">
                <a:latin typeface="CMMI7"/>
              </a:rPr>
              <a:t>T</a:t>
            </a:r>
            <a:r>
              <a:rPr lang="en-US" sz="800" b="0" i="0" u="none" strike="noStrike" baseline="0" dirty="0">
                <a:latin typeface="CMMI7"/>
              </a:rPr>
              <a:t> </a:t>
            </a:r>
            <a:r>
              <a:rPr lang="en-US" sz="1800" b="0" i="0" u="none" strike="noStrike" baseline="0" dirty="0">
                <a:latin typeface="CMBX10"/>
              </a:rPr>
              <a:t>x</a:t>
            </a:r>
            <a:r>
              <a:rPr lang="en-US" sz="800" b="0" i="0" u="none" strike="noStrike" baseline="0" dirty="0">
                <a:latin typeface="CMBX7"/>
              </a:rPr>
              <a:t>i </a:t>
            </a:r>
            <a:r>
              <a:rPr lang="en-US" sz="1800" b="0" i="0" u="none" strike="noStrike" baseline="0" dirty="0">
                <a:latin typeface="CMR10"/>
              </a:rPr>
              <a:t>+ </a:t>
            </a:r>
            <a:r>
              <a:rPr lang="en-US" sz="1800" b="0" i="0" u="none" strike="noStrike" baseline="0" dirty="0">
                <a:latin typeface="CMMI10"/>
              </a:rPr>
              <a:t>b &gt; </a:t>
            </a:r>
            <a:r>
              <a:rPr lang="en-US" sz="1800" b="0" i="0" u="none" strike="noStrike" baseline="0" dirty="0">
                <a:latin typeface="CMR10"/>
              </a:rPr>
              <a:t>0 will have corresponding </a:t>
            </a:r>
            <a:r>
              <a:rPr lang="en-US" sz="1800" b="0" i="0" u="none" strike="noStrike" baseline="0" dirty="0" err="1">
                <a:latin typeface="CMMI10"/>
              </a:rPr>
              <a:t>y</a:t>
            </a:r>
            <a:r>
              <a:rPr lang="en-US" sz="800" b="0" i="0" u="none" strike="noStrike" baseline="0" dirty="0" err="1">
                <a:latin typeface="CMMI7"/>
              </a:rPr>
              <a:t>i</a:t>
            </a:r>
            <a:r>
              <a:rPr lang="en-US" sz="800" b="0" i="0" u="none" strike="noStrike" baseline="0" dirty="0">
                <a:latin typeface="CMMI7"/>
              </a:rPr>
              <a:t> </a:t>
            </a:r>
            <a:r>
              <a:rPr lang="en-US" sz="1800" b="0" i="0" u="none" strike="noStrike" baseline="0" dirty="0">
                <a:latin typeface="CMR10"/>
              </a:rPr>
              <a:t>= 1.</a:t>
            </a:r>
          </a:p>
          <a:p>
            <a:pPr algn="l"/>
            <a:endParaRPr lang="en-US" sz="1800" b="0" i="0" u="none" strike="noStrike" baseline="0" dirty="0">
              <a:latin typeface="CMR10"/>
            </a:endParaRPr>
          </a:p>
          <a:p>
            <a:pPr algn="l"/>
            <a:r>
              <a:rPr lang="en-US" sz="1800" b="0" i="0" u="none" strike="noStrike" baseline="0" dirty="0">
                <a:latin typeface="CMR10"/>
              </a:rPr>
              <a:t>Similarly, anything below the decision boundary should have label -1.</a:t>
            </a:r>
          </a:p>
          <a:p>
            <a:pPr algn="l"/>
            <a:r>
              <a:rPr lang="en-US" sz="1800" b="0" i="0" u="none" strike="noStrike" baseline="0" dirty="0">
                <a:latin typeface="CMR10"/>
              </a:rPr>
              <a:t>i.e., </a:t>
            </a:r>
            <a:r>
              <a:rPr lang="en-US" sz="1800" b="0" i="0" u="none" strike="noStrike" baseline="0" dirty="0">
                <a:latin typeface="CMBX10"/>
              </a:rPr>
              <a:t>x</a:t>
            </a:r>
            <a:r>
              <a:rPr lang="en-US" sz="800" b="0" i="0" u="none" strike="noStrike" baseline="0" dirty="0">
                <a:latin typeface="CMBX7"/>
              </a:rPr>
              <a:t>i </a:t>
            </a:r>
            <a:r>
              <a:rPr lang="en-US" sz="1800" b="0" i="0" u="none" strike="noStrike" baseline="0" dirty="0" err="1">
                <a:latin typeface="CMR10"/>
              </a:rPr>
              <a:t>s.t.</a:t>
            </a:r>
            <a:r>
              <a:rPr lang="en-US" sz="1800" b="0" i="0" u="none" strike="noStrike" baseline="0" dirty="0">
                <a:latin typeface="CMR10"/>
              </a:rPr>
              <a:t> </a:t>
            </a:r>
            <a:r>
              <a:rPr lang="en-US" sz="1800" b="0" i="0" u="none" strike="noStrike" baseline="0" dirty="0" err="1">
                <a:latin typeface="CMBX10"/>
              </a:rPr>
              <a:t>w</a:t>
            </a:r>
            <a:r>
              <a:rPr lang="en-US" sz="800" b="0" i="0" u="none" strike="noStrike" baseline="0" dirty="0" err="1">
                <a:latin typeface="CMMI7"/>
              </a:rPr>
              <a:t>T</a:t>
            </a:r>
            <a:r>
              <a:rPr lang="en-US" sz="800" b="0" i="0" u="none" strike="noStrike" baseline="0" dirty="0">
                <a:latin typeface="CMMI7"/>
              </a:rPr>
              <a:t> </a:t>
            </a:r>
            <a:r>
              <a:rPr lang="en-US" sz="1800" b="0" i="0" u="none" strike="noStrike" baseline="0" dirty="0">
                <a:latin typeface="CMBX10"/>
              </a:rPr>
              <a:t>x</a:t>
            </a:r>
            <a:r>
              <a:rPr lang="en-US" sz="800" b="0" i="0" u="none" strike="noStrike" baseline="0" dirty="0">
                <a:latin typeface="CMBX7"/>
              </a:rPr>
              <a:t>i </a:t>
            </a:r>
            <a:r>
              <a:rPr lang="en-US" sz="1800" b="0" i="0" u="none" strike="noStrike" baseline="0" dirty="0">
                <a:latin typeface="CMR10"/>
              </a:rPr>
              <a:t>+ </a:t>
            </a:r>
            <a:r>
              <a:rPr lang="en-US" sz="1800" b="0" i="0" u="none" strike="noStrike" baseline="0" dirty="0">
                <a:latin typeface="CMMI10"/>
              </a:rPr>
              <a:t>b &lt; </a:t>
            </a:r>
            <a:r>
              <a:rPr lang="en-US" sz="1800" b="0" i="0" u="none" strike="noStrike" baseline="0" dirty="0">
                <a:latin typeface="CMR10"/>
              </a:rPr>
              <a:t>0 will have corresponding </a:t>
            </a:r>
            <a:r>
              <a:rPr lang="en-US" sz="1800" b="0" i="0" u="none" strike="noStrike" baseline="0" dirty="0" err="1">
                <a:latin typeface="CMMI10"/>
              </a:rPr>
              <a:t>y</a:t>
            </a:r>
            <a:r>
              <a:rPr lang="en-US" sz="800" b="0" i="0" u="none" strike="noStrike" baseline="0" dirty="0" err="1">
                <a:latin typeface="CMMI7"/>
              </a:rPr>
              <a:t>i</a:t>
            </a:r>
            <a:r>
              <a:rPr lang="en-US" sz="800" b="0" i="0" u="none" strike="noStrike" baseline="0" dirty="0">
                <a:latin typeface="CMMI7"/>
              </a:rPr>
              <a:t> </a:t>
            </a:r>
            <a:r>
              <a:rPr lang="en-US" sz="1800" b="0" i="0" u="none" strike="noStrike" baseline="0" dirty="0">
                <a:latin typeface="CMR10"/>
              </a:rPr>
              <a:t>= -1.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405EE41-9BB0-EF31-CD7B-D1826F0322DD}"/>
                  </a:ext>
                </a:extLst>
              </p14:cNvPr>
              <p14:cNvContentPartPr/>
              <p14:nvPr/>
            </p14:nvContentPartPr>
            <p14:xfrm>
              <a:off x="584640" y="41400"/>
              <a:ext cx="8581320" cy="47772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405EE41-9BB0-EF31-CD7B-D1826F0322D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5280" y="32040"/>
                <a:ext cx="8600040" cy="479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41322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398" y="1"/>
            <a:ext cx="6879950" cy="994172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SVM Formulation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657225" y="685800"/>
            <a:ext cx="78867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AC5891A7-F734-8390-6F24-757F0E4E8C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17" t="8919" r="24824"/>
          <a:stretch/>
        </p:blipFill>
        <p:spPr>
          <a:xfrm>
            <a:off x="2555776" y="2075154"/>
            <a:ext cx="4873624" cy="3088884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5C65085D-785C-2228-9264-0F2DCA7C0C3F}"/>
              </a:ext>
            </a:extLst>
          </p:cNvPr>
          <p:cNvSpPr txBox="1"/>
          <p:nvPr/>
        </p:nvSpPr>
        <p:spPr>
          <a:xfrm>
            <a:off x="740559" y="796000"/>
            <a:ext cx="780336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latin typeface="CMR10"/>
              </a:rPr>
              <a:t>W</a:t>
            </a:r>
            <a:r>
              <a:rPr lang="en-US" sz="1800" b="0" i="0" u="none" strike="noStrike" baseline="0" dirty="0">
                <a:latin typeface="CMR10"/>
              </a:rPr>
              <a:t>e can figure out if a data point has been classified properly by checking</a:t>
            </a:r>
          </a:p>
          <a:p>
            <a:pPr algn="l"/>
            <a:r>
              <a:rPr lang="en-US" sz="1800" b="0" i="0" u="none" strike="noStrike" baseline="0" dirty="0">
                <a:latin typeface="CMR10"/>
              </a:rPr>
              <a:t>that </a:t>
            </a:r>
            <a:r>
              <a:rPr lang="en-US" sz="1800" b="0" i="0" u="none" strike="noStrike" baseline="0" dirty="0">
                <a:latin typeface="CMMI10"/>
              </a:rPr>
              <a:t>y</a:t>
            </a:r>
            <a:r>
              <a:rPr lang="en-US" sz="1800" b="0" i="0" u="none" strike="noStrike" baseline="0" dirty="0">
                <a:latin typeface="CMR10"/>
              </a:rPr>
              <a:t>(</a:t>
            </a:r>
            <a:r>
              <a:rPr lang="en-US" sz="1800" b="0" i="0" u="none" strike="noStrike" baseline="0" dirty="0" err="1">
                <a:latin typeface="CMBX10"/>
              </a:rPr>
              <a:t>w</a:t>
            </a:r>
            <a:r>
              <a:rPr lang="en-US" sz="1800" b="0" i="0" u="none" strike="noStrike" baseline="30000" dirty="0" err="1">
                <a:latin typeface="CMMI7"/>
              </a:rPr>
              <a:t>T</a:t>
            </a:r>
            <a:r>
              <a:rPr lang="en-US" sz="1800" b="0" i="0" u="none" strike="noStrike" baseline="0" dirty="0">
                <a:latin typeface="CMMI7"/>
              </a:rPr>
              <a:t> </a:t>
            </a:r>
            <a:r>
              <a:rPr lang="en-US" sz="1800" b="0" i="0" u="none" strike="noStrike" baseline="0" dirty="0" err="1">
                <a:latin typeface="CMBX10"/>
              </a:rPr>
              <a:t>x</a:t>
            </a:r>
            <a:r>
              <a:rPr lang="en-US" sz="1800" b="0" i="0" u="none" strike="noStrike" baseline="0" dirty="0" err="1">
                <a:latin typeface="CMR10"/>
              </a:rPr>
              <a:t>+</a:t>
            </a:r>
            <a:r>
              <a:rPr lang="en-US" sz="1800" b="0" i="0" u="none" strike="noStrike" baseline="0" dirty="0" err="1">
                <a:latin typeface="CMMI10"/>
              </a:rPr>
              <a:t>b</a:t>
            </a:r>
            <a:r>
              <a:rPr lang="en-US" sz="1800" b="0" i="0" u="none" strike="noStrike" baseline="0" dirty="0">
                <a:latin typeface="CMR10"/>
              </a:rPr>
              <a:t>) &gt;=</a:t>
            </a:r>
            <a:r>
              <a:rPr lang="en-US" sz="1800" b="0" i="0" u="none" strike="noStrike" baseline="0" dirty="0">
                <a:latin typeface="CMSY10"/>
              </a:rPr>
              <a:t> </a:t>
            </a:r>
            <a:r>
              <a:rPr lang="en-US" sz="1800" b="0" i="0" u="none" strike="noStrike" baseline="0" dirty="0">
                <a:latin typeface="CMR10"/>
              </a:rPr>
              <a:t>1 </a:t>
            </a:r>
          </a:p>
          <a:p>
            <a:pPr algn="l"/>
            <a:r>
              <a:rPr lang="en-US" sz="1800" b="0" i="0" u="none" strike="noStrike" baseline="0" dirty="0">
                <a:latin typeface="CMR10"/>
              </a:rPr>
              <a:t>(which will be the case as long as either both </a:t>
            </a:r>
            <a:r>
              <a:rPr lang="en-US" sz="1800" b="0" i="0" u="none" strike="noStrike" baseline="0" dirty="0">
                <a:latin typeface="CMMI10"/>
              </a:rPr>
              <a:t>y; </a:t>
            </a:r>
            <a:r>
              <a:rPr lang="en-US" sz="1800" b="0" i="0" u="none" strike="noStrike" baseline="0" dirty="0" err="1">
                <a:latin typeface="CMBX10"/>
              </a:rPr>
              <a:t>w</a:t>
            </a:r>
            <a:r>
              <a:rPr lang="en-US" sz="1800" b="0" i="0" u="none" strike="noStrike" baseline="30000" dirty="0" err="1">
                <a:latin typeface="CMMI7"/>
              </a:rPr>
              <a:t>T</a:t>
            </a:r>
            <a:r>
              <a:rPr lang="en-US" sz="1800" b="0" i="0" u="none" strike="noStrike" baseline="0" dirty="0">
                <a:latin typeface="CMMI7"/>
              </a:rPr>
              <a:t> </a:t>
            </a:r>
            <a:r>
              <a:rPr lang="en-US" sz="1800" b="0" i="0" u="none" strike="noStrike" baseline="0" dirty="0" err="1">
                <a:latin typeface="CMBX10"/>
              </a:rPr>
              <a:t>x</a:t>
            </a:r>
            <a:r>
              <a:rPr lang="en-US" sz="1800" b="0" i="0" u="none" strike="noStrike" baseline="0" dirty="0" err="1">
                <a:latin typeface="CMR10"/>
              </a:rPr>
              <a:t>+</a:t>
            </a:r>
            <a:r>
              <a:rPr lang="en-US" sz="1800" b="0" i="0" u="none" strike="noStrike" baseline="0" dirty="0" err="1">
                <a:latin typeface="CMMI10"/>
              </a:rPr>
              <a:t>b</a:t>
            </a:r>
            <a:r>
              <a:rPr lang="en-US" sz="1800" b="0" i="0" u="none" strike="noStrike" baseline="0" dirty="0">
                <a:latin typeface="CMMI10"/>
              </a:rPr>
              <a:t> &gt; </a:t>
            </a:r>
            <a:r>
              <a:rPr lang="en-US" sz="1800" b="0" i="0" u="none" strike="noStrike" baseline="0" dirty="0">
                <a:latin typeface="CMR10"/>
              </a:rPr>
              <a:t>0 or else </a:t>
            </a:r>
            <a:r>
              <a:rPr lang="en-US" sz="1800" b="0" i="0" u="none" strike="noStrike" baseline="0" dirty="0">
                <a:latin typeface="CMMI10"/>
              </a:rPr>
              <a:t>y; </a:t>
            </a:r>
            <a:r>
              <a:rPr lang="en-US" sz="1800" b="0" i="0" u="none" strike="noStrike" baseline="0" dirty="0" err="1">
                <a:latin typeface="CMBX10"/>
              </a:rPr>
              <a:t>w</a:t>
            </a:r>
            <a:r>
              <a:rPr lang="en-US" sz="1800" b="0" i="0" u="none" strike="noStrike" baseline="30000" dirty="0" err="1">
                <a:latin typeface="CMMI7"/>
              </a:rPr>
              <a:t>T</a:t>
            </a:r>
            <a:r>
              <a:rPr lang="en-US" sz="1800" b="0" i="0" u="none" strike="noStrike" baseline="0" dirty="0">
                <a:latin typeface="CMMI7"/>
              </a:rPr>
              <a:t> </a:t>
            </a:r>
            <a:r>
              <a:rPr lang="en-US" sz="1800" b="0" i="0" u="none" strike="noStrike" baseline="0" dirty="0">
                <a:latin typeface="CMBX10"/>
              </a:rPr>
              <a:t>x </a:t>
            </a:r>
            <a:r>
              <a:rPr lang="en-US" sz="1800" b="0" i="0" u="none" strike="noStrike" baseline="0" dirty="0">
                <a:latin typeface="CMR10"/>
              </a:rPr>
              <a:t>+ </a:t>
            </a:r>
            <a:r>
              <a:rPr lang="en-US" sz="1800" b="0" i="0" u="none" strike="noStrike" baseline="0" dirty="0">
                <a:latin typeface="CMMI10"/>
              </a:rPr>
              <a:t>b &lt; </a:t>
            </a:r>
            <a:r>
              <a:rPr lang="en-US" sz="1800" b="0" i="0" u="none" strike="noStrike" baseline="0" dirty="0">
                <a:latin typeface="CMR10"/>
              </a:rPr>
              <a:t>0).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8CCEFBD-C775-89AA-B483-C2F2DDA873EA}"/>
                  </a:ext>
                </a:extLst>
              </p14:cNvPr>
              <p14:cNvContentPartPr/>
              <p14:nvPr/>
            </p14:nvContentPartPr>
            <p14:xfrm>
              <a:off x="1228680" y="1148400"/>
              <a:ext cx="6590160" cy="26784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8CCEFBD-C775-89AA-B483-C2F2DDA873E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19320" y="1139040"/>
                <a:ext cx="6608880" cy="2697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86138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398" y="1"/>
            <a:ext cx="6879950" cy="994172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SVM Formulation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657225" y="685800"/>
            <a:ext cx="78867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AC5891A7-F734-8390-6F24-757F0E4E8C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17" t="8919" r="24824"/>
          <a:stretch/>
        </p:blipFill>
        <p:spPr>
          <a:xfrm>
            <a:off x="2555776" y="2075154"/>
            <a:ext cx="4873624" cy="3088884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5C65085D-785C-2228-9264-0F2DCA7C0C3F}"/>
              </a:ext>
            </a:extLst>
          </p:cNvPr>
          <p:cNvSpPr txBox="1"/>
          <p:nvPr/>
        </p:nvSpPr>
        <p:spPr>
          <a:xfrm>
            <a:off x="740559" y="673408"/>
            <a:ext cx="780336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latin typeface="CMR10"/>
              </a:rPr>
              <a:t>W</a:t>
            </a:r>
            <a:r>
              <a:rPr lang="en-US" sz="1800" b="0" i="0" u="none" strike="noStrike" baseline="0" dirty="0">
                <a:latin typeface="CMR10"/>
              </a:rPr>
              <a:t>e have some space between our decision boundary and the nearest data points of either class. </a:t>
            </a:r>
          </a:p>
          <a:p>
            <a:pPr algn="l"/>
            <a:r>
              <a:rPr lang="en-US" sz="1800" b="0" i="0" u="none" strike="noStrike" baseline="0" dirty="0">
                <a:latin typeface="CMR10"/>
              </a:rPr>
              <a:t>Thus, let's rescale the data such that anything on or above the boundary </a:t>
            </a:r>
          </a:p>
          <a:p>
            <a:pPr algn="l"/>
            <a:r>
              <a:rPr lang="en-US" sz="1800" b="0" i="0" u="none" strike="noStrike" baseline="0" dirty="0" err="1">
                <a:latin typeface="CMBX10"/>
              </a:rPr>
              <a:t>w</a:t>
            </a:r>
            <a:r>
              <a:rPr lang="en-US" sz="1800" b="0" i="0" u="none" strike="noStrike" baseline="30000" dirty="0" err="1">
                <a:latin typeface="CMMI7"/>
              </a:rPr>
              <a:t>T</a:t>
            </a:r>
            <a:r>
              <a:rPr lang="en-US" sz="1800" b="0" i="0" u="none" strike="noStrike" baseline="0" dirty="0" err="1">
                <a:latin typeface="CMBX10"/>
              </a:rPr>
              <a:t>x</a:t>
            </a:r>
            <a:r>
              <a:rPr lang="en-US" sz="1800" b="0" i="0" u="none" strike="noStrike" baseline="0" dirty="0" err="1">
                <a:latin typeface="CMR10"/>
              </a:rPr>
              <a:t>+</a:t>
            </a:r>
            <a:r>
              <a:rPr lang="en-US" sz="1800" b="0" i="0" u="none" strike="noStrike" baseline="0" dirty="0" err="1">
                <a:latin typeface="CMMI10"/>
              </a:rPr>
              <a:t>b</a:t>
            </a:r>
            <a:r>
              <a:rPr lang="en-US" sz="1800" b="0" i="0" u="none" strike="noStrike" baseline="0" dirty="0">
                <a:latin typeface="CMMI10"/>
              </a:rPr>
              <a:t> </a:t>
            </a:r>
            <a:r>
              <a:rPr lang="en-US" sz="1800" b="0" i="0" u="none" strike="noStrike" baseline="0" dirty="0">
                <a:latin typeface="CMR10"/>
              </a:rPr>
              <a:t>= 1 is of one class (with label 1), </a:t>
            </a:r>
          </a:p>
          <a:p>
            <a:pPr algn="l"/>
            <a:r>
              <a:rPr lang="en-US" sz="1800" b="0" i="0" u="none" strike="noStrike" baseline="0" dirty="0">
                <a:latin typeface="CMR10"/>
              </a:rPr>
              <a:t>and anything on or below the boundary </a:t>
            </a:r>
            <a:r>
              <a:rPr lang="en-US" sz="1800" b="0" i="0" u="none" strike="noStrike" baseline="0" dirty="0" err="1">
                <a:latin typeface="CMBX10"/>
              </a:rPr>
              <a:t>w</a:t>
            </a:r>
            <a:r>
              <a:rPr lang="en-US" sz="1800" b="0" i="0" u="none" strike="noStrike" baseline="30000" dirty="0" err="1">
                <a:latin typeface="CMMI7"/>
              </a:rPr>
              <a:t>T</a:t>
            </a:r>
            <a:r>
              <a:rPr lang="en-US" sz="1800" b="0" i="0" u="none" strike="noStrike" baseline="0" dirty="0" err="1">
                <a:latin typeface="CMBX10"/>
              </a:rPr>
              <a:t>x</a:t>
            </a:r>
            <a:r>
              <a:rPr lang="en-US" sz="1800" b="0" i="0" u="none" strike="noStrike" baseline="0" dirty="0">
                <a:latin typeface="CMBX10"/>
              </a:rPr>
              <a:t> </a:t>
            </a:r>
            <a:r>
              <a:rPr lang="en-US" sz="1800" b="0" i="0" u="none" strike="noStrike" baseline="0" dirty="0">
                <a:latin typeface="CMR10"/>
              </a:rPr>
              <a:t>+ </a:t>
            </a:r>
            <a:r>
              <a:rPr lang="en-US" sz="1800" b="0" i="0" u="none" strike="noStrike" baseline="0" dirty="0">
                <a:latin typeface="CMMI10"/>
              </a:rPr>
              <a:t>b </a:t>
            </a:r>
            <a:r>
              <a:rPr lang="en-US" sz="1800" b="0" i="0" u="none" strike="noStrike" baseline="0" dirty="0">
                <a:latin typeface="CMR10"/>
              </a:rPr>
              <a:t>= -1 is of the other class</a:t>
            </a:r>
          </a:p>
          <a:p>
            <a:pPr algn="l"/>
            <a:r>
              <a:rPr lang="en-US" sz="1800" b="0" i="0" u="none" strike="noStrike" baseline="0" dirty="0">
                <a:latin typeface="CMR10"/>
              </a:rPr>
              <a:t>(with label -1).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3799B07-F1E2-63FB-6F20-18D067DE398B}"/>
                  </a:ext>
                </a:extLst>
              </p14:cNvPr>
              <p14:cNvContentPartPr/>
              <p14:nvPr/>
            </p14:nvContentPartPr>
            <p14:xfrm>
              <a:off x="1253520" y="944280"/>
              <a:ext cx="8095320" cy="3978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3799B07-F1E2-63FB-6F20-18D067DE398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44160" y="934920"/>
                <a:ext cx="8114040" cy="399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88499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398" y="1"/>
            <a:ext cx="6879950" cy="994172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SVM Formulation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657225" y="685800"/>
            <a:ext cx="78867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C65085D-785C-2228-9264-0F2DCA7C0C3F}"/>
              </a:ext>
            </a:extLst>
          </p:cNvPr>
          <p:cNvSpPr txBox="1"/>
          <p:nvPr/>
        </p:nvSpPr>
        <p:spPr>
          <a:xfrm>
            <a:off x="740559" y="673408"/>
            <a:ext cx="780336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i="0" u="none" strike="noStrike" baseline="0" dirty="0">
                <a:latin typeface="CMR10"/>
              </a:rPr>
              <a:t>What is the distance between these newly added boundaries?</a:t>
            </a:r>
          </a:p>
          <a:p>
            <a:pPr algn="l"/>
            <a:endParaRPr lang="en-US" dirty="0">
              <a:latin typeface="CMR10"/>
            </a:endParaRPr>
          </a:p>
          <a:p>
            <a:pPr algn="l"/>
            <a:r>
              <a:rPr lang="en-US" sz="1800" b="0" i="0" u="none" strike="noStrike" baseline="0" dirty="0">
                <a:latin typeface="CMR10"/>
              </a:rPr>
              <a:t>First note that the two lines are parallel, and thus share their parameters </a:t>
            </a:r>
            <a:r>
              <a:rPr lang="en-US" sz="1800" b="1" i="0" u="none" strike="noStrike" baseline="0" dirty="0">
                <a:latin typeface="CMBX10"/>
              </a:rPr>
              <a:t>w</a:t>
            </a:r>
            <a:r>
              <a:rPr lang="en-US" sz="1800" b="0" i="0" u="none" strike="noStrike" baseline="0" dirty="0">
                <a:latin typeface="CMMI10"/>
              </a:rPr>
              <a:t>; </a:t>
            </a:r>
            <a:r>
              <a:rPr lang="en-US" sz="1800" b="1" i="0" u="none" strike="noStrike" baseline="0" dirty="0">
                <a:latin typeface="CMMI10"/>
              </a:rPr>
              <a:t>b</a:t>
            </a:r>
            <a:r>
              <a:rPr lang="en-US" sz="1800" b="0" i="0" u="none" strike="noStrike" baseline="0" dirty="0">
                <a:latin typeface="CMR10"/>
              </a:rPr>
              <a:t>.</a:t>
            </a:r>
          </a:p>
          <a:p>
            <a:pPr algn="l"/>
            <a:endParaRPr lang="en-US" sz="1800" b="0" i="0" u="none" strike="noStrike" baseline="0" dirty="0">
              <a:latin typeface="CMR10"/>
            </a:endParaRPr>
          </a:p>
          <a:p>
            <a:pPr algn="l"/>
            <a:r>
              <a:rPr lang="en-US" sz="1800" b="0" i="0" u="none" strike="noStrike" baseline="0" dirty="0">
                <a:latin typeface="CMR10"/>
              </a:rPr>
              <a:t>Pick an arbitrary point </a:t>
            </a:r>
            <a:r>
              <a:rPr lang="en-US" sz="1800" b="0" i="1" u="none" strike="noStrike" baseline="0" dirty="0">
                <a:latin typeface="CMBX10"/>
              </a:rPr>
              <a:t>x</a:t>
            </a:r>
            <a:r>
              <a:rPr lang="en-US" sz="1800" b="0" i="1" u="none" strike="noStrike" baseline="0" dirty="0">
                <a:latin typeface="CMBX7"/>
              </a:rPr>
              <a:t>1</a:t>
            </a:r>
            <a:r>
              <a:rPr lang="en-US" sz="1800" b="0" i="0" u="none" strike="noStrike" baseline="0" dirty="0">
                <a:latin typeface="CMBX7"/>
              </a:rPr>
              <a:t> </a:t>
            </a:r>
            <a:r>
              <a:rPr lang="en-US" sz="1800" b="0" i="0" u="none" strike="noStrike" baseline="0" dirty="0">
                <a:latin typeface="CMR10"/>
              </a:rPr>
              <a:t>to lie on line </a:t>
            </a:r>
            <a:r>
              <a:rPr lang="en-US" sz="1800" b="0" i="0" u="none" strike="noStrike" baseline="0" dirty="0" err="1">
                <a:latin typeface="CMBX10"/>
              </a:rPr>
              <a:t>w</a:t>
            </a:r>
            <a:r>
              <a:rPr lang="en-US" sz="1800" b="0" i="0" u="none" strike="noStrike" baseline="30000" dirty="0" err="1">
                <a:latin typeface="CMMI7"/>
              </a:rPr>
              <a:t>T</a:t>
            </a:r>
            <a:r>
              <a:rPr lang="en-US" sz="1800" b="0" i="0" u="none" strike="noStrike" baseline="0" dirty="0" err="1">
                <a:latin typeface="CMBX10"/>
              </a:rPr>
              <a:t>x</a:t>
            </a:r>
            <a:r>
              <a:rPr lang="en-US" sz="1800" b="0" i="0" u="none" strike="noStrike" baseline="0" dirty="0">
                <a:latin typeface="CMBX10"/>
              </a:rPr>
              <a:t> </a:t>
            </a:r>
            <a:r>
              <a:rPr lang="en-US" sz="1800" b="0" i="0" u="none" strike="noStrike" baseline="0" dirty="0">
                <a:latin typeface="CMR10"/>
              </a:rPr>
              <a:t>+ </a:t>
            </a:r>
            <a:r>
              <a:rPr lang="en-US" sz="1800" b="0" i="0" u="none" strike="noStrike" baseline="0" dirty="0">
                <a:latin typeface="CMMI10"/>
              </a:rPr>
              <a:t>b </a:t>
            </a:r>
            <a:r>
              <a:rPr lang="en-US" sz="1800" b="0" i="0" u="none" strike="noStrike" baseline="0" dirty="0">
                <a:latin typeface="CMR10"/>
              </a:rPr>
              <a:t>= -1. Then, the closest point</a:t>
            </a:r>
          </a:p>
          <a:p>
            <a:pPr algn="l"/>
            <a:r>
              <a:rPr lang="en-US" sz="1800" b="0" i="0" u="none" strike="noStrike" baseline="0" dirty="0">
                <a:latin typeface="CMR10"/>
              </a:rPr>
              <a:t>on line </a:t>
            </a:r>
            <a:r>
              <a:rPr lang="en-US" sz="1800" b="0" i="0" u="none" strike="noStrike" baseline="0" dirty="0" err="1">
                <a:latin typeface="CMBX10"/>
              </a:rPr>
              <a:t>w</a:t>
            </a:r>
            <a:r>
              <a:rPr lang="en-US" sz="1800" b="0" i="0" u="none" strike="noStrike" baseline="30000" dirty="0" err="1">
                <a:latin typeface="CMMI7"/>
              </a:rPr>
              <a:t>T</a:t>
            </a:r>
            <a:r>
              <a:rPr lang="en-US" sz="1800" b="0" i="0" u="none" strike="noStrike" baseline="0" dirty="0" err="1">
                <a:latin typeface="CMBX10"/>
              </a:rPr>
              <a:t>x</a:t>
            </a:r>
            <a:r>
              <a:rPr lang="en-US" sz="1800" b="0" i="0" u="none" strike="noStrike" baseline="0" dirty="0">
                <a:latin typeface="CMBX10"/>
              </a:rPr>
              <a:t> </a:t>
            </a:r>
            <a:r>
              <a:rPr lang="en-US" sz="1800" b="0" i="0" u="none" strike="noStrike" baseline="0" dirty="0">
                <a:latin typeface="CMR10"/>
              </a:rPr>
              <a:t>+ </a:t>
            </a:r>
            <a:r>
              <a:rPr lang="en-US" sz="1800" b="0" i="0" u="none" strike="noStrike" baseline="0" dirty="0">
                <a:latin typeface="CMMI10"/>
              </a:rPr>
              <a:t>b </a:t>
            </a:r>
            <a:r>
              <a:rPr lang="en-US" sz="1800" b="0" i="0" u="none" strike="noStrike" baseline="0" dirty="0">
                <a:latin typeface="CMR10"/>
              </a:rPr>
              <a:t>= 1 to </a:t>
            </a:r>
            <a:r>
              <a:rPr lang="en-US" sz="1800" b="0" i="1" u="none" strike="noStrike" baseline="0" dirty="0">
                <a:latin typeface="CMBX10"/>
              </a:rPr>
              <a:t>x</a:t>
            </a:r>
            <a:r>
              <a:rPr lang="en-US" sz="1800" b="0" i="0" u="none" strike="noStrike" baseline="0" dirty="0">
                <a:latin typeface="CMBX7"/>
              </a:rPr>
              <a:t>1 </a:t>
            </a:r>
            <a:r>
              <a:rPr lang="en-US" sz="1800" b="0" i="0" u="none" strike="noStrike" baseline="0" dirty="0">
                <a:latin typeface="CMR10"/>
              </a:rPr>
              <a:t>is the point </a:t>
            </a:r>
            <a:r>
              <a:rPr lang="en-US" sz="1800" b="0" i="1" u="none" strike="noStrike" baseline="0" dirty="0">
                <a:latin typeface="CMBX10"/>
              </a:rPr>
              <a:t>x</a:t>
            </a:r>
            <a:r>
              <a:rPr lang="en-US" sz="1800" b="0" i="1" u="none" strike="noStrike" baseline="0" dirty="0">
                <a:latin typeface="CMBX7"/>
              </a:rPr>
              <a:t>2 = x1 + </a:t>
            </a:r>
            <a:r>
              <a:rPr lang="el-GR" i="0" dirty="0">
                <a:solidFill>
                  <a:srgbClr val="1F1F1F"/>
                </a:solidFill>
                <a:effectLst/>
                <a:latin typeface="Google Sans"/>
              </a:rPr>
              <a:t>λ</a:t>
            </a:r>
            <a:r>
              <a:rPr lang="en-US" sz="1800" b="0" i="1" u="none" strike="noStrike" baseline="0" dirty="0">
                <a:latin typeface="CMBX7"/>
              </a:rPr>
              <a:t>w</a:t>
            </a:r>
          </a:p>
          <a:p>
            <a:pPr algn="l"/>
            <a:r>
              <a:rPr lang="en-US" sz="1800" b="0" i="0" u="none" strike="noStrike" baseline="0" dirty="0">
                <a:latin typeface="CMR10"/>
              </a:rPr>
              <a:t>(since the closest point will always lie on the perpendicular; recall that the vector </a:t>
            </a:r>
            <a:r>
              <a:rPr lang="en-US" sz="1800" b="1" i="0" u="none" strike="noStrike" baseline="0" dirty="0">
                <a:latin typeface="CMBX10"/>
              </a:rPr>
              <a:t>w</a:t>
            </a:r>
            <a:r>
              <a:rPr lang="en-US" sz="1800" b="0" i="0" u="none" strike="noStrike" baseline="0" dirty="0">
                <a:latin typeface="CMBX10"/>
              </a:rPr>
              <a:t> </a:t>
            </a:r>
            <a:r>
              <a:rPr lang="en-US" sz="1800" b="0" i="0" u="none" strike="noStrike" baseline="0" dirty="0">
                <a:latin typeface="CMR10"/>
              </a:rPr>
              <a:t>is perpendicular to both lines).</a:t>
            </a:r>
          </a:p>
          <a:p>
            <a:pPr algn="l"/>
            <a:endParaRPr lang="en-US" dirty="0">
              <a:latin typeface="CMR10"/>
            </a:endParaRPr>
          </a:p>
          <a:p>
            <a:pPr algn="l"/>
            <a:r>
              <a:rPr lang="en-US" sz="1800" b="0" u="none" strike="noStrike" baseline="0" dirty="0">
                <a:latin typeface="CMR10"/>
              </a:rPr>
              <a:t>Therefore,</a:t>
            </a:r>
            <a:r>
              <a:rPr lang="en-US" sz="1800" b="0" i="1" u="none" strike="noStrike" baseline="0" dirty="0">
                <a:latin typeface="CMR10"/>
              </a:rPr>
              <a:t> </a:t>
            </a:r>
            <a:r>
              <a:rPr lang="el-GR" i="0" dirty="0">
                <a:solidFill>
                  <a:srgbClr val="1F1F1F"/>
                </a:solidFill>
                <a:effectLst/>
                <a:latin typeface="Google Sans"/>
              </a:rPr>
              <a:t>λ</a:t>
            </a:r>
            <a:r>
              <a:rPr lang="en-US" sz="1800" b="0" i="0" u="none" strike="noStrike" baseline="0" dirty="0">
                <a:latin typeface="CMBX10"/>
              </a:rPr>
              <a:t>w </a:t>
            </a:r>
            <a:r>
              <a:rPr lang="en-US" sz="1800" b="0" i="0" u="none" strike="noStrike" baseline="0" dirty="0">
                <a:latin typeface="CMR10"/>
              </a:rPr>
              <a:t>will be the line segment connecting </a:t>
            </a:r>
            <a:r>
              <a:rPr lang="en-US" sz="1800" b="0" i="0" u="none" strike="noStrike" baseline="0" dirty="0">
                <a:latin typeface="CMBX10"/>
              </a:rPr>
              <a:t>x</a:t>
            </a:r>
            <a:r>
              <a:rPr lang="en-US" sz="1800" b="0" i="0" u="none" strike="noStrike" baseline="0" dirty="0">
                <a:latin typeface="CMBX7"/>
              </a:rPr>
              <a:t>1 </a:t>
            </a:r>
            <a:r>
              <a:rPr lang="en-US" sz="1800" b="0" i="0" u="none" strike="noStrike" baseline="0" dirty="0">
                <a:latin typeface="CMR10"/>
              </a:rPr>
              <a:t>and </a:t>
            </a:r>
            <a:r>
              <a:rPr lang="en-US" sz="1800" b="0" i="0" u="none" strike="noStrike" baseline="0" dirty="0">
                <a:latin typeface="CMBX10"/>
              </a:rPr>
              <a:t>x</a:t>
            </a:r>
            <a:r>
              <a:rPr lang="en-US" sz="1800" b="0" i="0" u="none" strike="noStrike" baseline="0" dirty="0">
                <a:latin typeface="CMBX7"/>
              </a:rPr>
              <a:t>2</a:t>
            </a:r>
            <a:r>
              <a:rPr lang="en-US" sz="1800" b="0" i="0" u="none" strike="noStrike" baseline="0" dirty="0">
                <a:latin typeface="CMR10"/>
              </a:rPr>
              <a:t>, and thus, </a:t>
            </a:r>
            <a:r>
              <a:rPr lang="el-GR" i="0" dirty="0">
                <a:solidFill>
                  <a:srgbClr val="1F1F1F"/>
                </a:solidFill>
                <a:effectLst/>
                <a:latin typeface="Google Sans"/>
              </a:rPr>
              <a:t>λ</a:t>
            </a:r>
            <a:r>
              <a:rPr lang="en-US" dirty="0">
                <a:latin typeface="CMSY10"/>
              </a:rPr>
              <a:t>||w||</a:t>
            </a:r>
            <a:r>
              <a:rPr lang="en-US" sz="1800" b="0" i="0" u="none" strike="noStrike" baseline="0" dirty="0">
                <a:latin typeface="CMR10"/>
              </a:rPr>
              <a:t>, the distance between </a:t>
            </a:r>
            <a:r>
              <a:rPr lang="en-US" sz="1800" b="0" i="0" u="none" strike="noStrike" baseline="0" dirty="0">
                <a:latin typeface="CMBX10"/>
              </a:rPr>
              <a:t>x</a:t>
            </a:r>
            <a:r>
              <a:rPr lang="en-US" sz="1800" b="0" i="0" u="none" strike="noStrike" baseline="0" dirty="0">
                <a:latin typeface="CMBX7"/>
              </a:rPr>
              <a:t>1 </a:t>
            </a:r>
            <a:r>
              <a:rPr lang="en-US" sz="1800" b="0" i="0" u="none" strike="noStrike" baseline="0" dirty="0">
                <a:latin typeface="CMR10"/>
              </a:rPr>
              <a:t>and </a:t>
            </a:r>
            <a:r>
              <a:rPr lang="en-US" sz="1800" b="0" i="0" u="none" strike="noStrike" baseline="0" dirty="0">
                <a:latin typeface="CMBX10"/>
              </a:rPr>
              <a:t>x</a:t>
            </a:r>
            <a:r>
              <a:rPr lang="en-US" sz="1800" b="0" i="0" u="none" strike="noStrike" baseline="0" dirty="0">
                <a:latin typeface="CMBX7"/>
              </a:rPr>
              <a:t>2</a:t>
            </a:r>
            <a:r>
              <a:rPr lang="en-US" sz="1800" b="0" i="0" u="none" strike="noStrike" baseline="0" dirty="0">
                <a:latin typeface="CMR10"/>
              </a:rPr>
              <a:t>, is the shortest distance between the two lines/boundaries.</a:t>
            </a:r>
            <a:endParaRPr lang="en-US" sz="1800" b="0" i="1" u="none" strike="noStrike" baseline="0" dirty="0">
              <a:latin typeface="CMBX7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F60BB74-C9C9-BB3D-FFEA-5B65B3CEE67C}"/>
                  </a:ext>
                </a:extLst>
              </p14:cNvPr>
              <p14:cNvContentPartPr/>
              <p14:nvPr/>
            </p14:nvContentPartPr>
            <p14:xfrm>
              <a:off x="1642680" y="1603080"/>
              <a:ext cx="6438600" cy="1885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F60BB74-C9C9-BB3D-FFEA-5B65B3CEE67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33320" y="1593720"/>
                <a:ext cx="6457320" cy="1904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801758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398" y="1"/>
            <a:ext cx="6879950" cy="994172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SVM Formulation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657225" y="685800"/>
            <a:ext cx="78867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C65085D-785C-2228-9264-0F2DCA7C0C3F}"/>
              </a:ext>
            </a:extLst>
          </p:cNvPr>
          <p:cNvSpPr txBox="1"/>
          <p:nvPr/>
        </p:nvSpPr>
        <p:spPr>
          <a:xfrm>
            <a:off x="740559" y="673408"/>
            <a:ext cx="78033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CMR10"/>
              </a:rPr>
              <a:t>Solving for </a:t>
            </a:r>
            <a:r>
              <a:rPr lang="el-GR" i="0" dirty="0">
                <a:solidFill>
                  <a:srgbClr val="1F1F1F"/>
                </a:solidFill>
                <a:effectLst/>
                <a:latin typeface="Google Sans"/>
              </a:rPr>
              <a:t>λ </a:t>
            </a:r>
            <a:r>
              <a:rPr lang="en-US" sz="1800" b="0" i="0" u="none" strike="noStrike" baseline="0" dirty="0">
                <a:latin typeface="CMR10"/>
              </a:rPr>
              <a:t>:</a:t>
            </a:r>
            <a:endParaRPr lang="en-US" sz="1800" b="0" i="1" u="none" strike="noStrike" baseline="0" dirty="0">
              <a:latin typeface="CMBX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A71879-C8DA-B4C4-E5E5-0102C28EC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954" y="1280155"/>
            <a:ext cx="6439758" cy="320821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FDD23BC-64F3-ACE9-3DA8-10A88BFB93C5}"/>
                  </a:ext>
                </a:extLst>
              </p14:cNvPr>
              <p14:cNvContentPartPr/>
              <p14:nvPr/>
            </p14:nvContentPartPr>
            <p14:xfrm>
              <a:off x="430920" y="137520"/>
              <a:ext cx="8589960" cy="44038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FDD23BC-64F3-ACE9-3DA8-10A88BFB93C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1560" y="128160"/>
                <a:ext cx="8608680" cy="442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284512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398" y="1"/>
            <a:ext cx="6879950" cy="994172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SVM Formulation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657225" y="685800"/>
            <a:ext cx="78867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C65085D-785C-2228-9264-0F2DCA7C0C3F}"/>
              </a:ext>
            </a:extLst>
          </p:cNvPr>
          <p:cNvSpPr txBox="1"/>
          <p:nvPr/>
        </p:nvSpPr>
        <p:spPr>
          <a:xfrm>
            <a:off x="1066378" y="779027"/>
            <a:ext cx="780336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CMR10"/>
              </a:rPr>
              <a:t>So we want to maximize</a:t>
            </a:r>
          </a:p>
          <a:p>
            <a:pPr algn="l"/>
            <a:endParaRPr lang="en-US" dirty="0">
              <a:latin typeface="CMR10"/>
            </a:endParaRPr>
          </a:p>
          <a:p>
            <a:pPr algn="l"/>
            <a:r>
              <a:rPr lang="en-US" sz="1800" b="0" i="0" u="none" strike="noStrike" baseline="0" dirty="0">
                <a:latin typeface="CMR10"/>
              </a:rPr>
              <a:t>Which is equivalent to minimizing  </a:t>
            </a:r>
            <a:endParaRPr lang="en-US" sz="1800" b="0" i="1" u="none" strike="noStrike" baseline="0" dirty="0">
              <a:latin typeface="CMBX7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E062EA-37A8-50FD-4BF8-C12D51472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4980" y="1275606"/>
            <a:ext cx="671075" cy="5124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22228DC-9B1F-7838-6105-C35A0A648B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5140" y="735539"/>
            <a:ext cx="838828" cy="5400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195F960-6FFB-53F7-6A4C-E1EE98CB9E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169" y="2645973"/>
            <a:ext cx="5838079" cy="139215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3FF5DFD-A31E-DE34-9AC1-8C76DE9A7E23}"/>
                  </a:ext>
                </a:extLst>
              </p14:cNvPr>
              <p14:cNvContentPartPr/>
              <p14:nvPr/>
            </p14:nvContentPartPr>
            <p14:xfrm>
              <a:off x="1786680" y="1252440"/>
              <a:ext cx="3243600" cy="2929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3FF5DFD-A31E-DE34-9AC1-8C76DE9A7E2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77320" y="1243080"/>
                <a:ext cx="3262320" cy="2948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991960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398" y="1"/>
            <a:ext cx="6879950" cy="994172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Non Linear SVM Classification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657225" y="685800"/>
            <a:ext cx="78867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g.png">
            <a:extLst>
              <a:ext uri="{FF2B5EF4-FFF2-40B4-BE49-F238E27FC236}">
                <a16:creationId xmlns:a16="http://schemas.microsoft.com/office/drawing/2014/main" id="{3EDF532E-D54E-C3AA-68D8-CEFD442D0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042" y="1995686"/>
            <a:ext cx="5857915" cy="27501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02060"/>
            </a:solidFill>
          </a:ln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59DBD53-625D-6B55-4349-FF00DCEACD72}"/>
              </a:ext>
            </a:extLst>
          </p:cNvPr>
          <p:cNvSpPr txBox="1">
            <a:spLocks/>
          </p:cNvSpPr>
          <p:nvPr/>
        </p:nvSpPr>
        <p:spPr>
          <a:xfrm>
            <a:off x="2195736" y="1347937"/>
            <a:ext cx="4392488" cy="632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002060"/>
                </a:solidFill>
                <a:latin typeface="Cambria" pitchFamily="18" charset="0"/>
                <a:cs typeface="Times New Roman" pitchFamily="18" charset="0"/>
              </a:rPr>
              <a:t>Non-Linear Classification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7E4ADFF-6B2F-EDC8-02DA-829B9D10A506}"/>
                  </a:ext>
                </a:extLst>
              </p14:cNvPr>
              <p14:cNvContentPartPr/>
              <p14:nvPr/>
            </p14:nvContentPartPr>
            <p14:xfrm>
              <a:off x="3560400" y="2413800"/>
              <a:ext cx="3614400" cy="20606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7E4ADFF-6B2F-EDC8-02DA-829B9D10A50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51040" y="2404440"/>
                <a:ext cx="3633120" cy="207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83789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398" y="1"/>
            <a:ext cx="6879950" cy="994172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Non Linear SVM Classification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657225" y="685800"/>
            <a:ext cx="78867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3FD8690-80CD-00AB-7687-29E64A9FA3DF}"/>
              </a:ext>
            </a:extLst>
          </p:cNvPr>
          <p:cNvSpPr txBox="1"/>
          <p:nvPr/>
        </p:nvSpPr>
        <p:spPr>
          <a:xfrm>
            <a:off x="657225" y="1923678"/>
            <a:ext cx="374459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ct val="0"/>
              </a:spcBef>
              <a:spcAft>
                <a:spcPts val="1200"/>
              </a:spcAft>
              <a:defRPr/>
            </a:pPr>
            <a:r>
              <a:rPr lang="en-IN" altLang="zh-CN" sz="1800" dirty="0">
                <a:latin typeface="Cambria" pitchFamily="18" charset="0"/>
                <a:cs typeface="Times New Roman" pitchFamily="18" charset="0"/>
              </a:rPr>
              <a:t>Consider the non-linear dataset, with its two concentric rings. Imagine  that this dataset is merely  a 2-D version of the 'true'  dataset that lives in a 3-D  space</a:t>
            </a:r>
            <a:endParaRPr lang="en-US" altLang="en-US" sz="1800" dirty="0">
              <a:latin typeface="Cambria" pitchFamily="18" charset="0"/>
              <a:cs typeface="Times New Roman" pitchFamily="18" charset="0"/>
            </a:endParaRPr>
          </a:p>
        </p:txBody>
      </p:sp>
      <p:pic>
        <p:nvPicPr>
          <p:cNvPr id="8" name="Picture 7" descr="img1.png">
            <a:extLst>
              <a:ext uri="{FF2B5EF4-FFF2-40B4-BE49-F238E27FC236}">
                <a16:creationId xmlns:a16="http://schemas.microsoft.com/office/drawing/2014/main" id="{BAFBE28C-D2CB-1C72-965F-2D65EEA08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048" y="1145307"/>
            <a:ext cx="3833726" cy="3407241"/>
          </a:xfrm>
          <a:prstGeom prst="rect">
            <a:avLst/>
          </a:prstGeom>
          <a:ln w="12700">
            <a:solidFill>
              <a:srgbClr val="002060"/>
            </a:solidFill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B005EF3-7155-2F15-F194-102C6AA5B964}"/>
                  </a:ext>
                </a:extLst>
              </p14:cNvPr>
              <p14:cNvContentPartPr/>
              <p14:nvPr/>
            </p14:nvContentPartPr>
            <p14:xfrm>
              <a:off x="2218680" y="1566360"/>
              <a:ext cx="5993640" cy="1923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B005EF3-7155-2F15-F194-102C6AA5B96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09320" y="1557000"/>
                <a:ext cx="6012360" cy="194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4892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398" y="1"/>
            <a:ext cx="6879950" cy="994172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Non Linear SVM Classification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657225" y="685800"/>
            <a:ext cx="78867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3FD8690-80CD-00AB-7687-29E64A9FA3DF}"/>
              </a:ext>
            </a:extLst>
          </p:cNvPr>
          <p:cNvSpPr txBox="1"/>
          <p:nvPr/>
        </p:nvSpPr>
        <p:spPr>
          <a:xfrm>
            <a:off x="395536" y="1563638"/>
            <a:ext cx="4536683" cy="2713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6870" marR="166370" indent="-344805" algn="just">
              <a:lnSpc>
                <a:spcPct val="100000"/>
              </a:lnSpc>
              <a:spcBef>
                <a:spcPts val="100"/>
              </a:spcBef>
              <a:buFont typeface="Wingdings" pitchFamily="2" charset="2"/>
              <a:buChar char="Ø"/>
              <a:tabLst>
                <a:tab pos="356870" algn="l"/>
                <a:tab pos="1051560" algn="l"/>
              </a:tabLst>
            </a:pPr>
            <a:r>
              <a:rPr lang="en-IN" altLang="zh-CN" sz="1800" dirty="0">
                <a:latin typeface="Cambria" pitchFamily="18" charset="0"/>
                <a:cs typeface="Times New Roman" pitchFamily="18" charset="0"/>
              </a:rPr>
              <a:t>The	dataset is easily linearly  separable by a hyperplane. Thus,  provided that we work in this  space, we can train a linear SVM classifier that successfully finds a  good decision boundary.</a:t>
            </a:r>
          </a:p>
          <a:p>
            <a:pPr marL="356870" marR="5080" indent="-344805" algn="just">
              <a:lnSpc>
                <a:spcPct val="100000"/>
              </a:lnSpc>
              <a:spcBef>
                <a:spcPts val="1019"/>
              </a:spcBef>
              <a:buFont typeface="Wingdings" pitchFamily="2" charset="2"/>
              <a:buChar char="Ø"/>
              <a:tabLst>
                <a:tab pos="356870" algn="l"/>
                <a:tab pos="2577465" algn="l"/>
              </a:tabLst>
            </a:pPr>
            <a:r>
              <a:rPr lang="en-IN" altLang="zh-CN" sz="1800" dirty="0">
                <a:latin typeface="Cambria" pitchFamily="18" charset="0"/>
                <a:cs typeface="Times New Roman" pitchFamily="18" charset="0"/>
              </a:rPr>
              <a:t>The challenge is to find a  transformation 2D-&gt;3D, such that the transformed dataset is linearly  separable.</a:t>
            </a:r>
          </a:p>
        </p:txBody>
      </p:sp>
      <p:pic>
        <p:nvPicPr>
          <p:cNvPr id="4" name="Picture 3" descr="img2.png">
            <a:extLst>
              <a:ext uri="{FF2B5EF4-FFF2-40B4-BE49-F238E27FC236}">
                <a16:creationId xmlns:a16="http://schemas.microsoft.com/office/drawing/2014/main" id="{FA24F057-FFF0-749B-7384-90F663794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072" y="1371599"/>
            <a:ext cx="3456384" cy="3111253"/>
          </a:xfrm>
          <a:prstGeom prst="rect">
            <a:avLst/>
          </a:prstGeom>
          <a:ln w="12700">
            <a:solidFill>
              <a:srgbClr val="002060"/>
            </a:solidFill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9C6F03B-6E86-7EA0-ACAC-769904449AE2}"/>
                  </a:ext>
                </a:extLst>
              </p14:cNvPr>
              <p14:cNvContentPartPr/>
              <p14:nvPr/>
            </p14:nvContentPartPr>
            <p14:xfrm>
              <a:off x="1109160" y="2194560"/>
              <a:ext cx="3467520" cy="18208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9C6F03B-6E86-7EA0-ACAC-769904449AE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99800" y="2185200"/>
                <a:ext cx="3486240" cy="183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132911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398" y="1"/>
            <a:ext cx="6879950" cy="994172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SVM Kernel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657225" y="685800"/>
            <a:ext cx="78867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3FD8690-80CD-00AB-7687-29E64A9FA3DF}"/>
              </a:ext>
            </a:extLst>
          </p:cNvPr>
          <p:cNvSpPr txBox="1"/>
          <p:nvPr/>
        </p:nvSpPr>
        <p:spPr>
          <a:xfrm>
            <a:off x="755646" y="1059582"/>
            <a:ext cx="799281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SVM uses a technique called the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kernel trick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 b="0" i="0" u="none" strike="noStrike" baseline="0" dirty="0">
              <a:solidFill>
                <a:srgbClr val="000000"/>
              </a:solidFill>
              <a:latin typeface="Ubuntu" panose="020B050403060203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Here, the kernel takes a low-dimensional input space and transforms it into a higher dimensional space.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 b="0" i="0" u="none" strike="noStrike" baseline="0" dirty="0">
              <a:solidFill>
                <a:srgbClr val="000000"/>
              </a:solidFill>
              <a:latin typeface="Ubuntu" panose="020B050403060203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In other words, you can say that it converts non-separable problem to separable problems by adding more dimension to it.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solidFill>
                <a:srgbClr val="6699CD"/>
              </a:solidFill>
              <a:latin typeface="LiberationSan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It is most useful in non-linear separation problem. Kernel trick helps you to build a more accurate classifier.</a:t>
            </a:r>
            <a:endParaRPr lang="en-IN" altLang="zh-CN" sz="1800" dirty="0">
              <a:latin typeface="Cambria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A2D8A36-E386-88FC-53D4-A8B4BBE99313}"/>
                  </a:ext>
                </a:extLst>
              </p14:cNvPr>
              <p14:cNvContentPartPr/>
              <p14:nvPr/>
            </p14:nvContentPartPr>
            <p14:xfrm>
              <a:off x="2474640" y="1432800"/>
              <a:ext cx="5678640" cy="2520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A2D8A36-E386-88FC-53D4-A8B4BBE9931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65280" y="1423440"/>
                <a:ext cx="5697360" cy="253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891929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398" y="1"/>
            <a:ext cx="6879950" cy="994172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Kernel Types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657225" y="685800"/>
            <a:ext cx="78867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3FD8690-80CD-00AB-7687-29E64A9FA3DF}"/>
              </a:ext>
            </a:extLst>
          </p:cNvPr>
          <p:cNvSpPr txBox="1"/>
          <p:nvPr/>
        </p:nvSpPr>
        <p:spPr>
          <a:xfrm>
            <a:off x="755646" y="1059582"/>
            <a:ext cx="799281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solidFill>
                  <a:srgbClr val="6699CD"/>
                </a:solidFill>
                <a:latin typeface="LiberationSans"/>
              </a:rPr>
              <a:t>•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Linear Kernel</a:t>
            </a: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Ubuntu" panose="020B0504030602030204" pitchFamily="34" charset="0"/>
            </a:endParaRPr>
          </a:p>
          <a:p>
            <a:pPr algn="l"/>
            <a:r>
              <a:rPr lang="en-US" sz="1800" b="0" i="0" u="none" strike="noStrike" baseline="0" dirty="0">
                <a:solidFill>
                  <a:srgbClr val="6699CD"/>
                </a:solidFill>
                <a:latin typeface="LiberationSans"/>
              </a:rPr>
              <a:t>•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Radial Basis Function Kernel</a:t>
            </a: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Ubuntu" panose="020B0504030602030204" pitchFamily="34" charset="0"/>
            </a:endParaRPr>
          </a:p>
          <a:p>
            <a:pPr algn="l"/>
            <a:r>
              <a:rPr lang="en-US" sz="1800" b="0" i="0" u="none" strike="noStrike" baseline="0" dirty="0">
                <a:solidFill>
                  <a:srgbClr val="6699CD"/>
                </a:solidFill>
                <a:latin typeface="LiberationSans"/>
              </a:rPr>
              <a:t>•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Sigmoid Kernel</a:t>
            </a:r>
          </a:p>
          <a:p>
            <a:pPr algn="l"/>
            <a:endParaRPr lang="en-US" altLang="zh-CN" dirty="0">
              <a:solidFill>
                <a:srgbClr val="000000"/>
              </a:solidFill>
              <a:latin typeface="Ubuntu" panose="020B0504030602030204" pitchFamily="34" charset="0"/>
              <a:cs typeface="Times New Roman" pitchFamily="18" charset="0"/>
            </a:endParaRPr>
          </a:p>
          <a:p>
            <a:r>
              <a:rPr lang="en-US" sz="1800" b="0" i="0" u="none" strike="noStrike" baseline="0" dirty="0">
                <a:solidFill>
                  <a:srgbClr val="6699CD"/>
                </a:solidFill>
                <a:latin typeface="LiberationSans"/>
              </a:rPr>
              <a:t>•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Polynomial Kernel</a:t>
            </a:r>
          </a:p>
          <a:p>
            <a:pPr algn="l"/>
            <a:endParaRPr lang="en-IN" altLang="zh-CN" sz="1800" dirty="0">
              <a:latin typeface="Cambria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E274538-4781-508C-31B8-82A43300F28D}"/>
                  </a:ext>
                </a:extLst>
              </p14:cNvPr>
              <p14:cNvContentPartPr/>
              <p14:nvPr/>
            </p14:nvContentPartPr>
            <p14:xfrm>
              <a:off x="2768040" y="1271520"/>
              <a:ext cx="1975320" cy="17182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E274538-4781-508C-31B8-82A43300F28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58680" y="1262160"/>
                <a:ext cx="1994040" cy="1737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57141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398" y="1"/>
            <a:ext cx="6879950" cy="994172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Radial Basis Function (RBF) Kernel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657225" y="685800"/>
            <a:ext cx="78867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3FD8690-80CD-00AB-7687-29E64A9FA3DF}"/>
              </a:ext>
            </a:extLst>
          </p:cNvPr>
          <p:cNvSpPr txBox="1"/>
          <p:nvPr/>
        </p:nvSpPr>
        <p:spPr>
          <a:xfrm>
            <a:off x="755646" y="1059582"/>
            <a:ext cx="799281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solidFill>
                  <a:srgbClr val="6699CD"/>
                </a:solidFill>
                <a:latin typeface="LiberationSans"/>
              </a:rPr>
              <a:t>•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Popular kernel function</a:t>
            </a: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Ubuntu" panose="020B0504030602030204" pitchFamily="34" charset="0"/>
            </a:endParaRPr>
          </a:p>
          <a:p>
            <a:pPr algn="l"/>
            <a:r>
              <a:rPr lang="en-US" sz="1800" b="0" i="0" u="none" strike="noStrike" baseline="0" dirty="0">
                <a:solidFill>
                  <a:srgbClr val="6699CD"/>
                </a:solidFill>
                <a:latin typeface="LiberationSans"/>
              </a:rPr>
              <a:t>•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RBF can map an input space in infinite dimensional space.</a:t>
            </a:r>
          </a:p>
          <a:p>
            <a:pPr algn="ctr"/>
            <a:r>
              <a:rPr lang="sv-SE" sz="1800" b="0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K(x,xi) = exp(-gamma * sum((x – xi^2))</a:t>
            </a:r>
          </a:p>
          <a:p>
            <a:pPr algn="ctr"/>
            <a:endParaRPr lang="sv-SE" sz="1800" b="0" i="0" u="none" strike="noStrike" baseline="0" dirty="0">
              <a:solidFill>
                <a:srgbClr val="000000"/>
              </a:solidFill>
              <a:latin typeface="Ubuntu" panose="020B0504030602030204" pitchFamily="34" charset="0"/>
            </a:endParaRPr>
          </a:p>
          <a:p>
            <a:pPr algn="l"/>
            <a:r>
              <a:rPr lang="en-US" sz="1800" b="0" i="0" u="none" strike="noStrike" baseline="0" dirty="0">
                <a:solidFill>
                  <a:srgbClr val="6699CD"/>
                </a:solidFill>
                <a:latin typeface="LiberationSans"/>
              </a:rPr>
              <a:t>•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Here gamma is a parameter, which ranges from 0 to 1. A higher value of gamma will perfectly fit the training dataset, which causes over-fitting. Gamma=0.1 is considered to be a good default value.</a:t>
            </a: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Ubuntu" panose="020B0504030602030204" pitchFamily="34" charset="0"/>
            </a:endParaRPr>
          </a:p>
          <a:p>
            <a:pPr algn="l"/>
            <a:r>
              <a:rPr lang="en-US" sz="1800" b="0" i="0" u="none" strike="noStrike" baseline="0" dirty="0">
                <a:solidFill>
                  <a:srgbClr val="6699CD"/>
                </a:solidFill>
                <a:latin typeface="LiberationSans"/>
              </a:rPr>
              <a:t>•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The value of gamma needs to be manually specified in the learning algorithm.</a:t>
            </a:r>
            <a:endParaRPr lang="en-IN" altLang="zh-CN" sz="1800" dirty="0">
              <a:latin typeface="Cambria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AAB797E-DE3B-5DA1-C950-FDC25FE691CD}"/>
                  </a:ext>
                </a:extLst>
              </p14:cNvPr>
              <p14:cNvContentPartPr/>
              <p14:nvPr/>
            </p14:nvContentPartPr>
            <p14:xfrm>
              <a:off x="1645920" y="2041920"/>
              <a:ext cx="6129000" cy="1365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AAB797E-DE3B-5DA1-C950-FDC25FE691C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36560" y="2032560"/>
                <a:ext cx="6147720" cy="1384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40797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398" y="1"/>
            <a:ext cx="6879950" cy="994172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Radial Basis Function (RBF) Kernel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657225" y="685800"/>
            <a:ext cx="78867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5706E830-F6C3-7454-9A8C-C04FFC1C3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831" y="963540"/>
            <a:ext cx="6361258" cy="281607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519A086-B0EF-25CA-18C8-0F3369D4551C}"/>
                  </a:ext>
                </a:extLst>
              </p14:cNvPr>
              <p14:cNvContentPartPr/>
              <p14:nvPr/>
            </p14:nvContentPartPr>
            <p14:xfrm>
              <a:off x="2922840" y="2167560"/>
              <a:ext cx="4719600" cy="6022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519A086-B0EF-25CA-18C8-0F3369D4551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13480" y="2158200"/>
                <a:ext cx="4738320" cy="621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413201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398" y="1"/>
            <a:ext cx="6879950" cy="994172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Kernel Types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657225" y="685800"/>
            <a:ext cx="78867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2436BED1-1ACE-ED0D-CDF8-1376DE2C1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862" y="994173"/>
            <a:ext cx="7440063" cy="362953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1195C2A-7E52-0A4D-B395-DF5FB6DA7A5E}"/>
                  </a:ext>
                </a:extLst>
              </p14:cNvPr>
              <p14:cNvContentPartPr/>
              <p14:nvPr/>
            </p14:nvContentPartPr>
            <p14:xfrm>
              <a:off x="1279080" y="1857960"/>
              <a:ext cx="6657120" cy="2655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1195C2A-7E52-0A4D-B395-DF5FB6DA7A5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69720" y="1848600"/>
                <a:ext cx="6675840" cy="267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160508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ChangeArrowheads="1"/>
          </p:cNvSpPr>
          <p:nvPr/>
        </p:nvSpPr>
        <p:spPr bwMode="auto">
          <a:xfrm rot="20995170">
            <a:off x="1533870" y="1772237"/>
            <a:ext cx="5844778" cy="10965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8325" b="1" i="1" dirty="0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onotype Corsiva" pitchFamily="66" charset="0"/>
              </a:rPr>
              <a:t>Thank You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10107</TotalTime>
  <Words>1083</Words>
  <Application>Microsoft Office PowerPoint</Application>
  <PresentationFormat>On-screen Show (16:9)</PresentationFormat>
  <Paragraphs>133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41" baseType="lpstr">
      <vt:lpstr>Aptos</vt:lpstr>
      <vt:lpstr>Arial</vt:lpstr>
      <vt:lpstr>Calibri</vt:lpstr>
      <vt:lpstr>Calibri Light</vt:lpstr>
      <vt:lpstr>Cambria</vt:lpstr>
      <vt:lpstr>CMBX10</vt:lpstr>
      <vt:lpstr>CMBX7</vt:lpstr>
      <vt:lpstr>CMMI10</vt:lpstr>
      <vt:lpstr>CMMI7</vt:lpstr>
      <vt:lpstr>CMR10</vt:lpstr>
      <vt:lpstr>CMSY10</vt:lpstr>
      <vt:lpstr>Google Sans</vt:lpstr>
      <vt:lpstr>LiberationSans</vt:lpstr>
      <vt:lpstr>Monotype Corsiva</vt:lpstr>
      <vt:lpstr>Times New Roman</vt:lpstr>
      <vt:lpstr>Ubuntu</vt:lpstr>
      <vt:lpstr>Wingdings</vt:lpstr>
      <vt:lpstr>Office 2013 - 2022 Theme</vt:lpstr>
      <vt:lpstr>PowerPoint Presentation</vt:lpstr>
      <vt:lpstr>Support Vector Machine (SVM)</vt:lpstr>
      <vt:lpstr>Support Vector Machine (SVM)</vt:lpstr>
      <vt:lpstr>Support Vector Machine (SVM)</vt:lpstr>
      <vt:lpstr>Support Vector Machine (SVM)</vt:lpstr>
      <vt:lpstr>Goal of SVM</vt:lpstr>
      <vt:lpstr>Margin and optimal hyperplane</vt:lpstr>
      <vt:lpstr>Support vectors</vt:lpstr>
      <vt:lpstr>SVM Formulation</vt:lpstr>
      <vt:lpstr>SVM Formulation</vt:lpstr>
      <vt:lpstr>SVM Formulation</vt:lpstr>
      <vt:lpstr>SVM Formulation</vt:lpstr>
      <vt:lpstr>SVM Formulation</vt:lpstr>
      <vt:lpstr>SVM Formulation</vt:lpstr>
      <vt:lpstr>Non Linear SVM Classification</vt:lpstr>
      <vt:lpstr>Non Linear SVM Classification</vt:lpstr>
      <vt:lpstr>Non Linear SVM Classification</vt:lpstr>
      <vt:lpstr>SVM Kernel</vt:lpstr>
      <vt:lpstr>Kernel Types</vt:lpstr>
      <vt:lpstr>Radial Basis Function (RBF) Kernel</vt:lpstr>
      <vt:lpstr>Radial Basis Function (RBF) Kernel</vt:lpstr>
      <vt:lpstr>Kernel Types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dell</dc:creator>
  <cp:lastModifiedBy>Deepika Vatsa</cp:lastModifiedBy>
  <cp:revision>423</cp:revision>
  <dcterms:created xsi:type="dcterms:W3CDTF">2019-01-21T09:33:03Z</dcterms:created>
  <dcterms:modified xsi:type="dcterms:W3CDTF">2025-09-10T11:36:34Z</dcterms:modified>
</cp:coreProperties>
</file>