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22"/>
  </p:notesMasterIdLst>
  <p:sldIdLst>
    <p:sldId id="395" r:id="rId2"/>
    <p:sldId id="593" r:id="rId3"/>
    <p:sldId id="591" r:id="rId4"/>
    <p:sldId id="611" r:id="rId5"/>
    <p:sldId id="612" r:id="rId6"/>
    <p:sldId id="613" r:id="rId7"/>
    <p:sldId id="614" r:id="rId8"/>
    <p:sldId id="615" r:id="rId9"/>
    <p:sldId id="616" r:id="rId10"/>
    <p:sldId id="617" r:id="rId11"/>
    <p:sldId id="618" r:id="rId12"/>
    <p:sldId id="594" r:id="rId13"/>
    <p:sldId id="595" r:id="rId14"/>
    <p:sldId id="596" r:id="rId15"/>
    <p:sldId id="597" r:id="rId16"/>
    <p:sldId id="598" r:id="rId17"/>
    <p:sldId id="600" r:id="rId18"/>
    <p:sldId id="602" r:id="rId19"/>
    <p:sldId id="604" r:id="rId20"/>
    <p:sldId id="589"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366B5F5-DEAE-4F8C-9763-D3AC16EF8BC1}" v="7" dt="2025-10-29T11:31:36.02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69" d="100"/>
          <a:sy n="69" d="100"/>
        </p:scale>
        <p:origin x="780"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epika Vatsa" userId="f7100972-27fe-4ee6-8fb4-ec9b7931b409" providerId="ADAL" clId="{6884C358-F078-41E2-B52A-C991C4377FC1}"/>
    <pc:docChg chg="undo redo custSel addSld delSld modSld">
      <pc:chgData name="Deepika Vatsa" userId="f7100972-27fe-4ee6-8fb4-ec9b7931b409" providerId="ADAL" clId="{6884C358-F078-41E2-B52A-C991C4377FC1}" dt="2025-07-23T05:24:38.241" v="3543" actId="2696"/>
      <pc:docMkLst>
        <pc:docMk/>
      </pc:docMkLst>
      <pc:sldChg chg="addSp delSp modSp mod">
        <pc:chgData name="Deepika Vatsa" userId="f7100972-27fe-4ee6-8fb4-ec9b7931b409" providerId="ADAL" clId="{6884C358-F078-41E2-B52A-C991C4377FC1}" dt="2025-07-23T05:20:50.743" v="3433"/>
        <pc:sldMkLst>
          <pc:docMk/>
          <pc:sldMk cId="0" sldId="257"/>
        </pc:sldMkLst>
        <pc:spChg chg="del">
          <ac:chgData name="Deepika Vatsa" userId="f7100972-27fe-4ee6-8fb4-ec9b7931b409" providerId="ADAL" clId="{6884C358-F078-41E2-B52A-C991C4377FC1}" dt="2025-07-22T09:46:07.314" v="366" actId="478"/>
          <ac:spMkLst>
            <pc:docMk/>
            <pc:sldMk cId="0" sldId="257"/>
            <ac:spMk id="2" creationId="{00000000-0000-0000-0000-000000000000}"/>
          </ac:spMkLst>
        </pc:spChg>
        <pc:spChg chg="del">
          <ac:chgData name="Deepika Vatsa" userId="f7100972-27fe-4ee6-8fb4-ec9b7931b409" providerId="ADAL" clId="{6884C358-F078-41E2-B52A-C991C4377FC1}" dt="2025-07-22T09:46:19.992" v="386" actId="478"/>
          <ac:spMkLst>
            <pc:docMk/>
            <pc:sldMk cId="0" sldId="257"/>
            <ac:spMk id="3" creationId="{00000000-0000-0000-0000-000000000000}"/>
          </ac:spMkLst>
        </pc:spChg>
        <pc:spChg chg="mod">
          <ac:chgData name="Deepika Vatsa" userId="f7100972-27fe-4ee6-8fb4-ec9b7931b409" providerId="ADAL" clId="{6884C358-F078-41E2-B52A-C991C4377FC1}" dt="2025-07-22T09:25:41.921" v="69"/>
          <ac:spMkLst>
            <pc:docMk/>
            <pc:sldMk cId="0" sldId="257"/>
            <ac:spMk id="4" creationId="{00000000-0000-0000-0000-000000000000}"/>
          </ac:spMkLst>
        </pc:spChg>
        <pc:spChg chg="add del mod">
          <ac:chgData name="Deepika Vatsa" userId="f7100972-27fe-4ee6-8fb4-ec9b7931b409" providerId="ADAL" clId="{6884C358-F078-41E2-B52A-C991C4377FC1}" dt="2025-07-22T09:46:11.087" v="367" actId="478"/>
          <ac:spMkLst>
            <pc:docMk/>
            <pc:sldMk cId="0" sldId="257"/>
            <ac:spMk id="7" creationId="{1ADD9D61-713D-4A99-56C5-830DCBC11A42}"/>
          </ac:spMkLst>
        </pc:spChg>
        <pc:spChg chg="add mod">
          <ac:chgData name="Deepika Vatsa" userId="f7100972-27fe-4ee6-8fb4-ec9b7931b409" providerId="ADAL" clId="{6884C358-F078-41E2-B52A-C991C4377FC1}" dt="2025-07-23T05:16:58.934" v="3366" actId="207"/>
          <ac:spMkLst>
            <pc:docMk/>
            <pc:sldMk cId="0" sldId="257"/>
            <ac:spMk id="8" creationId="{991BA802-3D45-4E0C-D372-BE4FFEF41DD1}"/>
          </ac:spMkLst>
        </pc:spChg>
        <pc:spChg chg="add del mod">
          <ac:chgData name="Deepika Vatsa" userId="f7100972-27fe-4ee6-8fb4-ec9b7931b409" providerId="ADAL" clId="{6884C358-F078-41E2-B52A-C991C4377FC1}" dt="2025-07-22T09:46:21.354" v="387" actId="478"/>
          <ac:spMkLst>
            <pc:docMk/>
            <pc:sldMk cId="0" sldId="257"/>
            <ac:spMk id="10" creationId="{B8D89D22-2E94-CDDE-9114-30348B772120}"/>
          </ac:spMkLst>
        </pc:spChg>
        <pc:picChg chg="add mod">
          <ac:chgData name="Deepika Vatsa" userId="f7100972-27fe-4ee6-8fb4-ec9b7931b409" providerId="ADAL" clId="{6884C358-F078-41E2-B52A-C991C4377FC1}" dt="2025-07-22T09:46:31.182" v="390" actId="1076"/>
          <ac:picMkLst>
            <pc:docMk/>
            <pc:sldMk cId="0" sldId="257"/>
            <ac:picMk id="11" creationId="{C4C88D64-41B1-3E23-255C-8D6CD72FE16B}"/>
          </ac:picMkLst>
        </pc:picChg>
        <pc:cxnChg chg="add mod">
          <ac:chgData name="Deepika Vatsa" userId="f7100972-27fe-4ee6-8fb4-ec9b7931b409" providerId="ADAL" clId="{6884C358-F078-41E2-B52A-C991C4377FC1}" dt="2025-07-23T05:20:50.743" v="3433"/>
          <ac:cxnSpMkLst>
            <pc:docMk/>
            <pc:sldMk cId="0" sldId="257"/>
            <ac:cxnSpMk id="2" creationId="{CBA55D45-5BC0-2827-B096-7BB0262967E4}"/>
          </ac:cxnSpMkLst>
        </pc:cxnChg>
        <pc:cxnChg chg="del">
          <ac:chgData name="Deepika Vatsa" userId="f7100972-27fe-4ee6-8fb4-ec9b7931b409" providerId="ADAL" clId="{6884C358-F078-41E2-B52A-C991C4377FC1}" dt="2025-07-23T05:20:50.377" v="3432" actId="478"/>
          <ac:cxnSpMkLst>
            <pc:docMk/>
            <pc:sldMk cId="0" sldId="257"/>
            <ac:cxnSpMk id="5" creationId="{D12CAC9D-CDF2-ED92-8F02-70DAC510318D}"/>
          </ac:cxnSpMkLst>
        </pc:cxnChg>
      </pc:sldChg>
      <pc:sldChg chg="addSp delSp modSp mod">
        <pc:chgData name="Deepika Vatsa" userId="f7100972-27fe-4ee6-8fb4-ec9b7931b409" providerId="ADAL" clId="{6884C358-F078-41E2-B52A-C991C4377FC1}" dt="2025-07-23T05:21:07.139" v="3444" actId="1036"/>
        <pc:sldMkLst>
          <pc:docMk/>
          <pc:sldMk cId="0" sldId="258"/>
        </pc:sldMkLst>
        <pc:spChg chg="mod">
          <ac:chgData name="Deepika Vatsa" userId="f7100972-27fe-4ee6-8fb4-ec9b7931b409" providerId="ADAL" clId="{6884C358-F078-41E2-B52A-C991C4377FC1}" dt="2025-07-23T05:21:07.139" v="3444" actId="1036"/>
          <ac:spMkLst>
            <pc:docMk/>
            <pc:sldMk cId="0" sldId="258"/>
            <ac:spMk id="2" creationId="{00000000-0000-0000-0000-000000000000}"/>
          </ac:spMkLst>
        </pc:spChg>
        <pc:spChg chg="mod">
          <ac:chgData name="Deepika Vatsa" userId="f7100972-27fe-4ee6-8fb4-ec9b7931b409" providerId="ADAL" clId="{6884C358-F078-41E2-B52A-C991C4377FC1}" dt="2025-07-22T09:58:53.373" v="693" actId="113"/>
          <ac:spMkLst>
            <pc:docMk/>
            <pc:sldMk cId="0" sldId="258"/>
            <ac:spMk id="3" creationId="{00000000-0000-0000-0000-000000000000}"/>
          </ac:spMkLst>
        </pc:spChg>
        <pc:spChg chg="del mod">
          <ac:chgData name="Deepika Vatsa" userId="f7100972-27fe-4ee6-8fb4-ec9b7931b409" providerId="ADAL" clId="{6884C358-F078-41E2-B52A-C991C4377FC1}" dt="2025-07-22T09:58:39.592" v="690" actId="478"/>
          <ac:spMkLst>
            <pc:docMk/>
            <pc:sldMk cId="0" sldId="258"/>
            <ac:spMk id="4" creationId="{00000000-0000-0000-0000-000000000000}"/>
          </ac:spMkLst>
        </pc:spChg>
        <pc:spChg chg="add del mod ord">
          <ac:chgData name="Deepika Vatsa" userId="f7100972-27fe-4ee6-8fb4-ec9b7931b409" providerId="ADAL" clId="{6884C358-F078-41E2-B52A-C991C4377FC1}" dt="2025-07-22T09:57:25.796" v="671" actId="478"/>
          <ac:spMkLst>
            <pc:docMk/>
            <pc:sldMk cId="0" sldId="258"/>
            <ac:spMk id="6" creationId="{BA9307D0-EBDA-93E8-6688-2F7B8C8E0E6C}"/>
          </ac:spMkLst>
        </pc:spChg>
        <pc:cxnChg chg="add mod">
          <ac:chgData name="Deepika Vatsa" userId="f7100972-27fe-4ee6-8fb4-ec9b7931b409" providerId="ADAL" clId="{6884C358-F078-41E2-B52A-C991C4377FC1}" dt="2025-07-23T05:21:02.836" v="3439"/>
          <ac:cxnSpMkLst>
            <pc:docMk/>
            <pc:sldMk cId="0" sldId="258"/>
            <ac:cxnSpMk id="4" creationId="{14743623-04A4-B42C-4A68-90F92DBBA454}"/>
          </ac:cxnSpMkLst>
        </pc:cxnChg>
        <pc:cxnChg chg="del">
          <ac:chgData name="Deepika Vatsa" userId="f7100972-27fe-4ee6-8fb4-ec9b7931b409" providerId="ADAL" clId="{6884C358-F078-41E2-B52A-C991C4377FC1}" dt="2025-07-23T05:21:02.444" v="3438" actId="478"/>
          <ac:cxnSpMkLst>
            <pc:docMk/>
            <pc:sldMk cId="0" sldId="258"/>
            <ac:cxnSpMk id="5" creationId="{7F0521BD-D115-2D03-6CC7-BFE0E882D8F6}"/>
          </ac:cxnSpMkLst>
        </pc:cxnChg>
      </pc:sldChg>
      <pc:sldChg chg="modSp del">
        <pc:chgData name="Deepika Vatsa" userId="f7100972-27fe-4ee6-8fb4-ec9b7931b409" providerId="ADAL" clId="{6884C358-F078-41E2-B52A-C991C4377FC1}" dt="2025-07-22T10:01:31.830" v="728" actId="47"/>
        <pc:sldMkLst>
          <pc:docMk/>
          <pc:sldMk cId="0" sldId="259"/>
        </pc:sldMkLst>
        <pc:spChg chg="mod">
          <ac:chgData name="Deepika Vatsa" userId="f7100972-27fe-4ee6-8fb4-ec9b7931b409" providerId="ADAL" clId="{6884C358-F078-41E2-B52A-C991C4377FC1}" dt="2025-07-22T09:25:41.921" v="69"/>
          <ac:spMkLst>
            <pc:docMk/>
            <pc:sldMk cId="0" sldId="259"/>
            <ac:spMk id="4" creationId="{00000000-0000-0000-0000-000000000000}"/>
          </ac:spMkLst>
        </pc:spChg>
      </pc:sldChg>
      <pc:sldChg chg="modSp del mod">
        <pc:chgData name="Deepika Vatsa" userId="f7100972-27fe-4ee6-8fb4-ec9b7931b409" providerId="ADAL" clId="{6884C358-F078-41E2-B52A-C991C4377FC1}" dt="2025-07-23T05:06:18.427" v="3264" actId="2696"/>
        <pc:sldMkLst>
          <pc:docMk/>
          <pc:sldMk cId="0" sldId="262"/>
        </pc:sldMkLst>
        <pc:spChg chg="mod">
          <ac:chgData name="Deepika Vatsa" userId="f7100972-27fe-4ee6-8fb4-ec9b7931b409" providerId="ADAL" clId="{6884C358-F078-41E2-B52A-C991C4377FC1}" dt="2025-07-22T10:02:14.578" v="730" actId="1076"/>
          <ac:spMkLst>
            <pc:docMk/>
            <pc:sldMk cId="0" sldId="262"/>
            <ac:spMk id="2" creationId="{00000000-0000-0000-0000-000000000000}"/>
          </ac:spMkLst>
        </pc:spChg>
        <pc:spChg chg="mod">
          <ac:chgData name="Deepika Vatsa" userId="f7100972-27fe-4ee6-8fb4-ec9b7931b409" providerId="ADAL" clId="{6884C358-F078-41E2-B52A-C991C4377FC1}" dt="2025-07-22T10:06:11.393" v="778" actId="1076"/>
          <ac:spMkLst>
            <pc:docMk/>
            <pc:sldMk cId="0" sldId="262"/>
            <ac:spMk id="3" creationId="{00000000-0000-0000-0000-000000000000}"/>
          </ac:spMkLst>
        </pc:spChg>
        <pc:spChg chg="mod">
          <ac:chgData name="Deepika Vatsa" userId="f7100972-27fe-4ee6-8fb4-ec9b7931b409" providerId="ADAL" clId="{6884C358-F078-41E2-B52A-C991C4377FC1}" dt="2025-07-22T09:25:41.921" v="69"/>
          <ac:spMkLst>
            <pc:docMk/>
            <pc:sldMk cId="0" sldId="262"/>
            <ac:spMk id="4" creationId="{00000000-0000-0000-0000-000000000000}"/>
          </ac:spMkLst>
        </pc:spChg>
      </pc:sldChg>
      <pc:sldChg chg="addSp delSp modSp del mod">
        <pc:chgData name="Deepika Vatsa" userId="f7100972-27fe-4ee6-8fb4-ec9b7931b409" providerId="ADAL" clId="{6884C358-F078-41E2-B52A-C991C4377FC1}" dt="2025-07-22T10:06:14.611" v="779" actId="47"/>
        <pc:sldMkLst>
          <pc:docMk/>
          <pc:sldMk cId="0" sldId="263"/>
        </pc:sldMkLst>
        <pc:spChg chg="mod">
          <ac:chgData name="Deepika Vatsa" userId="f7100972-27fe-4ee6-8fb4-ec9b7931b409" providerId="ADAL" clId="{6884C358-F078-41E2-B52A-C991C4377FC1}" dt="2025-07-22T10:05:23.938" v="763" actId="12"/>
          <ac:spMkLst>
            <pc:docMk/>
            <pc:sldMk cId="0" sldId="263"/>
            <ac:spMk id="3" creationId="{00000000-0000-0000-0000-000000000000}"/>
          </ac:spMkLst>
        </pc:spChg>
        <pc:picChg chg="add del mod">
          <ac:chgData name="Deepika Vatsa" userId="f7100972-27fe-4ee6-8fb4-ec9b7931b409" providerId="ADAL" clId="{6884C358-F078-41E2-B52A-C991C4377FC1}" dt="2025-07-22T10:05:49.915" v="769" actId="21"/>
          <ac:picMkLst>
            <pc:docMk/>
            <pc:sldMk cId="0" sldId="263"/>
            <ac:picMk id="4" creationId="{830F81FE-6170-E751-2692-A3AADFCECC17}"/>
          </ac:picMkLst>
        </pc:picChg>
        <pc:picChg chg="del mod">
          <ac:chgData name="Deepika Vatsa" userId="f7100972-27fe-4ee6-8fb4-ec9b7931b409" providerId="ADAL" clId="{6884C358-F078-41E2-B52A-C991C4377FC1}" dt="2025-07-22T10:03:48.859" v="755" actId="478"/>
          <ac:picMkLst>
            <pc:docMk/>
            <pc:sldMk cId="0" sldId="263"/>
            <ac:picMk id="1026" creationId="{EF6DEE9D-3770-CBC7-7CDA-ABFEBECE9A8B}"/>
          </ac:picMkLst>
        </pc:picChg>
      </pc:sldChg>
      <pc:sldChg chg="del">
        <pc:chgData name="Deepika Vatsa" userId="f7100972-27fe-4ee6-8fb4-ec9b7931b409" providerId="ADAL" clId="{6884C358-F078-41E2-B52A-C991C4377FC1}" dt="2025-07-22T10:08:25.100" v="799" actId="47"/>
        <pc:sldMkLst>
          <pc:docMk/>
          <pc:sldMk cId="0" sldId="264"/>
        </pc:sldMkLst>
      </pc:sldChg>
      <pc:sldChg chg="addSp delSp modSp mod">
        <pc:chgData name="Deepika Vatsa" userId="f7100972-27fe-4ee6-8fb4-ec9b7931b409" providerId="ADAL" clId="{6884C358-F078-41E2-B52A-C991C4377FC1}" dt="2025-07-23T05:20:12.441" v="3415"/>
        <pc:sldMkLst>
          <pc:docMk/>
          <pc:sldMk cId="0" sldId="276"/>
        </pc:sldMkLst>
        <pc:spChg chg="mod">
          <ac:chgData name="Deepika Vatsa" userId="f7100972-27fe-4ee6-8fb4-ec9b7931b409" providerId="ADAL" clId="{6884C358-F078-41E2-B52A-C991C4377FC1}" dt="2025-07-23T05:15:49.357" v="3349" actId="207"/>
          <ac:spMkLst>
            <pc:docMk/>
            <pc:sldMk cId="0" sldId="276"/>
            <ac:spMk id="2" creationId="{00000000-0000-0000-0000-000000000000}"/>
          </ac:spMkLst>
        </pc:spChg>
        <pc:spChg chg="del mod">
          <ac:chgData name="Deepika Vatsa" userId="f7100972-27fe-4ee6-8fb4-ec9b7931b409" providerId="ADAL" clId="{6884C358-F078-41E2-B52A-C991C4377FC1}" dt="2025-07-22T10:51:53.775" v="2857" actId="478"/>
          <ac:spMkLst>
            <pc:docMk/>
            <pc:sldMk cId="0" sldId="276"/>
            <ac:spMk id="3" creationId="{00000000-0000-0000-0000-000000000000}"/>
          </ac:spMkLst>
        </pc:spChg>
        <pc:spChg chg="del mod">
          <ac:chgData name="Deepika Vatsa" userId="f7100972-27fe-4ee6-8fb4-ec9b7931b409" providerId="ADAL" clId="{6884C358-F078-41E2-B52A-C991C4377FC1}" dt="2025-07-22T09:30:00.857" v="194" actId="478"/>
          <ac:spMkLst>
            <pc:docMk/>
            <pc:sldMk cId="0" sldId="276"/>
            <ac:spMk id="4" creationId="{00000000-0000-0000-0000-000000000000}"/>
          </ac:spMkLst>
        </pc:spChg>
        <pc:spChg chg="add del mod ord">
          <ac:chgData name="Deepika Vatsa" userId="f7100972-27fe-4ee6-8fb4-ec9b7931b409" providerId="ADAL" clId="{6884C358-F078-41E2-B52A-C991C4377FC1}" dt="2025-07-22T10:51:53.775" v="2857" actId="478"/>
          <ac:spMkLst>
            <pc:docMk/>
            <pc:sldMk cId="0" sldId="276"/>
            <ac:spMk id="6" creationId="{DF1F7109-6D42-A6CD-F452-0870CFC44C57}"/>
          </ac:spMkLst>
        </pc:spChg>
        <pc:spChg chg="add del mod">
          <ac:chgData name="Deepika Vatsa" userId="f7100972-27fe-4ee6-8fb4-ec9b7931b409" providerId="ADAL" clId="{6884C358-F078-41E2-B52A-C991C4377FC1}" dt="2025-07-22T10:51:53.775" v="2857" actId="478"/>
          <ac:spMkLst>
            <pc:docMk/>
            <pc:sldMk cId="0" sldId="276"/>
            <ac:spMk id="7" creationId="{FF220C66-A4E6-C8D7-391A-04D70E625C9C}"/>
          </ac:spMkLst>
        </pc:spChg>
        <pc:spChg chg="add del mod">
          <ac:chgData name="Deepika Vatsa" userId="f7100972-27fe-4ee6-8fb4-ec9b7931b409" providerId="ADAL" clId="{6884C358-F078-41E2-B52A-C991C4377FC1}" dt="2025-07-22T09:29:47.313" v="184"/>
          <ac:spMkLst>
            <pc:docMk/>
            <pc:sldMk cId="0" sldId="276"/>
            <ac:spMk id="9" creationId="{43D22531-29B1-0753-0946-7FE02105E3BE}"/>
          </ac:spMkLst>
        </pc:spChg>
        <pc:spChg chg="add del mod">
          <ac:chgData name="Deepika Vatsa" userId="f7100972-27fe-4ee6-8fb4-ec9b7931b409" providerId="ADAL" clId="{6884C358-F078-41E2-B52A-C991C4377FC1}" dt="2025-07-22T10:51:53.775" v="2857" actId="478"/>
          <ac:spMkLst>
            <pc:docMk/>
            <pc:sldMk cId="0" sldId="276"/>
            <ac:spMk id="10" creationId="{762B94E8-9E92-C874-B94F-CA816E8E5609}"/>
          </ac:spMkLst>
        </pc:spChg>
        <pc:spChg chg="add del mod">
          <ac:chgData name="Deepika Vatsa" userId="f7100972-27fe-4ee6-8fb4-ec9b7931b409" providerId="ADAL" clId="{6884C358-F078-41E2-B52A-C991C4377FC1}" dt="2025-07-22T10:51:55.493" v="2858" actId="478"/>
          <ac:spMkLst>
            <pc:docMk/>
            <pc:sldMk cId="0" sldId="276"/>
            <ac:spMk id="12" creationId="{761C11D7-EAE4-DE47-846C-5394B9B4B7D2}"/>
          </ac:spMkLst>
        </pc:spChg>
        <pc:spChg chg="add mod">
          <ac:chgData name="Deepika Vatsa" userId="f7100972-27fe-4ee6-8fb4-ec9b7931b409" providerId="ADAL" clId="{6884C358-F078-41E2-B52A-C991C4377FC1}" dt="2025-07-22T10:58:29.586" v="3175" actId="1076"/>
          <ac:spMkLst>
            <pc:docMk/>
            <pc:sldMk cId="0" sldId="276"/>
            <ac:spMk id="13" creationId="{05B054CE-66A9-69B7-25DF-5E63A7E7226F}"/>
          </ac:spMkLst>
        </pc:spChg>
        <pc:graphicFrameChg chg="add del mod modGraphic">
          <ac:chgData name="Deepika Vatsa" userId="f7100972-27fe-4ee6-8fb4-ec9b7931b409" providerId="ADAL" clId="{6884C358-F078-41E2-B52A-C991C4377FC1}" dt="2025-07-22T10:58:21.671" v="3172" actId="478"/>
          <ac:graphicFrameMkLst>
            <pc:docMk/>
            <pc:sldMk cId="0" sldId="276"/>
            <ac:graphicFrameMk id="14" creationId="{15B9210D-0693-05A9-B8B7-394487320ED6}"/>
          </ac:graphicFrameMkLst>
        </pc:graphicFrameChg>
        <pc:cxnChg chg="add mod">
          <ac:chgData name="Deepika Vatsa" userId="f7100972-27fe-4ee6-8fb4-ec9b7931b409" providerId="ADAL" clId="{6884C358-F078-41E2-B52A-C991C4377FC1}" dt="2025-07-23T05:20:12.441" v="3415"/>
          <ac:cxnSpMkLst>
            <pc:docMk/>
            <pc:sldMk cId="0" sldId="276"/>
            <ac:cxnSpMk id="3" creationId="{A353B9D7-DA76-EC76-62EC-B68A91A5CACC}"/>
          </ac:cxnSpMkLst>
        </pc:cxnChg>
        <pc:cxnChg chg="del">
          <ac:chgData name="Deepika Vatsa" userId="f7100972-27fe-4ee6-8fb4-ec9b7931b409" providerId="ADAL" clId="{6884C358-F078-41E2-B52A-C991C4377FC1}" dt="2025-07-23T05:20:11.800" v="3414" actId="478"/>
          <ac:cxnSpMkLst>
            <pc:docMk/>
            <pc:sldMk cId="0" sldId="276"/>
            <ac:cxnSpMk id="5" creationId="{50E184E5-16FE-EBD7-7894-1DC87C936193}"/>
          </ac:cxnSpMkLst>
        </pc:cxnChg>
      </pc:sldChg>
      <pc:sldChg chg="modSp del">
        <pc:chgData name="Deepika Vatsa" userId="f7100972-27fe-4ee6-8fb4-ec9b7931b409" providerId="ADAL" clId="{6884C358-F078-41E2-B52A-C991C4377FC1}" dt="2025-07-22T09:48:52.734" v="447" actId="2696"/>
        <pc:sldMkLst>
          <pc:docMk/>
          <pc:sldMk cId="0" sldId="282"/>
        </pc:sldMkLst>
        <pc:spChg chg="mod">
          <ac:chgData name="Deepika Vatsa" userId="f7100972-27fe-4ee6-8fb4-ec9b7931b409" providerId="ADAL" clId="{6884C358-F078-41E2-B52A-C991C4377FC1}" dt="2025-07-22T09:25:41.921" v="69"/>
          <ac:spMkLst>
            <pc:docMk/>
            <pc:sldMk cId="0" sldId="282"/>
            <ac:spMk id="3" creationId="{00000000-0000-0000-0000-000000000000}"/>
          </ac:spMkLst>
        </pc:spChg>
        <pc:spChg chg="mod">
          <ac:chgData name="Deepika Vatsa" userId="f7100972-27fe-4ee6-8fb4-ec9b7931b409" providerId="ADAL" clId="{6884C358-F078-41E2-B52A-C991C4377FC1}" dt="2025-07-22T09:25:41.921" v="69"/>
          <ac:spMkLst>
            <pc:docMk/>
            <pc:sldMk cId="0" sldId="282"/>
            <ac:spMk id="4" creationId="{00000000-0000-0000-0000-000000000000}"/>
          </ac:spMkLst>
        </pc:spChg>
      </pc:sldChg>
      <pc:sldChg chg="add del">
        <pc:chgData name="Deepika Vatsa" userId="f7100972-27fe-4ee6-8fb4-ec9b7931b409" providerId="ADAL" clId="{6884C358-F078-41E2-B52A-C991C4377FC1}" dt="2025-07-23T05:12:37.326" v="3321" actId="47"/>
        <pc:sldMkLst>
          <pc:docMk/>
          <pc:sldMk cId="2852168949" sldId="350"/>
        </pc:sldMkLst>
      </pc:sldChg>
      <pc:sldChg chg="add del">
        <pc:chgData name="Deepika Vatsa" userId="f7100972-27fe-4ee6-8fb4-ec9b7931b409" providerId="ADAL" clId="{6884C358-F078-41E2-B52A-C991C4377FC1}" dt="2025-07-23T05:13:42.142" v="3334" actId="47"/>
        <pc:sldMkLst>
          <pc:docMk/>
          <pc:sldMk cId="178954834" sldId="363"/>
        </pc:sldMkLst>
      </pc:sldChg>
      <pc:sldChg chg="modSp mod">
        <pc:chgData name="Deepika Vatsa" userId="f7100972-27fe-4ee6-8fb4-ec9b7931b409" providerId="ADAL" clId="{6884C358-F078-41E2-B52A-C991C4377FC1}" dt="2025-07-22T09:24:57.233" v="65" actId="20577"/>
        <pc:sldMkLst>
          <pc:docMk/>
          <pc:sldMk cId="0" sldId="395"/>
        </pc:sldMkLst>
        <pc:spChg chg="mod">
          <ac:chgData name="Deepika Vatsa" userId="f7100972-27fe-4ee6-8fb4-ec9b7931b409" providerId="ADAL" clId="{6884C358-F078-41E2-B52A-C991C4377FC1}" dt="2025-07-22T09:24:57.233" v="65" actId="20577"/>
          <ac:spMkLst>
            <pc:docMk/>
            <pc:sldMk cId="0" sldId="395"/>
            <ac:spMk id="2" creationId="{00000000-0000-0000-0000-000000000000}"/>
          </ac:spMkLst>
        </pc:spChg>
      </pc:sldChg>
      <pc:sldChg chg="modSp del">
        <pc:chgData name="Deepika Vatsa" userId="f7100972-27fe-4ee6-8fb4-ec9b7931b409" providerId="ADAL" clId="{6884C358-F078-41E2-B52A-C991C4377FC1}" dt="2025-07-22T09:36:18.403" v="300" actId="47"/>
        <pc:sldMkLst>
          <pc:docMk/>
          <pc:sldMk cId="3480929016" sldId="553"/>
        </pc:sldMkLst>
        <pc:spChg chg="mod">
          <ac:chgData name="Deepika Vatsa" userId="f7100972-27fe-4ee6-8fb4-ec9b7931b409" providerId="ADAL" clId="{6884C358-F078-41E2-B52A-C991C4377FC1}" dt="2025-07-22T09:25:41.921" v="69"/>
          <ac:spMkLst>
            <pc:docMk/>
            <pc:sldMk cId="3480929016" sldId="553"/>
            <ac:spMk id="4" creationId="{0A61BF14-BB4C-4FFC-7012-6231EFAFCD41}"/>
          </ac:spMkLst>
        </pc:spChg>
      </pc:sldChg>
      <pc:sldChg chg="del">
        <pc:chgData name="Deepika Vatsa" userId="f7100972-27fe-4ee6-8fb4-ec9b7931b409" providerId="ADAL" clId="{6884C358-F078-41E2-B52A-C991C4377FC1}" dt="2025-07-22T09:23:28.413" v="0" actId="47"/>
        <pc:sldMkLst>
          <pc:docMk/>
          <pc:sldMk cId="4163686748" sldId="554"/>
        </pc:sldMkLst>
      </pc:sldChg>
      <pc:sldChg chg="del">
        <pc:chgData name="Deepika Vatsa" userId="f7100972-27fe-4ee6-8fb4-ec9b7931b409" providerId="ADAL" clId="{6884C358-F078-41E2-B52A-C991C4377FC1}" dt="2025-07-22T09:23:28.413" v="0" actId="47"/>
        <pc:sldMkLst>
          <pc:docMk/>
          <pc:sldMk cId="3935020306" sldId="555"/>
        </pc:sldMkLst>
      </pc:sldChg>
      <pc:sldChg chg="modSp del">
        <pc:chgData name="Deepika Vatsa" userId="f7100972-27fe-4ee6-8fb4-ec9b7931b409" providerId="ADAL" clId="{6884C358-F078-41E2-B52A-C991C4377FC1}" dt="2025-07-22T10:01:31.830" v="728" actId="47"/>
        <pc:sldMkLst>
          <pc:docMk/>
          <pc:sldMk cId="2250760117" sldId="572"/>
        </pc:sldMkLst>
        <pc:spChg chg="mod">
          <ac:chgData name="Deepika Vatsa" userId="f7100972-27fe-4ee6-8fb4-ec9b7931b409" providerId="ADAL" clId="{6884C358-F078-41E2-B52A-C991C4377FC1}" dt="2025-07-22T09:25:41.921" v="69"/>
          <ac:spMkLst>
            <pc:docMk/>
            <pc:sldMk cId="2250760117" sldId="572"/>
            <ac:spMk id="4" creationId="{AAA3C26B-3FEA-A51C-8509-EDFF58FF4F4A}"/>
          </ac:spMkLst>
        </pc:spChg>
      </pc:sldChg>
      <pc:sldChg chg="addSp delSp modSp mod">
        <pc:chgData name="Deepika Vatsa" userId="f7100972-27fe-4ee6-8fb4-ec9b7931b409" providerId="ADAL" clId="{6884C358-F078-41E2-B52A-C991C4377FC1}" dt="2025-07-23T05:21:25.243" v="3452"/>
        <pc:sldMkLst>
          <pc:docMk/>
          <pc:sldMk cId="549806327" sldId="573"/>
        </pc:sldMkLst>
        <pc:spChg chg="mod">
          <ac:chgData name="Deepika Vatsa" userId="f7100972-27fe-4ee6-8fb4-ec9b7931b409" providerId="ADAL" clId="{6884C358-F078-41E2-B52A-C991C4377FC1}" dt="2025-07-23T05:18:21.699" v="3391" actId="1035"/>
          <ac:spMkLst>
            <pc:docMk/>
            <pc:sldMk cId="549806327" sldId="573"/>
            <ac:spMk id="2" creationId="{1CD95200-E997-69E7-D60F-2B2833820E43}"/>
          </ac:spMkLst>
        </pc:spChg>
        <pc:spChg chg="mod">
          <ac:chgData name="Deepika Vatsa" userId="f7100972-27fe-4ee6-8fb4-ec9b7931b409" providerId="ADAL" clId="{6884C358-F078-41E2-B52A-C991C4377FC1}" dt="2025-07-22T10:11:40.522" v="861" actId="33524"/>
          <ac:spMkLst>
            <pc:docMk/>
            <pc:sldMk cId="549806327" sldId="573"/>
            <ac:spMk id="3" creationId="{7E3D72CB-FD10-51F1-E138-1F3205E12992}"/>
          </ac:spMkLst>
        </pc:spChg>
        <pc:picChg chg="mod modCrop">
          <ac:chgData name="Deepika Vatsa" userId="f7100972-27fe-4ee6-8fb4-ec9b7931b409" providerId="ADAL" clId="{6884C358-F078-41E2-B52A-C991C4377FC1}" dt="2025-07-22T10:11:25.482" v="856" actId="1076"/>
          <ac:picMkLst>
            <pc:docMk/>
            <pc:sldMk cId="549806327" sldId="573"/>
            <ac:picMk id="4" creationId="{F4073854-4E6C-1C34-8E9C-E284C7C1B544}"/>
          </ac:picMkLst>
        </pc:picChg>
        <pc:cxnChg chg="del">
          <ac:chgData name="Deepika Vatsa" userId="f7100972-27fe-4ee6-8fb4-ec9b7931b409" providerId="ADAL" clId="{6884C358-F078-41E2-B52A-C991C4377FC1}" dt="2025-07-23T05:21:24.872" v="3451" actId="478"/>
          <ac:cxnSpMkLst>
            <pc:docMk/>
            <pc:sldMk cId="549806327" sldId="573"/>
            <ac:cxnSpMk id="5" creationId="{2583FC77-E3AB-35E6-B60C-53A76FE8003F}"/>
          </ac:cxnSpMkLst>
        </pc:cxnChg>
        <pc:cxnChg chg="add mod">
          <ac:chgData name="Deepika Vatsa" userId="f7100972-27fe-4ee6-8fb4-ec9b7931b409" providerId="ADAL" clId="{6884C358-F078-41E2-B52A-C991C4377FC1}" dt="2025-07-23T05:21:25.243" v="3452"/>
          <ac:cxnSpMkLst>
            <pc:docMk/>
            <pc:sldMk cId="549806327" sldId="573"/>
            <ac:cxnSpMk id="6" creationId="{ABECC0BA-46D9-85A9-9BEC-69239BC9C062}"/>
          </ac:cxnSpMkLst>
        </pc:cxnChg>
      </pc:sldChg>
      <pc:sldChg chg="del">
        <pc:chgData name="Deepika Vatsa" userId="f7100972-27fe-4ee6-8fb4-ec9b7931b409" providerId="ADAL" clId="{6884C358-F078-41E2-B52A-C991C4377FC1}" dt="2025-07-22T10:12:15.086" v="862" actId="2696"/>
        <pc:sldMkLst>
          <pc:docMk/>
          <pc:sldMk cId="1030842975" sldId="574"/>
        </pc:sldMkLst>
      </pc:sldChg>
      <pc:sldChg chg="del">
        <pc:chgData name="Deepika Vatsa" userId="f7100972-27fe-4ee6-8fb4-ec9b7931b409" providerId="ADAL" clId="{6884C358-F078-41E2-B52A-C991C4377FC1}" dt="2025-07-22T10:12:15.086" v="862" actId="2696"/>
        <pc:sldMkLst>
          <pc:docMk/>
          <pc:sldMk cId="1844610887" sldId="575"/>
        </pc:sldMkLst>
      </pc:sldChg>
      <pc:sldChg chg="addSp delSp modSp mod">
        <pc:chgData name="Deepika Vatsa" userId="f7100972-27fe-4ee6-8fb4-ec9b7931b409" providerId="ADAL" clId="{6884C358-F078-41E2-B52A-C991C4377FC1}" dt="2025-07-23T05:21:29.136" v="3454"/>
        <pc:sldMkLst>
          <pc:docMk/>
          <pc:sldMk cId="810527257" sldId="576"/>
        </pc:sldMkLst>
        <pc:spChg chg="mod">
          <ac:chgData name="Deepika Vatsa" userId="f7100972-27fe-4ee6-8fb4-ec9b7931b409" providerId="ADAL" clId="{6884C358-F078-41E2-B52A-C991C4377FC1}" dt="2025-07-23T05:18:32.996" v="3393" actId="255"/>
          <ac:spMkLst>
            <pc:docMk/>
            <pc:sldMk cId="810527257" sldId="576"/>
            <ac:spMk id="2" creationId="{8C8DA422-5599-BE5B-B151-D196E8414908}"/>
          </ac:spMkLst>
        </pc:spChg>
        <pc:spChg chg="del">
          <ac:chgData name="Deepika Vatsa" userId="f7100972-27fe-4ee6-8fb4-ec9b7931b409" providerId="ADAL" clId="{6884C358-F078-41E2-B52A-C991C4377FC1}" dt="2025-07-22T10:13:31.716" v="864" actId="478"/>
          <ac:spMkLst>
            <pc:docMk/>
            <pc:sldMk cId="810527257" sldId="576"/>
            <ac:spMk id="3" creationId="{23292E8A-B934-BC7E-D793-FA32925820AA}"/>
          </ac:spMkLst>
        </pc:spChg>
        <pc:spChg chg="add del mod">
          <ac:chgData name="Deepika Vatsa" userId="f7100972-27fe-4ee6-8fb4-ec9b7931b409" providerId="ADAL" clId="{6884C358-F078-41E2-B52A-C991C4377FC1}" dt="2025-07-22T10:13:33.431" v="865" actId="478"/>
          <ac:spMkLst>
            <pc:docMk/>
            <pc:sldMk cId="810527257" sldId="576"/>
            <ac:spMk id="6" creationId="{83784901-344E-5428-88AA-7C54D084D705}"/>
          </ac:spMkLst>
        </pc:spChg>
        <pc:picChg chg="add mod">
          <ac:chgData name="Deepika Vatsa" userId="f7100972-27fe-4ee6-8fb4-ec9b7931b409" providerId="ADAL" clId="{6884C358-F078-41E2-B52A-C991C4377FC1}" dt="2025-07-22T10:13:36.274" v="867" actId="1076"/>
          <ac:picMkLst>
            <pc:docMk/>
            <pc:sldMk cId="810527257" sldId="576"/>
            <ac:picMk id="7" creationId="{D042E4FB-BDAC-1A6F-5268-672F6BAA70EC}"/>
          </ac:picMkLst>
        </pc:picChg>
        <pc:cxnChg chg="add mod">
          <ac:chgData name="Deepika Vatsa" userId="f7100972-27fe-4ee6-8fb4-ec9b7931b409" providerId="ADAL" clId="{6884C358-F078-41E2-B52A-C991C4377FC1}" dt="2025-07-23T05:21:29.136" v="3454"/>
          <ac:cxnSpMkLst>
            <pc:docMk/>
            <pc:sldMk cId="810527257" sldId="576"/>
            <ac:cxnSpMk id="3" creationId="{D70A73E4-B319-02F9-A019-8583C8BD017A}"/>
          </ac:cxnSpMkLst>
        </pc:cxnChg>
        <pc:cxnChg chg="del">
          <ac:chgData name="Deepika Vatsa" userId="f7100972-27fe-4ee6-8fb4-ec9b7931b409" providerId="ADAL" clId="{6884C358-F078-41E2-B52A-C991C4377FC1}" dt="2025-07-23T05:21:28.712" v="3453" actId="478"/>
          <ac:cxnSpMkLst>
            <pc:docMk/>
            <pc:sldMk cId="810527257" sldId="576"/>
            <ac:cxnSpMk id="5" creationId="{40F7F98D-83E9-028D-8FA0-BC9D6977408D}"/>
          </ac:cxnSpMkLst>
        </pc:cxnChg>
      </pc:sldChg>
      <pc:sldChg chg="del">
        <pc:chgData name="Deepika Vatsa" userId="f7100972-27fe-4ee6-8fb4-ec9b7931b409" providerId="ADAL" clId="{6884C358-F078-41E2-B52A-C991C4377FC1}" dt="2025-07-22T10:13:40.415" v="868" actId="47"/>
        <pc:sldMkLst>
          <pc:docMk/>
          <pc:sldMk cId="2512841971" sldId="577"/>
        </pc:sldMkLst>
      </pc:sldChg>
      <pc:sldChg chg="addSp delSp modSp mod">
        <pc:chgData name="Deepika Vatsa" userId="f7100972-27fe-4ee6-8fb4-ec9b7931b409" providerId="ADAL" clId="{6884C358-F078-41E2-B52A-C991C4377FC1}" dt="2025-07-23T05:21:46.433" v="3460" actId="14100"/>
        <pc:sldMkLst>
          <pc:docMk/>
          <pc:sldMk cId="835005002" sldId="578"/>
        </pc:sldMkLst>
        <pc:spChg chg="del mod">
          <ac:chgData name="Deepika Vatsa" userId="f7100972-27fe-4ee6-8fb4-ec9b7931b409" providerId="ADAL" clId="{6884C358-F078-41E2-B52A-C991C4377FC1}" dt="2025-07-23T05:18:44.103" v="3394" actId="478"/>
          <ac:spMkLst>
            <pc:docMk/>
            <pc:sldMk cId="835005002" sldId="578"/>
            <ac:spMk id="2" creationId="{91E18C70-E367-59EE-B161-70D8F2FCB574}"/>
          </ac:spMkLst>
        </pc:spChg>
        <pc:spChg chg="mod">
          <ac:chgData name="Deepika Vatsa" userId="f7100972-27fe-4ee6-8fb4-ec9b7931b409" providerId="ADAL" clId="{6884C358-F078-41E2-B52A-C991C4377FC1}" dt="2025-07-23T05:21:46.433" v="3460" actId="14100"/>
          <ac:spMkLst>
            <pc:docMk/>
            <pc:sldMk cId="835005002" sldId="578"/>
            <ac:spMk id="4" creationId="{7776C47F-6F4E-DC03-37A6-E7A3B197AE34}"/>
          </ac:spMkLst>
        </pc:spChg>
        <pc:spChg chg="add del mod">
          <ac:chgData name="Deepika Vatsa" userId="f7100972-27fe-4ee6-8fb4-ec9b7931b409" providerId="ADAL" clId="{6884C358-F078-41E2-B52A-C991C4377FC1}" dt="2025-07-23T05:18:45.920" v="3395" actId="478"/>
          <ac:spMkLst>
            <pc:docMk/>
            <pc:sldMk cId="835005002" sldId="578"/>
            <ac:spMk id="6" creationId="{4E321242-3F8E-3E41-604D-15D680DFF783}"/>
          </ac:spMkLst>
        </pc:spChg>
        <pc:spChg chg="add mod">
          <ac:chgData name="Deepika Vatsa" userId="f7100972-27fe-4ee6-8fb4-ec9b7931b409" providerId="ADAL" clId="{6884C358-F078-41E2-B52A-C991C4377FC1}" dt="2025-07-23T05:18:46.673" v="3396"/>
          <ac:spMkLst>
            <pc:docMk/>
            <pc:sldMk cId="835005002" sldId="578"/>
            <ac:spMk id="7" creationId="{C86B6E8B-F1EE-EC17-42A6-8C54D5AE7919}"/>
          </ac:spMkLst>
        </pc:spChg>
        <pc:cxnChg chg="del">
          <ac:chgData name="Deepika Vatsa" userId="f7100972-27fe-4ee6-8fb4-ec9b7931b409" providerId="ADAL" clId="{6884C358-F078-41E2-B52A-C991C4377FC1}" dt="2025-07-23T05:21:33.356" v="3455" actId="478"/>
          <ac:cxnSpMkLst>
            <pc:docMk/>
            <pc:sldMk cId="835005002" sldId="578"/>
            <ac:cxnSpMk id="5" creationId="{B2627C12-E6DC-37C6-3534-91290B918037}"/>
          </ac:cxnSpMkLst>
        </pc:cxnChg>
        <pc:cxnChg chg="add mod">
          <ac:chgData name="Deepika Vatsa" userId="f7100972-27fe-4ee6-8fb4-ec9b7931b409" providerId="ADAL" clId="{6884C358-F078-41E2-B52A-C991C4377FC1}" dt="2025-07-23T05:21:33.753" v="3456"/>
          <ac:cxnSpMkLst>
            <pc:docMk/>
            <pc:sldMk cId="835005002" sldId="578"/>
            <ac:cxnSpMk id="8" creationId="{DFAC204A-2B4C-B3BD-E2C3-309FA6A4D4FE}"/>
          </ac:cxnSpMkLst>
        </pc:cxnChg>
      </pc:sldChg>
      <pc:sldChg chg="del">
        <pc:chgData name="Deepika Vatsa" userId="f7100972-27fe-4ee6-8fb4-ec9b7931b409" providerId="ADAL" clId="{6884C358-F078-41E2-B52A-C991C4377FC1}" dt="2025-07-22T10:20:38.022" v="1476" actId="47"/>
        <pc:sldMkLst>
          <pc:docMk/>
          <pc:sldMk cId="1577856654" sldId="579"/>
        </pc:sldMkLst>
      </pc:sldChg>
      <pc:sldChg chg="del">
        <pc:chgData name="Deepika Vatsa" userId="f7100972-27fe-4ee6-8fb4-ec9b7931b409" providerId="ADAL" clId="{6884C358-F078-41E2-B52A-C991C4377FC1}" dt="2025-07-22T10:23:03.818" v="1507" actId="2696"/>
        <pc:sldMkLst>
          <pc:docMk/>
          <pc:sldMk cId="858610061" sldId="580"/>
        </pc:sldMkLst>
      </pc:sldChg>
      <pc:sldChg chg="del">
        <pc:chgData name="Deepika Vatsa" userId="f7100972-27fe-4ee6-8fb4-ec9b7931b409" providerId="ADAL" clId="{6884C358-F078-41E2-B52A-C991C4377FC1}" dt="2025-07-22T10:31:42.979" v="2065" actId="47"/>
        <pc:sldMkLst>
          <pc:docMk/>
          <pc:sldMk cId="2808099838" sldId="581"/>
        </pc:sldMkLst>
      </pc:sldChg>
      <pc:sldChg chg="addSp delSp modSp mod">
        <pc:chgData name="Deepika Vatsa" userId="f7100972-27fe-4ee6-8fb4-ec9b7931b409" providerId="ADAL" clId="{6884C358-F078-41E2-B52A-C991C4377FC1}" dt="2025-07-23T05:21:56.245" v="3463" actId="14100"/>
        <pc:sldMkLst>
          <pc:docMk/>
          <pc:sldMk cId="1700069977" sldId="582"/>
        </pc:sldMkLst>
        <pc:spChg chg="del mod">
          <ac:chgData name="Deepika Vatsa" userId="f7100972-27fe-4ee6-8fb4-ec9b7931b409" providerId="ADAL" clId="{6884C358-F078-41E2-B52A-C991C4377FC1}" dt="2025-07-23T05:11:29.001" v="3295" actId="478"/>
          <ac:spMkLst>
            <pc:docMk/>
            <pc:sldMk cId="1700069977" sldId="582"/>
            <ac:spMk id="2" creationId="{3EA993F1-7D74-5A35-94E0-755C8170DDD2}"/>
          </ac:spMkLst>
        </pc:spChg>
        <pc:spChg chg="mod">
          <ac:chgData name="Deepika Vatsa" userId="f7100972-27fe-4ee6-8fb4-ec9b7931b409" providerId="ADAL" clId="{6884C358-F078-41E2-B52A-C991C4377FC1}" dt="2025-07-23T05:21:56.245" v="3463" actId="14100"/>
          <ac:spMkLst>
            <pc:docMk/>
            <pc:sldMk cId="1700069977" sldId="582"/>
            <ac:spMk id="4" creationId="{C7E4D45C-A04E-4FD8-8E36-9127F8599888}"/>
          </ac:spMkLst>
        </pc:spChg>
        <pc:spChg chg="add del mod">
          <ac:chgData name="Deepika Vatsa" userId="f7100972-27fe-4ee6-8fb4-ec9b7931b409" providerId="ADAL" clId="{6884C358-F078-41E2-B52A-C991C4377FC1}" dt="2025-07-23T05:11:31.373" v="3296" actId="478"/>
          <ac:spMkLst>
            <pc:docMk/>
            <pc:sldMk cId="1700069977" sldId="582"/>
            <ac:spMk id="6" creationId="{BC483E00-42FE-1B2D-5AB9-B054E0125187}"/>
          </ac:spMkLst>
        </pc:spChg>
        <pc:spChg chg="add del mod">
          <ac:chgData name="Deepika Vatsa" userId="f7100972-27fe-4ee6-8fb4-ec9b7931b409" providerId="ADAL" clId="{6884C358-F078-41E2-B52A-C991C4377FC1}" dt="2025-07-23T05:19:05.174" v="3403" actId="478"/>
          <ac:spMkLst>
            <pc:docMk/>
            <pc:sldMk cId="1700069977" sldId="582"/>
            <ac:spMk id="7" creationId="{77CBCD7F-8AE7-4B57-3A9F-538E17F926AC}"/>
          </ac:spMkLst>
        </pc:spChg>
        <pc:spChg chg="add del mod">
          <ac:chgData name="Deepika Vatsa" userId="f7100972-27fe-4ee6-8fb4-ec9b7931b409" providerId="ADAL" clId="{6884C358-F078-41E2-B52A-C991C4377FC1}" dt="2025-07-23T05:19:06.810" v="3404" actId="478"/>
          <ac:spMkLst>
            <pc:docMk/>
            <pc:sldMk cId="1700069977" sldId="582"/>
            <ac:spMk id="9" creationId="{DA1F278C-AFDE-7105-568A-768E46CCC33B}"/>
          </ac:spMkLst>
        </pc:spChg>
        <pc:spChg chg="add mod">
          <ac:chgData name="Deepika Vatsa" userId="f7100972-27fe-4ee6-8fb4-ec9b7931b409" providerId="ADAL" clId="{6884C358-F078-41E2-B52A-C991C4377FC1}" dt="2025-07-23T05:19:07.408" v="3405"/>
          <ac:spMkLst>
            <pc:docMk/>
            <pc:sldMk cId="1700069977" sldId="582"/>
            <ac:spMk id="10" creationId="{7124F2BA-B4C0-9D6A-F84A-5C187670E1ED}"/>
          </ac:spMkLst>
        </pc:spChg>
        <pc:cxnChg chg="del">
          <ac:chgData name="Deepika Vatsa" userId="f7100972-27fe-4ee6-8fb4-ec9b7931b409" providerId="ADAL" clId="{6884C358-F078-41E2-B52A-C991C4377FC1}" dt="2025-07-23T05:21:52.654" v="3461" actId="478"/>
          <ac:cxnSpMkLst>
            <pc:docMk/>
            <pc:sldMk cId="1700069977" sldId="582"/>
            <ac:cxnSpMk id="5" creationId="{EA92F9DF-D5D8-49B1-F8B9-EDE5C89C9DF6}"/>
          </ac:cxnSpMkLst>
        </pc:cxnChg>
        <pc:cxnChg chg="add mod">
          <ac:chgData name="Deepika Vatsa" userId="f7100972-27fe-4ee6-8fb4-ec9b7931b409" providerId="ADAL" clId="{6884C358-F078-41E2-B52A-C991C4377FC1}" dt="2025-07-23T05:21:53.350" v="3462"/>
          <ac:cxnSpMkLst>
            <pc:docMk/>
            <pc:sldMk cId="1700069977" sldId="582"/>
            <ac:cxnSpMk id="11" creationId="{C11FA30D-24D1-6FBC-D7BC-51AEC489E098}"/>
          </ac:cxnSpMkLst>
        </pc:cxnChg>
      </pc:sldChg>
      <pc:sldChg chg="del">
        <pc:chgData name="Deepika Vatsa" userId="f7100972-27fe-4ee6-8fb4-ec9b7931b409" providerId="ADAL" clId="{6884C358-F078-41E2-B52A-C991C4377FC1}" dt="2025-07-22T10:38:05.600" v="2234" actId="47"/>
        <pc:sldMkLst>
          <pc:docMk/>
          <pc:sldMk cId="591297716" sldId="583"/>
        </pc:sldMkLst>
      </pc:sldChg>
      <pc:sldChg chg="del">
        <pc:chgData name="Deepika Vatsa" userId="f7100972-27fe-4ee6-8fb4-ec9b7931b409" providerId="ADAL" clId="{6884C358-F078-41E2-B52A-C991C4377FC1}" dt="2025-07-22T10:38:24.185" v="2235" actId="47"/>
        <pc:sldMkLst>
          <pc:docMk/>
          <pc:sldMk cId="4024096756" sldId="584"/>
        </pc:sldMkLst>
      </pc:sldChg>
      <pc:sldChg chg="addSp delSp modSp mod">
        <pc:chgData name="Deepika Vatsa" userId="f7100972-27fe-4ee6-8fb4-ec9b7931b409" providerId="ADAL" clId="{6884C358-F078-41E2-B52A-C991C4377FC1}" dt="2025-07-23T05:23:45.037" v="3532" actId="1076"/>
        <pc:sldMkLst>
          <pc:docMk/>
          <pc:sldMk cId="2784952323" sldId="585"/>
        </pc:sldMkLst>
        <pc:spChg chg="mod">
          <ac:chgData name="Deepika Vatsa" userId="f7100972-27fe-4ee6-8fb4-ec9b7931b409" providerId="ADAL" clId="{6884C358-F078-41E2-B52A-C991C4377FC1}" dt="2025-07-23T05:22:56.013" v="3522" actId="1076"/>
          <ac:spMkLst>
            <pc:docMk/>
            <pc:sldMk cId="2784952323" sldId="585"/>
            <ac:spMk id="2" creationId="{CD4594CC-77DE-BEF3-7ACE-59D14DBBA2F4}"/>
          </ac:spMkLst>
        </pc:spChg>
        <pc:spChg chg="mod">
          <ac:chgData name="Deepika Vatsa" userId="f7100972-27fe-4ee6-8fb4-ec9b7931b409" providerId="ADAL" clId="{6884C358-F078-41E2-B52A-C991C4377FC1}" dt="2025-07-23T05:23:45.037" v="3532" actId="1076"/>
          <ac:spMkLst>
            <pc:docMk/>
            <pc:sldMk cId="2784952323" sldId="585"/>
            <ac:spMk id="4" creationId="{170DDB5B-6792-55DA-AF63-9A96FA1939A3}"/>
          </ac:spMkLst>
        </pc:spChg>
        <pc:cxnChg chg="add mod">
          <ac:chgData name="Deepika Vatsa" userId="f7100972-27fe-4ee6-8fb4-ec9b7931b409" providerId="ADAL" clId="{6884C358-F078-41E2-B52A-C991C4377FC1}" dt="2025-07-23T05:22:47.005" v="3517"/>
          <ac:cxnSpMkLst>
            <pc:docMk/>
            <pc:sldMk cId="2784952323" sldId="585"/>
            <ac:cxnSpMk id="3" creationId="{6EEF62DB-73C3-BC16-B7FD-7A94B557C61B}"/>
          </ac:cxnSpMkLst>
        </pc:cxnChg>
        <pc:cxnChg chg="del">
          <ac:chgData name="Deepika Vatsa" userId="f7100972-27fe-4ee6-8fb4-ec9b7931b409" providerId="ADAL" clId="{6884C358-F078-41E2-B52A-C991C4377FC1}" dt="2025-07-23T05:22:45.556" v="3516" actId="478"/>
          <ac:cxnSpMkLst>
            <pc:docMk/>
            <pc:sldMk cId="2784952323" sldId="585"/>
            <ac:cxnSpMk id="5" creationId="{D6A26A94-065F-5020-54F4-34DABAADC81C}"/>
          </ac:cxnSpMkLst>
        </pc:cxnChg>
      </pc:sldChg>
      <pc:sldChg chg="del">
        <pc:chgData name="Deepika Vatsa" userId="f7100972-27fe-4ee6-8fb4-ec9b7931b409" providerId="ADAL" clId="{6884C358-F078-41E2-B52A-C991C4377FC1}" dt="2025-07-22T10:48:01.051" v="2641" actId="47"/>
        <pc:sldMkLst>
          <pc:docMk/>
          <pc:sldMk cId="34458836" sldId="586"/>
        </pc:sldMkLst>
      </pc:sldChg>
      <pc:sldChg chg="del">
        <pc:chgData name="Deepika Vatsa" userId="f7100972-27fe-4ee6-8fb4-ec9b7931b409" providerId="ADAL" clId="{6884C358-F078-41E2-B52A-C991C4377FC1}" dt="2025-07-22T10:48:09.429" v="2642" actId="47"/>
        <pc:sldMkLst>
          <pc:docMk/>
          <pc:sldMk cId="1852533425" sldId="587"/>
        </pc:sldMkLst>
      </pc:sldChg>
      <pc:sldChg chg="del">
        <pc:chgData name="Deepika Vatsa" userId="f7100972-27fe-4ee6-8fb4-ec9b7931b409" providerId="ADAL" clId="{6884C358-F078-41E2-B52A-C991C4377FC1}" dt="2025-07-22T10:50:58.990" v="2855" actId="47"/>
        <pc:sldMkLst>
          <pc:docMk/>
          <pc:sldMk cId="2624307318" sldId="588"/>
        </pc:sldMkLst>
      </pc:sldChg>
      <pc:sldChg chg="modSp">
        <pc:chgData name="Deepika Vatsa" userId="f7100972-27fe-4ee6-8fb4-ec9b7931b409" providerId="ADAL" clId="{6884C358-F078-41E2-B52A-C991C4377FC1}" dt="2025-07-22T09:25:41.921" v="69"/>
        <pc:sldMkLst>
          <pc:docMk/>
          <pc:sldMk cId="0" sldId="589"/>
        </pc:sldMkLst>
        <pc:spChg chg="mod">
          <ac:chgData name="Deepika Vatsa" userId="f7100972-27fe-4ee6-8fb4-ec9b7931b409" providerId="ADAL" clId="{6884C358-F078-41E2-B52A-C991C4377FC1}" dt="2025-07-22T09:25:41.921" v="69"/>
          <ac:spMkLst>
            <pc:docMk/>
            <pc:sldMk cId="0" sldId="589"/>
            <ac:spMk id="3" creationId="{00000000-0000-0000-0000-000000000000}"/>
          </ac:spMkLst>
        </pc:spChg>
      </pc:sldChg>
      <pc:sldChg chg="addSp delSp modSp add mod">
        <pc:chgData name="Deepika Vatsa" userId="f7100972-27fe-4ee6-8fb4-ec9b7931b409" providerId="ADAL" clId="{6884C358-F078-41E2-B52A-C991C4377FC1}" dt="2025-07-23T05:20:42.730" v="3429"/>
        <pc:sldMkLst>
          <pc:docMk/>
          <pc:sldMk cId="4072135879" sldId="590"/>
        </pc:sldMkLst>
        <pc:spChg chg="mod">
          <ac:chgData name="Deepika Vatsa" userId="f7100972-27fe-4ee6-8fb4-ec9b7931b409" providerId="ADAL" clId="{6884C358-F078-41E2-B52A-C991C4377FC1}" dt="2025-07-23T05:16:48.828" v="3364" actId="207"/>
          <ac:spMkLst>
            <pc:docMk/>
            <pc:sldMk cId="4072135879" sldId="590"/>
            <ac:spMk id="2" creationId="{00000000-0000-0000-0000-000000000000}"/>
          </ac:spMkLst>
        </pc:spChg>
        <pc:spChg chg="del">
          <ac:chgData name="Deepika Vatsa" userId="f7100972-27fe-4ee6-8fb4-ec9b7931b409" providerId="ADAL" clId="{6884C358-F078-41E2-B52A-C991C4377FC1}" dt="2025-07-22T09:33:40.180" v="249" actId="478"/>
          <ac:spMkLst>
            <pc:docMk/>
            <pc:sldMk cId="4072135879" sldId="590"/>
            <ac:spMk id="3" creationId="{00000000-0000-0000-0000-000000000000}"/>
          </ac:spMkLst>
        </pc:spChg>
        <pc:spChg chg="del">
          <ac:chgData name="Deepika Vatsa" userId="f7100972-27fe-4ee6-8fb4-ec9b7931b409" providerId="ADAL" clId="{6884C358-F078-41E2-B52A-C991C4377FC1}" dt="2025-07-22T09:33:36.965" v="248" actId="478"/>
          <ac:spMkLst>
            <pc:docMk/>
            <pc:sldMk cId="4072135879" sldId="590"/>
            <ac:spMk id="6" creationId="{DF1F7109-6D42-A6CD-F452-0870CFC44C57}"/>
          </ac:spMkLst>
        </pc:spChg>
        <pc:spChg chg="del">
          <ac:chgData name="Deepika Vatsa" userId="f7100972-27fe-4ee6-8fb4-ec9b7931b409" providerId="ADAL" clId="{6884C358-F078-41E2-B52A-C991C4377FC1}" dt="2025-07-22T09:33:40.180" v="249" actId="478"/>
          <ac:spMkLst>
            <pc:docMk/>
            <pc:sldMk cId="4072135879" sldId="590"/>
            <ac:spMk id="7" creationId="{FF220C66-A4E6-C8D7-391A-04D70E625C9C}"/>
          </ac:spMkLst>
        </pc:spChg>
        <pc:spChg chg="add del mod">
          <ac:chgData name="Deepika Vatsa" userId="f7100972-27fe-4ee6-8fb4-ec9b7931b409" providerId="ADAL" clId="{6884C358-F078-41E2-B52A-C991C4377FC1}" dt="2025-07-22T09:33:41.989" v="250" actId="478"/>
          <ac:spMkLst>
            <pc:docMk/>
            <pc:sldMk cId="4072135879" sldId="590"/>
            <ac:spMk id="8" creationId="{3A42CD8B-E7C8-D2E6-CB60-EA168BDCC118}"/>
          </ac:spMkLst>
        </pc:spChg>
        <pc:spChg chg="del">
          <ac:chgData name="Deepika Vatsa" userId="f7100972-27fe-4ee6-8fb4-ec9b7931b409" providerId="ADAL" clId="{6884C358-F078-41E2-B52A-C991C4377FC1}" dt="2025-07-22T09:33:40.180" v="249" actId="478"/>
          <ac:spMkLst>
            <pc:docMk/>
            <pc:sldMk cId="4072135879" sldId="590"/>
            <ac:spMk id="10" creationId="{762B94E8-9E92-C874-B94F-CA816E8E5609}"/>
          </ac:spMkLst>
        </pc:spChg>
        <pc:picChg chg="add mod">
          <ac:chgData name="Deepika Vatsa" userId="f7100972-27fe-4ee6-8fb4-ec9b7931b409" providerId="ADAL" clId="{6884C358-F078-41E2-B52A-C991C4377FC1}" dt="2025-07-22T09:33:58.086" v="257" actId="1076"/>
          <ac:picMkLst>
            <pc:docMk/>
            <pc:sldMk cId="4072135879" sldId="590"/>
            <ac:picMk id="9" creationId="{C356703B-A591-E735-D099-756D6F0724A1}"/>
          </ac:picMkLst>
        </pc:picChg>
        <pc:picChg chg="add mod">
          <ac:chgData name="Deepika Vatsa" userId="f7100972-27fe-4ee6-8fb4-ec9b7931b409" providerId="ADAL" clId="{6884C358-F078-41E2-B52A-C991C4377FC1}" dt="2025-07-22T09:33:59.666" v="258" actId="1076"/>
          <ac:picMkLst>
            <pc:docMk/>
            <pc:sldMk cId="4072135879" sldId="590"/>
            <ac:picMk id="11" creationId="{062F518F-DFCE-D51F-C42D-1B8DAD530657}"/>
          </ac:picMkLst>
        </pc:picChg>
        <pc:picChg chg="add mod">
          <ac:chgData name="Deepika Vatsa" userId="f7100972-27fe-4ee6-8fb4-ec9b7931b409" providerId="ADAL" clId="{6884C358-F078-41E2-B52A-C991C4377FC1}" dt="2025-07-22T09:33:56.159" v="256" actId="1076"/>
          <ac:picMkLst>
            <pc:docMk/>
            <pc:sldMk cId="4072135879" sldId="590"/>
            <ac:picMk id="12" creationId="{D688BB6C-9417-8D92-55EB-D522DC679CCF}"/>
          </ac:picMkLst>
        </pc:picChg>
        <pc:picChg chg="add mod">
          <ac:chgData name="Deepika Vatsa" userId="f7100972-27fe-4ee6-8fb4-ec9b7931b409" providerId="ADAL" clId="{6884C358-F078-41E2-B52A-C991C4377FC1}" dt="2025-07-22T09:34:03.951" v="259" actId="1076"/>
          <ac:picMkLst>
            <pc:docMk/>
            <pc:sldMk cId="4072135879" sldId="590"/>
            <ac:picMk id="13" creationId="{299DD2B6-62B2-98BD-205B-D8B8B72CDD4D}"/>
          </ac:picMkLst>
        </pc:picChg>
        <pc:cxnChg chg="add mod">
          <ac:chgData name="Deepika Vatsa" userId="f7100972-27fe-4ee6-8fb4-ec9b7931b409" providerId="ADAL" clId="{6884C358-F078-41E2-B52A-C991C4377FC1}" dt="2025-07-23T05:20:42.730" v="3429"/>
          <ac:cxnSpMkLst>
            <pc:docMk/>
            <pc:sldMk cId="4072135879" sldId="590"/>
            <ac:cxnSpMk id="3" creationId="{E868FEB9-887F-37ED-60BD-FBD1105706A2}"/>
          </ac:cxnSpMkLst>
        </pc:cxnChg>
        <pc:cxnChg chg="del">
          <ac:chgData name="Deepika Vatsa" userId="f7100972-27fe-4ee6-8fb4-ec9b7931b409" providerId="ADAL" clId="{6884C358-F078-41E2-B52A-C991C4377FC1}" dt="2025-07-23T05:20:42.313" v="3428" actId="478"/>
          <ac:cxnSpMkLst>
            <pc:docMk/>
            <pc:sldMk cId="4072135879" sldId="590"/>
            <ac:cxnSpMk id="5" creationId="{50E184E5-16FE-EBD7-7894-1DC87C936193}"/>
          </ac:cxnSpMkLst>
        </pc:cxnChg>
      </pc:sldChg>
      <pc:sldChg chg="addSp delSp modSp add mod">
        <pc:chgData name="Deepika Vatsa" userId="f7100972-27fe-4ee6-8fb4-ec9b7931b409" providerId="ADAL" clId="{6884C358-F078-41E2-B52A-C991C4377FC1}" dt="2025-07-23T05:20:39.010" v="3427"/>
        <pc:sldMkLst>
          <pc:docMk/>
          <pc:sldMk cId="3439049211" sldId="591"/>
        </pc:sldMkLst>
        <pc:spChg chg="mod">
          <ac:chgData name="Deepika Vatsa" userId="f7100972-27fe-4ee6-8fb4-ec9b7931b409" providerId="ADAL" clId="{6884C358-F078-41E2-B52A-C991C4377FC1}" dt="2025-07-23T05:16:43.256" v="3363" actId="207"/>
          <ac:spMkLst>
            <pc:docMk/>
            <pc:sldMk cId="3439049211" sldId="591"/>
            <ac:spMk id="2" creationId="{00000000-0000-0000-0000-000000000000}"/>
          </ac:spMkLst>
        </pc:spChg>
        <pc:spChg chg="del">
          <ac:chgData name="Deepika Vatsa" userId="f7100972-27fe-4ee6-8fb4-ec9b7931b409" providerId="ADAL" clId="{6884C358-F078-41E2-B52A-C991C4377FC1}" dt="2025-07-22T09:35:48.586" v="290" actId="478"/>
          <ac:spMkLst>
            <pc:docMk/>
            <pc:sldMk cId="3439049211" sldId="591"/>
            <ac:spMk id="3" creationId="{00000000-0000-0000-0000-000000000000}"/>
          </ac:spMkLst>
        </pc:spChg>
        <pc:spChg chg="del">
          <ac:chgData name="Deepika Vatsa" userId="f7100972-27fe-4ee6-8fb4-ec9b7931b409" providerId="ADAL" clId="{6884C358-F078-41E2-B52A-C991C4377FC1}" dt="2025-07-22T09:35:45.766" v="289" actId="478"/>
          <ac:spMkLst>
            <pc:docMk/>
            <pc:sldMk cId="3439049211" sldId="591"/>
            <ac:spMk id="6" creationId="{DF1F7109-6D42-A6CD-F452-0870CFC44C57}"/>
          </ac:spMkLst>
        </pc:spChg>
        <pc:spChg chg="del">
          <ac:chgData name="Deepika Vatsa" userId="f7100972-27fe-4ee6-8fb4-ec9b7931b409" providerId="ADAL" clId="{6884C358-F078-41E2-B52A-C991C4377FC1}" dt="2025-07-22T09:35:48.586" v="290" actId="478"/>
          <ac:spMkLst>
            <pc:docMk/>
            <pc:sldMk cId="3439049211" sldId="591"/>
            <ac:spMk id="7" creationId="{FF220C66-A4E6-C8D7-391A-04D70E625C9C}"/>
          </ac:spMkLst>
        </pc:spChg>
        <pc:spChg chg="add del mod">
          <ac:chgData name="Deepika Vatsa" userId="f7100972-27fe-4ee6-8fb4-ec9b7931b409" providerId="ADAL" clId="{6884C358-F078-41E2-B52A-C991C4377FC1}" dt="2025-07-22T09:35:51.845" v="292" actId="478"/>
          <ac:spMkLst>
            <pc:docMk/>
            <pc:sldMk cId="3439049211" sldId="591"/>
            <ac:spMk id="8" creationId="{F57D67EC-941F-047B-5B83-163A12BECBA6}"/>
          </ac:spMkLst>
        </pc:spChg>
        <pc:spChg chg="del">
          <ac:chgData name="Deepika Vatsa" userId="f7100972-27fe-4ee6-8fb4-ec9b7931b409" providerId="ADAL" clId="{6884C358-F078-41E2-B52A-C991C4377FC1}" dt="2025-07-22T09:35:48.586" v="290" actId="478"/>
          <ac:spMkLst>
            <pc:docMk/>
            <pc:sldMk cId="3439049211" sldId="591"/>
            <ac:spMk id="10" creationId="{762B94E8-9E92-C874-B94F-CA816E8E5609}"/>
          </ac:spMkLst>
        </pc:spChg>
        <pc:spChg chg="add mod">
          <ac:chgData name="Deepika Vatsa" userId="f7100972-27fe-4ee6-8fb4-ec9b7931b409" providerId="ADAL" clId="{6884C358-F078-41E2-B52A-C991C4377FC1}" dt="2025-07-22T09:44:11.797" v="365" actId="20577"/>
          <ac:spMkLst>
            <pc:docMk/>
            <pc:sldMk cId="3439049211" sldId="591"/>
            <ac:spMk id="11" creationId="{06381CCD-359B-D8A2-1997-A5B56A02FD41}"/>
          </ac:spMkLst>
        </pc:spChg>
        <pc:cxnChg chg="add mod">
          <ac:chgData name="Deepika Vatsa" userId="f7100972-27fe-4ee6-8fb4-ec9b7931b409" providerId="ADAL" clId="{6884C358-F078-41E2-B52A-C991C4377FC1}" dt="2025-07-23T05:20:39.010" v="3427"/>
          <ac:cxnSpMkLst>
            <pc:docMk/>
            <pc:sldMk cId="3439049211" sldId="591"/>
            <ac:cxnSpMk id="3" creationId="{9FFC9232-0F3D-BF13-4461-6E51D2C9C5C7}"/>
          </ac:cxnSpMkLst>
        </pc:cxnChg>
        <pc:cxnChg chg="del">
          <ac:chgData name="Deepika Vatsa" userId="f7100972-27fe-4ee6-8fb4-ec9b7931b409" providerId="ADAL" clId="{6884C358-F078-41E2-B52A-C991C4377FC1}" dt="2025-07-23T05:20:38.614" v="3426" actId="478"/>
          <ac:cxnSpMkLst>
            <pc:docMk/>
            <pc:sldMk cId="3439049211" sldId="591"/>
            <ac:cxnSpMk id="5" creationId="{50E184E5-16FE-EBD7-7894-1DC87C936193}"/>
          </ac:cxnSpMkLst>
        </pc:cxnChg>
      </pc:sldChg>
      <pc:sldChg chg="addSp delSp modSp add mod">
        <pc:chgData name="Deepika Vatsa" userId="f7100972-27fe-4ee6-8fb4-ec9b7931b409" providerId="ADAL" clId="{6884C358-F078-41E2-B52A-C991C4377FC1}" dt="2025-07-23T05:20:46.224" v="3431"/>
        <pc:sldMkLst>
          <pc:docMk/>
          <pc:sldMk cId="3695788924" sldId="592"/>
        </pc:sldMkLst>
        <pc:spChg chg="mod">
          <ac:chgData name="Deepika Vatsa" userId="f7100972-27fe-4ee6-8fb4-ec9b7931b409" providerId="ADAL" clId="{6884C358-F078-41E2-B52A-C991C4377FC1}" dt="2025-07-23T05:16:54.290" v="3365" actId="207"/>
          <ac:spMkLst>
            <pc:docMk/>
            <pc:sldMk cId="3695788924" sldId="592"/>
            <ac:spMk id="2" creationId="{00000000-0000-0000-0000-000000000000}"/>
          </ac:spMkLst>
        </pc:spChg>
        <pc:picChg chg="add mod">
          <ac:chgData name="Deepika Vatsa" userId="f7100972-27fe-4ee6-8fb4-ec9b7931b409" providerId="ADAL" clId="{6884C358-F078-41E2-B52A-C991C4377FC1}" dt="2025-07-22T09:47:30.119" v="427" actId="1076"/>
          <ac:picMkLst>
            <pc:docMk/>
            <pc:sldMk cId="3695788924" sldId="592"/>
            <ac:picMk id="3" creationId="{780FB1CB-F0C4-259B-45AD-974689AE136B}"/>
          </ac:picMkLst>
        </pc:picChg>
        <pc:picChg chg="del">
          <ac:chgData name="Deepika Vatsa" userId="f7100972-27fe-4ee6-8fb4-ec9b7931b409" providerId="ADAL" clId="{6884C358-F078-41E2-B52A-C991C4377FC1}" dt="2025-07-22T09:47:24.492" v="423" actId="478"/>
          <ac:picMkLst>
            <pc:docMk/>
            <pc:sldMk cId="3695788924" sldId="592"/>
            <ac:picMk id="9" creationId="{C356703B-A591-E735-D099-756D6F0724A1}"/>
          </ac:picMkLst>
        </pc:picChg>
        <pc:picChg chg="del">
          <ac:chgData name="Deepika Vatsa" userId="f7100972-27fe-4ee6-8fb4-ec9b7931b409" providerId="ADAL" clId="{6884C358-F078-41E2-B52A-C991C4377FC1}" dt="2025-07-22T09:47:25.691" v="424" actId="478"/>
          <ac:picMkLst>
            <pc:docMk/>
            <pc:sldMk cId="3695788924" sldId="592"/>
            <ac:picMk id="11" creationId="{062F518F-DFCE-D51F-C42D-1B8DAD530657}"/>
          </ac:picMkLst>
        </pc:picChg>
        <pc:picChg chg="del">
          <ac:chgData name="Deepika Vatsa" userId="f7100972-27fe-4ee6-8fb4-ec9b7931b409" providerId="ADAL" clId="{6884C358-F078-41E2-B52A-C991C4377FC1}" dt="2025-07-22T09:47:26.976" v="425" actId="478"/>
          <ac:picMkLst>
            <pc:docMk/>
            <pc:sldMk cId="3695788924" sldId="592"/>
            <ac:picMk id="12" creationId="{D688BB6C-9417-8D92-55EB-D522DC679CCF}"/>
          </ac:picMkLst>
        </pc:picChg>
        <pc:picChg chg="del">
          <ac:chgData name="Deepika Vatsa" userId="f7100972-27fe-4ee6-8fb4-ec9b7931b409" providerId="ADAL" clId="{6884C358-F078-41E2-B52A-C991C4377FC1}" dt="2025-07-22T09:47:23.157" v="422" actId="478"/>
          <ac:picMkLst>
            <pc:docMk/>
            <pc:sldMk cId="3695788924" sldId="592"/>
            <ac:picMk id="13" creationId="{299DD2B6-62B2-98BD-205B-D8B8B72CDD4D}"/>
          </ac:picMkLst>
        </pc:picChg>
        <pc:cxnChg chg="add mod">
          <ac:chgData name="Deepika Vatsa" userId="f7100972-27fe-4ee6-8fb4-ec9b7931b409" providerId="ADAL" clId="{6884C358-F078-41E2-B52A-C991C4377FC1}" dt="2025-07-23T05:20:46.224" v="3431"/>
          <ac:cxnSpMkLst>
            <pc:docMk/>
            <pc:sldMk cId="3695788924" sldId="592"/>
            <ac:cxnSpMk id="4" creationId="{3BFC784D-5408-BD0B-6DA5-62F3FD69F164}"/>
          </ac:cxnSpMkLst>
        </pc:cxnChg>
        <pc:cxnChg chg="del">
          <ac:chgData name="Deepika Vatsa" userId="f7100972-27fe-4ee6-8fb4-ec9b7931b409" providerId="ADAL" clId="{6884C358-F078-41E2-B52A-C991C4377FC1}" dt="2025-07-23T05:20:45.811" v="3430" actId="478"/>
          <ac:cxnSpMkLst>
            <pc:docMk/>
            <pc:sldMk cId="3695788924" sldId="592"/>
            <ac:cxnSpMk id="5" creationId="{50E184E5-16FE-EBD7-7894-1DC87C936193}"/>
          </ac:cxnSpMkLst>
        </pc:cxnChg>
      </pc:sldChg>
      <pc:sldChg chg="addSp delSp modSp add mod">
        <pc:chgData name="Deepika Vatsa" userId="f7100972-27fe-4ee6-8fb4-ec9b7931b409" providerId="ADAL" clId="{6884C358-F078-41E2-B52A-C991C4377FC1}" dt="2025-07-23T05:20:54.403" v="3435"/>
        <pc:sldMkLst>
          <pc:docMk/>
          <pc:sldMk cId="1876629941" sldId="593"/>
        </pc:sldMkLst>
        <pc:spChg chg="del">
          <ac:chgData name="Deepika Vatsa" userId="f7100972-27fe-4ee6-8fb4-ec9b7931b409" providerId="ADAL" clId="{6884C358-F078-41E2-B52A-C991C4377FC1}" dt="2025-07-22T09:48:33.749" v="445" actId="478"/>
          <ac:spMkLst>
            <pc:docMk/>
            <pc:sldMk cId="1876629941" sldId="593"/>
            <ac:spMk id="4" creationId="{00000000-0000-0000-0000-000000000000}"/>
          </ac:spMkLst>
        </pc:spChg>
        <pc:spChg chg="mod">
          <ac:chgData name="Deepika Vatsa" userId="f7100972-27fe-4ee6-8fb4-ec9b7931b409" providerId="ADAL" clId="{6884C358-F078-41E2-B52A-C991C4377FC1}" dt="2025-07-23T05:17:03.918" v="3367" actId="207"/>
          <ac:spMkLst>
            <pc:docMk/>
            <pc:sldMk cId="1876629941" sldId="593"/>
            <ac:spMk id="8" creationId="{991BA802-3D45-4E0C-D372-BE4FFEF41DD1}"/>
          </ac:spMkLst>
        </pc:spChg>
        <pc:picChg chg="add mod">
          <ac:chgData name="Deepika Vatsa" userId="f7100972-27fe-4ee6-8fb4-ec9b7931b409" providerId="ADAL" clId="{6884C358-F078-41E2-B52A-C991C4377FC1}" dt="2025-07-22T09:48:37.216" v="446" actId="1076"/>
          <ac:picMkLst>
            <pc:docMk/>
            <pc:sldMk cId="1876629941" sldId="593"/>
            <ac:picMk id="2" creationId="{22289BA6-595C-092F-1636-E2409F3160FF}"/>
          </ac:picMkLst>
        </pc:picChg>
        <pc:picChg chg="del">
          <ac:chgData name="Deepika Vatsa" userId="f7100972-27fe-4ee6-8fb4-ec9b7931b409" providerId="ADAL" clId="{6884C358-F078-41E2-B52A-C991C4377FC1}" dt="2025-07-22T09:48:28.505" v="442" actId="478"/>
          <ac:picMkLst>
            <pc:docMk/>
            <pc:sldMk cId="1876629941" sldId="593"/>
            <ac:picMk id="11" creationId="{C4C88D64-41B1-3E23-255C-8D6CD72FE16B}"/>
          </ac:picMkLst>
        </pc:picChg>
        <pc:cxnChg chg="add mod">
          <ac:chgData name="Deepika Vatsa" userId="f7100972-27fe-4ee6-8fb4-ec9b7931b409" providerId="ADAL" clId="{6884C358-F078-41E2-B52A-C991C4377FC1}" dt="2025-07-23T05:20:54.403" v="3435"/>
          <ac:cxnSpMkLst>
            <pc:docMk/>
            <pc:sldMk cId="1876629941" sldId="593"/>
            <ac:cxnSpMk id="3" creationId="{69F5443E-C01E-3D27-219E-2E87903016D9}"/>
          </ac:cxnSpMkLst>
        </pc:cxnChg>
        <pc:cxnChg chg="del">
          <ac:chgData name="Deepika Vatsa" userId="f7100972-27fe-4ee6-8fb4-ec9b7931b409" providerId="ADAL" clId="{6884C358-F078-41E2-B52A-C991C4377FC1}" dt="2025-07-23T05:20:54.014" v="3434" actId="478"/>
          <ac:cxnSpMkLst>
            <pc:docMk/>
            <pc:sldMk cId="1876629941" sldId="593"/>
            <ac:cxnSpMk id="5" creationId="{D12CAC9D-CDF2-ED92-8F02-70DAC510318D}"/>
          </ac:cxnSpMkLst>
        </pc:cxnChg>
      </pc:sldChg>
      <pc:sldChg chg="addSp delSp modSp add mod">
        <pc:chgData name="Deepika Vatsa" userId="f7100972-27fe-4ee6-8fb4-ec9b7931b409" providerId="ADAL" clId="{6884C358-F078-41E2-B52A-C991C4377FC1}" dt="2025-07-23T05:20:58.202" v="3437"/>
        <pc:sldMkLst>
          <pc:docMk/>
          <pc:sldMk cId="2583576287" sldId="594"/>
        </pc:sldMkLst>
        <pc:spChg chg="add mod">
          <ac:chgData name="Deepika Vatsa" userId="f7100972-27fe-4ee6-8fb4-ec9b7931b409" providerId="ADAL" clId="{6884C358-F078-41E2-B52A-C991C4377FC1}" dt="2025-07-22T10:00:49.069" v="727" actId="1038"/>
          <ac:spMkLst>
            <pc:docMk/>
            <pc:sldMk cId="2583576287" sldId="594"/>
            <ac:spMk id="6" creationId="{306222C9-0521-EF58-FCA8-88726E3AA54A}"/>
          </ac:spMkLst>
        </pc:spChg>
        <pc:spChg chg="add mod">
          <ac:chgData name="Deepika Vatsa" userId="f7100972-27fe-4ee6-8fb4-ec9b7931b409" providerId="ADAL" clId="{6884C358-F078-41E2-B52A-C991C4377FC1}" dt="2025-07-22T10:00:49.069" v="727" actId="1038"/>
          <ac:spMkLst>
            <pc:docMk/>
            <pc:sldMk cId="2583576287" sldId="594"/>
            <ac:spMk id="7" creationId="{41F3D0F9-36A4-1DEC-B009-0E145E036B07}"/>
          </ac:spMkLst>
        </pc:spChg>
        <pc:spChg chg="mod">
          <ac:chgData name="Deepika Vatsa" userId="f7100972-27fe-4ee6-8fb4-ec9b7931b409" providerId="ADAL" clId="{6884C358-F078-41E2-B52A-C991C4377FC1}" dt="2025-07-23T05:17:08.699" v="3368" actId="207"/>
          <ac:spMkLst>
            <pc:docMk/>
            <pc:sldMk cId="2583576287" sldId="594"/>
            <ac:spMk id="8" creationId="{991BA802-3D45-4E0C-D372-BE4FFEF41DD1}"/>
          </ac:spMkLst>
        </pc:spChg>
        <pc:spChg chg="add mod">
          <ac:chgData name="Deepika Vatsa" userId="f7100972-27fe-4ee6-8fb4-ec9b7931b409" providerId="ADAL" clId="{6884C358-F078-41E2-B52A-C991C4377FC1}" dt="2025-07-22T10:00:49.069" v="727" actId="1038"/>
          <ac:spMkLst>
            <pc:docMk/>
            <pc:sldMk cId="2583576287" sldId="594"/>
            <ac:spMk id="10" creationId="{C075F099-43B8-F612-EEB7-EA60283F766E}"/>
          </ac:spMkLst>
        </pc:spChg>
        <pc:spChg chg="add mod">
          <ac:chgData name="Deepika Vatsa" userId="f7100972-27fe-4ee6-8fb4-ec9b7931b409" providerId="ADAL" clId="{6884C358-F078-41E2-B52A-C991C4377FC1}" dt="2025-07-22T10:00:49.069" v="727" actId="1038"/>
          <ac:spMkLst>
            <pc:docMk/>
            <pc:sldMk cId="2583576287" sldId="594"/>
            <ac:spMk id="12" creationId="{4E13DD79-D7A3-56C4-1219-626F93F20780}"/>
          </ac:spMkLst>
        </pc:spChg>
        <pc:picChg chg="del">
          <ac:chgData name="Deepika Vatsa" userId="f7100972-27fe-4ee6-8fb4-ec9b7931b409" providerId="ADAL" clId="{6884C358-F078-41E2-B52A-C991C4377FC1}" dt="2025-07-22T10:00:34.658" v="716" actId="478"/>
          <ac:picMkLst>
            <pc:docMk/>
            <pc:sldMk cId="2583576287" sldId="594"/>
            <ac:picMk id="2" creationId="{22289BA6-595C-092F-1636-E2409F3160FF}"/>
          </ac:picMkLst>
        </pc:picChg>
        <pc:picChg chg="add mod">
          <ac:chgData name="Deepika Vatsa" userId="f7100972-27fe-4ee6-8fb4-ec9b7931b409" providerId="ADAL" clId="{6884C358-F078-41E2-B52A-C991C4377FC1}" dt="2025-07-22T10:00:49.069" v="727" actId="1038"/>
          <ac:picMkLst>
            <pc:docMk/>
            <pc:sldMk cId="2583576287" sldId="594"/>
            <ac:picMk id="3" creationId="{236E3EE2-16FE-131B-ECBF-55568068757F}"/>
          </ac:picMkLst>
        </pc:picChg>
        <pc:picChg chg="add mod">
          <ac:chgData name="Deepika Vatsa" userId="f7100972-27fe-4ee6-8fb4-ec9b7931b409" providerId="ADAL" clId="{6884C358-F078-41E2-B52A-C991C4377FC1}" dt="2025-07-22T10:00:49.069" v="727" actId="1038"/>
          <ac:picMkLst>
            <pc:docMk/>
            <pc:sldMk cId="2583576287" sldId="594"/>
            <ac:picMk id="4" creationId="{9A1AD1A2-9FF8-5D81-B390-C61128637D1C}"/>
          </ac:picMkLst>
        </pc:picChg>
        <pc:picChg chg="add mod">
          <ac:chgData name="Deepika Vatsa" userId="f7100972-27fe-4ee6-8fb4-ec9b7931b409" providerId="ADAL" clId="{6884C358-F078-41E2-B52A-C991C4377FC1}" dt="2025-07-22T10:00:49.069" v="727" actId="1038"/>
          <ac:picMkLst>
            <pc:docMk/>
            <pc:sldMk cId="2583576287" sldId="594"/>
            <ac:picMk id="9" creationId="{8ACCF344-D431-27F4-3519-E0D1C20E073B}"/>
          </ac:picMkLst>
        </pc:picChg>
        <pc:picChg chg="add mod">
          <ac:chgData name="Deepika Vatsa" userId="f7100972-27fe-4ee6-8fb4-ec9b7931b409" providerId="ADAL" clId="{6884C358-F078-41E2-B52A-C991C4377FC1}" dt="2025-07-22T10:00:49.069" v="727" actId="1038"/>
          <ac:picMkLst>
            <pc:docMk/>
            <pc:sldMk cId="2583576287" sldId="594"/>
            <ac:picMk id="11" creationId="{8640DA5C-AE56-878C-7DE7-A11F9AA0475B}"/>
          </ac:picMkLst>
        </pc:picChg>
        <pc:cxnChg chg="add mod">
          <ac:chgData name="Deepika Vatsa" userId="f7100972-27fe-4ee6-8fb4-ec9b7931b409" providerId="ADAL" clId="{6884C358-F078-41E2-B52A-C991C4377FC1}" dt="2025-07-23T05:20:58.202" v="3437"/>
          <ac:cxnSpMkLst>
            <pc:docMk/>
            <pc:sldMk cId="2583576287" sldId="594"/>
            <ac:cxnSpMk id="2" creationId="{83273B41-403D-3A3C-8252-05D272C66098}"/>
          </ac:cxnSpMkLst>
        </pc:cxnChg>
        <pc:cxnChg chg="del">
          <ac:chgData name="Deepika Vatsa" userId="f7100972-27fe-4ee6-8fb4-ec9b7931b409" providerId="ADAL" clId="{6884C358-F078-41E2-B52A-C991C4377FC1}" dt="2025-07-23T05:20:57.814" v="3436" actId="478"/>
          <ac:cxnSpMkLst>
            <pc:docMk/>
            <pc:sldMk cId="2583576287" sldId="594"/>
            <ac:cxnSpMk id="5" creationId="{D12CAC9D-CDF2-ED92-8F02-70DAC510318D}"/>
          </ac:cxnSpMkLst>
        </pc:cxnChg>
      </pc:sldChg>
      <pc:sldChg chg="addSp delSp modSp add mod">
        <pc:chgData name="Deepika Vatsa" userId="f7100972-27fe-4ee6-8fb4-ec9b7931b409" providerId="ADAL" clId="{6884C358-F078-41E2-B52A-C991C4377FC1}" dt="2025-07-23T05:21:13.213" v="3446"/>
        <pc:sldMkLst>
          <pc:docMk/>
          <pc:sldMk cId="3729385034" sldId="595"/>
        </pc:sldMkLst>
        <pc:spChg chg="mod">
          <ac:chgData name="Deepika Vatsa" userId="f7100972-27fe-4ee6-8fb4-ec9b7931b409" providerId="ADAL" clId="{6884C358-F078-41E2-B52A-C991C4377FC1}" dt="2025-07-23T05:17:55.758" v="3385" actId="1035"/>
          <ac:spMkLst>
            <pc:docMk/>
            <pc:sldMk cId="3729385034" sldId="595"/>
            <ac:spMk id="2" creationId="{00000000-0000-0000-0000-000000000000}"/>
          </ac:spMkLst>
        </pc:spChg>
        <pc:spChg chg="del mod">
          <ac:chgData name="Deepika Vatsa" userId="f7100972-27fe-4ee6-8fb4-ec9b7931b409" providerId="ADAL" clId="{6884C358-F078-41E2-B52A-C991C4377FC1}" dt="2025-07-23T05:06:56.645" v="3287" actId="478"/>
          <ac:spMkLst>
            <pc:docMk/>
            <pc:sldMk cId="3729385034" sldId="595"/>
            <ac:spMk id="3" creationId="{00000000-0000-0000-0000-000000000000}"/>
          </ac:spMkLst>
        </pc:spChg>
        <pc:spChg chg="del">
          <ac:chgData name="Deepika Vatsa" userId="f7100972-27fe-4ee6-8fb4-ec9b7931b409" providerId="ADAL" clId="{6884C358-F078-41E2-B52A-C991C4377FC1}" dt="2025-07-22T10:05:47.046" v="768" actId="478"/>
          <ac:spMkLst>
            <pc:docMk/>
            <pc:sldMk cId="3729385034" sldId="595"/>
            <ac:spMk id="4" creationId="{00000000-0000-0000-0000-000000000000}"/>
          </ac:spMkLst>
        </pc:spChg>
        <pc:spChg chg="add del mod">
          <ac:chgData name="Deepika Vatsa" userId="f7100972-27fe-4ee6-8fb4-ec9b7931b409" providerId="ADAL" clId="{6884C358-F078-41E2-B52A-C991C4377FC1}" dt="2025-07-23T05:06:58.461" v="3288" actId="478"/>
          <ac:spMkLst>
            <pc:docMk/>
            <pc:sldMk cId="3729385034" sldId="595"/>
            <ac:spMk id="6" creationId="{595294C1-D83A-223D-E5DF-2687F4C0C4C3}"/>
          </ac:spMkLst>
        </pc:spChg>
        <pc:spChg chg="add mod">
          <ac:chgData name="Deepika Vatsa" userId="f7100972-27fe-4ee6-8fb4-ec9b7931b409" providerId="ADAL" clId="{6884C358-F078-41E2-B52A-C991C4377FC1}" dt="2025-07-23T05:07:00.405" v="3290"/>
          <ac:spMkLst>
            <pc:docMk/>
            <pc:sldMk cId="3729385034" sldId="595"/>
            <ac:spMk id="8" creationId="{07DF8378-AAD8-5F9D-5926-27ECBAD72119}"/>
          </ac:spMkLst>
        </pc:spChg>
        <pc:picChg chg="add del mod">
          <ac:chgData name="Deepika Vatsa" userId="f7100972-27fe-4ee6-8fb4-ec9b7931b409" providerId="ADAL" clId="{6884C358-F078-41E2-B52A-C991C4377FC1}" dt="2025-07-23T05:06:59.846" v="3289" actId="478"/>
          <ac:picMkLst>
            <pc:docMk/>
            <pc:sldMk cId="3729385034" sldId="595"/>
            <ac:picMk id="5" creationId="{05A945AB-0130-AB94-D6EA-8E8B4C8C69B4}"/>
          </ac:picMkLst>
        </pc:picChg>
        <pc:cxnChg chg="add mod">
          <ac:chgData name="Deepika Vatsa" userId="f7100972-27fe-4ee6-8fb4-ec9b7931b409" providerId="ADAL" clId="{6884C358-F078-41E2-B52A-C991C4377FC1}" dt="2025-07-23T05:21:13.213" v="3446"/>
          <ac:cxnSpMkLst>
            <pc:docMk/>
            <pc:sldMk cId="3729385034" sldId="595"/>
            <ac:cxnSpMk id="3" creationId="{91A758A6-68A7-3C5B-4901-273664385E64}"/>
          </ac:cxnSpMkLst>
        </pc:cxnChg>
        <pc:cxnChg chg="del">
          <ac:chgData name="Deepika Vatsa" userId="f7100972-27fe-4ee6-8fb4-ec9b7931b409" providerId="ADAL" clId="{6884C358-F078-41E2-B52A-C991C4377FC1}" dt="2025-07-23T05:21:12.833" v="3445" actId="478"/>
          <ac:cxnSpMkLst>
            <pc:docMk/>
            <pc:sldMk cId="3729385034" sldId="595"/>
            <ac:cxnSpMk id="7" creationId="{65C76CC1-B771-E13B-D742-340E1D5CAD8C}"/>
          </ac:cxnSpMkLst>
        </pc:cxnChg>
      </pc:sldChg>
      <pc:sldChg chg="addSp delSp modSp add mod">
        <pc:chgData name="Deepika Vatsa" userId="f7100972-27fe-4ee6-8fb4-ec9b7931b409" providerId="ADAL" clId="{6884C358-F078-41E2-B52A-C991C4377FC1}" dt="2025-07-23T05:21:20.447" v="3450"/>
        <pc:sldMkLst>
          <pc:docMk/>
          <pc:sldMk cId="1503747669" sldId="596"/>
        </pc:sldMkLst>
        <pc:spChg chg="del">
          <ac:chgData name="Deepika Vatsa" userId="f7100972-27fe-4ee6-8fb4-ec9b7931b409" providerId="ADAL" clId="{6884C358-F078-41E2-B52A-C991C4377FC1}" dt="2025-07-23T05:18:01.094" v="3386" actId="478"/>
          <ac:spMkLst>
            <pc:docMk/>
            <pc:sldMk cId="1503747669" sldId="596"/>
            <ac:spMk id="2" creationId="{00000000-0000-0000-0000-000000000000}"/>
          </ac:spMkLst>
        </pc:spChg>
        <pc:spChg chg="mod">
          <ac:chgData name="Deepika Vatsa" userId="f7100972-27fe-4ee6-8fb4-ec9b7931b409" providerId="ADAL" clId="{6884C358-F078-41E2-B52A-C991C4377FC1}" dt="2025-07-22T10:08:16.400" v="798" actId="27636"/>
          <ac:spMkLst>
            <pc:docMk/>
            <pc:sldMk cId="1503747669" sldId="596"/>
            <ac:spMk id="3" creationId="{00000000-0000-0000-0000-000000000000}"/>
          </ac:spMkLst>
        </pc:spChg>
        <pc:spChg chg="add del mod">
          <ac:chgData name="Deepika Vatsa" userId="f7100972-27fe-4ee6-8fb4-ec9b7931b409" providerId="ADAL" clId="{6884C358-F078-41E2-B52A-C991C4377FC1}" dt="2025-07-23T05:18:04.034" v="3387" actId="478"/>
          <ac:spMkLst>
            <pc:docMk/>
            <pc:sldMk cId="1503747669" sldId="596"/>
            <ac:spMk id="6" creationId="{F876691B-7F3C-2C15-70BC-01577E758222}"/>
          </ac:spMkLst>
        </pc:spChg>
        <pc:spChg chg="add mod">
          <ac:chgData name="Deepika Vatsa" userId="f7100972-27fe-4ee6-8fb4-ec9b7931b409" providerId="ADAL" clId="{6884C358-F078-41E2-B52A-C991C4377FC1}" dt="2025-07-23T05:18:09.803" v="3388"/>
          <ac:spMkLst>
            <pc:docMk/>
            <pc:sldMk cId="1503747669" sldId="596"/>
            <ac:spMk id="8" creationId="{FAF0F256-03EF-AA03-B292-4A3D50B362A1}"/>
          </ac:spMkLst>
        </pc:spChg>
        <pc:picChg chg="add mod">
          <ac:chgData name="Deepika Vatsa" userId="f7100972-27fe-4ee6-8fb4-ec9b7931b409" providerId="ADAL" clId="{6884C358-F078-41E2-B52A-C991C4377FC1}" dt="2025-07-22T10:08:13.823" v="796" actId="14100"/>
          <ac:picMkLst>
            <pc:docMk/>
            <pc:sldMk cId="1503747669" sldId="596"/>
            <ac:picMk id="4" creationId="{AEF005CF-B525-14E8-5F26-09F83936D256}"/>
          </ac:picMkLst>
        </pc:picChg>
        <pc:picChg chg="del">
          <ac:chgData name="Deepika Vatsa" userId="f7100972-27fe-4ee6-8fb4-ec9b7931b409" providerId="ADAL" clId="{6884C358-F078-41E2-B52A-C991C4377FC1}" dt="2025-07-22T10:07:40.420" v="793" actId="478"/>
          <ac:picMkLst>
            <pc:docMk/>
            <pc:sldMk cId="1503747669" sldId="596"/>
            <ac:picMk id="5" creationId="{05A945AB-0130-AB94-D6EA-8E8B4C8C69B4}"/>
          </ac:picMkLst>
        </pc:picChg>
        <pc:cxnChg chg="del">
          <ac:chgData name="Deepika Vatsa" userId="f7100972-27fe-4ee6-8fb4-ec9b7931b409" providerId="ADAL" clId="{6884C358-F078-41E2-B52A-C991C4377FC1}" dt="2025-07-23T05:21:20.066" v="3449" actId="478"/>
          <ac:cxnSpMkLst>
            <pc:docMk/>
            <pc:sldMk cId="1503747669" sldId="596"/>
            <ac:cxnSpMk id="7" creationId="{65C76CC1-B771-E13B-D742-340E1D5CAD8C}"/>
          </ac:cxnSpMkLst>
        </pc:cxnChg>
        <pc:cxnChg chg="add mod">
          <ac:chgData name="Deepika Vatsa" userId="f7100972-27fe-4ee6-8fb4-ec9b7931b409" providerId="ADAL" clId="{6884C358-F078-41E2-B52A-C991C4377FC1}" dt="2025-07-23T05:21:20.447" v="3450"/>
          <ac:cxnSpMkLst>
            <pc:docMk/>
            <pc:sldMk cId="1503747669" sldId="596"/>
            <ac:cxnSpMk id="9" creationId="{3A23A287-BBE3-562E-ABE0-5090EACFAE71}"/>
          </ac:cxnSpMkLst>
        </pc:cxnChg>
      </pc:sldChg>
      <pc:sldChg chg="addSp delSp modSp add mod">
        <pc:chgData name="Deepika Vatsa" userId="f7100972-27fe-4ee6-8fb4-ec9b7931b409" providerId="ADAL" clId="{6884C358-F078-41E2-B52A-C991C4377FC1}" dt="2025-07-23T05:21:40.576" v="3459" actId="14100"/>
        <pc:sldMkLst>
          <pc:docMk/>
          <pc:sldMk cId="2169252664" sldId="597"/>
        </pc:sldMkLst>
        <pc:spChg chg="del">
          <ac:chgData name="Deepika Vatsa" userId="f7100972-27fe-4ee6-8fb4-ec9b7931b409" providerId="ADAL" clId="{6884C358-F078-41E2-B52A-C991C4377FC1}" dt="2025-07-23T05:18:51.798" v="3397" actId="478"/>
          <ac:spMkLst>
            <pc:docMk/>
            <pc:sldMk cId="2169252664" sldId="597"/>
            <ac:spMk id="2" creationId="{91E18C70-E367-59EE-B161-70D8F2FCB574}"/>
          </ac:spMkLst>
        </pc:spChg>
        <pc:spChg chg="mod">
          <ac:chgData name="Deepika Vatsa" userId="f7100972-27fe-4ee6-8fb4-ec9b7931b409" providerId="ADAL" clId="{6884C358-F078-41E2-B52A-C991C4377FC1}" dt="2025-07-23T05:21:40.576" v="3459" actId="14100"/>
          <ac:spMkLst>
            <pc:docMk/>
            <pc:sldMk cId="2169252664" sldId="597"/>
            <ac:spMk id="4" creationId="{7776C47F-6F4E-DC03-37A6-E7A3B197AE34}"/>
          </ac:spMkLst>
        </pc:spChg>
        <pc:spChg chg="add del mod">
          <ac:chgData name="Deepika Vatsa" userId="f7100972-27fe-4ee6-8fb4-ec9b7931b409" providerId="ADAL" clId="{6884C358-F078-41E2-B52A-C991C4377FC1}" dt="2025-07-23T05:18:53.707" v="3398" actId="478"/>
          <ac:spMkLst>
            <pc:docMk/>
            <pc:sldMk cId="2169252664" sldId="597"/>
            <ac:spMk id="6" creationId="{53F1752F-2FDE-42D9-4D71-76064AA39AAB}"/>
          </ac:spMkLst>
        </pc:spChg>
        <pc:spChg chg="add mod">
          <ac:chgData name="Deepika Vatsa" userId="f7100972-27fe-4ee6-8fb4-ec9b7931b409" providerId="ADAL" clId="{6884C358-F078-41E2-B52A-C991C4377FC1}" dt="2025-07-23T05:18:54.461" v="3399"/>
          <ac:spMkLst>
            <pc:docMk/>
            <pc:sldMk cId="2169252664" sldId="597"/>
            <ac:spMk id="7" creationId="{3C6ACF8F-B531-BE5A-2C1D-263F00828601}"/>
          </ac:spMkLst>
        </pc:spChg>
        <pc:cxnChg chg="del">
          <ac:chgData name="Deepika Vatsa" userId="f7100972-27fe-4ee6-8fb4-ec9b7931b409" providerId="ADAL" clId="{6884C358-F078-41E2-B52A-C991C4377FC1}" dt="2025-07-23T05:21:36.683" v="3457" actId="478"/>
          <ac:cxnSpMkLst>
            <pc:docMk/>
            <pc:sldMk cId="2169252664" sldId="597"/>
            <ac:cxnSpMk id="5" creationId="{B2627C12-E6DC-37C6-3534-91290B918037}"/>
          </ac:cxnSpMkLst>
        </pc:cxnChg>
        <pc:cxnChg chg="add mod">
          <ac:chgData name="Deepika Vatsa" userId="f7100972-27fe-4ee6-8fb4-ec9b7931b409" providerId="ADAL" clId="{6884C358-F078-41E2-B52A-C991C4377FC1}" dt="2025-07-23T05:21:37.159" v="3458"/>
          <ac:cxnSpMkLst>
            <pc:docMk/>
            <pc:sldMk cId="2169252664" sldId="597"/>
            <ac:cxnSpMk id="8" creationId="{960C88F0-C429-DECE-0649-D90C3C9B4B3F}"/>
          </ac:cxnSpMkLst>
        </pc:cxnChg>
      </pc:sldChg>
      <pc:sldChg chg="addSp delSp modSp add mod">
        <pc:chgData name="Deepika Vatsa" userId="f7100972-27fe-4ee6-8fb4-ec9b7931b409" providerId="ADAL" clId="{6884C358-F078-41E2-B52A-C991C4377FC1}" dt="2025-07-23T05:20:01.713" v="3413" actId="14100"/>
        <pc:sldMkLst>
          <pc:docMk/>
          <pc:sldMk cId="3506553672" sldId="598"/>
        </pc:sldMkLst>
        <pc:spChg chg="del">
          <ac:chgData name="Deepika Vatsa" userId="f7100972-27fe-4ee6-8fb4-ec9b7931b409" providerId="ADAL" clId="{6884C358-F078-41E2-B52A-C991C4377FC1}" dt="2025-07-23T05:18:58.744" v="3400" actId="478"/>
          <ac:spMkLst>
            <pc:docMk/>
            <pc:sldMk cId="3506553672" sldId="598"/>
            <ac:spMk id="2" creationId="{91E18C70-E367-59EE-B161-70D8F2FCB574}"/>
          </ac:spMkLst>
        </pc:spChg>
        <pc:spChg chg="mod">
          <ac:chgData name="Deepika Vatsa" userId="f7100972-27fe-4ee6-8fb4-ec9b7931b409" providerId="ADAL" clId="{6884C358-F078-41E2-B52A-C991C4377FC1}" dt="2025-07-23T05:19:53.232" v="3412" actId="14100"/>
          <ac:spMkLst>
            <pc:docMk/>
            <pc:sldMk cId="3506553672" sldId="598"/>
            <ac:spMk id="4" creationId="{7776C47F-6F4E-DC03-37A6-E7A3B197AE34}"/>
          </ac:spMkLst>
        </pc:spChg>
        <pc:spChg chg="add del mod">
          <ac:chgData name="Deepika Vatsa" userId="f7100972-27fe-4ee6-8fb4-ec9b7931b409" providerId="ADAL" clId="{6884C358-F078-41E2-B52A-C991C4377FC1}" dt="2025-07-23T05:19:00.479" v="3401" actId="478"/>
          <ac:spMkLst>
            <pc:docMk/>
            <pc:sldMk cId="3506553672" sldId="598"/>
            <ac:spMk id="6" creationId="{F683307C-B106-FF61-47F6-9AF0281F23D5}"/>
          </ac:spMkLst>
        </pc:spChg>
        <pc:spChg chg="add mod">
          <ac:chgData name="Deepika Vatsa" userId="f7100972-27fe-4ee6-8fb4-ec9b7931b409" providerId="ADAL" clId="{6884C358-F078-41E2-B52A-C991C4377FC1}" dt="2025-07-23T05:19:01.147" v="3402"/>
          <ac:spMkLst>
            <pc:docMk/>
            <pc:sldMk cId="3506553672" sldId="598"/>
            <ac:spMk id="7" creationId="{E0A3D3E7-23FD-A7A2-4008-A85FD6ED147D}"/>
          </ac:spMkLst>
        </pc:spChg>
        <pc:cxnChg chg="mod">
          <ac:chgData name="Deepika Vatsa" userId="f7100972-27fe-4ee6-8fb4-ec9b7931b409" providerId="ADAL" clId="{6884C358-F078-41E2-B52A-C991C4377FC1}" dt="2025-07-23T05:20:01.713" v="3413" actId="14100"/>
          <ac:cxnSpMkLst>
            <pc:docMk/>
            <pc:sldMk cId="3506553672" sldId="598"/>
            <ac:cxnSpMk id="5" creationId="{B2627C12-E6DC-37C6-3534-91290B918037}"/>
          </ac:cxnSpMkLst>
        </pc:cxnChg>
      </pc:sldChg>
      <pc:sldChg chg="addSp delSp modSp add del mod">
        <pc:chgData name="Deepika Vatsa" userId="f7100972-27fe-4ee6-8fb4-ec9b7931b409" providerId="ADAL" clId="{6884C358-F078-41E2-B52A-C991C4377FC1}" dt="2025-07-23T05:23:59.015" v="3535" actId="47"/>
        <pc:sldMkLst>
          <pc:docMk/>
          <pc:sldMk cId="2401294685" sldId="599"/>
        </pc:sldMkLst>
        <pc:spChg chg="del">
          <ac:chgData name="Deepika Vatsa" userId="f7100972-27fe-4ee6-8fb4-ec9b7931b409" providerId="ADAL" clId="{6884C358-F078-41E2-B52A-C991C4377FC1}" dt="2025-07-23T05:14:27.661" v="3341" actId="478"/>
          <ac:spMkLst>
            <pc:docMk/>
            <pc:sldMk cId="2401294685" sldId="599"/>
            <ac:spMk id="2" creationId="{CD4594CC-77DE-BEF3-7ACE-59D14DBBA2F4}"/>
          </ac:spMkLst>
        </pc:spChg>
        <pc:spChg chg="mod">
          <ac:chgData name="Deepika Vatsa" userId="f7100972-27fe-4ee6-8fb4-ec9b7931b409" providerId="ADAL" clId="{6884C358-F078-41E2-B52A-C991C4377FC1}" dt="2025-07-23T05:14:09.013" v="3339" actId="207"/>
          <ac:spMkLst>
            <pc:docMk/>
            <pc:sldMk cId="2401294685" sldId="599"/>
            <ac:spMk id="4" creationId="{170DDB5B-6792-55DA-AF63-9A96FA1939A3}"/>
          </ac:spMkLst>
        </pc:spChg>
        <pc:spChg chg="add del mod">
          <ac:chgData name="Deepika Vatsa" userId="f7100972-27fe-4ee6-8fb4-ec9b7931b409" providerId="ADAL" clId="{6884C358-F078-41E2-B52A-C991C4377FC1}" dt="2025-07-23T05:14:30.418" v="3342" actId="478"/>
          <ac:spMkLst>
            <pc:docMk/>
            <pc:sldMk cId="2401294685" sldId="599"/>
            <ac:spMk id="6" creationId="{4BF9E284-5898-8DDF-CE9A-3C976785F937}"/>
          </ac:spMkLst>
        </pc:spChg>
        <pc:spChg chg="add mod">
          <ac:chgData name="Deepika Vatsa" userId="f7100972-27fe-4ee6-8fb4-ec9b7931b409" providerId="ADAL" clId="{6884C358-F078-41E2-B52A-C991C4377FC1}" dt="2025-07-23T05:14:30.951" v="3343"/>
          <ac:spMkLst>
            <pc:docMk/>
            <pc:sldMk cId="2401294685" sldId="599"/>
            <ac:spMk id="7" creationId="{0119B940-AB8B-E340-E8DC-D2BDFC2C2C8E}"/>
          </ac:spMkLst>
        </pc:spChg>
      </pc:sldChg>
      <pc:sldChg chg="addSp delSp modSp add del mod">
        <pc:chgData name="Deepika Vatsa" userId="f7100972-27fe-4ee6-8fb4-ec9b7931b409" providerId="ADAL" clId="{6884C358-F078-41E2-B52A-C991C4377FC1}" dt="2025-07-23T05:24:38.241" v="3543" actId="2696"/>
        <pc:sldMkLst>
          <pc:docMk/>
          <pc:sldMk cId="3029789361" sldId="600"/>
        </pc:sldMkLst>
        <pc:spChg chg="del">
          <ac:chgData name="Deepika Vatsa" userId="f7100972-27fe-4ee6-8fb4-ec9b7931b409" providerId="ADAL" clId="{6884C358-F078-41E2-B52A-C991C4377FC1}" dt="2025-07-23T05:14:36.566" v="3344" actId="478"/>
          <ac:spMkLst>
            <pc:docMk/>
            <pc:sldMk cId="3029789361" sldId="600"/>
            <ac:spMk id="2" creationId="{CD4594CC-77DE-BEF3-7ACE-59D14DBBA2F4}"/>
          </ac:spMkLst>
        </pc:spChg>
        <pc:spChg chg="mod">
          <ac:chgData name="Deepika Vatsa" userId="f7100972-27fe-4ee6-8fb4-ec9b7931b409" providerId="ADAL" clId="{6884C358-F078-41E2-B52A-C991C4377FC1}" dt="2025-07-23T05:14:14.965" v="3340" actId="207"/>
          <ac:spMkLst>
            <pc:docMk/>
            <pc:sldMk cId="3029789361" sldId="600"/>
            <ac:spMk id="4" creationId="{170DDB5B-6792-55DA-AF63-9A96FA1939A3}"/>
          </ac:spMkLst>
        </pc:spChg>
        <pc:spChg chg="add del mod">
          <ac:chgData name="Deepika Vatsa" userId="f7100972-27fe-4ee6-8fb4-ec9b7931b409" providerId="ADAL" clId="{6884C358-F078-41E2-B52A-C991C4377FC1}" dt="2025-07-23T05:14:38.530" v="3345" actId="478"/>
          <ac:spMkLst>
            <pc:docMk/>
            <pc:sldMk cId="3029789361" sldId="600"/>
            <ac:spMk id="6" creationId="{F02D243D-009C-3431-8226-38FDB17887B5}"/>
          </ac:spMkLst>
        </pc:spChg>
        <pc:spChg chg="add mod">
          <ac:chgData name="Deepika Vatsa" userId="f7100972-27fe-4ee6-8fb4-ec9b7931b409" providerId="ADAL" clId="{6884C358-F078-41E2-B52A-C991C4377FC1}" dt="2025-07-23T05:14:39.434" v="3346"/>
          <ac:spMkLst>
            <pc:docMk/>
            <pc:sldMk cId="3029789361" sldId="600"/>
            <ac:spMk id="7" creationId="{BC661B70-CCBE-C4A5-04AC-7FA70FCEB17A}"/>
          </ac:spMkLst>
        </pc:spChg>
      </pc:sldChg>
      <pc:sldChg chg="modSp add del mod">
        <pc:chgData name="Deepika Vatsa" userId="f7100972-27fe-4ee6-8fb4-ec9b7931b409" providerId="ADAL" clId="{6884C358-F078-41E2-B52A-C991C4377FC1}" dt="2025-07-22T10:45:47.780" v="2494" actId="47"/>
        <pc:sldMkLst>
          <pc:docMk/>
          <pc:sldMk cId="4257758956" sldId="600"/>
        </pc:sldMkLst>
        <pc:spChg chg="mod">
          <ac:chgData name="Deepika Vatsa" userId="f7100972-27fe-4ee6-8fb4-ec9b7931b409" providerId="ADAL" clId="{6884C358-F078-41E2-B52A-C991C4377FC1}" dt="2025-07-22T10:45:15.158" v="2478" actId="12"/>
          <ac:spMkLst>
            <pc:docMk/>
            <pc:sldMk cId="4257758956" sldId="600"/>
            <ac:spMk id="4" creationId="{170DDB5B-6792-55DA-AF63-9A96FA1939A3}"/>
          </ac:spMkLst>
        </pc:spChg>
      </pc:sldChg>
      <pc:sldChg chg="addSp delSp modSp add mod">
        <pc:chgData name="Deepika Vatsa" userId="f7100972-27fe-4ee6-8fb4-ec9b7931b409" providerId="ADAL" clId="{6884C358-F078-41E2-B52A-C991C4377FC1}" dt="2025-07-23T05:20:34.530" v="3425"/>
        <pc:sldMkLst>
          <pc:docMk/>
          <pc:sldMk cId="3239011490" sldId="601"/>
        </pc:sldMkLst>
        <pc:spChg chg="mod">
          <ac:chgData name="Deepika Vatsa" userId="f7100972-27fe-4ee6-8fb4-ec9b7931b409" providerId="ADAL" clId="{6884C358-F078-41E2-B52A-C991C4377FC1}" dt="2025-07-23T05:16:36.510" v="3362" actId="207"/>
          <ac:spMkLst>
            <pc:docMk/>
            <pc:sldMk cId="3239011490" sldId="601"/>
            <ac:spMk id="2" creationId="{00000000-0000-0000-0000-000000000000}"/>
          </ac:spMkLst>
        </pc:spChg>
        <pc:cxnChg chg="add mod">
          <ac:chgData name="Deepika Vatsa" userId="f7100972-27fe-4ee6-8fb4-ec9b7931b409" providerId="ADAL" clId="{6884C358-F078-41E2-B52A-C991C4377FC1}" dt="2025-07-23T05:20:34.530" v="3425"/>
          <ac:cxnSpMkLst>
            <pc:docMk/>
            <pc:sldMk cId="3239011490" sldId="601"/>
            <ac:cxnSpMk id="4" creationId="{7B9879F7-3A1D-F2AB-DE14-AC3E9F018ECD}"/>
          </ac:cxnSpMkLst>
        </pc:cxnChg>
        <pc:cxnChg chg="del">
          <ac:chgData name="Deepika Vatsa" userId="f7100972-27fe-4ee6-8fb4-ec9b7931b409" providerId="ADAL" clId="{6884C358-F078-41E2-B52A-C991C4377FC1}" dt="2025-07-23T05:20:34.151" v="3424" actId="478"/>
          <ac:cxnSpMkLst>
            <pc:docMk/>
            <pc:sldMk cId="3239011490" sldId="601"/>
            <ac:cxnSpMk id="5" creationId="{50E184E5-16FE-EBD7-7894-1DC87C936193}"/>
          </ac:cxnSpMkLst>
        </pc:cxnChg>
      </pc:sldChg>
      <pc:sldChg chg="addSp delSp modSp add mod">
        <pc:chgData name="Deepika Vatsa" userId="f7100972-27fe-4ee6-8fb4-ec9b7931b409" providerId="ADAL" clId="{6884C358-F078-41E2-B52A-C991C4377FC1}" dt="2025-07-23T05:20:20.639" v="3419"/>
        <pc:sldMkLst>
          <pc:docMk/>
          <pc:sldMk cId="2717130231" sldId="602"/>
        </pc:sldMkLst>
        <pc:spChg chg="del">
          <ac:chgData name="Deepika Vatsa" userId="f7100972-27fe-4ee6-8fb4-ec9b7931b409" providerId="ADAL" clId="{6884C358-F078-41E2-B52A-C991C4377FC1}" dt="2025-07-23T05:16:01.154" v="3352" actId="478"/>
          <ac:spMkLst>
            <pc:docMk/>
            <pc:sldMk cId="2717130231" sldId="602"/>
            <ac:spMk id="2" creationId="{00000000-0000-0000-0000-000000000000}"/>
          </ac:spMkLst>
        </pc:spChg>
        <pc:spChg chg="add del mod">
          <ac:chgData name="Deepika Vatsa" userId="f7100972-27fe-4ee6-8fb4-ec9b7931b409" providerId="ADAL" clId="{6884C358-F078-41E2-B52A-C991C4377FC1}" dt="2025-07-23T05:16:02.768" v="3353" actId="478"/>
          <ac:spMkLst>
            <pc:docMk/>
            <pc:sldMk cId="2717130231" sldId="602"/>
            <ac:spMk id="6" creationId="{6DA9A92D-8D82-3D24-F90E-F548CACC3B08}"/>
          </ac:spMkLst>
        </pc:spChg>
        <pc:spChg chg="add mod">
          <ac:chgData name="Deepika Vatsa" userId="f7100972-27fe-4ee6-8fb4-ec9b7931b409" providerId="ADAL" clId="{6884C358-F078-41E2-B52A-C991C4377FC1}" dt="2025-07-23T05:16:25.734" v="3359"/>
          <ac:spMkLst>
            <pc:docMk/>
            <pc:sldMk cId="2717130231" sldId="602"/>
            <ac:spMk id="7" creationId="{7F4B3C9C-EE6F-0BBC-A1B2-DCB27147AC1C}"/>
          </ac:spMkLst>
        </pc:spChg>
        <pc:spChg chg="mod">
          <ac:chgData name="Deepika Vatsa" userId="f7100972-27fe-4ee6-8fb4-ec9b7931b409" providerId="ADAL" clId="{6884C358-F078-41E2-B52A-C991C4377FC1}" dt="2025-07-22T10:58:01.962" v="3168" actId="113"/>
          <ac:spMkLst>
            <pc:docMk/>
            <pc:sldMk cId="2717130231" sldId="602"/>
            <ac:spMk id="13" creationId="{05B054CE-66A9-69B7-25DF-5E63A7E7226F}"/>
          </ac:spMkLst>
        </pc:spChg>
        <pc:graphicFrameChg chg="add mod modGraphic">
          <ac:chgData name="Deepika Vatsa" userId="f7100972-27fe-4ee6-8fb4-ec9b7931b409" providerId="ADAL" clId="{6884C358-F078-41E2-B52A-C991C4377FC1}" dt="2025-07-22T10:56:57.073" v="3131" actId="20577"/>
          <ac:graphicFrameMkLst>
            <pc:docMk/>
            <pc:sldMk cId="2717130231" sldId="602"/>
            <ac:graphicFrameMk id="3" creationId="{26447246-77A9-0BA0-DDC4-AA7139BF3CBE}"/>
          </ac:graphicFrameMkLst>
        </pc:graphicFrameChg>
        <pc:graphicFrameChg chg="del">
          <ac:chgData name="Deepika Vatsa" userId="f7100972-27fe-4ee6-8fb4-ec9b7931b409" providerId="ADAL" clId="{6884C358-F078-41E2-B52A-C991C4377FC1}" dt="2025-07-22T10:56:05.332" v="3064" actId="478"/>
          <ac:graphicFrameMkLst>
            <pc:docMk/>
            <pc:sldMk cId="2717130231" sldId="602"/>
            <ac:graphicFrameMk id="14" creationId="{15B9210D-0693-05A9-B8B7-394487320ED6}"/>
          </ac:graphicFrameMkLst>
        </pc:graphicFrameChg>
        <pc:cxnChg chg="del">
          <ac:chgData name="Deepika Vatsa" userId="f7100972-27fe-4ee6-8fb4-ec9b7931b409" providerId="ADAL" clId="{6884C358-F078-41E2-B52A-C991C4377FC1}" dt="2025-07-23T05:20:20.177" v="3418" actId="478"/>
          <ac:cxnSpMkLst>
            <pc:docMk/>
            <pc:sldMk cId="2717130231" sldId="602"/>
            <ac:cxnSpMk id="5" creationId="{50E184E5-16FE-EBD7-7894-1DC87C936193}"/>
          </ac:cxnSpMkLst>
        </pc:cxnChg>
        <pc:cxnChg chg="add mod">
          <ac:chgData name="Deepika Vatsa" userId="f7100972-27fe-4ee6-8fb4-ec9b7931b409" providerId="ADAL" clId="{6884C358-F078-41E2-B52A-C991C4377FC1}" dt="2025-07-23T05:20:20.639" v="3419"/>
          <ac:cxnSpMkLst>
            <pc:docMk/>
            <pc:sldMk cId="2717130231" sldId="602"/>
            <ac:cxnSpMk id="8" creationId="{7D162270-8EA5-1790-83F3-A4F9A126E8B1}"/>
          </ac:cxnSpMkLst>
        </pc:cxnChg>
      </pc:sldChg>
      <pc:sldChg chg="addSp delSp modSp add mod">
        <pc:chgData name="Deepika Vatsa" userId="f7100972-27fe-4ee6-8fb4-ec9b7931b409" providerId="ADAL" clId="{6884C358-F078-41E2-B52A-C991C4377FC1}" dt="2025-07-23T05:20:26.685" v="3421"/>
        <pc:sldMkLst>
          <pc:docMk/>
          <pc:sldMk cId="1266594393" sldId="603"/>
        </pc:sldMkLst>
        <pc:spChg chg="del">
          <ac:chgData name="Deepika Vatsa" userId="f7100972-27fe-4ee6-8fb4-ec9b7931b409" providerId="ADAL" clId="{6884C358-F078-41E2-B52A-C991C4377FC1}" dt="2025-07-23T05:16:06.563" v="3354" actId="478"/>
          <ac:spMkLst>
            <pc:docMk/>
            <pc:sldMk cId="1266594393" sldId="603"/>
            <ac:spMk id="2" creationId="{00000000-0000-0000-0000-000000000000}"/>
          </ac:spMkLst>
        </pc:spChg>
        <pc:spChg chg="add mod">
          <ac:chgData name="Deepika Vatsa" userId="f7100972-27fe-4ee6-8fb4-ec9b7931b409" providerId="ADAL" clId="{6884C358-F078-41E2-B52A-C991C4377FC1}" dt="2025-07-22T10:57:48.108" v="3164" actId="14100"/>
          <ac:spMkLst>
            <pc:docMk/>
            <pc:sldMk cId="1266594393" sldId="603"/>
            <ac:spMk id="4" creationId="{1AD143D5-787C-C1A5-C997-9EC0616525DF}"/>
          </ac:spMkLst>
        </pc:spChg>
        <pc:spChg chg="add del mod">
          <ac:chgData name="Deepika Vatsa" userId="f7100972-27fe-4ee6-8fb4-ec9b7931b409" providerId="ADAL" clId="{6884C358-F078-41E2-B52A-C991C4377FC1}" dt="2025-07-23T05:16:08.217" v="3355" actId="478"/>
          <ac:spMkLst>
            <pc:docMk/>
            <pc:sldMk cId="1266594393" sldId="603"/>
            <ac:spMk id="6" creationId="{A74DC710-992E-573C-40A0-556A16BC3A75}"/>
          </ac:spMkLst>
        </pc:spChg>
        <pc:spChg chg="add mod">
          <ac:chgData name="Deepika Vatsa" userId="f7100972-27fe-4ee6-8fb4-ec9b7931b409" providerId="ADAL" clId="{6884C358-F078-41E2-B52A-C991C4377FC1}" dt="2025-07-23T05:16:27.514" v="3360"/>
          <ac:spMkLst>
            <pc:docMk/>
            <pc:sldMk cId="1266594393" sldId="603"/>
            <ac:spMk id="7" creationId="{1B3062FA-2CD8-A930-87D2-86A160AADA8E}"/>
          </ac:spMkLst>
        </pc:spChg>
        <pc:spChg chg="mod">
          <ac:chgData name="Deepika Vatsa" userId="f7100972-27fe-4ee6-8fb4-ec9b7931b409" providerId="ADAL" clId="{6884C358-F078-41E2-B52A-C991C4377FC1}" dt="2025-07-22T10:57:56.910" v="3167" actId="113"/>
          <ac:spMkLst>
            <pc:docMk/>
            <pc:sldMk cId="1266594393" sldId="603"/>
            <ac:spMk id="13" creationId="{05B054CE-66A9-69B7-25DF-5E63A7E7226F}"/>
          </ac:spMkLst>
        </pc:spChg>
        <pc:graphicFrameChg chg="del">
          <ac:chgData name="Deepika Vatsa" userId="f7100972-27fe-4ee6-8fb4-ec9b7931b409" providerId="ADAL" clId="{6884C358-F078-41E2-B52A-C991C4377FC1}" dt="2025-07-22T10:57:41.042" v="3162" actId="478"/>
          <ac:graphicFrameMkLst>
            <pc:docMk/>
            <pc:sldMk cId="1266594393" sldId="603"/>
            <ac:graphicFrameMk id="3" creationId="{26447246-77A9-0BA0-DDC4-AA7139BF3CBE}"/>
          </ac:graphicFrameMkLst>
        </pc:graphicFrameChg>
        <pc:cxnChg chg="del">
          <ac:chgData name="Deepika Vatsa" userId="f7100972-27fe-4ee6-8fb4-ec9b7931b409" providerId="ADAL" clId="{6884C358-F078-41E2-B52A-C991C4377FC1}" dt="2025-07-23T05:20:26.229" v="3420" actId="478"/>
          <ac:cxnSpMkLst>
            <pc:docMk/>
            <pc:sldMk cId="1266594393" sldId="603"/>
            <ac:cxnSpMk id="5" creationId="{50E184E5-16FE-EBD7-7894-1DC87C936193}"/>
          </ac:cxnSpMkLst>
        </pc:cxnChg>
        <pc:cxnChg chg="add mod">
          <ac:chgData name="Deepika Vatsa" userId="f7100972-27fe-4ee6-8fb4-ec9b7931b409" providerId="ADAL" clId="{6884C358-F078-41E2-B52A-C991C4377FC1}" dt="2025-07-23T05:20:26.685" v="3421"/>
          <ac:cxnSpMkLst>
            <pc:docMk/>
            <pc:sldMk cId="1266594393" sldId="603"/>
            <ac:cxnSpMk id="8" creationId="{A1395F78-30F5-3937-9A59-67E864B7EFC0}"/>
          </ac:cxnSpMkLst>
        </pc:cxnChg>
      </pc:sldChg>
      <pc:sldChg chg="addSp delSp modSp add mod">
        <pc:chgData name="Deepika Vatsa" userId="f7100972-27fe-4ee6-8fb4-ec9b7931b409" providerId="ADAL" clId="{6884C358-F078-41E2-B52A-C991C4377FC1}" dt="2025-07-23T05:20:16.708" v="3417"/>
        <pc:sldMkLst>
          <pc:docMk/>
          <pc:sldMk cId="4255891347" sldId="604"/>
        </pc:sldMkLst>
        <pc:spChg chg="del">
          <ac:chgData name="Deepika Vatsa" userId="f7100972-27fe-4ee6-8fb4-ec9b7931b409" providerId="ADAL" clId="{6884C358-F078-41E2-B52A-C991C4377FC1}" dt="2025-07-23T05:15:55.831" v="3350" actId="478"/>
          <ac:spMkLst>
            <pc:docMk/>
            <pc:sldMk cId="4255891347" sldId="604"/>
            <ac:spMk id="2" creationId="{00000000-0000-0000-0000-000000000000}"/>
          </ac:spMkLst>
        </pc:spChg>
        <pc:spChg chg="add del mod">
          <ac:chgData name="Deepika Vatsa" userId="f7100972-27fe-4ee6-8fb4-ec9b7931b409" providerId="ADAL" clId="{6884C358-F078-41E2-B52A-C991C4377FC1}" dt="2025-07-23T05:15:57.713" v="3351" actId="478"/>
          <ac:spMkLst>
            <pc:docMk/>
            <pc:sldMk cId="4255891347" sldId="604"/>
            <ac:spMk id="4" creationId="{1E8C311E-5024-0A5C-ADB3-9DF8A67D3DAA}"/>
          </ac:spMkLst>
        </pc:spChg>
        <pc:spChg chg="add mod">
          <ac:chgData name="Deepika Vatsa" userId="f7100972-27fe-4ee6-8fb4-ec9b7931b409" providerId="ADAL" clId="{6884C358-F078-41E2-B52A-C991C4377FC1}" dt="2025-07-23T05:16:23.931" v="3358"/>
          <ac:spMkLst>
            <pc:docMk/>
            <pc:sldMk cId="4255891347" sldId="604"/>
            <ac:spMk id="6" creationId="{2026D996-90C4-3C12-B2E6-96092CF25C70}"/>
          </ac:spMkLst>
        </pc:spChg>
        <pc:spChg chg="mod">
          <ac:chgData name="Deepika Vatsa" userId="f7100972-27fe-4ee6-8fb4-ec9b7931b409" providerId="ADAL" clId="{6884C358-F078-41E2-B52A-C991C4377FC1}" dt="2025-07-22T10:58:35.306" v="3177" actId="6549"/>
          <ac:spMkLst>
            <pc:docMk/>
            <pc:sldMk cId="4255891347" sldId="604"/>
            <ac:spMk id="13" creationId="{05B054CE-66A9-69B7-25DF-5E63A7E7226F}"/>
          </ac:spMkLst>
        </pc:spChg>
        <pc:graphicFrameChg chg="mod modGraphic">
          <ac:chgData name="Deepika Vatsa" userId="f7100972-27fe-4ee6-8fb4-ec9b7931b409" providerId="ADAL" clId="{6884C358-F078-41E2-B52A-C991C4377FC1}" dt="2025-07-22T10:58:54.235" v="3183" actId="14100"/>
          <ac:graphicFrameMkLst>
            <pc:docMk/>
            <pc:sldMk cId="4255891347" sldId="604"/>
            <ac:graphicFrameMk id="14" creationId="{15B9210D-0693-05A9-B8B7-394487320ED6}"/>
          </ac:graphicFrameMkLst>
        </pc:graphicFrameChg>
        <pc:cxnChg chg="del">
          <ac:chgData name="Deepika Vatsa" userId="f7100972-27fe-4ee6-8fb4-ec9b7931b409" providerId="ADAL" clId="{6884C358-F078-41E2-B52A-C991C4377FC1}" dt="2025-07-23T05:20:16.121" v="3416" actId="478"/>
          <ac:cxnSpMkLst>
            <pc:docMk/>
            <pc:sldMk cId="4255891347" sldId="604"/>
            <ac:cxnSpMk id="5" creationId="{50E184E5-16FE-EBD7-7894-1DC87C936193}"/>
          </ac:cxnSpMkLst>
        </pc:cxnChg>
        <pc:cxnChg chg="add mod">
          <ac:chgData name="Deepika Vatsa" userId="f7100972-27fe-4ee6-8fb4-ec9b7931b409" providerId="ADAL" clId="{6884C358-F078-41E2-B52A-C991C4377FC1}" dt="2025-07-23T05:20:16.708" v="3417"/>
          <ac:cxnSpMkLst>
            <pc:docMk/>
            <pc:sldMk cId="4255891347" sldId="604"/>
            <ac:cxnSpMk id="7" creationId="{B773A36C-D68E-6E7D-095A-1EC7008C66FA}"/>
          </ac:cxnSpMkLst>
        </pc:cxnChg>
      </pc:sldChg>
      <pc:sldChg chg="addSp delSp modSp add mod">
        <pc:chgData name="Deepika Vatsa" userId="f7100972-27fe-4ee6-8fb4-ec9b7931b409" providerId="ADAL" clId="{6884C358-F078-41E2-B52A-C991C4377FC1}" dt="2025-07-23T05:20:31.431" v="3423"/>
        <pc:sldMkLst>
          <pc:docMk/>
          <pc:sldMk cId="3000343820" sldId="605"/>
        </pc:sldMkLst>
        <pc:spChg chg="del">
          <ac:chgData name="Deepika Vatsa" userId="f7100972-27fe-4ee6-8fb4-ec9b7931b409" providerId="ADAL" clId="{6884C358-F078-41E2-B52A-C991C4377FC1}" dt="2025-07-23T05:16:13.022" v="3356" actId="478"/>
          <ac:spMkLst>
            <pc:docMk/>
            <pc:sldMk cId="3000343820" sldId="605"/>
            <ac:spMk id="2" creationId="{00000000-0000-0000-0000-000000000000}"/>
          </ac:spMkLst>
        </pc:spChg>
        <pc:spChg chg="del">
          <ac:chgData name="Deepika Vatsa" userId="f7100972-27fe-4ee6-8fb4-ec9b7931b409" providerId="ADAL" clId="{6884C358-F078-41E2-B52A-C991C4377FC1}" dt="2025-07-22T10:59:47.754" v="3207" actId="478"/>
          <ac:spMkLst>
            <pc:docMk/>
            <pc:sldMk cId="3000343820" sldId="605"/>
            <ac:spMk id="4" creationId="{1AD143D5-787C-C1A5-C997-9EC0616525DF}"/>
          </ac:spMkLst>
        </pc:spChg>
        <pc:spChg chg="add del mod">
          <ac:chgData name="Deepika Vatsa" userId="f7100972-27fe-4ee6-8fb4-ec9b7931b409" providerId="ADAL" clId="{6884C358-F078-41E2-B52A-C991C4377FC1}" dt="2025-07-23T05:16:14.811" v="3357" actId="478"/>
          <ac:spMkLst>
            <pc:docMk/>
            <pc:sldMk cId="3000343820" sldId="605"/>
            <ac:spMk id="4" creationId="{A81EBE12-917F-1A39-1B38-85449C2DC81C}"/>
          </ac:spMkLst>
        </pc:spChg>
        <pc:spChg chg="add del">
          <ac:chgData name="Deepika Vatsa" userId="f7100972-27fe-4ee6-8fb4-ec9b7931b409" providerId="ADAL" clId="{6884C358-F078-41E2-B52A-C991C4377FC1}" dt="2025-07-22T10:59:53.735" v="3211" actId="22"/>
          <ac:spMkLst>
            <pc:docMk/>
            <pc:sldMk cId="3000343820" sldId="605"/>
            <ac:spMk id="6" creationId="{254E2835-DAB1-3E5B-5251-BEF951804D79}"/>
          </ac:spMkLst>
        </pc:spChg>
        <pc:spChg chg="add mod">
          <ac:chgData name="Deepika Vatsa" userId="f7100972-27fe-4ee6-8fb4-ec9b7931b409" providerId="ADAL" clId="{6884C358-F078-41E2-B52A-C991C4377FC1}" dt="2025-07-23T05:16:30.424" v="3361"/>
          <ac:spMkLst>
            <pc:docMk/>
            <pc:sldMk cId="3000343820" sldId="605"/>
            <ac:spMk id="6" creationId="{2D09E08D-CF06-9310-2372-85E7B1DBB6F3}"/>
          </ac:spMkLst>
        </pc:spChg>
        <pc:spChg chg="add del">
          <ac:chgData name="Deepika Vatsa" userId="f7100972-27fe-4ee6-8fb4-ec9b7931b409" providerId="ADAL" clId="{6884C358-F078-41E2-B52A-C991C4377FC1}" dt="2025-07-22T10:59:55.017" v="3213" actId="22"/>
          <ac:spMkLst>
            <pc:docMk/>
            <pc:sldMk cId="3000343820" sldId="605"/>
            <ac:spMk id="8" creationId="{46282A04-E2EF-5990-7C9A-2482B8F88DE8}"/>
          </ac:spMkLst>
        </pc:spChg>
        <pc:spChg chg="add mod">
          <ac:chgData name="Deepika Vatsa" userId="f7100972-27fe-4ee6-8fb4-ec9b7931b409" providerId="ADAL" clId="{6884C358-F078-41E2-B52A-C991C4377FC1}" dt="2025-07-22T11:00:31.477" v="3250" actId="20577"/>
          <ac:spMkLst>
            <pc:docMk/>
            <pc:sldMk cId="3000343820" sldId="605"/>
            <ac:spMk id="10" creationId="{1A9471B8-64B2-EEE3-8FEC-CB7C57B99638}"/>
          </ac:spMkLst>
        </pc:spChg>
        <pc:spChg chg="mod">
          <ac:chgData name="Deepika Vatsa" userId="f7100972-27fe-4ee6-8fb4-ec9b7931b409" providerId="ADAL" clId="{6884C358-F078-41E2-B52A-C991C4377FC1}" dt="2025-07-22T10:59:19.150" v="3206" actId="20577"/>
          <ac:spMkLst>
            <pc:docMk/>
            <pc:sldMk cId="3000343820" sldId="605"/>
            <ac:spMk id="13" creationId="{05B054CE-66A9-69B7-25DF-5E63A7E7226F}"/>
          </ac:spMkLst>
        </pc:spChg>
        <pc:cxnChg chg="del">
          <ac:chgData name="Deepika Vatsa" userId="f7100972-27fe-4ee6-8fb4-ec9b7931b409" providerId="ADAL" clId="{6884C358-F078-41E2-B52A-C991C4377FC1}" dt="2025-07-23T05:20:30.996" v="3422" actId="478"/>
          <ac:cxnSpMkLst>
            <pc:docMk/>
            <pc:sldMk cId="3000343820" sldId="605"/>
            <ac:cxnSpMk id="5" creationId="{50E184E5-16FE-EBD7-7894-1DC87C936193}"/>
          </ac:cxnSpMkLst>
        </pc:cxnChg>
        <pc:cxnChg chg="add mod">
          <ac:chgData name="Deepika Vatsa" userId="f7100972-27fe-4ee6-8fb4-ec9b7931b409" providerId="ADAL" clId="{6884C358-F078-41E2-B52A-C991C4377FC1}" dt="2025-07-23T05:20:31.431" v="3423"/>
          <ac:cxnSpMkLst>
            <pc:docMk/>
            <pc:sldMk cId="3000343820" sldId="605"/>
            <ac:cxnSpMk id="7" creationId="{CB25073D-C8BF-4164-65B6-5B1D7B263018}"/>
          </ac:cxnSpMkLst>
        </pc:cxnChg>
      </pc:sldChg>
      <pc:sldChg chg="addSp delSp modSp add del mod">
        <pc:chgData name="Deepika Vatsa" userId="f7100972-27fe-4ee6-8fb4-ec9b7931b409" providerId="ADAL" clId="{6884C358-F078-41E2-B52A-C991C4377FC1}" dt="2025-07-23T05:07:03.568" v="3291" actId="2696"/>
        <pc:sldMkLst>
          <pc:docMk/>
          <pc:sldMk cId="1302649209" sldId="606"/>
        </pc:sldMkLst>
        <pc:spChg chg="mod">
          <ac:chgData name="Deepika Vatsa" userId="f7100972-27fe-4ee6-8fb4-ec9b7931b409" providerId="ADAL" clId="{6884C358-F078-41E2-B52A-C991C4377FC1}" dt="2025-07-23T05:06:38.842" v="3285" actId="1076"/>
          <ac:spMkLst>
            <pc:docMk/>
            <pc:sldMk cId="1302649209" sldId="606"/>
            <ac:spMk id="2" creationId="{00000000-0000-0000-0000-000000000000}"/>
          </ac:spMkLst>
        </pc:spChg>
        <pc:spChg chg="del">
          <ac:chgData name="Deepika Vatsa" userId="f7100972-27fe-4ee6-8fb4-ec9b7931b409" providerId="ADAL" clId="{6884C358-F078-41E2-B52A-C991C4377FC1}" dt="2025-07-23T05:06:11.168" v="3261" actId="478"/>
          <ac:spMkLst>
            <pc:docMk/>
            <pc:sldMk cId="1302649209" sldId="606"/>
            <ac:spMk id="3" creationId="{00000000-0000-0000-0000-000000000000}"/>
          </ac:spMkLst>
        </pc:spChg>
        <pc:spChg chg="add del mod">
          <ac:chgData name="Deepika Vatsa" userId="f7100972-27fe-4ee6-8fb4-ec9b7931b409" providerId="ADAL" clId="{6884C358-F078-41E2-B52A-C991C4377FC1}" dt="2025-07-23T05:06:14.218" v="3262" actId="478"/>
          <ac:spMkLst>
            <pc:docMk/>
            <pc:sldMk cId="1302649209" sldId="606"/>
            <ac:spMk id="6" creationId="{64114871-2460-BE07-A433-A6AA220B5F2C}"/>
          </ac:spMkLst>
        </pc:spChg>
        <pc:spChg chg="add mod">
          <ac:chgData name="Deepika Vatsa" userId="f7100972-27fe-4ee6-8fb4-ec9b7931b409" providerId="ADAL" clId="{6884C358-F078-41E2-B52A-C991C4377FC1}" dt="2025-07-23T05:06:14.889" v="3263"/>
          <ac:spMkLst>
            <pc:docMk/>
            <pc:sldMk cId="1302649209" sldId="606"/>
            <ac:spMk id="7" creationId="{4046B1BD-32BF-94BB-A445-155DB489242D}"/>
          </ac:spMkLst>
        </pc:spChg>
      </pc:sldChg>
      <pc:sldChg chg="addSp delSp modSp add mod">
        <pc:chgData name="Deepika Vatsa" userId="f7100972-27fe-4ee6-8fb4-ec9b7931b409" providerId="ADAL" clId="{6884C358-F078-41E2-B52A-C991C4377FC1}" dt="2025-07-23T05:21:16.949" v="3448"/>
        <pc:sldMkLst>
          <pc:docMk/>
          <pc:sldMk cId="1265168596" sldId="607"/>
        </pc:sldMkLst>
        <pc:spChg chg="del">
          <ac:chgData name="Deepika Vatsa" userId="f7100972-27fe-4ee6-8fb4-ec9b7931b409" providerId="ADAL" clId="{6884C358-F078-41E2-B52A-C991C4377FC1}" dt="2025-07-23T05:17:39.628" v="3374" actId="478"/>
          <ac:spMkLst>
            <pc:docMk/>
            <pc:sldMk cId="1265168596" sldId="607"/>
            <ac:spMk id="2" creationId="{00000000-0000-0000-0000-000000000000}"/>
          </ac:spMkLst>
        </pc:spChg>
        <pc:spChg chg="add del mod">
          <ac:chgData name="Deepika Vatsa" userId="f7100972-27fe-4ee6-8fb4-ec9b7931b409" providerId="ADAL" clId="{6884C358-F078-41E2-B52A-C991C4377FC1}" dt="2025-07-23T05:17:44.285" v="3376" actId="478"/>
          <ac:spMkLst>
            <pc:docMk/>
            <pc:sldMk cId="1265168596" sldId="607"/>
            <ac:spMk id="6" creationId="{C07E118B-1667-38AE-C2DA-C21278B87F83}"/>
          </ac:spMkLst>
        </pc:spChg>
        <pc:spChg chg="add mod">
          <ac:chgData name="Deepika Vatsa" userId="f7100972-27fe-4ee6-8fb4-ec9b7931b409" providerId="ADAL" clId="{6884C358-F078-41E2-B52A-C991C4377FC1}" dt="2025-07-23T05:17:49.187" v="3380" actId="1035"/>
          <ac:spMkLst>
            <pc:docMk/>
            <pc:sldMk cId="1265168596" sldId="607"/>
            <ac:spMk id="8" creationId="{28EA11DA-6FAE-4A30-1A45-D904D110690C}"/>
          </ac:spMkLst>
        </pc:spChg>
        <pc:cxnChg chg="del">
          <ac:chgData name="Deepika Vatsa" userId="f7100972-27fe-4ee6-8fb4-ec9b7931b409" providerId="ADAL" clId="{6884C358-F078-41E2-B52A-C991C4377FC1}" dt="2025-07-23T05:21:16.564" v="3447" actId="478"/>
          <ac:cxnSpMkLst>
            <pc:docMk/>
            <pc:sldMk cId="1265168596" sldId="607"/>
            <ac:cxnSpMk id="7" creationId="{65C76CC1-B771-E13B-D742-340E1D5CAD8C}"/>
          </ac:cxnSpMkLst>
        </pc:cxnChg>
        <pc:cxnChg chg="add mod">
          <ac:chgData name="Deepika Vatsa" userId="f7100972-27fe-4ee6-8fb4-ec9b7931b409" providerId="ADAL" clId="{6884C358-F078-41E2-B52A-C991C4377FC1}" dt="2025-07-23T05:21:16.949" v="3448"/>
          <ac:cxnSpMkLst>
            <pc:docMk/>
            <pc:sldMk cId="1265168596" sldId="607"/>
            <ac:cxnSpMk id="9" creationId="{8EEBD2E5-74AB-4847-0D3D-942182177146}"/>
          </ac:cxnSpMkLst>
        </pc:cxnChg>
      </pc:sldChg>
      <pc:sldChg chg="addSp delSp modSp add mod">
        <pc:chgData name="Deepika Vatsa" userId="f7100972-27fe-4ee6-8fb4-ec9b7931b409" providerId="ADAL" clId="{6884C358-F078-41E2-B52A-C991C4377FC1}" dt="2025-07-23T05:22:26.150" v="3493" actId="14100"/>
        <pc:sldMkLst>
          <pc:docMk/>
          <pc:sldMk cId="3320274339" sldId="608"/>
        </pc:sldMkLst>
        <pc:spChg chg="del">
          <ac:chgData name="Deepika Vatsa" userId="f7100972-27fe-4ee6-8fb4-ec9b7931b409" providerId="ADAL" clId="{6884C358-F078-41E2-B52A-C991C4377FC1}" dt="2025-07-23T05:11:34.839" v="3297" actId="478"/>
          <ac:spMkLst>
            <pc:docMk/>
            <pc:sldMk cId="3320274339" sldId="608"/>
            <ac:spMk id="2" creationId="{3EA993F1-7D74-5A35-94E0-755C8170DDD2}"/>
          </ac:spMkLst>
        </pc:spChg>
        <pc:spChg chg="del">
          <ac:chgData name="Deepika Vatsa" userId="f7100972-27fe-4ee6-8fb4-ec9b7931b409" providerId="ADAL" clId="{6884C358-F078-41E2-B52A-C991C4377FC1}" dt="2025-07-23T05:12:10.700" v="3318" actId="478"/>
          <ac:spMkLst>
            <pc:docMk/>
            <pc:sldMk cId="3320274339" sldId="608"/>
            <ac:spMk id="4" creationId="{C7E4D45C-A04E-4FD8-8E36-9127F8599888}"/>
          </ac:spMkLst>
        </pc:spChg>
        <pc:spChg chg="add del mod">
          <ac:chgData name="Deepika Vatsa" userId="f7100972-27fe-4ee6-8fb4-ec9b7931b409" providerId="ADAL" clId="{6884C358-F078-41E2-B52A-C991C4377FC1}" dt="2025-07-23T05:11:36.519" v="3298" actId="478"/>
          <ac:spMkLst>
            <pc:docMk/>
            <pc:sldMk cId="3320274339" sldId="608"/>
            <ac:spMk id="6" creationId="{EE908AC3-623C-CC58-D78A-A0D84DBEB9D0}"/>
          </ac:spMkLst>
        </pc:spChg>
        <pc:spChg chg="add mod">
          <ac:chgData name="Deepika Vatsa" userId="f7100972-27fe-4ee6-8fb4-ec9b7931b409" providerId="ADAL" clId="{6884C358-F078-41E2-B52A-C991C4377FC1}" dt="2025-07-23T05:22:15.127" v="3486" actId="1038"/>
          <ac:spMkLst>
            <pc:docMk/>
            <pc:sldMk cId="3320274339" sldId="608"/>
            <ac:spMk id="7" creationId="{F26712D0-C7B9-7F0F-CF59-812A62A6D723}"/>
          </ac:spMkLst>
        </pc:spChg>
        <pc:spChg chg="add mod">
          <ac:chgData name="Deepika Vatsa" userId="f7100972-27fe-4ee6-8fb4-ec9b7931b409" providerId="ADAL" clId="{6884C358-F078-41E2-B52A-C991C4377FC1}" dt="2025-07-23T05:22:26.150" v="3493" actId="14100"/>
          <ac:spMkLst>
            <pc:docMk/>
            <pc:sldMk cId="3320274339" sldId="608"/>
            <ac:spMk id="8" creationId="{B7CEB9D0-5895-DF81-7B8D-8329D77D5609}"/>
          </ac:spMkLst>
        </pc:spChg>
        <pc:cxnChg chg="del">
          <ac:chgData name="Deepika Vatsa" userId="f7100972-27fe-4ee6-8fb4-ec9b7931b409" providerId="ADAL" clId="{6884C358-F078-41E2-B52A-C991C4377FC1}" dt="2025-07-23T05:22:00.981" v="3464" actId="478"/>
          <ac:cxnSpMkLst>
            <pc:docMk/>
            <pc:sldMk cId="3320274339" sldId="608"/>
            <ac:cxnSpMk id="5" creationId="{EA92F9DF-D5D8-49B1-F8B9-EDE5C89C9DF6}"/>
          </ac:cxnSpMkLst>
        </pc:cxnChg>
        <pc:cxnChg chg="add mod">
          <ac:chgData name="Deepika Vatsa" userId="f7100972-27fe-4ee6-8fb4-ec9b7931b409" providerId="ADAL" clId="{6884C358-F078-41E2-B52A-C991C4377FC1}" dt="2025-07-23T05:22:19.189" v="3491" actId="1037"/>
          <ac:cxnSpMkLst>
            <pc:docMk/>
            <pc:sldMk cId="3320274339" sldId="608"/>
            <ac:cxnSpMk id="9" creationId="{7EE1F82B-D051-1DEB-01A1-439392556DE4}"/>
          </ac:cxnSpMkLst>
        </pc:cxnChg>
      </pc:sldChg>
      <pc:sldChg chg="addSp delSp modSp add mod">
        <pc:chgData name="Deepika Vatsa" userId="f7100972-27fe-4ee6-8fb4-ec9b7931b409" providerId="ADAL" clId="{6884C358-F078-41E2-B52A-C991C4377FC1}" dt="2025-07-23T05:22:41.271" v="3515" actId="1038"/>
        <pc:sldMkLst>
          <pc:docMk/>
          <pc:sldMk cId="2282133231" sldId="609"/>
        </pc:sldMkLst>
        <pc:spChg chg="mod">
          <ac:chgData name="Deepika Vatsa" userId="f7100972-27fe-4ee6-8fb4-ec9b7931b409" providerId="ADAL" clId="{6884C358-F078-41E2-B52A-C991C4377FC1}" dt="2025-07-23T05:22:41.271" v="3515" actId="1038"/>
          <ac:spMkLst>
            <pc:docMk/>
            <pc:sldMk cId="2282133231" sldId="609"/>
            <ac:spMk id="7" creationId="{F26712D0-C7B9-7F0F-CF59-812A62A6D723}"/>
          </ac:spMkLst>
        </pc:spChg>
        <pc:spChg chg="del">
          <ac:chgData name="Deepika Vatsa" userId="f7100972-27fe-4ee6-8fb4-ec9b7931b409" providerId="ADAL" clId="{6884C358-F078-41E2-B52A-C991C4377FC1}" dt="2025-07-23T05:13:17.945" v="3329" actId="478"/>
          <ac:spMkLst>
            <pc:docMk/>
            <pc:sldMk cId="2282133231" sldId="609"/>
            <ac:spMk id="8" creationId="{B7CEB9D0-5895-DF81-7B8D-8329D77D5609}"/>
          </ac:spMkLst>
        </pc:spChg>
        <pc:picChg chg="add mod">
          <ac:chgData name="Deepika Vatsa" userId="f7100972-27fe-4ee6-8fb4-ec9b7931b409" providerId="ADAL" clId="{6884C358-F078-41E2-B52A-C991C4377FC1}" dt="2025-07-23T05:13:18.601" v="3330"/>
          <ac:picMkLst>
            <pc:docMk/>
            <pc:sldMk cId="2282133231" sldId="609"/>
            <ac:picMk id="2" creationId="{F1D8BFBF-228E-E666-F268-C467FD154A6B}"/>
          </ac:picMkLst>
        </pc:picChg>
        <pc:cxnChg chg="add mod">
          <ac:chgData name="Deepika Vatsa" userId="f7100972-27fe-4ee6-8fb4-ec9b7931b409" providerId="ADAL" clId="{6884C358-F078-41E2-B52A-C991C4377FC1}" dt="2025-07-23T05:22:34.167" v="3495"/>
          <ac:cxnSpMkLst>
            <pc:docMk/>
            <pc:sldMk cId="2282133231" sldId="609"/>
            <ac:cxnSpMk id="3" creationId="{10749E9D-359E-22C0-D491-7608963679D2}"/>
          </ac:cxnSpMkLst>
        </pc:cxnChg>
        <pc:cxnChg chg="del">
          <ac:chgData name="Deepika Vatsa" userId="f7100972-27fe-4ee6-8fb4-ec9b7931b409" providerId="ADAL" clId="{6884C358-F078-41E2-B52A-C991C4377FC1}" dt="2025-07-23T05:22:33.727" v="3494" actId="478"/>
          <ac:cxnSpMkLst>
            <pc:docMk/>
            <pc:sldMk cId="2282133231" sldId="609"/>
            <ac:cxnSpMk id="5" creationId="{EA92F9DF-D5D8-49B1-F8B9-EDE5C89C9DF6}"/>
          </ac:cxnSpMkLst>
        </pc:cxnChg>
      </pc:sldChg>
      <pc:sldChg chg="addSp delSp modSp add mod">
        <pc:chgData name="Deepika Vatsa" userId="f7100972-27fe-4ee6-8fb4-ec9b7931b409" providerId="ADAL" clId="{6884C358-F078-41E2-B52A-C991C4377FC1}" dt="2025-07-23T05:24:32.028" v="3542" actId="14100"/>
        <pc:sldMkLst>
          <pc:docMk/>
          <pc:sldMk cId="2610700906" sldId="610"/>
        </pc:sldMkLst>
        <pc:spChg chg="del">
          <ac:chgData name="Deepika Vatsa" userId="f7100972-27fe-4ee6-8fb4-ec9b7931b409" providerId="ADAL" clId="{6884C358-F078-41E2-B52A-C991C4377FC1}" dt="2025-07-23T05:23:30.897" v="3527" actId="478"/>
          <ac:spMkLst>
            <pc:docMk/>
            <pc:sldMk cId="2610700906" sldId="610"/>
            <ac:spMk id="4" creationId="{170DDB5B-6792-55DA-AF63-9A96FA1939A3}"/>
          </ac:spMkLst>
        </pc:spChg>
        <pc:spChg chg="add mod">
          <ac:chgData name="Deepika Vatsa" userId="f7100972-27fe-4ee6-8fb4-ec9b7931b409" providerId="ADAL" clId="{6884C358-F078-41E2-B52A-C991C4377FC1}" dt="2025-07-23T05:24:32.028" v="3542" actId="14100"/>
          <ac:spMkLst>
            <pc:docMk/>
            <pc:sldMk cId="2610700906" sldId="610"/>
            <ac:spMk id="5" creationId="{A2902FD0-49ED-CC0F-C376-EFD1A253C258}"/>
          </ac:spMkLst>
        </pc:spChg>
      </pc:sldChg>
      <pc:sldChg chg="addSp delSp modSp add mod">
        <pc:chgData name="Deepika Vatsa" userId="f7100972-27fe-4ee6-8fb4-ec9b7931b409" providerId="ADAL" clId="{6884C358-F078-41E2-B52A-C991C4377FC1}" dt="2025-07-23T05:24:21.040" v="3541" actId="255"/>
        <pc:sldMkLst>
          <pc:docMk/>
          <pc:sldMk cId="565857117" sldId="611"/>
        </pc:sldMkLst>
        <pc:spChg chg="add mod">
          <ac:chgData name="Deepika Vatsa" userId="f7100972-27fe-4ee6-8fb4-ec9b7931b409" providerId="ADAL" clId="{6884C358-F078-41E2-B52A-C991C4377FC1}" dt="2025-07-23T05:24:21.040" v="3541" actId="255"/>
          <ac:spMkLst>
            <pc:docMk/>
            <pc:sldMk cId="565857117" sldId="611"/>
            <ac:spMk id="4" creationId="{253B6F8E-7D94-03FC-86B0-ACF980C6CF46}"/>
          </ac:spMkLst>
        </pc:spChg>
        <pc:spChg chg="del">
          <ac:chgData name="Deepika Vatsa" userId="f7100972-27fe-4ee6-8fb4-ec9b7931b409" providerId="ADAL" clId="{6884C358-F078-41E2-B52A-C991C4377FC1}" dt="2025-07-23T05:24:06.163" v="3536" actId="478"/>
          <ac:spMkLst>
            <pc:docMk/>
            <pc:sldMk cId="565857117" sldId="611"/>
            <ac:spMk id="5" creationId="{A2902FD0-49ED-CC0F-C376-EFD1A253C258}"/>
          </ac:spMkLst>
        </pc:spChg>
      </pc:sldChg>
      <pc:sldMasterChg chg="delSldLayout">
        <pc:chgData name="Deepika Vatsa" userId="f7100972-27fe-4ee6-8fb4-ec9b7931b409" providerId="ADAL" clId="{6884C358-F078-41E2-B52A-C991C4377FC1}" dt="2025-07-23T05:13:42.142" v="3334" actId="47"/>
        <pc:sldMasterMkLst>
          <pc:docMk/>
          <pc:sldMasterMk cId="2935578617" sldId="2147483672"/>
        </pc:sldMasterMkLst>
        <pc:sldLayoutChg chg="del">
          <pc:chgData name="Deepika Vatsa" userId="f7100972-27fe-4ee6-8fb4-ec9b7931b409" providerId="ADAL" clId="{6884C358-F078-41E2-B52A-C991C4377FC1}" dt="2025-07-23T05:13:42.142" v="3334" actId="47"/>
          <pc:sldLayoutMkLst>
            <pc:docMk/>
            <pc:sldMasterMk cId="2935578617" sldId="2147483672"/>
            <pc:sldLayoutMk cId="586807421" sldId="2147483684"/>
          </pc:sldLayoutMkLst>
        </pc:sldLayoutChg>
      </pc:sldMasterChg>
    </pc:docChg>
  </pc:docChgLst>
  <pc:docChgLst>
    <pc:chgData name="Deepika Vatsa" userId="f7100972-27fe-4ee6-8fb4-ec9b7931b409" providerId="ADAL" clId="{AC929AA0-30FE-40F5-9F14-BAD5341BE9C1}"/>
    <pc:docChg chg="undo redo custSel addSld delSld modSld sldOrd delMainMaster">
      <pc:chgData name="Deepika Vatsa" userId="f7100972-27fe-4ee6-8fb4-ec9b7931b409" providerId="ADAL" clId="{AC929AA0-30FE-40F5-9F14-BAD5341BE9C1}" dt="2025-07-23T09:47:26.324" v="1571" actId="20577"/>
      <pc:docMkLst>
        <pc:docMk/>
      </pc:docMkLst>
      <pc:sldChg chg="del">
        <pc:chgData name="Deepika Vatsa" userId="f7100972-27fe-4ee6-8fb4-ec9b7931b409" providerId="ADAL" clId="{AC929AA0-30FE-40F5-9F14-BAD5341BE9C1}" dt="2025-07-23T05:28:15.070" v="2" actId="47"/>
        <pc:sldMkLst>
          <pc:docMk/>
          <pc:sldMk cId="0" sldId="257"/>
        </pc:sldMkLst>
      </pc:sldChg>
      <pc:sldChg chg="del">
        <pc:chgData name="Deepika Vatsa" userId="f7100972-27fe-4ee6-8fb4-ec9b7931b409" providerId="ADAL" clId="{AC929AA0-30FE-40F5-9F14-BAD5341BE9C1}" dt="2025-07-23T05:28:15.070" v="2" actId="47"/>
        <pc:sldMkLst>
          <pc:docMk/>
          <pc:sldMk cId="0" sldId="258"/>
        </pc:sldMkLst>
      </pc:sldChg>
      <pc:sldChg chg="del">
        <pc:chgData name="Deepika Vatsa" userId="f7100972-27fe-4ee6-8fb4-ec9b7931b409" providerId="ADAL" clId="{AC929AA0-30FE-40F5-9F14-BAD5341BE9C1}" dt="2025-07-23T05:27:46.693" v="1" actId="47"/>
        <pc:sldMkLst>
          <pc:docMk/>
          <pc:sldMk cId="0" sldId="276"/>
        </pc:sldMkLst>
      </pc:sldChg>
      <pc:sldChg chg="modSp mod">
        <pc:chgData name="Deepika Vatsa" userId="f7100972-27fe-4ee6-8fb4-ec9b7931b409" providerId="ADAL" clId="{AC929AA0-30FE-40F5-9F14-BAD5341BE9C1}" dt="2025-07-23T05:30:40.965" v="115" actId="20577"/>
        <pc:sldMkLst>
          <pc:docMk/>
          <pc:sldMk cId="0" sldId="395"/>
        </pc:sldMkLst>
        <pc:spChg chg="mod">
          <ac:chgData name="Deepika Vatsa" userId="f7100972-27fe-4ee6-8fb4-ec9b7931b409" providerId="ADAL" clId="{AC929AA0-30FE-40F5-9F14-BAD5341BE9C1}" dt="2025-07-23T05:30:40.965" v="115" actId="20577"/>
          <ac:spMkLst>
            <pc:docMk/>
            <pc:sldMk cId="0" sldId="395"/>
            <ac:spMk id="2" creationId="{00000000-0000-0000-0000-000000000000}"/>
          </ac:spMkLst>
        </pc:spChg>
      </pc:sldChg>
      <pc:sldChg chg="delSp add del">
        <pc:chgData name="Deepika Vatsa" userId="f7100972-27fe-4ee6-8fb4-ec9b7931b409" providerId="ADAL" clId="{AC929AA0-30FE-40F5-9F14-BAD5341BE9C1}" dt="2025-07-23T05:31:24.407" v="124" actId="47"/>
        <pc:sldMkLst>
          <pc:docMk/>
          <pc:sldMk cId="287668785" sldId="560"/>
        </pc:sldMkLst>
        <pc:picChg chg="del">
          <ac:chgData name="Deepika Vatsa" userId="f7100972-27fe-4ee6-8fb4-ec9b7931b409" providerId="ADAL" clId="{AC929AA0-30FE-40F5-9F14-BAD5341BE9C1}" dt="2025-07-23T05:30:54.194" v="117" actId="21"/>
          <ac:picMkLst>
            <pc:docMk/>
            <pc:sldMk cId="287668785" sldId="560"/>
            <ac:picMk id="2050" creationId="{22B60C02-5515-4EC4-3F23-264ACAD584DC}"/>
          </ac:picMkLst>
        </pc:picChg>
      </pc:sldChg>
      <pc:sldChg chg="add del">
        <pc:chgData name="Deepika Vatsa" userId="f7100972-27fe-4ee6-8fb4-ec9b7931b409" providerId="ADAL" clId="{AC929AA0-30FE-40F5-9F14-BAD5341BE9C1}" dt="2025-07-23T05:36:45.727" v="175" actId="47"/>
        <pc:sldMkLst>
          <pc:docMk/>
          <pc:sldMk cId="2450812828" sldId="561"/>
        </pc:sldMkLst>
      </pc:sldChg>
      <pc:sldChg chg="add del">
        <pc:chgData name="Deepika Vatsa" userId="f7100972-27fe-4ee6-8fb4-ec9b7931b409" providerId="ADAL" clId="{AC929AA0-30FE-40F5-9F14-BAD5341BE9C1}" dt="2025-07-23T05:54:00.768" v="676" actId="47"/>
        <pc:sldMkLst>
          <pc:docMk/>
          <pc:sldMk cId="287564619" sldId="562"/>
        </pc:sldMkLst>
      </pc:sldChg>
      <pc:sldChg chg="add del ord">
        <pc:chgData name="Deepika Vatsa" userId="f7100972-27fe-4ee6-8fb4-ec9b7931b409" providerId="ADAL" clId="{AC929AA0-30FE-40F5-9F14-BAD5341BE9C1}" dt="2025-07-23T06:37:03.780" v="1338" actId="47"/>
        <pc:sldMkLst>
          <pc:docMk/>
          <pc:sldMk cId="1309982471" sldId="563"/>
        </pc:sldMkLst>
      </pc:sldChg>
      <pc:sldChg chg="add del">
        <pc:chgData name="Deepika Vatsa" userId="f7100972-27fe-4ee6-8fb4-ec9b7931b409" providerId="ADAL" clId="{AC929AA0-30FE-40F5-9F14-BAD5341BE9C1}" dt="2025-07-23T05:58:39.352" v="702" actId="47"/>
        <pc:sldMkLst>
          <pc:docMk/>
          <pc:sldMk cId="774750594" sldId="564"/>
        </pc:sldMkLst>
      </pc:sldChg>
      <pc:sldChg chg="add del">
        <pc:chgData name="Deepika Vatsa" userId="f7100972-27fe-4ee6-8fb4-ec9b7931b409" providerId="ADAL" clId="{AC929AA0-30FE-40F5-9F14-BAD5341BE9C1}" dt="2025-07-23T06:08:31.397" v="821" actId="47"/>
        <pc:sldMkLst>
          <pc:docMk/>
          <pc:sldMk cId="3999172815" sldId="565"/>
        </pc:sldMkLst>
      </pc:sldChg>
      <pc:sldChg chg="add del">
        <pc:chgData name="Deepika Vatsa" userId="f7100972-27fe-4ee6-8fb4-ec9b7931b409" providerId="ADAL" clId="{AC929AA0-30FE-40F5-9F14-BAD5341BE9C1}" dt="2025-07-23T06:11:54.628" v="959" actId="2696"/>
        <pc:sldMkLst>
          <pc:docMk/>
          <pc:sldMk cId="3177362686" sldId="566"/>
        </pc:sldMkLst>
      </pc:sldChg>
      <pc:sldChg chg="add del">
        <pc:chgData name="Deepika Vatsa" userId="f7100972-27fe-4ee6-8fb4-ec9b7931b409" providerId="ADAL" clId="{AC929AA0-30FE-40F5-9F14-BAD5341BE9C1}" dt="2025-07-23T06:23:07.992" v="1168" actId="47"/>
        <pc:sldMkLst>
          <pc:docMk/>
          <pc:sldMk cId="3560577388" sldId="567"/>
        </pc:sldMkLst>
      </pc:sldChg>
      <pc:sldChg chg="add del">
        <pc:chgData name="Deepika Vatsa" userId="f7100972-27fe-4ee6-8fb4-ec9b7931b409" providerId="ADAL" clId="{AC929AA0-30FE-40F5-9F14-BAD5341BE9C1}" dt="2025-07-23T06:23:55.199" v="1169" actId="47"/>
        <pc:sldMkLst>
          <pc:docMk/>
          <pc:sldMk cId="1294509964" sldId="568"/>
        </pc:sldMkLst>
      </pc:sldChg>
      <pc:sldChg chg="add del ord">
        <pc:chgData name="Deepika Vatsa" userId="f7100972-27fe-4ee6-8fb4-ec9b7931b409" providerId="ADAL" clId="{AC929AA0-30FE-40F5-9F14-BAD5341BE9C1}" dt="2025-07-23T06:42:21.688" v="1504" actId="47"/>
        <pc:sldMkLst>
          <pc:docMk/>
          <pc:sldMk cId="3878748831" sldId="569"/>
        </pc:sldMkLst>
      </pc:sldChg>
      <pc:sldChg chg="add del">
        <pc:chgData name="Deepika Vatsa" userId="f7100972-27fe-4ee6-8fb4-ec9b7931b409" providerId="ADAL" clId="{AC929AA0-30FE-40F5-9F14-BAD5341BE9C1}" dt="2025-07-23T06:27:13.380" v="1195" actId="47"/>
        <pc:sldMkLst>
          <pc:docMk/>
          <pc:sldMk cId="3075254007" sldId="570"/>
        </pc:sldMkLst>
      </pc:sldChg>
      <pc:sldChg chg="add del">
        <pc:chgData name="Deepika Vatsa" userId="f7100972-27fe-4ee6-8fb4-ec9b7931b409" providerId="ADAL" clId="{AC929AA0-30FE-40F5-9F14-BAD5341BE9C1}" dt="2025-07-23T06:29:08.930" v="1236" actId="47"/>
        <pc:sldMkLst>
          <pc:docMk/>
          <pc:sldMk cId="1114442619" sldId="571"/>
        </pc:sldMkLst>
      </pc:sldChg>
      <pc:sldChg chg="del">
        <pc:chgData name="Deepika Vatsa" userId="f7100972-27fe-4ee6-8fb4-ec9b7931b409" providerId="ADAL" clId="{AC929AA0-30FE-40F5-9F14-BAD5341BE9C1}" dt="2025-07-23T05:28:15.070" v="2" actId="47"/>
        <pc:sldMkLst>
          <pc:docMk/>
          <pc:sldMk cId="549806327" sldId="573"/>
        </pc:sldMkLst>
      </pc:sldChg>
      <pc:sldChg chg="del">
        <pc:chgData name="Deepika Vatsa" userId="f7100972-27fe-4ee6-8fb4-ec9b7931b409" providerId="ADAL" clId="{AC929AA0-30FE-40F5-9F14-BAD5341BE9C1}" dt="2025-07-23T05:28:15.070" v="2" actId="47"/>
        <pc:sldMkLst>
          <pc:docMk/>
          <pc:sldMk cId="810527257" sldId="576"/>
        </pc:sldMkLst>
      </pc:sldChg>
      <pc:sldChg chg="add del">
        <pc:chgData name="Deepika Vatsa" userId="f7100972-27fe-4ee6-8fb4-ec9b7931b409" providerId="ADAL" clId="{AC929AA0-30FE-40F5-9F14-BAD5341BE9C1}" dt="2025-07-23T06:30:09.001" v="1272" actId="47"/>
        <pc:sldMkLst>
          <pc:docMk/>
          <pc:sldMk cId="484703658" sldId="577"/>
        </pc:sldMkLst>
      </pc:sldChg>
      <pc:sldChg chg="del">
        <pc:chgData name="Deepika Vatsa" userId="f7100972-27fe-4ee6-8fb4-ec9b7931b409" providerId="ADAL" clId="{AC929AA0-30FE-40F5-9F14-BAD5341BE9C1}" dt="2025-07-23T05:28:15.070" v="2" actId="47"/>
        <pc:sldMkLst>
          <pc:docMk/>
          <pc:sldMk cId="835005002" sldId="578"/>
        </pc:sldMkLst>
      </pc:sldChg>
      <pc:sldChg chg="add del">
        <pc:chgData name="Deepika Vatsa" userId="f7100972-27fe-4ee6-8fb4-ec9b7931b409" providerId="ADAL" clId="{AC929AA0-30FE-40F5-9F14-BAD5341BE9C1}" dt="2025-07-23T06:30:24.944" v="1275" actId="47"/>
        <pc:sldMkLst>
          <pc:docMk/>
          <pc:sldMk cId="1652899310" sldId="578"/>
        </pc:sldMkLst>
      </pc:sldChg>
      <pc:sldChg chg="add del">
        <pc:chgData name="Deepika Vatsa" userId="f7100972-27fe-4ee6-8fb4-ec9b7931b409" providerId="ADAL" clId="{AC929AA0-30FE-40F5-9F14-BAD5341BE9C1}" dt="2025-07-23T06:42:19.975" v="1502" actId="47"/>
        <pc:sldMkLst>
          <pc:docMk/>
          <pc:sldMk cId="23855480" sldId="579"/>
        </pc:sldMkLst>
      </pc:sldChg>
      <pc:sldChg chg="add del">
        <pc:chgData name="Deepika Vatsa" userId="f7100972-27fe-4ee6-8fb4-ec9b7931b409" providerId="ADAL" clId="{AC929AA0-30FE-40F5-9F14-BAD5341BE9C1}" dt="2025-07-23T06:42:21.516" v="1503" actId="47"/>
        <pc:sldMkLst>
          <pc:docMk/>
          <pc:sldMk cId="3638433235" sldId="580"/>
        </pc:sldMkLst>
      </pc:sldChg>
      <pc:sldChg chg="del">
        <pc:chgData name="Deepika Vatsa" userId="f7100972-27fe-4ee6-8fb4-ec9b7931b409" providerId="ADAL" clId="{AC929AA0-30FE-40F5-9F14-BAD5341BE9C1}" dt="2025-07-23T05:28:15.070" v="2" actId="47"/>
        <pc:sldMkLst>
          <pc:docMk/>
          <pc:sldMk cId="1700069977" sldId="582"/>
        </pc:sldMkLst>
      </pc:sldChg>
      <pc:sldChg chg="del">
        <pc:chgData name="Deepika Vatsa" userId="f7100972-27fe-4ee6-8fb4-ec9b7931b409" providerId="ADAL" clId="{AC929AA0-30FE-40F5-9F14-BAD5341BE9C1}" dt="2025-07-23T05:28:15.070" v="2" actId="47"/>
        <pc:sldMkLst>
          <pc:docMk/>
          <pc:sldMk cId="2784952323" sldId="585"/>
        </pc:sldMkLst>
      </pc:sldChg>
      <pc:sldChg chg="del">
        <pc:chgData name="Deepika Vatsa" userId="f7100972-27fe-4ee6-8fb4-ec9b7931b409" providerId="ADAL" clId="{AC929AA0-30FE-40F5-9F14-BAD5341BE9C1}" dt="2025-07-23T05:28:15.070" v="2" actId="47"/>
        <pc:sldMkLst>
          <pc:docMk/>
          <pc:sldMk cId="4072135879" sldId="590"/>
        </pc:sldMkLst>
      </pc:sldChg>
      <pc:sldChg chg="modSp mod">
        <pc:chgData name="Deepika Vatsa" userId="f7100972-27fe-4ee6-8fb4-ec9b7931b409" providerId="ADAL" clId="{AC929AA0-30FE-40F5-9F14-BAD5341BE9C1}" dt="2025-07-23T05:30:11.221" v="54" actId="207"/>
        <pc:sldMkLst>
          <pc:docMk/>
          <pc:sldMk cId="3439049211" sldId="591"/>
        </pc:sldMkLst>
        <pc:spChg chg="mod">
          <ac:chgData name="Deepika Vatsa" userId="f7100972-27fe-4ee6-8fb4-ec9b7931b409" providerId="ADAL" clId="{AC929AA0-30FE-40F5-9F14-BAD5341BE9C1}" dt="2025-07-23T05:28:39.840" v="43" actId="20577"/>
          <ac:spMkLst>
            <pc:docMk/>
            <pc:sldMk cId="3439049211" sldId="591"/>
            <ac:spMk id="2" creationId="{00000000-0000-0000-0000-000000000000}"/>
          </ac:spMkLst>
        </pc:spChg>
        <pc:spChg chg="mod">
          <ac:chgData name="Deepika Vatsa" userId="f7100972-27fe-4ee6-8fb4-ec9b7931b409" providerId="ADAL" clId="{AC929AA0-30FE-40F5-9F14-BAD5341BE9C1}" dt="2025-07-23T05:30:11.221" v="54" actId="207"/>
          <ac:spMkLst>
            <pc:docMk/>
            <pc:sldMk cId="3439049211" sldId="591"/>
            <ac:spMk id="11" creationId="{06381CCD-359B-D8A2-1997-A5B56A02FD41}"/>
          </ac:spMkLst>
        </pc:spChg>
      </pc:sldChg>
      <pc:sldChg chg="addSp delSp modSp add mod">
        <pc:chgData name="Deepika Vatsa" userId="f7100972-27fe-4ee6-8fb4-ec9b7931b409" providerId="ADAL" clId="{AC929AA0-30FE-40F5-9F14-BAD5341BE9C1}" dt="2025-07-23T05:31:09.627" v="123" actId="1076"/>
        <pc:sldMkLst>
          <pc:docMk/>
          <pc:sldMk cId="494535748" sldId="592"/>
        </pc:sldMkLst>
        <pc:spChg chg="del">
          <ac:chgData name="Deepika Vatsa" userId="f7100972-27fe-4ee6-8fb4-ec9b7931b409" providerId="ADAL" clId="{AC929AA0-30FE-40F5-9F14-BAD5341BE9C1}" dt="2025-07-23T05:30:57.529" v="118" actId="478"/>
          <ac:spMkLst>
            <pc:docMk/>
            <pc:sldMk cId="494535748" sldId="592"/>
            <ac:spMk id="11" creationId="{06381CCD-359B-D8A2-1997-A5B56A02FD41}"/>
          </ac:spMkLst>
        </pc:spChg>
        <pc:picChg chg="add mod">
          <ac:chgData name="Deepika Vatsa" userId="f7100972-27fe-4ee6-8fb4-ec9b7931b409" providerId="ADAL" clId="{AC929AA0-30FE-40F5-9F14-BAD5341BE9C1}" dt="2025-07-23T05:31:09.627" v="123" actId="1076"/>
          <ac:picMkLst>
            <pc:docMk/>
            <pc:sldMk cId="494535748" sldId="592"/>
            <ac:picMk id="4" creationId="{2131E057-9C88-25D8-4E2F-DF4368344C2C}"/>
          </ac:picMkLst>
        </pc:picChg>
      </pc:sldChg>
      <pc:sldChg chg="del">
        <pc:chgData name="Deepika Vatsa" userId="f7100972-27fe-4ee6-8fb4-ec9b7931b409" providerId="ADAL" clId="{AC929AA0-30FE-40F5-9F14-BAD5341BE9C1}" dt="2025-07-23T05:28:15.070" v="2" actId="47"/>
        <pc:sldMkLst>
          <pc:docMk/>
          <pc:sldMk cId="3695788924" sldId="592"/>
        </pc:sldMkLst>
      </pc:sldChg>
      <pc:sldChg chg="del">
        <pc:chgData name="Deepika Vatsa" userId="f7100972-27fe-4ee6-8fb4-ec9b7931b409" providerId="ADAL" clId="{AC929AA0-30FE-40F5-9F14-BAD5341BE9C1}" dt="2025-07-23T05:28:15.070" v="2" actId="47"/>
        <pc:sldMkLst>
          <pc:docMk/>
          <pc:sldMk cId="1876629941" sldId="593"/>
        </pc:sldMkLst>
      </pc:sldChg>
      <pc:sldChg chg="modSp add mod">
        <pc:chgData name="Deepika Vatsa" userId="f7100972-27fe-4ee6-8fb4-ec9b7931b409" providerId="ADAL" clId="{AC929AA0-30FE-40F5-9F14-BAD5341BE9C1}" dt="2025-07-23T05:35:24.925" v="174" actId="20577"/>
        <pc:sldMkLst>
          <pc:docMk/>
          <pc:sldMk cId="3539443453" sldId="593"/>
        </pc:sldMkLst>
        <pc:spChg chg="mod">
          <ac:chgData name="Deepika Vatsa" userId="f7100972-27fe-4ee6-8fb4-ec9b7931b409" providerId="ADAL" clId="{AC929AA0-30FE-40F5-9F14-BAD5341BE9C1}" dt="2025-07-23T05:31:40.844" v="146" actId="5793"/>
          <ac:spMkLst>
            <pc:docMk/>
            <pc:sldMk cId="3539443453" sldId="593"/>
            <ac:spMk id="2" creationId="{00000000-0000-0000-0000-000000000000}"/>
          </ac:spMkLst>
        </pc:spChg>
        <pc:spChg chg="mod">
          <ac:chgData name="Deepika Vatsa" userId="f7100972-27fe-4ee6-8fb4-ec9b7931b409" providerId="ADAL" clId="{AC929AA0-30FE-40F5-9F14-BAD5341BE9C1}" dt="2025-07-23T05:35:24.925" v="174" actId="20577"/>
          <ac:spMkLst>
            <pc:docMk/>
            <pc:sldMk cId="3539443453" sldId="593"/>
            <ac:spMk id="11" creationId="{06381CCD-359B-D8A2-1997-A5B56A02FD41}"/>
          </ac:spMkLst>
        </pc:spChg>
      </pc:sldChg>
      <pc:sldChg chg="addSp modSp add mod">
        <pc:chgData name="Deepika Vatsa" userId="f7100972-27fe-4ee6-8fb4-ec9b7931b409" providerId="ADAL" clId="{AC929AA0-30FE-40F5-9F14-BAD5341BE9C1}" dt="2025-07-23T05:37:19.956" v="211" actId="1076"/>
        <pc:sldMkLst>
          <pc:docMk/>
          <pc:sldMk cId="2249137657" sldId="594"/>
        </pc:sldMkLst>
        <pc:spChg chg="mod">
          <ac:chgData name="Deepika Vatsa" userId="f7100972-27fe-4ee6-8fb4-ec9b7931b409" providerId="ADAL" clId="{AC929AA0-30FE-40F5-9F14-BAD5341BE9C1}" dt="2025-07-23T05:37:07.679" v="206" actId="20577"/>
          <ac:spMkLst>
            <pc:docMk/>
            <pc:sldMk cId="2249137657" sldId="594"/>
            <ac:spMk id="11" creationId="{06381CCD-359B-D8A2-1997-A5B56A02FD41}"/>
          </ac:spMkLst>
        </pc:spChg>
        <pc:picChg chg="add mod">
          <ac:chgData name="Deepika Vatsa" userId="f7100972-27fe-4ee6-8fb4-ec9b7931b409" providerId="ADAL" clId="{AC929AA0-30FE-40F5-9F14-BAD5341BE9C1}" dt="2025-07-23T05:37:19.956" v="211" actId="1076"/>
          <ac:picMkLst>
            <pc:docMk/>
            <pc:sldMk cId="2249137657" sldId="594"/>
            <ac:picMk id="1026" creationId="{4C550732-15C6-486E-6D92-A9E584061D26}"/>
          </ac:picMkLst>
        </pc:picChg>
      </pc:sldChg>
      <pc:sldChg chg="del">
        <pc:chgData name="Deepika Vatsa" userId="f7100972-27fe-4ee6-8fb4-ec9b7931b409" providerId="ADAL" clId="{AC929AA0-30FE-40F5-9F14-BAD5341BE9C1}" dt="2025-07-23T05:28:15.070" v="2" actId="47"/>
        <pc:sldMkLst>
          <pc:docMk/>
          <pc:sldMk cId="2583576287" sldId="594"/>
        </pc:sldMkLst>
      </pc:sldChg>
      <pc:sldChg chg="addSp delSp modSp add mod ord">
        <pc:chgData name="Deepika Vatsa" userId="f7100972-27fe-4ee6-8fb4-ec9b7931b409" providerId="ADAL" clId="{AC929AA0-30FE-40F5-9F14-BAD5341BE9C1}" dt="2025-07-23T05:53:30.210" v="675" actId="1037"/>
        <pc:sldMkLst>
          <pc:docMk/>
          <pc:sldMk cId="2043304788" sldId="595"/>
        </pc:sldMkLst>
        <pc:spChg chg="mod">
          <ac:chgData name="Deepika Vatsa" userId="f7100972-27fe-4ee6-8fb4-ec9b7931b409" providerId="ADAL" clId="{AC929AA0-30FE-40F5-9F14-BAD5341BE9C1}" dt="2025-07-23T05:40:15.192" v="227" actId="20577"/>
          <ac:spMkLst>
            <pc:docMk/>
            <pc:sldMk cId="2043304788" sldId="595"/>
            <ac:spMk id="2" creationId="{00000000-0000-0000-0000-000000000000}"/>
          </ac:spMkLst>
        </pc:spChg>
        <pc:spChg chg="mod">
          <ac:chgData name="Deepika Vatsa" userId="f7100972-27fe-4ee6-8fb4-ec9b7931b409" providerId="ADAL" clId="{AC929AA0-30FE-40F5-9F14-BAD5341BE9C1}" dt="2025-07-23T05:53:30.210" v="675" actId="1037"/>
          <ac:spMkLst>
            <pc:docMk/>
            <pc:sldMk cId="2043304788" sldId="595"/>
            <ac:spMk id="11" creationId="{06381CCD-359B-D8A2-1997-A5B56A02FD41}"/>
          </ac:spMkLst>
        </pc:spChg>
        <pc:picChg chg="add del mod">
          <ac:chgData name="Deepika Vatsa" userId="f7100972-27fe-4ee6-8fb4-ec9b7931b409" providerId="ADAL" clId="{AC929AA0-30FE-40F5-9F14-BAD5341BE9C1}" dt="2025-07-23T05:45:16.172" v="274" actId="478"/>
          <ac:picMkLst>
            <pc:docMk/>
            <pc:sldMk cId="2043304788" sldId="595"/>
            <ac:picMk id="2050" creationId="{532E7ECA-2966-D762-86AC-CF85DA936773}"/>
          </ac:picMkLst>
        </pc:picChg>
        <pc:picChg chg="add mod">
          <ac:chgData name="Deepika Vatsa" userId="f7100972-27fe-4ee6-8fb4-ec9b7931b409" providerId="ADAL" clId="{AC929AA0-30FE-40F5-9F14-BAD5341BE9C1}" dt="2025-07-23T05:52:40.517" v="609" actId="1076"/>
          <ac:picMkLst>
            <pc:docMk/>
            <pc:sldMk cId="2043304788" sldId="595"/>
            <ac:picMk id="2052" creationId="{92649715-A1CA-9DC4-289C-FF0198FB0C4F}"/>
          </ac:picMkLst>
        </pc:picChg>
      </pc:sldChg>
      <pc:sldChg chg="del">
        <pc:chgData name="Deepika Vatsa" userId="f7100972-27fe-4ee6-8fb4-ec9b7931b409" providerId="ADAL" clId="{AC929AA0-30FE-40F5-9F14-BAD5341BE9C1}" dt="2025-07-23T05:28:15.070" v="2" actId="47"/>
        <pc:sldMkLst>
          <pc:docMk/>
          <pc:sldMk cId="3729385034" sldId="595"/>
        </pc:sldMkLst>
      </pc:sldChg>
      <pc:sldChg chg="del">
        <pc:chgData name="Deepika Vatsa" userId="f7100972-27fe-4ee6-8fb4-ec9b7931b409" providerId="ADAL" clId="{AC929AA0-30FE-40F5-9F14-BAD5341BE9C1}" dt="2025-07-23T05:28:15.070" v="2" actId="47"/>
        <pc:sldMkLst>
          <pc:docMk/>
          <pc:sldMk cId="1503747669" sldId="596"/>
        </pc:sldMkLst>
      </pc:sldChg>
      <pc:sldChg chg="addSp delSp modSp add mod">
        <pc:chgData name="Deepika Vatsa" userId="f7100972-27fe-4ee6-8fb4-ec9b7931b409" providerId="ADAL" clId="{AC929AA0-30FE-40F5-9F14-BAD5341BE9C1}" dt="2025-07-23T05:52:26.438" v="607" actId="1076"/>
        <pc:sldMkLst>
          <pc:docMk/>
          <pc:sldMk cId="2365471124" sldId="596"/>
        </pc:sldMkLst>
        <pc:spChg chg="mod">
          <ac:chgData name="Deepika Vatsa" userId="f7100972-27fe-4ee6-8fb4-ec9b7931b409" providerId="ADAL" clId="{AC929AA0-30FE-40F5-9F14-BAD5341BE9C1}" dt="2025-07-23T05:52:26.438" v="607" actId="1076"/>
          <ac:spMkLst>
            <pc:docMk/>
            <pc:sldMk cId="2365471124" sldId="596"/>
            <ac:spMk id="11" creationId="{06381CCD-359B-D8A2-1997-A5B56A02FD41}"/>
          </ac:spMkLst>
        </pc:spChg>
        <pc:picChg chg="del">
          <ac:chgData name="Deepika Vatsa" userId="f7100972-27fe-4ee6-8fb4-ec9b7931b409" providerId="ADAL" clId="{AC929AA0-30FE-40F5-9F14-BAD5341BE9C1}" dt="2025-07-23T05:46:58.476" v="386" actId="478"/>
          <ac:picMkLst>
            <pc:docMk/>
            <pc:sldMk cId="2365471124" sldId="596"/>
            <ac:picMk id="2052" creationId="{92649715-A1CA-9DC4-289C-FF0198FB0C4F}"/>
          </ac:picMkLst>
        </pc:picChg>
        <pc:picChg chg="add mod">
          <ac:chgData name="Deepika Vatsa" userId="f7100972-27fe-4ee6-8fb4-ec9b7931b409" providerId="ADAL" clId="{AC929AA0-30FE-40F5-9F14-BAD5341BE9C1}" dt="2025-07-23T05:51:05.647" v="547" actId="1076"/>
          <ac:picMkLst>
            <pc:docMk/>
            <pc:sldMk cId="2365471124" sldId="596"/>
            <ac:picMk id="3074" creationId="{1FD8F825-EA11-7304-317C-BF8A7BFFF610}"/>
          </ac:picMkLst>
        </pc:picChg>
      </pc:sldChg>
      <pc:sldChg chg="del">
        <pc:chgData name="Deepika Vatsa" userId="f7100972-27fe-4ee6-8fb4-ec9b7931b409" providerId="ADAL" clId="{AC929AA0-30FE-40F5-9F14-BAD5341BE9C1}" dt="2025-07-23T05:28:15.070" v="2" actId="47"/>
        <pc:sldMkLst>
          <pc:docMk/>
          <pc:sldMk cId="2169252664" sldId="597"/>
        </pc:sldMkLst>
      </pc:sldChg>
      <pc:sldChg chg="modSp add mod">
        <pc:chgData name="Deepika Vatsa" userId="f7100972-27fe-4ee6-8fb4-ec9b7931b409" providerId="ADAL" clId="{AC929AA0-30FE-40F5-9F14-BAD5341BE9C1}" dt="2025-07-23T05:58:32.528" v="701" actId="6549"/>
        <pc:sldMkLst>
          <pc:docMk/>
          <pc:sldMk cId="3613863550" sldId="597"/>
        </pc:sldMkLst>
        <pc:spChg chg="mod">
          <ac:chgData name="Deepika Vatsa" userId="f7100972-27fe-4ee6-8fb4-ec9b7931b409" providerId="ADAL" clId="{AC929AA0-30FE-40F5-9F14-BAD5341BE9C1}" dt="2025-07-23T05:57:15.672" v="683" actId="20577"/>
          <ac:spMkLst>
            <pc:docMk/>
            <pc:sldMk cId="3613863550" sldId="597"/>
            <ac:spMk id="2" creationId="{00000000-0000-0000-0000-000000000000}"/>
          </ac:spMkLst>
        </pc:spChg>
        <pc:spChg chg="mod">
          <ac:chgData name="Deepika Vatsa" userId="f7100972-27fe-4ee6-8fb4-ec9b7931b409" providerId="ADAL" clId="{AC929AA0-30FE-40F5-9F14-BAD5341BE9C1}" dt="2025-07-23T05:58:32.528" v="701" actId="6549"/>
          <ac:spMkLst>
            <pc:docMk/>
            <pc:sldMk cId="3613863550" sldId="597"/>
            <ac:spMk id="11" creationId="{06381CCD-359B-D8A2-1997-A5B56A02FD41}"/>
          </ac:spMkLst>
        </pc:spChg>
      </pc:sldChg>
      <pc:sldChg chg="del">
        <pc:chgData name="Deepika Vatsa" userId="f7100972-27fe-4ee6-8fb4-ec9b7931b409" providerId="ADAL" clId="{AC929AA0-30FE-40F5-9F14-BAD5341BE9C1}" dt="2025-07-23T05:28:15.070" v="2" actId="47"/>
        <pc:sldMkLst>
          <pc:docMk/>
          <pc:sldMk cId="3506553672" sldId="598"/>
        </pc:sldMkLst>
      </pc:sldChg>
      <pc:sldChg chg="addSp modSp add mod">
        <pc:chgData name="Deepika Vatsa" userId="f7100972-27fe-4ee6-8fb4-ec9b7931b409" providerId="ADAL" clId="{AC929AA0-30FE-40F5-9F14-BAD5341BE9C1}" dt="2025-07-23T06:04:22.203" v="745" actId="207"/>
        <pc:sldMkLst>
          <pc:docMk/>
          <pc:sldMk cId="4006034928" sldId="598"/>
        </pc:sldMkLst>
        <pc:spChg chg="mod">
          <ac:chgData name="Deepika Vatsa" userId="f7100972-27fe-4ee6-8fb4-ec9b7931b409" providerId="ADAL" clId="{AC929AA0-30FE-40F5-9F14-BAD5341BE9C1}" dt="2025-07-23T06:01:53.476" v="715" actId="20577"/>
          <ac:spMkLst>
            <pc:docMk/>
            <pc:sldMk cId="4006034928" sldId="598"/>
            <ac:spMk id="2" creationId="{00000000-0000-0000-0000-000000000000}"/>
          </ac:spMkLst>
        </pc:spChg>
        <pc:spChg chg="mod">
          <ac:chgData name="Deepika Vatsa" userId="f7100972-27fe-4ee6-8fb4-ec9b7931b409" providerId="ADAL" clId="{AC929AA0-30FE-40F5-9F14-BAD5341BE9C1}" dt="2025-07-23T06:04:22.203" v="745" actId="207"/>
          <ac:spMkLst>
            <pc:docMk/>
            <pc:sldMk cId="4006034928" sldId="598"/>
            <ac:spMk id="11" creationId="{06381CCD-359B-D8A2-1997-A5B56A02FD41}"/>
          </ac:spMkLst>
        </pc:spChg>
        <pc:picChg chg="add mod">
          <ac:chgData name="Deepika Vatsa" userId="f7100972-27fe-4ee6-8fb4-ec9b7931b409" providerId="ADAL" clId="{AC929AA0-30FE-40F5-9F14-BAD5341BE9C1}" dt="2025-07-23T06:03:30.379" v="722" actId="1076"/>
          <ac:picMkLst>
            <pc:docMk/>
            <pc:sldMk cId="4006034928" sldId="598"/>
            <ac:picMk id="4098" creationId="{B6B0D7CD-49AB-61CA-4335-DFE095D59382}"/>
          </ac:picMkLst>
        </pc:picChg>
      </pc:sldChg>
      <pc:sldChg chg="addSp delSp modSp add mod">
        <pc:chgData name="Deepika Vatsa" userId="f7100972-27fe-4ee6-8fb4-ec9b7931b409" providerId="ADAL" clId="{AC929AA0-30FE-40F5-9F14-BAD5341BE9C1}" dt="2025-07-23T06:07:45.714" v="820" actId="20577"/>
        <pc:sldMkLst>
          <pc:docMk/>
          <pc:sldMk cId="2158759759" sldId="599"/>
        </pc:sldMkLst>
        <pc:spChg chg="add del">
          <ac:chgData name="Deepika Vatsa" userId="f7100972-27fe-4ee6-8fb4-ec9b7931b409" providerId="ADAL" clId="{AC929AA0-30FE-40F5-9F14-BAD5341BE9C1}" dt="2025-07-23T06:06:40.388" v="783" actId="478"/>
          <ac:spMkLst>
            <pc:docMk/>
            <pc:sldMk cId="2158759759" sldId="599"/>
            <ac:spMk id="4" creationId="{140EE86F-8360-3758-2268-F5A95F9EE36A}"/>
          </ac:spMkLst>
        </pc:spChg>
        <pc:spChg chg="add del">
          <ac:chgData name="Deepika Vatsa" userId="f7100972-27fe-4ee6-8fb4-ec9b7931b409" providerId="ADAL" clId="{AC929AA0-30FE-40F5-9F14-BAD5341BE9C1}" dt="2025-07-23T06:06:51.796" v="789"/>
          <ac:spMkLst>
            <pc:docMk/>
            <pc:sldMk cId="2158759759" sldId="599"/>
            <ac:spMk id="5" creationId="{B2356F49-E233-C5F7-4A30-05B5E809EC58}"/>
          </ac:spMkLst>
        </pc:spChg>
        <pc:spChg chg="mod">
          <ac:chgData name="Deepika Vatsa" userId="f7100972-27fe-4ee6-8fb4-ec9b7931b409" providerId="ADAL" clId="{AC929AA0-30FE-40F5-9F14-BAD5341BE9C1}" dt="2025-07-23T06:07:45.714" v="820" actId="20577"/>
          <ac:spMkLst>
            <pc:docMk/>
            <pc:sldMk cId="2158759759" sldId="599"/>
            <ac:spMk id="11" creationId="{06381CCD-359B-D8A2-1997-A5B56A02FD41}"/>
          </ac:spMkLst>
        </pc:spChg>
        <pc:picChg chg="add mod modCrop">
          <ac:chgData name="Deepika Vatsa" userId="f7100972-27fe-4ee6-8fb4-ec9b7931b409" providerId="ADAL" clId="{AC929AA0-30FE-40F5-9F14-BAD5341BE9C1}" dt="2025-07-23T06:07:21.696" v="808" actId="1037"/>
          <ac:picMkLst>
            <pc:docMk/>
            <pc:sldMk cId="2158759759" sldId="599"/>
            <ac:picMk id="6" creationId="{71437D90-5128-5EA3-7313-65A287FE21F3}"/>
          </ac:picMkLst>
        </pc:picChg>
        <pc:picChg chg="del">
          <ac:chgData name="Deepika Vatsa" userId="f7100972-27fe-4ee6-8fb4-ec9b7931b409" providerId="ADAL" clId="{AC929AA0-30FE-40F5-9F14-BAD5341BE9C1}" dt="2025-07-23T06:04:33.898" v="747" actId="478"/>
          <ac:picMkLst>
            <pc:docMk/>
            <pc:sldMk cId="2158759759" sldId="599"/>
            <ac:picMk id="4098" creationId="{B6B0D7CD-49AB-61CA-4335-DFE095D59382}"/>
          </ac:picMkLst>
        </pc:picChg>
      </pc:sldChg>
      <pc:sldChg chg="modSp add mod">
        <pc:chgData name="Deepika Vatsa" userId="f7100972-27fe-4ee6-8fb4-ec9b7931b409" providerId="ADAL" clId="{AC929AA0-30FE-40F5-9F14-BAD5341BE9C1}" dt="2025-07-23T06:16:47.270" v="979" actId="12"/>
        <pc:sldMkLst>
          <pc:docMk/>
          <pc:sldMk cId="1407172059" sldId="600"/>
        </pc:sldMkLst>
        <pc:spChg chg="mod">
          <ac:chgData name="Deepika Vatsa" userId="f7100972-27fe-4ee6-8fb4-ec9b7931b409" providerId="ADAL" clId="{AC929AA0-30FE-40F5-9F14-BAD5341BE9C1}" dt="2025-07-23T06:09:20.006" v="853" actId="20577"/>
          <ac:spMkLst>
            <pc:docMk/>
            <pc:sldMk cId="1407172059" sldId="600"/>
            <ac:spMk id="2" creationId="{00000000-0000-0000-0000-000000000000}"/>
          </ac:spMkLst>
        </pc:spChg>
        <pc:spChg chg="mod">
          <ac:chgData name="Deepika Vatsa" userId="f7100972-27fe-4ee6-8fb4-ec9b7931b409" providerId="ADAL" clId="{AC929AA0-30FE-40F5-9F14-BAD5341BE9C1}" dt="2025-07-23T06:16:47.270" v="979" actId="12"/>
          <ac:spMkLst>
            <pc:docMk/>
            <pc:sldMk cId="1407172059" sldId="600"/>
            <ac:spMk id="11" creationId="{06381CCD-359B-D8A2-1997-A5B56A02FD41}"/>
          </ac:spMkLst>
        </pc:spChg>
      </pc:sldChg>
      <pc:sldChg chg="del">
        <pc:chgData name="Deepika Vatsa" userId="f7100972-27fe-4ee6-8fb4-ec9b7931b409" providerId="ADAL" clId="{AC929AA0-30FE-40F5-9F14-BAD5341BE9C1}" dt="2025-07-23T05:30:24.218" v="55" actId="47"/>
        <pc:sldMkLst>
          <pc:docMk/>
          <pc:sldMk cId="3239011490" sldId="601"/>
        </pc:sldMkLst>
      </pc:sldChg>
      <pc:sldChg chg="addSp modSp add mod">
        <pc:chgData name="Deepika Vatsa" userId="f7100972-27fe-4ee6-8fb4-ec9b7931b409" providerId="ADAL" clId="{AC929AA0-30FE-40F5-9F14-BAD5341BE9C1}" dt="2025-07-23T06:16:37.043" v="976" actId="20577"/>
        <pc:sldMkLst>
          <pc:docMk/>
          <pc:sldMk cId="3854070128" sldId="601"/>
        </pc:sldMkLst>
        <pc:spChg chg="mod">
          <ac:chgData name="Deepika Vatsa" userId="f7100972-27fe-4ee6-8fb4-ec9b7931b409" providerId="ADAL" clId="{AC929AA0-30FE-40F5-9F14-BAD5341BE9C1}" dt="2025-07-23T06:16:37.043" v="976" actId="20577"/>
          <ac:spMkLst>
            <pc:docMk/>
            <pc:sldMk cId="3854070128" sldId="601"/>
            <ac:spMk id="11" creationId="{06381CCD-359B-D8A2-1997-A5B56A02FD41}"/>
          </ac:spMkLst>
        </pc:spChg>
        <pc:picChg chg="add mod">
          <ac:chgData name="Deepika Vatsa" userId="f7100972-27fe-4ee6-8fb4-ec9b7931b409" providerId="ADAL" clId="{AC929AA0-30FE-40F5-9F14-BAD5341BE9C1}" dt="2025-07-23T06:16:04.107" v="969" actId="1076"/>
          <ac:picMkLst>
            <pc:docMk/>
            <pc:sldMk cId="3854070128" sldId="601"/>
            <ac:picMk id="6146" creationId="{66E1EC1A-96D5-0E00-533E-726B7D655EC9}"/>
          </ac:picMkLst>
        </pc:picChg>
      </pc:sldChg>
      <pc:sldChg chg="del">
        <pc:chgData name="Deepika Vatsa" userId="f7100972-27fe-4ee6-8fb4-ec9b7931b409" providerId="ADAL" clId="{AC929AA0-30FE-40F5-9F14-BAD5341BE9C1}" dt="2025-07-23T05:27:46.693" v="1" actId="47"/>
        <pc:sldMkLst>
          <pc:docMk/>
          <pc:sldMk cId="2717130231" sldId="602"/>
        </pc:sldMkLst>
      </pc:sldChg>
      <pc:sldChg chg="delSp modSp add mod">
        <pc:chgData name="Deepika Vatsa" userId="f7100972-27fe-4ee6-8fb4-ec9b7931b409" providerId="ADAL" clId="{AC929AA0-30FE-40F5-9F14-BAD5341BE9C1}" dt="2025-07-23T06:22:53.809" v="1167" actId="20577"/>
        <pc:sldMkLst>
          <pc:docMk/>
          <pc:sldMk cId="3816700751" sldId="602"/>
        </pc:sldMkLst>
        <pc:spChg chg="mod">
          <ac:chgData name="Deepika Vatsa" userId="f7100972-27fe-4ee6-8fb4-ec9b7931b409" providerId="ADAL" clId="{AC929AA0-30FE-40F5-9F14-BAD5341BE9C1}" dt="2025-07-23T06:22:53.809" v="1167" actId="20577"/>
          <ac:spMkLst>
            <pc:docMk/>
            <pc:sldMk cId="3816700751" sldId="602"/>
            <ac:spMk id="11" creationId="{06381CCD-359B-D8A2-1997-A5B56A02FD41}"/>
          </ac:spMkLst>
        </pc:spChg>
        <pc:picChg chg="del">
          <ac:chgData name="Deepika Vatsa" userId="f7100972-27fe-4ee6-8fb4-ec9b7931b409" providerId="ADAL" clId="{AC929AA0-30FE-40F5-9F14-BAD5341BE9C1}" dt="2025-07-23T06:19:57.911" v="1128" actId="478"/>
          <ac:picMkLst>
            <pc:docMk/>
            <pc:sldMk cId="3816700751" sldId="602"/>
            <ac:picMk id="6146" creationId="{66E1EC1A-96D5-0E00-533E-726B7D655EC9}"/>
          </ac:picMkLst>
        </pc:picChg>
      </pc:sldChg>
      <pc:sldChg chg="del">
        <pc:chgData name="Deepika Vatsa" userId="f7100972-27fe-4ee6-8fb4-ec9b7931b409" providerId="ADAL" clId="{AC929AA0-30FE-40F5-9F14-BAD5341BE9C1}" dt="2025-07-23T05:27:46.693" v="1" actId="47"/>
        <pc:sldMkLst>
          <pc:docMk/>
          <pc:sldMk cId="1266594393" sldId="603"/>
        </pc:sldMkLst>
      </pc:sldChg>
      <pc:sldChg chg="addSp delSp modSp add mod">
        <pc:chgData name="Deepika Vatsa" userId="f7100972-27fe-4ee6-8fb4-ec9b7931b409" providerId="ADAL" clId="{AC929AA0-30FE-40F5-9F14-BAD5341BE9C1}" dt="2025-07-23T06:27:21.109" v="1196" actId="207"/>
        <pc:sldMkLst>
          <pc:docMk/>
          <pc:sldMk cId="3109653638" sldId="603"/>
        </pc:sldMkLst>
        <pc:spChg chg="mod">
          <ac:chgData name="Deepika Vatsa" userId="f7100972-27fe-4ee6-8fb4-ec9b7931b409" providerId="ADAL" clId="{AC929AA0-30FE-40F5-9F14-BAD5341BE9C1}" dt="2025-07-23T06:24:40.986" v="1182" actId="20577"/>
          <ac:spMkLst>
            <pc:docMk/>
            <pc:sldMk cId="3109653638" sldId="603"/>
            <ac:spMk id="2" creationId="{00000000-0000-0000-0000-000000000000}"/>
          </ac:spMkLst>
        </pc:spChg>
        <pc:spChg chg="add mod">
          <ac:chgData name="Deepika Vatsa" userId="f7100972-27fe-4ee6-8fb4-ec9b7931b409" providerId="ADAL" clId="{AC929AA0-30FE-40F5-9F14-BAD5341BE9C1}" dt="2025-07-23T06:27:21.109" v="1196" actId="207"/>
          <ac:spMkLst>
            <pc:docMk/>
            <pc:sldMk cId="3109653638" sldId="603"/>
            <ac:spMk id="5" creationId="{828D6187-34F2-C300-952E-69BC96F18703}"/>
          </ac:spMkLst>
        </pc:spChg>
        <pc:spChg chg="del">
          <ac:chgData name="Deepika Vatsa" userId="f7100972-27fe-4ee6-8fb4-ec9b7931b409" providerId="ADAL" clId="{AC929AA0-30FE-40F5-9F14-BAD5341BE9C1}" dt="2025-07-23T06:24:44.760" v="1183" actId="478"/>
          <ac:spMkLst>
            <pc:docMk/>
            <pc:sldMk cId="3109653638" sldId="603"/>
            <ac:spMk id="11" creationId="{06381CCD-359B-D8A2-1997-A5B56A02FD41}"/>
          </ac:spMkLst>
        </pc:spChg>
        <pc:picChg chg="add mod">
          <ac:chgData name="Deepika Vatsa" userId="f7100972-27fe-4ee6-8fb4-ec9b7931b409" providerId="ADAL" clId="{AC929AA0-30FE-40F5-9F14-BAD5341BE9C1}" dt="2025-07-23T06:26:16.292" v="1188" actId="1076"/>
          <ac:picMkLst>
            <pc:docMk/>
            <pc:sldMk cId="3109653638" sldId="603"/>
            <ac:picMk id="7170" creationId="{A1AF04A7-0FA2-044D-C214-524777ECC4EB}"/>
          </ac:picMkLst>
        </pc:picChg>
      </pc:sldChg>
      <pc:sldChg chg="addSp delSp modSp add mod">
        <pc:chgData name="Deepika Vatsa" userId="f7100972-27fe-4ee6-8fb4-ec9b7931b409" providerId="ADAL" clId="{AC929AA0-30FE-40F5-9F14-BAD5341BE9C1}" dt="2025-07-23T06:29:22.447" v="1246" actId="20577"/>
        <pc:sldMkLst>
          <pc:docMk/>
          <pc:sldMk cId="649285932" sldId="604"/>
        </pc:sldMkLst>
        <pc:spChg chg="mod">
          <ac:chgData name="Deepika Vatsa" userId="f7100972-27fe-4ee6-8fb4-ec9b7931b409" providerId="ADAL" clId="{AC929AA0-30FE-40F5-9F14-BAD5341BE9C1}" dt="2025-07-23T06:29:22.447" v="1246" actId="20577"/>
          <ac:spMkLst>
            <pc:docMk/>
            <pc:sldMk cId="649285932" sldId="604"/>
            <ac:spMk id="2" creationId="{00000000-0000-0000-0000-000000000000}"/>
          </ac:spMkLst>
        </pc:spChg>
        <pc:spChg chg="del">
          <ac:chgData name="Deepika Vatsa" userId="f7100972-27fe-4ee6-8fb4-ec9b7931b409" providerId="ADAL" clId="{AC929AA0-30FE-40F5-9F14-BAD5341BE9C1}" dt="2025-07-23T06:27:54.847" v="1209" actId="478"/>
          <ac:spMkLst>
            <pc:docMk/>
            <pc:sldMk cId="649285932" sldId="604"/>
            <ac:spMk id="11" creationId="{06381CCD-359B-D8A2-1997-A5B56A02FD41}"/>
          </ac:spMkLst>
        </pc:spChg>
        <pc:graphicFrameChg chg="add mod modGraphic">
          <ac:chgData name="Deepika Vatsa" userId="f7100972-27fe-4ee6-8fb4-ec9b7931b409" providerId="ADAL" clId="{AC929AA0-30FE-40F5-9F14-BAD5341BE9C1}" dt="2025-07-23T06:28:30.079" v="1235" actId="122"/>
          <ac:graphicFrameMkLst>
            <pc:docMk/>
            <pc:sldMk cId="649285932" sldId="604"/>
            <ac:graphicFrameMk id="4" creationId="{F44C14DF-6D4A-688F-B8CE-CD66EFA6FC96}"/>
          </ac:graphicFrameMkLst>
        </pc:graphicFrameChg>
      </pc:sldChg>
      <pc:sldChg chg="del">
        <pc:chgData name="Deepika Vatsa" userId="f7100972-27fe-4ee6-8fb4-ec9b7931b409" providerId="ADAL" clId="{AC929AA0-30FE-40F5-9F14-BAD5341BE9C1}" dt="2025-07-23T05:27:46.693" v="1" actId="47"/>
        <pc:sldMkLst>
          <pc:docMk/>
          <pc:sldMk cId="4255891347" sldId="604"/>
        </pc:sldMkLst>
      </pc:sldChg>
      <pc:sldChg chg="modSp add mod">
        <pc:chgData name="Deepika Vatsa" userId="f7100972-27fe-4ee6-8fb4-ec9b7931b409" providerId="ADAL" clId="{AC929AA0-30FE-40F5-9F14-BAD5341BE9C1}" dt="2025-07-23T06:33:43.223" v="1306" actId="20577"/>
        <pc:sldMkLst>
          <pc:docMk/>
          <pc:sldMk cId="2666969699" sldId="605"/>
        </pc:sldMkLst>
        <pc:spChg chg="mod">
          <ac:chgData name="Deepika Vatsa" userId="f7100972-27fe-4ee6-8fb4-ec9b7931b409" providerId="ADAL" clId="{AC929AA0-30FE-40F5-9F14-BAD5341BE9C1}" dt="2025-07-23T06:29:33.883" v="1265" actId="20577"/>
          <ac:spMkLst>
            <pc:docMk/>
            <pc:sldMk cId="2666969699" sldId="605"/>
            <ac:spMk id="2" creationId="{00000000-0000-0000-0000-000000000000}"/>
          </ac:spMkLst>
        </pc:spChg>
        <pc:spChg chg="mod">
          <ac:chgData name="Deepika Vatsa" userId="f7100972-27fe-4ee6-8fb4-ec9b7931b409" providerId="ADAL" clId="{AC929AA0-30FE-40F5-9F14-BAD5341BE9C1}" dt="2025-07-23T06:33:43.223" v="1306" actId="20577"/>
          <ac:spMkLst>
            <pc:docMk/>
            <pc:sldMk cId="2666969699" sldId="605"/>
            <ac:spMk id="11" creationId="{06381CCD-359B-D8A2-1997-A5B56A02FD41}"/>
          </ac:spMkLst>
        </pc:spChg>
      </pc:sldChg>
      <pc:sldChg chg="del">
        <pc:chgData name="Deepika Vatsa" userId="f7100972-27fe-4ee6-8fb4-ec9b7931b409" providerId="ADAL" clId="{AC929AA0-30FE-40F5-9F14-BAD5341BE9C1}" dt="2025-07-23T05:27:46.693" v="1" actId="47"/>
        <pc:sldMkLst>
          <pc:docMk/>
          <pc:sldMk cId="3000343820" sldId="605"/>
        </pc:sldMkLst>
      </pc:sldChg>
      <pc:sldChg chg="modSp add mod">
        <pc:chgData name="Deepika Vatsa" userId="f7100972-27fe-4ee6-8fb4-ec9b7931b409" providerId="ADAL" clId="{AC929AA0-30FE-40F5-9F14-BAD5341BE9C1}" dt="2025-07-23T06:34:57.432" v="1319" actId="20577"/>
        <pc:sldMkLst>
          <pc:docMk/>
          <pc:sldMk cId="1055965943" sldId="606"/>
        </pc:sldMkLst>
        <pc:spChg chg="mod">
          <ac:chgData name="Deepika Vatsa" userId="f7100972-27fe-4ee6-8fb4-ec9b7931b409" providerId="ADAL" clId="{AC929AA0-30FE-40F5-9F14-BAD5341BE9C1}" dt="2025-07-23T06:34:57.432" v="1319" actId="20577"/>
          <ac:spMkLst>
            <pc:docMk/>
            <pc:sldMk cId="1055965943" sldId="606"/>
            <ac:spMk id="11" creationId="{06381CCD-359B-D8A2-1997-A5B56A02FD41}"/>
          </ac:spMkLst>
        </pc:spChg>
      </pc:sldChg>
      <pc:sldChg chg="del">
        <pc:chgData name="Deepika Vatsa" userId="f7100972-27fe-4ee6-8fb4-ec9b7931b409" providerId="ADAL" clId="{AC929AA0-30FE-40F5-9F14-BAD5341BE9C1}" dt="2025-07-23T05:28:15.070" v="2" actId="47"/>
        <pc:sldMkLst>
          <pc:docMk/>
          <pc:sldMk cId="1265168596" sldId="607"/>
        </pc:sldMkLst>
      </pc:sldChg>
      <pc:sldChg chg="modSp add mod">
        <pc:chgData name="Deepika Vatsa" userId="f7100972-27fe-4ee6-8fb4-ec9b7931b409" providerId="ADAL" clId="{AC929AA0-30FE-40F5-9F14-BAD5341BE9C1}" dt="2025-07-23T06:35:21.314" v="1325" actId="12"/>
        <pc:sldMkLst>
          <pc:docMk/>
          <pc:sldMk cId="3928892522" sldId="607"/>
        </pc:sldMkLst>
        <pc:spChg chg="mod">
          <ac:chgData name="Deepika Vatsa" userId="f7100972-27fe-4ee6-8fb4-ec9b7931b409" providerId="ADAL" clId="{AC929AA0-30FE-40F5-9F14-BAD5341BE9C1}" dt="2025-07-23T06:35:21.314" v="1325" actId="12"/>
          <ac:spMkLst>
            <pc:docMk/>
            <pc:sldMk cId="3928892522" sldId="607"/>
            <ac:spMk id="11" creationId="{06381CCD-359B-D8A2-1997-A5B56A02FD41}"/>
          </ac:spMkLst>
        </pc:spChg>
      </pc:sldChg>
      <pc:sldChg chg="modSp add mod">
        <pc:chgData name="Deepika Vatsa" userId="f7100972-27fe-4ee6-8fb4-ec9b7931b409" providerId="ADAL" clId="{AC929AA0-30FE-40F5-9F14-BAD5341BE9C1}" dt="2025-07-23T06:36:29.475" v="1337" actId="113"/>
        <pc:sldMkLst>
          <pc:docMk/>
          <pc:sldMk cId="2914318388" sldId="608"/>
        </pc:sldMkLst>
        <pc:spChg chg="mod">
          <ac:chgData name="Deepika Vatsa" userId="f7100972-27fe-4ee6-8fb4-ec9b7931b409" providerId="ADAL" clId="{AC929AA0-30FE-40F5-9F14-BAD5341BE9C1}" dt="2025-07-23T06:36:29.475" v="1337" actId="113"/>
          <ac:spMkLst>
            <pc:docMk/>
            <pc:sldMk cId="2914318388" sldId="608"/>
            <ac:spMk id="11" creationId="{06381CCD-359B-D8A2-1997-A5B56A02FD41}"/>
          </ac:spMkLst>
        </pc:spChg>
      </pc:sldChg>
      <pc:sldChg chg="del">
        <pc:chgData name="Deepika Vatsa" userId="f7100972-27fe-4ee6-8fb4-ec9b7931b409" providerId="ADAL" clId="{AC929AA0-30FE-40F5-9F14-BAD5341BE9C1}" dt="2025-07-23T05:28:15.070" v="2" actId="47"/>
        <pc:sldMkLst>
          <pc:docMk/>
          <pc:sldMk cId="3320274339" sldId="608"/>
        </pc:sldMkLst>
      </pc:sldChg>
      <pc:sldChg chg="modSp add mod">
        <pc:chgData name="Deepika Vatsa" userId="f7100972-27fe-4ee6-8fb4-ec9b7931b409" providerId="ADAL" clId="{AC929AA0-30FE-40F5-9F14-BAD5341BE9C1}" dt="2025-07-23T09:28:35.976" v="1511" actId="20577"/>
        <pc:sldMkLst>
          <pc:docMk/>
          <pc:sldMk cId="726719763" sldId="609"/>
        </pc:sldMkLst>
        <pc:spChg chg="mod">
          <ac:chgData name="Deepika Vatsa" userId="f7100972-27fe-4ee6-8fb4-ec9b7931b409" providerId="ADAL" clId="{AC929AA0-30FE-40F5-9F14-BAD5341BE9C1}" dt="2025-07-23T09:28:35.976" v="1511" actId="20577"/>
          <ac:spMkLst>
            <pc:docMk/>
            <pc:sldMk cId="726719763" sldId="609"/>
            <ac:spMk id="11" creationId="{06381CCD-359B-D8A2-1997-A5B56A02FD41}"/>
          </ac:spMkLst>
        </pc:spChg>
      </pc:sldChg>
      <pc:sldChg chg="del">
        <pc:chgData name="Deepika Vatsa" userId="f7100972-27fe-4ee6-8fb4-ec9b7931b409" providerId="ADAL" clId="{AC929AA0-30FE-40F5-9F14-BAD5341BE9C1}" dt="2025-07-23T05:28:15.070" v="2" actId="47"/>
        <pc:sldMkLst>
          <pc:docMk/>
          <pc:sldMk cId="2282133231" sldId="609"/>
        </pc:sldMkLst>
      </pc:sldChg>
      <pc:sldChg chg="del">
        <pc:chgData name="Deepika Vatsa" userId="f7100972-27fe-4ee6-8fb4-ec9b7931b409" providerId="ADAL" clId="{AC929AA0-30FE-40F5-9F14-BAD5341BE9C1}" dt="2025-07-23T05:28:15.070" v="2" actId="47"/>
        <pc:sldMkLst>
          <pc:docMk/>
          <pc:sldMk cId="2610700906" sldId="610"/>
        </pc:sldMkLst>
      </pc:sldChg>
      <pc:sldChg chg="modSp add mod">
        <pc:chgData name="Deepika Vatsa" userId="f7100972-27fe-4ee6-8fb4-ec9b7931b409" providerId="ADAL" clId="{AC929AA0-30FE-40F5-9F14-BAD5341BE9C1}" dt="2025-07-23T06:39:46.112" v="1429" actId="20577"/>
        <pc:sldMkLst>
          <pc:docMk/>
          <pc:sldMk cId="3648386067" sldId="610"/>
        </pc:sldMkLst>
        <pc:spChg chg="mod">
          <ac:chgData name="Deepika Vatsa" userId="f7100972-27fe-4ee6-8fb4-ec9b7931b409" providerId="ADAL" clId="{AC929AA0-30FE-40F5-9F14-BAD5341BE9C1}" dt="2025-07-23T06:39:46.112" v="1429" actId="20577"/>
          <ac:spMkLst>
            <pc:docMk/>
            <pc:sldMk cId="3648386067" sldId="610"/>
            <ac:spMk id="11" creationId="{06381CCD-359B-D8A2-1997-A5B56A02FD41}"/>
          </ac:spMkLst>
        </pc:spChg>
      </pc:sldChg>
      <pc:sldChg chg="del">
        <pc:chgData name="Deepika Vatsa" userId="f7100972-27fe-4ee6-8fb4-ec9b7931b409" providerId="ADAL" clId="{AC929AA0-30FE-40F5-9F14-BAD5341BE9C1}" dt="2025-07-23T05:28:15.070" v="2" actId="47"/>
        <pc:sldMkLst>
          <pc:docMk/>
          <pc:sldMk cId="565857117" sldId="611"/>
        </pc:sldMkLst>
      </pc:sldChg>
      <pc:sldChg chg="modSp add mod">
        <pc:chgData name="Deepika Vatsa" userId="f7100972-27fe-4ee6-8fb4-ec9b7931b409" providerId="ADAL" clId="{AC929AA0-30FE-40F5-9F14-BAD5341BE9C1}" dt="2025-07-23T06:41:42.519" v="1501" actId="5793"/>
        <pc:sldMkLst>
          <pc:docMk/>
          <pc:sldMk cId="1440736019" sldId="611"/>
        </pc:sldMkLst>
        <pc:spChg chg="mod">
          <ac:chgData name="Deepika Vatsa" userId="f7100972-27fe-4ee6-8fb4-ec9b7931b409" providerId="ADAL" clId="{AC929AA0-30FE-40F5-9F14-BAD5341BE9C1}" dt="2025-07-23T06:40:24.433" v="1440" actId="20577"/>
          <ac:spMkLst>
            <pc:docMk/>
            <pc:sldMk cId="1440736019" sldId="611"/>
            <ac:spMk id="2" creationId="{00000000-0000-0000-0000-000000000000}"/>
          </ac:spMkLst>
        </pc:spChg>
        <pc:spChg chg="mod">
          <ac:chgData name="Deepika Vatsa" userId="f7100972-27fe-4ee6-8fb4-ec9b7931b409" providerId="ADAL" clId="{AC929AA0-30FE-40F5-9F14-BAD5341BE9C1}" dt="2025-07-23T06:41:42.519" v="1501" actId="5793"/>
          <ac:spMkLst>
            <pc:docMk/>
            <pc:sldMk cId="1440736019" sldId="611"/>
            <ac:spMk id="11" creationId="{06381CCD-359B-D8A2-1997-A5B56A02FD41}"/>
          </ac:spMkLst>
        </pc:spChg>
      </pc:sldChg>
      <pc:sldChg chg="modSp add mod">
        <pc:chgData name="Deepika Vatsa" userId="f7100972-27fe-4ee6-8fb4-ec9b7931b409" providerId="ADAL" clId="{AC929AA0-30FE-40F5-9F14-BAD5341BE9C1}" dt="2025-07-23T09:47:26.324" v="1571" actId="20577"/>
        <pc:sldMkLst>
          <pc:docMk/>
          <pc:sldMk cId="1106724558" sldId="612"/>
        </pc:sldMkLst>
        <pc:spChg chg="mod">
          <ac:chgData name="Deepika Vatsa" userId="f7100972-27fe-4ee6-8fb4-ec9b7931b409" providerId="ADAL" clId="{AC929AA0-30FE-40F5-9F14-BAD5341BE9C1}" dt="2025-07-23T09:47:26.324" v="1571" actId="20577"/>
          <ac:spMkLst>
            <pc:docMk/>
            <pc:sldMk cId="1106724558" sldId="612"/>
            <ac:spMk id="11" creationId="{06381CCD-359B-D8A2-1997-A5B56A02FD41}"/>
          </ac:spMkLst>
        </pc:spChg>
      </pc:sldChg>
      <pc:sldMasterChg chg="del delSldLayout">
        <pc:chgData name="Deepika Vatsa" userId="f7100972-27fe-4ee6-8fb4-ec9b7931b409" providerId="ADAL" clId="{AC929AA0-30FE-40F5-9F14-BAD5341BE9C1}" dt="2025-07-23T06:42:21.688" v="1504" actId="47"/>
        <pc:sldMasterMkLst>
          <pc:docMk/>
          <pc:sldMasterMk cId="220542818" sldId="2147483684"/>
        </pc:sldMasterMkLst>
        <pc:sldLayoutChg chg="del">
          <pc:chgData name="Deepika Vatsa" userId="f7100972-27fe-4ee6-8fb4-ec9b7931b409" providerId="ADAL" clId="{AC929AA0-30FE-40F5-9F14-BAD5341BE9C1}" dt="2025-07-23T06:42:21.688" v="1504" actId="47"/>
          <pc:sldLayoutMkLst>
            <pc:docMk/>
            <pc:sldMasterMk cId="220542818" sldId="2147483684"/>
            <pc:sldLayoutMk cId="1969632149" sldId="2147483685"/>
          </pc:sldLayoutMkLst>
        </pc:sldLayoutChg>
        <pc:sldLayoutChg chg="del">
          <pc:chgData name="Deepika Vatsa" userId="f7100972-27fe-4ee6-8fb4-ec9b7931b409" providerId="ADAL" clId="{AC929AA0-30FE-40F5-9F14-BAD5341BE9C1}" dt="2025-07-23T06:42:21.688" v="1504" actId="47"/>
          <pc:sldLayoutMkLst>
            <pc:docMk/>
            <pc:sldMasterMk cId="220542818" sldId="2147483684"/>
            <pc:sldLayoutMk cId="715519172" sldId="2147483686"/>
          </pc:sldLayoutMkLst>
        </pc:sldLayoutChg>
        <pc:sldLayoutChg chg="del">
          <pc:chgData name="Deepika Vatsa" userId="f7100972-27fe-4ee6-8fb4-ec9b7931b409" providerId="ADAL" clId="{AC929AA0-30FE-40F5-9F14-BAD5341BE9C1}" dt="2025-07-23T06:42:21.688" v="1504" actId="47"/>
          <pc:sldLayoutMkLst>
            <pc:docMk/>
            <pc:sldMasterMk cId="220542818" sldId="2147483684"/>
            <pc:sldLayoutMk cId="1069285203" sldId="2147483687"/>
          </pc:sldLayoutMkLst>
        </pc:sldLayoutChg>
        <pc:sldLayoutChg chg="del">
          <pc:chgData name="Deepika Vatsa" userId="f7100972-27fe-4ee6-8fb4-ec9b7931b409" providerId="ADAL" clId="{AC929AA0-30FE-40F5-9F14-BAD5341BE9C1}" dt="2025-07-23T06:42:21.688" v="1504" actId="47"/>
          <pc:sldLayoutMkLst>
            <pc:docMk/>
            <pc:sldMasterMk cId="220542818" sldId="2147483684"/>
            <pc:sldLayoutMk cId="3481227295" sldId="2147483688"/>
          </pc:sldLayoutMkLst>
        </pc:sldLayoutChg>
        <pc:sldLayoutChg chg="del">
          <pc:chgData name="Deepika Vatsa" userId="f7100972-27fe-4ee6-8fb4-ec9b7931b409" providerId="ADAL" clId="{AC929AA0-30FE-40F5-9F14-BAD5341BE9C1}" dt="2025-07-23T06:42:21.688" v="1504" actId="47"/>
          <pc:sldLayoutMkLst>
            <pc:docMk/>
            <pc:sldMasterMk cId="220542818" sldId="2147483684"/>
            <pc:sldLayoutMk cId="2420472748" sldId="2147483689"/>
          </pc:sldLayoutMkLst>
        </pc:sldLayoutChg>
        <pc:sldLayoutChg chg="del">
          <pc:chgData name="Deepika Vatsa" userId="f7100972-27fe-4ee6-8fb4-ec9b7931b409" providerId="ADAL" clId="{AC929AA0-30FE-40F5-9F14-BAD5341BE9C1}" dt="2025-07-23T06:42:21.688" v="1504" actId="47"/>
          <pc:sldLayoutMkLst>
            <pc:docMk/>
            <pc:sldMasterMk cId="220542818" sldId="2147483684"/>
            <pc:sldLayoutMk cId="1187148095" sldId="2147483690"/>
          </pc:sldLayoutMkLst>
        </pc:sldLayoutChg>
        <pc:sldLayoutChg chg="del">
          <pc:chgData name="Deepika Vatsa" userId="f7100972-27fe-4ee6-8fb4-ec9b7931b409" providerId="ADAL" clId="{AC929AA0-30FE-40F5-9F14-BAD5341BE9C1}" dt="2025-07-23T06:42:21.688" v="1504" actId="47"/>
          <pc:sldLayoutMkLst>
            <pc:docMk/>
            <pc:sldMasterMk cId="220542818" sldId="2147483684"/>
            <pc:sldLayoutMk cId="1192461630" sldId="2147483691"/>
          </pc:sldLayoutMkLst>
        </pc:sldLayoutChg>
        <pc:sldLayoutChg chg="del">
          <pc:chgData name="Deepika Vatsa" userId="f7100972-27fe-4ee6-8fb4-ec9b7931b409" providerId="ADAL" clId="{AC929AA0-30FE-40F5-9F14-BAD5341BE9C1}" dt="2025-07-23T06:42:21.688" v="1504" actId="47"/>
          <pc:sldLayoutMkLst>
            <pc:docMk/>
            <pc:sldMasterMk cId="220542818" sldId="2147483684"/>
            <pc:sldLayoutMk cId="84921356" sldId="2147483692"/>
          </pc:sldLayoutMkLst>
        </pc:sldLayoutChg>
        <pc:sldLayoutChg chg="del">
          <pc:chgData name="Deepika Vatsa" userId="f7100972-27fe-4ee6-8fb4-ec9b7931b409" providerId="ADAL" clId="{AC929AA0-30FE-40F5-9F14-BAD5341BE9C1}" dt="2025-07-23T06:42:21.688" v="1504" actId="47"/>
          <pc:sldLayoutMkLst>
            <pc:docMk/>
            <pc:sldMasterMk cId="220542818" sldId="2147483684"/>
            <pc:sldLayoutMk cId="1388528399" sldId="2147483693"/>
          </pc:sldLayoutMkLst>
        </pc:sldLayoutChg>
        <pc:sldLayoutChg chg="del">
          <pc:chgData name="Deepika Vatsa" userId="f7100972-27fe-4ee6-8fb4-ec9b7931b409" providerId="ADAL" clId="{AC929AA0-30FE-40F5-9F14-BAD5341BE9C1}" dt="2025-07-23T06:42:21.688" v="1504" actId="47"/>
          <pc:sldLayoutMkLst>
            <pc:docMk/>
            <pc:sldMasterMk cId="220542818" sldId="2147483684"/>
            <pc:sldLayoutMk cId="2764167781" sldId="2147483694"/>
          </pc:sldLayoutMkLst>
        </pc:sldLayoutChg>
        <pc:sldLayoutChg chg="del">
          <pc:chgData name="Deepika Vatsa" userId="f7100972-27fe-4ee6-8fb4-ec9b7931b409" providerId="ADAL" clId="{AC929AA0-30FE-40F5-9F14-BAD5341BE9C1}" dt="2025-07-23T06:42:21.688" v="1504" actId="47"/>
          <pc:sldLayoutMkLst>
            <pc:docMk/>
            <pc:sldMasterMk cId="220542818" sldId="2147483684"/>
            <pc:sldLayoutMk cId="483679427" sldId="2147483695"/>
          </pc:sldLayoutMkLst>
        </pc:sldLayoutChg>
      </pc:sldMasterChg>
    </pc:docChg>
  </pc:docChgLst>
  <pc:docChgLst>
    <pc:chgData name="Hoor Fatima" userId="8f3a0386-cde8-4824-abbb-da106ff85ca6" providerId="ADAL" clId="{EEDEA048-40A0-4102-9473-E3FCCA9E4CCF}"/>
    <pc:docChg chg="custSel addSld modSld">
      <pc:chgData name="Hoor Fatima" userId="8f3a0386-cde8-4824-abbb-da106ff85ca6" providerId="ADAL" clId="{EEDEA048-40A0-4102-9473-E3FCCA9E4CCF}" dt="2025-07-21T19:04:14.283" v="27"/>
      <pc:docMkLst>
        <pc:docMk/>
      </pc:docMkLst>
      <pc:sldChg chg="delSp modSp mod">
        <pc:chgData name="Hoor Fatima" userId="8f3a0386-cde8-4824-abbb-da106ff85ca6" providerId="ADAL" clId="{EEDEA048-40A0-4102-9473-E3FCCA9E4CCF}" dt="2025-07-21T19:03:54.910" v="26" actId="14100"/>
        <pc:sldMkLst>
          <pc:docMk/>
          <pc:sldMk cId="0" sldId="395"/>
        </pc:sldMkLst>
        <pc:spChg chg="mod">
          <ac:chgData name="Hoor Fatima" userId="8f3a0386-cde8-4824-abbb-da106ff85ca6" providerId="ADAL" clId="{EEDEA048-40A0-4102-9473-E3FCCA9E4CCF}" dt="2025-07-21T19:03:54.910" v="26" actId="14100"/>
          <ac:spMkLst>
            <pc:docMk/>
            <pc:sldMk cId="0" sldId="395"/>
            <ac:spMk id="2" creationId="{00000000-0000-0000-0000-000000000000}"/>
          </ac:spMkLst>
        </pc:spChg>
        <pc:spChg chg="del">
          <ac:chgData name="Hoor Fatima" userId="8f3a0386-cde8-4824-abbb-da106ff85ca6" providerId="ADAL" clId="{EEDEA048-40A0-4102-9473-E3FCCA9E4CCF}" dt="2025-07-21T19:03:28.832" v="6" actId="478"/>
          <ac:spMkLst>
            <pc:docMk/>
            <pc:sldMk cId="0" sldId="395"/>
            <ac:spMk id="4" creationId="{00000000-0000-0000-0000-000000000000}"/>
          </ac:spMkLst>
        </pc:spChg>
        <pc:spChg chg="del">
          <ac:chgData name="Hoor Fatima" userId="8f3a0386-cde8-4824-abbb-da106ff85ca6" providerId="ADAL" clId="{EEDEA048-40A0-4102-9473-E3FCCA9E4CCF}" dt="2025-07-21T19:03:26.127" v="5" actId="478"/>
          <ac:spMkLst>
            <pc:docMk/>
            <pc:sldMk cId="0" sldId="395"/>
            <ac:spMk id="10" creationId="{00000000-0000-0000-0000-000000000000}"/>
          </ac:spMkLst>
        </pc:spChg>
      </pc:sldChg>
      <pc:sldChg chg="add">
        <pc:chgData name="Hoor Fatima" userId="8f3a0386-cde8-4824-abbb-da106ff85ca6" providerId="ADAL" clId="{EEDEA048-40A0-4102-9473-E3FCCA9E4CCF}" dt="2025-07-21T19:04:14.283" v="27"/>
        <pc:sldMkLst>
          <pc:docMk/>
          <pc:sldMk cId="0" sldId="589"/>
        </pc:sldMkLst>
      </pc:sldChg>
    </pc:docChg>
  </pc:docChgLst>
  <pc:docChgLst>
    <pc:chgData name="Deepika Vatsa" userId="f7100972-27fe-4ee6-8fb4-ec9b7931b409" providerId="ADAL" clId="{21F9971E-2F2E-4A5C-9437-ED0D90B722AF}"/>
    <pc:docChg chg="undo redo custSel addSld delSld modSld">
      <pc:chgData name="Deepika Vatsa" userId="f7100972-27fe-4ee6-8fb4-ec9b7931b409" providerId="ADAL" clId="{21F9971E-2F2E-4A5C-9437-ED0D90B722AF}" dt="2025-10-28T06:30:24.989" v="990"/>
      <pc:docMkLst>
        <pc:docMk/>
      </pc:docMkLst>
      <pc:sldChg chg="modSp mod">
        <pc:chgData name="Deepika Vatsa" userId="f7100972-27fe-4ee6-8fb4-ec9b7931b409" providerId="ADAL" clId="{21F9971E-2F2E-4A5C-9437-ED0D90B722AF}" dt="2025-10-28T05:05:34.961" v="7" actId="20577"/>
        <pc:sldMkLst>
          <pc:docMk/>
          <pc:sldMk cId="0" sldId="395"/>
        </pc:sldMkLst>
        <pc:spChg chg="mod">
          <ac:chgData name="Deepika Vatsa" userId="f7100972-27fe-4ee6-8fb4-ec9b7931b409" providerId="ADAL" clId="{21F9971E-2F2E-4A5C-9437-ED0D90B722AF}" dt="2025-10-28T05:05:34.961" v="7" actId="20577"/>
          <ac:spMkLst>
            <pc:docMk/>
            <pc:sldMk cId="0" sldId="395"/>
            <ac:spMk id="2" creationId="{00000000-0000-0000-0000-000000000000}"/>
          </ac:spMkLst>
        </pc:spChg>
      </pc:sldChg>
      <pc:sldChg chg="delSp modSp mod">
        <pc:chgData name="Deepika Vatsa" userId="f7100972-27fe-4ee6-8fb4-ec9b7931b409" providerId="ADAL" clId="{21F9971E-2F2E-4A5C-9437-ED0D90B722AF}" dt="2025-10-28T05:08:48.918" v="159" actId="20577"/>
        <pc:sldMkLst>
          <pc:docMk/>
          <pc:sldMk cId="3439049211" sldId="591"/>
        </pc:sldMkLst>
        <pc:spChg chg="mod">
          <ac:chgData name="Deepika Vatsa" userId="f7100972-27fe-4ee6-8fb4-ec9b7931b409" providerId="ADAL" clId="{21F9971E-2F2E-4A5C-9437-ED0D90B722AF}" dt="2025-10-28T05:06:51.916" v="72" actId="20577"/>
          <ac:spMkLst>
            <pc:docMk/>
            <pc:sldMk cId="3439049211" sldId="591"/>
            <ac:spMk id="2" creationId="{00000000-0000-0000-0000-000000000000}"/>
          </ac:spMkLst>
        </pc:spChg>
        <pc:spChg chg="mod">
          <ac:chgData name="Deepika Vatsa" userId="f7100972-27fe-4ee6-8fb4-ec9b7931b409" providerId="ADAL" clId="{21F9971E-2F2E-4A5C-9437-ED0D90B722AF}" dt="2025-10-28T05:08:48.918" v="159" actId="20577"/>
          <ac:spMkLst>
            <pc:docMk/>
            <pc:sldMk cId="3439049211" sldId="591"/>
            <ac:spMk id="7" creationId="{32B275E0-60C0-FB99-861A-30651F256A1A}"/>
          </ac:spMkLst>
        </pc:spChg>
        <pc:spChg chg="del">
          <ac:chgData name="Deepika Vatsa" userId="f7100972-27fe-4ee6-8fb4-ec9b7931b409" providerId="ADAL" clId="{21F9971E-2F2E-4A5C-9437-ED0D90B722AF}" dt="2025-10-28T05:06:29.573" v="19" actId="478"/>
          <ac:spMkLst>
            <pc:docMk/>
            <pc:sldMk cId="3439049211" sldId="591"/>
            <ac:spMk id="10" creationId="{239215B4-DB5C-F83E-C3B9-8E9F7CA5D909}"/>
          </ac:spMkLst>
        </pc:spChg>
        <pc:picChg chg="del">
          <ac:chgData name="Deepika Vatsa" userId="f7100972-27fe-4ee6-8fb4-ec9b7931b409" providerId="ADAL" clId="{21F9971E-2F2E-4A5C-9437-ED0D90B722AF}" dt="2025-10-28T05:06:25.922" v="17" actId="478"/>
          <ac:picMkLst>
            <pc:docMk/>
            <pc:sldMk cId="3439049211" sldId="591"/>
            <ac:picMk id="9" creationId="{C9311B99-97F6-C8CB-5C16-17EDDA16C888}"/>
          </ac:picMkLst>
        </pc:picChg>
        <pc:picChg chg="del">
          <ac:chgData name="Deepika Vatsa" userId="f7100972-27fe-4ee6-8fb4-ec9b7931b409" providerId="ADAL" clId="{21F9971E-2F2E-4A5C-9437-ED0D90B722AF}" dt="2025-10-28T05:06:27.172" v="18" actId="478"/>
          <ac:picMkLst>
            <pc:docMk/>
            <pc:sldMk cId="3439049211" sldId="591"/>
            <ac:picMk id="1026" creationId="{8883D209-90DD-FF78-DC62-63D08C4A3755}"/>
          </ac:picMkLst>
        </pc:picChg>
      </pc:sldChg>
      <pc:sldChg chg="del">
        <pc:chgData name="Deepika Vatsa" userId="f7100972-27fe-4ee6-8fb4-ec9b7931b409" providerId="ADAL" clId="{21F9971E-2F2E-4A5C-9437-ED0D90B722AF}" dt="2025-10-28T05:12:05.995" v="244" actId="47"/>
        <pc:sldMkLst>
          <pc:docMk/>
          <pc:sldMk cId="1817839256" sldId="592"/>
        </pc:sldMkLst>
      </pc:sldChg>
      <pc:sldChg chg="del">
        <pc:chgData name="Deepika Vatsa" userId="f7100972-27fe-4ee6-8fb4-ec9b7931b409" providerId="ADAL" clId="{21F9971E-2F2E-4A5C-9437-ED0D90B722AF}" dt="2025-10-28T05:05:49.689" v="14" actId="47"/>
        <pc:sldMkLst>
          <pc:docMk/>
          <pc:sldMk cId="415008481" sldId="593"/>
        </pc:sldMkLst>
      </pc:sldChg>
      <pc:sldChg chg="addSp delSp modSp add mod">
        <pc:chgData name="Deepika Vatsa" userId="f7100972-27fe-4ee6-8fb4-ec9b7931b409" providerId="ADAL" clId="{21F9971E-2F2E-4A5C-9437-ED0D90B722AF}" dt="2025-10-28T06:30:24.989" v="990"/>
        <pc:sldMkLst>
          <pc:docMk/>
          <pc:sldMk cId="2324301866" sldId="593"/>
        </pc:sldMkLst>
        <pc:spChg chg="mod">
          <ac:chgData name="Deepika Vatsa" userId="f7100972-27fe-4ee6-8fb4-ec9b7931b409" providerId="ADAL" clId="{21F9971E-2F2E-4A5C-9437-ED0D90B722AF}" dt="2025-10-28T05:09:12.141" v="194" actId="20577"/>
          <ac:spMkLst>
            <pc:docMk/>
            <pc:sldMk cId="2324301866" sldId="593"/>
            <ac:spMk id="2" creationId="{00000000-0000-0000-0000-000000000000}"/>
          </ac:spMkLst>
        </pc:spChg>
        <pc:spChg chg="mod">
          <ac:chgData name="Deepika Vatsa" userId="f7100972-27fe-4ee6-8fb4-ec9b7931b409" providerId="ADAL" clId="{21F9971E-2F2E-4A5C-9437-ED0D90B722AF}" dt="2025-10-28T05:54:47.889" v="988" actId="14100"/>
          <ac:spMkLst>
            <pc:docMk/>
            <pc:sldMk cId="2324301866" sldId="593"/>
            <ac:spMk id="7" creationId="{32B275E0-60C0-FB99-861A-30651F256A1A}"/>
          </ac:spMkLst>
        </pc:spChg>
        <pc:spChg chg="del">
          <ac:chgData name="Deepika Vatsa" userId="f7100972-27fe-4ee6-8fb4-ec9b7931b409" providerId="ADAL" clId="{21F9971E-2F2E-4A5C-9437-ED0D90B722AF}" dt="2025-10-28T05:09:34.763" v="206" actId="478"/>
          <ac:spMkLst>
            <pc:docMk/>
            <pc:sldMk cId="2324301866" sldId="593"/>
            <ac:spMk id="10" creationId="{239215B4-DB5C-F83E-C3B9-8E9F7CA5D909}"/>
          </ac:spMkLst>
        </pc:spChg>
        <pc:picChg chg="add mod">
          <ac:chgData name="Deepika Vatsa" userId="f7100972-27fe-4ee6-8fb4-ec9b7931b409" providerId="ADAL" clId="{21F9971E-2F2E-4A5C-9437-ED0D90B722AF}" dt="2025-10-28T05:54:51.923" v="989" actId="14100"/>
          <ac:picMkLst>
            <pc:docMk/>
            <pc:sldMk cId="2324301866" sldId="593"/>
            <ac:picMk id="5" creationId="{AFF2C8AF-53E0-B8DE-FD2F-617D6EF867F4}"/>
          </ac:picMkLst>
        </pc:picChg>
        <pc:picChg chg="del">
          <ac:chgData name="Deepika Vatsa" userId="f7100972-27fe-4ee6-8fb4-ec9b7931b409" providerId="ADAL" clId="{21F9971E-2F2E-4A5C-9437-ED0D90B722AF}" dt="2025-10-28T05:09:30.923" v="204" actId="478"/>
          <ac:picMkLst>
            <pc:docMk/>
            <pc:sldMk cId="2324301866" sldId="593"/>
            <ac:picMk id="9" creationId="{C9311B99-97F6-C8CB-5C16-17EDDA16C888}"/>
          </ac:picMkLst>
        </pc:picChg>
        <pc:picChg chg="del">
          <ac:chgData name="Deepika Vatsa" userId="f7100972-27fe-4ee6-8fb4-ec9b7931b409" providerId="ADAL" clId="{21F9971E-2F2E-4A5C-9437-ED0D90B722AF}" dt="2025-10-28T05:09:32.252" v="205" actId="478"/>
          <ac:picMkLst>
            <pc:docMk/>
            <pc:sldMk cId="2324301866" sldId="593"/>
            <ac:picMk id="1026" creationId="{8883D209-90DD-FF78-DC62-63D08C4A3755}"/>
          </ac:picMkLst>
        </pc:picChg>
        <pc:inkChg chg="add">
          <ac:chgData name="Deepika Vatsa" userId="f7100972-27fe-4ee6-8fb4-ec9b7931b409" providerId="ADAL" clId="{21F9971E-2F2E-4A5C-9437-ED0D90B722AF}" dt="2025-10-28T06:30:24.989" v="990"/>
          <ac:inkMkLst>
            <pc:docMk/>
            <pc:sldMk cId="2324301866" sldId="593"/>
            <ac:inkMk id="4" creationId="{85BB974F-B78B-9FD7-73C2-143C07FF52D4}"/>
          </ac:inkMkLst>
        </pc:inkChg>
      </pc:sldChg>
      <pc:sldChg chg="addSp delSp modSp add mod">
        <pc:chgData name="Deepika Vatsa" userId="f7100972-27fe-4ee6-8fb4-ec9b7931b409" providerId="ADAL" clId="{21F9971E-2F2E-4A5C-9437-ED0D90B722AF}" dt="2025-10-28T06:30:24.989" v="990"/>
        <pc:sldMkLst>
          <pc:docMk/>
          <pc:sldMk cId="414561279" sldId="594"/>
        </pc:sldMkLst>
        <pc:spChg chg="mod">
          <ac:chgData name="Deepika Vatsa" userId="f7100972-27fe-4ee6-8fb4-ec9b7931b409" providerId="ADAL" clId="{21F9971E-2F2E-4A5C-9437-ED0D90B722AF}" dt="2025-10-28T05:12:25.041" v="248" actId="14100"/>
          <ac:spMkLst>
            <pc:docMk/>
            <pc:sldMk cId="414561279" sldId="594"/>
            <ac:spMk id="2" creationId="{00000000-0000-0000-0000-000000000000}"/>
          </ac:spMkLst>
        </pc:spChg>
        <pc:spChg chg="mod">
          <ac:chgData name="Deepika Vatsa" userId="f7100972-27fe-4ee6-8fb4-ec9b7931b409" providerId="ADAL" clId="{21F9971E-2F2E-4A5C-9437-ED0D90B722AF}" dt="2025-10-28T05:14:30.714" v="289" actId="6549"/>
          <ac:spMkLst>
            <pc:docMk/>
            <pc:sldMk cId="414561279" sldId="594"/>
            <ac:spMk id="7" creationId="{32B275E0-60C0-FB99-861A-30651F256A1A}"/>
          </ac:spMkLst>
        </pc:spChg>
        <pc:picChg chg="del">
          <ac:chgData name="Deepika Vatsa" userId="f7100972-27fe-4ee6-8fb4-ec9b7931b409" providerId="ADAL" clId="{21F9971E-2F2E-4A5C-9437-ED0D90B722AF}" dt="2025-10-28T05:12:29.085" v="249" actId="478"/>
          <ac:picMkLst>
            <pc:docMk/>
            <pc:sldMk cId="414561279" sldId="594"/>
            <ac:picMk id="5" creationId="{AFF2C8AF-53E0-B8DE-FD2F-617D6EF867F4}"/>
          </ac:picMkLst>
        </pc:picChg>
        <pc:inkChg chg="add">
          <ac:chgData name="Deepika Vatsa" userId="f7100972-27fe-4ee6-8fb4-ec9b7931b409" providerId="ADAL" clId="{21F9971E-2F2E-4A5C-9437-ED0D90B722AF}" dt="2025-10-28T06:30:24.989" v="990"/>
          <ac:inkMkLst>
            <pc:docMk/>
            <pc:sldMk cId="414561279" sldId="594"/>
            <ac:inkMk id="4" creationId="{0D150C1D-DA4A-20D6-C3A0-1F4DB0F8F67F}"/>
          </ac:inkMkLst>
        </pc:inkChg>
        <pc:cxnChg chg="mod">
          <ac:chgData name="Deepika Vatsa" userId="f7100972-27fe-4ee6-8fb4-ec9b7931b409" providerId="ADAL" clId="{21F9971E-2F2E-4A5C-9437-ED0D90B722AF}" dt="2025-10-28T05:12:39.198" v="269" actId="1036"/>
          <ac:cxnSpMkLst>
            <pc:docMk/>
            <pc:sldMk cId="414561279" sldId="594"/>
            <ac:cxnSpMk id="3" creationId="{9FFC9232-0F3D-BF13-4461-6E51D2C9C5C7}"/>
          </ac:cxnSpMkLst>
        </pc:cxnChg>
      </pc:sldChg>
      <pc:sldChg chg="del">
        <pc:chgData name="Deepika Vatsa" userId="f7100972-27fe-4ee6-8fb4-ec9b7931b409" providerId="ADAL" clId="{21F9971E-2F2E-4A5C-9437-ED0D90B722AF}" dt="2025-10-28T05:05:49.689" v="14" actId="47"/>
        <pc:sldMkLst>
          <pc:docMk/>
          <pc:sldMk cId="3937325591" sldId="594"/>
        </pc:sldMkLst>
      </pc:sldChg>
      <pc:sldChg chg="del">
        <pc:chgData name="Deepika Vatsa" userId="f7100972-27fe-4ee6-8fb4-ec9b7931b409" providerId="ADAL" clId="{21F9971E-2F2E-4A5C-9437-ED0D90B722AF}" dt="2025-10-28T05:05:49.689" v="14" actId="47"/>
        <pc:sldMkLst>
          <pc:docMk/>
          <pc:sldMk cId="2201787870" sldId="595"/>
        </pc:sldMkLst>
      </pc:sldChg>
      <pc:sldChg chg="addSp modSp add mod">
        <pc:chgData name="Deepika Vatsa" userId="f7100972-27fe-4ee6-8fb4-ec9b7931b409" providerId="ADAL" clId="{21F9971E-2F2E-4A5C-9437-ED0D90B722AF}" dt="2025-10-28T06:30:24.989" v="990"/>
        <pc:sldMkLst>
          <pc:docMk/>
          <pc:sldMk cId="4140785782" sldId="595"/>
        </pc:sldMkLst>
        <pc:spChg chg="mod">
          <ac:chgData name="Deepika Vatsa" userId="f7100972-27fe-4ee6-8fb4-ec9b7931b409" providerId="ADAL" clId="{21F9971E-2F2E-4A5C-9437-ED0D90B722AF}" dt="2025-10-28T05:17:05.940" v="386" actId="1076"/>
          <ac:spMkLst>
            <pc:docMk/>
            <pc:sldMk cId="4140785782" sldId="595"/>
            <ac:spMk id="7" creationId="{32B275E0-60C0-FB99-861A-30651F256A1A}"/>
          </ac:spMkLst>
        </pc:spChg>
        <pc:picChg chg="add mod">
          <ac:chgData name="Deepika Vatsa" userId="f7100972-27fe-4ee6-8fb4-ec9b7931b409" providerId="ADAL" clId="{21F9971E-2F2E-4A5C-9437-ED0D90B722AF}" dt="2025-10-28T05:17:08.506" v="387" actId="1076"/>
          <ac:picMkLst>
            <pc:docMk/>
            <pc:sldMk cId="4140785782" sldId="595"/>
            <ac:picMk id="4" creationId="{041FF250-0D5E-A3A3-F36F-71A98F32C266}"/>
          </ac:picMkLst>
        </pc:picChg>
        <pc:inkChg chg="add">
          <ac:chgData name="Deepika Vatsa" userId="f7100972-27fe-4ee6-8fb4-ec9b7931b409" providerId="ADAL" clId="{21F9971E-2F2E-4A5C-9437-ED0D90B722AF}" dt="2025-10-28T06:30:24.989" v="990"/>
          <ac:inkMkLst>
            <pc:docMk/>
            <pc:sldMk cId="4140785782" sldId="595"/>
            <ac:inkMk id="5" creationId="{7E75416B-B370-AF82-A0AD-7B3A393ACE8C}"/>
          </ac:inkMkLst>
        </pc:inkChg>
      </pc:sldChg>
      <pc:sldChg chg="addSp delSp modSp add mod">
        <pc:chgData name="Deepika Vatsa" userId="f7100972-27fe-4ee6-8fb4-ec9b7931b409" providerId="ADAL" clId="{21F9971E-2F2E-4A5C-9437-ED0D90B722AF}" dt="2025-10-28T06:30:24.989" v="990"/>
        <pc:sldMkLst>
          <pc:docMk/>
          <pc:sldMk cId="1083705051" sldId="596"/>
        </pc:sldMkLst>
        <pc:spChg chg="mod">
          <ac:chgData name="Deepika Vatsa" userId="f7100972-27fe-4ee6-8fb4-ec9b7931b409" providerId="ADAL" clId="{21F9971E-2F2E-4A5C-9437-ED0D90B722AF}" dt="2025-10-28T05:21:17.948" v="435" actId="1076"/>
          <ac:spMkLst>
            <pc:docMk/>
            <pc:sldMk cId="1083705051" sldId="596"/>
            <ac:spMk id="7" creationId="{32B275E0-60C0-FB99-861A-30651F256A1A}"/>
          </ac:spMkLst>
        </pc:spChg>
        <pc:picChg chg="del">
          <ac:chgData name="Deepika Vatsa" userId="f7100972-27fe-4ee6-8fb4-ec9b7931b409" providerId="ADAL" clId="{21F9971E-2F2E-4A5C-9437-ED0D90B722AF}" dt="2025-10-28T05:19:49.051" v="390" actId="478"/>
          <ac:picMkLst>
            <pc:docMk/>
            <pc:sldMk cId="1083705051" sldId="596"/>
            <ac:picMk id="4" creationId="{041FF250-0D5E-A3A3-F36F-71A98F32C266}"/>
          </ac:picMkLst>
        </pc:picChg>
        <pc:picChg chg="add mod">
          <ac:chgData name="Deepika Vatsa" userId="f7100972-27fe-4ee6-8fb4-ec9b7931b409" providerId="ADAL" clId="{21F9971E-2F2E-4A5C-9437-ED0D90B722AF}" dt="2025-10-28T05:19:51.115" v="391" actId="1076"/>
          <ac:picMkLst>
            <pc:docMk/>
            <pc:sldMk cId="1083705051" sldId="596"/>
            <ac:picMk id="5" creationId="{E3323F28-A7AD-DA91-1714-86A537F20465}"/>
          </ac:picMkLst>
        </pc:picChg>
        <pc:inkChg chg="add">
          <ac:chgData name="Deepika Vatsa" userId="f7100972-27fe-4ee6-8fb4-ec9b7931b409" providerId="ADAL" clId="{21F9971E-2F2E-4A5C-9437-ED0D90B722AF}" dt="2025-10-28T06:30:24.989" v="990"/>
          <ac:inkMkLst>
            <pc:docMk/>
            <pc:sldMk cId="1083705051" sldId="596"/>
            <ac:inkMk id="4" creationId="{29C25FC4-1529-F165-0AB2-685632008882}"/>
          </ac:inkMkLst>
        </pc:inkChg>
      </pc:sldChg>
      <pc:sldChg chg="del">
        <pc:chgData name="Deepika Vatsa" userId="f7100972-27fe-4ee6-8fb4-ec9b7931b409" providerId="ADAL" clId="{21F9971E-2F2E-4A5C-9437-ED0D90B722AF}" dt="2025-10-28T05:05:49.689" v="14" actId="47"/>
        <pc:sldMkLst>
          <pc:docMk/>
          <pc:sldMk cId="1330384818" sldId="596"/>
        </pc:sldMkLst>
      </pc:sldChg>
      <pc:sldChg chg="addSp delSp modSp add mod">
        <pc:chgData name="Deepika Vatsa" userId="f7100972-27fe-4ee6-8fb4-ec9b7931b409" providerId="ADAL" clId="{21F9971E-2F2E-4A5C-9437-ED0D90B722AF}" dt="2025-10-28T06:30:24.989" v="990"/>
        <pc:sldMkLst>
          <pc:docMk/>
          <pc:sldMk cId="1687779079" sldId="597"/>
        </pc:sldMkLst>
        <pc:spChg chg="mod">
          <ac:chgData name="Deepika Vatsa" userId="f7100972-27fe-4ee6-8fb4-ec9b7931b409" providerId="ADAL" clId="{21F9971E-2F2E-4A5C-9437-ED0D90B722AF}" dt="2025-10-28T05:54:18.431" v="984" actId="113"/>
          <ac:spMkLst>
            <pc:docMk/>
            <pc:sldMk cId="1687779079" sldId="597"/>
            <ac:spMk id="7" creationId="{32B275E0-60C0-FB99-861A-30651F256A1A}"/>
          </ac:spMkLst>
        </pc:spChg>
        <pc:picChg chg="add mod">
          <ac:chgData name="Deepika Vatsa" userId="f7100972-27fe-4ee6-8fb4-ec9b7931b409" providerId="ADAL" clId="{21F9971E-2F2E-4A5C-9437-ED0D90B722AF}" dt="2025-10-28T05:22:12.832" v="484" actId="1037"/>
          <ac:picMkLst>
            <pc:docMk/>
            <pc:sldMk cId="1687779079" sldId="597"/>
            <ac:picMk id="4" creationId="{CE1AF168-AD59-9885-A683-FF1E30E9AEDF}"/>
          </ac:picMkLst>
        </pc:picChg>
        <pc:picChg chg="del">
          <ac:chgData name="Deepika Vatsa" userId="f7100972-27fe-4ee6-8fb4-ec9b7931b409" providerId="ADAL" clId="{21F9971E-2F2E-4A5C-9437-ED0D90B722AF}" dt="2025-10-28T05:21:57.796" v="468" actId="478"/>
          <ac:picMkLst>
            <pc:docMk/>
            <pc:sldMk cId="1687779079" sldId="597"/>
            <ac:picMk id="5" creationId="{E3323F28-A7AD-DA91-1714-86A537F20465}"/>
          </ac:picMkLst>
        </pc:picChg>
        <pc:inkChg chg="add">
          <ac:chgData name="Deepika Vatsa" userId="f7100972-27fe-4ee6-8fb4-ec9b7931b409" providerId="ADAL" clId="{21F9971E-2F2E-4A5C-9437-ED0D90B722AF}" dt="2025-10-28T06:30:24.989" v="990"/>
          <ac:inkMkLst>
            <pc:docMk/>
            <pc:sldMk cId="1687779079" sldId="597"/>
            <ac:inkMk id="5" creationId="{8343E08A-1E3E-88C6-1B76-8C996927FEB5}"/>
          </ac:inkMkLst>
        </pc:inkChg>
      </pc:sldChg>
      <pc:sldChg chg="del">
        <pc:chgData name="Deepika Vatsa" userId="f7100972-27fe-4ee6-8fb4-ec9b7931b409" providerId="ADAL" clId="{21F9971E-2F2E-4A5C-9437-ED0D90B722AF}" dt="2025-10-28T05:05:49.689" v="14" actId="47"/>
        <pc:sldMkLst>
          <pc:docMk/>
          <pc:sldMk cId="3982561542" sldId="597"/>
        </pc:sldMkLst>
      </pc:sldChg>
      <pc:sldChg chg="del">
        <pc:chgData name="Deepika Vatsa" userId="f7100972-27fe-4ee6-8fb4-ec9b7931b409" providerId="ADAL" clId="{21F9971E-2F2E-4A5C-9437-ED0D90B722AF}" dt="2025-10-28T05:05:49.689" v="14" actId="47"/>
        <pc:sldMkLst>
          <pc:docMk/>
          <pc:sldMk cId="146657049" sldId="598"/>
        </pc:sldMkLst>
      </pc:sldChg>
      <pc:sldChg chg="addSp delSp modSp add mod">
        <pc:chgData name="Deepika Vatsa" userId="f7100972-27fe-4ee6-8fb4-ec9b7931b409" providerId="ADAL" clId="{21F9971E-2F2E-4A5C-9437-ED0D90B722AF}" dt="2025-10-28T06:30:24.989" v="990"/>
        <pc:sldMkLst>
          <pc:docMk/>
          <pc:sldMk cId="3952771840" sldId="598"/>
        </pc:sldMkLst>
        <pc:spChg chg="mod">
          <ac:chgData name="Deepika Vatsa" userId="f7100972-27fe-4ee6-8fb4-ec9b7931b409" providerId="ADAL" clId="{21F9971E-2F2E-4A5C-9437-ED0D90B722AF}" dt="2025-10-28T05:26:47.136" v="552" actId="20577"/>
          <ac:spMkLst>
            <pc:docMk/>
            <pc:sldMk cId="3952771840" sldId="598"/>
            <ac:spMk id="2" creationId="{00000000-0000-0000-0000-000000000000}"/>
          </ac:spMkLst>
        </pc:spChg>
        <pc:spChg chg="del">
          <ac:chgData name="Deepika Vatsa" userId="f7100972-27fe-4ee6-8fb4-ec9b7931b409" providerId="ADAL" clId="{21F9971E-2F2E-4A5C-9437-ED0D90B722AF}" dt="2025-10-28T05:26:52.022" v="554" actId="478"/>
          <ac:spMkLst>
            <pc:docMk/>
            <pc:sldMk cId="3952771840" sldId="598"/>
            <ac:spMk id="7" creationId="{32B275E0-60C0-FB99-861A-30651F256A1A}"/>
          </ac:spMkLst>
        </pc:spChg>
        <pc:spChg chg="add del">
          <ac:chgData name="Deepika Vatsa" userId="f7100972-27fe-4ee6-8fb4-ec9b7931b409" providerId="ADAL" clId="{21F9971E-2F2E-4A5C-9437-ED0D90B722AF}" dt="2025-10-28T05:30:05.846" v="711" actId="22"/>
          <ac:spMkLst>
            <pc:docMk/>
            <pc:sldMk cId="3952771840" sldId="598"/>
            <ac:spMk id="9" creationId="{F1A7C3BA-F92A-CF59-8503-8EF153F6C1F2}"/>
          </ac:spMkLst>
        </pc:spChg>
        <pc:spChg chg="add del">
          <ac:chgData name="Deepika Vatsa" userId="f7100972-27fe-4ee6-8fb4-ec9b7931b409" providerId="ADAL" clId="{21F9971E-2F2E-4A5C-9437-ED0D90B722AF}" dt="2025-10-28T05:30:08.094" v="713" actId="22"/>
          <ac:spMkLst>
            <pc:docMk/>
            <pc:sldMk cId="3952771840" sldId="598"/>
            <ac:spMk id="11" creationId="{F30ED408-C32E-A526-5455-10D79E0C7C37}"/>
          </ac:spMkLst>
        </pc:spChg>
        <pc:spChg chg="add mod">
          <ac:chgData name="Deepika Vatsa" userId="f7100972-27fe-4ee6-8fb4-ec9b7931b409" providerId="ADAL" clId="{21F9971E-2F2E-4A5C-9437-ED0D90B722AF}" dt="2025-10-28T05:30:51.866" v="736" actId="1076"/>
          <ac:spMkLst>
            <pc:docMk/>
            <pc:sldMk cId="3952771840" sldId="598"/>
            <ac:spMk id="13" creationId="{67A72D38-F9B4-8CF1-D7F1-DEBA36AA851C}"/>
          </ac:spMkLst>
        </pc:spChg>
        <pc:picChg chg="del">
          <ac:chgData name="Deepika Vatsa" userId="f7100972-27fe-4ee6-8fb4-ec9b7931b409" providerId="ADAL" clId="{21F9971E-2F2E-4A5C-9437-ED0D90B722AF}" dt="2025-10-28T05:26:55.549" v="556" actId="478"/>
          <ac:picMkLst>
            <pc:docMk/>
            <pc:sldMk cId="3952771840" sldId="598"/>
            <ac:picMk id="4" creationId="{CE1AF168-AD59-9885-A683-FF1E30E9AEDF}"/>
          </ac:picMkLst>
        </pc:picChg>
        <pc:picChg chg="add mod">
          <ac:chgData name="Deepika Vatsa" userId="f7100972-27fe-4ee6-8fb4-ec9b7931b409" providerId="ADAL" clId="{21F9971E-2F2E-4A5C-9437-ED0D90B722AF}" dt="2025-10-28T05:30:54.644" v="737" actId="1076"/>
          <ac:picMkLst>
            <pc:docMk/>
            <pc:sldMk cId="3952771840" sldId="598"/>
            <ac:picMk id="6" creationId="{F619A823-7510-5008-D98B-3095043225AF}"/>
          </ac:picMkLst>
        </pc:picChg>
        <pc:inkChg chg="add">
          <ac:chgData name="Deepika Vatsa" userId="f7100972-27fe-4ee6-8fb4-ec9b7931b409" providerId="ADAL" clId="{21F9971E-2F2E-4A5C-9437-ED0D90B722AF}" dt="2025-10-28T06:30:24.989" v="990"/>
          <ac:inkMkLst>
            <pc:docMk/>
            <pc:sldMk cId="3952771840" sldId="598"/>
            <ac:inkMk id="4" creationId="{21EA04C0-9C27-A085-B925-DF6ADC874BB7}"/>
          </ac:inkMkLst>
        </pc:inkChg>
      </pc:sldChg>
      <pc:sldChg chg="addSp delSp modSp add mod">
        <pc:chgData name="Deepika Vatsa" userId="f7100972-27fe-4ee6-8fb4-ec9b7931b409" providerId="ADAL" clId="{21F9971E-2F2E-4A5C-9437-ED0D90B722AF}" dt="2025-10-28T06:30:24.989" v="990"/>
        <pc:sldMkLst>
          <pc:docMk/>
          <pc:sldMk cId="2481150859" sldId="599"/>
        </pc:sldMkLst>
        <pc:spChg chg="mod">
          <ac:chgData name="Deepika Vatsa" userId="f7100972-27fe-4ee6-8fb4-ec9b7931b409" providerId="ADAL" clId="{21F9971E-2F2E-4A5C-9437-ED0D90B722AF}" dt="2025-10-28T05:29:16.611" v="709" actId="20577"/>
          <ac:spMkLst>
            <pc:docMk/>
            <pc:sldMk cId="2481150859" sldId="599"/>
            <ac:spMk id="2" creationId="{00000000-0000-0000-0000-000000000000}"/>
          </ac:spMkLst>
        </pc:spChg>
        <pc:spChg chg="add mod">
          <ac:chgData name="Deepika Vatsa" userId="f7100972-27fe-4ee6-8fb4-ec9b7931b409" providerId="ADAL" clId="{21F9971E-2F2E-4A5C-9437-ED0D90B722AF}" dt="2025-10-28T05:53:53.860" v="980" actId="1076"/>
          <ac:spMkLst>
            <pc:docMk/>
            <pc:sldMk cId="2481150859" sldId="599"/>
            <ac:spMk id="7" creationId="{1AEBF5FD-2C20-6978-ACEE-1736BED936EF}"/>
          </ac:spMkLst>
        </pc:spChg>
        <pc:picChg chg="add mod">
          <ac:chgData name="Deepika Vatsa" userId="f7100972-27fe-4ee6-8fb4-ec9b7931b409" providerId="ADAL" clId="{21F9971E-2F2E-4A5C-9437-ED0D90B722AF}" dt="2025-10-28T05:29:11.544" v="705" actId="14100"/>
          <ac:picMkLst>
            <pc:docMk/>
            <pc:sldMk cId="2481150859" sldId="599"/>
            <ac:picMk id="5" creationId="{130229DE-DF41-5F7E-D49D-09127C13C374}"/>
          </ac:picMkLst>
        </pc:picChg>
        <pc:picChg chg="del">
          <ac:chgData name="Deepika Vatsa" userId="f7100972-27fe-4ee6-8fb4-ec9b7931b409" providerId="ADAL" clId="{21F9971E-2F2E-4A5C-9437-ED0D90B722AF}" dt="2025-10-28T05:28:02.523" v="561" actId="478"/>
          <ac:picMkLst>
            <pc:docMk/>
            <pc:sldMk cId="2481150859" sldId="599"/>
            <ac:picMk id="6" creationId="{F619A823-7510-5008-D98B-3095043225AF}"/>
          </ac:picMkLst>
        </pc:picChg>
        <pc:inkChg chg="add">
          <ac:chgData name="Deepika Vatsa" userId="f7100972-27fe-4ee6-8fb4-ec9b7931b409" providerId="ADAL" clId="{21F9971E-2F2E-4A5C-9437-ED0D90B722AF}" dt="2025-10-28T06:30:24.989" v="990"/>
          <ac:inkMkLst>
            <pc:docMk/>
            <pc:sldMk cId="2481150859" sldId="599"/>
            <ac:inkMk id="4" creationId="{CE45BE01-B5CC-4104-5579-56BD6A6AE16D}"/>
          </ac:inkMkLst>
        </pc:inkChg>
      </pc:sldChg>
      <pc:sldChg chg="del">
        <pc:chgData name="Deepika Vatsa" userId="f7100972-27fe-4ee6-8fb4-ec9b7931b409" providerId="ADAL" clId="{21F9971E-2F2E-4A5C-9437-ED0D90B722AF}" dt="2025-10-28T05:05:49.689" v="14" actId="47"/>
        <pc:sldMkLst>
          <pc:docMk/>
          <pc:sldMk cId="1808073059" sldId="600"/>
        </pc:sldMkLst>
      </pc:sldChg>
      <pc:sldChg chg="addSp delSp modSp add mod">
        <pc:chgData name="Deepika Vatsa" userId="f7100972-27fe-4ee6-8fb4-ec9b7931b409" providerId="ADAL" clId="{21F9971E-2F2E-4A5C-9437-ED0D90B722AF}" dt="2025-10-28T06:30:24.989" v="990"/>
        <pc:sldMkLst>
          <pc:docMk/>
          <pc:sldMk cId="3084946292" sldId="600"/>
        </pc:sldMkLst>
        <pc:spChg chg="mod">
          <ac:chgData name="Deepika Vatsa" userId="f7100972-27fe-4ee6-8fb4-ec9b7931b409" providerId="ADAL" clId="{21F9971E-2F2E-4A5C-9437-ED0D90B722AF}" dt="2025-10-28T05:36:13.592" v="754" actId="20577"/>
          <ac:spMkLst>
            <pc:docMk/>
            <pc:sldMk cId="3084946292" sldId="600"/>
            <ac:spMk id="2" creationId="{00000000-0000-0000-0000-000000000000}"/>
          </ac:spMkLst>
        </pc:spChg>
        <pc:spChg chg="mod">
          <ac:chgData name="Deepika Vatsa" userId="f7100972-27fe-4ee6-8fb4-ec9b7931b409" providerId="ADAL" clId="{21F9971E-2F2E-4A5C-9437-ED0D90B722AF}" dt="2025-10-28T05:36:25.316" v="759" actId="14100"/>
          <ac:spMkLst>
            <pc:docMk/>
            <pc:sldMk cId="3084946292" sldId="600"/>
            <ac:spMk id="13" creationId="{67A72D38-F9B4-8CF1-D7F1-DEBA36AA851C}"/>
          </ac:spMkLst>
        </pc:spChg>
        <pc:picChg chg="add mod">
          <ac:chgData name="Deepika Vatsa" userId="f7100972-27fe-4ee6-8fb4-ec9b7931b409" providerId="ADAL" clId="{21F9971E-2F2E-4A5C-9437-ED0D90B722AF}" dt="2025-10-28T05:37:09.630" v="763" actId="1076"/>
          <ac:picMkLst>
            <pc:docMk/>
            <pc:sldMk cId="3084946292" sldId="600"/>
            <ac:picMk id="5" creationId="{1805F466-D4A9-C327-368D-D295F6EB9F26}"/>
          </ac:picMkLst>
        </pc:picChg>
        <pc:picChg chg="del">
          <ac:chgData name="Deepika Vatsa" userId="f7100972-27fe-4ee6-8fb4-ec9b7931b409" providerId="ADAL" clId="{21F9971E-2F2E-4A5C-9437-ED0D90B722AF}" dt="2025-10-28T05:36:15.156" v="755" actId="478"/>
          <ac:picMkLst>
            <pc:docMk/>
            <pc:sldMk cId="3084946292" sldId="600"/>
            <ac:picMk id="6" creationId="{F619A823-7510-5008-D98B-3095043225AF}"/>
          </ac:picMkLst>
        </pc:picChg>
        <pc:inkChg chg="add">
          <ac:chgData name="Deepika Vatsa" userId="f7100972-27fe-4ee6-8fb4-ec9b7931b409" providerId="ADAL" clId="{21F9971E-2F2E-4A5C-9437-ED0D90B722AF}" dt="2025-10-28T06:30:24.989" v="990"/>
          <ac:inkMkLst>
            <pc:docMk/>
            <pc:sldMk cId="3084946292" sldId="600"/>
            <ac:inkMk id="4" creationId="{84F85D66-AE96-591D-8784-8B88339D1664}"/>
          </ac:inkMkLst>
        </pc:inkChg>
      </pc:sldChg>
      <pc:sldChg chg="del">
        <pc:chgData name="Deepika Vatsa" userId="f7100972-27fe-4ee6-8fb4-ec9b7931b409" providerId="ADAL" clId="{21F9971E-2F2E-4A5C-9437-ED0D90B722AF}" dt="2025-10-28T05:05:49.689" v="14" actId="47"/>
        <pc:sldMkLst>
          <pc:docMk/>
          <pc:sldMk cId="428638964" sldId="601"/>
        </pc:sldMkLst>
      </pc:sldChg>
      <pc:sldChg chg="addSp delSp modSp add mod">
        <pc:chgData name="Deepika Vatsa" userId="f7100972-27fe-4ee6-8fb4-ec9b7931b409" providerId="ADAL" clId="{21F9971E-2F2E-4A5C-9437-ED0D90B722AF}" dt="2025-10-28T06:30:24.989" v="990"/>
        <pc:sldMkLst>
          <pc:docMk/>
          <pc:sldMk cId="1895309194" sldId="601"/>
        </pc:sldMkLst>
        <pc:spChg chg="mod">
          <ac:chgData name="Deepika Vatsa" userId="f7100972-27fe-4ee6-8fb4-ec9b7931b409" providerId="ADAL" clId="{21F9971E-2F2E-4A5C-9437-ED0D90B722AF}" dt="2025-10-28T05:37:14.437" v="765"/>
          <ac:spMkLst>
            <pc:docMk/>
            <pc:sldMk cId="1895309194" sldId="601"/>
            <ac:spMk id="13" creationId="{67A72D38-F9B4-8CF1-D7F1-DEBA36AA851C}"/>
          </ac:spMkLst>
        </pc:spChg>
        <pc:picChg chg="del">
          <ac:chgData name="Deepika Vatsa" userId="f7100972-27fe-4ee6-8fb4-ec9b7931b409" providerId="ADAL" clId="{21F9971E-2F2E-4A5C-9437-ED0D90B722AF}" dt="2025-10-28T05:37:17.072" v="766" actId="478"/>
          <ac:picMkLst>
            <pc:docMk/>
            <pc:sldMk cId="1895309194" sldId="601"/>
            <ac:picMk id="5" creationId="{1805F466-D4A9-C327-368D-D295F6EB9F26}"/>
          </ac:picMkLst>
        </pc:picChg>
        <pc:picChg chg="add mod">
          <ac:chgData name="Deepika Vatsa" userId="f7100972-27fe-4ee6-8fb4-ec9b7931b409" providerId="ADAL" clId="{21F9971E-2F2E-4A5C-9437-ED0D90B722AF}" dt="2025-10-28T05:37:37.741" v="769" actId="14100"/>
          <ac:picMkLst>
            <pc:docMk/>
            <pc:sldMk cId="1895309194" sldId="601"/>
            <ac:picMk id="6" creationId="{D64943E4-0379-8E73-E056-106DC91542D1}"/>
          </ac:picMkLst>
        </pc:picChg>
        <pc:inkChg chg="add">
          <ac:chgData name="Deepika Vatsa" userId="f7100972-27fe-4ee6-8fb4-ec9b7931b409" providerId="ADAL" clId="{21F9971E-2F2E-4A5C-9437-ED0D90B722AF}" dt="2025-10-28T06:30:24.989" v="990"/>
          <ac:inkMkLst>
            <pc:docMk/>
            <pc:sldMk cId="1895309194" sldId="601"/>
            <ac:inkMk id="4" creationId="{78E3D9EF-1E5E-043A-98DB-566DE5F2F4A9}"/>
          </ac:inkMkLst>
        </pc:inkChg>
      </pc:sldChg>
      <pc:sldChg chg="addSp delSp modSp add mod">
        <pc:chgData name="Deepika Vatsa" userId="f7100972-27fe-4ee6-8fb4-ec9b7931b409" providerId="ADAL" clId="{21F9971E-2F2E-4A5C-9437-ED0D90B722AF}" dt="2025-10-28T06:30:24.989" v="990"/>
        <pc:sldMkLst>
          <pc:docMk/>
          <pc:sldMk cId="220264191" sldId="602"/>
        </pc:sldMkLst>
        <pc:spChg chg="del">
          <ac:chgData name="Deepika Vatsa" userId="f7100972-27fe-4ee6-8fb4-ec9b7931b409" providerId="ADAL" clId="{21F9971E-2F2E-4A5C-9437-ED0D90B722AF}" dt="2025-10-28T05:38:15.384" v="772" actId="478"/>
          <ac:spMkLst>
            <pc:docMk/>
            <pc:sldMk cId="220264191" sldId="602"/>
            <ac:spMk id="13" creationId="{67A72D38-F9B4-8CF1-D7F1-DEBA36AA851C}"/>
          </ac:spMkLst>
        </pc:spChg>
        <pc:picChg chg="add mod">
          <ac:chgData name="Deepika Vatsa" userId="f7100972-27fe-4ee6-8fb4-ec9b7931b409" providerId="ADAL" clId="{21F9971E-2F2E-4A5C-9437-ED0D90B722AF}" dt="2025-10-28T05:38:41.702" v="777" actId="1076"/>
          <ac:picMkLst>
            <pc:docMk/>
            <pc:sldMk cId="220264191" sldId="602"/>
            <ac:picMk id="5" creationId="{08838048-E40A-AA64-15EE-865280869611}"/>
          </ac:picMkLst>
        </pc:picChg>
        <pc:picChg chg="del">
          <ac:chgData name="Deepika Vatsa" userId="f7100972-27fe-4ee6-8fb4-ec9b7931b409" providerId="ADAL" clId="{21F9971E-2F2E-4A5C-9437-ED0D90B722AF}" dt="2025-10-28T05:38:00.216" v="771" actId="478"/>
          <ac:picMkLst>
            <pc:docMk/>
            <pc:sldMk cId="220264191" sldId="602"/>
            <ac:picMk id="6" creationId="{D64943E4-0379-8E73-E056-106DC91542D1}"/>
          </ac:picMkLst>
        </pc:picChg>
        <pc:picChg chg="add mod">
          <ac:chgData name="Deepika Vatsa" userId="f7100972-27fe-4ee6-8fb4-ec9b7931b409" providerId="ADAL" clId="{21F9971E-2F2E-4A5C-9437-ED0D90B722AF}" dt="2025-10-28T05:38:51.230" v="780" actId="1076"/>
          <ac:picMkLst>
            <pc:docMk/>
            <pc:sldMk cId="220264191" sldId="602"/>
            <ac:picMk id="8" creationId="{4F051A1B-4A3B-4972-5B57-B2D137444770}"/>
          </ac:picMkLst>
        </pc:picChg>
        <pc:inkChg chg="add">
          <ac:chgData name="Deepika Vatsa" userId="f7100972-27fe-4ee6-8fb4-ec9b7931b409" providerId="ADAL" clId="{21F9971E-2F2E-4A5C-9437-ED0D90B722AF}" dt="2025-10-28T06:30:24.989" v="990"/>
          <ac:inkMkLst>
            <pc:docMk/>
            <pc:sldMk cId="220264191" sldId="602"/>
            <ac:inkMk id="4" creationId="{6F5E63B9-6C84-AEC7-F73C-C2416E2869FA}"/>
          </ac:inkMkLst>
        </pc:inkChg>
      </pc:sldChg>
      <pc:sldChg chg="del">
        <pc:chgData name="Deepika Vatsa" userId="f7100972-27fe-4ee6-8fb4-ec9b7931b409" providerId="ADAL" clId="{21F9971E-2F2E-4A5C-9437-ED0D90B722AF}" dt="2025-10-28T05:05:49.689" v="14" actId="47"/>
        <pc:sldMkLst>
          <pc:docMk/>
          <pc:sldMk cId="3298963979" sldId="602"/>
        </pc:sldMkLst>
      </pc:sldChg>
      <pc:sldChg chg="addSp delSp modSp add mod">
        <pc:chgData name="Deepika Vatsa" userId="f7100972-27fe-4ee6-8fb4-ec9b7931b409" providerId="ADAL" clId="{21F9971E-2F2E-4A5C-9437-ED0D90B722AF}" dt="2025-10-28T06:30:24.989" v="990"/>
        <pc:sldMkLst>
          <pc:docMk/>
          <pc:sldMk cId="2896582748" sldId="603"/>
        </pc:sldMkLst>
        <pc:spChg chg="add mod">
          <ac:chgData name="Deepika Vatsa" userId="f7100972-27fe-4ee6-8fb4-ec9b7931b409" providerId="ADAL" clId="{21F9971E-2F2E-4A5C-9437-ED0D90B722AF}" dt="2025-10-28T05:40:00.811" v="836" actId="255"/>
          <ac:spMkLst>
            <pc:docMk/>
            <pc:sldMk cId="2896582748" sldId="603"/>
            <ac:spMk id="7" creationId="{C9995742-A9E2-8520-DDEA-C9E1FCDD49BE}"/>
          </ac:spMkLst>
        </pc:spChg>
        <pc:spChg chg="add mod">
          <ac:chgData name="Deepika Vatsa" userId="f7100972-27fe-4ee6-8fb4-ec9b7931b409" providerId="ADAL" clId="{21F9971E-2F2E-4A5C-9437-ED0D90B722AF}" dt="2025-10-28T05:41:00.133" v="847" actId="1076"/>
          <ac:spMkLst>
            <pc:docMk/>
            <pc:sldMk cId="2896582748" sldId="603"/>
            <ac:spMk id="10" creationId="{A6521099-6E20-499D-7D3D-9F4646DCA4F1}"/>
          </ac:spMkLst>
        </pc:spChg>
        <pc:picChg chg="del">
          <ac:chgData name="Deepika Vatsa" userId="f7100972-27fe-4ee6-8fb4-ec9b7931b409" providerId="ADAL" clId="{21F9971E-2F2E-4A5C-9437-ED0D90B722AF}" dt="2025-10-28T05:39:34.445" v="782" actId="478"/>
          <ac:picMkLst>
            <pc:docMk/>
            <pc:sldMk cId="2896582748" sldId="603"/>
            <ac:picMk id="5" creationId="{08838048-E40A-AA64-15EE-865280869611}"/>
          </ac:picMkLst>
        </pc:picChg>
        <pc:picChg chg="add mod">
          <ac:chgData name="Deepika Vatsa" userId="f7100972-27fe-4ee6-8fb4-ec9b7931b409" providerId="ADAL" clId="{21F9971E-2F2E-4A5C-9437-ED0D90B722AF}" dt="2025-10-28T05:40:41.345" v="842" actId="1076"/>
          <ac:picMkLst>
            <pc:docMk/>
            <pc:sldMk cId="2896582748" sldId="603"/>
            <ac:picMk id="6" creationId="{11C0934B-EAF6-35B3-629F-23268BFB1CA3}"/>
          </ac:picMkLst>
        </pc:picChg>
        <pc:picChg chg="del">
          <ac:chgData name="Deepika Vatsa" userId="f7100972-27fe-4ee6-8fb4-ec9b7931b409" providerId="ADAL" clId="{21F9971E-2F2E-4A5C-9437-ED0D90B722AF}" dt="2025-10-28T05:39:35.688" v="783" actId="478"/>
          <ac:picMkLst>
            <pc:docMk/>
            <pc:sldMk cId="2896582748" sldId="603"/>
            <ac:picMk id="8" creationId="{4F051A1B-4A3B-4972-5B57-B2D137444770}"/>
          </ac:picMkLst>
        </pc:picChg>
        <pc:inkChg chg="add">
          <ac:chgData name="Deepika Vatsa" userId="f7100972-27fe-4ee6-8fb4-ec9b7931b409" providerId="ADAL" clId="{21F9971E-2F2E-4A5C-9437-ED0D90B722AF}" dt="2025-10-28T06:30:24.989" v="990"/>
          <ac:inkMkLst>
            <pc:docMk/>
            <pc:sldMk cId="2896582748" sldId="603"/>
            <ac:inkMk id="4" creationId="{06B9BDF1-8473-5D08-DA23-D24BAFF91C63}"/>
          </ac:inkMkLst>
        </pc:inkChg>
      </pc:sldChg>
      <pc:sldChg chg="del">
        <pc:chgData name="Deepika Vatsa" userId="f7100972-27fe-4ee6-8fb4-ec9b7931b409" providerId="ADAL" clId="{21F9971E-2F2E-4A5C-9437-ED0D90B722AF}" dt="2025-10-28T05:05:49.689" v="14" actId="47"/>
        <pc:sldMkLst>
          <pc:docMk/>
          <pc:sldMk cId="3668803894" sldId="603"/>
        </pc:sldMkLst>
      </pc:sldChg>
      <pc:sldChg chg="del">
        <pc:chgData name="Deepika Vatsa" userId="f7100972-27fe-4ee6-8fb4-ec9b7931b409" providerId="ADAL" clId="{21F9971E-2F2E-4A5C-9437-ED0D90B722AF}" dt="2025-10-28T05:05:49.689" v="14" actId="47"/>
        <pc:sldMkLst>
          <pc:docMk/>
          <pc:sldMk cId="517575044" sldId="604"/>
        </pc:sldMkLst>
      </pc:sldChg>
      <pc:sldChg chg="addSp delSp modSp add mod">
        <pc:chgData name="Deepika Vatsa" userId="f7100972-27fe-4ee6-8fb4-ec9b7931b409" providerId="ADAL" clId="{21F9971E-2F2E-4A5C-9437-ED0D90B722AF}" dt="2025-10-28T06:30:24.989" v="990"/>
        <pc:sldMkLst>
          <pc:docMk/>
          <pc:sldMk cId="1116614434" sldId="604"/>
        </pc:sldMkLst>
        <pc:spChg chg="add del mod">
          <ac:chgData name="Deepika Vatsa" userId="f7100972-27fe-4ee6-8fb4-ec9b7931b409" providerId="ADAL" clId="{21F9971E-2F2E-4A5C-9437-ED0D90B722AF}" dt="2025-10-28T05:43:29.580" v="860" actId="478"/>
          <ac:spMkLst>
            <pc:docMk/>
            <pc:sldMk cId="1116614434" sldId="604"/>
            <ac:spMk id="5" creationId="{CDB8809F-2EA1-867B-DEF3-83A55F15726E}"/>
          </ac:spMkLst>
        </pc:spChg>
        <pc:spChg chg="mod">
          <ac:chgData name="Deepika Vatsa" userId="f7100972-27fe-4ee6-8fb4-ec9b7931b409" providerId="ADAL" clId="{21F9971E-2F2E-4A5C-9437-ED0D90B722AF}" dt="2025-10-28T05:42:05.120" v="856" actId="20577"/>
          <ac:spMkLst>
            <pc:docMk/>
            <pc:sldMk cId="1116614434" sldId="604"/>
            <ac:spMk id="7" creationId="{C9995742-A9E2-8520-DDEA-C9E1FCDD49BE}"/>
          </ac:spMkLst>
        </pc:spChg>
        <pc:spChg chg="del">
          <ac:chgData name="Deepika Vatsa" userId="f7100972-27fe-4ee6-8fb4-ec9b7931b409" providerId="ADAL" clId="{21F9971E-2F2E-4A5C-9437-ED0D90B722AF}" dt="2025-10-28T05:41:31.443" v="852" actId="478"/>
          <ac:spMkLst>
            <pc:docMk/>
            <pc:sldMk cId="1116614434" sldId="604"/>
            <ac:spMk id="10" creationId="{A6521099-6E20-499D-7D3D-9F4646DCA4F1}"/>
          </ac:spMkLst>
        </pc:spChg>
        <pc:picChg chg="del">
          <ac:chgData name="Deepika Vatsa" userId="f7100972-27fe-4ee6-8fb4-ec9b7931b409" providerId="ADAL" clId="{21F9971E-2F2E-4A5C-9437-ED0D90B722AF}" dt="2025-10-28T05:41:24.843" v="849" actId="478"/>
          <ac:picMkLst>
            <pc:docMk/>
            <pc:sldMk cId="1116614434" sldId="604"/>
            <ac:picMk id="6" creationId="{11C0934B-EAF6-35B3-629F-23268BFB1CA3}"/>
          </ac:picMkLst>
        </pc:picChg>
        <pc:inkChg chg="add">
          <ac:chgData name="Deepika Vatsa" userId="f7100972-27fe-4ee6-8fb4-ec9b7931b409" providerId="ADAL" clId="{21F9971E-2F2E-4A5C-9437-ED0D90B722AF}" dt="2025-10-28T06:30:24.989" v="990"/>
          <ac:inkMkLst>
            <pc:docMk/>
            <pc:sldMk cId="1116614434" sldId="604"/>
            <ac:inkMk id="4" creationId="{353EA192-750B-8332-B4F0-19C17412F3AD}"/>
          </ac:inkMkLst>
        </pc:inkChg>
      </pc:sldChg>
      <pc:sldChg chg="addSp modSp add mod">
        <pc:chgData name="Deepika Vatsa" userId="f7100972-27fe-4ee6-8fb4-ec9b7931b409" providerId="ADAL" clId="{21F9971E-2F2E-4A5C-9437-ED0D90B722AF}" dt="2025-10-28T06:30:24.989" v="990"/>
        <pc:sldMkLst>
          <pc:docMk/>
          <pc:sldMk cId="811995792" sldId="605"/>
        </pc:sldMkLst>
        <pc:spChg chg="mod">
          <ac:chgData name="Deepika Vatsa" userId="f7100972-27fe-4ee6-8fb4-ec9b7931b409" providerId="ADAL" clId="{21F9971E-2F2E-4A5C-9437-ED0D90B722AF}" dt="2025-10-28T05:45:04.841" v="887" actId="20577"/>
          <ac:spMkLst>
            <pc:docMk/>
            <pc:sldMk cId="811995792" sldId="605"/>
            <ac:spMk id="5" creationId="{CDB8809F-2EA1-867B-DEF3-83A55F15726E}"/>
          </ac:spMkLst>
        </pc:spChg>
        <pc:spChg chg="mod">
          <ac:chgData name="Deepika Vatsa" userId="f7100972-27fe-4ee6-8fb4-ec9b7931b409" providerId="ADAL" clId="{21F9971E-2F2E-4A5C-9437-ED0D90B722AF}" dt="2025-10-28T05:44:31.307" v="882" actId="1076"/>
          <ac:spMkLst>
            <pc:docMk/>
            <pc:sldMk cId="811995792" sldId="605"/>
            <ac:spMk id="7" creationId="{C9995742-A9E2-8520-DDEA-C9E1FCDD49BE}"/>
          </ac:spMkLst>
        </pc:spChg>
        <pc:inkChg chg="add">
          <ac:chgData name="Deepika Vatsa" userId="f7100972-27fe-4ee6-8fb4-ec9b7931b409" providerId="ADAL" clId="{21F9971E-2F2E-4A5C-9437-ED0D90B722AF}" dt="2025-10-28T06:30:24.989" v="990"/>
          <ac:inkMkLst>
            <pc:docMk/>
            <pc:sldMk cId="811995792" sldId="605"/>
            <ac:inkMk id="4" creationId="{A75C61D0-6F1C-BA6A-B834-437BE3B102AA}"/>
          </ac:inkMkLst>
        </pc:inkChg>
      </pc:sldChg>
      <pc:sldChg chg="del">
        <pc:chgData name="Deepika Vatsa" userId="f7100972-27fe-4ee6-8fb4-ec9b7931b409" providerId="ADAL" clId="{21F9971E-2F2E-4A5C-9437-ED0D90B722AF}" dt="2025-10-28T05:05:49.689" v="14" actId="47"/>
        <pc:sldMkLst>
          <pc:docMk/>
          <pc:sldMk cId="1986027238" sldId="605"/>
        </pc:sldMkLst>
      </pc:sldChg>
      <pc:sldChg chg="delSp modSp add mod">
        <pc:chgData name="Deepika Vatsa" userId="f7100972-27fe-4ee6-8fb4-ec9b7931b409" providerId="ADAL" clId="{21F9971E-2F2E-4A5C-9437-ED0D90B722AF}" dt="2025-10-28T05:45:30.377" v="901" actId="478"/>
        <pc:sldMkLst>
          <pc:docMk/>
          <pc:sldMk cId="168145191" sldId="606"/>
        </pc:sldMkLst>
        <pc:spChg chg="mod">
          <ac:chgData name="Deepika Vatsa" userId="f7100972-27fe-4ee6-8fb4-ec9b7931b409" providerId="ADAL" clId="{21F9971E-2F2E-4A5C-9437-ED0D90B722AF}" dt="2025-10-28T05:45:28.480" v="900" actId="20577"/>
          <ac:spMkLst>
            <pc:docMk/>
            <pc:sldMk cId="168145191" sldId="606"/>
            <ac:spMk id="2" creationId="{00000000-0000-0000-0000-000000000000}"/>
          </ac:spMkLst>
        </pc:spChg>
        <pc:spChg chg="mod">
          <ac:chgData name="Deepika Vatsa" userId="f7100972-27fe-4ee6-8fb4-ec9b7931b409" providerId="ADAL" clId="{21F9971E-2F2E-4A5C-9437-ED0D90B722AF}" dt="2025-10-28T05:45:24.950" v="890" actId="113"/>
          <ac:spMkLst>
            <pc:docMk/>
            <pc:sldMk cId="168145191" sldId="606"/>
            <ac:spMk id="7" creationId="{1AEBF5FD-2C20-6978-ACEE-1736BED936EF}"/>
          </ac:spMkLst>
        </pc:spChg>
        <pc:picChg chg="del">
          <ac:chgData name="Deepika Vatsa" userId="f7100972-27fe-4ee6-8fb4-ec9b7931b409" providerId="ADAL" clId="{21F9971E-2F2E-4A5C-9437-ED0D90B722AF}" dt="2025-10-28T05:45:30.377" v="901" actId="478"/>
          <ac:picMkLst>
            <pc:docMk/>
            <pc:sldMk cId="168145191" sldId="606"/>
            <ac:picMk id="5" creationId="{130229DE-DF41-5F7E-D49D-09127C13C374}"/>
          </ac:picMkLst>
        </pc:picChg>
      </pc:sldChg>
      <pc:sldChg chg="del">
        <pc:chgData name="Deepika Vatsa" userId="f7100972-27fe-4ee6-8fb4-ec9b7931b409" providerId="ADAL" clId="{21F9971E-2F2E-4A5C-9437-ED0D90B722AF}" dt="2025-10-28T05:05:49.689" v="14" actId="47"/>
        <pc:sldMkLst>
          <pc:docMk/>
          <pc:sldMk cId="1109936308" sldId="606"/>
        </pc:sldMkLst>
      </pc:sldChg>
      <pc:sldChg chg="addSp delSp modSp add mod">
        <pc:chgData name="Deepika Vatsa" userId="f7100972-27fe-4ee6-8fb4-ec9b7931b409" providerId="ADAL" clId="{21F9971E-2F2E-4A5C-9437-ED0D90B722AF}" dt="2025-10-28T06:30:24.989" v="990"/>
        <pc:sldMkLst>
          <pc:docMk/>
          <pc:sldMk cId="202397307" sldId="607"/>
        </pc:sldMkLst>
        <pc:spChg chg="mod">
          <ac:chgData name="Deepika Vatsa" userId="f7100972-27fe-4ee6-8fb4-ec9b7931b409" providerId="ADAL" clId="{21F9971E-2F2E-4A5C-9437-ED0D90B722AF}" dt="2025-10-28T05:48:00.320" v="923" actId="20577"/>
          <ac:spMkLst>
            <pc:docMk/>
            <pc:sldMk cId="202397307" sldId="607"/>
            <ac:spMk id="2" creationId="{00000000-0000-0000-0000-000000000000}"/>
          </ac:spMkLst>
        </pc:spChg>
        <pc:spChg chg="mod">
          <ac:chgData name="Deepika Vatsa" userId="f7100972-27fe-4ee6-8fb4-ec9b7931b409" providerId="ADAL" clId="{21F9971E-2F2E-4A5C-9437-ED0D90B722AF}" dt="2025-10-28T05:49:05.452" v="943" actId="20577"/>
          <ac:spMkLst>
            <pc:docMk/>
            <pc:sldMk cId="202397307" sldId="607"/>
            <ac:spMk id="5" creationId="{CDB8809F-2EA1-867B-DEF3-83A55F15726E}"/>
          </ac:spMkLst>
        </pc:spChg>
        <pc:spChg chg="del">
          <ac:chgData name="Deepika Vatsa" userId="f7100972-27fe-4ee6-8fb4-ec9b7931b409" providerId="ADAL" clId="{21F9971E-2F2E-4A5C-9437-ED0D90B722AF}" dt="2025-10-28T05:48:06.750" v="924" actId="478"/>
          <ac:spMkLst>
            <pc:docMk/>
            <pc:sldMk cId="202397307" sldId="607"/>
            <ac:spMk id="7" creationId="{C9995742-A9E2-8520-DDEA-C9E1FCDD49BE}"/>
          </ac:spMkLst>
        </pc:spChg>
        <pc:inkChg chg="add">
          <ac:chgData name="Deepika Vatsa" userId="f7100972-27fe-4ee6-8fb4-ec9b7931b409" providerId="ADAL" clId="{21F9971E-2F2E-4A5C-9437-ED0D90B722AF}" dt="2025-10-28T06:30:24.989" v="990"/>
          <ac:inkMkLst>
            <pc:docMk/>
            <pc:sldMk cId="202397307" sldId="607"/>
            <ac:inkMk id="4" creationId="{8316D439-BFE0-F698-B23E-8378F8EEEE93}"/>
          </ac:inkMkLst>
        </pc:inkChg>
      </pc:sldChg>
      <pc:sldChg chg="del">
        <pc:chgData name="Deepika Vatsa" userId="f7100972-27fe-4ee6-8fb4-ec9b7931b409" providerId="ADAL" clId="{21F9971E-2F2E-4A5C-9437-ED0D90B722AF}" dt="2025-10-28T05:05:49.689" v="14" actId="47"/>
        <pc:sldMkLst>
          <pc:docMk/>
          <pc:sldMk cId="1753343126" sldId="607"/>
        </pc:sldMkLst>
      </pc:sldChg>
      <pc:sldChg chg="addSp modSp add mod">
        <pc:chgData name="Deepika Vatsa" userId="f7100972-27fe-4ee6-8fb4-ec9b7931b409" providerId="ADAL" clId="{21F9971E-2F2E-4A5C-9437-ED0D90B722AF}" dt="2025-10-28T06:30:24.989" v="990"/>
        <pc:sldMkLst>
          <pc:docMk/>
          <pc:sldMk cId="1292728931" sldId="608"/>
        </pc:sldMkLst>
        <pc:spChg chg="mod">
          <ac:chgData name="Deepika Vatsa" userId="f7100972-27fe-4ee6-8fb4-ec9b7931b409" providerId="ADAL" clId="{21F9971E-2F2E-4A5C-9437-ED0D90B722AF}" dt="2025-10-28T05:50:47.844" v="954" actId="20577"/>
          <ac:spMkLst>
            <pc:docMk/>
            <pc:sldMk cId="1292728931" sldId="608"/>
            <ac:spMk id="2" creationId="{00000000-0000-0000-0000-000000000000}"/>
          </ac:spMkLst>
        </pc:spChg>
        <pc:spChg chg="mod">
          <ac:chgData name="Deepika Vatsa" userId="f7100972-27fe-4ee6-8fb4-ec9b7931b409" providerId="ADAL" clId="{21F9971E-2F2E-4A5C-9437-ED0D90B722AF}" dt="2025-10-28T05:51:06.301" v="960" actId="255"/>
          <ac:spMkLst>
            <pc:docMk/>
            <pc:sldMk cId="1292728931" sldId="608"/>
            <ac:spMk id="5" creationId="{CDB8809F-2EA1-867B-DEF3-83A55F15726E}"/>
          </ac:spMkLst>
        </pc:spChg>
        <pc:inkChg chg="add">
          <ac:chgData name="Deepika Vatsa" userId="f7100972-27fe-4ee6-8fb4-ec9b7931b409" providerId="ADAL" clId="{21F9971E-2F2E-4A5C-9437-ED0D90B722AF}" dt="2025-10-28T06:30:24.989" v="990"/>
          <ac:inkMkLst>
            <pc:docMk/>
            <pc:sldMk cId="1292728931" sldId="608"/>
            <ac:inkMk id="4" creationId="{24F6A288-4119-5720-C500-218E99CC6E1C}"/>
          </ac:inkMkLst>
        </pc:inkChg>
      </pc:sldChg>
      <pc:sldChg chg="del">
        <pc:chgData name="Deepika Vatsa" userId="f7100972-27fe-4ee6-8fb4-ec9b7931b409" providerId="ADAL" clId="{21F9971E-2F2E-4A5C-9437-ED0D90B722AF}" dt="2025-10-28T05:05:49.689" v="14" actId="47"/>
        <pc:sldMkLst>
          <pc:docMk/>
          <pc:sldMk cId="1374942358" sldId="608"/>
        </pc:sldMkLst>
      </pc:sldChg>
      <pc:sldChg chg="del">
        <pc:chgData name="Deepika Vatsa" userId="f7100972-27fe-4ee6-8fb4-ec9b7931b409" providerId="ADAL" clId="{21F9971E-2F2E-4A5C-9437-ED0D90B722AF}" dt="2025-10-28T05:05:49.689" v="14" actId="47"/>
        <pc:sldMkLst>
          <pc:docMk/>
          <pc:sldMk cId="774974241" sldId="609"/>
        </pc:sldMkLst>
      </pc:sldChg>
      <pc:sldChg chg="addSp delSp modSp add mod">
        <pc:chgData name="Deepika Vatsa" userId="f7100972-27fe-4ee6-8fb4-ec9b7931b409" providerId="ADAL" clId="{21F9971E-2F2E-4A5C-9437-ED0D90B722AF}" dt="2025-10-28T06:30:24.989" v="990"/>
        <pc:sldMkLst>
          <pc:docMk/>
          <pc:sldMk cId="2353646959" sldId="609"/>
        </pc:sldMkLst>
        <pc:spChg chg="mod">
          <ac:chgData name="Deepika Vatsa" userId="f7100972-27fe-4ee6-8fb4-ec9b7931b409" providerId="ADAL" clId="{21F9971E-2F2E-4A5C-9437-ED0D90B722AF}" dt="2025-10-28T05:52:33.399" v="974" actId="6549"/>
          <ac:spMkLst>
            <pc:docMk/>
            <pc:sldMk cId="2353646959" sldId="609"/>
            <ac:spMk id="2" creationId="{00000000-0000-0000-0000-000000000000}"/>
          </ac:spMkLst>
        </pc:spChg>
        <pc:spChg chg="del">
          <ac:chgData name="Deepika Vatsa" userId="f7100972-27fe-4ee6-8fb4-ec9b7931b409" providerId="ADAL" clId="{21F9971E-2F2E-4A5C-9437-ED0D90B722AF}" dt="2025-10-28T05:52:46.886" v="976" actId="478"/>
          <ac:spMkLst>
            <pc:docMk/>
            <pc:sldMk cId="2353646959" sldId="609"/>
            <ac:spMk id="5" creationId="{CDB8809F-2EA1-867B-DEF3-83A55F15726E}"/>
          </ac:spMkLst>
        </pc:spChg>
        <pc:graphicFrameChg chg="add mod modGraphic">
          <ac:chgData name="Deepika Vatsa" userId="f7100972-27fe-4ee6-8fb4-ec9b7931b409" providerId="ADAL" clId="{21F9971E-2F2E-4A5C-9437-ED0D90B722AF}" dt="2025-10-28T05:53:04.050" v="979" actId="1076"/>
          <ac:graphicFrameMkLst>
            <pc:docMk/>
            <pc:sldMk cId="2353646959" sldId="609"/>
            <ac:graphicFrameMk id="4" creationId="{F85E7678-83A4-462A-94C5-68FE780AC27C}"/>
          </ac:graphicFrameMkLst>
        </pc:graphicFrameChg>
        <pc:inkChg chg="add">
          <ac:chgData name="Deepika Vatsa" userId="f7100972-27fe-4ee6-8fb4-ec9b7931b409" providerId="ADAL" clId="{21F9971E-2F2E-4A5C-9437-ED0D90B722AF}" dt="2025-10-28T06:30:24.989" v="990"/>
          <ac:inkMkLst>
            <pc:docMk/>
            <pc:sldMk cId="2353646959" sldId="609"/>
            <ac:inkMk id="5" creationId="{38631500-47E2-D773-EA1C-5161B1893DB1}"/>
          </ac:inkMkLst>
        </pc:inkChg>
      </pc:sldChg>
    </pc:docChg>
  </pc:docChgLst>
  <pc:docChgLst>
    <pc:chgData name="Deepika Vatsa" userId="f7100972-27fe-4ee6-8fb4-ec9b7931b409" providerId="ADAL" clId="{E366B5F5-DEAE-4F8C-9763-D3AC16EF8BC1}"/>
    <pc:docChg chg="undo redo custSel addSld delSld modSld sldOrd">
      <pc:chgData name="Deepika Vatsa" userId="f7100972-27fe-4ee6-8fb4-ec9b7931b409" providerId="ADAL" clId="{E366B5F5-DEAE-4F8C-9763-D3AC16EF8BC1}" dt="2025-10-29T11:31:36.021" v="2676"/>
      <pc:docMkLst>
        <pc:docMk/>
      </pc:docMkLst>
      <pc:sldChg chg="modSp mod">
        <pc:chgData name="Deepika Vatsa" userId="f7100972-27fe-4ee6-8fb4-ec9b7931b409" providerId="ADAL" clId="{E366B5F5-DEAE-4F8C-9763-D3AC16EF8BC1}" dt="2025-10-29T09:19:21.642" v="4" actId="20577"/>
        <pc:sldMkLst>
          <pc:docMk/>
          <pc:sldMk cId="0" sldId="395"/>
        </pc:sldMkLst>
        <pc:spChg chg="mod">
          <ac:chgData name="Deepika Vatsa" userId="f7100972-27fe-4ee6-8fb4-ec9b7931b409" providerId="ADAL" clId="{E366B5F5-DEAE-4F8C-9763-D3AC16EF8BC1}" dt="2025-10-29T09:19:21.642" v="4" actId="20577"/>
          <ac:spMkLst>
            <pc:docMk/>
            <pc:sldMk cId="0" sldId="395"/>
            <ac:spMk id="2" creationId="{00000000-0000-0000-0000-000000000000}"/>
          </ac:spMkLst>
        </pc:spChg>
      </pc:sldChg>
      <pc:sldChg chg="addSp modSp mod">
        <pc:chgData name="Deepika Vatsa" userId="f7100972-27fe-4ee6-8fb4-ec9b7931b409" providerId="ADAL" clId="{E366B5F5-DEAE-4F8C-9763-D3AC16EF8BC1}" dt="2025-10-29T11:31:36.021" v="2676"/>
        <pc:sldMkLst>
          <pc:docMk/>
          <pc:sldMk cId="3439049211" sldId="591"/>
        </pc:sldMkLst>
        <pc:spChg chg="mod">
          <ac:chgData name="Deepika Vatsa" userId="f7100972-27fe-4ee6-8fb4-ec9b7931b409" providerId="ADAL" clId="{E366B5F5-DEAE-4F8C-9763-D3AC16EF8BC1}" dt="2025-10-29T09:20:04.576" v="29" actId="20577"/>
          <ac:spMkLst>
            <pc:docMk/>
            <pc:sldMk cId="3439049211" sldId="591"/>
            <ac:spMk id="2" creationId="{00000000-0000-0000-0000-000000000000}"/>
          </ac:spMkLst>
        </pc:spChg>
        <pc:spChg chg="mod">
          <ac:chgData name="Deepika Vatsa" userId="f7100972-27fe-4ee6-8fb4-ec9b7931b409" providerId="ADAL" clId="{E366B5F5-DEAE-4F8C-9763-D3AC16EF8BC1}" dt="2025-10-29T10:30:35.533" v="1474"/>
          <ac:spMkLst>
            <pc:docMk/>
            <pc:sldMk cId="3439049211" sldId="591"/>
            <ac:spMk id="7" creationId="{32B275E0-60C0-FB99-861A-30651F256A1A}"/>
          </ac:spMkLst>
        </pc:spChg>
        <pc:inkChg chg="add">
          <ac:chgData name="Deepika Vatsa" userId="f7100972-27fe-4ee6-8fb4-ec9b7931b409" providerId="ADAL" clId="{E366B5F5-DEAE-4F8C-9763-D3AC16EF8BC1}" dt="2025-10-29T11:31:36.021" v="2676"/>
          <ac:inkMkLst>
            <pc:docMk/>
            <pc:sldMk cId="3439049211" sldId="591"/>
            <ac:inkMk id="4" creationId="{51AD64E3-9462-52F8-241F-386CEB0EFE8A}"/>
          </ac:inkMkLst>
        </pc:inkChg>
      </pc:sldChg>
      <pc:sldChg chg="modSp add del mod">
        <pc:chgData name="Deepika Vatsa" userId="f7100972-27fe-4ee6-8fb4-ec9b7931b409" providerId="ADAL" clId="{E366B5F5-DEAE-4F8C-9763-D3AC16EF8BC1}" dt="2025-10-29T10:30:40.005" v="1475" actId="2696"/>
        <pc:sldMkLst>
          <pc:docMk/>
          <pc:sldMk cId="3922584799" sldId="592"/>
        </pc:sldMkLst>
        <pc:spChg chg="mod">
          <ac:chgData name="Deepika Vatsa" userId="f7100972-27fe-4ee6-8fb4-ec9b7931b409" providerId="ADAL" clId="{E366B5F5-DEAE-4F8C-9763-D3AC16EF8BC1}" dt="2025-10-29T09:21:35.471" v="71" actId="20577"/>
          <ac:spMkLst>
            <pc:docMk/>
            <pc:sldMk cId="3922584799" sldId="592"/>
            <ac:spMk id="2" creationId="{00000000-0000-0000-0000-000000000000}"/>
          </ac:spMkLst>
        </pc:spChg>
        <pc:spChg chg="mod">
          <ac:chgData name="Deepika Vatsa" userId="f7100972-27fe-4ee6-8fb4-ec9b7931b409" providerId="ADAL" clId="{E366B5F5-DEAE-4F8C-9763-D3AC16EF8BC1}" dt="2025-10-29T09:48:19.098" v="670" actId="12"/>
          <ac:spMkLst>
            <pc:docMk/>
            <pc:sldMk cId="3922584799" sldId="592"/>
            <ac:spMk id="7" creationId="{32B275E0-60C0-FB99-861A-30651F256A1A}"/>
          </ac:spMkLst>
        </pc:spChg>
      </pc:sldChg>
      <pc:sldChg chg="del">
        <pc:chgData name="Deepika Vatsa" userId="f7100972-27fe-4ee6-8fb4-ec9b7931b409" providerId="ADAL" clId="{E366B5F5-DEAE-4F8C-9763-D3AC16EF8BC1}" dt="2025-10-29T09:19:30.163" v="5" actId="47"/>
        <pc:sldMkLst>
          <pc:docMk/>
          <pc:sldMk cId="2324301866" sldId="593"/>
        </pc:sldMkLst>
      </pc:sldChg>
      <pc:sldChg chg="addSp modSp add mod ord">
        <pc:chgData name="Deepika Vatsa" userId="f7100972-27fe-4ee6-8fb4-ec9b7931b409" providerId="ADAL" clId="{E366B5F5-DEAE-4F8C-9763-D3AC16EF8BC1}" dt="2025-10-29T11:31:36.021" v="2676"/>
        <pc:sldMkLst>
          <pc:docMk/>
          <pc:sldMk cId="3913896612" sldId="593"/>
        </pc:sldMkLst>
        <pc:spChg chg="mod">
          <ac:chgData name="Deepika Vatsa" userId="f7100972-27fe-4ee6-8fb4-ec9b7931b409" providerId="ADAL" clId="{E366B5F5-DEAE-4F8C-9763-D3AC16EF8BC1}" dt="2025-10-29T09:23:12.121" v="133" actId="20577"/>
          <ac:spMkLst>
            <pc:docMk/>
            <pc:sldMk cId="3913896612" sldId="593"/>
            <ac:spMk id="2" creationId="{00000000-0000-0000-0000-000000000000}"/>
          </ac:spMkLst>
        </pc:spChg>
        <pc:spChg chg="mod">
          <ac:chgData name="Deepika Vatsa" userId="f7100972-27fe-4ee6-8fb4-ec9b7931b409" providerId="ADAL" clId="{E366B5F5-DEAE-4F8C-9763-D3AC16EF8BC1}" dt="2025-10-29T10:27:39.204" v="1130" actId="12"/>
          <ac:spMkLst>
            <pc:docMk/>
            <pc:sldMk cId="3913896612" sldId="593"/>
            <ac:spMk id="7" creationId="{32B275E0-60C0-FB99-861A-30651F256A1A}"/>
          </ac:spMkLst>
        </pc:spChg>
        <pc:inkChg chg="add">
          <ac:chgData name="Deepika Vatsa" userId="f7100972-27fe-4ee6-8fb4-ec9b7931b409" providerId="ADAL" clId="{E366B5F5-DEAE-4F8C-9763-D3AC16EF8BC1}" dt="2025-10-29T11:31:36.021" v="2676"/>
          <ac:inkMkLst>
            <pc:docMk/>
            <pc:sldMk cId="3913896612" sldId="593"/>
            <ac:inkMk id="4" creationId="{907B796F-2990-0AD5-69A3-4DF77180726A}"/>
          </ac:inkMkLst>
        </pc:inkChg>
      </pc:sldChg>
      <pc:sldChg chg="del">
        <pc:chgData name="Deepika Vatsa" userId="f7100972-27fe-4ee6-8fb4-ec9b7931b409" providerId="ADAL" clId="{E366B5F5-DEAE-4F8C-9763-D3AC16EF8BC1}" dt="2025-10-29T09:19:30.163" v="5" actId="47"/>
        <pc:sldMkLst>
          <pc:docMk/>
          <pc:sldMk cId="414561279" sldId="594"/>
        </pc:sldMkLst>
      </pc:sldChg>
      <pc:sldChg chg="addSp modSp add mod">
        <pc:chgData name="Deepika Vatsa" userId="f7100972-27fe-4ee6-8fb4-ec9b7931b409" providerId="ADAL" clId="{E366B5F5-DEAE-4F8C-9763-D3AC16EF8BC1}" dt="2025-10-29T11:31:36.021" v="2676"/>
        <pc:sldMkLst>
          <pc:docMk/>
          <pc:sldMk cId="2650660750" sldId="594"/>
        </pc:sldMkLst>
        <pc:spChg chg="mod">
          <ac:chgData name="Deepika Vatsa" userId="f7100972-27fe-4ee6-8fb4-ec9b7931b409" providerId="ADAL" clId="{E366B5F5-DEAE-4F8C-9763-D3AC16EF8BC1}" dt="2025-10-29T09:23:45.756" v="162" actId="20577"/>
          <ac:spMkLst>
            <pc:docMk/>
            <pc:sldMk cId="2650660750" sldId="594"/>
            <ac:spMk id="2" creationId="{00000000-0000-0000-0000-000000000000}"/>
          </ac:spMkLst>
        </pc:spChg>
        <pc:spChg chg="mod">
          <ac:chgData name="Deepika Vatsa" userId="f7100972-27fe-4ee6-8fb4-ec9b7931b409" providerId="ADAL" clId="{E366B5F5-DEAE-4F8C-9763-D3AC16EF8BC1}" dt="2025-10-29T10:22:37.441" v="809" actId="113"/>
          <ac:spMkLst>
            <pc:docMk/>
            <pc:sldMk cId="2650660750" sldId="594"/>
            <ac:spMk id="7" creationId="{32B275E0-60C0-FB99-861A-30651F256A1A}"/>
          </ac:spMkLst>
        </pc:spChg>
        <pc:inkChg chg="add">
          <ac:chgData name="Deepika Vatsa" userId="f7100972-27fe-4ee6-8fb4-ec9b7931b409" providerId="ADAL" clId="{E366B5F5-DEAE-4F8C-9763-D3AC16EF8BC1}" dt="2025-10-29T11:31:36.021" v="2676"/>
          <ac:inkMkLst>
            <pc:docMk/>
            <pc:sldMk cId="2650660750" sldId="594"/>
            <ac:inkMk id="4" creationId="{8EC14A67-BC49-15E7-0A87-CF13608BE36B}"/>
          </ac:inkMkLst>
        </pc:inkChg>
      </pc:sldChg>
      <pc:sldChg chg="addSp modSp add mod">
        <pc:chgData name="Deepika Vatsa" userId="f7100972-27fe-4ee6-8fb4-ec9b7931b409" providerId="ADAL" clId="{E366B5F5-DEAE-4F8C-9763-D3AC16EF8BC1}" dt="2025-10-29T11:31:36.021" v="2676"/>
        <pc:sldMkLst>
          <pc:docMk/>
          <pc:sldMk cId="3964963608" sldId="595"/>
        </pc:sldMkLst>
        <pc:spChg chg="mod">
          <ac:chgData name="Deepika Vatsa" userId="f7100972-27fe-4ee6-8fb4-ec9b7931b409" providerId="ADAL" clId="{E366B5F5-DEAE-4F8C-9763-D3AC16EF8BC1}" dt="2025-10-29T09:24:54.511" v="184" actId="20577"/>
          <ac:spMkLst>
            <pc:docMk/>
            <pc:sldMk cId="3964963608" sldId="595"/>
            <ac:spMk id="2" creationId="{00000000-0000-0000-0000-000000000000}"/>
          </ac:spMkLst>
        </pc:spChg>
        <pc:spChg chg="mod">
          <ac:chgData name="Deepika Vatsa" userId="f7100972-27fe-4ee6-8fb4-ec9b7931b409" providerId="ADAL" clId="{E366B5F5-DEAE-4F8C-9763-D3AC16EF8BC1}" dt="2025-10-29T10:50:16.939" v="2674" actId="20577"/>
          <ac:spMkLst>
            <pc:docMk/>
            <pc:sldMk cId="3964963608" sldId="595"/>
            <ac:spMk id="7" creationId="{32B275E0-60C0-FB99-861A-30651F256A1A}"/>
          </ac:spMkLst>
        </pc:spChg>
        <pc:inkChg chg="add">
          <ac:chgData name="Deepika Vatsa" userId="f7100972-27fe-4ee6-8fb4-ec9b7931b409" providerId="ADAL" clId="{E366B5F5-DEAE-4F8C-9763-D3AC16EF8BC1}" dt="2025-10-29T11:31:36.021" v="2676"/>
          <ac:inkMkLst>
            <pc:docMk/>
            <pc:sldMk cId="3964963608" sldId="595"/>
            <ac:inkMk id="4" creationId="{D9B5F4CC-8B12-46DF-A6A8-BB97AD267668}"/>
          </ac:inkMkLst>
        </pc:inkChg>
      </pc:sldChg>
      <pc:sldChg chg="del">
        <pc:chgData name="Deepika Vatsa" userId="f7100972-27fe-4ee6-8fb4-ec9b7931b409" providerId="ADAL" clId="{E366B5F5-DEAE-4F8C-9763-D3AC16EF8BC1}" dt="2025-10-29T09:19:30.163" v="5" actId="47"/>
        <pc:sldMkLst>
          <pc:docMk/>
          <pc:sldMk cId="4140785782" sldId="595"/>
        </pc:sldMkLst>
      </pc:sldChg>
      <pc:sldChg chg="del">
        <pc:chgData name="Deepika Vatsa" userId="f7100972-27fe-4ee6-8fb4-ec9b7931b409" providerId="ADAL" clId="{E366B5F5-DEAE-4F8C-9763-D3AC16EF8BC1}" dt="2025-10-29T09:19:30.163" v="5" actId="47"/>
        <pc:sldMkLst>
          <pc:docMk/>
          <pc:sldMk cId="1083705051" sldId="596"/>
        </pc:sldMkLst>
      </pc:sldChg>
      <pc:sldChg chg="addSp modSp add mod">
        <pc:chgData name="Deepika Vatsa" userId="f7100972-27fe-4ee6-8fb4-ec9b7931b409" providerId="ADAL" clId="{E366B5F5-DEAE-4F8C-9763-D3AC16EF8BC1}" dt="2025-10-29T11:31:36.021" v="2676"/>
        <pc:sldMkLst>
          <pc:docMk/>
          <pc:sldMk cId="2694711292" sldId="596"/>
        </pc:sldMkLst>
        <pc:spChg chg="mod">
          <ac:chgData name="Deepika Vatsa" userId="f7100972-27fe-4ee6-8fb4-ec9b7931b409" providerId="ADAL" clId="{E366B5F5-DEAE-4F8C-9763-D3AC16EF8BC1}" dt="2025-10-29T09:26:18.891" v="224"/>
          <ac:spMkLst>
            <pc:docMk/>
            <pc:sldMk cId="2694711292" sldId="596"/>
            <ac:spMk id="7" creationId="{32B275E0-60C0-FB99-861A-30651F256A1A}"/>
          </ac:spMkLst>
        </pc:spChg>
        <pc:picChg chg="add mod">
          <ac:chgData name="Deepika Vatsa" userId="f7100972-27fe-4ee6-8fb4-ec9b7931b409" providerId="ADAL" clId="{E366B5F5-DEAE-4F8C-9763-D3AC16EF8BC1}" dt="2025-10-29T09:26:10.730" v="223" actId="14100"/>
          <ac:picMkLst>
            <pc:docMk/>
            <pc:sldMk cId="2694711292" sldId="596"/>
            <ac:picMk id="5" creationId="{45D8DD08-167C-E3D5-4E8B-54E574F0B330}"/>
          </ac:picMkLst>
        </pc:picChg>
        <pc:inkChg chg="add">
          <ac:chgData name="Deepika Vatsa" userId="f7100972-27fe-4ee6-8fb4-ec9b7931b409" providerId="ADAL" clId="{E366B5F5-DEAE-4F8C-9763-D3AC16EF8BC1}" dt="2025-10-29T11:31:36.021" v="2676"/>
          <ac:inkMkLst>
            <pc:docMk/>
            <pc:sldMk cId="2694711292" sldId="596"/>
            <ac:inkMk id="6" creationId="{38309D04-0E8A-AE9E-68AF-5A124DCDF696}"/>
          </ac:inkMkLst>
        </pc:inkChg>
      </pc:sldChg>
      <pc:sldChg chg="del">
        <pc:chgData name="Deepika Vatsa" userId="f7100972-27fe-4ee6-8fb4-ec9b7931b409" providerId="ADAL" clId="{E366B5F5-DEAE-4F8C-9763-D3AC16EF8BC1}" dt="2025-10-29T09:19:30.163" v="5" actId="47"/>
        <pc:sldMkLst>
          <pc:docMk/>
          <pc:sldMk cId="1687779079" sldId="597"/>
        </pc:sldMkLst>
      </pc:sldChg>
      <pc:sldChg chg="addSp delSp modSp add mod">
        <pc:chgData name="Deepika Vatsa" userId="f7100972-27fe-4ee6-8fb4-ec9b7931b409" providerId="ADAL" clId="{E366B5F5-DEAE-4F8C-9763-D3AC16EF8BC1}" dt="2025-10-29T11:31:36.021" v="2676"/>
        <pc:sldMkLst>
          <pc:docMk/>
          <pc:sldMk cId="2348172765" sldId="597"/>
        </pc:sldMkLst>
        <pc:spChg chg="mod">
          <ac:chgData name="Deepika Vatsa" userId="f7100972-27fe-4ee6-8fb4-ec9b7931b409" providerId="ADAL" clId="{E366B5F5-DEAE-4F8C-9763-D3AC16EF8BC1}" dt="2025-10-29T09:26:59.453" v="258" actId="20577"/>
          <ac:spMkLst>
            <pc:docMk/>
            <pc:sldMk cId="2348172765" sldId="597"/>
            <ac:spMk id="2" creationId="{00000000-0000-0000-0000-000000000000}"/>
          </ac:spMkLst>
        </pc:spChg>
        <pc:spChg chg="mod">
          <ac:chgData name="Deepika Vatsa" userId="f7100972-27fe-4ee6-8fb4-ec9b7931b409" providerId="ADAL" clId="{E366B5F5-DEAE-4F8C-9763-D3AC16EF8BC1}" dt="2025-10-29T09:27:15.556" v="272" actId="20577"/>
          <ac:spMkLst>
            <pc:docMk/>
            <pc:sldMk cId="2348172765" sldId="597"/>
            <ac:spMk id="7" creationId="{32B275E0-60C0-FB99-861A-30651F256A1A}"/>
          </ac:spMkLst>
        </pc:spChg>
        <pc:picChg chg="del">
          <ac:chgData name="Deepika Vatsa" userId="f7100972-27fe-4ee6-8fb4-ec9b7931b409" providerId="ADAL" clId="{E366B5F5-DEAE-4F8C-9763-D3AC16EF8BC1}" dt="2025-10-29T09:26:44.970" v="226" actId="478"/>
          <ac:picMkLst>
            <pc:docMk/>
            <pc:sldMk cId="2348172765" sldId="597"/>
            <ac:picMk id="5" creationId="{45D8DD08-167C-E3D5-4E8B-54E574F0B330}"/>
          </ac:picMkLst>
        </pc:picChg>
        <pc:picChg chg="add mod">
          <ac:chgData name="Deepika Vatsa" userId="f7100972-27fe-4ee6-8fb4-ec9b7931b409" providerId="ADAL" clId="{E366B5F5-DEAE-4F8C-9763-D3AC16EF8BC1}" dt="2025-10-29T09:27:31.221" v="276" actId="1076"/>
          <ac:picMkLst>
            <pc:docMk/>
            <pc:sldMk cId="2348172765" sldId="597"/>
            <ac:picMk id="6" creationId="{3A0D42EA-CB81-418A-B378-F904231B86DB}"/>
          </ac:picMkLst>
        </pc:picChg>
        <pc:inkChg chg="add">
          <ac:chgData name="Deepika Vatsa" userId="f7100972-27fe-4ee6-8fb4-ec9b7931b409" providerId="ADAL" clId="{E366B5F5-DEAE-4F8C-9763-D3AC16EF8BC1}" dt="2025-10-29T11:31:36.021" v="2676"/>
          <ac:inkMkLst>
            <pc:docMk/>
            <pc:sldMk cId="2348172765" sldId="597"/>
            <ac:inkMk id="8" creationId="{5C72A3B5-A47C-B375-E629-61F0557232F9}"/>
          </ac:inkMkLst>
        </pc:inkChg>
      </pc:sldChg>
      <pc:sldChg chg="addSp delSp modSp add mod">
        <pc:chgData name="Deepika Vatsa" userId="f7100972-27fe-4ee6-8fb4-ec9b7931b409" providerId="ADAL" clId="{E366B5F5-DEAE-4F8C-9763-D3AC16EF8BC1}" dt="2025-10-29T11:31:36.021" v="2676"/>
        <pc:sldMkLst>
          <pc:docMk/>
          <pc:sldMk cId="3904910854" sldId="598"/>
        </pc:sldMkLst>
        <pc:spChg chg="mod">
          <ac:chgData name="Deepika Vatsa" userId="f7100972-27fe-4ee6-8fb4-ec9b7931b409" providerId="ADAL" clId="{E366B5F5-DEAE-4F8C-9763-D3AC16EF8BC1}" dt="2025-10-29T09:56:02.266" v="695" actId="12"/>
          <ac:spMkLst>
            <pc:docMk/>
            <pc:sldMk cId="3904910854" sldId="598"/>
            <ac:spMk id="7" creationId="{32B275E0-60C0-FB99-861A-30651F256A1A}"/>
          </ac:spMkLst>
        </pc:spChg>
        <pc:picChg chg="del">
          <ac:chgData name="Deepika Vatsa" userId="f7100972-27fe-4ee6-8fb4-ec9b7931b409" providerId="ADAL" clId="{E366B5F5-DEAE-4F8C-9763-D3AC16EF8BC1}" dt="2025-10-29T09:27:42.402" v="278" actId="478"/>
          <ac:picMkLst>
            <pc:docMk/>
            <pc:sldMk cId="3904910854" sldId="598"/>
            <ac:picMk id="6" creationId="{3A0D42EA-CB81-418A-B378-F904231B86DB}"/>
          </ac:picMkLst>
        </pc:picChg>
        <pc:inkChg chg="add">
          <ac:chgData name="Deepika Vatsa" userId="f7100972-27fe-4ee6-8fb4-ec9b7931b409" providerId="ADAL" clId="{E366B5F5-DEAE-4F8C-9763-D3AC16EF8BC1}" dt="2025-10-29T11:31:36.021" v="2676"/>
          <ac:inkMkLst>
            <pc:docMk/>
            <pc:sldMk cId="3904910854" sldId="598"/>
            <ac:inkMk id="4" creationId="{608FB04F-4E4E-D692-A052-605D242B7E3C}"/>
          </ac:inkMkLst>
        </pc:inkChg>
      </pc:sldChg>
      <pc:sldChg chg="del">
        <pc:chgData name="Deepika Vatsa" userId="f7100972-27fe-4ee6-8fb4-ec9b7931b409" providerId="ADAL" clId="{E366B5F5-DEAE-4F8C-9763-D3AC16EF8BC1}" dt="2025-10-29T09:19:30.163" v="5" actId="47"/>
        <pc:sldMkLst>
          <pc:docMk/>
          <pc:sldMk cId="3952771840" sldId="598"/>
        </pc:sldMkLst>
      </pc:sldChg>
      <pc:sldChg chg="modSp add del mod">
        <pc:chgData name="Deepika Vatsa" userId="f7100972-27fe-4ee6-8fb4-ec9b7931b409" providerId="ADAL" clId="{E366B5F5-DEAE-4F8C-9763-D3AC16EF8BC1}" dt="2025-10-29T10:47:14.754" v="2643" actId="2696"/>
        <pc:sldMkLst>
          <pc:docMk/>
          <pc:sldMk cId="151642008" sldId="599"/>
        </pc:sldMkLst>
        <pc:spChg chg="mod">
          <ac:chgData name="Deepika Vatsa" userId="f7100972-27fe-4ee6-8fb4-ec9b7931b409" providerId="ADAL" clId="{E366B5F5-DEAE-4F8C-9763-D3AC16EF8BC1}" dt="2025-10-29T09:29:12.893" v="326" actId="20577"/>
          <ac:spMkLst>
            <pc:docMk/>
            <pc:sldMk cId="151642008" sldId="599"/>
            <ac:spMk id="2" creationId="{00000000-0000-0000-0000-000000000000}"/>
          </ac:spMkLst>
        </pc:spChg>
        <pc:spChg chg="mod">
          <ac:chgData name="Deepika Vatsa" userId="f7100972-27fe-4ee6-8fb4-ec9b7931b409" providerId="ADAL" clId="{E366B5F5-DEAE-4F8C-9763-D3AC16EF8BC1}" dt="2025-10-29T10:15:11.962" v="736" actId="20577"/>
          <ac:spMkLst>
            <pc:docMk/>
            <pc:sldMk cId="151642008" sldId="599"/>
            <ac:spMk id="7" creationId="{32B275E0-60C0-FB99-861A-30651F256A1A}"/>
          </ac:spMkLst>
        </pc:spChg>
      </pc:sldChg>
      <pc:sldChg chg="del">
        <pc:chgData name="Deepika Vatsa" userId="f7100972-27fe-4ee6-8fb4-ec9b7931b409" providerId="ADAL" clId="{E366B5F5-DEAE-4F8C-9763-D3AC16EF8BC1}" dt="2025-10-29T09:19:30.163" v="5" actId="47"/>
        <pc:sldMkLst>
          <pc:docMk/>
          <pc:sldMk cId="2481150859" sldId="599"/>
        </pc:sldMkLst>
      </pc:sldChg>
      <pc:sldChg chg="del">
        <pc:chgData name="Deepika Vatsa" userId="f7100972-27fe-4ee6-8fb4-ec9b7931b409" providerId="ADAL" clId="{E366B5F5-DEAE-4F8C-9763-D3AC16EF8BC1}" dt="2025-10-29T09:19:30.163" v="5" actId="47"/>
        <pc:sldMkLst>
          <pc:docMk/>
          <pc:sldMk cId="3084946292" sldId="600"/>
        </pc:sldMkLst>
      </pc:sldChg>
      <pc:sldChg chg="addSp modSp add mod">
        <pc:chgData name="Deepika Vatsa" userId="f7100972-27fe-4ee6-8fb4-ec9b7931b409" providerId="ADAL" clId="{E366B5F5-DEAE-4F8C-9763-D3AC16EF8BC1}" dt="2025-10-29T11:31:36.021" v="2676"/>
        <pc:sldMkLst>
          <pc:docMk/>
          <pc:sldMk cId="4289549461" sldId="600"/>
        </pc:sldMkLst>
        <pc:spChg chg="mod">
          <ac:chgData name="Deepika Vatsa" userId="f7100972-27fe-4ee6-8fb4-ec9b7931b409" providerId="ADAL" clId="{E366B5F5-DEAE-4F8C-9763-D3AC16EF8BC1}" dt="2025-10-29T10:15:20.729" v="757" actId="20577"/>
          <ac:spMkLst>
            <pc:docMk/>
            <pc:sldMk cId="4289549461" sldId="600"/>
            <ac:spMk id="2" creationId="{00000000-0000-0000-0000-000000000000}"/>
          </ac:spMkLst>
        </pc:spChg>
        <pc:spChg chg="mod">
          <ac:chgData name="Deepika Vatsa" userId="f7100972-27fe-4ee6-8fb4-ec9b7931b409" providerId="ADAL" clId="{E366B5F5-DEAE-4F8C-9763-D3AC16EF8BC1}" dt="2025-10-29T10:47:25.325" v="2647" actId="20577"/>
          <ac:spMkLst>
            <pc:docMk/>
            <pc:sldMk cId="4289549461" sldId="600"/>
            <ac:spMk id="7" creationId="{32B275E0-60C0-FB99-861A-30651F256A1A}"/>
          </ac:spMkLst>
        </pc:spChg>
        <pc:picChg chg="add mod">
          <ac:chgData name="Deepika Vatsa" userId="f7100972-27fe-4ee6-8fb4-ec9b7931b409" providerId="ADAL" clId="{E366B5F5-DEAE-4F8C-9763-D3AC16EF8BC1}" dt="2025-10-29T10:12:45.688" v="703" actId="1076"/>
          <ac:picMkLst>
            <pc:docMk/>
            <pc:sldMk cId="4289549461" sldId="600"/>
            <ac:picMk id="4" creationId="{6D110EA4-DD01-C254-D11B-3C55004E0EAA}"/>
          </ac:picMkLst>
        </pc:picChg>
        <pc:inkChg chg="add">
          <ac:chgData name="Deepika Vatsa" userId="f7100972-27fe-4ee6-8fb4-ec9b7931b409" providerId="ADAL" clId="{E366B5F5-DEAE-4F8C-9763-D3AC16EF8BC1}" dt="2025-10-29T11:31:36.021" v="2676"/>
          <ac:inkMkLst>
            <pc:docMk/>
            <pc:sldMk cId="4289549461" sldId="600"/>
            <ac:inkMk id="5" creationId="{52F9E270-93AE-6A4D-B62A-02D2979BC78E}"/>
          </ac:inkMkLst>
        </pc:inkChg>
      </pc:sldChg>
      <pc:sldChg chg="addSp delSp modSp add del mod">
        <pc:chgData name="Deepika Vatsa" userId="f7100972-27fe-4ee6-8fb4-ec9b7931b409" providerId="ADAL" clId="{E366B5F5-DEAE-4F8C-9763-D3AC16EF8BC1}" dt="2025-10-29T10:12:50.671" v="704" actId="2696"/>
        <pc:sldMkLst>
          <pc:docMk/>
          <pc:sldMk cId="1875971640" sldId="601"/>
        </pc:sldMkLst>
        <pc:spChg chg="del">
          <ac:chgData name="Deepika Vatsa" userId="f7100972-27fe-4ee6-8fb4-ec9b7931b409" providerId="ADAL" clId="{E366B5F5-DEAE-4F8C-9763-D3AC16EF8BC1}" dt="2025-10-29T09:30:35.480" v="368" actId="478"/>
          <ac:spMkLst>
            <pc:docMk/>
            <pc:sldMk cId="1875971640" sldId="601"/>
            <ac:spMk id="7" creationId="{32B275E0-60C0-FB99-861A-30651F256A1A}"/>
          </ac:spMkLst>
        </pc:spChg>
        <pc:picChg chg="add del mod">
          <ac:chgData name="Deepika Vatsa" userId="f7100972-27fe-4ee6-8fb4-ec9b7931b409" providerId="ADAL" clId="{E366B5F5-DEAE-4F8C-9763-D3AC16EF8BC1}" dt="2025-10-29T10:12:36.036" v="700" actId="21"/>
          <ac:picMkLst>
            <pc:docMk/>
            <pc:sldMk cId="1875971640" sldId="601"/>
            <ac:picMk id="5" creationId="{76E9E286-03D0-D6D1-5F24-20D5B8D24066}"/>
          </ac:picMkLst>
        </pc:picChg>
      </pc:sldChg>
      <pc:sldChg chg="del">
        <pc:chgData name="Deepika Vatsa" userId="f7100972-27fe-4ee6-8fb4-ec9b7931b409" providerId="ADAL" clId="{E366B5F5-DEAE-4F8C-9763-D3AC16EF8BC1}" dt="2025-10-29T09:19:30.163" v="5" actId="47"/>
        <pc:sldMkLst>
          <pc:docMk/>
          <pc:sldMk cId="1895309194" sldId="601"/>
        </pc:sldMkLst>
      </pc:sldChg>
      <pc:sldChg chg="del">
        <pc:chgData name="Deepika Vatsa" userId="f7100972-27fe-4ee6-8fb4-ec9b7931b409" providerId="ADAL" clId="{E366B5F5-DEAE-4F8C-9763-D3AC16EF8BC1}" dt="2025-10-29T09:19:30.163" v="5" actId="47"/>
        <pc:sldMkLst>
          <pc:docMk/>
          <pc:sldMk cId="220264191" sldId="602"/>
        </pc:sldMkLst>
      </pc:sldChg>
      <pc:sldChg chg="addSp modSp add mod ord">
        <pc:chgData name="Deepika Vatsa" userId="f7100972-27fe-4ee6-8fb4-ec9b7931b409" providerId="ADAL" clId="{E366B5F5-DEAE-4F8C-9763-D3AC16EF8BC1}" dt="2025-10-29T11:31:36.021" v="2676"/>
        <pc:sldMkLst>
          <pc:docMk/>
          <pc:sldMk cId="3500438541" sldId="602"/>
        </pc:sldMkLst>
        <pc:spChg chg="mod">
          <ac:chgData name="Deepika Vatsa" userId="f7100972-27fe-4ee6-8fb4-ec9b7931b409" providerId="ADAL" clId="{E366B5F5-DEAE-4F8C-9763-D3AC16EF8BC1}" dt="2025-10-29T09:31:56.734" v="393" actId="20577"/>
          <ac:spMkLst>
            <pc:docMk/>
            <pc:sldMk cId="3500438541" sldId="602"/>
            <ac:spMk id="2" creationId="{00000000-0000-0000-0000-000000000000}"/>
          </ac:spMkLst>
        </pc:spChg>
        <pc:spChg chg="mod">
          <ac:chgData name="Deepika Vatsa" userId="f7100972-27fe-4ee6-8fb4-ec9b7931b409" providerId="ADAL" clId="{E366B5F5-DEAE-4F8C-9763-D3AC16EF8BC1}" dt="2025-10-29T10:14:17.998" v="732" actId="20577"/>
          <ac:spMkLst>
            <pc:docMk/>
            <pc:sldMk cId="3500438541" sldId="602"/>
            <ac:spMk id="7" creationId="{32B275E0-60C0-FB99-861A-30651F256A1A}"/>
          </ac:spMkLst>
        </pc:spChg>
        <pc:inkChg chg="add">
          <ac:chgData name="Deepika Vatsa" userId="f7100972-27fe-4ee6-8fb4-ec9b7931b409" providerId="ADAL" clId="{E366B5F5-DEAE-4F8C-9763-D3AC16EF8BC1}" dt="2025-10-29T11:31:36.021" v="2676"/>
          <ac:inkMkLst>
            <pc:docMk/>
            <pc:sldMk cId="3500438541" sldId="602"/>
            <ac:inkMk id="4" creationId="{907C3555-EF38-344E-8D69-852535234605}"/>
          </ac:inkMkLst>
        </pc:inkChg>
      </pc:sldChg>
      <pc:sldChg chg="del">
        <pc:chgData name="Deepika Vatsa" userId="f7100972-27fe-4ee6-8fb4-ec9b7931b409" providerId="ADAL" clId="{E366B5F5-DEAE-4F8C-9763-D3AC16EF8BC1}" dt="2025-10-29T09:19:30.163" v="5" actId="47"/>
        <pc:sldMkLst>
          <pc:docMk/>
          <pc:sldMk cId="2896582748" sldId="603"/>
        </pc:sldMkLst>
      </pc:sldChg>
      <pc:sldChg chg="delSp modSp add del mod">
        <pc:chgData name="Deepika Vatsa" userId="f7100972-27fe-4ee6-8fb4-ec9b7931b409" providerId="ADAL" clId="{E366B5F5-DEAE-4F8C-9763-D3AC16EF8BC1}" dt="2025-10-29T10:14:47.149" v="734" actId="2696"/>
        <pc:sldMkLst>
          <pc:docMk/>
          <pc:sldMk cId="3838342127" sldId="603"/>
        </pc:sldMkLst>
        <pc:spChg chg="del mod">
          <ac:chgData name="Deepika Vatsa" userId="f7100972-27fe-4ee6-8fb4-ec9b7931b409" providerId="ADAL" clId="{E366B5F5-DEAE-4F8C-9763-D3AC16EF8BC1}" dt="2025-10-29T10:14:43.171" v="733" actId="478"/>
          <ac:spMkLst>
            <pc:docMk/>
            <pc:sldMk cId="3838342127" sldId="603"/>
            <ac:spMk id="7" creationId="{32B275E0-60C0-FB99-861A-30651F256A1A}"/>
          </ac:spMkLst>
        </pc:spChg>
      </pc:sldChg>
      <pc:sldChg chg="del">
        <pc:chgData name="Deepika Vatsa" userId="f7100972-27fe-4ee6-8fb4-ec9b7931b409" providerId="ADAL" clId="{E366B5F5-DEAE-4F8C-9763-D3AC16EF8BC1}" dt="2025-10-29T09:19:30.163" v="5" actId="47"/>
        <pc:sldMkLst>
          <pc:docMk/>
          <pc:sldMk cId="1116614434" sldId="604"/>
        </pc:sldMkLst>
      </pc:sldChg>
      <pc:sldChg chg="addSp modSp add mod">
        <pc:chgData name="Deepika Vatsa" userId="f7100972-27fe-4ee6-8fb4-ec9b7931b409" providerId="ADAL" clId="{E366B5F5-DEAE-4F8C-9763-D3AC16EF8BC1}" dt="2025-10-29T11:31:36.021" v="2676"/>
        <pc:sldMkLst>
          <pc:docMk/>
          <pc:sldMk cId="2632825032" sldId="604"/>
        </pc:sldMkLst>
        <pc:spChg chg="mod">
          <ac:chgData name="Deepika Vatsa" userId="f7100972-27fe-4ee6-8fb4-ec9b7931b409" providerId="ADAL" clId="{E366B5F5-DEAE-4F8C-9763-D3AC16EF8BC1}" dt="2025-10-29T10:16:54.634" v="773" actId="6549"/>
          <ac:spMkLst>
            <pc:docMk/>
            <pc:sldMk cId="2632825032" sldId="604"/>
            <ac:spMk id="7" creationId="{32B275E0-60C0-FB99-861A-30651F256A1A}"/>
          </ac:spMkLst>
        </pc:spChg>
        <pc:picChg chg="add mod">
          <ac:chgData name="Deepika Vatsa" userId="f7100972-27fe-4ee6-8fb4-ec9b7931b409" providerId="ADAL" clId="{E366B5F5-DEAE-4F8C-9763-D3AC16EF8BC1}" dt="2025-10-29T10:15:46.819" v="762" actId="1076"/>
          <ac:picMkLst>
            <pc:docMk/>
            <pc:sldMk cId="2632825032" sldId="604"/>
            <ac:picMk id="4" creationId="{06D524CF-F932-21CF-6F80-E07C5EBFADBD}"/>
          </ac:picMkLst>
        </pc:picChg>
        <pc:inkChg chg="add">
          <ac:chgData name="Deepika Vatsa" userId="f7100972-27fe-4ee6-8fb4-ec9b7931b409" providerId="ADAL" clId="{E366B5F5-DEAE-4F8C-9763-D3AC16EF8BC1}" dt="2025-10-29T11:31:36.021" v="2676"/>
          <ac:inkMkLst>
            <pc:docMk/>
            <pc:sldMk cId="2632825032" sldId="604"/>
            <ac:inkMk id="5" creationId="{70AAF9F8-77F0-B9F8-20C3-D55A2E37152B}"/>
          </ac:inkMkLst>
        </pc:inkChg>
      </pc:sldChg>
      <pc:sldChg chg="del">
        <pc:chgData name="Deepika Vatsa" userId="f7100972-27fe-4ee6-8fb4-ec9b7931b409" providerId="ADAL" clId="{E366B5F5-DEAE-4F8C-9763-D3AC16EF8BC1}" dt="2025-10-29T09:19:30.163" v="5" actId="47"/>
        <pc:sldMkLst>
          <pc:docMk/>
          <pc:sldMk cId="811995792" sldId="605"/>
        </pc:sldMkLst>
      </pc:sldChg>
      <pc:sldChg chg="addSp delSp modSp add del mod">
        <pc:chgData name="Deepika Vatsa" userId="f7100972-27fe-4ee6-8fb4-ec9b7931b409" providerId="ADAL" clId="{E366B5F5-DEAE-4F8C-9763-D3AC16EF8BC1}" dt="2025-10-29T10:17:16.832" v="774" actId="2696"/>
        <pc:sldMkLst>
          <pc:docMk/>
          <pc:sldMk cId="3753771198" sldId="605"/>
        </pc:sldMkLst>
        <pc:spChg chg="del">
          <ac:chgData name="Deepika Vatsa" userId="f7100972-27fe-4ee6-8fb4-ec9b7931b409" providerId="ADAL" clId="{E366B5F5-DEAE-4F8C-9763-D3AC16EF8BC1}" dt="2025-10-29T09:33:56.229" v="450" actId="478"/>
          <ac:spMkLst>
            <pc:docMk/>
            <pc:sldMk cId="3753771198" sldId="605"/>
            <ac:spMk id="7" creationId="{32B275E0-60C0-FB99-861A-30651F256A1A}"/>
          </ac:spMkLst>
        </pc:spChg>
        <pc:picChg chg="add del mod modCrop">
          <ac:chgData name="Deepika Vatsa" userId="f7100972-27fe-4ee6-8fb4-ec9b7931b409" providerId="ADAL" clId="{E366B5F5-DEAE-4F8C-9763-D3AC16EF8BC1}" dt="2025-10-29T10:15:36.125" v="758" actId="21"/>
          <ac:picMkLst>
            <pc:docMk/>
            <pc:sldMk cId="3753771198" sldId="605"/>
            <ac:picMk id="5" creationId="{AE9AFD80-7EE0-C252-E201-BD6518BB4CE1}"/>
          </ac:picMkLst>
        </pc:picChg>
      </pc:sldChg>
      <pc:sldChg chg="del">
        <pc:chgData name="Deepika Vatsa" userId="f7100972-27fe-4ee6-8fb4-ec9b7931b409" providerId="ADAL" clId="{E366B5F5-DEAE-4F8C-9763-D3AC16EF8BC1}" dt="2025-10-29T09:19:30.163" v="5" actId="47"/>
        <pc:sldMkLst>
          <pc:docMk/>
          <pc:sldMk cId="168145191" sldId="606"/>
        </pc:sldMkLst>
      </pc:sldChg>
      <pc:sldChg chg="addSp delSp modSp add del mod">
        <pc:chgData name="Deepika Vatsa" userId="f7100972-27fe-4ee6-8fb4-ec9b7931b409" providerId="ADAL" clId="{E366B5F5-DEAE-4F8C-9763-D3AC16EF8BC1}" dt="2025-10-29T10:51:54.625" v="2675" actId="2696"/>
        <pc:sldMkLst>
          <pc:docMk/>
          <pc:sldMk cId="1723060887" sldId="606"/>
        </pc:sldMkLst>
        <pc:spChg chg="mod">
          <ac:chgData name="Deepika Vatsa" userId="f7100972-27fe-4ee6-8fb4-ec9b7931b409" providerId="ADAL" clId="{E366B5F5-DEAE-4F8C-9763-D3AC16EF8BC1}" dt="2025-10-29T09:34:57.500" v="485" actId="20577"/>
          <ac:spMkLst>
            <pc:docMk/>
            <pc:sldMk cId="1723060887" sldId="606"/>
            <ac:spMk id="2" creationId="{00000000-0000-0000-0000-000000000000}"/>
          </ac:spMkLst>
        </pc:spChg>
        <pc:spChg chg="add del">
          <ac:chgData name="Deepika Vatsa" userId="f7100972-27fe-4ee6-8fb4-ec9b7931b409" providerId="ADAL" clId="{E366B5F5-DEAE-4F8C-9763-D3AC16EF8BC1}" dt="2025-10-29T09:34:26.048" v="459" actId="22"/>
          <ac:spMkLst>
            <pc:docMk/>
            <pc:sldMk cId="1723060887" sldId="606"/>
            <ac:spMk id="6" creationId="{9337590F-313F-1509-A124-E25EBBB90E2D}"/>
          </ac:spMkLst>
        </pc:spChg>
        <pc:spChg chg="add mod">
          <ac:chgData name="Deepika Vatsa" userId="f7100972-27fe-4ee6-8fb4-ec9b7931b409" providerId="ADAL" clId="{E366B5F5-DEAE-4F8C-9763-D3AC16EF8BC1}" dt="2025-10-29T09:35:13.908" v="492" actId="20577"/>
          <ac:spMkLst>
            <pc:docMk/>
            <pc:sldMk cId="1723060887" sldId="606"/>
            <ac:spMk id="8" creationId="{6B8894A6-9971-97A8-1B34-785BCC2A2D0D}"/>
          </ac:spMkLst>
        </pc:spChg>
        <pc:picChg chg="del">
          <ac:chgData name="Deepika Vatsa" userId="f7100972-27fe-4ee6-8fb4-ec9b7931b409" providerId="ADAL" clId="{E366B5F5-DEAE-4F8C-9763-D3AC16EF8BC1}" dt="2025-10-29T09:34:23.316" v="457" actId="478"/>
          <ac:picMkLst>
            <pc:docMk/>
            <pc:sldMk cId="1723060887" sldId="606"/>
            <ac:picMk id="5" creationId="{AE9AFD80-7EE0-C252-E201-BD6518BB4CE1}"/>
          </ac:picMkLst>
        </pc:picChg>
        <pc:picChg chg="add mod">
          <ac:chgData name="Deepika Vatsa" userId="f7100972-27fe-4ee6-8fb4-ec9b7931b409" providerId="ADAL" clId="{E366B5F5-DEAE-4F8C-9763-D3AC16EF8BC1}" dt="2025-10-29T09:35:24.643" v="496" actId="1076"/>
          <ac:picMkLst>
            <pc:docMk/>
            <pc:sldMk cId="1723060887" sldId="606"/>
            <ac:picMk id="10" creationId="{FE1CA793-0168-2113-4EB5-0293D4ACF2DC}"/>
          </ac:picMkLst>
        </pc:picChg>
      </pc:sldChg>
      <pc:sldChg chg="del">
        <pc:chgData name="Deepika Vatsa" userId="f7100972-27fe-4ee6-8fb4-ec9b7931b409" providerId="ADAL" clId="{E366B5F5-DEAE-4F8C-9763-D3AC16EF8BC1}" dt="2025-10-29T09:19:30.163" v="5" actId="47"/>
        <pc:sldMkLst>
          <pc:docMk/>
          <pc:sldMk cId="202397307" sldId="607"/>
        </pc:sldMkLst>
      </pc:sldChg>
      <pc:sldChg chg="addSp delSp modSp add del mod">
        <pc:chgData name="Deepika Vatsa" userId="f7100972-27fe-4ee6-8fb4-ec9b7931b409" providerId="ADAL" clId="{E366B5F5-DEAE-4F8C-9763-D3AC16EF8BC1}" dt="2025-10-29T10:51:54.625" v="2675" actId="2696"/>
        <pc:sldMkLst>
          <pc:docMk/>
          <pc:sldMk cId="1932111682" sldId="607"/>
        </pc:sldMkLst>
        <pc:spChg chg="mod">
          <ac:chgData name="Deepika Vatsa" userId="f7100972-27fe-4ee6-8fb4-ec9b7931b409" providerId="ADAL" clId="{E366B5F5-DEAE-4F8C-9763-D3AC16EF8BC1}" dt="2025-10-29T09:35:40.460" v="511" actId="20577"/>
          <ac:spMkLst>
            <pc:docMk/>
            <pc:sldMk cId="1932111682" sldId="607"/>
            <ac:spMk id="2" creationId="{00000000-0000-0000-0000-000000000000}"/>
          </ac:spMkLst>
        </pc:spChg>
        <pc:spChg chg="add del">
          <ac:chgData name="Deepika Vatsa" userId="f7100972-27fe-4ee6-8fb4-ec9b7931b409" providerId="ADAL" clId="{E366B5F5-DEAE-4F8C-9763-D3AC16EF8BC1}" dt="2025-10-29T09:35:52.996" v="518" actId="22"/>
          <ac:spMkLst>
            <pc:docMk/>
            <pc:sldMk cId="1932111682" sldId="607"/>
            <ac:spMk id="5" creationId="{C178A808-3BDD-AD2D-C7A0-C4E9630A9CF5}"/>
          </ac:spMkLst>
        </pc:spChg>
        <pc:spChg chg="mod">
          <ac:chgData name="Deepika Vatsa" userId="f7100972-27fe-4ee6-8fb4-ec9b7931b409" providerId="ADAL" clId="{E366B5F5-DEAE-4F8C-9763-D3AC16EF8BC1}" dt="2025-10-29T09:36:21.235" v="543" actId="1076"/>
          <ac:spMkLst>
            <pc:docMk/>
            <pc:sldMk cId="1932111682" sldId="607"/>
            <ac:spMk id="8" creationId="{6B8894A6-9971-97A8-1B34-785BCC2A2D0D}"/>
          </ac:spMkLst>
        </pc:spChg>
        <pc:picChg chg="add del">
          <ac:chgData name="Deepika Vatsa" userId="f7100972-27fe-4ee6-8fb4-ec9b7931b409" providerId="ADAL" clId="{E366B5F5-DEAE-4F8C-9763-D3AC16EF8BC1}" dt="2025-10-29T09:35:49.003" v="516" actId="478"/>
          <ac:picMkLst>
            <pc:docMk/>
            <pc:sldMk cId="1932111682" sldId="607"/>
            <ac:picMk id="10" creationId="{FE1CA793-0168-2113-4EB5-0293D4ACF2DC}"/>
          </ac:picMkLst>
        </pc:picChg>
      </pc:sldChg>
      <pc:sldChg chg="del">
        <pc:chgData name="Deepika Vatsa" userId="f7100972-27fe-4ee6-8fb4-ec9b7931b409" providerId="ADAL" clId="{E366B5F5-DEAE-4F8C-9763-D3AC16EF8BC1}" dt="2025-10-29T09:19:30.163" v="5" actId="47"/>
        <pc:sldMkLst>
          <pc:docMk/>
          <pc:sldMk cId="1292728931" sldId="608"/>
        </pc:sldMkLst>
      </pc:sldChg>
      <pc:sldChg chg="addSp modSp add del mod">
        <pc:chgData name="Deepika Vatsa" userId="f7100972-27fe-4ee6-8fb4-ec9b7931b409" providerId="ADAL" clId="{E366B5F5-DEAE-4F8C-9763-D3AC16EF8BC1}" dt="2025-10-29T10:51:54.625" v="2675" actId="2696"/>
        <pc:sldMkLst>
          <pc:docMk/>
          <pc:sldMk cId="1818763398" sldId="608"/>
        </pc:sldMkLst>
        <pc:spChg chg="mod">
          <ac:chgData name="Deepika Vatsa" userId="f7100972-27fe-4ee6-8fb4-ec9b7931b409" providerId="ADAL" clId="{E366B5F5-DEAE-4F8C-9763-D3AC16EF8BC1}" dt="2025-10-29T09:36:38.337" v="551" actId="20577"/>
          <ac:spMkLst>
            <pc:docMk/>
            <pc:sldMk cId="1818763398" sldId="608"/>
            <ac:spMk id="2" creationId="{00000000-0000-0000-0000-000000000000}"/>
          </ac:spMkLst>
        </pc:spChg>
        <pc:spChg chg="mod">
          <ac:chgData name="Deepika Vatsa" userId="f7100972-27fe-4ee6-8fb4-ec9b7931b409" providerId="ADAL" clId="{E366B5F5-DEAE-4F8C-9763-D3AC16EF8BC1}" dt="2025-10-29T09:37:18.729" v="578" actId="20577"/>
          <ac:spMkLst>
            <pc:docMk/>
            <pc:sldMk cId="1818763398" sldId="608"/>
            <ac:spMk id="8" creationId="{6B8894A6-9971-97A8-1B34-785BCC2A2D0D}"/>
          </ac:spMkLst>
        </pc:spChg>
        <pc:picChg chg="add mod">
          <ac:chgData name="Deepika Vatsa" userId="f7100972-27fe-4ee6-8fb4-ec9b7931b409" providerId="ADAL" clId="{E366B5F5-DEAE-4F8C-9763-D3AC16EF8BC1}" dt="2025-10-29T09:37:30.259" v="582" actId="1076"/>
          <ac:picMkLst>
            <pc:docMk/>
            <pc:sldMk cId="1818763398" sldId="608"/>
            <ac:picMk id="5" creationId="{5F87A04D-B964-4627-8E7A-AC1E00380712}"/>
          </ac:picMkLst>
        </pc:picChg>
        <pc:picChg chg="add mod">
          <ac:chgData name="Deepika Vatsa" userId="f7100972-27fe-4ee6-8fb4-ec9b7931b409" providerId="ADAL" clId="{E366B5F5-DEAE-4F8C-9763-D3AC16EF8BC1}" dt="2025-10-29T09:37:25.979" v="581" actId="1076"/>
          <ac:picMkLst>
            <pc:docMk/>
            <pc:sldMk cId="1818763398" sldId="608"/>
            <ac:picMk id="7" creationId="{7B767CCB-C1F6-CD6B-1FBC-B322B52656C1}"/>
          </ac:picMkLst>
        </pc:picChg>
      </pc:sldChg>
      <pc:sldChg chg="addSp delSp modSp add del mod">
        <pc:chgData name="Deepika Vatsa" userId="f7100972-27fe-4ee6-8fb4-ec9b7931b409" providerId="ADAL" clId="{E366B5F5-DEAE-4F8C-9763-D3AC16EF8BC1}" dt="2025-10-29T10:51:54.625" v="2675" actId="2696"/>
        <pc:sldMkLst>
          <pc:docMk/>
          <pc:sldMk cId="1901758151" sldId="609"/>
        </pc:sldMkLst>
        <pc:spChg chg="mod">
          <ac:chgData name="Deepika Vatsa" userId="f7100972-27fe-4ee6-8fb4-ec9b7931b409" providerId="ADAL" clId="{E366B5F5-DEAE-4F8C-9763-D3AC16EF8BC1}" dt="2025-10-29T09:38:19.065" v="606" actId="20577"/>
          <ac:spMkLst>
            <pc:docMk/>
            <pc:sldMk cId="1901758151" sldId="609"/>
            <ac:spMk id="8" creationId="{6B8894A6-9971-97A8-1B34-785BCC2A2D0D}"/>
          </ac:spMkLst>
        </pc:spChg>
        <pc:picChg chg="del">
          <ac:chgData name="Deepika Vatsa" userId="f7100972-27fe-4ee6-8fb4-ec9b7931b409" providerId="ADAL" clId="{E366B5F5-DEAE-4F8C-9763-D3AC16EF8BC1}" dt="2025-10-29T09:37:42.829" v="584" actId="478"/>
          <ac:picMkLst>
            <pc:docMk/>
            <pc:sldMk cId="1901758151" sldId="609"/>
            <ac:picMk id="5" creationId="{5F87A04D-B964-4627-8E7A-AC1E00380712}"/>
          </ac:picMkLst>
        </pc:picChg>
        <pc:picChg chg="add mod">
          <ac:chgData name="Deepika Vatsa" userId="f7100972-27fe-4ee6-8fb4-ec9b7931b409" providerId="ADAL" clId="{E366B5F5-DEAE-4F8C-9763-D3AC16EF8BC1}" dt="2025-10-29T09:38:17.847" v="605" actId="1076"/>
          <ac:picMkLst>
            <pc:docMk/>
            <pc:sldMk cId="1901758151" sldId="609"/>
            <ac:picMk id="6" creationId="{83E122B0-EDEA-FEE2-2C1B-2B132CC1A096}"/>
          </ac:picMkLst>
        </pc:picChg>
        <pc:picChg chg="del">
          <ac:chgData name="Deepika Vatsa" userId="f7100972-27fe-4ee6-8fb4-ec9b7931b409" providerId="ADAL" clId="{E366B5F5-DEAE-4F8C-9763-D3AC16EF8BC1}" dt="2025-10-29T09:37:44.413" v="585" actId="478"/>
          <ac:picMkLst>
            <pc:docMk/>
            <pc:sldMk cId="1901758151" sldId="609"/>
            <ac:picMk id="7" creationId="{7B767CCB-C1F6-CD6B-1FBC-B322B52656C1}"/>
          </ac:picMkLst>
        </pc:picChg>
      </pc:sldChg>
      <pc:sldChg chg="del">
        <pc:chgData name="Deepika Vatsa" userId="f7100972-27fe-4ee6-8fb4-ec9b7931b409" providerId="ADAL" clId="{E366B5F5-DEAE-4F8C-9763-D3AC16EF8BC1}" dt="2025-10-29T09:19:30.163" v="5" actId="47"/>
        <pc:sldMkLst>
          <pc:docMk/>
          <pc:sldMk cId="2353646959" sldId="609"/>
        </pc:sldMkLst>
      </pc:sldChg>
      <pc:sldChg chg="delSp modSp add del mod">
        <pc:chgData name="Deepika Vatsa" userId="f7100972-27fe-4ee6-8fb4-ec9b7931b409" providerId="ADAL" clId="{E366B5F5-DEAE-4F8C-9763-D3AC16EF8BC1}" dt="2025-10-29T10:51:54.625" v="2675" actId="2696"/>
        <pc:sldMkLst>
          <pc:docMk/>
          <pc:sldMk cId="662135379" sldId="610"/>
        </pc:sldMkLst>
        <pc:spChg chg="mod">
          <ac:chgData name="Deepika Vatsa" userId="f7100972-27fe-4ee6-8fb4-ec9b7931b409" providerId="ADAL" clId="{E366B5F5-DEAE-4F8C-9763-D3AC16EF8BC1}" dt="2025-10-29T09:38:39.002" v="632" actId="20577"/>
          <ac:spMkLst>
            <pc:docMk/>
            <pc:sldMk cId="662135379" sldId="610"/>
            <ac:spMk id="2" creationId="{00000000-0000-0000-0000-000000000000}"/>
          </ac:spMkLst>
        </pc:spChg>
        <pc:spChg chg="mod">
          <ac:chgData name="Deepika Vatsa" userId="f7100972-27fe-4ee6-8fb4-ec9b7931b409" providerId="ADAL" clId="{E366B5F5-DEAE-4F8C-9763-D3AC16EF8BC1}" dt="2025-10-29T09:39:45.938" v="647" actId="57"/>
          <ac:spMkLst>
            <pc:docMk/>
            <pc:sldMk cId="662135379" sldId="610"/>
            <ac:spMk id="8" creationId="{6B8894A6-9971-97A8-1B34-785BCC2A2D0D}"/>
          </ac:spMkLst>
        </pc:spChg>
        <pc:picChg chg="del">
          <ac:chgData name="Deepika Vatsa" userId="f7100972-27fe-4ee6-8fb4-ec9b7931b409" providerId="ADAL" clId="{E366B5F5-DEAE-4F8C-9763-D3AC16EF8BC1}" dt="2025-10-29T09:38:45.146" v="636" actId="478"/>
          <ac:picMkLst>
            <pc:docMk/>
            <pc:sldMk cId="662135379" sldId="610"/>
            <ac:picMk id="6" creationId="{83E122B0-EDEA-FEE2-2C1B-2B132CC1A096}"/>
          </ac:picMkLst>
        </pc:picChg>
      </pc:sldChg>
      <pc:sldChg chg="addSp add">
        <pc:chgData name="Deepika Vatsa" userId="f7100972-27fe-4ee6-8fb4-ec9b7931b409" providerId="ADAL" clId="{E366B5F5-DEAE-4F8C-9763-D3AC16EF8BC1}" dt="2025-10-29T11:31:36.021" v="2676"/>
        <pc:sldMkLst>
          <pc:docMk/>
          <pc:sldMk cId="17578928" sldId="611"/>
        </pc:sldMkLst>
        <pc:inkChg chg="add">
          <ac:chgData name="Deepika Vatsa" userId="f7100972-27fe-4ee6-8fb4-ec9b7931b409" providerId="ADAL" clId="{E366B5F5-DEAE-4F8C-9763-D3AC16EF8BC1}" dt="2025-10-29T11:31:36.021" v="2676"/>
          <ac:inkMkLst>
            <pc:docMk/>
            <pc:sldMk cId="17578928" sldId="611"/>
            <ac:inkMk id="4" creationId="{B3C9D347-C275-937B-5E3A-FB688112ED82}"/>
          </ac:inkMkLst>
        </pc:inkChg>
      </pc:sldChg>
      <pc:sldChg chg="addSp modSp add mod">
        <pc:chgData name="Deepika Vatsa" userId="f7100972-27fe-4ee6-8fb4-ec9b7931b409" providerId="ADAL" clId="{E366B5F5-DEAE-4F8C-9763-D3AC16EF8BC1}" dt="2025-10-29T11:31:36.021" v="2676"/>
        <pc:sldMkLst>
          <pc:docMk/>
          <pc:sldMk cId="1601614455" sldId="612"/>
        </pc:sldMkLst>
        <pc:spChg chg="mod">
          <ac:chgData name="Deepika Vatsa" userId="f7100972-27fe-4ee6-8fb4-ec9b7931b409" providerId="ADAL" clId="{E366B5F5-DEAE-4F8C-9763-D3AC16EF8BC1}" dt="2025-10-29T10:31:40.384" v="1607" actId="20577"/>
          <ac:spMkLst>
            <pc:docMk/>
            <pc:sldMk cId="1601614455" sldId="612"/>
            <ac:spMk id="2" creationId="{00000000-0000-0000-0000-000000000000}"/>
          </ac:spMkLst>
        </pc:spChg>
        <pc:spChg chg="mod">
          <ac:chgData name="Deepika Vatsa" userId="f7100972-27fe-4ee6-8fb4-ec9b7931b409" providerId="ADAL" clId="{E366B5F5-DEAE-4F8C-9763-D3AC16EF8BC1}" dt="2025-10-29T10:31:45.541" v="1617" actId="12"/>
          <ac:spMkLst>
            <pc:docMk/>
            <pc:sldMk cId="1601614455" sldId="612"/>
            <ac:spMk id="7" creationId="{32B275E0-60C0-FB99-861A-30651F256A1A}"/>
          </ac:spMkLst>
        </pc:spChg>
        <pc:inkChg chg="add">
          <ac:chgData name="Deepika Vatsa" userId="f7100972-27fe-4ee6-8fb4-ec9b7931b409" providerId="ADAL" clId="{E366B5F5-DEAE-4F8C-9763-D3AC16EF8BC1}" dt="2025-10-29T11:31:36.021" v="2676"/>
          <ac:inkMkLst>
            <pc:docMk/>
            <pc:sldMk cId="1601614455" sldId="612"/>
            <ac:inkMk id="4" creationId="{2D3C92B7-BDDE-E05F-5D58-E4E028F06650}"/>
          </ac:inkMkLst>
        </pc:inkChg>
      </pc:sldChg>
      <pc:sldChg chg="addSp modSp add mod">
        <pc:chgData name="Deepika Vatsa" userId="f7100972-27fe-4ee6-8fb4-ec9b7931b409" providerId="ADAL" clId="{E366B5F5-DEAE-4F8C-9763-D3AC16EF8BC1}" dt="2025-10-29T11:31:36.021" v="2676"/>
        <pc:sldMkLst>
          <pc:docMk/>
          <pc:sldMk cId="2185469414" sldId="613"/>
        </pc:sldMkLst>
        <pc:spChg chg="mod">
          <ac:chgData name="Deepika Vatsa" userId="f7100972-27fe-4ee6-8fb4-ec9b7931b409" providerId="ADAL" clId="{E366B5F5-DEAE-4F8C-9763-D3AC16EF8BC1}" dt="2025-10-29T10:32:15.236" v="1641" actId="20577"/>
          <ac:spMkLst>
            <pc:docMk/>
            <pc:sldMk cId="2185469414" sldId="613"/>
            <ac:spMk id="2" creationId="{00000000-0000-0000-0000-000000000000}"/>
          </ac:spMkLst>
        </pc:spChg>
        <pc:spChg chg="mod">
          <ac:chgData name="Deepika Vatsa" userId="f7100972-27fe-4ee6-8fb4-ec9b7931b409" providerId="ADAL" clId="{E366B5F5-DEAE-4F8C-9763-D3AC16EF8BC1}" dt="2025-10-29T10:32:45.386" v="1717" actId="20577"/>
          <ac:spMkLst>
            <pc:docMk/>
            <pc:sldMk cId="2185469414" sldId="613"/>
            <ac:spMk id="7" creationId="{32B275E0-60C0-FB99-861A-30651F256A1A}"/>
          </ac:spMkLst>
        </pc:spChg>
        <pc:inkChg chg="add">
          <ac:chgData name="Deepika Vatsa" userId="f7100972-27fe-4ee6-8fb4-ec9b7931b409" providerId="ADAL" clId="{E366B5F5-DEAE-4F8C-9763-D3AC16EF8BC1}" dt="2025-10-29T11:31:36.021" v="2676"/>
          <ac:inkMkLst>
            <pc:docMk/>
            <pc:sldMk cId="2185469414" sldId="613"/>
            <ac:inkMk id="4" creationId="{641A6235-51A0-D54E-B1EA-4D9E920B9539}"/>
          </ac:inkMkLst>
        </pc:inkChg>
      </pc:sldChg>
      <pc:sldChg chg="addSp delSp modSp add mod">
        <pc:chgData name="Deepika Vatsa" userId="f7100972-27fe-4ee6-8fb4-ec9b7931b409" providerId="ADAL" clId="{E366B5F5-DEAE-4F8C-9763-D3AC16EF8BC1}" dt="2025-10-29T11:31:36.021" v="2676"/>
        <pc:sldMkLst>
          <pc:docMk/>
          <pc:sldMk cId="2687883754" sldId="614"/>
        </pc:sldMkLst>
        <pc:spChg chg="mod">
          <ac:chgData name="Deepika Vatsa" userId="f7100972-27fe-4ee6-8fb4-ec9b7931b409" providerId="ADAL" clId="{E366B5F5-DEAE-4F8C-9763-D3AC16EF8BC1}" dt="2025-10-29T10:33:13.227" v="1726" actId="20577"/>
          <ac:spMkLst>
            <pc:docMk/>
            <pc:sldMk cId="2687883754" sldId="614"/>
            <ac:spMk id="2" creationId="{00000000-0000-0000-0000-000000000000}"/>
          </ac:spMkLst>
        </pc:spChg>
        <pc:spChg chg="add del">
          <ac:chgData name="Deepika Vatsa" userId="f7100972-27fe-4ee6-8fb4-ec9b7931b409" providerId="ADAL" clId="{E366B5F5-DEAE-4F8C-9763-D3AC16EF8BC1}" dt="2025-10-29T10:34:59.321" v="1864"/>
          <ac:spMkLst>
            <pc:docMk/>
            <pc:sldMk cId="2687883754" sldId="614"/>
            <ac:spMk id="6" creationId="{37F31EE6-AEA6-2192-9BC6-7EBE88711279}"/>
          </ac:spMkLst>
        </pc:spChg>
        <pc:spChg chg="mod">
          <ac:chgData name="Deepika Vatsa" userId="f7100972-27fe-4ee6-8fb4-ec9b7931b409" providerId="ADAL" clId="{E366B5F5-DEAE-4F8C-9763-D3AC16EF8BC1}" dt="2025-10-29T10:36:47.279" v="1977" actId="20577"/>
          <ac:spMkLst>
            <pc:docMk/>
            <pc:sldMk cId="2687883754" sldId="614"/>
            <ac:spMk id="7" creationId="{32B275E0-60C0-FB99-861A-30651F256A1A}"/>
          </ac:spMkLst>
        </pc:spChg>
        <pc:picChg chg="add mod">
          <ac:chgData name="Deepika Vatsa" userId="f7100972-27fe-4ee6-8fb4-ec9b7931b409" providerId="ADAL" clId="{E366B5F5-DEAE-4F8C-9763-D3AC16EF8BC1}" dt="2025-10-29T10:34:32.985" v="1862" actId="14100"/>
          <ac:picMkLst>
            <pc:docMk/>
            <pc:sldMk cId="2687883754" sldId="614"/>
            <ac:picMk id="5" creationId="{EB31B731-AB63-541C-04A6-D24CB04D8638}"/>
          </ac:picMkLst>
        </pc:picChg>
        <pc:picChg chg="add mod">
          <ac:chgData name="Deepika Vatsa" userId="f7100972-27fe-4ee6-8fb4-ec9b7931b409" providerId="ADAL" clId="{E366B5F5-DEAE-4F8C-9763-D3AC16EF8BC1}" dt="2025-10-29T10:36:59.408" v="1980" actId="1076"/>
          <ac:picMkLst>
            <pc:docMk/>
            <pc:sldMk cId="2687883754" sldId="614"/>
            <ac:picMk id="9" creationId="{3EF4F5A4-676E-EFAA-A043-B5B3F3FEBFCB}"/>
          </ac:picMkLst>
        </pc:picChg>
        <pc:picChg chg="add del">
          <ac:chgData name="Deepika Vatsa" userId="f7100972-27fe-4ee6-8fb4-ec9b7931b409" providerId="ADAL" clId="{E366B5F5-DEAE-4F8C-9763-D3AC16EF8BC1}" dt="2025-10-29T10:34:59.321" v="1864"/>
          <ac:picMkLst>
            <pc:docMk/>
            <pc:sldMk cId="2687883754" sldId="614"/>
            <ac:picMk id="1026" creationId="{39EE0F57-81E4-A911-9FE0-04AF5A862854}"/>
          </ac:picMkLst>
        </pc:picChg>
        <pc:inkChg chg="add">
          <ac:chgData name="Deepika Vatsa" userId="f7100972-27fe-4ee6-8fb4-ec9b7931b409" providerId="ADAL" clId="{E366B5F5-DEAE-4F8C-9763-D3AC16EF8BC1}" dt="2025-10-29T11:31:36.021" v="2676"/>
          <ac:inkMkLst>
            <pc:docMk/>
            <pc:sldMk cId="2687883754" sldId="614"/>
            <ac:inkMk id="10" creationId="{7ABFEAB7-E200-D3DB-F5C9-B22801F5D817}"/>
          </ac:inkMkLst>
        </pc:inkChg>
      </pc:sldChg>
      <pc:sldChg chg="addSp delSp modSp add mod">
        <pc:chgData name="Deepika Vatsa" userId="f7100972-27fe-4ee6-8fb4-ec9b7931b409" providerId="ADAL" clId="{E366B5F5-DEAE-4F8C-9763-D3AC16EF8BC1}" dt="2025-10-29T11:31:36.021" v="2676"/>
        <pc:sldMkLst>
          <pc:docMk/>
          <pc:sldMk cId="495299451" sldId="615"/>
        </pc:sldMkLst>
        <pc:spChg chg="mod">
          <ac:chgData name="Deepika Vatsa" userId="f7100972-27fe-4ee6-8fb4-ec9b7931b409" providerId="ADAL" clId="{E366B5F5-DEAE-4F8C-9763-D3AC16EF8BC1}" dt="2025-10-29T10:37:16.899" v="1983" actId="20577"/>
          <ac:spMkLst>
            <pc:docMk/>
            <pc:sldMk cId="495299451" sldId="615"/>
            <ac:spMk id="2" creationId="{00000000-0000-0000-0000-000000000000}"/>
          </ac:spMkLst>
        </pc:spChg>
        <pc:spChg chg="mod">
          <ac:chgData name="Deepika Vatsa" userId="f7100972-27fe-4ee6-8fb4-ec9b7931b409" providerId="ADAL" clId="{E366B5F5-DEAE-4F8C-9763-D3AC16EF8BC1}" dt="2025-10-29T10:39:15.193" v="2374" actId="20577"/>
          <ac:spMkLst>
            <pc:docMk/>
            <pc:sldMk cId="495299451" sldId="615"/>
            <ac:spMk id="7" creationId="{32B275E0-60C0-FB99-861A-30651F256A1A}"/>
          </ac:spMkLst>
        </pc:spChg>
        <pc:picChg chg="del">
          <ac:chgData name="Deepika Vatsa" userId="f7100972-27fe-4ee6-8fb4-ec9b7931b409" providerId="ADAL" clId="{E366B5F5-DEAE-4F8C-9763-D3AC16EF8BC1}" dt="2025-10-29T10:37:19.381" v="1984" actId="478"/>
          <ac:picMkLst>
            <pc:docMk/>
            <pc:sldMk cId="495299451" sldId="615"/>
            <ac:picMk id="5" creationId="{EB31B731-AB63-541C-04A6-D24CB04D8638}"/>
          </ac:picMkLst>
        </pc:picChg>
        <pc:picChg chg="del">
          <ac:chgData name="Deepika Vatsa" userId="f7100972-27fe-4ee6-8fb4-ec9b7931b409" providerId="ADAL" clId="{E366B5F5-DEAE-4F8C-9763-D3AC16EF8BC1}" dt="2025-10-29T10:37:20.598" v="1985" actId="478"/>
          <ac:picMkLst>
            <pc:docMk/>
            <pc:sldMk cId="495299451" sldId="615"/>
            <ac:picMk id="9" creationId="{3EF4F5A4-676E-EFAA-A043-B5B3F3FEBFCB}"/>
          </ac:picMkLst>
        </pc:picChg>
        <pc:inkChg chg="add">
          <ac:chgData name="Deepika Vatsa" userId="f7100972-27fe-4ee6-8fb4-ec9b7931b409" providerId="ADAL" clId="{E366B5F5-DEAE-4F8C-9763-D3AC16EF8BC1}" dt="2025-10-29T11:31:36.021" v="2676"/>
          <ac:inkMkLst>
            <pc:docMk/>
            <pc:sldMk cId="495299451" sldId="615"/>
            <ac:inkMk id="4" creationId="{9BC77A1A-4751-7676-93EB-E5936C8CEA38}"/>
          </ac:inkMkLst>
        </pc:inkChg>
      </pc:sldChg>
      <pc:sldChg chg="addSp modSp add mod">
        <pc:chgData name="Deepika Vatsa" userId="f7100972-27fe-4ee6-8fb4-ec9b7931b409" providerId="ADAL" clId="{E366B5F5-DEAE-4F8C-9763-D3AC16EF8BC1}" dt="2025-10-29T11:31:36.021" v="2676"/>
        <pc:sldMkLst>
          <pc:docMk/>
          <pc:sldMk cId="697313187" sldId="616"/>
        </pc:sldMkLst>
        <pc:spChg chg="mod">
          <ac:chgData name="Deepika Vatsa" userId="f7100972-27fe-4ee6-8fb4-ec9b7931b409" providerId="ADAL" clId="{E366B5F5-DEAE-4F8C-9763-D3AC16EF8BC1}" dt="2025-10-29T10:40:40.229" v="2466" actId="20577"/>
          <ac:spMkLst>
            <pc:docMk/>
            <pc:sldMk cId="697313187" sldId="616"/>
            <ac:spMk id="7" creationId="{32B275E0-60C0-FB99-861A-30651F256A1A}"/>
          </ac:spMkLst>
        </pc:spChg>
        <pc:picChg chg="add mod">
          <ac:chgData name="Deepika Vatsa" userId="f7100972-27fe-4ee6-8fb4-ec9b7931b409" providerId="ADAL" clId="{E366B5F5-DEAE-4F8C-9763-D3AC16EF8BC1}" dt="2025-10-29T10:40:48.652" v="2469" actId="1076"/>
          <ac:picMkLst>
            <pc:docMk/>
            <pc:sldMk cId="697313187" sldId="616"/>
            <ac:picMk id="5" creationId="{A11C44A7-6601-8458-056C-C04759025D9F}"/>
          </ac:picMkLst>
        </pc:picChg>
        <pc:inkChg chg="add">
          <ac:chgData name="Deepika Vatsa" userId="f7100972-27fe-4ee6-8fb4-ec9b7931b409" providerId="ADAL" clId="{E366B5F5-DEAE-4F8C-9763-D3AC16EF8BC1}" dt="2025-10-29T11:31:36.021" v="2676"/>
          <ac:inkMkLst>
            <pc:docMk/>
            <pc:sldMk cId="697313187" sldId="616"/>
            <ac:inkMk id="6" creationId="{BA75ED8D-AA70-00BA-61D7-6BD229DC79E2}"/>
          </ac:inkMkLst>
        </pc:inkChg>
      </pc:sldChg>
      <pc:sldChg chg="addSp delSp modSp add mod">
        <pc:chgData name="Deepika Vatsa" userId="f7100972-27fe-4ee6-8fb4-ec9b7931b409" providerId="ADAL" clId="{E366B5F5-DEAE-4F8C-9763-D3AC16EF8BC1}" dt="2025-10-29T11:31:36.021" v="2676"/>
        <pc:sldMkLst>
          <pc:docMk/>
          <pc:sldMk cId="311209087" sldId="617"/>
        </pc:sldMkLst>
        <pc:spChg chg="mod">
          <ac:chgData name="Deepika Vatsa" userId="f7100972-27fe-4ee6-8fb4-ec9b7931b409" providerId="ADAL" clId="{E366B5F5-DEAE-4F8C-9763-D3AC16EF8BC1}" dt="2025-10-29T10:42:40.868" v="2502" actId="20577"/>
          <ac:spMkLst>
            <pc:docMk/>
            <pc:sldMk cId="311209087" sldId="617"/>
            <ac:spMk id="2" creationId="{00000000-0000-0000-0000-000000000000}"/>
          </ac:spMkLst>
        </pc:spChg>
        <pc:spChg chg="add del">
          <ac:chgData name="Deepika Vatsa" userId="f7100972-27fe-4ee6-8fb4-ec9b7931b409" providerId="ADAL" clId="{E366B5F5-DEAE-4F8C-9763-D3AC16EF8BC1}" dt="2025-10-29T10:42:54.329" v="2504"/>
          <ac:spMkLst>
            <pc:docMk/>
            <pc:sldMk cId="311209087" sldId="617"/>
            <ac:spMk id="4" creationId="{1DFFF40A-BEF2-8311-A441-A7F2488BEA48}"/>
          </ac:spMkLst>
        </pc:spChg>
        <pc:spChg chg="mod">
          <ac:chgData name="Deepika Vatsa" userId="f7100972-27fe-4ee6-8fb4-ec9b7931b409" providerId="ADAL" clId="{E366B5F5-DEAE-4F8C-9763-D3AC16EF8BC1}" dt="2025-10-29T10:45:40.693" v="2636" actId="20577"/>
          <ac:spMkLst>
            <pc:docMk/>
            <pc:sldMk cId="311209087" sldId="617"/>
            <ac:spMk id="7" creationId="{32B275E0-60C0-FB99-861A-30651F256A1A}"/>
          </ac:spMkLst>
        </pc:spChg>
        <pc:picChg chg="del">
          <ac:chgData name="Deepika Vatsa" userId="f7100972-27fe-4ee6-8fb4-ec9b7931b409" providerId="ADAL" clId="{E366B5F5-DEAE-4F8C-9763-D3AC16EF8BC1}" dt="2025-10-29T10:42:55.850" v="2505" actId="478"/>
          <ac:picMkLst>
            <pc:docMk/>
            <pc:sldMk cId="311209087" sldId="617"/>
            <ac:picMk id="5" creationId="{A11C44A7-6601-8458-056C-C04759025D9F}"/>
          </ac:picMkLst>
        </pc:picChg>
        <pc:picChg chg="add del">
          <ac:chgData name="Deepika Vatsa" userId="f7100972-27fe-4ee6-8fb4-ec9b7931b409" providerId="ADAL" clId="{E366B5F5-DEAE-4F8C-9763-D3AC16EF8BC1}" dt="2025-10-29T10:42:54.329" v="2504"/>
          <ac:picMkLst>
            <pc:docMk/>
            <pc:sldMk cId="311209087" sldId="617"/>
            <ac:picMk id="2050" creationId="{D187000F-4727-19BE-BC27-E2946677D432}"/>
          </ac:picMkLst>
        </pc:picChg>
        <pc:picChg chg="add del">
          <ac:chgData name="Deepika Vatsa" userId="f7100972-27fe-4ee6-8fb4-ec9b7931b409" providerId="ADAL" clId="{E366B5F5-DEAE-4F8C-9763-D3AC16EF8BC1}" dt="2025-10-29T10:42:54.329" v="2504"/>
          <ac:picMkLst>
            <pc:docMk/>
            <pc:sldMk cId="311209087" sldId="617"/>
            <ac:picMk id="2051" creationId="{62C91835-494E-F754-6E9C-0F663DED0CDD}"/>
          </ac:picMkLst>
        </pc:picChg>
        <pc:picChg chg="add del">
          <ac:chgData name="Deepika Vatsa" userId="f7100972-27fe-4ee6-8fb4-ec9b7931b409" providerId="ADAL" clId="{E366B5F5-DEAE-4F8C-9763-D3AC16EF8BC1}" dt="2025-10-29T10:42:54.329" v="2504"/>
          <ac:picMkLst>
            <pc:docMk/>
            <pc:sldMk cId="311209087" sldId="617"/>
            <ac:picMk id="2052" creationId="{B46B3E63-3C6E-4FEA-B513-F38E93E3DBA0}"/>
          </ac:picMkLst>
        </pc:picChg>
        <pc:picChg chg="add del">
          <ac:chgData name="Deepika Vatsa" userId="f7100972-27fe-4ee6-8fb4-ec9b7931b409" providerId="ADAL" clId="{E366B5F5-DEAE-4F8C-9763-D3AC16EF8BC1}" dt="2025-10-29T10:42:54.329" v="2504"/>
          <ac:picMkLst>
            <pc:docMk/>
            <pc:sldMk cId="311209087" sldId="617"/>
            <ac:picMk id="2053" creationId="{E496DBBE-7332-88EB-FABE-774E0AF768A5}"/>
          </ac:picMkLst>
        </pc:picChg>
        <pc:inkChg chg="add">
          <ac:chgData name="Deepika Vatsa" userId="f7100972-27fe-4ee6-8fb4-ec9b7931b409" providerId="ADAL" clId="{E366B5F5-DEAE-4F8C-9763-D3AC16EF8BC1}" dt="2025-10-29T11:31:36.021" v="2676"/>
          <ac:inkMkLst>
            <pc:docMk/>
            <pc:sldMk cId="311209087" sldId="617"/>
            <ac:inkMk id="6" creationId="{79F903D8-CB25-4C10-0A64-4157D4D8FF03}"/>
          </ac:inkMkLst>
        </pc:inkChg>
      </pc:sldChg>
      <pc:sldChg chg="addSp modSp add mod">
        <pc:chgData name="Deepika Vatsa" userId="f7100972-27fe-4ee6-8fb4-ec9b7931b409" providerId="ADAL" clId="{E366B5F5-DEAE-4F8C-9763-D3AC16EF8BC1}" dt="2025-10-29T11:31:36.021" v="2676"/>
        <pc:sldMkLst>
          <pc:docMk/>
          <pc:sldMk cId="3062664381" sldId="618"/>
        </pc:sldMkLst>
        <pc:spChg chg="mod">
          <ac:chgData name="Deepika Vatsa" userId="f7100972-27fe-4ee6-8fb4-ec9b7931b409" providerId="ADAL" clId="{E366B5F5-DEAE-4F8C-9763-D3AC16EF8BC1}" dt="2025-10-29T10:45:59.775" v="2638" actId="6549"/>
          <ac:spMkLst>
            <pc:docMk/>
            <pc:sldMk cId="3062664381" sldId="618"/>
            <ac:spMk id="2" creationId="{00000000-0000-0000-0000-000000000000}"/>
          </ac:spMkLst>
        </pc:spChg>
        <pc:spChg chg="mod">
          <ac:chgData name="Deepika Vatsa" userId="f7100972-27fe-4ee6-8fb4-ec9b7931b409" providerId="ADAL" clId="{E366B5F5-DEAE-4F8C-9763-D3AC16EF8BC1}" dt="2025-10-29T10:46:11.769" v="2642" actId="20577"/>
          <ac:spMkLst>
            <pc:docMk/>
            <pc:sldMk cId="3062664381" sldId="618"/>
            <ac:spMk id="7" creationId="{32B275E0-60C0-FB99-861A-30651F256A1A}"/>
          </ac:spMkLst>
        </pc:spChg>
        <pc:inkChg chg="add">
          <ac:chgData name="Deepika Vatsa" userId="f7100972-27fe-4ee6-8fb4-ec9b7931b409" providerId="ADAL" clId="{E366B5F5-DEAE-4F8C-9763-D3AC16EF8BC1}" dt="2025-10-29T11:31:36.021" v="2676"/>
          <ac:inkMkLst>
            <pc:docMk/>
            <pc:sldMk cId="3062664381" sldId="618"/>
            <ac:inkMk id="4" creationId="{E171E168-28C5-9E6D-B49C-C4E4FBAFB882}"/>
          </ac:inkMkLst>
        </pc:inkChg>
      </pc:sldChg>
    </pc:docChg>
  </pc:docChgLst>
  <pc:docChgLst>
    <pc:chgData name="Deepika Vatsa" userId="f7100972-27fe-4ee6-8fb4-ec9b7931b409" providerId="ADAL" clId="{7BBACB10-8586-4BCC-A476-38C462E71A11}"/>
    <pc:docChg chg="undo custSel addSld delSld modSld sldOrd">
      <pc:chgData name="Deepika Vatsa" userId="f7100972-27fe-4ee6-8fb4-ec9b7931b409" providerId="ADAL" clId="{7BBACB10-8586-4BCC-A476-38C462E71A11}" dt="2025-08-20T11:37:16.703" v="2620"/>
      <pc:docMkLst>
        <pc:docMk/>
      </pc:docMkLst>
      <pc:sldChg chg="modSp mod">
        <pc:chgData name="Deepika Vatsa" userId="f7100972-27fe-4ee6-8fb4-ec9b7931b409" providerId="ADAL" clId="{7BBACB10-8586-4BCC-A476-38C462E71A11}" dt="2025-08-18T12:29:45.278" v="20" actId="5793"/>
        <pc:sldMkLst>
          <pc:docMk/>
          <pc:sldMk cId="0" sldId="395"/>
        </pc:sldMkLst>
        <pc:spChg chg="mod">
          <ac:chgData name="Deepika Vatsa" userId="f7100972-27fe-4ee6-8fb4-ec9b7931b409" providerId="ADAL" clId="{7BBACB10-8586-4BCC-A476-38C462E71A11}" dt="2025-08-18T12:29:45.278" v="20" actId="5793"/>
          <ac:spMkLst>
            <pc:docMk/>
            <pc:sldMk cId="0" sldId="395"/>
            <ac:spMk id="2" creationId="{00000000-0000-0000-0000-000000000000}"/>
          </ac:spMkLst>
        </pc:spChg>
      </pc:sldChg>
      <pc:sldChg chg="modSp mod">
        <pc:chgData name="Deepika Vatsa" userId="f7100972-27fe-4ee6-8fb4-ec9b7931b409" providerId="ADAL" clId="{7BBACB10-8586-4BCC-A476-38C462E71A11}" dt="2025-08-18T12:31:36.988" v="182" actId="20577"/>
        <pc:sldMkLst>
          <pc:docMk/>
          <pc:sldMk cId="3439049211" sldId="591"/>
        </pc:sldMkLst>
        <pc:spChg chg="mod">
          <ac:chgData name="Deepika Vatsa" userId="f7100972-27fe-4ee6-8fb4-ec9b7931b409" providerId="ADAL" clId="{7BBACB10-8586-4BCC-A476-38C462E71A11}" dt="2025-08-18T12:31:36.988" v="182" actId="20577"/>
          <ac:spMkLst>
            <pc:docMk/>
            <pc:sldMk cId="3439049211" sldId="591"/>
            <ac:spMk id="11" creationId="{06381CCD-359B-D8A2-1997-A5B56A02FD41}"/>
          </ac:spMkLst>
        </pc:spChg>
      </pc:sldChg>
      <pc:sldChg chg="addSp delSp modSp mod">
        <pc:chgData name="Deepika Vatsa" userId="f7100972-27fe-4ee6-8fb4-ec9b7931b409" providerId="ADAL" clId="{7BBACB10-8586-4BCC-A476-38C462E71A11}" dt="2025-08-20T11:37:16.703" v="2620"/>
        <pc:sldMkLst>
          <pc:docMk/>
          <pc:sldMk cId="3198423911" sldId="593"/>
        </pc:sldMkLst>
        <pc:spChg chg="mod">
          <ac:chgData name="Deepika Vatsa" userId="f7100972-27fe-4ee6-8fb4-ec9b7931b409" providerId="ADAL" clId="{7BBACB10-8586-4BCC-A476-38C462E71A11}" dt="2025-08-18T12:33:31.379" v="207" actId="20577"/>
          <ac:spMkLst>
            <pc:docMk/>
            <pc:sldMk cId="3198423911" sldId="593"/>
            <ac:spMk id="2" creationId="{00000000-0000-0000-0000-000000000000}"/>
          </ac:spMkLst>
        </pc:spChg>
        <pc:spChg chg="add mod">
          <ac:chgData name="Deepika Vatsa" userId="f7100972-27fe-4ee6-8fb4-ec9b7931b409" providerId="ADAL" clId="{7BBACB10-8586-4BCC-A476-38C462E71A11}" dt="2025-08-20T05:22:36.788" v="398" actId="20577"/>
          <ac:spMkLst>
            <pc:docMk/>
            <pc:sldMk cId="3198423911" sldId="593"/>
            <ac:spMk id="5" creationId="{2461C6AC-CE12-CE55-1E34-C97C06A15181}"/>
          </ac:spMkLst>
        </pc:spChg>
        <pc:picChg chg="del">
          <ac:chgData name="Deepika Vatsa" userId="f7100972-27fe-4ee6-8fb4-ec9b7931b409" providerId="ADAL" clId="{7BBACB10-8586-4BCC-A476-38C462E71A11}" dt="2025-08-18T12:33:10.652" v="200" actId="478"/>
          <ac:picMkLst>
            <pc:docMk/>
            <pc:sldMk cId="3198423911" sldId="593"/>
            <ac:picMk id="9" creationId="{D35FFCD6-253F-CEEB-E0FE-880344B9FA65}"/>
          </ac:picMkLst>
        </pc:picChg>
        <pc:inkChg chg="add">
          <ac:chgData name="Deepika Vatsa" userId="f7100972-27fe-4ee6-8fb4-ec9b7931b409" providerId="ADAL" clId="{7BBACB10-8586-4BCC-A476-38C462E71A11}" dt="2025-08-20T11:37:16.703" v="2620"/>
          <ac:inkMkLst>
            <pc:docMk/>
            <pc:sldMk cId="3198423911" sldId="593"/>
            <ac:inkMk id="4" creationId="{F57AC4F4-9915-BC5C-2518-359ABAE0993A}"/>
          </ac:inkMkLst>
        </pc:inkChg>
      </pc:sldChg>
      <pc:sldChg chg="del">
        <pc:chgData name="Deepika Vatsa" userId="f7100972-27fe-4ee6-8fb4-ec9b7931b409" providerId="ADAL" clId="{7BBACB10-8586-4BCC-A476-38C462E71A11}" dt="2025-08-20T05:31:23.337" v="444" actId="2696"/>
        <pc:sldMkLst>
          <pc:docMk/>
          <pc:sldMk cId="815781673" sldId="595"/>
        </pc:sldMkLst>
      </pc:sldChg>
      <pc:sldChg chg="del">
        <pc:chgData name="Deepika Vatsa" userId="f7100972-27fe-4ee6-8fb4-ec9b7931b409" providerId="ADAL" clId="{7BBACB10-8586-4BCC-A476-38C462E71A11}" dt="2025-08-20T05:31:23.337" v="444" actId="2696"/>
        <pc:sldMkLst>
          <pc:docMk/>
          <pc:sldMk cId="3468002330" sldId="615"/>
        </pc:sldMkLst>
      </pc:sldChg>
      <pc:sldChg chg="del">
        <pc:chgData name="Deepika Vatsa" userId="f7100972-27fe-4ee6-8fb4-ec9b7931b409" providerId="ADAL" clId="{7BBACB10-8586-4BCC-A476-38C462E71A11}" dt="2025-08-20T05:31:23.337" v="444" actId="2696"/>
        <pc:sldMkLst>
          <pc:docMk/>
          <pc:sldMk cId="2334307004" sldId="616"/>
        </pc:sldMkLst>
      </pc:sldChg>
      <pc:sldChg chg="del">
        <pc:chgData name="Deepika Vatsa" userId="f7100972-27fe-4ee6-8fb4-ec9b7931b409" providerId="ADAL" clId="{7BBACB10-8586-4BCC-A476-38C462E71A11}" dt="2025-08-20T05:31:23.337" v="444" actId="2696"/>
        <pc:sldMkLst>
          <pc:docMk/>
          <pc:sldMk cId="3542099841" sldId="617"/>
        </pc:sldMkLst>
      </pc:sldChg>
      <pc:sldChg chg="del">
        <pc:chgData name="Deepika Vatsa" userId="f7100972-27fe-4ee6-8fb4-ec9b7931b409" providerId="ADAL" clId="{7BBACB10-8586-4BCC-A476-38C462E71A11}" dt="2025-08-20T05:31:23.337" v="444" actId="2696"/>
        <pc:sldMkLst>
          <pc:docMk/>
          <pc:sldMk cId="3991955979" sldId="618"/>
        </pc:sldMkLst>
      </pc:sldChg>
      <pc:sldChg chg="del">
        <pc:chgData name="Deepika Vatsa" userId="f7100972-27fe-4ee6-8fb4-ec9b7931b409" providerId="ADAL" clId="{7BBACB10-8586-4BCC-A476-38C462E71A11}" dt="2025-08-20T05:31:23.337" v="444" actId="2696"/>
        <pc:sldMkLst>
          <pc:docMk/>
          <pc:sldMk cId="3912900456" sldId="619"/>
        </pc:sldMkLst>
      </pc:sldChg>
      <pc:sldChg chg="addSp delSp modSp mod">
        <pc:chgData name="Deepika Vatsa" userId="f7100972-27fe-4ee6-8fb4-ec9b7931b409" providerId="ADAL" clId="{7BBACB10-8586-4BCC-A476-38C462E71A11}" dt="2025-08-20T11:37:16.703" v="2620"/>
        <pc:sldMkLst>
          <pc:docMk/>
          <pc:sldMk cId="4060805478" sldId="620"/>
        </pc:sldMkLst>
        <pc:spChg chg="mod">
          <ac:chgData name="Deepika Vatsa" userId="f7100972-27fe-4ee6-8fb4-ec9b7931b409" providerId="ADAL" clId="{7BBACB10-8586-4BCC-A476-38C462E71A11}" dt="2025-08-18T12:37:05.603" v="344" actId="20577"/>
          <ac:spMkLst>
            <pc:docMk/>
            <pc:sldMk cId="4060805478" sldId="620"/>
            <ac:spMk id="2" creationId="{00000000-0000-0000-0000-000000000000}"/>
          </ac:spMkLst>
        </pc:spChg>
        <pc:picChg chg="add mod">
          <ac:chgData name="Deepika Vatsa" userId="f7100972-27fe-4ee6-8fb4-ec9b7931b409" providerId="ADAL" clId="{7BBACB10-8586-4BCC-A476-38C462E71A11}" dt="2025-08-18T12:37:12.312" v="348" actId="1076"/>
          <ac:picMkLst>
            <pc:docMk/>
            <pc:sldMk cId="4060805478" sldId="620"/>
            <ac:picMk id="5" creationId="{F8E1D368-D16A-C482-965F-806B8E4DF710}"/>
          </ac:picMkLst>
        </pc:picChg>
        <pc:picChg chg="del">
          <ac:chgData name="Deepika Vatsa" userId="f7100972-27fe-4ee6-8fb4-ec9b7931b409" providerId="ADAL" clId="{7BBACB10-8586-4BCC-A476-38C462E71A11}" dt="2025-08-18T12:37:07.625" v="345" actId="478"/>
          <ac:picMkLst>
            <pc:docMk/>
            <pc:sldMk cId="4060805478" sldId="620"/>
            <ac:picMk id="7" creationId="{31B87EC0-4ADE-A96C-B968-87A230E18EEA}"/>
          </ac:picMkLst>
        </pc:picChg>
        <pc:inkChg chg="add">
          <ac:chgData name="Deepika Vatsa" userId="f7100972-27fe-4ee6-8fb4-ec9b7931b409" providerId="ADAL" clId="{7BBACB10-8586-4BCC-A476-38C462E71A11}" dt="2025-08-20T11:37:16.703" v="2620"/>
          <ac:inkMkLst>
            <pc:docMk/>
            <pc:sldMk cId="4060805478" sldId="620"/>
            <ac:inkMk id="4" creationId="{ACC227A6-CFC9-FDCA-DD5F-F63A7A00289C}"/>
          </ac:inkMkLst>
        </pc:inkChg>
      </pc:sldChg>
      <pc:sldChg chg="del">
        <pc:chgData name="Deepika Vatsa" userId="f7100972-27fe-4ee6-8fb4-ec9b7931b409" providerId="ADAL" clId="{7BBACB10-8586-4BCC-A476-38C462E71A11}" dt="2025-08-20T05:31:23.337" v="444" actId="2696"/>
        <pc:sldMkLst>
          <pc:docMk/>
          <pc:sldMk cId="3334835650" sldId="621"/>
        </pc:sldMkLst>
      </pc:sldChg>
      <pc:sldChg chg="del">
        <pc:chgData name="Deepika Vatsa" userId="f7100972-27fe-4ee6-8fb4-ec9b7931b409" providerId="ADAL" clId="{7BBACB10-8586-4BCC-A476-38C462E71A11}" dt="2025-08-20T05:31:23.337" v="444" actId="2696"/>
        <pc:sldMkLst>
          <pc:docMk/>
          <pc:sldMk cId="3976936197" sldId="622"/>
        </pc:sldMkLst>
      </pc:sldChg>
      <pc:sldChg chg="del">
        <pc:chgData name="Deepika Vatsa" userId="f7100972-27fe-4ee6-8fb4-ec9b7931b409" providerId="ADAL" clId="{7BBACB10-8586-4BCC-A476-38C462E71A11}" dt="2025-08-20T05:31:23.337" v="444" actId="2696"/>
        <pc:sldMkLst>
          <pc:docMk/>
          <pc:sldMk cId="1533333801" sldId="623"/>
        </pc:sldMkLst>
      </pc:sldChg>
      <pc:sldChg chg="del">
        <pc:chgData name="Deepika Vatsa" userId="f7100972-27fe-4ee6-8fb4-ec9b7931b409" providerId="ADAL" clId="{7BBACB10-8586-4BCC-A476-38C462E71A11}" dt="2025-08-20T05:31:23.337" v="444" actId="2696"/>
        <pc:sldMkLst>
          <pc:docMk/>
          <pc:sldMk cId="3549948443" sldId="626"/>
        </pc:sldMkLst>
      </pc:sldChg>
      <pc:sldChg chg="del">
        <pc:chgData name="Deepika Vatsa" userId="f7100972-27fe-4ee6-8fb4-ec9b7931b409" providerId="ADAL" clId="{7BBACB10-8586-4BCC-A476-38C462E71A11}" dt="2025-08-20T05:31:23.337" v="444" actId="2696"/>
        <pc:sldMkLst>
          <pc:docMk/>
          <pc:sldMk cId="1492384228" sldId="627"/>
        </pc:sldMkLst>
      </pc:sldChg>
      <pc:sldChg chg="del">
        <pc:chgData name="Deepika Vatsa" userId="f7100972-27fe-4ee6-8fb4-ec9b7931b409" providerId="ADAL" clId="{7BBACB10-8586-4BCC-A476-38C462E71A11}" dt="2025-08-20T05:31:23.337" v="444" actId="2696"/>
        <pc:sldMkLst>
          <pc:docMk/>
          <pc:sldMk cId="3339153089" sldId="628"/>
        </pc:sldMkLst>
      </pc:sldChg>
      <pc:sldChg chg="addSp modSp add mod ord">
        <pc:chgData name="Deepika Vatsa" userId="f7100972-27fe-4ee6-8fb4-ec9b7931b409" providerId="ADAL" clId="{7BBACB10-8586-4BCC-A476-38C462E71A11}" dt="2025-08-20T11:37:16.703" v="2620"/>
        <pc:sldMkLst>
          <pc:docMk/>
          <pc:sldMk cId="1948371539" sldId="629"/>
        </pc:sldMkLst>
        <pc:spChg chg="mod">
          <ac:chgData name="Deepika Vatsa" userId="f7100972-27fe-4ee6-8fb4-ec9b7931b409" providerId="ADAL" clId="{7BBACB10-8586-4BCC-A476-38C462E71A11}" dt="2025-08-18T12:38:15.420" v="373" actId="20577"/>
          <ac:spMkLst>
            <pc:docMk/>
            <pc:sldMk cId="1948371539" sldId="629"/>
            <ac:spMk id="2" creationId="{00000000-0000-0000-0000-000000000000}"/>
          </ac:spMkLst>
        </pc:spChg>
        <pc:spChg chg="mod">
          <ac:chgData name="Deepika Vatsa" userId="f7100972-27fe-4ee6-8fb4-ec9b7931b409" providerId="ADAL" clId="{7BBACB10-8586-4BCC-A476-38C462E71A11}" dt="2025-08-20T05:33:38.153" v="485" actId="13926"/>
          <ac:spMkLst>
            <pc:docMk/>
            <pc:sldMk cId="1948371539" sldId="629"/>
            <ac:spMk id="5" creationId="{2461C6AC-CE12-CE55-1E34-C97C06A15181}"/>
          </ac:spMkLst>
        </pc:spChg>
        <pc:inkChg chg="add">
          <ac:chgData name="Deepika Vatsa" userId="f7100972-27fe-4ee6-8fb4-ec9b7931b409" providerId="ADAL" clId="{7BBACB10-8586-4BCC-A476-38C462E71A11}" dt="2025-08-20T11:37:16.703" v="2620"/>
          <ac:inkMkLst>
            <pc:docMk/>
            <pc:sldMk cId="1948371539" sldId="629"/>
            <ac:inkMk id="4" creationId="{3DCBD848-C1DF-5289-60F8-FC7DAE9FFA5A}"/>
          </ac:inkMkLst>
        </pc:inkChg>
      </pc:sldChg>
      <pc:sldChg chg="addSp modSp add mod">
        <pc:chgData name="Deepika Vatsa" userId="f7100972-27fe-4ee6-8fb4-ec9b7931b409" providerId="ADAL" clId="{7BBACB10-8586-4BCC-A476-38C462E71A11}" dt="2025-08-20T11:37:16.703" v="2620"/>
        <pc:sldMkLst>
          <pc:docMk/>
          <pc:sldMk cId="2752782814" sldId="630"/>
        </pc:sldMkLst>
        <pc:spChg chg="mod">
          <ac:chgData name="Deepika Vatsa" userId="f7100972-27fe-4ee6-8fb4-ec9b7931b409" providerId="ADAL" clId="{7BBACB10-8586-4BCC-A476-38C462E71A11}" dt="2025-08-20T05:34:15.312" v="502" actId="20577"/>
          <ac:spMkLst>
            <pc:docMk/>
            <pc:sldMk cId="2752782814" sldId="630"/>
            <ac:spMk id="2" creationId="{00000000-0000-0000-0000-000000000000}"/>
          </ac:spMkLst>
        </pc:spChg>
        <pc:spChg chg="mod">
          <ac:chgData name="Deepika Vatsa" userId="f7100972-27fe-4ee6-8fb4-ec9b7931b409" providerId="ADAL" clId="{7BBACB10-8586-4BCC-A476-38C462E71A11}" dt="2025-08-20T05:35:04.737" v="549" actId="113"/>
          <ac:spMkLst>
            <pc:docMk/>
            <pc:sldMk cId="2752782814" sldId="630"/>
            <ac:spMk id="5" creationId="{2461C6AC-CE12-CE55-1E34-C97C06A15181}"/>
          </ac:spMkLst>
        </pc:spChg>
        <pc:inkChg chg="add">
          <ac:chgData name="Deepika Vatsa" userId="f7100972-27fe-4ee6-8fb4-ec9b7931b409" providerId="ADAL" clId="{7BBACB10-8586-4BCC-A476-38C462E71A11}" dt="2025-08-20T11:37:16.703" v="2620"/>
          <ac:inkMkLst>
            <pc:docMk/>
            <pc:sldMk cId="2752782814" sldId="630"/>
            <ac:inkMk id="4" creationId="{3BFC01C0-E43D-4B22-D87F-9C76CE5CBFB7}"/>
          </ac:inkMkLst>
        </pc:inkChg>
      </pc:sldChg>
      <pc:sldChg chg="addSp modSp add mod">
        <pc:chgData name="Deepika Vatsa" userId="f7100972-27fe-4ee6-8fb4-ec9b7931b409" providerId="ADAL" clId="{7BBACB10-8586-4BCC-A476-38C462E71A11}" dt="2025-08-20T11:37:16.703" v="2620"/>
        <pc:sldMkLst>
          <pc:docMk/>
          <pc:sldMk cId="4075029183" sldId="631"/>
        </pc:sldMkLst>
        <pc:spChg chg="mod">
          <ac:chgData name="Deepika Vatsa" userId="f7100972-27fe-4ee6-8fb4-ec9b7931b409" providerId="ADAL" clId="{7BBACB10-8586-4BCC-A476-38C462E71A11}" dt="2025-08-20T05:35:15.112" v="559" actId="20577"/>
          <ac:spMkLst>
            <pc:docMk/>
            <pc:sldMk cId="4075029183" sldId="631"/>
            <ac:spMk id="2" creationId="{00000000-0000-0000-0000-000000000000}"/>
          </ac:spMkLst>
        </pc:spChg>
        <pc:spChg chg="mod">
          <ac:chgData name="Deepika Vatsa" userId="f7100972-27fe-4ee6-8fb4-ec9b7931b409" providerId="ADAL" clId="{7BBACB10-8586-4BCC-A476-38C462E71A11}" dt="2025-08-20T06:28:50.083" v="1366"/>
          <ac:spMkLst>
            <pc:docMk/>
            <pc:sldMk cId="4075029183" sldId="631"/>
            <ac:spMk id="5" creationId="{2461C6AC-CE12-CE55-1E34-C97C06A15181}"/>
          </ac:spMkLst>
        </pc:spChg>
        <pc:inkChg chg="add">
          <ac:chgData name="Deepika Vatsa" userId="f7100972-27fe-4ee6-8fb4-ec9b7931b409" providerId="ADAL" clId="{7BBACB10-8586-4BCC-A476-38C462E71A11}" dt="2025-08-20T11:37:16.703" v="2620"/>
          <ac:inkMkLst>
            <pc:docMk/>
            <pc:sldMk cId="4075029183" sldId="631"/>
            <ac:inkMk id="4" creationId="{A5F1C993-15C5-7158-C15A-937A12C77E2B}"/>
          </ac:inkMkLst>
        </pc:inkChg>
      </pc:sldChg>
      <pc:sldChg chg="addSp modSp add mod">
        <pc:chgData name="Deepika Vatsa" userId="f7100972-27fe-4ee6-8fb4-ec9b7931b409" providerId="ADAL" clId="{7BBACB10-8586-4BCC-A476-38C462E71A11}" dt="2025-08-20T11:37:16.703" v="2620"/>
        <pc:sldMkLst>
          <pc:docMk/>
          <pc:sldMk cId="1034070740" sldId="632"/>
        </pc:sldMkLst>
        <pc:spChg chg="mod">
          <ac:chgData name="Deepika Vatsa" userId="f7100972-27fe-4ee6-8fb4-ec9b7931b409" providerId="ADAL" clId="{7BBACB10-8586-4BCC-A476-38C462E71A11}" dt="2025-08-20T05:42:21.751" v="733" actId="20577"/>
          <ac:spMkLst>
            <pc:docMk/>
            <pc:sldMk cId="1034070740" sldId="632"/>
            <ac:spMk id="5" creationId="{2461C6AC-CE12-CE55-1E34-C97C06A15181}"/>
          </ac:spMkLst>
        </pc:spChg>
        <pc:inkChg chg="add">
          <ac:chgData name="Deepika Vatsa" userId="f7100972-27fe-4ee6-8fb4-ec9b7931b409" providerId="ADAL" clId="{7BBACB10-8586-4BCC-A476-38C462E71A11}" dt="2025-08-20T11:37:16.703" v="2620"/>
          <ac:inkMkLst>
            <pc:docMk/>
            <pc:sldMk cId="1034070740" sldId="632"/>
            <ac:inkMk id="4" creationId="{54B5AB7D-BE60-5CBD-D026-7C7EA9133A1C}"/>
          </ac:inkMkLst>
        </pc:inkChg>
      </pc:sldChg>
      <pc:sldChg chg="addSp modSp add mod">
        <pc:chgData name="Deepika Vatsa" userId="f7100972-27fe-4ee6-8fb4-ec9b7931b409" providerId="ADAL" clId="{7BBACB10-8586-4BCC-A476-38C462E71A11}" dt="2025-08-20T11:37:16.703" v="2620"/>
        <pc:sldMkLst>
          <pc:docMk/>
          <pc:sldMk cId="482903048" sldId="633"/>
        </pc:sldMkLst>
        <pc:spChg chg="mod">
          <ac:chgData name="Deepika Vatsa" userId="f7100972-27fe-4ee6-8fb4-ec9b7931b409" providerId="ADAL" clId="{7BBACB10-8586-4BCC-A476-38C462E71A11}" dt="2025-08-20T05:42:58.411" v="741" actId="20577"/>
          <ac:spMkLst>
            <pc:docMk/>
            <pc:sldMk cId="482903048" sldId="633"/>
            <ac:spMk id="2" creationId="{00000000-0000-0000-0000-000000000000}"/>
          </ac:spMkLst>
        </pc:spChg>
        <pc:spChg chg="mod">
          <ac:chgData name="Deepika Vatsa" userId="f7100972-27fe-4ee6-8fb4-ec9b7931b409" providerId="ADAL" clId="{7BBACB10-8586-4BCC-A476-38C462E71A11}" dt="2025-08-20T06:49:27.421" v="1642" actId="114"/>
          <ac:spMkLst>
            <pc:docMk/>
            <pc:sldMk cId="482903048" sldId="633"/>
            <ac:spMk id="5" creationId="{2461C6AC-CE12-CE55-1E34-C97C06A15181}"/>
          </ac:spMkLst>
        </pc:spChg>
        <pc:inkChg chg="add">
          <ac:chgData name="Deepika Vatsa" userId="f7100972-27fe-4ee6-8fb4-ec9b7931b409" providerId="ADAL" clId="{7BBACB10-8586-4BCC-A476-38C462E71A11}" dt="2025-08-20T11:37:16.703" v="2620"/>
          <ac:inkMkLst>
            <pc:docMk/>
            <pc:sldMk cId="482903048" sldId="633"/>
            <ac:inkMk id="4" creationId="{AC239867-B705-D1F0-4231-DBCA68741015}"/>
          </ac:inkMkLst>
        </pc:inkChg>
      </pc:sldChg>
      <pc:sldChg chg="addSp delSp modSp add mod">
        <pc:chgData name="Deepika Vatsa" userId="f7100972-27fe-4ee6-8fb4-ec9b7931b409" providerId="ADAL" clId="{7BBACB10-8586-4BCC-A476-38C462E71A11}" dt="2025-08-20T11:37:16.703" v="2620"/>
        <pc:sldMkLst>
          <pc:docMk/>
          <pc:sldMk cId="2046699416" sldId="634"/>
        </pc:sldMkLst>
        <pc:spChg chg="del">
          <ac:chgData name="Deepika Vatsa" userId="f7100972-27fe-4ee6-8fb4-ec9b7931b409" providerId="ADAL" clId="{7BBACB10-8586-4BCC-A476-38C462E71A11}" dt="2025-08-20T05:57:49.904" v="762" actId="478"/>
          <ac:spMkLst>
            <pc:docMk/>
            <pc:sldMk cId="2046699416" sldId="634"/>
            <ac:spMk id="5" creationId="{2461C6AC-CE12-CE55-1E34-C97C06A15181}"/>
          </ac:spMkLst>
        </pc:spChg>
        <pc:picChg chg="add del mod">
          <ac:chgData name="Deepika Vatsa" userId="f7100972-27fe-4ee6-8fb4-ec9b7931b409" providerId="ADAL" clId="{7BBACB10-8586-4BCC-A476-38C462E71A11}" dt="2025-08-20T06:48:20.647" v="1628" actId="478"/>
          <ac:picMkLst>
            <pc:docMk/>
            <pc:sldMk cId="2046699416" sldId="634"/>
            <ac:picMk id="6" creationId="{AD084D03-C36A-C512-DD48-5B3303E88AA0}"/>
          </ac:picMkLst>
        </pc:picChg>
        <pc:picChg chg="add mod modCrop">
          <ac:chgData name="Deepika Vatsa" userId="f7100972-27fe-4ee6-8fb4-ec9b7931b409" providerId="ADAL" clId="{7BBACB10-8586-4BCC-A476-38C462E71A11}" dt="2025-08-20T06:48:32.274" v="1634" actId="732"/>
          <ac:picMkLst>
            <pc:docMk/>
            <pc:sldMk cId="2046699416" sldId="634"/>
            <ac:picMk id="7" creationId="{4261722E-4B0F-C2A8-2B2E-D7283F121F24}"/>
          </ac:picMkLst>
        </pc:picChg>
        <pc:inkChg chg="add">
          <ac:chgData name="Deepika Vatsa" userId="f7100972-27fe-4ee6-8fb4-ec9b7931b409" providerId="ADAL" clId="{7BBACB10-8586-4BCC-A476-38C462E71A11}" dt="2025-08-20T11:37:16.703" v="2620"/>
          <ac:inkMkLst>
            <pc:docMk/>
            <pc:sldMk cId="2046699416" sldId="634"/>
            <ac:inkMk id="4" creationId="{D70D7400-B8DC-8405-E6B7-D5BD5C5C312A}"/>
          </ac:inkMkLst>
        </pc:inkChg>
      </pc:sldChg>
      <pc:sldChg chg="addSp delSp modSp add mod">
        <pc:chgData name="Deepika Vatsa" userId="f7100972-27fe-4ee6-8fb4-ec9b7931b409" providerId="ADAL" clId="{7BBACB10-8586-4BCC-A476-38C462E71A11}" dt="2025-08-20T11:37:16.703" v="2620"/>
        <pc:sldMkLst>
          <pc:docMk/>
          <pc:sldMk cId="746225030" sldId="635"/>
        </pc:sldMkLst>
        <pc:spChg chg="mod">
          <ac:chgData name="Deepika Vatsa" userId="f7100972-27fe-4ee6-8fb4-ec9b7931b409" providerId="ADAL" clId="{7BBACB10-8586-4BCC-A476-38C462E71A11}" dt="2025-08-20T06:14:36.806" v="792" actId="20577"/>
          <ac:spMkLst>
            <pc:docMk/>
            <pc:sldMk cId="746225030" sldId="635"/>
            <ac:spMk id="2" creationId="{00000000-0000-0000-0000-000000000000}"/>
          </ac:spMkLst>
        </pc:spChg>
        <pc:spChg chg="add mod">
          <ac:chgData name="Deepika Vatsa" userId="f7100972-27fe-4ee6-8fb4-ec9b7931b409" providerId="ADAL" clId="{7BBACB10-8586-4BCC-A476-38C462E71A11}" dt="2025-08-20T06:50:11.173" v="1676" actId="20577"/>
          <ac:spMkLst>
            <pc:docMk/>
            <pc:sldMk cId="746225030" sldId="635"/>
            <ac:spMk id="5" creationId="{511D877E-D953-9EA2-2658-9866E6DD2D78}"/>
          </ac:spMkLst>
        </pc:spChg>
        <pc:picChg chg="del">
          <ac:chgData name="Deepika Vatsa" userId="f7100972-27fe-4ee6-8fb4-ec9b7931b409" providerId="ADAL" clId="{7BBACB10-8586-4BCC-A476-38C462E71A11}" dt="2025-08-20T06:14:38.527" v="793" actId="478"/>
          <ac:picMkLst>
            <pc:docMk/>
            <pc:sldMk cId="746225030" sldId="635"/>
            <ac:picMk id="6" creationId="{AD084D03-C36A-C512-DD48-5B3303E88AA0}"/>
          </ac:picMkLst>
        </pc:picChg>
        <pc:inkChg chg="add">
          <ac:chgData name="Deepika Vatsa" userId="f7100972-27fe-4ee6-8fb4-ec9b7931b409" providerId="ADAL" clId="{7BBACB10-8586-4BCC-A476-38C462E71A11}" dt="2025-08-20T11:37:16.703" v="2620"/>
          <ac:inkMkLst>
            <pc:docMk/>
            <pc:sldMk cId="746225030" sldId="635"/>
            <ac:inkMk id="4" creationId="{CCEDA677-310B-0312-E640-FD6E04D1E035}"/>
          </ac:inkMkLst>
        </pc:inkChg>
      </pc:sldChg>
      <pc:sldChg chg="addSp modSp add mod">
        <pc:chgData name="Deepika Vatsa" userId="f7100972-27fe-4ee6-8fb4-ec9b7931b409" providerId="ADAL" clId="{7BBACB10-8586-4BCC-A476-38C462E71A11}" dt="2025-08-20T11:37:16.703" v="2620"/>
        <pc:sldMkLst>
          <pc:docMk/>
          <pc:sldMk cId="4132203484" sldId="636"/>
        </pc:sldMkLst>
        <pc:spChg chg="mod">
          <ac:chgData name="Deepika Vatsa" userId="f7100972-27fe-4ee6-8fb4-ec9b7931b409" providerId="ADAL" clId="{7BBACB10-8586-4BCC-A476-38C462E71A11}" dt="2025-08-20T06:18:26.202" v="827" actId="20577"/>
          <ac:spMkLst>
            <pc:docMk/>
            <pc:sldMk cId="4132203484" sldId="636"/>
            <ac:spMk id="2" creationId="{00000000-0000-0000-0000-000000000000}"/>
          </ac:spMkLst>
        </pc:spChg>
        <pc:spChg chg="mod">
          <ac:chgData name="Deepika Vatsa" userId="f7100972-27fe-4ee6-8fb4-ec9b7931b409" providerId="ADAL" clId="{7BBACB10-8586-4BCC-A476-38C462E71A11}" dt="2025-08-20T06:28:03.436" v="1357" actId="20577"/>
          <ac:spMkLst>
            <pc:docMk/>
            <pc:sldMk cId="4132203484" sldId="636"/>
            <ac:spMk id="5" creationId="{511D877E-D953-9EA2-2658-9866E6DD2D78}"/>
          </ac:spMkLst>
        </pc:spChg>
        <pc:inkChg chg="add">
          <ac:chgData name="Deepika Vatsa" userId="f7100972-27fe-4ee6-8fb4-ec9b7931b409" providerId="ADAL" clId="{7BBACB10-8586-4BCC-A476-38C462E71A11}" dt="2025-08-20T11:37:16.703" v="2620"/>
          <ac:inkMkLst>
            <pc:docMk/>
            <pc:sldMk cId="4132203484" sldId="636"/>
            <ac:inkMk id="4" creationId="{CDF80E7D-A0DD-A4B7-A5BA-90DC25623BB9}"/>
          </ac:inkMkLst>
        </pc:inkChg>
      </pc:sldChg>
      <pc:sldChg chg="addSp modSp add mod">
        <pc:chgData name="Deepika Vatsa" userId="f7100972-27fe-4ee6-8fb4-ec9b7931b409" providerId="ADAL" clId="{7BBACB10-8586-4BCC-A476-38C462E71A11}" dt="2025-08-20T11:37:16.703" v="2620"/>
        <pc:sldMkLst>
          <pc:docMk/>
          <pc:sldMk cId="397641393" sldId="637"/>
        </pc:sldMkLst>
        <pc:spChg chg="mod">
          <ac:chgData name="Deepika Vatsa" userId="f7100972-27fe-4ee6-8fb4-ec9b7931b409" providerId="ADAL" clId="{7BBACB10-8586-4BCC-A476-38C462E71A11}" dt="2025-08-20T06:29:29.207" v="1372" actId="6549"/>
          <ac:spMkLst>
            <pc:docMk/>
            <pc:sldMk cId="397641393" sldId="637"/>
            <ac:spMk id="5" creationId="{511D877E-D953-9EA2-2658-9866E6DD2D78}"/>
          </ac:spMkLst>
        </pc:spChg>
        <pc:inkChg chg="add">
          <ac:chgData name="Deepika Vatsa" userId="f7100972-27fe-4ee6-8fb4-ec9b7931b409" providerId="ADAL" clId="{7BBACB10-8586-4BCC-A476-38C462E71A11}" dt="2025-08-20T11:37:16.703" v="2620"/>
          <ac:inkMkLst>
            <pc:docMk/>
            <pc:sldMk cId="397641393" sldId="637"/>
            <ac:inkMk id="4" creationId="{2C098E41-7132-B29B-C848-2D8B179D22D8}"/>
          </ac:inkMkLst>
        </pc:inkChg>
      </pc:sldChg>
      <pc:sldChg chg="addSp modSp add mod">
        <pc:chgData name="Deepika Vatsa" userId="f7100972-27fe-4ee6-8fb4-ec9b7931b409" providerId="ADAL" clId="{7BBACB10-8586-4BCC-A476-38C462E71A11}" dt="2025-08-20T11:37:16.703" v="2620"/>
        <pc:sldMkLst>
          <pc:docMk/>
          <pc:sldMk cId="2040000702" sldId="638"/>
        </pc:sldMkLst>
        <pc:spChg chg="mod">
          <ac:chgData name="Deepika Vatsa" userId="f7100972-27fe-4ee6-8fb4-ec9b7931b409" providerId="ADAL" clId="{7BBACB10-8586-4BCC-A476-38C462E71A11}" dt="2025-08-20T06:29:40.570" v="1375" actId="15"/>
          <ac:spMkLst>
            <pc:docMk/>
            <pc:sldMk cId="2040000702" sldId="638"/>
            <ac:spMk id="5" creationId="{511D877E-D953-9EA2-2658-9866E6DD2D78}"/>
          </ac:spMkLst>
        </pc:spChg>
        <pc:inkChg chg="add">
          <ac:chgData name="Deepika Vatsa" userId="f7100972-27fe-4ee6-8fb4-ec9b7931b409" providerId="ADAL" clId="{7BBACB10-8586-4BCC-A476-38C462E71A11}" dt="2025-08-20T11:37:16.703" v="2620"/>
          <ac:inkMkLst>
            <pc:docMk/>
            <pc:sldMk cId="2040000702" sldId="638"/>
            <ac:inkMk id="4" creationId="{D186D7C2-3724-A0AC-3ADF-C23564D33B17}"/>
          </ac:inkMkLst>
        </pc:inkChg>
      </pc:sldChg>
      <pc:sldChg chg="addSp delSp modSp add mod">
        <pc:chgData name="Deepika Vatsa" userId="f7100972-27fe-4ee6-8fb4-ec9b7931b409" providerId="ADAL" clId="{7BBACB10-8586-4BCC-A476-38C462E71A11}" dt="2025-08-20T11:37:16.703" v="2620"/>
        <pc:sldMkLst>
          <pc:docMk/>
          <pc:sldMk cId="97423181" sldId="639"/>
        </pc:sldMkLst>
        <pc:spChg chg="mod">
          <ac:chgData name="Deepika Vatsa" userId="f7100972-27fe-4ee6-8fb4-ec9b7931b409" providerId="ADAL" clId="{7BBACB10-8586-4BCC-A476-38C462E71A11}" dt="2025-08-20T06:33:55.765" v="1393" actId="20577"/>
          <ac:spMkLst>
            <pc:docMk/>
            <pc:sldMk cId="97423181" sldId="639"/>
            <ac:spMk id="2" creationId="{00000000-0000-0000-0000-000000000000}"/>
          </ac:spMkLst>
        </pc:spChg>
        <pc:spChg chg="del">
          <ac:chgData name="Deepika Vatsa" userId="f7100972-27fe-4ee6-8fb4-ec9b7931b409" providerId="ADAL" clId="{7BBACB10-8586-4BCC-A476-38C462E71A11}" dt="2025-08-20T06:33:50.792" v="1377" actId="478"/>
          <ac:spMkLst>
            <pc:docMk/>
            <pc:sldMk cId="97423181" sldId="639"/>
            <ac:spMk id="5" creationId="{511D877E-D953-9EA2-2658-9866E6DD2D78}"/>
          </ac:spMkLst>
        </pc:spChg>
        <pc:picChg chg="add mod">
          <ac:chgData name="Deepika Vatsa" userId="f7100972-27fe-4ee6-8fb4-ec9b7931b409" providerId="ADAL" clId="{7BBACB10-8586-4BCC-A476-38C462E71A11}" dt="2025-08-20T06:34:05.246" v="1395" actId="1076"/>
          <ac:picMkLst>
            <pc:docMk/>
            <pc:sldMk cId="97423181" sldId="639"/>
            <ac:picMk id="6" creationId="{47AF47F2-040F-11E0-0C79-A615D4B3B072}"/>
          </ac:picMkLst>
        </pc:picChg>
        <pc:inkChg chg="add">
          <ac:chgData name="Deepika Vatsa" userId="f7100972-27fe-4ee6-8fb4-ec9b7931b409" providerId="ADAL" clId="{7BBACB10-8586-4BCC-A476-38C462E71A11}" dt="2025-08-20T11:37:16.703" v="2620"/>
          <ac:inkMkLst>
            <pc:docMk/>
            <pc:sldMk cId="97423181" sldId="639"/>
            <ac:inkMk id="4" creationId="{C9E54979-83BE-2529-925B-8DF2C9EAAA51}"/>
          </ac:inkMkLst>
        </pc:inkChg>
      </pc:sldChg>
      <pc:sldChg chg="addSp delSp modSp add mod">
        <pc:chgData name="Deepika Vatsa" userId="f7100972-27fe-4ee6-8fb4-ec9b7931b409" providerId="ADAL" clId="{7BBACB10-8586-4BCC-A476-38C462E71A11}" dt="2025-08-20T11:37:16.703" v="2620"/>
        <pc:sldMkLst>
          <pc:docMk/>
          <pc:sldMk cId="2583778159" sldId="640"/>
        </pc:sldMkLst>
        <pc:spChg chg="mod">
          <ac:chgData name="Deepika Vatsa" userId="f7100972-27fe-4ee6-8fb4-ec9b7931b409" providerId="ADAL" clId="{7BBACB10-8586-4BCC-A476-38C462E71A11}" dt="2025-08-20T06:34:31.767" v="1416" actId="20577"/>
          <ac:spMkLst>
            <pc:docMk/>
            <pc:sldMk cId="2583778159" sldId="640"/>
            <ac:spMk id="2" creationId="{00000000-0000-0000-0000-000000000000}"/>
          </ac:spMkLst>
        </pc:spChg>
        <pc:picChg chg="add mod">
          <ac:chgData name="Deepika Vatsa" userId="f7100972-27fe-4ee6-8fb4-ec9b7931b409" providerId="ADAL" clId="{7BBACB10-8586-4BCC-A476-38C462E71A11}" dt="2025-08-20T06:34:26.918" v="1400" actId="1076"/>
          <ac:picMkLst>
            <pc:docMk/>
            <pc:sldMk cId="2583778159" sldId="640"/>
            <ac:picMk id="5" creationId="{E3888E7E-B726-F87B-EE88-D7D101352222}"/>
          </ac:picMkLst>
        </pc:picChg>
        <pc:picChg chg="del">
          <ac:chgData name="Deepika Vatsa" userId="f7100972-27fe-4ee6-8fb4-ec9b7931b409" providerId="ADAL" clId="{7BBACB10-8586-4BCC-A476-38C462E71A11}" dt="2025-08-20T06:34:10.883" v="1397" actId="478"/>
          <ac:picMkLst>
            <pc:docMk/>
            <pc:sldMk cId="2583778159" sldId="640"/>
            <ac:picMk id="6" creationId="{47AF47F2-040F-11E0-0C79-A615D4B3B072}"/>
          </ac:picMkLst>
        </pc:picChg>
        <pc:inkChg chg="add">
          <ac:chgData name="Deepika Vatsa" userId="f7100972-27fe-4ee6-8fb4-ec9b7931b409" providerId="ADAL" clId="{7BBACB10-8586-4BCC-A476-38C462E71A11}" dt="2025-08-20T11:37:16.703" v="2620"/>
          <ac:inkMkLst>
            <pc:docMk/>
            <pc:sldMk cId="2583778159" sldId="640"/>
            <ac:inkMk id="4" creationId="{F9ADC63B-521A-A0E3-DF87-FF1EDDDDE33D}"/>
          </ac:inkMkLst>
        </pc:inkChg>
      </pc:sldChg>
      <pc:sldChg chg="delSp modSp add mod">
        <pc:chgData name="Deepika Vatsa" userId="f7100972-27fe-4ee6-8fb4-ec9b7931b409" providerId="ADAL" clId="{7BBACB10-8586-4BCC-A476-38C462E71A11}" dt="2025-08-20T06:35:22.387" v="1430" actId="403"/>
        <pc:sldMkLst>
          <pc:docMk/>
          <pc:sldMk cId="1325567634" sldId="641"/>
        </pc:sldMkLst>
        <pc:spChg chg="mod">
          <ac:chgData name="Deepika Vatsa" userId="f7100972-27fe-4ee6-8fb4-ec9b7931b409" providerId="ADAL" clId="{7BBACB10-8586-4BCC-A476-38C462E71A11}" dt="2025-08-20T06:35:22.387" v="1430" actId="403"/>
          <ac:spMkLst>
            <pc:docMk/>
            <pc:sldMk cId="1325567634" sldId="641"/>
            <ac:spMk id="2" creationId="{00000000-0000-0000-0000-000000000000}"/>
          </ac:spMkLst>
        </pc:spChg>
        <pc:spChg chg="del">
          <ac:chgData name="Deepika Vatsa" userId="f7100972-27fe-4ee6-8fb4-ec9b7931b409" providerId="ADAL" clId="{7BBACB10-8586-4BCC-A476-38C462E71A11}" dt="2025-08-20T06:34:59.107" v="1418" actId="478"/>
          <ac:spMkLst>
            <pc:docMk/>
            <pc:sldMk cId="1325567634" sldId="641"/>
            <ac:spMk id="5" creationId="{2461C6AC-CE12-CE55-1E34-C97C06A15181}"/>
          </ac:spMkLst>
        </pc:spChg>
      </pc:sldChg>
      <pc:sldChg chg="modSp add mod">
        <pc:chgData name="Deepika Vatsa" userId="f7100972-27fe-4ee6-8fb4-ec9b7931b409" providerId="ADAL" clId="{7BBACB10-8586-4BCC-A476-38C462E71A11}" dt="2025-08-20T06:35:35.150" v="1439" actId="20577"/>
        <pc:sldMkLst>
          <pc:docMk/>
          <pc:sldMk cId="3281371514" sldId="642"/>
        </pc:sldMkLst>
        <pc:spChg chg="mod">
          <ac:chgData name="Deepika Vatsa" userId="f7100972-27fe-4ee6-8fb4-ec9b7931b409" providerId="ADAL" clId="{7BBACB10-8586-4BCC-A476-38C462E71A11}" dt="2025-08-20T06:35:35.150" v="1439" actId="20577"/>
          <ac:spMkLst>
            <pc:docMk/>
            <pc:sldMk cId="3281371514" sldId="642"/>
            <ac:spMk id="2" creationId="{00000000-0000-0000-0000-000000000000}"/>
          </ac:spMkLst>
        </pc:spChg>
      </pc:sldChg>
      <pc:sldChg chg="addSp modSp add mod ord">
        <pc:chgData name="Deepika Vatsa" userId="f7100972-27fe-4ee6-8fb4-ec9b7931b409" providerId="ADAL" clId="{7BBACB10-8586-4BCC-A476-38C462E71A11}" dt="2025-08-20T11:37:16.703" v="2620"/>
        <pc:sldMkLst>
          <pc:docMk/>
          <pc:sldMk cId="1316392785" sldId="643"/>
        </pc:sldMkLst>
        <pc:spChg chg="mod">
          <ac:chgData name="Deepika Vatsa" userId="f7100972-27fe-4ee6-8fb4-ec9b7931b409" providerId="ADAL" clId="{7BBACB10-8586-4BCC-A476-38C462E71A11}" dt="2025-08-20T06:40:17.339" v="1516" actId="20577"/>
          <ac:spMkLst>
            <pc:docMk/>
            <pc:sldMk cId="1316392785" sldId="643"/>
            <ac:spMk id="2" creationId="{00000000-0000-0000-0000-000000000000}"/>
          </ac:spMkLst>
        </pc:spChg>
        <pc:spChg chg="mod">
          <ac:chgData name="Deepika Vatsa" userId="f7100972-27fe-4ee6-8fb4-ec9b7931b409" providerId="ADAL" clId="{7BBACB10-8586-4BCC-A476-38C462E71A11}" dt="2025-08-20T06:41:03.560" v="1542"/>
          <ac:spMkLst>
            <pc:docMk/>
            <pc:sldMk cId="1316392785" sldId="643"/>
            <ac:spMk id="5" creationId="{511D877E-D953-9EA2-2658-9866E6DD2D78}"/>
          </ac:spMkLst>
        </pc:spChg>
        <pc:inkChg chg="add">
          <ac:chgData name="Deepika Vatsa" userId="f7100972-27fe-4ee6-8fb4-ec9b7931b409" providerId="ADAL" clId="{7BBACB10-8586-4BCC-A476-38C462E71A11}" dt="2025-08-20T11:37:16.703" v="2620"/>
          <ac:inkMkLst>
            <pc:docMk/>
            <pc:sldMk cId="1316392785" sldId="643"/>
            <ac:inkMk id="4" creationId="{17BD0407-EA25-1277-BE98-C748946EB9BA}"/>
          </ac:inkMkLst>
        </pc:inkChg>
      </pc:sldChg>
      <pc:sldChg chg="addSp modSp add mod">
        <pc:chgData name="Deepika Vatsa" userId="f7100972-27fe-4ee6-8fb4-ec9b7931b409" providerId="ADAL" clId="{7BBACB10-8586-4BCC-A476-38C462E71A11}" dt="2025-08-20T11:37:16.703" v="2620"/>
        <pc:sldMkLst>
          <pc:docMk/>
          <pc:sldMk cId="4154143070" sldId="644"/>
        </pc:sldMkLst>
        <pc:spChg chg="mod">
          <ac:chgData name="Deepika Vatsa" userId="f7100972-27fe-4ee6-8fb4-ec9b7931b409" providerId="ADAL" clId="{7BBACB10-8586-4BCC-A476-38C462E71A11}" dt="2025-08-20T06:42:52.692" v="1621" actId="20577"/>
          <ac:spMkLst>
            <pc:docMk/>
            <pc:sldMk cId="4154143070" sldId="644"/>
            <ac:spMk id="5" creationId="{511D877E-D953-9EA2-2658-9866E6DD2D78}"/>
          </ac:spMkLst>
        </pc:spChg>
        <pc:inkChg chg="add">
          <ac:chgData name="Deepika Vatsa" userId="f7100972-27fe-4ee6-8fb4-ec9b7931b409" providerId="ADAL" clId="{7BBACB10-8586-4BCC-A476-38C462E71A11}" dt="2025-08-20T11:37:16.703" v="2620"/>
          <ac:inkMkLst>
            <pc:docMk/>
            <pc:sldMk cId="4154143070" sldId="644"/>
            <ac:inkMk id="4" creationId="{9EF5BFCC-BBF3-4570-20A0-B67AED60275B}"/>
          </ac:inkMkLst>
        </pc:inkChg>
      </pc:sldChg>
      <pc:sldChg chg="addSp modSp add mod">
        <pc:chgData name="Deepika Vatsa" userId="f7100972-27fe-4ee6-8fb4-ec9b7931b409" providerId="ADAL" clId="{7BBACB10-8586-4BCC-A476-38C462E71A11}" dt="2025-08-20T11:37:16.703" v="2620"/>
        <pc:sldMkLst>
          <pc:docMk/>
          <pc:sldMk cId="3731779941" sldId="645"/>
        </pc:sldMkLst>
        <pc:spChg chg="mod">
          <ac:chgData name="Deepika Vatsa" userId="f7100972-27fe-4ee6-8fb4-ec9b7931b409" providerId="ADAL" clId="{7BBACB10-8586-4BCC-A476-38C462E71A11}" dt="2025-08-20T06:41:22.338" v="1551" actId="113"/>
          <ac:spMkLst>
            <pc:docMk/>
            <pc:sldMk cId="3731779941" sldId="645"/>
            <ac:spMk id="5" creationId="{511D877E-D953-9EA2-2658-9866E6DD2D78}"/>
          </ac:spMkLst>
        </pc:spChg>
        <pc:inkChg chg="add">
          <ac:chgData name="Deepika Vatsa" userId="f7100972-27fe-4ee6-8fb4-ec9b7931b409" providerId="ADAL" clId="{7BBACB10-8586-4BCC-A476-38C462E71A11}" dt="2025-08-20T11:37:16.703" v="2620"/>
          <ac:inkMkLst>
            <pc:docMk/>
            <pc:sldMk cId="3731779941" sldId="645"/>
            <ac:inkMk id="4" creationId="{5AC419C3-8D99-A037-EC2C-A8289BDB7403}"/>
          </ac:inkMkLst>
        </pc:inkChg>
      </pc:sldChg>
      <pc:sldChg chg="addSp add">
        <pc:chgData name="Deepika Vatsa" userId="f7100972-27fe-4ee6-8fb4-ec9b7931b409" providerId="ADAL" clId="{7BBACB10-8586-4BCC-A476-38C462E71A11}" dt="2025-08-20T11:37:16.703" v="2620"/>
        <pc:sldMkLst>
          <pc:docMk/>
          <pc:sldMk cId="1825479687" sldId="646"/>
        </pc:sldMkLst>
        <pc:inkChg chg="add">
          <ac:chgData name="Deepika Vatsa" userId="f7100972-27fe-4ee6-8fb4-ec9b7931b409" providerId="ADAL" clId="{7BBACB10-8586-4BCC-A476-38C462E71A11}" dt="2025-08-20T11:37:16.703" v="2620"/>
          <ac:inkMkLst>
            <pc:docMk/>
            <pc:sldMk cId="1825479687" sldId="646"/>
            <ac:inkMk id="4" creationId="{9ED57F5B-8592-4B94-68EF-6BE6EFC79E86}"/>
          </ac:inkMkLst>
        </pc:inkChg>
      </pc:sldChg>
      <pc:sldChg chg="addSp delSp modSp add del mod">
        <pc:chgData name="Deepika Vatsa" userId="f7100972-27fe-4ee6-8fb4-ec9b7931b409" providerId="ADAL" clId="{7BBACB10-8586-4BCC-A476-38C462E71A11}" dt="2025-08-20T06:48:10.187" v="1626" actId="47"/>
        <pc:sldMkLst>
          <pc:docMk/>
          <pc:sldMk cId="2823366148" sldId="646"/>
        </pc:sldMkLst>
        <pc:spChg chg="del">
          <ac:chgData name="Deepika Vatsa" userId="f7100972-27fe-4ee6-8fb4-ec9b7931b409" providerId="ADAL" clId="{7BBACB10-8586-4BCC-A476-38C462E71A11}" dt="2025-08-20T06:48:02.916" v="1623" actId="478"/>
          <ac:spMkLst>
            <pc:docMk/>
            <pc:sldMk cId="2823366148" sldId="646"/>
            <ac:spMk id="5" creationId="{2461C6AC-CE12-CE55-1E34-C97C06A15181}"/>
          </ac:spMkLst>
        </pc:spChg>
        <pc:picChg chg="add del mod">
          <ac:chgData name="Deepika Vatsa" userId="f7100972-27fe-4ee6-8fb4-ec9b7931b409" providerId="ADAL" clId="{7BBACB10-8586-4BCC-A476-38C462E71A11}" dt="2025-08-20T06:48:07.940" v="1625"/>
          <ac:picMkLst>
            <pc:docMk/>
            <pc:sldMk cId="2823366148" sldId="646"/>
            <ac:picMk id="4" creationId="{052E0D85-B66D-F88F-C54D-A8C608B9CB87}"/>
          </ac:picMkLst>
        </pc:picChg>
      </pc:sldChg>
      <pc:sldChg chg="addSp delSp modSp add mod">
        <pc:chgData name="Deepika Vatsa" userId="f7100972-27fe-4ee6-8fb4-ec9b7931b409" providerId="ADAL" clId="{7BBACB10-8586-4BCC-A476-38C462E71A11}" dt="2025-08-20T11:37:16.703" v="2620"/>
        <pc:sldMkLst>
          <pc:docMk/>
          <pc:sldMk cId="3536546870" sldId="647"/>
        </pc:sldMkLst>
        <pc:spChg chg="del">
          <ac:chgData name="Deepika Vatsa" userId="f7100972-27fe-4ee6-8fb4-ec9b7931b409" providerId="ADAL" clId="{7BBACB10-8586-4BCC-A476-38C462E71A11}" dt="2025-08-20T06:52:33.256" v="1678" actId="478"/>
          <ac:spMkLst>
            <pc:docMk/>
            <pc:sldMk cId="3536546870" sldId="647"/>
            <ac:spMk id="5" creationId="{511D877E-D953-9EA2-2658-9866E6DD2D78}"/>
          </ac:spMkLst>
        </pc:spChg>
        <pc:picChg chg="add mod modCrop">
          <ac:chgData name="Deepika Vatsa" userId="f7100972-27fe-4ee6-8fb4-ec9b7931b409" providerId="ADAL" clId="{7BBACB10-8586-4BCC-A476-38C462E71A11}" dt="2025-08-20T06:52:47.358" v="1682" actId="1076"/>
          <ac:picMkLst>
            <pc:docMk/>
            <pc:sldMk cId="3536546870" sldId="647"/>
            <ac:picMk id="4" creationId="{52826AD3-6F07-615F-2B72-E90F9DAE671E}"/>
          </ac:picMkLst>
        </pc:picChg>
        <pc:inkChg chg="add">
          <ac:chgData name="Deepika Vatsa" userId="f7100972-27fe-4ee6-8fb4-ec9b7931b409" providerId="ADAL" clId="{7BBACB10-8586-4BCC-A476-38C462E71A11}" dt="2025-08-20T11:37:16.703" v="2620"/>
          <ac:inkMkLst>
            <pc:docMk/>
            <pc:sldMk cId="3536546870" sldId="647"/>
            <ac:inkMk id="5" creationId="{48F69E82-123F-45EE-AF2E-934D2983316B}"/>
          </ac:inkMkLst>
        </pc:inkChg>
      </pc:sldChg>
      <pc:sldChg chg="addSp delSp modSp add mod">
        <pc:chgData name="Deepika Vatsa" userId="f7100972-27fe-4ee6-8fb4-ec9b7931b409" providerId="ADAL" clId="{7BBACB10-8586-4BCC-A476-38C462E71A11}" dt="2025-08-20T11:37:16.703" v="2620"/>
        <pc:sldMkLst>
          <pc:docMk/>
          <pc:sldMk cId="3930264224" sldId="648"/>
        </pc:sldMkLst>
        <pc:spChg chg="mod">
          <ac:chgData name="Deepika Vatsa" userId="f7100972-27fe-4ee6-8fb4-ec9b7931b409" providerId="ADAL" clId="{7BBACB10-8586-4BCC-A476-38C462E71A11}" dt="2025-08-20T06:53:34.954" v="1695" actId="20577"/>
          <ac:spMkLst>
            <pc:docMk/>
            <pc:sldMk cId="3930264224" sldId="648"/>
            <ac:spMk id="2" creationId="{00000000-0000-0000-0000-000000000000}"/>
          </ac:spMkLst>
        </pc:spChg>
        <pc:spChg chg="add mod">
          <ac:chgData name="Deepika Vatsa" userId="f7100972-27fe-4ee6-8fb4-ec9b7931b409" providerId="ADAL" clId="{7BBACB10-8586-4BCC-A476-38C462E71A11}" dt="2025-08-20T07:07:56.937" v="2619" actId="1076"/>
          <ac:spMkLst>
            <pc:docMk/>
            <pc:sldMk cId="3930264224" sldId="648"/>
            <ac:spMk id="6" creationId="{FFD9A4DD-B5AB-E8DB-C496-231CC09E2328}"/>
          </ac:spMkLst>
        </pc:spChg>
        <pc:picChg chg="del">
          <ac:chgData name="Deepika Vatsa" userId="f7100972-27fe-4ee6-8fb4-ec9b7931b409" providerId="ADAL" clId="{7BBACB10-8586-4BCC-A476-38C462E71A11}" dt="2025-08-20T06:53:36.586" v="1696" actId="478"/>
          <ac:picMkLst>
            <pc:docMk/>
            <pc:sldMk cId="3930264224" sldId="648"/>
            <ac:picMk id="4" creationId="{52826AD3-6F07-615F-2B72-E90F9DAE671E}"/>
          </ac:picMkLst>
        </pc:picChg>
        <pc:picChg chg="add del mod">
          <ac:chgData name="Deepika Vatsa" userId="f7100972-27fe-4ee6-8fb4-ec9b7931b409" providerId="ADAL" clId="{7BBACB10-8586-4BCC-A476-38C462E71A11}" dt="2025-08-20T06:56:17.473" v="2015" actId="478"/>
          <ac:picMkLst>
            <pc:docMk/>
            <pc:sldMk cId="3930264224" sldId="648"/>
            <ac:picMk id="5" creationId="{90B69D6D-4D75-A08B-F30E-E6BF26ECD871}"/>
          </ac:picMkLst>
        </pc:picChg>
        <pc:inkChg chg="add">
          <ac:chgData name="Deepika Vatsa" userId="f7100972-27fe-4ee6-8fb4-ec9b7931b409" providerId="ADAL" clId="{7BBACB10-8586-4BCC-A476-38C462E71A11}" dt="2025-08-20T11:37:16.703" v="2620"/>
          <ac:inkMkLst>
            <pc:docMk/>
            <pc:sldMk cId="3930264224" sldId="648"/>
            <ac:inkMk id="4" creationId="{5B05BB2A-4A4F-9946-3A29-504DBDCFD2EB}"/>
          </ac:inkMkLst>
        </pc:inkChg>
      </pc:sldChg>
      <pc:sldChg chg="addSp delSp modSp add del mod">
        <pc:chgData name="Deepika Vatsa" userId="f7100972-27fe-4ee6-8fb4-ec9b7931b409" providerId="ADAL" clId="{7BBACB10-8586-4BCC-A476-38C462E71A11}" dt="2025-08-20T07:04:05.864" v="2494" actId="47"/>
        <pc:sldMkLst>
          <pc:docMk/>
          <pc:sldMk cId="1939606234" sldId="649"/>
        </pc:sldMkLst>
        <pc:picChg chg="add mod modCrop">
          <ac:chgData name="Deepika Vatsa" userId="f7100972-27fe-4ee6-8fb4-ec9b7931b409" providerId="ADAL" clId="{7BBACB10-8586-4BCC-A476-38C462E71A11}" dt="2025-08-20T06:54:29.380" v="1707" actId="1076"/>
          <ac:picMkLst>
            <pc:docMk/>
            <pc:sldMk cId="1939606234" sldId="649"/>
            <ac:picMk id="4" creationId="{8073A3DF-2A3E-5F66-4875-63C1D5E6A527}"/>
          </ac:picMkLst>
        </pc:picChg>
        <pc:picChg chg="del">
          <ac:chgData name="Deepika Vatsa" userId="f7100972-27fe-4ee6-8fb4-ec9b7931b409" providerId="ADAL" clId="{7BBACB10-8586-4BCC-A476-38C462E71A11}" dt="2025-08-20T06:53:48.007" v="1700" actId="478"/>
          <ac:picMkLst>
            <pc:docMk/>
            <pc:sldMk cId="1939606234" sldId="649"/>
            <ac:picMk id="5" creationId="{90B69D6D-4D75-A08B-F30E-E6BF26ECD871}"/>
          </ac:picMkLst>
        </pc:picChg>
      </pc:sldChg>
      <pc:sldChg chg="addSp modSp add mod">
        <pc:chgData name="Deepika Vatsa" userId="f7100972-27fe-4ee6-8fb4-ec9b7931b409" providerId="ADAL" clId="{7BBACB10-8586-4BCC-A476-38C462E71A11}" dt="2025-08-20T11:37:16.703" v="2620"/>
        <pc:sldMkLst>
          <pc:docMk/>
          <pc:sldMk cId="2272648693" sldId="650"/>
        </pc:sldMkLst>
        <pc:spChg chg="mod">
          <ac:chgData name="Deepika Vatsa" userId="f7100972-27fe-4ee6-8fb4-ec9b7931b409" providerId="ADAL" clId="{7BBACB10-8586-4BCC-A476-38C462E71A11}" dt="2025-08-20T07:03:43.999" v="2452" actId="1076"/>
          <ac:spMkLst>
            <pc:docMk/>
            <pc:sldMk cId="2272648693" sldId="650"/>
            <ac:spMk id="6" creationId="{FFD9A4DD-B5AB-E8DB-C496-231CC09E2328}"/>
          </ac:spMkLst>
        </pc:spChg>
        <pc:spChg chg="add mod">
          <ac:chgData name="Deepika Vatsa" userId="f7100972-27fe-4ee6-8fb4-ec9b7931b409" providerId="ADAL" clId="{7BBACB10-8586-4BCC-A476-38C462E71A11}" dt="2025-08-20T07:03:54.092" v="2492" actId="1036"/>
          <ac:spMkLst>
            <pc:docMk/>
            <pc:sldMk cId="2272648693" sldId="650"/>
            <ac:spMk id="7" creationId="{E66E3315-B034-A861-26B7-161D840A9B8B}"/>
          </ac:spMkLst>
        </pc:spChg>
        <pc:spChg chg="add mod">
          <ac:chgData name="Deepika Vatsa" userId="f7100972-27fe-4ee6-8fb4-ec9b7931b409" providerId="ADAL" clId="{7BBACB10-8586-4BCC-A476-38C462E71A11}" dt="2025-08-20T07:03:54.092" v="2492" actId="1036"/>
          <ac:spMkLst>
            <pc:docMk/>
            <pc:sldMk cId="2272648693" sldId="650"/>
            <ac:spMk id="8" creationId="{128771D7-1DE7-3AC6-2294-0C18F21CB146}"/>
          </ac:spMkLst>
        </pc:spChg>
        <pc:inkChg chg="add">
          <ac:chgData name="Deepika Vatsa" userId="f7100972-27fe-4ee6-8fb4-ec9b7931b409" providerId="ADAL" clId="{7BBACB10-8586-4BCC-A476-38C462E71A11}" dt="2025-08-20T11:37:16.703" v="2620"/>
          <ac:inkMkLst>
            <pc:docMk/>
            <pc:sldMk cId="2272648693" sldId="650"/>
            <ac:inkMk id="4" creationId="{201305CA-103F-AE7E-F77A-F7E37CE5BB0E}"/>
          </ac:inkMkLst>
        </pc:inkChg>
        <pc:cxnChg chg="add mod">
          <ac:chgData name="Deepika Vatsa" userId="f7100972-27fe-4ee6-8fb4-ec9b7931b409" providerId="ADAL" clId="{7BBACB10-8586-4BCC-A476-38C462E71A11}" dt="2025-08-20T07:04:00.836" v="2493" actId="14100"/>
          <ac:cxnSpMkLst>
            <pc:docMk/>
            <pc:sldMk cId="2272648693" sldId="650"/>
            <ac:cxnSpMk id="5" creationId="{24B3BA2A-7D87-5D78-8A80-D0AF4570A12E}"/>
          </ac:cxnSpMkLst>
        </pc:cxnChg>
      </pc:sldChg>
    </pc:docChg>
  </pc:docChgLst>
  <pc:docChgLst>
    <pc:chgData name="Deepika Vatsa" userId="f7100972-27fe-4ee6-8fb4-ec9b7931b409" providerId="ADAL" clId="{43FC3250-EE2F-489E-970D-AD8C57589867}"/>
    <pc:docChg chg="undo redo custSel addSld delSld modSld sldOrd">
      <pc:chgData name="Deepika Vatsa" userId="f7100972-27fe-4ee6-8fb4-ec9b7931b409" providerId="ADAL" clId="{43FC3250-EE2F-489E-970D-AD8C57589867}" dt="2025-07-31T04:12:47.743" v="5160" actId="478"/>
      <pc:docMkLst>
        <pc:docMk/>
      </pc:docMkLst>
      <pc:sldChg chg="modSp add del mod">
        <pc:chgData name="Deepika Vatsa" userId="f7100972-27fe-4ee6-8fb4-ec9b7931b409" providerId="ADAL" clId="{43FC3250-EE2F-489E-970D-AD8C57589867}" dt="2025-07-23T11:06:41.949" v="98" actId="47"/>
        <pc:sldMkLst>
          <pc:docMk/>
          <pc:sldMk cId="0" sldId="263"/>
        </pc:sldMkLst>
        <pc:spChg chg="mod">
          <ac:chgData name="Deepika Vatsa" userId="f7100972-27fe-4ee6-8fb4-ec9b7931b409" providerId="ADAL" clId="{43FC3250-EE2F-489E-970D-AD8C57589867}" dt="2025-07-23T11:06:13.620" v="88" actId="2711"/>
          <ac:spMkLst>
            <pc:docMk/>
            <pc:sldMk cId="0" sldId="263"/>
            <ac:spMk id="3" creationId="{00000000-0000-0000-0000-000000000000}"/>
          </ac:spMkLst>
        </pc:spChg>
      </pc:sldChg>
      <pc:sldChg chg="modSp mod">
        <pc:chgData name="Deepika Vatsa" userId="f7100972-27fe-4ee6-8fb4-ec9b7931b409" providerId="ADAL" clId="{43FC3250-EE2F-489E-970D-AD8C57589867}" dt="2025-07-23T11:01:16.225" v="18" actId="20577"/>
        <pc:sldMkLst>
          <pc:docMk/>
          <pc:sldMk cId="0" sldId="395"/>
        </pc:sldMkLst>
        <pc:spChg chg="mod">
          <ac:chgData name="Deepika Vatsa" userId="f7100972-27fe-4ee6-8fb4-ec9b7931b409" providerId="ADAL" clId="{43FC3250-EE2F-489E-970D-AD8C57589867}" dt="2025-07-23T11:01:16.225" v="18" actId="20577"/>
          <ac:spMkLst>
            <pc:docMk/>
            <pc:sldMk cId="0" sldId="395"/>
            <ac:spMk id="2" creationId="{00000000-0000-0000-0000-000000000000}"/>
          </ac:spMkLst>
        </pc:spChg>
      </pc:sldChg>
      <pc:sldChg chg="addSp delSp modSp mod">
        <pc:chgData name="Deepika Vatsa" userId="f7100972-27fe-4ee6-8fb4-ec9b7931b409" providerId="ADAL" clId="{43FC3250-EE2F-489E-970D-AD8C57589867}" dt="2025-07-31T03:19:24.681" v="5124" actId="478"/>
        <pc:sldMkLst>
          <pc:docMk/>
          <pc:sldMk cId="3439049211" sldId="591"/>
        </pc:sldMkLst>
        <pc:spChg chg="mod">
          <ac:chgData name="Deepika Vatsa" userId="f7100972-27fe-4ee6-8fb4-ec9b7931b409" providerId="ADAL" clId="{43FC3250-EE2F-489E-970D-AD8C57589867}" dt="2025-07-23T11:02:03.827" v="49" actId="20577"/>
          <ac:spMkLst>
            <pc:docMk/>
            <pc:sldMk cId="3439049211" sldId="591"/>
            <ac:spMk id="2" creationId="{00000000-0000-0000-0000-000000000000}"/>
          </ac:spMkLst>
        </pc:spChg>
        <pc:spChg chg="mod">
          <ac:chgData name="Deepika Vatsa" userId="f7100972-27fe-4ee6-8fb4-ec9b7931b409" providerId="ADAL" clId="{43FC3250-EE2F-489E-970D-AD8C57589867}" dt="2025-07-30T10:52:31" v="4788" actId="20577"/>
          <ac:spMkLst>
            <pc:docMk/>
            <pc:sldMk cId="3439049211" sldId="591"/>
            <ac:spMk id="11" creationId="{06381CCD-359B-D8A2-1997-A5B56A02FD41}"/>
          </ac:spMkLst>
        </pc:spChg>
        <pc:grpChg chg="del mod">
          <ac:chgData name="Deepika Vatsa" userId="f7100972-27fe-4ee6-8fb4-ec9b7931b409" providerId="ADAL" clId="{43FC3250-EE2F-489E-970D-AD8C57589867}" dt="2025-07-30T11:10:20.461" v="4872"/>
          <ac:grpSpMkLst>
            <pc:docMk/>
            <pc:sldMk cId="3439049211" sldId="591"/>
            <ac:grpSpMk id="20" creationId="{DC352B7A-AB12-6C8C-B40D-C7BFBFCE2B59}"/>
          </ac:grpSpMkLst>
        </pc:grpChg>
        <pc:grpChg chg="del mod">
          <ac:chgData name="Deepika Vatsa" userId="f7100972-27fe-4ee6-8fb4-ec9b7931b409" providerId="ADAL" clId="{43FC3250-EE2F-489E-970D-AD8C57589867}" dt="2025-07-30T11:10:21.647" v="4874"/>
          <ac:grpSpMkLst>
            <pc:docMk/>
            <pc:sldMk cId="3439049211" sldId="591"/>
            <ac:grpSpMk id="24" creationId="{219CEEA5-0BF5-D4C3-8297-46607827DC4A}"/>
          </ac:grpSpMkLst>
        </pc:grpChg>
        <pc:grpChg chg="del mod">
          <ac:chgData name="Deepika Vatsa" userId="f7100972-27fe-4ee6-8fb4-ec9b7931b409" providerId="ADAL" clId="{43FC3250-EE2F-489E-970D-AD8C57589867}" dt="2025-07-31T03:19:24.681" v="5124" actId="478"/>
          <ac:grpSpMkLst>
            <pc:docMk/>
            <pc:sldMk cId="3439049211" sldId="591"/>
            <ac:grpSpMk id="26" creationId="{CAF1A6F6-9C72-7932-F250-182C708B9874}"/>
          </ac:grpSpMkLst>
        </pc:grpChg>
        <pc:inkChg chg="add del">
          <ac:chgData name="Deepika Vatsa" userId="f7100972-27fe-4ee6-8fb4-ec9b7931b409" providerId="ADAL" clId="{43FC3250-EE2F-489E-970D-AD8C57589867}" dt="2025-07-31T03:19:24.681" v="5124" actId="478"/>
          <ac:inkMkLst>
            <pc:docMk/>
            <pc:sldMk cId="3439049211" sldId="591"/>
            <ac:inkMk id="4" creationId="{3103EF01-424F-C304-D55F-BDF3B11BF7A7}"/>
          </ac:inkMkLst>
        </pc:inkChg>
        <pc:inkChg chg="add del">
          <ac:chgData name="Deepika Vatsa" userId="f7100972-27fe-4ee6-8fb4-ec9b7931b409" providerId="ADAL" clId="{43FC3250-EE2F-489E-970D-AD8C57589867}" dt="2025-07-31T03:19:24.681" v="5124" actId="478"/>
          <ac:inkMkLst>
            <pc:docMk/>
            <pc:sldMk cId="3439049211" sldId="591"/>
            <ac:inkMk id="5" creationId="{74B83C97-E185-AF86-0B13-73C5834EE652}"/>
          </ac:inkMkLst>
        </pc:inkChg>
        <pc:inkChg chg="add del">
          <ac:chgData name="Deepika Vatsa" userId="f7100972-27fe-4ee6-8fb4-ec9b7931b409" providerId="ADAL" clId="{43FC3250-EE2F-489E-970D-AD8C57589867}" dt="2025-07-31T03:19:24.681" v="5124" actId="478"/>
          <ac:inkMkLst>
            <pc:docMk/>
            <pc:sldMk cId="3439049211" sldId="591"/>
            <ac:inkMk id="6" creationId="{328FEBB9-E79F-0F6B-0E2D-C19663BB7662}"/>
          </ac:inkMkLst>
        </pc:inkChg>
        <pc:inkChg chg="add del">
          <ac:chgData name="Deepika Vatsa" userId="f7100972-27fe-4ee6-8fb4-ec9b7931b409" providerId="ADAL" clId="{43FC3250-EE2F-489E-970D-AD8C57589867}" dt="2025-07-31T03:19:24.681" v="5124" actId="478"/>
          <ac:inkMkLst>
            <pc:docMk/>
            <pc:sldMk cId="3439049211" sldId="591"/>
            <ac:inkMk id="7" creationId="{854F0EFD-4DD1-8150-FC71-7851EEFDCE93}"/>
          </ac:inkMkLst>
        </pc:inkChg>
        <pc:inkChg chg="add del">
          <ac:chgData name="Deepika Vatsa" userId="f7100972-27fe-4ee6-8fb4-ec9b7931b409" providerId="ADAL" clId="{43FC3250-EE2F-489E-970D-AD8C57589867}" dt="2025-07-31T03:19:24.681" v="5124" actId="478"/>
          <ac:inkMkLst>
            <pc:docMk/>
            <pc:sldMk cId="3439049211" sldId="591"/>
            <ac:inkMk id="8" creationId="{8B42F887-7A3C-9D5C-8DDA-FA4CA83409A1}"/>
          </ac:inkMkLst>
        </pc:inkChg>
        <pc:inkChg chg="add del">
          <ac:chgData name="Deepika Vatsa" userId="f7100972-27fe-4ee6-8fb4-ec9b7931b409" providerId="ADAL" clId="{43FC3250-EE2F-489E-970D-AD8C57589867}" dt="2025-07-31T03:19:24.681" v="5124" actId="478"/>
          <ac:inkMkLst>
            <pc:docMk/>
            <pc:sldMk cId="3439049211" sldId="591"/>
            <ac:inkMk id="9" creationId="{A6943454-225C-1AF3-8DB9-AFF7A45E73B2}"/>
          </ac:inkMkLst>
        </pc:inkChg>
        <pc:inkChg chg="add del">
          <ac:chgData name="Deepika Vatsa" userId="f7100972-27fe-4ee6-8fb4-ec9b7931b409" providerId="ADAL" clId="{43FC3250-EE2F-489E-970D-AD8C57589867}" dt="2025-07-31T03:19:24.681" v="5124" actId="478"/>
          <ac:inkMkLst>
            <pc:docMk/>
            <pc:sldMk cId="3439049211" sldId="591"/>
            <ac:inkMk id="10" creationId="{8996F264-38A7-CDB3-4869-47F5A899F28A}"/>
          </ac:inkMkLst>
        </pc:inkChg>
        <pc:inkChg chg="add del">
          <ac:chgData name="Deepika Vatsa" userId="f7100972-27fe-4ee6-8fb4-ec9b7931b409" providerId="ADAL" clId="{43FC3250-EE2F-489E-970D-AD8C57589867}" dt="2025-07-31T03:19:24.681" v="5124" actId="478"/>
          <ac:inkMkLst>
            <pc:docMk/>
            <pc:sldMk cId="3439049211" sldId="591"/>
            <ac:inkMk id="12" creationId="{04AE4E2F-8C9F-B7C2-9278-48AA8188A50D}"/>
          </ac:inkMkLst>
        </pc:inkChg>
        <pc:inkChg chg="add mod">
          <ac:chgData name="Deepika Vatsa" userId="f7100972-27fe-4ee6-8fb4-ec9b7931b409" providerId="ADAL" clId="{43FC3250-EE2F-489E-970D-AD8C57589867}" dt="2025-07-30T11:10:21.647" v="4874"/>
          <ac:inkMkLst>
            <pc:docMk/>
            <pc:sldMk cId="3439049211" sldId="591"/>
            <ac:inkMk id="13" creationId="{8755AB8D-3ED9-3C73-CDBA-025161D8B22A}"/>
          </ac:inkMkLst>
        </pc:inkChg>
        <pc:inkChg chg="add mod">
          <ac:chgData name="Deepika Vatsa" userId="f7100972-27fe-4ee6-8fb4-ec9b7931b409" providerId="ADAL" clId="{43FC3250-EE2F-489E-970D-AD8C57589867}" dt="2025-07-30T11:10:21.647" v="4874"/>
          <ac:inkMkLst>
            <pc:docMk/>
            <pc:sldMk cId="3439049211" sldId="591"/>
            <ac:inkMk id="14" creationId="{744EB10D-18B0-E11A-38DA-DDD55B06151C}"/>
          </ac:inkMkLst>
        </pc:inkChg>
        <pc:inkChg chg="add mod">
          <ac:chgData name="Deepika Vatsa" userId="f7100972-27fe-4ee6-8fb4-ec9b7931b409" providerId="ADAL" clId="{43FC3250-EE2F-489E-970D-AD8C57589867}" dt="2025-07-30T11:10:21.647" v="4874"/>
          <ac:inkMkLst>
            <pc:docMk/>
            <pc:sldMk cId="3439049211" sldId="591"/>
            <ac:inkMk id="15" creationId="{A918B39F-BAEB-1C9D-2B99-1738390BD99C}"/>
          </ac:inkMkLst>
        </pc:inkChg>
        <pc:inkChg chg="add mod">
          <ac:chgData name="Deepika Vatsa" userId="f7100972-27fe-4ee6-8fb4-ec9b7931b409" providerId="ADAL" clId="{43FC3250-EE2F-489E-970D-AD8C57589867}" dt="2025-07-30T11:10:21.647" v="4874"/>
          <ac:inkMkLst>
            <pc:docMk/>
            <pc:sldMk cId="3439049211" sldId="591"/>
            <ac:inkMk id="16" creationId="{3DABC3DD-1CED-B08C-CF0D-B611F020BD31}"/>
          </ac:inkMkLst>
        </pc:inkChg>
        <pc:inkChg chg="add mod">
          <ac:chgData name="Deepika Vatsa" userId="f7100972-27fe-4ee6-8fb4-ec9b7931b409" providerId="ADAL" clId="{43FC3250-EE2F-489E-970D-AD8C57589867}" dt="2025-07-30T11:10:21.647" v="4874"/>
          <ac:inkMkLst>
            <pc:docMk/>
            <pc:sldMk cId="3439049211" sldId="591"/>
            <ac:inkMk id="17" creationId="{CF1A4D57-586A-8CA6-97CA-6E29973C05CD}"/>
          </ac:inkMkLst>
        </pc:inkChg>
        <pc:inkChg chg="add mod">
          <ac:chgData name="Deepika Vatsa" userId="f7100972-27fe-4ee6-8fb4-ec9b7931b409" providerId="ADAL" clId="{43FC3250-EE2F-489E-970D-AD8C57589867}" dt="2025-07-30T11:10:21.647" v="4874"/>
          <ac:inkMkLst>
            <pc:docMk/>
            <pc:sldMk cId="3439049211" sldId="591"/>
            <ac:inkMk id="18" creationId="{5EE911C1-43D8-0D3F-1520-F0E2D8E90586}"/>
          </ac:inkMkLst>
        </pc:inkChg>
        <pc:inkChg chg="add mod">
          <ac:chgData name="Deepika Vatsa" userId="f7100972-27fe-4ee6-8fb4-ec9b7931b409" providerId="ADAL" clId="{43FC3250-EE2F-489E-970D-AD8C57589867}" dt="2025-07-30T11:10:21.647" v="4874"/>
          <ac:inkMkLst>
            <pc:docMk/>
            <pc:sldMk cId="3439049211" sldId="591"/>
            <ac:inkMk id="19" creationId="{6496225F-E2F3-5CBC-C0BB-B4434955C7F9}"/>
          </ac:inkMkLst>
        </pc:inkChg>
        <pc:inkChg chg="add mod">
          <ac:chgData name="Deepika Vatsa" userId="f7100972-27fe-4ee6-8fb4-ec9b7931b409" providerId="ADAL" clId="{43FC3250-EE2F-489E-970D-AD8C57589867}" dt="2025-07-30T11:10:21.647" v="4874"/>
          <ac:inkMkLst>
            <pc:docMk/>
            <pc:sldMk cId="3439049211" sldId="591"/>
            <ac:inkMk id="21" creationId="{883064B7-9A95-C7B8-4B00-475D3567FDCA}"/>
          </ac:inkMkLst>
        </pc:inkChg>
        <pc:inkChg chg="add mod">
          <ac:chgData name="Deepika Vatsa" userId="f7100972-27fe-4ee6-8fb4-ec9b7931b409" providerId="ADAL" clId="{43FC3250-EE2F-489E-970D-AD8C57589867}" dt="2025-07-30T11:10:21.647" v="4874"/>
          <ac:inkMkLst>
            <pc:docMk/>
            <pc:sldMk cId="3439049211" sldId="591"/>
            <ac:inkMk id="22" creationId="{9461E0D5-74C5-6752-1E58-BDC563173CE2}"/>
          </ac:inkMkLst>
        </pc:inkChg>
        <pc:inkChg chg="add mod">
          <ac:chgData name="Deepika Vatsa" userId="f7100972-27fe-4ee6-8fb4-ec9b7931b409" providerId="ADAL" clId="{43FC3250-EE2F-489E-970D-AD8C57589867}" dt="2025-07-30T11:10:21.647" v="4874"/>
          <ac:inkMkLst>
            <pc:docMk/>
            <pc:sldMk cId="3439049211" sldId="591"/>
            <ac:inkMk id="23" creationId="{BEB516DC-41B4-9003-26DB-CED7ABD1BD15}"/>
          </ac:inkMkLst>
        </pc:inkChg>
        <pc:inkChg chg="add mod">
          <ac:chgData name="Deepika Vatsa" userId="f7100972-27fe-4ee6-8fb4-ec9b7931b409" providerId="ADAL" clId="{43FC3250-EE2F-489E-970D-AD8C57589867}" dt="2025-07-30T11:10:21.647" v="4874"/>
          <ac:inkMkLst>
            <pc:docMk/>
            <pc:sldMk cId="3439049211" sldId="591"/>
            <ac:inkMk id="25" creationId="{95948E87-3F7C-4C2A-1D72-999FDCCE5A6B}"/>
          </ac:inkMkLst>
        </pc:inkChg>
        <pc:inkChg chg="add del">
          <ac:chgData name="Deepika Vatsa" userId="f7100972-27fe-4ee6-8fb4-ec9b7931b409" providerId="ADAL" clId="{43FC3250-EE2F-489E-970D-AD8C57589867}" dt="2025-07-31T03:19:24.681" v="5124" actId="478"/>
          <ac:inkMkLst>
            <pc:docMk/>
            <pc:sldMk cId="3439049211" sldId="591"/>
            <ac:inkMk id="27" creationId="{68154FC1-F8AD-9AAE-9DEC-DB372BB472F9}"/>
          </ac:inkMkLst>
        </pc:inkChg>
        <pc:inkChg chg="add del">
          <ac:chgData name="Deepika Vatsa" userId="f7100972-27fe-4ee6-8fb4-ec9b7931b409" providerId="ADAL" clId="{43FC3250-EE2F-489E-970D-AD8C57589867}" dt="2025-07-31T03:19:24.681" v="5124" actId="478"/>
          <ac:inkMkLst>
            <pc:docMk/>
            <pc:sldMk cId="3439049211" sldId="591"/>
            <ac:inkMk id="28" creationId="{75999692-1466-B909-05FB-F6CA12D7F313}"/>
          </ac:inkMkLst>
        </pc:inkChg>
        <pc:inkChg chg="add del">
          <ac:chgData name="Deepika Vatsa" userId="f7100972-27fe-4ee6-8fb4-ec9b7931b409" providerId="ADAL" clId="{43FC3250-EE2F-489E-970D-AD8C57589867}" dt="2025-07-31T03:19:24.681" v="5124" actId="478"/>
          <ac:inkMkLst>
            <pc:docMk/>
            <pc:sldMk cId="3439049211" sldId="591"/>
            <ac:inkMk id="29" creationId="{29F97E77-03ED-C129-B9D7-928CA7B60C7D}"/>
          </ac:inkMkLst>
        </pc:inkChg>
        <pc:inkChg chg="add del">
          <ac:chgData name="Deepika Vatsa" userId="f7100972-27fe-4ee6-8fb4-ec9b7931b409" providerId="ADAL" clId="{43FC3250-EE2F-489E-970D-AD8C57589867}" dt="2025-07-31T03:19:24.681" v="5124" actId="478"/>
          <ac:inkMkLst>
            <pc:docMk/>
            <pc:sldMk cId="3439049211" sldId="591"/>
            <ac:inkMk id="30" creationId="{CD80CB74-21BA-AA3D-B777-AA8CD0D161BB}"/>
          </ac:inkMkLst>
        </pc:inkChg>
        <pc:inkChg chg="add del">
          <ac:chgData name="Deepika Vatsa" userId="f7100972-27fe-4ee6-8fb4-ec9b7931b409" providerId="ADAL" clId="{43FC3250-EE2F-489E-970D-AD8C57589867}" dt="2025-07-31T03:19:24.681" v="5124" actId="478"/>
          <ac:inkMkLst>
            <pc:docMk/>
            <pc:sldMk cId="3439049211" sldId="591"/>
            <ac:inkMk id="31" creationId="{F01B7832-C789-7243-9649-E6B691B9630D}"/>
          </ac:inkMkLst>
        </pc:inkChg>
        <pc:inkChg chg="add del">
          <ac:chgData name="Deepika Vatsa" userId="f7100972-27fe-4ee6-8fb4-ec9b7931b409" providerId="ADAL" clId="{43FC3250-EE2F-489E-970D-AD8C57589867}" dt="2025-07-31T03:19:24.681" v="5124" actId="478"/>
          <ac:inkMkLst>
            <pc:docMk/>
            <pc:sldMk cId="3439049211" sldId="591"/>
            <ac:inkMk id="32" creationId="{22C8E466-96B9-296C-F3C3-326AE82D99F3}"/>
          </ac:inkMkLst>
        </pc:inkChg>
        <pc:inkChg chg="add del">
          <ac:chgData name="Deepika Vatsa" userId="f7100972-27fe-4ee6-8fb4-ec9b7931b409" providerId="ADAL" clId="{43FC3250-EE2F-489E-970D-AD8C57589867}" dt="2025-07-31T03:19:24.681" v="5124" actId="478"/>
          <ac:inkMkLst>
            <pc:docMk/>
            <pc:sldMk cId="3439049211" sldId="591"/>
            <ac:inkMk id="33" creationId="{8C6FB7F6-78A9-ED6F-4BAF-841452B5FB93}"/>
          </ac:inkMkLst>
        </pc:inkChg>
        <pc:inkChg chg="add del">
          <ac:chgData name="Deepika Vatsa" userId="f7100972-27fe-4ee6-8fb4-ec9b7931b409" providerId="ADAL" clId="{43FC3250-EE2F-489E-970D-AD8C57589867}" dt="2025-07-31T03:19:24.681" v="5124" actId="478"/>
          <ac:inkMkLst>
            <pc:docMk/>
            <pc:sldMk cId="3439049211" sldId="591"/>
            <ac:inkMk id="34" creationId="{ED69AD48-2341-B5C4-5AE5-B79F5B3170B2}"/>
          </ac:inkMkLst>
        </pc:inkChg>
      </pc:sldChg>
      <pc:sldChg chg="del">
        <pc:chgData name="Deepika Vatsa" userId="f7100972-27fe-4ee6-8fb4-ec9b7931b409" providerId="ADAL" clId="{43FC3250-EE2F-489E-970D-AD8C57589867}" dt="2025-07-23T11:05:11.946" v="73" actId="47"/>
        <pc:sldMkLst>
          <pc:docMk/>
          <pc:sldMk cId="494535748" sldId="592"/>
        </pc:sldMkLst>
      </pc:sldChg>
      <pc:sldChg chg="addSp delSp modSp add mod">
        <pc:chgData name="Deepika Vatsa" userId="f7100972-27fe-4ee6-8fb4-ec9b7931b409" providerId="ADAL" clId="{43FC3250-EE2F-489E-970D-AD8C57589867}" dt="2025-07-31T04:12:34.873" v="5155" actId="478"/>
        <pc:sldMkLst>
          <pc:docMk/>
          <pc:sldMk cId="2432536662" sldId="592"/>
        </pc:sldMkLst>
        <pc:spChg chg="mod">
          <ac:chgData name="Deepika Vatsa" userId="f7100972-27fe-4ee6-8fb4-ec9b7931b409" providerId="ADAL" clId="{43FC3250-EE2F-489E-970D-AD8C57589867}" dt="2025-07-23T11:05:59.483" v="86" actId="20577"/>
          <ac:spMkLst>
            <pc:docMk/>
            <pc:sldMk cId="2432536662" sldId="592"/>
            <ac:spMk id="2" creationId="{00000000-0000-0000-0000-000000000000}"/>
          </ac:spMkLst>
        </pc:spChg>
        <pc:spChg chg="mod">
          <ac:chgData name="Deepika Vatsa" userId="f7100972-27fe-4ee6-8fb4-ec9b7931b409" providerId="ADAL" clId="{43FC3250-EE2F-489E-970D-AD8C57589867}" dt="2025-07-23T11:06:35.616" v="97"/>
          <ac:spMkLst>
            <pc:docMk/>
            <pc:sldMk cId="2432536662" sldId="592"/>
            <ac:spMk id="11" creationId="{06381CCD-359B-D8A2-1997-A5B56A02FD41}"/>
          </ac:spMkLst>
        </pc:spChg>
        <pc:inkChg chg="add del">
          <ac:chgData name="Deepika Vatsa" userId="f7100972-27fe-4ee6-8fb4-ec9b7931b409" providerId="ADAL" clId="{43FC3250-EE2F-489E-970D-AD8C57589867}" dt="2025-07-31T04:12:34.873" v="5155" actId="478"/>
          <ac:inkMkLst>
            <pc:docMk/>
            <pc:sldMk cId="2432536662" sldId="592"/>
            <ac:inkMk id="4" creationId="{A364DE06-1238-648C-3CB4-BD520B86393F}"/>
          </ac:inkMkLst>
        </pc:inkChg>
      </pc:sldChg>
      <pc:sldChg chg="addSp delSp modSp add mod">
        <pc:chgData name="Deepika Vatsa" userId="f7100972-27fe-4ee6-8fb4-ec9b7931b409" providerId="ADAL" clId="{43FC3250-EE2F-489E-970D-AD8C57589867}" dt="2025-07-31T03:19:29.401" v="5125" actId="478"/>
        <pc:sldMkLst>
          <pc:docMk/>
          <pc:sldMk cId="3198423911" sldId="593"/>
        </pc:sldMkLst>
        <pc:spChg chg="mod">
          <ac:chgData name="Deepika Vatsa" userId="f7100972-27fe-4ee6-8fb4-ec9b7931b409" providerId="ADAL" clId="{43FC3250-EE2F-489E-970D-AD8C57589867}" dt="2025-07-30T10:53:23.472" v="4795" actId="20577"/>
          <ac:spMkLst>
            <pc:docMk/>
            <pc:sldMk cId="3198423911" sldId="593"/>
            <ac:spMk id="11" creationId="{06381CCD-359B-D8A2-1997-A5B56A02FD41}"/>
          </ac:spMkLst>
        </pc:spChg>
        <pc:inkChg chg="add del">
          <ac:chgData name="Deepika Vatsa" userId="f7100972-27fe-4ee6-8fb4-ec9b7931b409" providerId="ADAL" clId="{43FC3250-EE2F-489E-970D-AD8C57589867}" dt="2025-07-31T03:19:29.401" v="5125" actId="478"/>
          <ac:inkMkLst>
            <pc:docMk/>
            <pc:sldMk cId="3198423911" sldId="593"/>
            <ac:inkMk id="4" creationId="{B799786D-6A20-6E7A-5142-4B7207D36D6F}"/>
          </ac:inkMkLst>
        </pc:inkChg>
        <pc:inkChg chg="add del">
          <ac:chgData name="Deepika Vatsa" userId="f7100972-27fe-4ee6-8fb4-ec9b7931b409" providerId="ADAL" clId="{43FC3250-EE2F-489E-970D-AD8C57589867}" dt="2025-07-31T03:19:29.401" v="5125" actId="478"/>
          <ac:inkMkLst>
            <pc:docMk/>
            <pc:sldMk cId="3198423911" sldId="593"/>
            <ac:inkMk id="5" creationId="{2148F28B-36BD-62CA-5BEB-869A041F88C3}"/>
          </ac:inkMkLst>
        </pc:inkChg>
        <pc:inkChg chg="add del">
          <ac:chgData name="Deepika Vatsa" userId="f7100972-27fe-4ee6-8fb4-ec9b7931b409" providerId="ADAL" clId="{43FC3250-EE2F-489E-970D-AD8C57589867}" dt="2025-07-31T03:19:29.401" v="5125" actId="478"/>
          <ac:inkMkLst>
            <pc:docMk/>
            <pc:sldMk cId="3198423911" sldId="593"/>
            <ac:inkMk id="6" creationId="{BE41BFAD-0CCD-E755-EB2A-3964B7EA02BE}"/>
          </ac:inkMkLst>
        </pc:inkChg>
        <pc:inkChg chg="add del">
          <ac:chgData name="Deepika Vatsa" userId="f7100972-27fe-4ee6-8fb4-ec9b7931b409" providerId="ADAL" clId="{43FC3250-EE2F-489E-970D-AD8C57589867}" dt="2025-07-31T03:19:29.401" v="5125" actId="478"/>
          <ac:inkMkLst>
            <pc:docMk/>
            <pc:sldMk cId="3198423911" sldId="593"/>
            <ac:inkMk id="7" creationId="{EBD33831-D62D-3D1A-A8D1-14BA50E7BBF2}"/>
          </ac:inkMkLst>
        </pc:inkChg>
        <pc:inkChg chg="add del">
          <ac:chgData name="Deepika Vatsa" userId="f7100972-27fe-4ee6-8fb4-ec9b7931b409" providerId="ADAL" clId="{43FC3250-EE2F-489E-970D-AD8C57589867}" dt="2025-07-31T03:19:29.401" v="5125" actId="478"/>
          <ac:inkMkLst>
            <pc:docMk/>
            <pc:sldMk cId="3198423911" sldId="593"/>
            <ac:inkMk id="8" creationId="{0CAB3322-00CB-2908-B9AC-36E821B60B02}"/>
          </ac:inkMkLst>
        </pc:inkChg>
        <pc:inkChg chg="add del">
          <ac:chgData name="Deepika Vatsa" userId="f7100972-27fe-4ee6-8fb4-ec9b7931b409" providerId="ADAL" clId="{43FC3250-EE2F-489E-970D-AD8C57589867}" dt="2025-07-31T03:19:29.401" v="5125" actId="478"/>
          <ac:inkMkLst>
            <pc:docMk/>
            <pc:sldMk cId="3198423911" sldId="593"/>
            <ac:inkMk id="9" creationId="{4246602E-3469-E998-6154-A1BBABCC8B77}"/>
          </ac:inkMkLst>
        </pc:inkChg>
        <pc:inkChg chg="add del">
          <ac:chgData name="Deepika Vatsa" userId="f7100972-27fe-4ee6-8fb4-ec9b7931b409" providerId="ADAL" clId="{43FC3250-EE2F-489E-970D-AD8C57589867}" dt="2025-07-31T03:19:29.401" v="5125" actId="478"/>
          <ac:inkMkLst>
            <pc:docMk/>
            <pc:sldMk cId="3198423911" sldId="593"/>
            <ac:inkMk id="10" creationId="{EBD11572-9FE6-7547-06B8-E669B1E2FF41}"/>
          </ac:inkMkLst>
        </pc:inkChg>
        <pc:inkChg chg="add del">
          <ac:chgData name="Deepika Vatsa" userId="f7100972-27fe-4ee6-8fb4-ec9b7931b409" providerId="ADAL" clId="{43FC3250-EE2F-489E-970D-AD8C57589867}" dt="2025-07-31T03:19:29.401" v="5125" actId="478"/>
          <ac:inkMkLst>
            <pc:docMk/>
            <pc:sldMk cId="3198423911" sldId="593"/>
            <ac:inkMk id="12" creationId="{708D7DD2-80E0-723C-3B27-D041F102AD6E}"/>
          </ac:inkMkLst>
        </pc:inkChg>
      </pc:sldChg>
      <pc:sldChg chg="del">
        <pc:chgData name="Deepika Vatsa" userId="f7100972-27fe-4ee6-8fb4-ec9b7931b409" providerId="ADAL" clId="{43FC3250-EE2F-489E-970D-AD8C57589867}" dt="2025-07-23T11:05:11.946" v="73" actId="47"/>
        <pc:sldMkLst>
          <pc:docMk/>
          <pc:sldMk cId="3539443453" sldId="593"/>
        </pc:sldMkLst>
      </pc:sldChg>
      <pc:sldChg chg="addSp modSp add del mod">
        <pc:chgData name="Deepika Vatsa" userId="f7100972-27fe-4ee6-8fb4-ec9b7931b409" providerId="ADAL" clId="{43FC3250-EE2F-489E-970D-AD8C57589867}" dt="2025-07-24T08:34:45.342" v="1025" actId="2696"/>
        <pc:sldMkLst>
          <pc:docMk/>
          <pc:sldMk cId="48978311" sldId="594"/>
        </pc:sldMkLst>
        <pc:spChg chg="add mod">
          <ac:chgData name="Deepika Vatsa" userId="f7100972-27fe-4ee6-8fb4-ec9b7931b409" providerId="ADAL" clId="{43FC3250-EE2F-489E-970D-AD8C57589867}" dt="2025-07-24T08:22:49.480" v="841" actId="1076"/>
          <ac:spMkLst>
            <pc:docMk/>
            <pc:sldMk cId="48978311" sldId="594"/>
            <ac:spMk id="4" creationId="{9D01F8F6-E974-C5E7-0FB9-FA776F6EAD03}"/>
          </ac:spMkLst>
        </pc:spChg>
        <pc:spChg chg="mod">
          <ac:chgData name="Deepika Vatsa" userId="f7100972-27fe-4ee6-8fb4-ec9b7931b409" providerId="ADAL" clId="{43FC3250-EE2F-489E-970D-AD8C57589867}" dt="2025-07-24T08:18:11.348" v="809" actId="20577"/>
          <ac:spMkLst>
            <pc:docMk/>
            <pc:sldMk cId="48978311" sldId="594"/>
            <ac:spMk id="11" creationId="{06381CCD-359B-D8A2-1997-A5B56A02FD41}"/>
          </ac:spMkLst>
        </pc:spChg>
        <pc:picChg chg="add mod">
          <ac:chgData name="Deepika Vatsa" userId="f7100972-27fe-4ee6-8fb4-ec9b7931b409" providerId="ADAL" clId="{43FC3250-EE2F-489E-970D-AD8C57589867}" dt="2025-07-24T08:22:20.930" v="818" actId="1076"/>
          <ac:picMkLst>
            <pc:docMk/>
            <pc:sldMk cId="48978311" sldId="594"/>
            <ac:picMk id="1026" creationId="{A07EB3EA-E52A-11AF-3888-F41C75FA848D}"/>
          </ac:picMkLst>
        </pc:picChg>
      </pc:sldChg>
      <pc:sldChg chg="del">
        <pc:chgData name="Deepika Vatsa" userId="f7100972-27fe-4ee6-8fb4-ec9b7931b409" providerId="ADAL" clId="{43FC3250-EE2F-489E-970D-AD8C57589867}" dt="2025-07-23T11:05:11.946" v="73" actId="47"/>
        <pc:sldMkLst>
          <pc:docMk/>
          <pc:sldMk cId="2249137657" sldId="594"/>
        </pc:sldMkLst>
      </pc:sldChg>
      <pc:sldChg chg="addSp delSp modSp add mod">
        <pc:chgData name="Deepika Vatsa" userId="f7100972-27fe-4ee6-8fb4-ec9b7931b409" providerId="ADAL" clId="{43FC3250-EE2F-489E-970D-AD8C57589867}" dt="2025-07-31T03:19:48.639" v="5127" actId="478"/>
        <pc:sldMkLst>
          <pc:docMk/>
          <pc:sldMk cId="815781673" sldId="595"/>
        </pc:sldMkLst>
        <pc:spChg chg="mod">
          <ac:chgData name="Deepika Vatsa" userId="f7100972-27fe-4ee6-8fb4-ec9b7931b409" providerId="ADAL" clId="{43FC3250-EE2F-489E-970D-AD8C57589867}" dt="2025-07-24T08:37:05.303" v="1251" actId="20577"/>
          <ac:spMkLst>
            <pc:docMk/>
            <pc:sldMk cId="815781673" sldId="595"/>
            <ac:spMk id="2" creationId="{00000000-0000-0000-0000-000000000000}"/>
          </ac:spMkLst>
        </pc:spChg>
        <pc:spChg chg="del">
          <ac:chgData name="Deepika Vatsa" userId="f7100972-27fe-4ee6-8fb4-ec9b7931b409" providerId="ADAL" clId="{43FC3250-EE2F-489E-970D-AD8C57589867}" dt="2025-07-24T08:32:14.278" v="865" actId="478"/>
          <ac:spMkLst>
            <pc:docMk/>
            <pc:sldMk cId="815781673" sldId="595"/>
            <ac:spMk id="4" creationId="{9D01F8F6-E974-C5E7-0FB9-FA776F6EAD03}"/>
          </ac:spMkLst>
        </pc:spChg>
        <pc:spChg chg="add mod">
          <ac:chgData name="Deepika Vatsa" userId="f7100972-27fe-4ee6-8fb4-ec9b7931b409" providerId="ADAL" clId="{43FC3250-EE2F-489E-970D-AD8C57589867}" dt="2025-07-24T08:40:38.696" v="1330" actId="403"/>
          <ac:spMkLst>
            <pc:docMk/>
            <pc:sldMk cId="815781673" sldId="595"/>
            <ac:spMk id="7" creationId="{BCBAFA03-3862-AA92-2365-76BF8A47DE8D}"/>
          </ac:spMkLst>
        </pc:spChg>
        <pc:spChg chg="mod">
          <ac:chgData name="Deepika Vatsa" userId="f7100972-27fe-4ee6-8fb4-ec9b7931b409" providerId="ADAL" clId="{43FC3250-EE2F-489E-970D-AD8C57589867}" dt="2025-07-24T08:39:06.013" v="1293" actId="6549"/>
          <ac:spMkLst>
            <pc:docMk/>
            <pc:sldMk cId="815781673" sldId="595"/>
            <ac:spMk id="11" creationId="{06381CCD-359B-D8A2-1997-A5B56A02FD41}"/>
          </ac:spMkLst>
        </pc:spChg>
        <pc:grpChg chg="del mod">
          <ac:chgData name="Deepika Vatsa" userId="f7100972-27fe-4ee6-8fb4-ec9b7931b409" providerId="ADAL" clId="{43FC3250-EE2F-489E-970D-AD8C57589867}" dt="2025-07-30T11:13:15.432" v="4906"/>
          <ac:grpSpMkLst>
            <pc:docMk/>
            <pc:sldMk cId="815781673" sldId="595"/>
            <ac:grpSpMk id="19" creationId="{3C1DA0E4-D11A-2BE9-C192-D6F0BC0FF255}"/>
          </ac:grpSpMkLst>
        </pc:grpChg>
        <pc:grpChg chg="del mod">
          <ac:chgData name="Deepika Vatsa" userId="f7100972-27fe-4ee6-8fb4-ec9b7931b409" providerId="ADAL" clId="{43FC3250-EE2F-489E-970D-AD8C57589867}" dt="2025-07-30T11:13:19.546" v="4908"/>
          <ac:grpSpMkLst>
            <pc:docMk/>
            <pc:sldMk cId="815781673" sldId="595"/>
            <ac:grpSpMk id="21" creationId="{8C9F124E-DB40-DAD2-C83A-121001926ED4}"/>
          </ac:grpSpMkLst>
        </pc:grpChg>
        <pc:grpChg chg="del mod">
          <ac:chgData name="Deepika Vatsa" userId="f7100972-27fe-4ee6-8fb4-ec9b7931b409" providerId="ADAL" clId="{43FC3250-EE2F-489E-970D-AD8C57589867}" dt="2025-07-30T11:13:22.839" v="4911"/>
          <ac:grpSpMkLst>
            <pc:docMk/>
            <pc:sldMk cId="815781673" sldId="595"/>
            <ac:grpSpMk id="23" creationId="{DE86DEFD-69AB-7AE6-BD3E-1BA7D61DF24D}"/>
          </ac:grpSpMkLst>
        </pc:grpChg>
        <pc:grpChg chg="del mod">
          <ac:chgData name="Deepika Vatsa" userId="f7100972-27fe-4ee6-8fb4-ec9b7931b409" providerId="ADAL" clId="{43FC3250-EE2F-489E-970D-AD8C57589867}" dt="2025-07-30T11:13:33.341" v="4915"/>
          <ac:grpSpMkLst>
            <pc:docMk/>
            <pc:sldMk cId="815781673" sldId="595"/>
            <ac:grpSpMk id="26" creationId="{FDF50693-1D53-4326-0417-3C5FFD7FA4EC}"/>
          </ac:grpSpMkLst>
        </pc:grpChg>
        <pc:grpChg chg="del mod">
          <ac:chgData name="Deepika Vatsa" userId="f7100972-27fe-4ee6-8fb4-ec9b7931b409" providerId="ADAL" clId="{43FC3250-EE2F-489E-970D-AD8C57589867}" dt="2025-07-30T11:13:40.875" v="4917"/>
          <ac:grpSpMkLst>
            <pc:docMk/>
            <pc:sldMk cId="815781673" sldId="595"/>
            <ac:grpSpMk id="30" creationId="{095FD8D9-6142-7FB0-AA65-2C7315886F71}"/>
          </ac:grpSpMkLst>
        </pc:grpChg>
        <pc:grpChg chg="del mod">
          <ac:chgData name="Deepika Vatsa" userId="f7100972-27fe-4ee6-8fb4-ec9b7931b409" providerId="ADAL" clId="{43FC3250-EE2F-489E-970D-AD8C57589867}" dt="2025-07-30T11:13:45.075" v="4920"/>
          <ac:grpSpMkLst>
            <pc:docMk/>
            <pc:sldMk cId="815781673" sldId="595"/>
            <ac:grpSpMk id="32" creationId="{A1527D73-3B78-69B9-8898-C5CA5786FE74}"/>
          </ac:grpSpMkLst>
        </pc:grpChg>
        <pc:grpChg chg="del mod">
          <ac:chgData name="Deepika Vatsa" userId="f7100972-27fe-4ee6-8fb4-ec9b7931b409" providerId="ADAL" clId="{43FC3250-EE2F-489E-970D-AD8C57589867}" dt="2025-07-31T03:19:48.639" v="5127" actId="478"/>
          <ac:grpSpMkLst>
            <pc:docMk/>
            <pc:sldMk cId="815781673" sldId="595"/>
            <ac:grpSpMk id="35" creationId="{FB3340CE-15F7-EBE9-BF2E-3E8AAFC42BBB}"/>
          </ac:grpSpMkLst>
        </pc:grpChg>
        <pc:picChg chg="add del mod">
          <ac:chgData name="Deepika Vatsa" userId="f7100972-27fe-4ee6-8fb4-ec9b7931b409" providerId="ADAL" clId="{43FC3250-EE2F-489E-970D-AD8C57589867}" dt="2025-07-24T08:39:13.843" v="1295" actId="478"/>
          <ac:picMkLst>
            <pc:docMk/>
            <pc:sldMk cId="815781673" sldId="595"/>
            <ac:picMk id="6" creationId="{06CDD532-FD42-2A67-1E0A-4C898A463CCC}"/>
          </ac:picMkLst>
        </pc:picChg>
        <pc:picChg chg="del">
          <ac:chgData name="Deepika Vatsa" userId="f7100972-27fe-4ee6-8fb4-ec9b7931b409" providerId="ADAL" clId="{43FC3250-EE2F-489E-970D-AD8C57589867}" dt="2025-07-24T08:32:11.817" v="864" actId="478"/>
          <ac:picMkLst>
            <pc:docMk/>
            <pc:sldMk cId="815781673" sldId="595"/>
            <ac:picMk id="1026" creationId="{A07EB3EA-E52A-11AF-3888-F41C75FA848D}"/>
          </ac:picMkLst>
        </pc:picChg>
        <pc:picChg chg="add mod">
          <ac:chgData name="Deepika Vatsa" userId="f7100972-27fe-4ee6-8fb4-ec9b7931b409" providerId="ADAL" clId="{43FC3250-EE2F-489E-970D-AD8C57589867}" dt="2025-07-24T08:39:36.667" v="1301" actId="1076"/>
          <ac:picMkLst>
            <pc:docMk/>
            <pc:sldMk cId="815781673" sldId="595"/>
            <ac:picMk id="2050" creationId="{0B7501EB-9B8B-1F43-B280-F1F29C89922A}"/>
          </ac:picMkLst>
        </pc:picChg>
        <pc:inkChg chg="add del">
          <ac:chgData name="Deepika Vatsa" userId="f7100972-27fe-4ee6-8fb4-ec9b7931b409" providerId="ADAL" clId="{43FC3250-EE2F-489E-970D-AD8C57589867}" dt="2025-07-31T03:19:45.741" v="5126" actId="478"/>
          <ac:inkMkLst>
            <pc:docMk/>
            <pc:sldMk cId="815781673" sldId="595"/>
            <ac:inkMk id="4" creationId="{62800112-A9D4-C752-A45C-955B82029571}"/>
          </ac:inkMkLst>
        </pc:inkChg>
        <pc:inkChg chg="add del">
          <ac:chgData name="Deepika Vatsa" userId="f7100972-27fe-4ee6-8fb4-ec9b7931b409" providerId="ADAL" clId="{43FC3250-EE2F-489E-970D-AD8C57589867}" dt="2025-07-31T03:19:45.741" v="5126" actId="478"/>
          <ac:inkMkLst>
            <pc:docMk/>
            <pc:sldMk cId="815781673" sldId="595"/>
            <ac:inkMk id="5" creationId="{FF5D786E-AD0A-98B2-5F3F-141BC9C6FF5E}"/>
          </ac:inkMkLst>
        </pc:inkChg>
        <pc:inkChg chg="add del">
          <ac:chgData name="Deepika Vatsa" userId="f7100972-27fe-4ee6-8fb4-ec9b7931b409" providerId="ADAL" clId="{43FC3250-EE2F-489E-970D-AD8C57589867}" dt="2025-07-31T03:19:45.741" v="5126" actId="478"/>
          <ac:inkMkLst>
            <pc:docMk/>
            <pc:sldMk cId="815781673" sldId="595"/>
            <ac:inkMk id="6" creationId="{B9741922-A1E1-A8CF-CEB0-8CACF16AB1B0}"/>
          </ac:inkMkLst>
        </pc:inkChg>
        <pc:inkChg chg="add">
          <ac:chgData name="Deepika Vatsa" userId="f7100972-27fe-4ee6-8fb4-ec9b7931b409" providerId="ADAL" clId="{43FC3250-EE2F-489E-970D-AD8C57589867}" dt="2025-07-30T11:12:50.664" v="4894" actId="9405"/>
          <ac:inkMkLst>
            <pc:docMk/>
            <pc:sldMk cId="815781673" sldId="595"/>
            <ac:inkMk id="8" creationId="{EEACF910-633C-AE8B-0642-C71E5B84C041}"/>
          </ac:inkMkLst>
        </pc:inkChg>
        <pc:inkChg chg="add">
          <ac:chgData name="Deepika Vatsa" userId="f7100972-27fe-4ee6-8fb4-ec9b7931b409" providerId="ADAL" clId="{43FC3250-EE2F-489E-970D-AD8C57589867}" dt="2025-07-30T11:12:54.368" v="4895" actId="9405"/>
          <ac:inkMkLst>
            <pc:docMk/>
            <pc:sldMk cId="815781673" sldId="595"/>
            <ac:inkMk id="9" creationId="{C39F76D6-5DCC-CD24-131E-897F8204AFE4}"/>
          </ac:inkMkLst>
        </pc:inkChg>
        <pc:inkChg chg="add">
          <ac:chgData name="Deepika Vatsa" userId="f7100972-27fe-4ee6-8fb4-ec9b7931b409" providerId="ADAL" clId="{43FC3250-EE2F-489E-970D-AD8C57589867}" dt="2025-07-30T11:12:55.413" v="4896" actId="9405"/>
          <ac:inkMkLst>
            <pc:docMk/>
            <pc:sldMk cId="815781673" sldId="595"/>
            <ac:inkMk id="10" creationId="{2BFED832-E34E-9A8D-7B76-1D5566960974}"/>
          </ac:inkMkLst>
        </pc:inkChg>
        <pc:inkChg chg="add">
          <ac:chgData name="Deepika Vatsa" userId="f7100972-27fe-4ee6-8fb4-ec9b7931b409" providerId="ADAL" clId="{43FC3250-EE2F-489E-970D-AD8C57589867}" dt="2025-07-30T11:12:57.306" v="4897" actId="9405"/>
          <ac:inkMkLst>
            <pc:docMk/>
            <pc:sldMk cId="815781673" sldId="595"/>
            <ac:inkMk id="12" creationId="{CD91F783-8135-9CCE-7DBA-385AF0289E46}"/>
          </ac:inkMkLst>
        </pc:inkChg>
        <pc:inkChg chg="add">
          <ac:chgData name="Deepika Vatsa" userId="f7100972-27fe-4ee6-8fb4-ec9b7931b409" providerId="ADAL" clId="{43FC3250-EE2F-489E-970D-AD8C57589867}" dt="2025-07-30T11:13:04.529" v="4898" actId="9405"/>
          <ac:inkMkLst>
            <pc:docMk/>
            <pc:sldMk cId="815781673" sldId="595"/>
            <ac:inkMk id="13" creationId="{20D17564-0F72-D4C2-BF4A-7D9EDF592976}"/>
          </ac:inkMkLst>
        </pc:inkChg>
        <pc:inkChg chg="add mod">
          <ac:chgData name="Deepika Vatsa" userId="f7100972-27fe-4ee6-8fb4-ec9b7931b409" providerId="ADAL" clId="{43FC3250-EE2F-489E-970D-AD8C57589867}" dt="2025-07-30T11:13:45.075" v="4920"/>
          <ac:inkMkLst>
            <pc:docMk/>
            <pc:sldMk cId="815781673" sldId="595"/>
            <ac:inkMk id="14" creationId="{BF0FB1BF-6672-A09D-C8BF-ED96E5A813FA}"/>
          </ac:inkMkLst>
        </pc:inkChg>
        <pc:inkChg chg="add mod">
          <ac:chgData name="Deepika Vatsa" userId="f7100972-27fe-4ee6-8fb4-ec9b7931b409" providerId="ADAL" clId="{43FC3250-EE2F-489E-970D-AD8C57589867}" dt="2025-07-30T11:13:45.075" v="4920"/>
          <ac:inkMkLst>
            <pc:docMk/>
            <pc:sldMk cId="815781673" sldId="595"/>
            <ac:inkMk id="15" creationId="{0278F548-5B7B-E4B3-08EB-475D19578604}"/>
          </ac:inkMkLst>
        </pc:inkChg>
        <pc:inkChg chg="add mod">
          <ac:chgData name="Deepika Vatsa" userId="f7100972-27fe-4ee6-8fb4-ec9b7931b409" providerId="ADAL" clId="{43FC3250-EE2F-489E-970D-AD8C57589867}" dt="2025-07-30T11:13:45.075" v="4920"/>
          <ac:inkMkLst>
            <pc:docMk/>
            <pc:sldMk cId="815781673" sldId="595"/>
            <ac:inkMk id="16" creationId="{4FEAB99A-C6B3-51B7-DF61-34E315783C82}"/>
          </ac:inkMkLst>
        </pc:inkChg>
        <pc:inkChg chg="add mod">
          <ac:chgData name="Deepika Vatsa" userId="f7100972-27fe-4ee6-8fb4-ec9b7931b409" providerId="ADAL" clId="{43FC3250-EE2F-489E-970D-AD8C57589867}" dt="2025-07-30T11:13:45.075" v="4920"/>
          <ac:inkMkLst>
            <pc:docMk/>
            <pc:sldMk cId="815781673" sldId="595"/>
            <ac:inkMk id="17" creationId="{6DAB6236-C481-B03A-0733-4BCE02EA7857}"/>
          </ac:inkMkLst>
        </pc:inkChg>
        <pc:inkChg chg="add mod">
          <ac:chgData name="Deepika Vatsa" userId="f7100972-27fe-4ee6-8fb4-ec9b7931b409" providerId="ADAL" clId="{43FC3250-EE2F-489E-970D-AD8C57589867}" dt="2025-07-30T11:13:45.075" v="4920"/>
          <ac:inkMkLst>
            <pc:docMk/>
            <pc:sldMk cId="815781673" sldId="595"/>
            <ac:inkMk id="18" creationId="{E575BA2F-0107-B035-CE32-6573CBBBEDB9}"/>
          </ac:inkMkLst>
        </pc:inkChg>
        <pc:inkChg chg="add mod">
          <ac:chgData name="Deepika Vatsa" userId="f7100972-27fe-4ee6-8fb4-ec9b7931b409" providerId="ADAL" clId="{43FC3250-EE2F-489E-970D-AD8C57589867}" dt="2025-07-30T11:13:45.075" v="4920"/>
          <ac:inkMkLst>
            <pc:docMk/>
            <pc:sldMk cId="815781673" sldId="595"/>
            <ac:inkMk id="20" creationId="{4F26A695-6666-9B76-E329-3E22823C64C2}"/>
          </ac:inkMkLst>
        </pc:inkChg>
        <pc:inkChg chg="add mod">
          <ac:chgData name="Deepika Vatsa" userId="f7100972-27fe-4ee6-8fb4-ec9b7931b409" providerId="ADAL" clId="{43FC3250-EE2F-489E-970D-AD8C57589867}" dt="2025-07-30T11:13:45.075" v="4920"/>
          <ac:inkMkLst>
            <pc:docMk/>
            <pc:sldMk cId="815781673" sldId="595"/>
            <ac:inkMk id="22" creationId="{0411668C-F121-9B95-6EE9-A5A60806149A}"/>
          </ac:inkMkLst>
        </pc:inkChg>
        <pc:inkChg chg="add mod">
          <ac:chgData name="Deepika Vatsa" userId="f7100972-27fe-4ee6-8fb4-ec9b7931b409" providerId="ADAL" clId="{43FC3250-EE2F-489E-970D-AD8C57589867}" dt="2025-07-30T11:13:45.075" v="4920"/>
          <ac:inkMkLst>
            <pc:docMk/>
            <pc:sldMk cId="815781673" sldId="595"/>
            <ac:inkMk id="24" creationId="{7B9548A8-2E09-F900-F574-51BDCDC93A5B}"/>
          </ac:inkMkLst>
        </pc:inkChg>
        <pc:inkChg chg="add mod">
          <ac:chgData name="Deepika Vatsa" userId="f7100972-27fe-4ee6-8fb4-ec9b7931b409" providerId="ADAL" clId="{43FC3250-EE2F-489E-970D-AD8C57589867}" dt="2025-07-30T11:13:45.075" v="4920"/>
          <ac:inkMkLst>
            <pc:docMk/>
            <pc:sldMk cId="815781673" sldId="595"/>
            <ac:inkMk id="25" creationId="{8427FA7C-FFC2-A54D-1800-41C485422DA4}"/>
          </ac:inkMkLst>
        </pc:inkChg>
        <pc:inkChg chg="add mod">
          <ac:chgData name="Deepika Vatsa" userId="f7100972-27fe-4ee6-8fb4-ec9b7931b409" providerId="ADAL" clId="{43FC3250-EE2F-489E-970D-AD8C57589867}" dt="2025-07-30T11:13:45.075" v="4920"/>
          <ac:inkMkLst>
            <pc:docMk/>
            <pc:sldMk cId="815781673" sldId="595"/>
            <ac:inkMk id="27" creationId="{08313E9B-A8C1-E1F4-626F-D66F69DDC567}"/>
          </ac:inkMkLst>
        </pc:inkChg>
        <pc:inkChg chg="add mod">
          <ac:chgData name="Deepika Vatsa" userId="f7100972-27fe-4ee6-8fb4-ec9b7931b409" providerId="ADAL" clId="{43FC3250-EE2F-489E-970D-AD8C57589867}" dt="2025-07-30T11:13:45.075" v="4920"/>
          <ac:inkMkLst>
            <pc:docMk/>
            <pc:sldMk cId="815781673" sldId="595"/>
            <ac:inkMk id="28" creationId="{EA9F5BEC-A998-3854-B749-3A0510FBFCE4}"/>
          </ac:inkMkLst>
        </pc:inkChg>
        <pc:inkChg chg="add mod">
          <ac:chgData name="Deepika Vatsa" userId="f7100972-27fe-4ee6-8fb4-ec9b7931b409" providerId="ADAL" clId="{43FC3250-EE2F-489E-970D-AD8C57589867}" dt="2025-07-30T11:13:45.075" v="4920"/>
          <ac:inkMkLst>
            <pc:docMk/>
            <pc:sldMk cId="815781673" sldId="595"/>
            <ac:inkMk id="29" creationId="{36800E10-7045-C26E-65FF-B8E8FB824212}"/>
          </ac:inkMkLst>
        </pc:inkChg>
        <pc:inkChg chg="add del mod">
          <ac:chgData name="Deepika Vatsa" userId="f7100972-27fe-4ee6-8fb4-ec9b7931b409" providerId="ADAL" clId="{43FC3250-EE2F-489E-970D-AD8C57589867}" dt="2025-07-31T03:19:48.639" v="5127" actId="478"/>
          <ac:inkMkLst>
            <pc:docMk/>
            <pc:sldMk cId="815781673" sldId="595"/>
            <ac:inkMk id="31" creationId="{41F0F6EA-74DF-D407-8184-6363BC58D3B8}"/>
          </ac:inkMkLst>
        </pc:inkChg>
        <pc:inkChg chg="add mod">
          <ac:chgData name="Deepika Vatsa" userId="f7100972-27fe-4ee6-8fb4-ec9b7931b409" providerId="ADAL" clId="{43FC3250-EE2F-489E-970D-AD8C57589867}" dt="2025-07-30T11:13:45.075" v="4920"/>
          <ac:inkMkLst>
            <pc:docMk/>
            <pc:sldMk cId="815781673" sldId="595"/>
            <ac:inkMk id="33" creationId="{36BDD940-2F76-5EF4-D3B2-4C692FF43FB3}"/>
          </ac:inkMkLst>
        </pc:inkChg>
        <pc:inkChg chg="add mod">
          <ac:chgData name="Deepika Vatsa" userId="f7100972-27fe-4ee6-8fb4-ec9b7931b409" providerId="ADAL" clId="{43FC3250-EE2F-489E-970D-AD8C57589867}" dt="2025-07-30T11:13:45.075" v="4920"/>
          <ac:inkMkLst>
            <pc:docMk/>
            <pc:sldMk cId="815781673" sldId="595"/>
            <ac:inkMk id="34" creationId="{EEBFAEFE-31B8-C959-6F75-0F3E25C0956B}"/>
          </ac:inkMkLst>
        </pc:inkChg>
      </pc:sldChg>
      <pc:sldChg chg="del">
        <pc:chgData name="Deepika Vatsa" userId="f7100972-27fe-4ee6-8fb4-ec9b7931b409" providerId="ADAL" clId="{43FC3250-EE2F-489E-970D-AD8C57589867}" dt="2025-07-23T11:05:11.946" v="73" actId="47"/>
        <pc:sldMkLst>
          <pc:docMk/>
          <pc:sldMk cId="2043304788" sldId="595"/>
        </pc:sldMkLst>
      </pc:sldChg>
      <pc:sldChg chg="del">
        <pc:chgData name="Deepika Vatsa" userId="f7100972-27fe-4ee6-8fb4-ec9b7931b409" providerId="ADAL" clId="{43FC3250-EE2F-489E-970D-AD8C57589867}" dt="2025-07-23T11:05:11.946" v="73" actId="47"/>
        <pc:sldMkLst>
          <pc:docMk/>
          <pc:sldMk cId="2365471124" sldId="596"/>
        </pc:sldMkLst>
      </pc:sldChg>
      <pc:sldChg chg="addSp delSp modSp add mod">
        <pc:chgData name="Deepika Vatsa" userId="f7100972-27fe-4ee6-8fb4-ec9b7931b409" providerId="ADAL" clId="{43FC3250-EE2F-489E-970D-AD8C57589867}" dt="2025-07-31T03:20:03.516" v="5129" actId="478"/>
        <pc:sldMkLst>
          <pc:docMk/>
          <pc:sldMk cId="2532030908" sldId="596"/>
        </pc:sldMkLst>
        <pc:spChg chg="add mod">
          <ac:chgData name="Deepika Vatsa" userId="f7100972-27fe-4ee6-8fb4-ec9b7931b409" providerId="ADAL" clId="{43FC3250-EE2F-489E-970D-AD8C57589867}" dt="2025-07-24T08:41:15.866" v="1336"/>
          <ac:spMkLst>
            <pc:docMk/>
            <pc:sldMk cId="2532030908" sldId="596"/>
            <ac:spMk id="4" creationId="{D5F2722A-AC7A-5522-5F87-F46E0F06E45B}"/>
          </ac:spMkLst>
        </pc:spChg>
        <pc:spChg chg="add mod">
          <ac:chgData name="Deepika Vatsa" userId="f7100972-27fe-4ee6-8fb4-ec9b7931b409" providerId="ADAL" clId="{43FC3250-EE2F-489E-970D-AD8C57589867}" dt="2025-07-24T08:41:20.226" v="1340"/>
          <ac:spMkLst>
            <pc:docMk/>
            <pc:sldMk cId="2532030908" sldId="596"/>
            <ac:spMk id="7" creationId="{D5F2722A-AC7A-5522-5F87-F46E0F06E45B}"/>
          </ac:spMkLst>
        </pc:spChg>
        <pc:spChg chg="add del mod">
          <ac:chgData name="Deepika Vatsa" userId="f7100972-27fe-4ee6-8fb4-ec9b7931b409" providerId="ADAL" clId="{43FC3250-EE2F-489E-970D-AD8C57589867}" dt="2025-07-24T08:41:24.986" v="1342" actId="478"/>
          <ac:spMkLst>
            <pc:docMk/>
            <pc:sldMk cId="2532030908" sldId="596"/>
            <ac:spMk id="8" creationId="{D5F2722A-AC7A-5522-5F87-F46E0F06E45B}"/>
          </ac:spMkLst>
        </pc:spChg>
        <pc:spChg chg="add del mod ord">
          <ac:chgData name="Deepika Vatsa" userId="f7100972-27fe-4ee6-8fb4-ec9b7931b409" providerId="ADAL" clId="{43FC3250-EE2F-489E-970D-AD8C57589867}" dt="2025-07-31T03:19:55.785" v="5128" actId="478"/>
          <ac:spMkLst>
            <pc:docMk/>
            <pc:sldMk cId="2532030908" sldId="596"/>
            <ac:spMk id="9" creationId="{201B0A84-744C-23F6-4528-9945FC0EFECC}"/>
          </ac:spMkLst>
        </pc:spChg>
        <pc:spChg chg="add del mod">
          <ac:chgData name="Deepika Vatsa" userId="f7100972-27fe-4ee6-8fb4-ec9b7931b409" providerId="ADAL" clId="{43FC3250-EE2F-489E-970D-AD8C57589867}" dt="2025-07-24T09:04:57.952" v="2074" actId="478"/>
          <ac:spMkLst>
            <pc:docMk/>
            <pc:sldMk cId="2532030908" sldId="596"/>
            <ac:spMk id="10" creationId="{F18DCF59-2D3F-A81C-CBA3-6B10A9A86DE5}"/>
          </ac:spMkLst>
        </pc:spChg>
        <pc:spChg chg="mod">
          <ac:chgData name="Deepika Vatsa" userId="f7100972-27fe-4ee6-8fb4-ec9b7931b409" providerId="ADAL" clId="{43FC3250-EE2F-489E-970D-AD8C57589867}" dt="2025-07-24T08:44:31.133" v="1423" actId="20577"/>
          <ac:spMkLst>
            <pc:docMk/>
            <pc:sldMk cId="2532030908" sldId="596"/>
            <ac:spMk id="11" creationId="{06381CCD-359B-D8A2-1997-A5B56A02FD41}"/>
          </ac:spMkLst>
        </pc:spChg>
        <pc:spChg chg="add del mod">
          <ac:chgData name="Deepika Vatsa" userId="f7100972-27fe-4ee6-8fb4-ec9b7931b409" providerId="ADAL" clId="{43FC3250-EE2F-489E-970D-AD8C57589867}" dt="2025-07-24T09:05:02.995" v="2075" actId="1076"/>
          <ac:spMkLst>
            <pc:docMk/>
            <pc:sldMk cId="2532030908" sldId="596"/>
            <ac:spMk id="12" creationId="{054E186B-0053-1ADA-9448-E99069A759EF}"/>
          </ac:spMkLst>
        </pc:spChg>
        <pc:grpChg chg="del mod">
          <ac:chgData name="Deepika Vatsa" userId="f7100972-27fe-4ee6-8fb4-ec9b7931b409" providerId="ADAL" clId="{43FC3250-EE2F-489E-970D-AD8C57589867}" dt="2025-07-31T03:20:03.516" v="5129" actId="478"/>
          <ac:grpSpMkLst>
            <pc:docMk/>
            <pc:sldMk cId="2532030908" sldId="596"/>
            <ac:grpSpMk id="15" creationId="{4A103530-BACA-816B-4CBE-A0207BAB39B7}"/>
          </ac:grpSpMkLst>
        </pc:grpChg>
        <pc:grpChg chg="del mod">
          <ac:chgData name="Deepika Vatsa" userId="f7100972-27fe-4ee6-8fb4-ec9b7931b409" providerId="ADAL" clId="{43FC3250-EE2F-489E-970D-AD8C57589867}" dt="2025-07-30T11:15:53.623" v="4942"/>
          <ac:grpSpMkLst>
            <pc:docMk/>
            <pc:sldMk cId="2532030908" sldId="596"/>
            <ac:grpSpMk id="27" creationId="{93C68A5C-E0E9-8654-8062-34A20133655C}"/>
          </ac:grpSpMkLst>
        </pc:grpChg>
        <pc:grpChg chg="del mod">
          <ac:chgData name="Deepika Vatsa" userId="f7100972-27fe-4ee6-8fb4-ec9b7931b409" providerId="ADAL" clId="{43FC3250-EE2F-489E-970D-AD8C57589867}" dt="2025-07-30T11:15:55.544" v="4946"/>
          <ac:grpSpMkLst>
            <pc:docMk/>
            <pc:sldMk cId="2532030908" sldId="596"/>
            <ac:grpSpMk id="29" creationId="{40EEEC29-DEBD-46BD-CEB4-A1F8FFA071AC}"/>
          </ac:grpSpMkLst>
        </pc:grpChg>
        <pc:grpChg chg="del mod">
          <ac:chgData name="Deepika Vatsa" userId="f7100972-27fe-4ee6-8fb4-ec9b7931b409" providerId="ADAL" clId="{43FC3250-EE2F-489E-970D-AD8C57589867}" dt="2025-07-31T03:20:03.516" v="5129" actId="478"/>
          <ac:grpSpMkLst>
            <pc:docMk/>
            <pc:sldMk cId="2532030908" sldId="596"/>
            <ac:grpSpMk id="33" creationId="{94AC4CAD-ABA6-4A1B-8CB5-5EF7BFF292F7}"/>
          </ac:grpSpMkLst>
        </pc:grpChg>
        <pc:grpChg chg="del mod">
          <ac:chgData name="Deepika Vatsa" userId="f7100972-27fe-4ee6-8fb4-ec9b7931b409" providerId="ADAL" clId="{43FC3250-EE2F-489E-970D-AD8C57589867}" dt="2025-07-31T03:20:03.516" v="5129" actId="478"/>
          <ac:grpSpMkLst>
            <pc:docMk/>
            <pc:sldMk cId="2532030908" sldId="596"/>
            <ac:grpSpMk id="38" creationId="{9049384C-553B-F830-2EF4-29690621E7AF}"/>
          </ac:grpSpMkLst>
        </pc:grpChg>
        <pc:grpChg chg="del mod">
          <ac:chgData name="Deepika Vatsa" userId="f7100972-27fe-4ee6-8fb4-ec9b7931b409" providerId="ADAL" clId="{43FC3250-EE2F-489E-970D-AD8C57589867}" dt="2025-07-31T03:20:03.516" v="5129" actId="478"/>
          <ac:grpSpMkLst>
            <pc:docMk/>
            <pc:sldMk cId="2532030908" sldId="596"/>
            <ac:grpSpMk id="46" creationId="{05410D5A-8BC4-DE30-7319-F20BBF28C9D9}"/>
          </ac:grpSpMkLst>
        </pc:grpChg>
        <pc:grpChg chg="del mod">
          <ac:chgData name="Deepika Vatsa" userId="f7100972-27fe-4ee6-8fb4-ec9b7931b409" providerId="ADAL" clId="{43FC3250-EE2F-489E-970D-AD8C57589867}" dt="2025-07-31T03:20:03.516" v="5129" actId="478"/>
          <ac:grpSpMkLst>
            <pc:docMk/>
            <pc:sldMk cId="2532030908" sldId="596"/>
            <ac:grpSpMk id="47" creationId="{9CF44EBE-3E61-0ECE-5406-E1258B3A6CF2}"/>
          </ac:grpSpMkLst>
        </pc:grpChg>
        <pc:grpChg chg="del mod">
          <ac:chgData name="Deepika Vatsa" userId="f7100972-27fe-4ee6-8fb4-ec9b7931b409" providerId="ADAL" clId="{43FC3250-EE2F-489E-970D-AD8C57589867}" dt="2025-07-31T03:19:55.785" v="5128" actId="478"/>
          <ac:grpSpMkLst>
            <pc:docMk/>
            <pc:sldMk cId="2532030908" sldId="596"/>
            <ac:grpSpMk id="53" creationId="{C3CA9B47-E57F-198C-F289-F1340CF10A9A}"/>
          </ac:grpSpMkLst>
        </pc:grpChg>
        <pc:graphicFrameChg chg="add del">
          <ac:chgData name="Deepika Vatsa" userId="f7100972-27fe-4ee6-8fb4-ec9b7931b409" providerId="ADAL" clId="{43FC3250-EE2F-489E-970D-AD8C57589867}" dt="2025-07-24T09:04:52.788" v="2073" actId="26606"/>
          <ac:graphicFrameMkLst>
            <pc:docMk/>
            <pc:sldMk cId="2532030908" sldId="596"/>
            <ac:graphicFrameMk id="15" creationId="{6CFDDA4F-D95F-67BC-99D8-585C9530E5D3}"/>
          </ac:graphicFrameMkLst>
        </pc:graphicFrameChg>
        <pc:picChg chg="add del">
          <ac:chgData name="Deepika Vatsa" userId="f7100972-27fe-4ee6-8fb4-ec9b7931b409" providerId="ADAL" clId="{43FC3250-EE2F-489E-970D-AD8C57589867}" dt="2025-07-24T08:41:18.314" v="1338"/>
          <ac:picMkLst>
            <pc:docMk/>
            <pc:sldMk cId="2532030908" sldId="596"/>
            <ac:picMk id="5" creationId="{CAD75397-8298-4658-F474-42286115F8BF}"/>
          </ac:picMkLst>
        </pc:picChg>
        <pc:picChg chg="del mod">
          <ac:chgData name="Deepika Vatsa" userId="f7100972-27fe-4ee6-8fb4-ec9b7931b409" providerId="ADAL" clId="{43FC3250-EE2F-489E-970D-AD8C57589867}" dt="2025-07-24T08:42:40.373" v="1364" actId="478"/>
          <ac:picMkLst>
            <pc:docMk/>
            <pc:sldMk cId="2532030908" sldId="596"/>
            <ac:picMk id="6" creationId="{06CDD532-FD42-2A67-1E0A-4C898A463CCC}"/>
          </ac:picMkLst>
        </pc:picChg>
        <pc:picChg chg="add mod">
          <ac:chgData name="Deepika Vatsa" userId="f7100972-27fe-4ee6-8fb4-ec9b7931b409" providerId="ADAL" clId="{43FC3250-EE2F-489E-970D-AD8C57589867}" dt="2025-07-24T09:04:49.283" v="2071" actId="1076"/>
          <ac:picMkLst>
            <pc:docMk/>
            <pc:sldMk cId="2532030908" sldId="596"/>
            <ac:picMk id="13" creationId="{5AB04AA3-C013-8EAC-2039-79F8E810ADD7}"/>
          </ac:picMkLst>
        </pc:picChg>
        <pc:picChg chg="del">
          <ac:chgData name="Deepika Vatsa" userId="f7100972-27fe-4ee6-8fb4-ec9b7931b409" providerId="ADAL" clId="{43FC3250-EE2F-489E-970D-AD8C57589867}" dt="2025-07-24T08:38:51.487" v="1289" actId="478"/>
          <ac:picMkLst>
            <pc:docMk/>
            <pc:sldMk cId="2532030908" sldId="596"/>
            <ac:picMk id="2050" creationId="{0B7501EB-9B8B-1F43-B280-F1F29C89922A}"/>
          </ac:picMkLst>
        </pc:picChg>
        <pc:inkChg chg="add del">
          <ac:chgData name="Deepika Vatsa" userId="f7100972-27fe-4ee6-8fb4-ec9b7931b409" providerId="ADAL" clId="{43FC3250-EE2F-489E-970D-AD8C57589867}" dt="2025-07-31T03:19:55.785" v="5128" actId="478"/>
          <ac:inkMkLst>
            <pc:docMk/>
            <pc:sldMk cId="2532030908" sldId="596"/>
            <ac:inkMk id="4" creationId="{88B8B8E3-DA3B-EE8E-8DA8-422C56013049}"/>
          </ac:inkMkLst>
        </pc:inkChg>
        <pc:inkChg chg="add mod">
          <ac:chgData name="Deepika Vatsa" userId="f7100972-27fe-4ee6-8fb4-ec9b7931b409" providerId="ADAL" clId="{43FC3250-EE2F-489E-970D-AD8C57589867}" dt="2025-07-30T11:15:06.162" v="4928"/>
          <ac:inkMkLst>
            <pc:docMk/>
            <pc:sldMk cId="2532030908" sldId="596"/>
            <ac:inkMk id="5" creationId="{9CBA7F43-E72A-7281-4516-69C983FB24F0}"/>
          </ac:inkMkLst>
        </pc:inkChg>
        <pc:inkChg chg="add mod">
          <ac:chgData name="Deepika Vatsa" userId="f7100972-27fe-4ee6-8fb4-ec9b7931b409" providerId="ADAL" clId="{43FC3250-EE2F-489E-970D-AD8C57589867}" dt="2025-07-30T11:15:06.162" v="4928"/>
          <ac:inkMkLst>
            <pc:docMk/>
            <pc:sldMk cId="2532030908" sldId="596"/>
            <ac:inkMk id="6" creationId="{24307FDE-4C9C-86FB-5366-7E118AD4AA03}"/>
          </ac:inkMkLst>
        </pc:inkChg>
        <pc:inkChg chg="add mod">
          <ac:chgData name="Deepika Vatsa" userId="f7100972-27fe-4ee6-8fb4-ec9b7931b409" providerId="ADAL" clId="{43FC3250-EE2F-489E-970D-AD8C57589867}" dt="2025-07-30T11:15:06.162" v="4928"/>
          <ac:inkMkLst>
            <pc:docMk/>
            <pc:sldMk cId="2532030908" sldId="596"/>
            <ac:inkMk id="7" creationId="{7B04A9E6-333B-43E3-4D80-CF154610806F}"/>
          </ac:inkMkLst>
        </pc:inkChg>
        <pc:inkChg chg="add mod">
          <ac:chgData name="Deepika Vatsa" userId="f7100972-27fe-4ee6-8fb4-ec9b7931b409" providerId="ADAL" clId="{43FC3250-EE2F-489E-970D-AD8C57589867}" dt="2025-07-30T11:15:06.162" v="4928"/>
          <ac:inkMkLst>
            <pc:docMk/>
            <pc:sldMk cId="2532030908" sldId="596"/>
            <ac:inkMk id="8" creationId="{3570D878-EE74-BF8E-4A55-416FEBD1583E}"/>
          </ac:inkMkLst>
        </pc:inkChg>
        <pc:inkChg chg="add mod">
          <ac:chgData name="Deepika Vatsa" userId="f7100972-27fe-4ee6-8fb4-ec9b7931b409" providerId="ADAL" clId="{43FC3250-EE2F-489E-970D-AD8C57589867}" dt="2025-07-30T11:15:06.162" v="4928"/>
          <ac:inkMkLst>
            <pc:docMk/>
            <pc:sldMk cId="2532030908" sldId="596"/>
            <ac:inkMk id="10" creationId="{1FD16809-5891-7573-BCDC-CBF2E3DF518D}"/>
          </ac:inkMkLst>
        </pc:inkChg>
        <pc:inkChg chg="add mod">
          <ac:chgData name="Deepika Vatsa" userId="f7100972-27fe-4ee6-8fb4-ec9b7931b409" providerId="ADAL" clId="{43FC3250-EE2F-489E-970D-AD8C57589867}" dt="2025-07-30T11:15:06.162" v="4928"/>
          <ac:inkMkLst>
            <pc:docMk/>
            <pc:sldMk cId="2532030908" sldId="596"/>
            <ac:inkMk id="14" creationId="{638074A3-275B-B13C-AD8F-7937834D2F27}"/>
          </ac:inkMkLst>
        </pc:inkChg>
        <pc:inkChg chg="add del">
          <ac:chgData name="Deepika Vatsa" userId="f7100972-27fe-4ee6-8fb4-ec9b7931b409" providerId="ADAL" clId="{43FC3250-EE2F-489E-970D-AD8C57589867}" dt="2025-07-31T03:19:55.785" v="5128" actId="478"/>
          <ac:inkMkLst>
            <pc:docMk/>
            <pc:sldMk cId="2532030908" sldId="596"/>
            <ac:inkMk id="16" creationId="{FD8B3306-3590-4B9D-B54E-F5FA6ADB8E5F}"/>
          </ac:inkMkLst>
        </pc:inkChg>
        <pc:inkChg chg="add del">
          <ac:chgData name="Deepika Vatsa" userId="f7100972-27fe-4ee6-8fb4-ec9b7931b409" providerId="ADAL" clId="{43FC3250-EE2F-489E-970D-AD8C57589867}" dt="2025-07-31T03:19:55.785" v="5128" actId="478"/>
          <ac:inkMkLst>
            <pc:docMk/>
            <pc:sldMk cId="2532030908" sldId="596"/>
            <ac:inkMk id="17" creationId="{4FA37EAD-7CA9-0812-2AA6-007F6AF3CF35}"/>
          </ac:inkMkLst>
        </pc:inkChg>
        <pc:inkChg chg="add del">
          <ac:chgData name="Deepika Vatsa" userId="f7100972-27fe-4ee6-8fb4-ec9b7931b409" providerId="ADAL" clId="{43FC3250-EE2F-489E-970D-AD8C57589867}" dt="2025-07-31T03:19:55.785" v="5128" actId="478"/>
          <ac:inkMkLst>
            <pc:docMk/>
            <pc:sldMk cId="2532030908" sldId="596"/>
            <ac:inkMk id="18" creationId="{FD724568-A393-C882-F883-DFA674DED7E9}"/>
          </ac:inkMkLst>
        </pc:inkChg>
        <pc:inkChg chg="add del">
          <ac:chgData name="Deepika Vatsa" userId="f7100972-27fe-4ee6-8fb4-ec9b7931b409" providerId="ADAL" clId="{43FC3250-EE2F-489E-970D-AD8C57589867}" dt="2025-07-31T03:19:55.785" v="5128" actId="478"/>
          <ac:inkMkLst>
            <pc:docMk/>
            <pc:sldMk cId="2532030908" sldId="596"/>
            <ac:inkMk id="19" creationId="{DC0E876A-CE60-5AEC-D27B-5A67E6862B82}"/>
          </ac:inkMkLst>
        </pc:inkChg>
        <pc:inkChg chg="add del">
          <ac:chgData name="Deepika Vatsa" userId="f7100972-27fe-4ee6-8fb4-ec9b7931b409" providerId="ADAL" clId="{43FC3250-EE2F-489E-970D-AD8C57589867}" dt="2025-07-31T03:19:55.785" v="5128" actId="478"/>
          <ac:inkMkLst>
            <pc:docMk/>
            <pc:sldMk cId="2532030908" sldId="596"/>
            <ac:inkMk id="20" creationId="{82B82D16-DEE8-66CA-D3D5-6B8ECF344BB1}"/>
          </ac:inkMkLst>
        </pc:inkChg>
        <pc:inkChg chg="add del">
          <ac:chgData name="Deepika Vatsa" userId="f7100972-27fe-4ee6-8fb4-ec9b7931b409" providerId="ADAL" clId="{43FC3250-EE2F-489E-970D-AD8C57589867}" dt="2025-07-31T03:20:03.516" v="5129" actId="478"/>
          <ac:inkMkLst>
            <pc:docMk/>
            <pc:sldMk cId="2532030908" sldId="596"/>
            <ac:inkMk id="21" creationId="{6BEFAB12-5590-7F06-7B25-8B9CCA70BD5D}"/>
          </ac:inkMkLst>
        </pc:inkChg>
        <pc:inkChg chg="add mod">
          <ac:chgData name="Deepika Vatsa" userId="f7100972-27fe-4ee6-8fb4-ec9b7931b409" providerId="ADAL" clId="{43FC3250-EE2F-489E-970D-AD8C57589867}" dt="2025-07-30T11:15:55.544" v="4946"/>
          <ac:inkMkLst>
            <pc:docMk/>
            <pc:sldMk cId="2532030908" sldId="596"/>
            <ac:inkMk id="22" creationId="{3DF19026-066D-02A0-C382-DBDEB1C7E1D0}"/>
          </ac:inkMkLst>
        </pc:inkChg>
        <pc:inkChg chg="add mod">
          <ac:chgData name="Deepika Vatsa" userId="f7100972-27fe-4ee6-8fb4-ec9b7931b409" providerId="ADAL" clId="{43FC3250-EE2F-489E-970D-AD8C57589867}" dt="2025-07-30T11:15:55.544" v="4946"/>
          <ac:inkMkLst>
            <pc:docMk/>
            <pc:sldMk cId="2532030908" sldId="596"/>
            <ac:inkMk id="23" creationId="{D6BE9C7C-E612-8826-80B1-6D9958BC7220}"/>
          </ac:inkMkLst>
        </pc:inkChg>
        <pc:inkChg chg="add mod">
          <ac:chgData name="Deepika Vatsa" userId="f7100972-27fe-4ee6-8fb4-ec9b7931b409" providerId="ADAL" clId="{43FC3250-EE2F-489E-970D-AD8C57589867}" dt="2025-07-30T11:15:55.544" v="4946"/>
          <ac:inkMkLst>
            <pc:docMk/>
            <pc:sldMk cId="2532030908" sldId="596"/>
            <ac:inkMk id="24" creationId="{6A066C8A-5E3C-5B66-25E0-82887BACB9F4}"/>
          </ac:inkMkLst>
        </pc:inkChg>
        <pc:inkChg chg="add mod">
          <ac:chgData name="Deepika Vatsa" userId="f7100972-27fe-4ee6-8fb4-ec9b7931b409" providerId="ADAL" clId="{43FC3250-EE2F-489E-970D-AD8C57589867}" dt="2025-07-30T11:15:55.544" v="4946"/>
          <ac:inkMkLst>
            <pc:docMk/>
            <pc:sldMk cId="2532030908" sldId="596"/>
            <ac:inkMk id="25" creationId="{814606A0-B2E1-BE7C-CAD3-22F1C0E5E1B7}"/>
          </ac:inkMkLst>
        </pc:inkChg>
        <pc:inkChg chg="add mod">
          <ac:chgData name="Deepika Vatsa" userId="f7100972-27fe-4ee6-8fb4-ec9b7931b409" providerId="ADAL" clId="{43FC3250-EE2F-489E-970D-AD8C57589867}" dt="2025-07-30T11:15:55.544" v="4946"/>
          <ac:inkMkLst>
            <pc:docMk/>
            <pc:sldMk cId="2532030908" sldId="596"/>
            <ac:inkMk id="26" creationId="{0ED57A37-39FB-A980-BB74-93D2F94B566E}"/>
          </ac:inkMkLst>
        </pc:inkChg>
        <pc:inkChg chg="add mod">
          <ac:chgData name="Deepika Vatsa" userId="f7100972-27fe-4ee6-8fb4-ec9b7931b409" providerId="ADAL" clId="{43FC3250-EE2F-489E-970D-AD8C57589867}" dt="2025-07-30T11:15:55.544" v="4946"/>
          <ac:inkMkLst>
            <pc:docMk/>
            <pc:sldMk cId="2532030908" sldId="596"/>
            <ac:inkMk id="28" creationId="{2AF07CE3-852F-ACE8-F399-66F9DF879B24}"/>
          </ac:inkMkLst>
        </pc:inkChg>
        <pc:inkChg chg="add mod">
          <ac:chgData name="Deepika Vatsa" userId="f7100972-27fe-4ee6-8fb4-ec9b7931b409" providerId="ADAL" clId="{43FC3250-EE2F-489E-970D-AD8C57589867}" dt="2025-07-30T11:15:55.544" v="4946"/>
          <ac:inkMkLst>
            <pc:docMk/>
            <pc:sldMk cId="2532030908" sldId="596"/>
            <ac:inkMk id="30" creationId="{2F62BCAB-CBAE-0C39-F5E3-9799BD3C169D}"/>
          </ac:inkMkLst>
        </pc:inkChg>
        <pc:inkChg chg="add mod">
          <ac:chgData name="Deepika Vatsa" userId="f7100972-27fe-4ee6-8fb4-ec9b7931b409" providerId="ADAL" clId="{43FC3250-EE2F-489E-970D-AD8C57589867}" dt="2025-07-30T11:15:55.544" v="4946"/>
          <ac:inkMkLst>
            <pc:docMk/>
            <pc:sldMk cId="2532030908" sldId="596"/>
            <ac:inkMk id="31" creationId="{BD6B7FD5-D0A3-DFA4-B7C7-D5B0E8EFB46C}"/>
          </ac:inkMkLst>
        </pc:inkChg>
        <pc:inkChg chg="add mod">
          <ac:chgData name="Deepika Vatsa" userId="f7100972-27fe-4ee6-8fb4-ec9b7931b409" providerId="ADAL" clId="{43FC3250-EE2F-489E-970D-AD8C57589867}" dt="2025-07-30T11:15:55.544" v="4946"/>
          <ac:inkMkLst>
            <pc:docMk/>
            <pc:sldMk cId="2532030908" sldId="596"/>
            <ac:inkMk id="32" creationId="{2E6E19DA-278D-256E-F9E2-BCCAAEB04261}"/>
          </ac:inkMkLst>
        </pc:inkChg>
        <pc:inkChg chg="add mod">
          <ac:chgData name="Deepika Vatsa" userId="f7100972-27fe-4ee6-8fb4-ec9b7931b409" providerId="ADAL" clId="{43FC3250-EE2F-489E-970D-AD8C57589867}" dt="2025-07-30T11:15:59.017" v="4951"/>
          <ac:inkMkLst>
            <pc:docMk/>
            <pc:sldMk cId="2532030908" sldId="596"/>
            <ac:inkMk id="34" creationId="{F17ACEF0-72FA-321A-CD3D-E082D7B59059}"/>
          </ac:inkMkLst>
        </pc:inkChg>
        <pc:inkChg chg="add mod">
          <ac:chgData name="Deepika Vatsa" userId="f7100972-27fe-4ee6-8fb4-ec9b7931b409" providerId="ADAL" clId="{43FC3250-EE2F-489E-970D-AD8C57589867}" dt="2025-07-30T11:15:59.017" v="4951"/>
          <ac:inkMkLst>
            <pc:docMk/>
            <pc:sldMk cId="2532030908" sldId="596"/>
            <ac:inkMk id="35" creationId="{B50E9606-004A-F61A-5BDA-D8D7534E0EC4}"/>
          </ac:inkMkLst>
        </pc:inkChg>
        <pc:inkChg chg="add mod">
          <ac:chgData name="Deepika Vatsa" userId="f7100972-27fe-4ee6-8fb4-ec9b7931b409" providerId="ADAL" clId="{43FC3250-EE2F-489E-970D-AD8C57589867}" dt="2025-07-30T11:15:59.017" v="4951"/>
          <ac:inkMkLst>
            <pc:docMk/>
            <pc:sldMk cId="2532030908" sldId="596"/>
            <ac:inkMk id="36" creationId="{050455ED-C390-BFA9-A9B4-A3B41A5E8AEB}"/>
          </ac:inkMkLst>
        </pc:inkChg>
        <pc:inkChg chg="add mod">
          <ac:chgData name="Deepika Vatsa" userId="f7100972-27fe-4ee6-8fb4-ec9b7931b409" providerId="ADAL" clId="{43FC3250-EE2F-489E-970D-AD8C57589867}" dt="2025-07-30T11:15:59.017" v="4951"/>
          <ac:inkMkLst>
            <pc:docMk/>
            <pc:sldMk cId="2532030908" sldId="596"/>
            <ac:inkMk id="37" creationId="{4DF8C8C8-5D58-1DCE-7491-623572C539F5}"/>
          </ac:inkMkLst>
        </pc:inkChg>
        <pc:inkChg chg="add del">
          <ac:chgData name="Deepika Vatsa" userId="f7100972-27fe-4ee6-8fb4-ec9b7931b409" providerId="ADAL" clId="{43FC3250-EE2F-489E-970D-AD8C57589867}" dt="2025-07-31T03:20:03.516" v="5129" actId="478"/>
          <ac:inkMkLst>
            <pc:docMk/>
            <pc:sldMk cId="2532030908" sldId="596"/>
            <ac:inkMk id="39" creationId="{FE09A62C-DECB-44C1-967F-7B314A16BB46}"/>
          </ac:inkMkLst>
        </pc:inkChg>
        <pc:inkChg chg="add mod">
          <ac:chgData name="Deepika Vatsa" userId="f7100972-27fe-4ee6-8fb4-ec9b7931b409" providerId="ADAL" clId="{43FC3250-EE2F-489E-970D-AD8C57589867}" dt="2025-07-30T11:16:12.987" v="4959"/>
          <ac:inkMkLst>
            <pc:docMk/>
            <pc:sldMk cId="2532030908" sldId="596"/>
            <ac:inkMk id="40" creationId="{7AC53162-5FE8-7761-5332-7D80C8DDC312}"/>
          </ac:inkMkLst>
        </pc:inkChg>
        <pc:inkChg chg="add mod">
          <ac:chgData name="Deepika Vatsa" userId="f7100972-27fe-4ee6-8fb4-ec9b7931b409" providerId="ADAL" clId="{43FC3250-EE2F-489E-970D-AD8C57589867}" dt="2025-07-30T11:16:12.987" v="4959"/>
          <ac:inkMkLst>
            <pc:docMk/>
            <pc:sldMk cId="2532030908" sldId="596"/>
            <ac:inkMk id="41" creationId="{C3E175DA-FA37-4A39-5887-2D43EA06F1A3}"/>
          </ac:inkMkLst>
        </pc:inkChg>
        <pc:inkChg chg="add mod">
          <ac:chgData name="Deepika Vatsa" userId="f7100972-27fe-4ee6-8fb4-ec9b7931b409" providerId="ADAL" clId="{43FC3250-EE2F-489E-970D-AD8C57589867}" dt="2025-07-30T11:16:12.987" v="4959"/>
          <ac:inkMkLst>
            <pc:docMk/>
            <pc:sldMk cId="2532030908" sldId="596"/>
            <ac:inkMk id="42" creationId="{C93CDB0D-902F-4DAC-542E-CD7856545CBA}"/>
          </ac:inkMkLst>
        </pc:inkChg>
        <pc:inkChg chg="add mod">
          <ac:chgData name="Deepika Vatsa" userId="f7100972-27fe-4ee6-8fb4-ec9b7931b409" providerId="ADAL" clId="{43FC3250-EE2F-489E-970D-AD8C57589867}" dt="2025-07-30T11:16:12.987" v="4959"/>
          <ac:inkMkLst>
            <pc:docMk/>
            <pc:sldMk cId="2532030908" sldId="596"/>
            <ac:inkMk id="43" creationId="{34A54093-00DF-2606-7948-24AFA7BDE8E8}"/>
          </ac:inkMkLst>
        </pc:inkChg>
        <pc:inkChg chg="add mod">
          <ac:chgData name="Deepika Vatsa" userId="f7100972-27fe-4ee6-8fb4-ec9b7931b409" providerId="ADAL" clId="{43FC3250-EE2F-489E-970D-AD8C57589867}" dt="2025-07-30T11:16:12.987" v="4959"/>
          <ac:inkMkLst>
            <pc:docMk/>
            <pc:sldMk cId="2532030908" sldId="596"/>
            <ac:inkMk id="44" creationId="{AF6B3135-3D23-B14A-EE3A-0438FA826E5A}"/>
          </ac:inkMkLst>
        </pc:inkChg>
        <pc:inkChg chg="add mod">
          <ac:chgData name="Deepika Vatsa" userId="f7100972-27fe-4ee6-8fb4-ec9b7931b409" providerId="ADAL" clId="{43FC3250-EE2F-489E-970D-AD8C57589867}" dt="2025-07-30T11:16:12.987" v="4959"/>
          <ac:inkMkLst>
            <pc:docMk/>
            <pc:sldMk cId="2532030908" sldId="596"/>
            <ac:inkMk id="45" creationId="{10127614-7D82-759D-C69F-7F81509E63D8}"/>
          </ac:inkMkLst>
        </pc:inkChg>
        <pc:inkChg chg="add del">
          <ac:chgData name="Deepika Vatsa" userId="f7100972-27fe-4ee6-8fb4-ec9b7931b409" providerId="ADAL" clId="{43FC3250-EE2F-489E-970D-AD8C57589867}" dt="2025-07-31T03:19:55.785" v="5128" actId="478"/>
          <ac:inkMkLst>
            <pc:docMk/>
            <pc:sldMk cId="2532030908" sldId="596"/>
            <ac:inkMk id="48" creationId="{6C3D8949-3295-D523-B194-146A672CB68B}"/>
          </ac:inkMkLst>
        </pc:inkChg>
        <pc:inkChg chg="add del">
          <ac:chgData name="Deepika Vatsa" userId="f7100972-27fe-4ee6-8fb4-ec9b7931b409" providerId="ADAL" clId="{43FC3250-EE2F-489E-970D-AD8C57589867}" dt="2025-07-31T03:20:03.516" v="5129" actId="478"/>
          <ac:inkMkLst>
            <pc:docMk/>
            <pc:sldMk cId="2532030908" sldId="596"/>
            <ac:inkMk id="49" creationId="{6CB31BCF-E3B4-98A5-D05E-75969C687A31}"/>
          </ac:inkMkLst>
        </pc:inkChg>
        <pc:inkChg chg="add del">
          <ac:chgData name="Deepika Vatsa" userId="f7100972-27fe-4ee6-8fb4-ec9b7931b409" providerId="ADAL" clId="{43FC3250-EE2F-489E-970D-AD8C57589867}" dt="2025-07-31T03:19:55.785" v="5128" actId="478"/>
          <ac:inkMkLst>
            <pc:docMk/>
            <pc:sldMk cId="2532030908" sldId="596"/>
            <ac:inkMk id="50" creationId="{9F644C68-5272-E707-EB3E-3EE1AF593258}"/>
          </ac:inkMkLst>
        </pc:inkChg>
        <pc:inkChg chg="add mod">
          <ac:chgData name="Deepika Vatsa" userId="f7100972-27fe-4ee6-8fb4-ec9b7931b409" providerId="ADAL" clId="{43FC3250-EE2F-489E-970D-AD8C57589867}" dt="2025-07-30T11:16:26.344" v="4965"/>
          <ac:inkMkLst>
            <pc:docMk/>
            <pc:sldMk cId="2532030908" sldId="596"/>
            <ac:inkMk id="51" creationId="{102E9271-8E6E-9A94-BBE6-9CB6939AD904}"/>
          </ac:inkMkLst>
        </pc:inkChg>
        <pc:inkChg chg="add mod">
          <ac:chgData name="Deepika Vatsa" userId="f7100972-27fe-4ee6-8fb4-ec9b7931b409" providerId="ADAL" clId="{43FC3250-EE2F-489E-970D-AD8C57589867}" dt="2025-07-30T11:16:26.344" v="4965"/>
          <ac:inkMkLst>
            <pc:docMk/>
            <pc:sldMk cId="2532030908" sldId="596"/>
            <ac:inkMk id="52" creationId="{492EE3C8-136B-3F72-415F-B56C36D301D2}"/>
          </ac:inkMkLst>
        </pc:inkChg>
        <pc:inkChg chg="add del">
          <ac:chgData name="Deepika Vatsa" userId="f7100972-27fe-4ee6-8fb4-ec9b7931b409" providerId="ADAL" clId="{43FC3250-EE2F-489E-970D-AD8C57589867}" dt="2025-07-31T03:19:55.785" v="5128" actId="478"/>
          <ac:inkMkLst>
            <pc:docMk/>
            <pc:sldMk cId="2532030908" sldId="596"/>
            <ac:inkMk id="54" creationId="{913B29BD-D233-DD99-1331-5ECCF0662FD5}"/>
          </ac:inkMkLst>
        </pc:inkChg>
      </pc:sldChg>
      <pc:sldChg chg="del">
        <pc:chgData name="Deepika Vatsa" userId="f7100972-27fe-4ee6-8fb4-ec9b7931b409" providerId="ADAL" clId="{43FC3250-EE2F-489E-970D-AD8C57589867}" dt="2025-07-23T11:05:11.946" v="73" actId="47"/>
        <pc:sldMkLst>
          <pc:docMk/>
          <pc:sldMk cId="3613863550" sldId="597"/>
        </pc:sldMkLst>
      </pc:sldChg>
      <pc:sldChg chg="addSp delSp modSp add mod">
        <pc:chgData name="Deepika Vatsa" userId="f7100972-27fe-4ee6-8fb4-ec9b7931b409" providerId="ADAL" clId="{43FC3250-EE2F-489E-970D-AD8C57589867}" dt="2025-07-31T03:20:39.266" v="5137" actId="478"/>
        <pc:sldMkLst>
          <pc:docMk/>
          <pc:sldMk cId="3825282558" sldId="597"/>
        </pc:sldMkLst>
        <pc:spChg chg="add mod">
          <ac:chgData name="Deepika Vatsa" userId="f7100972-27fe-4ee6-8fb4-ec9b7931b409" providerId="ADAL" clId="{43FC3250-EE2F-489E-970D-AD8C57589867}" dt="2025-07-24T09:13:49.188" v="2128" actId="1036"/>
          <ac:spMkLst>
            <pc:docMk/>
            <pc:sldMk cId="3825282558" sldId="597"/>
            <ac:spMk id="4" creationId="{4D157D1B-7F8A-9A8B-D14E-A8A739CD19A9}"/>
          </ac:spMkLst>
        </pc:spChg>
        <pc:spChg chg="add del mod">
          <ac:chgData name="Deepika Vatsa" userId="f7100972-27fe-4ee6-8fb4-ec9b7931b409" providerId="ADAL" clId="{43FC3250-EE2F-489E-970D-AD8C57589867}" dt="2025-07-31T03:20:27.430" v="5133" actId="478"/>
          <ac:spMkLst>
            <pc:docMk/>
            <pc:sldMk cId="3825282558" sldId="597"/>
            <ac:spMk id="5" creationId="{68009DD6-B443-C5DB-F60A-21FC1529A21C}"/>
          </ac:spMkLst>
        </pc:spChg>
        <pc:spChg chg="add del mod">
          <ac:chgData name="Deepika Vatsa" userId="f7100972-27fe-4ee6-8fb4-ec9b7931b409" providerId="ADAL" clId="{43FC3250-EE2F-489E-970D-AD8C57589867}" dt="2025-07-24T09:13:41.392" v="2107" actId="478"/>
          <ac:spMkLst>
            <pc:docMk/>
            <pc:sldMk cId="3825282558" sldId="597"/>
            <ac:spMk id="6" creationId="{E4445506-10DA-6C8E-B875-EB21FB0E8E0C}"/>
          </ac:spMkLst>
        </pc:spChg>
        <pc:spChg chg="add del mod">
          <ac:chgData name="Deepika Vatsa" userId="f7100972-27fe-4ee6-8fb4-ec9b7931b409" providerId="ADAL" clId="{43FC3250-EE2F-489E-970D-AD8C57589867}" dt="2025-07-24T09:13:38.721" v="2106" actId="478"/>
          <ac:spMkLst>
            <pc:docMk/>
            <pc:sldMk cId="3825282558" sldId="597"/>
            <ac:spMk id="7" creationId="{17E1BA5B-066B-4677-2290-A7CE14E52D1D}"/>
          </ac:spMkLst>
        </pc:spChg>
        <pc:spChg chg="mod">
          <ac:chgData name="Deepika Vatsa" userId="f7100972-27fe-4ee6-8fb4-ec9b7931b409" providerId="ADAL" clId="{43FC3250-EE2F-489E-970D-AD8C57589867}" dt="2025-07-24T09:04:02.549" v="2060" actId="1076"/>
          <ac:spMkLst>
            <pc:docMk/>
            <pc:sldMk cId="3825282558" sldId="597"/>
            <ac:spMk id="9" creationId="{201B0A84-744C-23F6-4528-9945FC0EFECC}"/>
          </ac:spMkLst>
        </pc:spChg>
        <pc:spChg chg="mod">
          <ac:chgData name="Deepika Vatsa" userId="f7100972-27fe-4ee6-8fb4-ec9b7931b409" providerId="ADAL" clId="{43FC3250-EE2F-489E-970D-AD8C57589867}" dt="2025-07-24T09:03:59.228" v="2059" actId="14100"/>
          <ac:spMkLst>
            <pc:docMk/>
            <pc:sldMk cId="3825282558" sldId="597"/>
            <ac:spMk id="10" creationId="{F18DCF59-2D3F-A81C-CBA3-6B10A9A86DE5}"/>
          </ac:spMkLst>
        </pc:spChg>
        <pc:spChg chg="del">
          <ac:chgData name="Deepika Vatsa" userId="f7100972-27fe-4ee6-8fb4-ec9b7931b409" providerId="ADAL" clId="{43FC3250-EE2F-489E-970D-AD8C57589867}" dt="2025-07-24T08:49:11.071" v="1579" actId="478"/>
          <ac:spMkLst>
            <pc:docMk/>
            <pc:sldMk cId="3825282558" sldId="597"/>
            <ac:spMk id="11" creationId="{06381CCD-359B-D8A2-1997-A5B56A02FD41}"/>
          </ac:spMkLst>
        </pc:spChg>
        <pc:spChg chg="del">
          <ac:chgData name="Deepika Vatsa" userId="f7100972-27fe-4ee6-8fb4-ec9b7931b409" providerId="ADAL" clId="{43FC3250-EE2F-489E-970D-AD8C57589867}" dt="2025-07-24T08:48:12.464" v="1578" actId="478"/>
          <ac:spMkLst>
            <pc:docMk/>
            <pc:sldMk cId="3825282558" sldId="597"/>
            <ac:spMk id="12" creationId="{054E186B-0053-1ADA-9448-E99069A759EF}"/>
          </ac:spMkLst>
        </pc:spChg>
        <pc:picChg chg="add del mod">
          <ac:chgData name="Deepika Vatsa" userId="f7100972-27fe-4ee6-8fb4-ec9b7931b409" providerId="ADAL" clId="{43FC3250-EE2F-489E-970D-AD8C57589867}" dt="2025-07-24T09:05:12.136" v="2078" actId="478"/>
          <ac:picMkLst>
            <pc:docMk/>
            <pc:sldMk cId="3825282558" sldId="597"/>
            <ac:picMk id="8" creationId="{C104A89E-73F1-AA4B-A2A5-CBD2CE60339C}"/>
          </ac:picMkLst>
        </pc:picChg>
        <pc:picChg chg="add del mod">
          <ac:chgData name="Deepika Vatsa" userId="f7100972-27fe-4ee6-8fb4-ec9b7931b409" providerId="ADAL" clId="{43FC3250-EE2F-489E-970D-AD8C57589867}" dt="2025-07-24T09:04:44.148" v="2069" actId="21"/>
          <ac:picMkLst>
            <pc:docMk/>
            <pc:sldMk cId="3825282558" sldId="597"/>
            <ac:picMk id="3074" creationId="{B5DD1E7F-B07A-CCFA-C5FC-5F4DAD97F7CD}"/>
          </ac:picMkLst>
        </pc:picChg>
        <pc:picChg chg="add mod">
          <ac:chgData name="Deepika Vatsa" userId="f7100972-27fe-4ee6-8fb4-ec9b7931b409" providerId="ADAL" clId="{43FC3250-EE2F-489E-970D-AD8C57589867}" dt="2025-07-24T09:13:54.523" v="2130" actId="1076"/>
          <ac:picMkLst>
            <pc:docMk/>
            <pc:sldMk cId="3825282558" sldId="597"/>
            <ac:picMk id="3076" creationId="{80DDF492-098F-EB7B-7E26-A66FD8A4540E}"/>
          </ac:picMkLst>
        </pc:picChg>
        <pc:picChg chg="add mod">
          <ac:chgData name="Deepika Vatsa" userId="f7100972-27fe-4ee6-8fb4-ec9b7931b409" providerId="ADAL" clId="{43FC3250-EE2F-489E-970D-AD8C57589867}" dt="2025-07-24T09:14:04.564" v="2133" actId="1076"/>
          <ac:picMkLst>
            <pc:docMk/>
            <pc:sldMk cId="3825282558" sldId="597"/>
            <ac:picMk id="3078" creationId="{BCA46BE0-3C05-716C-D675-114ECEF84416}"/>
          </ac:picMkLst>
        </pc:picChg>
        <pc:picChg chg="add del mod">
          <ac:chgData name="Deepika Vatsa" userId="f7100972-27fe-4ee6-8fb4-ec9b7931b409" providerId="ADAL" clId="{43FC3250-EE2F-489E-970D-AD8C57589867}" dt="2025-07-24T09:13:42.976" v="2108" actId="478"/>
          <ac:picMkLst>
            <pc:docMk/>
            <pc:sldMk cId="3825282558" sldId="597"/>
            <ac:picMk id="3080" creationId="{1A6E8503-1601-E61F-B38C-39D893FE2DC7}"/>
          </ac:picMkLst>
        </pc:picChg>
        <pc:inkChg chg="add del">
          <ac:chgData name="Deepika Vatsa" userId="f7100972-27fe-4ee6-8fb4-ec9b7931b409" providerId="ADAL" clId="{43FC3250-EE2F-489E-970D-AD8C57589867}" dt="2025-07-31T03:20:23.271" v="5132" actId="478"/>
          <ac:inkMkLst>
            <pc:docMk/>
            <pc:sldMk cId="3825282558" sldId="597"/>
            <ac:inkMk id="6" creationId="{999200CD-978C-E2F6-1CA1-7EF516E1897D}"/>
          </ac:inkMkLst>
        </pc:inkChg>
        <pc:inkChg chg="add del">
          <ac:chgData name="Deepika Vatsa" userId="f7100972-27fe-4ee6-8fb4-ec9b7931b409" providerId="ADAL" clId="{43FC3250-EE2F-489E-970D-AD8C57589867}" dt="2025-07-31T03:20:23.271" v="5132" actId="478"/>
          <ac:inkMkLst>
            <pc:docMk/>
            <pc:sldMk cId="3825282558" sldId="597"/>
            <ac:inkMk id="7" creationId="{A07BEA58-C8E9-7B1A-D1B3-5893CD9D989C}"/>
          </ac:inkMkLst>
        </pc:inkChg>
        <pc:inkChg chg="add del">
          <ac:chgData name="Deepika Vatsa" userId="f7100972-27fe-4ee6-8fb4-ec9b7931b409" providerId="ADAL" clId="{43FC3250-EE2F-489E-970D-AD8C57589867}" dt="2025-07-31T03:20:35.165" v="5135" actId="478"/>
          <ac:inkMkLst>
            <pc:docMk/>
            <pc:sldMk cId="3825282558" sldId="597"/>
            <ac:inkMk id="8" creationId="{310DD96E-FCDF-F076-16AA-5EA3391BE485}"/>
          </ac:inkMkLst>
        </pc:inkChg>
        <pc:inkChg chg="add del">
          <ac:chgData name="Deepika Vatsa" userId="f7100972-27fe-4ee6-8fb4-ec9b7931b409" providerId="ADAL" clId="{43FC3250-EE2F-489E-970D-AD8C57589867}" dt="2025-07-31T03:20:39.266" v="5137" actId="478"/>
          <ac:inkMkLst>
            <pc:docMk/>
            <pc:sldMk cId="3825282558" sldId="597"/>
            <ac:inkMk id="11" creationId="{6D38D8B6-F907-29F6-E38A-5763CF45E596}"/>
          </ac:inkMkLst>
        </pc:inkChg>
        <pc:inkChg chg="add del">
          <ac:chgData name="Deepika Vatsa" userId="f7100972-27fe-4ee6-8fb4-ec9b7931b409" providerId="ADAL" clId="{43FC3250-EE2F-489E-970D-AD8C57589867}" dt="2025-07-31T03:20:32.283" v="5134" actId="478"/>
          <ac:inkMkLst>
            <pc:docMk/>
            <pc:sldMk cId="3825282558" sldId="597"/>
            <ac:inkMk id="12" creationId="{EFD82AA0-1443-9158-C0FE-E9728BBE9C06}"/>
          </ac:inkMkLst>
        </pc:inkChg>
        <pc:inkChg chg="add del">
          <ac:chgData name="Deepika Vatsa" userId="f7100972-27fe-4ee6-8fb4-ec9b7931b409" providerId="ADAL" clId="{43FC3250-EE2F-489E-970D-AD8C57589867}" dt="2025-07-31T03:20:32.283" v="5134" actId="478"/>
          <ac:inkMkLst>
            <pc:docMk/>
            <pc:sldMk cId="3825282558" sldId="597"/>
            <ac:inkMk id="13" creationId="{3AF1140C-C15E-5B04-196C-B51336B95A0C}"/>
          </ac:inkMkLst>
        </pc:inkChg>
        <pc:inkChg chg="add del">
          <ac:chgData name="Deepika Vatsa" userId="f7100972-27fe-4ee6-8fb4-ec9b7931b409" providerId="ADAL" clId="{43FC3250-EE2F-489E-970D-AD8C57589867}" dt="2025-07-31T03:20:32.283" v="5134" actId="478"/>
          <ac:inkMkLst>
            <pc:docMk/>
            <pc:sldMk cId="3825282558" sldId="597"/>
            <ac:inkMk id="14" creationId="{8C12726E-40EA-2B3D-1368-0091B1CD799C}"/>
          </ac:inkMkLst>
        </pc:inkChg>
        <pc:inkChg chg="add del">
          <ac:chgData name="Deepika Vatsa" userId="f7100972-27fe-4ee6-8fb4-ec9b7931b409" providerId="ADAL" clId="{43FC3250-EE2F-489E-970D-AD8C57589867}" dt="2025-07-31T03:20:32.283" v="5134" actId="478"/>
          <ac:inkMkLst>
            <pc:docMk/>
            <pc:sldMk cId="3825282558" sldId="597"/>
            <ac:inkMk id="15" creationId="{46A73556-14AB-10C2-AE39-3687A2DF415D}"/>
          </ac:inkMkLst>
        </pc:inkChg>
        <pc:inkChg chg="add del">
          <ac:chgData name="Deepika Vatsa" userId="f7100972-27fe-4ee6-8fb4-ec9b7931b409" providerId="ADAL" clId="{43FC3250-EE2F-489E-970D-AD8C57589867}" dt="2025-07-31T03:20:32.283" v="5134" actId="478"/>
          <ac:inkMkLst>
            <pc:docMk/>
            <pc:sldMk cId="3825282558" sldId="597"/>
            <ac:inkMk id="16" creationId="{2C6B9FC8-5BEC-0A20-E5AF-C5F10C9C8A49}"/>
          </ac:inkMkLst>
        </pc:inkChg>
        <pc:inkChg chg="add del">
          <ac:chgData name="Deepika Vatsa" userId="f7100972-27fe-4ee6-8fb4-ec9b7931b409" providerId="ADAL" clId="{43FC3250-EE2F-489E-970D-AD8C57589867}" dt="2025-07-31T03:20:32.283" v="5134" actId="478"/>
          <ac:inkMkLst>
            <pc:docMk/>
            <pc:sldMk cId="3825282558" sldId="597"/>
            <ac:inkMk id="17" creationId="{A34E1CC3-3041-3C44-0A63-43E80C7574C9}"/>
          </ac:inkMkLst>
        </pc:inkChg>
        <pc:inkChg chg="add del">
          <ac:chgData name="Deepika Vatsa" userId="f7100972-27fe-4ee6-8fb4-ec9b7931b409" providerId="ADAL" clId="{43FC3250-EE2F-489E-970D-AD8C57589867}" dt="2025-07-31T03:20:37.434" v="5136" actId="478"/>
          <ac:inkMkLst>
            <pc:docMk/>
            <pc:sldMk cId="3825282558" sldId="597"/>
            <ac:inkMk id="18" creationId="{D1E10D15-1BBB-4BAA-E930-8DB7FC7E22BF}"/>
          </ac:inkMkLst>
        </pc:inkChg>
        <pc:inkChg chg="add del">
          <ac:chgData name="Deepika Vatsa" userId="f7100972-27fe-4ee6-8fb4-ec9b7931b409" providerId="ADAL" clId="{43FC3250-EE2F-489E-970D-AD8C57589867}" dt="2025-07-31T03:20:32.283" v="5134" actId="478"/>
          <ac:inkMkLst>
            <pc:docMk/>
            <pc:sldMk cId="3825282558" sldId="597"/>
            <ac:inkMk id="19" creationId="{CDF3216D-E2AE-7B18-D8ED-4ED6B4930E77}"/>
          </ac:inkMkLst>
        </pc:inkChg>
        <pc:inkChg chg="add del">
          <ac:chgData name="Deepika Vatsa" userId="f7100972-27fe-4ee6-8fb4-ec9b7931b409" providerId="ADAL" clId="{43FC3250-EE2F-489E-970D-AD8C57589867}" dt="2025-07-31T03:20:32.283" v="5134" actId="478"/>
          <ac:inkMkLst>
            <pc:docMk/>
            <pc:sldMk cId="3825282558" sldId="597"/>
            <ac:inkMk id="20" creationId="{876ED603-470D-6FC2-6EC9-5EE979905F6C}"/>
          </ac:inkMkLst>
        </pc:inkChg>
        <pc:inkChg chg="add del">
          <ac:chgData name="Deepika Vatsa" userId="f7100972-27fe-4ee6-8fb4-ec9b7931b409" providerId="ADAL" clId="{43FC3250-EE2F-489E-970D-AD8C57589867}" dt="2025-07-31T03:20:35.165" v="5135" actId="478"/>
          <ac:inkMkLst>
            <pc:docMk/>
            <pc:sldMk cId="3825282558" sldId="597"/>
            <ac:inkMk id="21" creationId="{10432B06-8F85-5BAC-7F1A-0274E186B66D}"/>
          </ac:inkMkLst>
        </pc:inkChg>
        <pc:inkChg chg="add del">
          <ac:chgData name="Deepika Vatsa" userId="f7100972-27fe-4ee6-8fb4-ec9b7931b409" providerId="ADAL" clId="{43FC3250-EE2F-489E-970D-AD8C57589867}" dt="2025-07-31T03:20:35.165" v="5135" actId="478"/>
          <ac:inkMkLst>
            <pc:docMk/>
            <pc:sldMk cId="3825282558" sldId="597"/>
            <ac:inkMk id="22" creationId="{FC8308A0-D516-EAA1-45F5-639D95C99A3C}"/>
          </ac:inkMkLst>
        </pc:inkChg>
        <pc:inkChg chg="add del">
          <ac:chgData name="Deepika Vatsa" userId="f7100972-27fe-4ee6-8fb4-ec9b7931b409" providerId="ADAL" clId="{43FC3250-EE2F-489E-970D-AD8C57589867}" dt="2025-07-31T03:20:32.283" v="5134" actId="478"/>
          <ac:inkMkLst>
            <pc:docMk/>
            <pc:sldMk cId="3825282558" sldId="597"/>
            <ac:inkMk id="23" creationId="{EE4C7723-97EE-2288-770E-E828AEBAC14E}"/>
          </ac:inkMkLst>
        </pc:inkChg>
      </pc:sldChg>
      <pc:sldChg chg="addSp delSp modSp add mod">
        <pc:chgData name="Deepika Vatsa" userId="f7100972-27fe-4ee6-8fb4-ec9b7931b409" providerId="ADAL" clId="{43FC3250-EE2F-489E-970D-AD8C57589867}" dt="2025-07-30T11:18:53.748" v="4983" actId="9405"/>
        <pc:sldMkLst>
          <pc:docMk/>
          <pc:sldMk cId="1827776172" sldId="598"/>
        </pc:sldMkLst>
        <pc:spChg chg="del">
          <ac:chgData name="Deepika Vatsa" userId="f7100972-27fe-4ee6-8fb4-ec9b7931b409" providerId="ADAL" clId="{43FC3250-EE2F-489E-970D-AD8C57589867}" dt="2025-07-24T09:14:13.047" v="2135" actId="478"/>
          <ac:spMkLst>
            <pc:docMk/>
            <pc:sldMk cId="1827776172" sldId="598"/>
            <ac:spMk id="4" creationId="{4D157D1B-7F8A-9A8B-D14E-A8A739CD19A9}"/>
          </ac:spMkLst>
        </pc:spChg>
        <pc:spChg chg="del">
          <ac:chgData name="Deepika Vatsa" userId="f7100972-27fe-4ee6-8fb4-ec9b7931b409" providerId="ADAL" clId="{43FC3250-EE2F-489E-970D-AD8C57589867}" dt="2025-07-24T09:14:10.996" v="2134" actId="478"/>
          <ac:spMkLst>
            <pc:docMk/>
            <pc:sldMk cId="1827776172" sldId="598"/>
            <ac:spMk id="5" creationId="{68009DD6-B443-C5DB-F60A-21FC1529A21C}"/>
          </ac:spMkLst>
        </pc:spChg>
        <pc:spChg chg="mod">
          <ac:chgData name="Deepika Vatsa" userId="f7100972-27fe-4ee6-8fb4-ec9b7931b409" providerId="ADAL" clId="{43FC3250-EE2F-489E-970D-AD8C57589867}" dt="2025-07-30T10:57:17.523" v="4841" actId="113"/>
          <ac:spMkLst>
            <pc:docMk/>
            <pc:sldMk cId="1827776172" sldId="598"/>
            <ac:spMk id="6" creationId="{E4445506-10DA-6C8E-B875-EB21FB0E8E0C}"/>
          </ac:spMkLst>
        </pc:spChg>
        <pc:spChg chg="mod">
          <ac:chgData name="Deepika Vatsa" userId="f7100972-27fe-4ee6-8fb4-ec9b7931b409" providerId="ADAL" clId="{43FC3250-EE2F-489E-970D-AD8C57589867}" dt="2025-07-24T09:14:58.360" v="2206" actId="1076"/>
          <ac:spMkLst>
            <pc:docMk/>
            <pc:sldMk cId="1827776172" sldId="598"/>
            <ac:spMk id="7" creationId="{17E1BA5B-066B-4677-2290-A7CE14E52D1D}"/>
          </ac:spMkLst>
        </pc:spChg>
        <pc:spChg chg="del">
          <ac:chgData name="Deepika Vatsa" userId="f7100972-27fe-4ee6-8fb4-ec9b7931b409" providerId="ADAL" clId="{43FC3250-EE2F-489E-970D-AD8C57589867}" dt="2025-07-24T09:14:14.640" v="2136" actId="478"/>
          <ac:spMkLst>
            <pc:docMk/>
            <pc:sldMk cId="1827776172" sldId="598"/>
            <ac:spMk id="9" creationId="{201B0A84-744C-23F6-4528-9945FC0EFECC}"/>
          </ac:spMkLst>
        </pc:spChg>
        <pc:spChg chg="del">
          <ac:chgData name="Deepika Vatsa" userId="f7100972-27fe-4ee6-8fb4-ec9b7931b409" providerId="ADAL" clId="{43FC3250-EE2F-489E-970D-AD8C57589867}" dt="2025-07-24T09:14:16.720" v="2137" actId="478"/>
          <ac:spMkLst>
            <pc:docMk/>
            <pc:sldMk cId="1827776172" sldId="598"/>
            <ac:spMk id="10" creationId="{F18DCF59-2D3F-A81C-CBA3-6B10A9A86DE5}"/>
          </ac:spMkLst>
        </pc:spChg>
        <pc:graphicFrameChg chg="add del mod">
          <ac:chgData name="Deepika Vatsa" userId="f7100972-27fe-4ee6-8fb4-ec9b7931b409" providerId="ADAL" clId="{43FC3250-EE2F-489E-970D-AD8C57589867}" dt="2025-07-24T10:08:22.316" v="2237"/>
          <ac:graphicFrameMkLst>
            <pc:docMk/>
            <pc:sldMk cId="1827776172" sldId="598"/>
            <ac:graphicFrameMk id="8" creationId="{E356FF6A-B294-E281-97B6-2D36BACF6538}"/>
          </ac:graphicFrameMkLst>
        </pc:graphicFrameChg>
        <pc:picChg chg="del">
          <ac:chgData name="Deepika Vatsa" userId="f7100972-27fe-4ee6-8fb4-ec9b7931b409" providerId="ADAL" clId="{43FC3250-EE2F-489E-970D-AD8C57589867}" dt="2025-07-24T09:14:20.172" v="2139" actId="478"/>
          <ac:picMkLst>
            <pc:docMk/>
            <pc:sldMk cId="1827776172" sldId="598"/>
            <ac:picMk id="3076" creationId="{80DDF492-098F-EB7B-7E26-A66FD8A4540E}"/>
          </ac:picMkLst>
        </pc:picChg>
        <pc:picChg chg="del">
          <ac:chgData name="Deepika Vatsa" userId="f7100972-27fe-4ee6-8fb4-ec9b7931b409" providerId="ADAL" clId="{43FC3250-EE2F-489E-970D-AD8C57589867}" dt="2025-07-24T09:14:18.273" v="2138" actId="478"/>
          <ac:picMkLst>
            <pc:docMk/>
            <pc:sldMk cId="1827776172" sldId="598"/>
            <ac:picMk id="3078" creationId="{BCA46BE0-3C05-716C-D675-114ECEF84416}"/>
          </ac:picMkLst>
        </pc:picChg>
        <pc:picChg chg="mod">
          <ac:chgData name="Deepika Vatsa" userId="f7100972-27fe-4ee6-8fb4-ec9b7931b409" providerId="ADAL" clId="{43FC3250-EE2F-489E-970D-AD8C57589867}" dt="2025-07-24T09:15:01.091" v="2207" actId="1076"/>
          <ac:picMkLst>
            <pc:docMk/>
            <pc:sldMk cId="1827776172" sldId="598"/>
            <ac:picMk id="3080" creationId="{1A6E8503-1601-E61F-B38C-39D893FE2DC7}"/>
          </ac:picMkLst>
        </pc:picChg>
        <pc:inkChg chg="add">
          <ac:chgData name="Deepika Vatsa" userId="f7100972-27fe-4ee6-8fb4-ec9b7931b409" providerId="ADAL" clId="{43FC3250-EE2F-489E-970D-AD8C57589867}" dt="2025-07-30T11:18:53.748" v="4983" actId="9405"/>
          <ac:inkMkLst>
            <pc:docMk/>
            <pc:sldMk cId="1827776172" sldId="598"/>
            <ac:inkMk id="4" creationId="{EC4B8F28-29C4-817B-4659-5F543CC7866D}"/>
          </ac:inkMkLst>
        </pc:inkChg>
      </pc:sldChg>
      <pc:sldChg chg="del">
        <pc:chgData name="Deepika Vatsa" userId="f7100972-27fe-4ee6-8fb4-ec9b7931b409" providerId="ADAL" clId="{43FC3250-EE2F-489E-970D-AD8C57589867}" dt="2025-07-23T11:05:11.946" v="73" actId="47"/>
        <pc:sldMkLst>
          <pc:docMk/>
          <pc:sldMk cId="4006034928" sldId="598"/>
        </pc:sldMkLst>
      </pc:sldChg>
      <pc:sldChg chg="del">
        <pc:chgData name="Deepika Vatsa" userId="f7100972-27fe-4ee6-8fb4-ec9b7931b409" providerId="ADAL" clId="{43FC3250-EE2F-489E-970D-AD8C57589867}" dt="2025-07-23T11:05:11.946" v="73" actId="47"/>
        <pc:sldMkLst>
          <pc:docMk/>
          <pc:sldMk cId="2158759759" sldId="599"/>
        </pc:sldMkLst>
      </pc:sldChg>
      <pc:sldChg chg="addSp delSp modSp add mod">
        <pc:chgData name="Deepika Vatsa" userId="f7100972-27fe-4ee6-8fb4-ec9b7931b409" providerId="ADAL" clId="{43FC3250-EE2F-489E-970D-AD8C57589867}" dt="2025-07-31T03:20:49.462" v="5138" actId="478"/>
        <pc:sldMkLst>
          <pc:docMk/>
          <pc:sldMk cId="3105522451" sldId="599"/>
        </pc:sldMkLst>
        <pc:spChg chg="add del mod">
          <ac:chgData name="Deepika Vatsa" userId="f7100972-27fe-4ee6-8fb4-ec9b7931b409" providerId="ADAL" clId="{43FC3250-EE2F-489E-970D-AD8C57589867}" dt="2025-07-24T10:16:50.783" v="2596" actId="478"/>
          <ac:spMkLst>
            <pc:docMk/>
            <pc:sldMk cId="3105522451" sldId="599"/>
            <ac:spMk id="4" creationId="{5C722B7B-45D8-F737-2062-6EFF58819A4B}"/>
          </ac:spMkLst>
        </pc:spChg>
        <pc:spChg chg="mod">
          <ac:chgData name="Deepika Vatsa" userId="f7100972-27fe-4ee6-8fb4-ec9b7931b409" providerId="ADAL" clId="{43FC3250-EE2F-489E-970D-AD8C57589867}" dt="2025-07-24T10:16:48.325" v="2595" actId="6549"/>
          <ac:spMkLst>
            <pc:docMk/>
            <pc:sldMk cId="3105522451" sldId="599"/>
            <ac:spMk id="11" creationId="{06381CCD-359B-D8A2-1997-A5B56A02FD41}"/>
          </ac:spMkLst>
        </pc:spChg>
        <pc:grpChg chg="del mod">
          <ac:chgData name="Deepika Vatsa" userId="f7100972-27fe-4ee6-8fb4-ec9b7931b409" providerId="ADAL" clId="{43FC3250-EE2F-489E-970D-AD8C57589867}" dt="2025-07-30T11:20:37.040" v="5029"/>
          <ac:grpSpMkLst>
            <pc:docMk/>
            <pc:sldMk cId="3105522451" sldId="599"/>
            <ac:grpSpMk id="20" creationId="{284B770F-47B1-681C-B0D9-FB4909D358B4}"/>
          </ac:grpSpMkLst>
        </pc:grpChg>
        <pc:grpChg chg="del mod">
          <ac:chgData name="Deepika Vatsa" userId="f7100972-27fe-4ee6-8fb4-ec9b7931b409" providerId="ADAL" clId="{43FC3250-EE2F-489E-970D-AD8C57589867}" dt="2025-07-30T11:19:50.513" v="5015"/>
          <ac:grpSpMkLst>
            <pc:docMk/>
            <pc:sldMk cId="3105522451" sldId="599"/>
            <ac:grpSpMk id="36" creationId="{3B465D9F-F600-5251-1BB9-14A183D2ABF7}"/>
          </ac:grpSpMkLst>
        </pc:grpChg>
        <pc:grpChg chg="del mod">
          <ac:chgData name="Deepika Vatsa" userId="f7100972-27fe-4ee6-8fb4-ec9b7931b409" providerId="ADAL" clId="{43FC3250-EE2F-489E-970D-AD8C57589867}" dt="2025-07-30T11:19:50.513" v="5015"/>
          <ac:grpSpMkLst>
            <pc:docMk/>
            <pc:sldMk cId="3105522451" sldId="599"/>
            <ac:grpSpMk id="37" creationId="{020F0B03-19BF-1152-0769-067D8C327187}"/>
          </ac:grpSpMkLst>
        </pc:grpChg>
        <pc:grpChg chg="del mod">
          <ac:chgData name="Deepika Vatsa" userId="f7100972-27fe-4ee6-8fb4-ec9b7931b409" providerId="ADAL" clId="{43FC3250-EE2F-489E-970D-AD8C57589867}" dt="2025-07-30T11:19:58.527" v="5017"/>
          <ac:grpSpMkLst>
            <pc:docMk/>
            <pc:sldMk cId="3105522451" sldId="599"/>
            <ac:grpSpMk id="38" creationId="{AFAEB07E-D2DB-17EB-F288-7A6B2A18D45E}"/>
          </ac:grpSpMkLst>
        </pc:grpChg>
        <pc:grpChg chg="del mod">
          <ac:chgData name="Deepika Vatsa" userId="f7100972-27fe-4ee6-8fb4-ec9b7931b409" providerId="ADAL" clId="{43FC3250-EE2F-489E-970D-AD8C57589867}" dt="2025-07-30T11:20:04.241" v="5019"/>
          <ac:grpSpMkLst>
            <pc:docMk/>
            <pc:sldMk cId="3105522451" sldId="599"/>
            <ac:grpSpMk id="40" creationId="{C19E343C-CD15-101D-248D-16C868B15F2A}"/>
          </ac:grpSpMkLst>
        </pc:grpChg>
        <pc:grpChg chg="del mod">
          <ac:chgData name="Deepika Vatsa" userId="f7100972-27fe-4ee6-8fb4-ec9b7931b409" providerId="ADAL" clId="{43FC3250-EE2F-489E-970D-AD8C57589867}" dt="2025-07-30T11:20:11.834" v="5023"/>
          <ac:grpSpMkLst>
            <pc:docMk/>
            <pc:sldMk cId="3105522451" sldId="599"/>
            <ac:grpSpMk id="42" creationId="{CDE169BE-E1AA-50BF-EB38-ABFE78BFBABD}"/>
          </ac:grpSpMkLst>
        </pc:grpChg>
        <pc:grpChg chg="del mod">
          <ac:chgData name="Deepika Vatsa" userId="f7100972-27fe-4ee6-8fb4-ec9b7931b409" providerId="ADAL" clId="{43FC3250-EE2F-489E-970D-AD8C57589867}" dt="2025-07-31T03:20:49.462" v="5138" actId="478"/>
          <ac:grpSpMkLst>
            <pc:docMk/>
            <pc:sldMk cId="3105522451" sldId="599"/>
            <ac:grpSpMk id="46" creationId="{CB7E83CE-FBF9-F914-92F8-2E67EC587951}"/>
          </ac:grpSpMkLst>
        </pc:grpChg>
        <pc:grpChg chg="del mod">
          <ac:chgData name="Deepika Vatsa" userId="f7100972-27fe-4ee6-8fb4-ec9b7931b409" providerId="ADAL" clId="{43FC3250-EE2F-489E-970D-AD8C57589867}" dt="2025-07-31T03:20:49.462" v="5138" actId="478"/>
          <ac:grpSpMkLst>
            <pc:docMk/>
            <pc:sldMk cId="3105522451" sldId="599"/>
            <ac:grpSpMk id="52" creationId="{AC6AE8C3-F487-23B0-C556-A90964344A1B}"/>
          </ac:grpSpMkLst>
        </pc:grpChg>
        <pc:inkChg chg="add del">
          <ac:chgData name="Deepika Vatsa" userId="f7100972-27fe-4ee6-8fb4-ec9b7931b409" providerId="ADAL" clId="{43FC3250-EE2F-489E-970D-AD8C57589867}" dt="2025-07-31T03:20:49.462" v="5138" actId="478"/>
          <ac:inkMkLst>
            <pc:docMk/>
            <pc:sldMk cId="3105522451" sldId="599"/>
            <ac:inkMk id="4" creationId="{F1C285B7-D4F3-C355-86F8-02CB1C66E234}"/>
          </ac:inkMkLst>
        </pc:inkChg>
        <pc:inkChg chg="add del">
          <ac:chgData name="Deepika Vatsa" userId="f7100972-27fe-4ee6-8fb4-ec9b7931b409" providerId="ADAL" clId="{43FC3250-EE2F-489E-970D-AD8C57589867}" dt="2025-07-31T03:20:49.462" v="5138" actId="478"/>
          <ac:inkMkLst>
            <pc:docMk/>
            <pc:sldMk cId="3105522451" sldId="599"/>
            <ac:inkMk id="5" creationId="{5C9E8FFE-B9FC-03B2-C440-9BC4DDC79A94}"/>
          </ac:inkMkLst>
        </pc:inkChg>
        <pc:inkChg chg="add del">
          <ac:chgData name="Deepika Vatsa" userId="f7100972-27fe-4ee6-8fb4-ec9b7931b409" providerId="ADAL" clId="{43FC3250-EE2F-489E-970D-AD8C57589867}" dt="2025-07-31T03:20:49.462" v="5138" actId="478"/>
          <ac:inkMkLst>
            <pc:docMk/>
            <pc:sldMk cId="3105522451" sldId="599"/>
            <ac:inkMk id="6" creationId="{234F7554-F1AC-CF21-C72C-1239393ABA68}"/>
          </ac:inkMkLst>
        </pc:inkChg>
        <pc:inkChg chg="add del">
          <ac:chgData name="Deepika Vatsa" userId="f7100972-27fe-4ee6-8fb4-ec9b7931b409" providerId="ADAL" clId="{43FC3250-EE2F-489E-970D-AD8C57589867}" dt="2025-07-31T03:20:49.462" v="5138" actId="478"/>
          <ac:inkMkLst>
            <pc:docMk/>
            <pc:sldMk cId="3105522451" sldId="599"/>
            <ac:inkMk id="7" creationId="{A0A6DD59-251E-420A-D8DF-6826AF831365}"/>
          </ac:inkMkLst>
        </pc:inkChg>
        <pc:inkChg chg="add del">
          <ac:chgData name="Deepika Vatsa" userId="f7100972-27fe-4ee6-8fb4-ec9b7931b409" providerId="ADAL" clId="{43FC3250-EE2F-489E-970D-AD8C57589867}" dt="2025-07-31T03:20:49.462" v="5138" actId="478"/>
          <ac:inkMkLst>
            <pc:docMk/>
            <pc:sldMk cId="3105522451" sldId="599"/>
            <ac:inkMk id="8" creationId="{95770007-C3BF-1FCC-88D1-D41429B12E82}"/>
          </ac:inkMkLst>
        </pc:inkChg>
        <pc:inkChg chg="add mod">
          <ac:chgData name="Deepika Vatsa" userId="f7100972-27fe-4ee6-8fb4-ec9b7931b409" providerId="ADAL" clId="{43FC3250-EE2F-489E-970D-AD8C57589867}" dt="2025-07-30T11:20:37.040" v="5029"/>
          <ac:inkMkLst>
            <pc:docMk/>
            <pc:sldMk cId="3105522451" sldId="599"/>
            <ac:inkMk id="9" creationId="{CA17CDE4-33EA-5CD8-33EA-A3C5549FA482}"/>
          </ac:inkMkLst>
        </pc:inkChg>
        <pc:inkChg chg="add mod">
          <ac:chgData name="Deepika Vatsa" userId="f7100972-27fe-4ee6-8fb4-ec9b7931b409" providerId="ADAL" clId="{43FC3250-EE2F-489E-970D-AD8C57589867}" dt="2025-07-30T11:20:37.040" v="5029"/>
          <ac:inkMkLst>
            <pc:docMk/>
            <pc:sldMk cId="3105522451" sldId="599"/>
            <ac:inkMk id="10" creationId="{DB90DB2E-B25C-FC49-078C-E1102F9257F0}"/>
          </ac:inkMkLst>
        </pc:inkChg>
        <pc:inkChg chg="add mod">
          <ac:chgData name="Deepika Vatsa" userId="f7100972-27fe-4ee6-8fb4-ec9b7931b409" providerId="ADAL" clId="{43FC3250-EE2F-489E-970D-AD8C57589867}" dt="2025-07-30T11:20:37.040" v="5029"/>
          <ac:inkMkLst>
            <pc:docMk/>
            <pc:sldMk cId="3105522451" sldId="599"/>
            <ac:inkMk id="12" creationId="{2C5F0FB0-46EF-F23C-645F-59E5EFE486C7}"/>
          </ac:inkMkLst>
        </pc:inkChg>
        <pc:inkChg chg="add mod">
          <ac:chgData name="Deepika Vatsa" userId="f7100972-27fe-4ee6-8fb4-ec9b7931b409" providerId="ADAL" clId="{43FC3250-EE2F-489E-970D-AD8C57589867}" dt="2025-07-30T11:20:37.040" v="5029"/>
          <ac:inkMkLst>
            <pc:docMk/>
            <pc:sldMk cId="3105522451" sldId="599"/>
            <ac:inkMk id="13" creationId="{E11157EC-A25E-9304-11CD-B19FC92B8D79}"/>
          </ac:inkMkLst>
        </pc:inkChg>
        <pc:inkChg chg="add mod">
          <ac:chgData name="Deepika Vatsa" userId="f7100972-27fe-4ee6-8fb4-ec9b7931b409" providerId="ADAL" clId="{43FC3250-EE2F-489E-970D-AD8C57589867}" dt="2025-07-30T11:20:37.040" v="5029"/>
          <ac:inkMkLst>
            <pc:docMk/>
            <pc:sldMk cId="3105522451" sldId="599"/>
            <ac:inkMk id="14" creationId="{A928B8AC-042A-3EAE-8B06-4FE4709DE0E2}"/>
          </ac:inkMkLst>
        </pc:inkChg>
        <pc:inkChg chg="add mod">
          <ac:chgData name="Deepika Vatsa" userId="f7100972-27fe-4ee6-8fb4-ec9b7931b409" providerId="ADAL" clId="{43FC3250-EE2F-489E-970D-AD8C57589867}" dt="2025-07-30T11:20:37.040" v="5029"/>
          <ac:inkMkLst>
            <pc:docMk/>
            <pc:sldMk cId="3105522451" sldId="599"/>
            <ac:inkMk id="15" creationId="{9B648765-8054-5FBB-682E-FB5F85CFF2C6}"/>
          </ac:inkMkLst>
        </pc:inkChg>
        <pc:inkChg chg="add mod">
          <ac:chgData name="Deepika Vatsa" userId="f7100972-27fe-4ee6-8fb4-ec9b7931b409" providerId="ADAL" clId="{43FC3250-EE2F-489E-970D-AD8C57589867}" dt="2025-07-30T11:20:37.040" v="5029"/>
          <ac:inkMkLst>
            <pc:docMk/>
            <pc:sldMk cId="3105522451" sldId="599"/>
            <ac:inkMk id="16" creationId="{7EC0A28D-ECAA-27C8-5B88-B0FD4E4E3C3E}"/>
          </ac:inkMkLst>
        </pc:inkChg>
        <pc:inkChg chg="add mod">
          <ac:chgData name="Deepika Vatsa" userId="f7100972-27fe-4ee6-8fb4-ec9b7931b409" providerId="ADAL" clId="{43FC3250-EE2F-489E-970D-AD8C57589867}" dt="2025-07-30T11:20:37.040" v="5029"/>
          <ac:inkMkLst>
            <pc:docMk/>
            <pc:sldMk cId="3105522451" sldId="599"/>
            <ac:inkMk id="17" creationId="{15C226DE-4B7C-4E2F-AF2F-EE1EFA67C6FB}"/>
          </ac:inkMkLst>
        </pc:inkChg>
        <pc:inkChg chg="add mod">
          <ac:chgData name="Deepika Vatsa" userId="f7100972-27fe-4ee6-8fb4-ec9b7931b409" providerId="ADAL" clId="{43FC3250-EE2F-489E-970D-AD8C57589867}" dt="2025-07-30T11:20:37.040" v="5029"/>
          <ac:inkMkLst>
            <pc:docMk/>
            <pc:sldMk cId="3105522451" sldId="599"/>
            <ac:inkMk id="18" creationId="{5D170D60-FD50-71C5-0931-670FE5E46BD1}"/>
          </ac:inkMkLst>
        </pc:inkChg>
        <pc:inkChg chg="add mod">
          <ac:chgData name="Deepika Vatsa" userId="f7100972-27fe-4ee6-8fb4-ec9b7931b409" providerId="ADAL" clId="{43FC3250-EE2F-489E-970D-AD8C57589867}" dt="2025-07-30T11:20:37.040" v="5029"/>
          <ac:inkMkLst>
            <pc:docMk/>
            <pc:sldMk cId="3105522451" sldId="599"/>
            <ac:inkMk id="19" creationId="{73D1F84F-12AA-986C-D649-40C7E692FFE0}"/>
          </ac:inkMkLst>
        </pc:inkChg>
        <pc:inkChg chg="add mod">
          <ac:chgData name="Deepika Vatsa" userId="f7100972-27fe-4ee6-8fb4-ec9b7931b409" providerId="ADAL" clId="{43FC3250-EE2F-489E-970D-AD8C57589867}" dt="2025-07-30T11:20:11.834" v="5023"/>
          <ac:inkMkLst>
            <pc:docMk/>
            <pc:sldMk cId="3105522451" sldId="599"/>
            <ac:inkMk id="21" creationId="{AB3E0678-4EA1-C410-A008-6C6F68C58A4A}"/>
          </ac:inkMkLst>
        </pc:inkChg>
        <pc:inkChg chg="add mod">
          <ac:chgData name="Deepika Vatsa" userId="f7100972-27fe-4ee6-8fb4-ec9b7931b409" providerId="ADAL" clId="{43FC3250-EE2F-489E-970D-AD8C57589867}" dt="2025-07-30T11:20:11.834" v="5023"/>
          <ac:inkMkLst>
            <pc:docMk/>
            <pc:sldMk cId="3105522451" sldId="599"/>
            <ac:inkMk id="22" creationId="{E7E0B240-C491-5F6E-F631-00E7C9B109C3}"/>
          </ac:inkMkLst>
        </pc:inkChg>
        <pc:inkChg chg="add mod">
          <ac:chgData name="Deepika Vatsa" userId="f7100972-27fe-4ee6-8fb4-ec9b7931b409" providerId="ADAL" clId="{43FC3250-EE2F-489E-970D-AD8C57589867}" dt="2025-07-30T11:20:11.834" v="5023"/>
          <ac:inkMkLst>
            <pc:docMk/>
            <pc:sldMk cId="3105522451" sldId="599"/>
            <ac:inkMk id="23" creationId="{74C158E0-D26C-9CB9-311D-CA96FA37EAF0}"/>
          </ac:inkMkLst>
        </pc:inkChg>
        <pc:inkChg chg="add mod">
          <ac:chgData name="Deepika Vatsa" userId="f7100972-27fe-4ee6-8fb4-ec9b7931b409" providerId="ADAL" clId="{43FC3250-EE2F-489E-970D-AD8C57589867}" dt="2025-07-30T11:20:11.834" v="5023"/>
          <ac:inkMkLst>
            <pc:docMk/>
            <pc:sldMk cId="3105522451" sldId="599"/>
            <ac:inkMk id="24" creationId="{AE5CB2AD-6663-E407-184A-6DB8637E01D9}"/>
          </ac:inkMkLst>
        </pc:inkChg>
        <pc:inkChg chg="add mod">
          <ac:chgData name="Deepika Vatsa" userId="f7100972-27fe-4ee6-8fb4-ec9b7931b409" providerId="ADAL" clId="{43FC3250-EE2F-489E-970D-AD8C57589867}" dt="2025-07-30T11:20:11.834" v="5023"/>
          <ac:inkMkLst>
            <pc:docMk/>
            <pc:sldMk cId="3105522451" sldId="599"/>
            <ac:inkMk id="25" creationId="{C459A8BF-C796-0E7B-96EE-16D1CB530C39}"/>
          </ac:inkMkLst>
        </pc:inkChg>
        <pc:inkChg chg="add mod">
          <ac:chgData name="Deepika Vatsa" userId="f7100972-27fe-4ee6-8fb4-ec9b7931b409" providerId="ADAL" clId="{43FC3250-EE2F-489E-970D-AD8C57589867}" dt="2025-07-30T11:20:11.834" v="5023"/>
          <ac:inkMkLst>
            <pc:docMk/>
            <pc:sldMk cId="3105522451" sldId="599"/>
            <ac:inkMk id="26" creationId="{37FC827F-8731-D503-9FD4-B5CB1C34B06F}"/>
          </ac:inkMkLst>
        </pc:inkChg>
        <pc:inkChg chg="add mod">
          <ac:chgData name="Deepika Vatsa" userId="f7100972-27fe-4ee6-8fb4-ec9b7931b409" providerId="ADAL" clId="{43FC3250-EE2F-489E-970D-AD8C57589867}" dt="2025-07-30T11:20:11.834" v="5023"/>
          <ac:inkMkLst>
            <pc:docMk/>
            <pc:sldMk cId="3105522451" sldId="599"/>
            <ac:inkMk id="27" creationId="{2E95D460-A152-9DC2-67FA-999EE1F83D4A}"/>
          </ac:inkMkLst>
        </pc:inkChg>
        <pc:inkChg chg="add mod">
          <ac:chgData name="Deepika Vatsa" userId="f7100972-27fe-4ee6-8fb4-ec9b7931b409" providerId="ADAL" clId="{43FC3250-EE2F-489E-970D-AD8C57589867}" dt="2025-07-30T11:20:11.834" v="5023"/>
          <ac:inkMkLst>
            <pc:docMk/>
            <pc:sldMk cId="3105522451" sldId="599"/>
            <ac:inkMk id="28" creationId="{A7FAC3C3-B558-6638-D49D-673CE940F121}"/>
          </ac:inkMkLst>
        </pc:inkChg>
        <pc:inkChg chg="add mod">
          <ac:chgData name="Deepika Vatsa" userId="f7100972-27fe-4ee6-8fb4-ec9b7931b409" providerId="ADAL" clId="{43FC3250-EE2F-489E-970D-AD8C57589867}" dt="2025-07-30T11:20:11.834" v="5023"/>
          <ac:inkMkLst>
            <pc:docMk/>
            <pc:sldMk cId="3105522451" sldId="599"/>
            <ac:inkMk id="29" creationId="{0EE25888-87D1-5107-0044-83F868C801D8}"/>
          </ac:inkMkLst>
        </pc:inkChg>
        <pc:inkChg chg="add mod">
          <ac:chgData name="Deepika Vatsa" userId="f7100972-27fe-4ee6-8fb4-ec9b7931b409" providerId="ADAL" clId="{43FC3250-EE2F-489E-970D-AD8C57589867}" dt="2025-07-30T11:20:11.834" v="5023"/>
          <ac:inkMkLst>
            <pc:docMk/>
            <pc:sldMk cId="3105522451" sldId="599"/>
            <ac:inkMk id="30" creationId="{F8C48800-6796-7EBB-4483-9EA440826E67}"/>
          </ac:inkMkLst>
        </pc:inkChg>
        <pc:inkChg chg="add mod">
          <ac:chgData name="Deepika Vatsa" userId="f7100972-27fe-4ee6-8fb4-ec9b7931b409" providerId="ADAL" clId="{43FC3250-EE2F-489E-970D-AD8C57589867}" dt="2025-07-30T11:20:11.834" v="5023"/>
          <ac:inkMkLst>
            <pc:docMk/>
            <pc:sldMk cId="3105522451" sldId="599"/>
            <ac:inkMk id="31" creationId="{738ED591-29ED-9ED1-1713-1C407B374A6E}"/>
          </ac:inkMkLst>
        </pc:inkChg>
        <pc:inkChg chg="add mod">
          <ac:chgData name="Deepika Vatsa" userId="f7100972-27fe-4ee6-8fb4-ec9b7931b409" providerId="ADAL" clId="{43FC3250-EE2F-489E-970D-AD8C57589867}" dt="2025-07-30T11:20:11.834" v="5023"/>
          <ac:inkMkLst>
            <pc:docMk/>
            <pc:sldMk cId="3105522451" sldId="599"/>
            <ac:inkMk id="32" creationId="{D68C2328-5CC9-7C2A-4412-41200D3FC309}"/>
          </ac:inkMkLst>
        </pc:inkChg>
        <pc:inkChg chg="add mod">
          <ac:chgData name="Deepika Vatsa" userId="f7100972-27fe-4ee6-8fb4-ec9b7931b409" providerId="ADAL" clId="{43FC3250-EE2F-489E-970D-AD8C57589867}" dt="2025-07-30T11:20:11.834" v="5023"/>
          <ac:inkMkLst>
            <pc:docMk/>
            <pc:sldMk cId="3105522451" sldId="599"/>
            <ac:inkMk id="33" creationId="{BFA758BA-2E06-6B7E-5F96-F91150F4ACE0}"/>
          </ac:inkMkLst>
        </pc:inkChg>
        <pc:inkChg chg="add mod">
          <ac:chgData name="Deepika Vatsa" userId="f7100972-27fe-4ee6-8fb4-ec9b7931b409" providerId="ADAL" clId="{43FC3250-EE2F-489E-970D-AD8C57589867}" dt="2025-07-30T11:20:11.834" v="5023"/>
          <ac:inkMkLst>
            <pc:docMk/>
            <pc:sldMk cId="3105522451" sldId="599"/>
            <ac:inkMk id="34" creationId="{40995FC2-5F51-92F8-E8A2-2B638BAFF788}"/>
          </ac:inkMkLst>
        </pc:inkChg>
        <pc:inkChg chg="add mod">
          <ac:chgData name="Deepika Vatsa" userId="f7100972-27fe-4ee6-8fb4-ec9b7931b409" providerId="ADAL" clId="{43FC3250-EE2F-489E-970D-AD8C57589867}" dt="2025-07-30T11:20:11.834" v="5023"/>
          <ac:inkMkLst>
            <pc:docMk/>
            <pc:sldMk cId="3105522451" sldId="599"/>
            <ac:inkMk id="35" creationId="{C5A7F857-F0D9-239B-C587-9EE2E3820F75}"/>
          </ac:inkMkLst>
        </pc:inkChg>
        <pc:inkChg chg="add del mod">
          <ac:chgData name="Deepika Vatsa" userId="f7100972-27fe-4ee6-8fb4-ec9b7931b409" providerId="ADAL" clId="{43FC3250-EE2F-489E-970D-AD8C57589867}" dt="2025-07-31T03:20:49.462" v="5138" actId="478"/>
          <ac:inkMkLst>
            <pc:docMk/>
            <pc:sldMk cId="3105522451" sldId="599"/>
            <ac:inkMk id="39" creationId="{287A6455-BADF-D527-1ADF-F0F6C57B4000}"/>
          </ac:inkMkLst>
        </pc:inkChg>
        <pc:inkChg chg="add del mod">
          <ac:chgData name="Deepika Vatsa" userId="f7100972-27fe-4ee6-8fb4-ec9b7931b409" providerId="ADAL" clId="{43FC3250-EE2F-489E-970D-AD8C57589867}" dt="2025-07-31T03:20:49.462" v="5138" actId="478"/>
          <ac:inkMkLst>
            <pc:docMk/>
            <pc:sldMk cId="3105522451" sldId="599"/>
            <ac:inkMk id="41" creationId="{88EFCC5B-B72D-A027-0C48-F0486B1B73D6}"/>
          </ac:inkMkLst>
        </pc:inkChg>
        <pc:inkChg chg="add mod">
          <ac:chgData name="Deepika Vatsa" userId="f7100972-27fe-4ee6-8fb4-ec9b7931b409" providerId="ADAL" clId="{43FC3250-EE2F-489E-970D-AD8C57589867}" dt="2025-07-30T11:20:11.834" v="5023"/>
          <ac:inkMkLst>
            <pc:docMk/>
            <pc:sldMk cId="3105522451" sldId="599"/>
            <ac:inkMk id="43" creationId="{AAC772A9-2165-0C4E-88BB-C2E77D07D402}"/>
          </ac:inkMkLst>
        </pc:inkChg>
        <pc:inkChg chg="add mod">
          <ac:chgData name="Deepika Vatsa" userId="f7100972-27fe-4ee6-8fb4-ec9b7931b409" providerId="ADAL" clId="{43FC3250-EE2F-489E-970D-AD8C57589867}" dt="2025-07-30T11:20:11.834" v="5023"/>
          <ac:inkMkLst>
            <pc:docMk/>
            <pc:sldMk cId="3105522451" sldId="599"/>
            <ac:inkMk id="44" creationId="{54CABE5B-361A-2B4A-AD1A-9D15E8FF1C89}"/>
          </ac:inkMkLst>
        </pc:inkChg>
        <pc:inkChg chg="add mod">
          <ac:chgData name="Deepika Vatsa" userId="f7100972-27fe-4ee6-8fb4-ec9b7931b409" providerId="ADAL" clId="{43FC3250-EE2F-489E-970D-AD8C57589867}" dt="2025-07-30T11:20:11.834" v="5023"/>
          <ac:inkMkLst>
            <pc:docMk/>
            <pc:sldMk cId="3105522451" sldId="599"/>
            <ac:inkMk id="45" creationId="{A8E29502-0F9F-DBC9-F6C0-E1126867D8DD}"/>
          </ac:inkMkLst>
        </pc:inkChg>
        <pc:inkChg chg="add del">
          <ac:chgData name="Deepika Vatsa" userId="f7100972-27fe-4ee6-8fb4-ec9b7931b409" providerId="ADAL" clId="{43FC3250-EE2F-489E-970D-AD8C57589867}" dt="2025-07-31T03:20:49.462" v="5138" actId="478"/>
          <ac:inkMkLst>
            <pc:docMk/>
            <pc:sldMk cId="3105522451" sldId="599"/>
            <ac:inkMk id="47" creationId="{B8A50735-1B9B-889F-FDA6-186515852983}"/>
          </ac:inkMkLst>
        </pc:inkChg>
        <pc:inkChg chg="add del">
          <ac:chgData name="Deepika Vatsa" userId="f7100972-27fe-4ee6-8fb4-ec9b7931b409" providerId="ADAL" clId="{43FC3250-EE2F-489E-970D-AD8C57589867}" dt="2025-07-31T03:20:49.462" v="5138" actId="478"/>
          <ac:inkMkLst>
            <pc:docMk/>
            <pc:sldMk cId="3105522451" sldId="599"/>
            <ac:inkMk id="48" creationId="{6127F1CF-B0F6-B361-3ACE-2CD42D71D06F}"/>
          </ac:inkMkLst>
        </pc:inkChg>
        <pc:inkChg chg="add del">
          <ac:chgData name="Deepika Vatsa" userId="f7100972-27fe-4ee6-8fb4-ec9b7931b409" providerId="ADAL" clId="{43FC3250-EE2F-489E-970D-AD8C57589867}" dt="2025-07-31T03:20:49.462" v="5138" actId="478"/>
          <ac:inkMkLst>
            <pc:docMk/>
            <pc:sldMk cId="3105522451" sldId="599"/>
            <ac:inkMk id="49" creationId="{EE4A0F2D-BD99-1B14-4765-53247406ED99}"/>
          </ac:inkMkLst>
        </pc:inkChg>
        <pc:inkChg chg="add del">
          <ac:chgData name="Deepika Vatsa" userId="f7100972-27fe-4ee6-8fb4-ec9b7931b409" providerId="ADAL" clId="{43FC3250-EE2F-489E-970D-AD8C57589867}" dt="2025-07-31T03:20:49.462" v="5138" actId="478"/>
          <ac:inkMkLst>
            <pc:docMk/>
            <pc:sldMk cId="3105522451" sldId="599"/>
            <ac:inkMk id="50" creationId="{79093C57-6275-9169-0B34-E320614144A5}"/>
          </ac:inkMkLst>
        </pc:inkChg>
        <pc:inkChg chg="add mod">
          <ac:chgData name="Deepika Vatsa" userId="f7100972-27fe-4ee6-8fb4-ec9b7931b409" providerId="ADAL" clId="{43FC3250-EE2F-489E-970D-AD8C57589867}" dt="2025-07-30T11:20:37.040" v="5029"/>
          <ac:inkMkLst>
            <pc:docMk/>
            <pc:sldMk cId="3105522451" sldId="599"/>
            <ac:inkMk id="51" creationId="{FA3C1E58-125C-7E20-8111-5C347C6F6409}"/>
          </ac:inkMkLst>
        </pc:inkChg>
        <pc:inkChg chg="add del">
          <ac:chgData name="Deepika Vatsa" userId="f7100972-27fe-4ee6-8fb4-ec9b7931b409" providerId="ADAL" clId="{43FC3250-EE2F-489E-970D-AD8C57589867}" dt="2025-07-31T03:20:49.462" v="5138" actId="478"/>
          <ac:inkMkLst>
            <pc:docMk/>
            <pc:sldMk cId="3105522451" sldId="599"/>
            <ac:inkMk id="53" creationId="{9906CB26-66E7-149B-AEE5-C5D56D23BF23}"/>
          </ac:inkMkLst>
        </pc:inkChg>
      </pc:sldChg>
      <pc:sldChg chg="addSp delSp modSp add mod">
        <pc:chgData name="Deepika Vatsa" userId="f7100972-27fe-4ee6-8fb4-ec9b7931b409" providerId="ADAL" clId="{43FC3250-EE2F-489E-970D-AD8C57589867}" dt="2025-07-31T03:20:59.956" v="5142" actId="478"/>
        <pc:sldMkLst>
          <pc:docMk/>
          <pc:sldMk cId="1298333677" sldId="600"/>
        </pc:sldMkLst>
        <pc:spChg chg="mod">
          <ac:chgData name="Deepika Vatsa" userId="f7100972-27fe-4ee6-8fb4-ec9b7931b409" providerId="ADAL" clId="{43FC3250-EE2F-489E-970D-AD8C57589867}" dt="2025-07-24T10:38:34.676" v="2879"/>
          <ac:spMkLst>
            <pc:docMk/>
            <pc:sldMk cId="1298333677" sldId="600"/>
            <ac:spMk id="4" creationId="{5C722B7B-45D8-F737-2062-6EFF58819A4B}"/>
          </ac:spMkLst>
        </pc:spChg>
        <pc:spChg chg="add mod">
          <ac:chgData name="Deepika Vatsa" userId="f7100972-27fe-4ee6-8fb4-ec9b7931b409" providerId="ADAL" clId="{43FC3250-EE2F-489E-970D-AD8C57589867}" dt="2025-07-24T10:16:31.563" v="2592" actId="1076"/>
          <ac:spMkLst>
            <pc:docMk/>
            <pc:sldMk cId="1298333677" sldId="600"/>
            <ac:spMk id="5" creationId="{076FCB26-F3DF-4A0C-4391-0D8C0697F42E}"/>
          </ac:spMkLst>
        </pc:spChg>
        <pc:spChg chg="add del mod">
          <ac:chgData name="Deepika Vatsa" userId="f7100972-27fe-4ee6-8fb4-ec9b7931b409" providerId="ADAL" clId="{43FC3250-EE2F-489E-970D-AD8C57589867}" dt="2025-07-24T10:18:04.909" v="2630" actId="21"/>
          <ac:spMkLst>
            <pc:docMk/>
            <pc:sldMk cId="1298333677" sldId="600"/>
            <ac:spMk id="7" creationId="{C829D528-F908-BA66-0E41-6FD3B9A67A16}"/>
          </ac:spMkLst>
        </pc:spChg>
        <pc:spChg chg="mod">
          <ac:chgData name="Deepika Vatsa" userId="f7100972-27fe-4ee6-8fb4-ec9b7931b409" providerId="ADAL" clId="{43FC3250-EE2F-489E-970D-AD8C57589867}" dt="2025-07-24T10:13:49.702" v="2436" actId="6549"/>
          <ac:spMkLst>
            <pc:docMk/>
            <pc:sldMk cId="1298333677" sldId="600"/>
            <ac:spMk id="11" creationId="{06381CCD-359B-D8A2-1997-A5B56A02FD41}"/>
          </ac:spMkLst>
        </pc:spChg>
        <pc:grpChg chg="del mod">
          <ac:chgData name="Deepika Vatsa" userId="f7100972-27fe-4ee6-8fb4-ec9b7931b409" providerId="ADAL" clId="{43FC3250-EE2F-489E-970D-AD8C57589867}" dt="2025-07-31T03:20:53.510" v="5139" actId="478"/>
          <ac:grpSpMkLst>
            <pc:docMk/>
            <pc:sldMk cId="1298333677" sldId="600"/>
            <ac:grpSpMk id="12" creationId="{B7159BD2-EEAB-D706-7082-87CF8B4F6777}"/>
          </ac:grpSpMkLst>
        </pc:grpChg>
        <pc:grpChg chg="del mod">
          <ac:chgData name="Deepika Vatsa" userId="f7100972-27fe-4ee6-8fb4-ec9b7931b409" providerId="ADAL" clId="{43FC3250-EE2F-489E-970D-AD8C57589867}" dt="2025-07-31T03:20:53.510" v="5139" actId="478"/>
          <ac:grpSpMkLst>
            <pc:docMk/>
            <pc:sldMk cId="1298333677" sldId="600"/>
            <ac:grpSpMk id="21" creationId="{BC2900EE-11DA-43BF-042E-1CC056121D20}"/>
          </ac:grpSpMkLst>
        </pc:grpChg>
        <pc:inkChg chg="add del">
          <ac:chgData name="Deepika Vatsa" userId="f7100972-27fe-4ee6-8fb4-ec9b7931b409" providerId="ADAL" clId="{43FC3250-EE2F-489E-970D-AD8C57589867}" dt="2025-07-31T03:20:58.077" v="5141" actId="478"/>
          <ac:inkMkLst>
            <pc:docMk/>
            <pc:sldMk cId="1298333677" sldId="600"/>
            <ac:inkMk id="6" creationId="{C11BE904-865B-F6CC-CDDA-496CBE97A1D7}"/>
          </ac:inkMkLst>
        </pc:inkChg>
        <pc:inkChg chg="add mod">
          <ac:chgData name="Deepika Vatsa" userId="f7100972-27fe-4ee6-8fb4-ec9b7931b409" providerId="ADAL" clId="{43FC3250-EE2F-489E-970D-AD8C57589867}" dt="2025-07-30T11:21:26.448" v="5036"/>
          <ac:inkMkLst>
            <pc:docMk/>
            <pc:sldMk cId="1298333677" sldId="600"/>
            <ac:inkMk id="7" creationId="{8D85C4E3-7A1A-8069-C03A-85191545A3A0}"/>
          </ac:inkMkLst>
        </pc:inkChg>
        <pc:inkChg chg="add mod">
          <ac:chgData name="Deepika Vatsa" userId="f7100972-27fe-4ee6-8fb4-ec9b7931b409" providerId="ADAL" clId="{43FC3250-EE2F-489E-970D-AD8C57589867}" dt="2025-07-30T11:21:26.448" v="5036"/>
          <ac:inkMkLst>
            <pc:docMk/>
            <pc:sldMk cId="1298333677" sldId="600"/>
            <ac:inkMk id="8" creationId="{C0C06274-B730-4BD9-D0AC-E3568D8D1350}"/>
          </ac:inkMkLst>
        </pc:inkChg>
        <pc:inkChg chg="add mod">
          <ac:chgData name="Deepika Vatsa" userId="f7100972-27fe-4ee6-8fb4-ec9b7931b409" providerId="ADAL" clId="{43FC3250-EE2F-489E-970D-AD8C57589867}" dt="2025-07-30T11:21:26.448" v="5036"/>
          <ac:inkMkLst>
            <pc:docMk/>
            <pc:sldMk cId="1298333677" sldId="600"/>
            <ac:inkMk id="9" creationId="{0C21C965-798A-7368-4E80-5103B44E9F6C}"/>
          </ac:inkMkLst>
        </pc:inkChg>
        <pc:inkChg chg="add del">
          <ac:chgData name="Deepika Vatsa" userId="f7100972-27fe-4ee6-8fb4-ec9b7931b409" providerId="ADAL" clId="{43FC3250-EE2F-489E-970D-AD8C57589867}" dt="2025-07-31T03:20:53.510" v="5139" actId="478"/>
          <ac:inkMkLst>
            <pc:docMk/>
            <pc:sldMk cId="1298333677" sldId="600"/>
            <ac:inkMk id="10" creationId="{44E40ECE-1677-98AA-F5A3-0B9ED4EC0BDE}"/>
          </ac:inkMkLst>
        </pc:inkChg>
        <pc:inkChg chg="add del">
          <ac:chgData name="Deepika Vatsa" userId="f7100972-27fe-4ee6-8fb4-ec9b7931b409" providerId="ADAL" clId="{43FC3250-EE2F-489E-970D-AD8C57589867}" dt="2025-07-31T03:20:53.510" v="5139" actId="478"/>
          <ac:inkMkLst>
            <pc:docMk/>
            <pc:sldMk cId="1298333677" sldId="600"/>
            <ac:inkMk id="13" creationId="{C2BA873B-7D3F-64A4-D78B-7F25D1645616}"/>
          </ac:inkMkLst>
        </pc:inkChg>
        <pc:inkChg chg="add del">
          <ac:chgData name="Deepika Vatsa" userId="f7100972-27fe-4ee6-8fb4-ec9b7931b409" providerId="ADAL" clId="{43FC3250-EE2F-489E-970D-AD8C57589867}" dt="2025-07-31T03:20:53.510" v="5139" actId="478"/>
          <ac:inkMkLst>
            <pc:docMk/>
            <pc:sldMk cId="1298333677" sldId="600"/>
            <ac:inkMk id="14" creationId="{E4AA5845-3244-7746-EAE6-2A26846550EC}"/>
          </ac:inkMkLst>
        </pc:inkChg>
        <pc:inkChg chg="add del">
          <ac:chgData name="Deepika Vatsa" userId="f7100972-27fe-4ee6-8fb4-ec9b7931b409" providerId="ADAL" clId="{43FC3250-EE2F-489E-970D-AD8C57589867}" dt="2025-07-31T03:20:53.510" v="5139" actId="478"/>
          <ac:inkMkLst>
            <pc:docMk/>
            <pc:sldMk cId="1298333677" sldId="600"/>
            <ac:inkMk id="15" creationId="{A079FDBD-769B-1DF9-A5A6-C86173E28638}"/>
          </ac:inkMkLst>
        </pc:inkChg>
        <pc:inkChg chg="add del">
          <ac:chgData name="Deepika Vatsa" userId="f7100972-27fe-4ee6-8fb4-ec9b7931b409" providerId="ADAL" clId="{43FC3250-EE2F-489E-970D-AD8C57589867}" dt="2025-07-31T03:20:53.510" v="5139" actId="478"/>
          <ac:inkMkLst>
            <pc:docMk/>
            <pc:sldMk cId="1298333677" sldId="600"/>
            <ac:inkMk id="16" creationId="{C2E41533-8E23-6D8C-4917-9F587902B45B}"/>
          </ac:inkMkLst>
        </pc:inkChg>
        <pc:inkChg chg="add del">
          <ac:chgData name="Deepika Vatsa" userId="f7100972-27fe-4ee6-8fb4-ec9b7931b409" providerId="ADAL" clId="{43FC3250-EE2F-489E-970D-AD8C57589867}" dt="2025-07-31T03:20:53.510" v="5139" actId="478"/>
          <ac:inkMkLst>
            <pc:docMk/>
            <pc:sldMk cId="1298333677" sldId="600"/>
            <ac:inkMk id="17" creationId="{A52CD522-41AE-318D-91E8-17C7B47407FF}"/>
          </ac:inkMkLst>
        </pc:inkChg>
        <pc:inkChg chg="add del">
          <ac:chgData name="Deepika Vatsa" userId="f7100972-27fe-4ee6-8fb4-ec9b7931b409" providerId="ADAL" clId="{43FC3250-EE2F-489E-970D-AD8C57589867}" dt="2025-07-31T03:20:53.510" v="5139" actId="478"/>
          <ac:inkMkLst>
            <pc:docMk/>
            <pc:sldMk cId="1298333677" sldId="600"/>
            <ac:inkMk id="18" creationId="{242A4BFB-AF5B-EF22-9DB2-314E873A8EF7}"/>
          </ac:inkMkLst>
        </pc:inkChg>
        <pc:inkChg chg="add mod">
          <ac:chgData name="Deepika Vatsa" userId="f7100972-27fe-4ee6-8fb4-ec9b7931b409" providerId="ADAL" clId="{43FC3250-EE2F-489E-970D-AD8C57589867}" dt="2025-07-30T11:21:41.909" v="5045"/>
          <ac:inkMkLst>
            <pc:docMk/>
            <pc:sldMk cId="1298333677" sldId="600"/>
            <ac:inkMk id="19" creationId="{AACDE439-A57A-DFD2-7942-9E5162C57831}"/>
          </ac:inkMkLst>
        </pc:inkChg>
        <pc:inkChg chg="add mod">
          <ac:chgData name="Deepika Vatsa" userId="f7100972-27fe-4ee6-8fb4-ec9b7931b409" providerId="ADAL" clId="{43FC3250-EE2F-489E-970D-AD8C57589867}" dt="2025-07-30T11:21:41.909" v="5045"/>
          <ac:inkMkLst>
            <pc:docMk/>
            <pc:sldMk cId="1298333677" sldId="600"/>
            <ac:inkMk id="20" creationId="{B0851B7A-D5E9-417C-807F-E9D8D3B21C05}"/>
          </ac:inkMkLst>
        </pc:inkChg>
        <pc:inkChg chg="add">
          <ac:chgData name="Deepika Vatsa" userId="f7100972-27fe-4ee6-8fb4-ec9b7931b409" providerId="ADAL" clId="{43FC3250-EE2F-489E-970D-AD8C57589867}" dt="2025-07-30T11:22:00.812" v="5046" actId="9405"/>
          <ac:inkMkLst>
            <pc:docMk/>
            <pc:sldMk cId="1298333677" sldId="600"/>
            <ac:inkMk id="22" creationId="{F830007A-45E3-94D1-1107-EF9ADCB6EFE7}"/>
          </ac:inkMkLst>
        </pc:inkChg>
        <pc:inkChg chg="add">
          <ac:chgData name="Deepika Vatsa" userId="f7100972-27fe-4ee6-8fb4-ec9b7931b409" providerId="ADAL" clId="{43FC3250-EE2F-489E-970D-AD8C57589867}" dt="2025-07-30T11:22:01.216" v="5047" actId="9405"/>
          <ac:inkMkLst>
            <pc:docMk/>
            <pc:sldMk cId="1298333677" sldId="600"/>
            <ac:inkMk id="23" creationId="{051FD77A-1470-B5F5-BBEE-8BA362EF6342}"/>
          </ac:inkMkLst>
        </pc:inkChg>
        <pc:inkChg chg="add del">
          <ac:chgData name="Deepika Vatsa" userId="f7100972-27fe-4ee6-8fb4-ec9b7931b409" providerId="ADAL" clId="{43FC3250-EE2F-489E-970D-AD8C57589867}" dt="2025-07-31T03:20:59.956" v="5142" actId="478"/>
          <ac:inkMkLst>
            <pc:docMk/>
            <pc:sldMk cId="1298333677" sldId="600"/>
            <ac:inkMk id="24" creationId="{E9BDE784-9631-D040-27D7-085C4989FEE1}"/>
          </ac:inkMkLst>
        </pc:inkChg>
        <pc:inkChg chg="add del">
          <ac:chgData name="Deepika Vatsa" userId="f7100972-27fe-4ee6-8fb4-ec9b7931b409" providerId="ADAL" clId="{43FC3250-EE2F-489E-970D-AD8C57589867}" dt="2025-07-31T03:20:56.417" v="5140" actId="478"/>
          <ac:inkMkLst>
            <pc:docMk/>
            <pc:sldMk cId="1298333677" sldId="600"/>
            <ac:inkMk id="25" creationId="{61655763-B18B-429E-A152-62D1108A61E1}"/>
          </ac:inkMkLst>
        </pc:inkChg>
      </pc:sldChg>
      <pc:sldChg chg="del">
        <pc:chgData name="Deepika Vatsa" userId="f7100972-27fe-4ee6-8fb4-ec9b7931b409" providerId="ADAL" clId="{43FC3250-EE2F-489E-970D-AD8C57589867}" dt="2025-07-23T11:05:11.946" v="73" actId="47"/>
        <pc:sldMkLst>
          <pc:docMk/>
          <pc:sldMk cId="1407172059" sldId="600"/>
        </pc:sldMkLst>
      </pc:sldChg>
      <pc:sldChg chg="addSp delSp modSp add mod delAnim modAnim">
        <pc:chgData name="Deepika Vatsa" userId="f7100972-27fe-4ee6-8fb4-ec9b7931b409" providerId="ADAL" clId="{43FC3250-EE2F-489E-970D-AD8C57589867}" dt="2025-07-31T03:21:47.687" v="5144" actId="478"/>
        <pc:sldMkLst>
          <pc:docMk/>
          <pc:sldMk cId="2345028146" sldId="601"/>
        </pc:sldMkLst>
        <pc:spChg chg="del">
          <ac:chgData name="Deepika Vatsa" userId="f7100972-27fe-4ee6-8fb4-ec9b7931b409" providerId="ADAL" clId="{43FC3250-EE2F-489E-970D-AD8C57589867}" dt="2025-07-24T10:18:10.560" v="2632" actId="478"/>
          <ac:spMkLst>
            <pc:docMk/>
            <pc:sldMk cId="2345028146" sldId="601"/>
            <ac:spMk id="4" creationId="{5C722B7B-45D8-F737-2062-6EFF58819A4B}"/>
          </ac:spMkLst>
        </pc:spChg>
        <pc:spChg chg="del">
          <ac:chgData name="Deepika Vatsa" userId="f7100972-27fe-4ee6-8fb4-ec9b7931b409" providerId="ADAL" clId="{43FC3250-EE2F-489E-970D-AD8C57589867}" dt="2025-07-24T10:18:15.750" v="2634" actId="478"/>
          <ac:spMkLst>
            <pc:docMk/>
            <pc:sldMk cId="2345028146" sldId="601"/>
            <ac:spMk id="5" creationId="{076FCB26-F3DF-4A0C-4391-0D8C0697F42E}"/>
          </ac:spMkLst>
        </pc:spChg>
        <pc:spChg chg="add mod">
          <ac:chgData name="Deepika Vatsa" userId="f7100972-27fe-4ee6-8fb4-ec9b7931b409" providerId="ADAL" clId="{43FC3250-EE2F-489E-970D-AD8C57589867}" dt="2025-07-24T10:27:35.459" v="2829" actId="404"/>
          <ac:spMkLst>
            <pc:docMk/>
            <pc:sldMk cId="2345028146" sldId="601"/>
            <ac:spMk id="6" creationId="{1CEA8935-B2D0-3E5F-8357-3E29E96704C1}"/>
          </ac:spMkLst>
        </pc:spChg>
        <pc:spChg chg="add mod">
          <ac:chgData name="Deepika Vatsa" userId="f7100972-27fe-4ee6-8fb4-ec9b7931b409" providerId="ADAL" clId="{43FC3250-EE2F-489E-970D-AD8C57589867}" dt="2025-07-24T11:21:54.065" v="3292" actId="1076"/>
          <ac:spMkLst>
            <pc:docMk/>
            <pc:sldMk cId="2345028146" sldId="601"/>
            <ac:spMk id="7" creationId="{39BE2E7A-CD69-318B-C09C-711CA44B4A0B}"/>
          </ac:spMkLst>
        </pc:spChg>
        <pc:spChg chg="add mod">
          <ac:chgData name="Deepika Vatsa" userId="f7100972-27fe-4ee6-8fb4-ec9b7931b409" providerId="ADAL" clId="{43FC3250-EE2F-489E-970D-AD8C57589867}" dt="2025-07-24T11:21:35.313" v="3289" actId="20577"/>
          <ac:spMkLst>
            <pc:docMk/>
            <pc:sldMk cId="2345028146" sldId="601"/>
            <ac:spMk id="9" creationId="{0845D9B1-899B-55E5-A6D1-4AEEC958CFBC}"/>
          </ac:spMkLst>
        </pc:spChg>
        <pc:spChg chg="del">
          <ac:chgData name="Deepika Vatsa" userId="f7100972-27fe-4ee6-8fb4-ec9b7931b409" providerId="ADAL" clId="{43FC3250-EE2F-489E-970D-AD8C57589867}" dt="2025-07-24T10:18:19.726" v="2635" actId="478"/>
          <ac:spMkLst>
            <pc:docMk/>
            <pc:sldMk cId="2345028146" sldId="601"/>
            <ac:spMk id="11" creationId="{06381CCD-359B-D8A2-1997-A5B56A02FD41}"/>
          </ac:spMkLst>
        </pc:spChg>
        <pc:spChg chg="add mod">
          <ac:chgData name="Deepika Vatsa" userId="f7100972-27fe-4ee6-8fb4-ec9b7931b409" providerId="ADAL" clId="{43FC3250-EE2F-489E-970D-AD8C57589867}" dt="2025-07-24T11:21:44.591" v="3290" actId="1076"/>
          <ac:spMkLst>
            <pc:docMk/>
            <pc:sldMk cId="2345028146" sldId="601"/>
            <ac:spMk id="12" creationId="{306ACACD-7D5F-A652-89BC-479AE734681A}"/>
          </ac:spMkLst>
        </pc:spChg>
        <pc:spChg chg="add del mod">
          <ac:chgData name="Deepika Vatsa" userId="f7100972-27fe-4ee6-8fb4-ec9b7931b409" providerId="ADAL" clId="{43FC3250-EE2F-489E-970D-AD8C57589867}" dt="2025-07-24T10:45:28.493" v="2993" actId="478"/>
          <ac:spMkLst>
            <pc:docMk/>
            <pc:sldMk cId="2345028146" sldId="601"/>
            <ac:spMk id="14" creationId="{079250D1-8AC1-6400-4452-23FDE7B1E140}"/>
          </ac:spMkLst>
        </pc:spChg>
        <pc:grpChg chg="del mod">
          <ac:chgData name="Deepika Vatsa" userId="f7100972-27fe-4ee6-8fb4-ec9b7931b409" providerId="ADAL" clId="{43FC3250-EE2F-489E-970D-AD8C57589867}" dt="2025-07-31T03:21:36.567" v="5143" actId="478"/>
          <ac:grpSpMkLst>
            <pc:docMk/>
            <pc:sldMk cId="2345028146" sldId="601"/>
            <ac:grpSpMk id="19" creationId="{2868F3B0-82BB-5ABF-F02D-7AD10B060A26}"/>
          </ac:grpSpMkLst>
        </pc:grpChg>
        <pc:grpChg chg="del mod">
          <ac:chgData name="Deepika Vatsa" userId="f7100972-27fe-4ee6-8fb4-ec9b7931b409" providerId="ADAL" clId="{43FC3250-EE2F-489E-970D-AD8C57589867}" dt="2025-07-30T11:23:37.026" v="5067"/>
          <ac:grpSpMkLst>
            <pc:docMk/>
            <pc:sldMk cId="2345028146" sldId="601"/>
            <ac:grpSpMk id="23" creationId="{9F930B31-BE19-CE06-683C-E4BD0F149D73}"/>
          </ac:grpSpMkLst>
        </pc:grpChg>
        <pc:grpChg chg="del mod">
          <ac:chgData name="Deepika Vatsa" userId="f7100972-27fe-4ee6-8fb4-ec9b7931b409" providerId="ADAL" clId="{43FC3250-EE2F-489E-970D-AD8C57589867}" dt="2025-07-31T03:21:36.567" v="5143" actId="478"/>
          <ac:grpSpMkLst>
            <pc:docMk/>
            <pc:sldMk cId="2345028146" sldId="601"/>
            <ac:grpSpMk id="25" creationId="{92DBC0BC-3859-FB0C-EF3F-9D0F91C25FD3}"/>
          </ac:grpSpMkLst>
        </pc:grpChg>
        <pc:graphicFrameChg chg="add del mod">
          <ac:chgData name="Deepika Vatsa" userId="f7100972-27fe-4ee6-8fb4-ec9b7931b409" providerId="ADAL" clId="{43FC3250-EE2F-489E-970D-AD8C57589867}" dt="2025-07-24T10:45:31.107" v="2994" actId="478"/>
          <ac:graphicFrameMkLst>
            <pc:docMk/>
            <pc:sldMk cId="2345028146" sldId="601"/>
            <ac:graphicFrameMk id="10" creationId="{B37B5B77-07F8-EE65-399A-DBD323BE9ACE}"/>
          </ac:graphicFrameMkLst>
        </pc:graphicFrameChg>
        <pc:inkChg chg="add del">
          <ac:chgData name="Deepika Vatsa" userId="f7100972-27fe-4ee6-8fb4-ec9b7931b409" providerId="ADAL" clId="{43FC3250-EE2F-489E-970D-AD8C57589867}" dt="2025-07-31T03:21:36.567" v="5143" actId="478"/>
          <ac:inkMkLst>
            <pc:docMk/>
            <pc:sldMk cId="2345028146" sldId="601"/>
            <ac:inkMk id="4" creationId="{17E0AA1B-A00E-9939-FE0C-B4F97381E5B6}"/>
          </ac:inkMkLst>
        </pc:inkChg>
        <pc:inkChg chg="add del">
          <ac:chgData name="Deepika Vatsa" userId="f7100972-27fe-4ee6-8fb4-ec9b7931b409" providerId="ADAL" clId="{43FC3250-EE2F-489E-970D-AD8C57589867}" dt="2025-07-31T03:21:36.567" v="5143" actId="478"/>
          <ac:inkMkLst>
            <pc:docMk/>
            <pc:sldMk cId="2345028146" sldId="601"/>
            <ac:inkMk id="5" creationId="{050DC591-9626-1CBE-6BFD-3B2D6762F39A}"/>
          </ac:inkMkLst>
        </pc:inkChg>
        <pc:inkChg chg="add del">
          <ac:chgData name="Deepika Vatsa" userId="f7100972-27fe-4ee6-8fb4-ec9b7931b409" providerId="ADAL" clId="{43FC3250-EE2F-489E-970D-AD8C57589867}" dt="2025-07-31T03:21:36.567" v="5143" actId="478"/>
          <ac:inkMkLst>
            <pc:docMk/>
            <pc:sldMk cId="2345028146" sldId="601"/>
            <ac:inkMk id="8" creationId="{6777923C-A292-6DE5-9A9B-EAEFE10590F1}"/>
          </ac:inkMkLst>
        </pc:inkChg>
        <pc:inkChg chg="add mod">
          <ac:chgData name="Deepika Vatsa" userId="f7100972-27fe-4ee6-8fb4-ec9b7931b409" providerId="ADAL" clId="{43FC3250-EE2F-489E-970D-AD8C57589867}" dt="2025-07-30T11:23:28.122" v="5061"/>
          <ac:inkMkLst>
            <pc:docMk/>
            <pc:sldMk cId="2345028146" sldId="601"/>
            <ac:inkMk id="10" creationId="{EF195895-F360-0DA9-5255-151E46B2A359}"/>
          </ac:inkMkLst>
        </pc:inkChg>
        <pc:inkChg chg="add mod">
          <ac:chgData name="Deepika Vatsa" userId="f7100972-27fe-4ee6-8fb4-ec9b7931b409" providerId="ADAL" clId="{43FC3250-EE2F-489E-970D-AD8C57589867}" dt="2025-07-30T11:23:28.122" v="5061"/>
          <ac:inkMkLst>
            <pc:docMk/>
            <pc:sldMk cId="2345028146" sldId="601"/>
            <ac:inkMk id="11" creationId="{50288B3F-EEAE-2FA1-BB2B-C7C7D73A858B}"/>
          </ac:inkMkLst>
        </pc:inkChg>
        <pc:inkChg chg="add mod">
          <ac:chgData name="Deepika Vatsa" userId="f7100972-27fe-4ee6-8fb4-ec9b7931b409" providerId="ADAL" clId="{43FC3250-EE2F-489E-970D-AD8C57589867}" dt="2025-07-30T11:23:28.122" v="5061"/>
          <ac:inkMkLst>
            <pc:docMk/>
            <pc:sldMk cId="2345028146" sldId="601"/>
            <ac:inkMk id="13" creationId="{AF155DAD-AFEF-4DDF-C5AA-9176B5EE58FE}"/>
          </ac:inkMkLst>
        </pc:inkChg>
        <pc:inkChg chg="add mod">
          <ac:chgData name="Deepika Vatsa" userId="f7100972-27fe-4ee6-8fb4-ec9b7931b409" providerId="ADAL" clId="{43FC3250-EE2F-489E-970D-AD8C57589867}" dt="2025-07-30T11:23:28.122" v="5061"/>
          <ac:inkMkLst>
            <pc:docMk/>
            <pc:sldMk cId="2345028146" sldId="601"/>
            <ac:inkMk id="14" creationId="{FED45222-BDCB-53A1-7929-4EA5D0F61817}"/>
          </ac:inkMkLst>
        </pc:inkChg>
        <pc:inkChg chg="add mod">
          <ac:chgData name="Deepika Vatsa" userId="f7100972-27fe-4ee6-8fb4-ec9b7931b409" providerId="ADAL" clId="{43FC3250-EE2F-489E-970D-AD8C57589867}" dt="2025-07-30T11:23:28.122" v="5061"/>
          <ac:inkMkLst>
            <pc:docMk/>
            <pc:sldMk cId="2345028146" sldId="601"/>
            <ac:inkMk id="15" creationId="{A604115D-AC37-071B-3591-CB1024F26CBD}"/>
          </ac:inkMkLst>
        </pc:inkChg>
        <pc:inkChg chg="add mod">
          <ac:chgData name="Deepika Vatsa" userId="f7100972-27fe-4ee6-8fb4-ec9b7931b409" providerId="ADAL" clId="{43FC3250-EE2F-489E-970D-AD8C57589867}" dt="2025-07-30T11:23:28.122" v="5061"/>
          <ac:inkMkLst>
            <pc:docMk/>
            <pc:sldMk cId="2345028146" sldId="601"/>
            <ac:inkMk id="16" creationId="{D4061A2B-B78E-81C4-6E9B-DDC0AFC31A64}"/>
          </ac:inkMkLst>
        </pc:inkChg>
        <pc:inkChg chg="add mod">
          <ac:chgData name="Deepika Vatsa" userId="f7100972-27fe-4ee6-8fb4-ec9b7931b409" providerId="ADAL" clId="{43FC3250-EE2F-489E-970D-AD8C57589867}" dt="2025-07-30T11:23:28.122" v="5061"/>
          <ac:inkMkLst>
            <pc:docMk/>
            <pc:sldMk cId="2345028146" sldId="601"/>
            <ac:inkMk id="17" creationId="{5640C931-07BC-26E5-D427-959985B3393C}"/>
          </ac:inkMkLst>
        </pc:inkChg>
        <pc:inkChg chg="add mod">
          <ac:chgData name="Deepika Vatsa" userId="f7100972-27fe-4ee6-8fb4-ec9b7931b409" providerId="ADAL" clId="{43FC3250-EE2F-489E-970D-AD8C57589867}" dt="2025-07-30T11:23:28.122" v="5061"/>
          <ac:inkMkLst>
            <pc:docMk/>
            <pc:sldMk cId="2345028146" sldId="601"/>
            <ac:inkMk id="18" creationId="{BD47D964-5B9E-D281-9860-341536BD1BB1}"/>
          </ac:inkMkLst>
        </pc:inkChg>
        <pc:inkChg chg="add mod">
          <ac:chgData name="Deepika Vatsa" userId="f7100972-27fe-4ee6-8fb4-ec9b7931b409" providerId="ADAL" clId="{43FC3250-EE2F-489E-970D-AD8C57589867}" dt="2025-07-30T11:23:37.026" v="5067"/>
          <ac:inkMkLst>
            <pc:docMk/>
            <pc:sldMk cId="2345028146" sldId="601"/>
            <ac:inkMk id="20" creationId="{D1F4202E-EA34-0E02-952E-525D2454E5C9}"/>
          </ac:inkMkLst>
        </pc:inkChg>
        <pc:inkChg chg="add mod">
          <ac:chgData name="Deepika Vatsa" userId="f7100972-27fe-4ee6-8fb4-ec9b7931b409" providerId="ADAL" clId="{43FC3250-EE2F-489E-970D-AD8C57589867}" dt="2025-07-30T11:23:37.026" v="5067"/>
          <ac:inkMkLst>
            <pc:docMk/>
            <pc:sldMk cId="2345028146" sldId="601"/>
            <ac:inkMk id="21" creationId="{58453868-6D91-9F6F-F14E-3226E62987EE}"/>
          </ac:inkMkLst>
        </pc:inkChg>
        <pc:inkChg chg="add mod">
          <ac:chgData name="Deepika Vatsa" userId="f7100972-27fe-4ee6-8fb4-ec9b7931b409" providerId="ADAL" clId="{43FC3250-EE2F-489E-970D-AD8C57589867}" dt="2025-07-30T11:23:37.026" v="5067"/>
          <ac:inkMkLst>
            <pc:docMk/>
            <pc:sldMk cId="2345028146" sldId="601"/>
            <ac:inkMk id="22" creationId="{FCD14E34-F08C-93B7-CC28-817AB4EE9AC1}"/>
          </ac:inkMkLst>
        </pc:inkChg>
        <pc:inkChg chg="add mod">
          <ac:chgData name="Deepika Vatsa" userId="f7100972-27fe-4ee6-8fb4-ec9b7931b409" providerId="ADAL" clId="{43FC3250-EE2F-489E-970D-AD8C57589867}" dt="2025-07-30T11:23:37.026" v="5067"/>
          <ac:inkMkLst>
            <pc:docMk/>
            <pc:sldMk cId="2345028146" sldId="601"/>
            <ac:inkMk id="24" creationId="{ECAE878F-E40C-3A24-7BCE-2801FF76363F}"/>
          </ac:inkMkLst>
        </pc:inkChg>
        <pc:inkChg chg="add del">
          <ac:chgData name="Deepika Vatsa" userId="f7100972-27fe-4ee6-8fb4-ec9b7931b409" providerId="ADAL" clId="{43FC3250-EE2F-489E-970D-AD8C57589867}" dt="2025-07-31T03:21:36.567" v="5143" actId="478"/>
          <ac:inkMkLst>
            <pc:docMk/>
            <pc:sldMk cId="2345028146" sldId="601"/>
            <ac:inkMk id="26" creationId="{4D35CE20-BB6B-B42F-1755-67FB31D6461B}"/>
          </ac:inkMkLst>
        </pc:inkChg>
        <pc:inkChg chg="add del">
          <ac:chgData name="Deepika Vatsa" userId="f7100972-27fe-4ee6-8fb4-ec9b7931b409" providerId="ADAL" clId="{43FC3250-EE2F-489E-970D-AD8C57589867}" dt="2025-07-31T03:21:47.687" v="5144" actId="478"/>
          <ac:inkMkLst>
            <pc:docMk/>
            <pc:sldMk cId="2345028146" sldId="601"/>
            <ac:inkMk id="27" creationId="{314EF62E-D385-111A-5B5B-07EE0CCA285F}"/>
          </ac:inkMkLst>
        </pc:inkChg>
      </pc:sldChg>
      <pc:sldChg chg="del">
        <pc:chgData name="Deepika Vatsa" userId="f7100972-27fe-4ee6-8fb4-ec9b7931b409" providerId="ADAL" clId="{43FC3250-EE2F-489E-970D-AD8C57589867}" dt="2025-07-23T11:05:11.946" v="73" actId="47"/>
        <pc:sldMkLst>
          <pc:docMk/>
          <pc:sldMk cId="3854070128" sldId="601"/>
        </pc:sldMkLst>
      </pc:sldChg>
      <pc:sldChg chg="addSp delSp modSp add mod">
        <pc:chgData name="Deepika Vatsa" userId="f7100972-27fe-4ee6-8fb4-ec9b7931b409" providerId="ADAL" clId="{43FC3250-EE2F-489E-970D-AD8C57589867}" dt="2025-07-31T03:22:01.683" v="5147" actId="478"/>
        <pc:sldMkLst>
          <pc:docMk/>
          <pc:sldMk cId="886010047" sldId="602"/>
        </pc:sldMkLst>
        <pc:spChg chg="mod">
          <ac:chgData name="Deepika Vatsa" userId="f7100972-27fe-4ee6-8fb4-ec9b7931b409" providerId="ADAL" clId="{43FC3250-EE2F-489E-970D-AD8C57589867}" dt="2025-07-24T10:51:10.545" v="3021" actId="20577"/>
          <ac:spMkLst>
            <pc:docMk/>
            <pc:sldMk cId="886010047" sldId="602"/>
            <ac:spMk id="2" creationId="{00000000-0000-0000-0000-000000000000}"/>
          </ac:spMkLst>
        </pc:spChg>
        <pc:spChg chg="add mod">
          <ac:chgData name="Deepika Vatsa" userId="f7100972-27fe-4ee6-8fb4-ec9b7931b409" providerId="ADAL" clId="{43FC3250-EE2F-489E-970D-AD8C57589867}" dt="2025-07-25T06:46:25.396" v="4283" actId="20577"/>
          <ac:spMkLst>
            <pc:docMk/>
            <pc:sldMk cId="886010047" sldId="602"/>
            <ac:spMk id="5" creationId="{CC1083D5-B7AF-045F-7EAB-FD1411E3B290}"/>
          </ac:spMkLst>
        </pc:spChg>
        <pc:spChg chg="del">
          <ac:chgData name="Deepika Vatsa" userId="f7100972-27fe-4ee6-8fb4-ec9b7931b409" providerId="ADAL" clId="{43FC3250-EE2F-489E-970D-AD8C57589867}" dt="2025-07-24T10:50:47.777" v="3001" actId="478"/>
          <ac:spMkLst>
            <pc:docMk/>
            <pc:sldMk cId="886010047" sldId="602"/>
            <ac:spMk id="6" creationId="{1CEA8935-B2D0-3E5F-8357-3E29E96704C1}"/>
          </ac:spMkLst>
        </pc:spChg>
        <pc:spChg chg="add mod">
          <ac:chgData name="Deepika Vatsa" userId="f7100972-27fe-4ee6-8fb4-ec9b7931b409" providerId="ADAL" clId="{43FC3250-EE2F-489E-970D-AD8C57589867}" dt="2025-07-30T11:02:20.632" v="4852" actId="14100"/>
          <ac:spMkLst>
            <pc:docMk/>
            <pc:sldMk cId="886010047" sldId="602"/>
            <ac:spMk id="6" creationId="{6DB03E6E-EA1C-451F-4077-B842B37F02F6}"/>
          </ac:spMkLst>
        </pc:spChg>
        <pc:spChg chg="del">
          <ac:chgData name="Deepika Vatsa" userId="f7100972-27fe-4ee6-8fb4-ec9b7931b409" providerId="ADAL" clId="{43FC3250-EE2F-489E-970D-AD8C57589867}" dt="2025-07-24T10:50:45.305" v="3000" actId="478"/>
          <ac:spMkLst>
            <pc:docMk/>
            <pc:sldMk cId="886010047" sldId="602"/>
            <ac:spMk id="7" creationId="{39BE2E7A-CD69-318B-C09C-711CA44B4A0B}"/>
          </ac:spMkLst>
        </pc:spChg>
        <pc:spChg chg="del">
          <ac:chgData name="Deepika Vatsa" userId="f7100972-27fe-4ee6-8fb4-ec9b7931b409" providerId="ADAL" clId="{43FC3250-EE2F-489E-970D-AD8C57589867}" dt="2025-07-24T10:50:43.730" v="2999" actId="478"/>
          <ac:spMkLst>
            <pc:docMk/>
            <pc:sldMk cId="886010047" sldId="602"/>
            <ac:spMk id="9" creationId="{0845D9B1-899B-55E5-A6D1-4AEEC958CFBC}"/>
          </ac:spMkLst>
        </pc:spChg>
        <pc:spChg chg="del">
          <ac:chgData name="Deepika Vatsa" userId="f7100972-27fe-4ee6-8fb4-ec9b7931b409" providerId="ADAL" clId="{43FC3250-EE2F-489E-970D-AD8C57589867}" dt="2025-07-24T10:50:41.212" v="2998" actId="478"/>
          <ac:spMkLst>
            <pc:docMk/>
            <pc:sldMk cId="886010047" sldId="602"/>
            <ac:spMk id="12" creationId="{306ACACD-7D5F-A652-89BC-479AE734681A}"/>
          </ac:spMkLst>
        </pc:spChg>
        <pc:grpChg chg="del mod">
          <ac:chgData name="Deepika Vatsa" userId="f7100972-27fe-4ee6-8fb4-ec9b7931b409" providerId="ADAL" clId="{43FC3250-EE2F-489E-970D-AD8C57589867}" dt="2025-07-30T11:24:28.365" v="5080"/>
          <ac:grpSpMkLst>
            <pc:docMk/>
            <pc:sldMk cId="886010047" sldId="602"/>
            <ac:grpSpMk id="11" creationId="{737102C5-EF64-DDFE-3ACA-FB9F8874D89F}"/>
          </ac:grpSpMkLst>
        </pc:grpChg>
        <pc:grpChg chg="del mod">
          <ac:chgData name="Deepika Vatsa" userId="f7100972-27fe-4ee6-8fb4-ec9b7931b409" providerId="ADAL" clId="{43FC3250-EE2F-489E-970D-AD8C57589867}" dt="2025-07-31T03:21:58.456" v="5146" actId="478"/>
          <ac:grpSpMkLst>
            <pc:docMk/>
            <pc:sldMk cId="886010047" sldId="602"/>
            <ac:grpSpMk id="19" creationId="{57AD2E92-1B0B-C4C8-AF8E-2E9783CE6731}"/>
          </ac:grpSpMkLst>
        </pc:grpChg>
        <pc:grpChg chg="del mod">
          <ac:chgData name="Deepika Vatsa" userId="f7100972-27fe-4ee6-8fb4-ec9b7931b409" providerId="ADAL" clId="{43FC3250-EE2F-489E-970D-AD8C57589867}" dt="2025-07-31T03:21:58.456" v="5146" actId="478"/>
          <ac:grpSpMkLst>
            <pc:docMk/>
            <pc:sldMk cId="886010047" sldId="602"/>
            <ac:grpSpMk id="23" creationId="{C7135A48-2D13-6EDE-C944-C3CCD8EBF6A4}"/>
          </ac:grpSpMkLst>
        </pc:grpChg>
        <pc:grpChg chg="del mod">
          <ac:chgData name="Deepika Vatsa" userId="f7100972-27fe-4ee6-8fb4-ec9b7931b409" providerId="ADAL" clId="{43FC3250-EE2F-489E-970D-AD8C57589867}" dt="2025-07-30T11:24:43.654" v="5109"/>
          <ac:grpSpMkLst>
            <pc:docMk/>
            <pc:sldMk cId="886010047" sldId="602"/>
            <ac:grpSpMk id="48" creationId="{2AABFA85-755A-345B-520C-8883410498BF}"/>
          </ac:grpSpMkLst>
        </pc:grpChg>
        <pc:grpChg chg="del mod">
          <ac:chgData name="Deepika Vatsa" userId="f7100972-27fe-4ee6-8fb4-ec9b7931b409" providerId="ADAL" clId="{43FC3250-EE2F-489E-970D-AD8C57589867}" dt="2025-07-31T03:21:58.456" v="5146" actId="478"/>
          <ac:grpSpMkLst>
            <pc:docMk/>
            <pc:sldMk cId="886010047" sldId="602"/>
            <ac:grpSpMk id="49" creationId="{40F91D93-8F93-9FE6-A525-7C8DB7505EB6}"/>
          </ac:grpSpMkLst>
        </pc:grpChg>
        <pc:grpChg chg="del mod">
          <ac:chgData name="Deepika Vatsa" userId="f7100972-27fe-4ee6-8fb4-ec9b7931b409" providerId="ADAL" clId="{43FC3250-EE2F-489E-970D-AD8C57589867}" dt="2025-07-31T03:21:58.456" v="5146" actId="478"/>
          <ac:grpSpMkLst>
            <pc:docMk/>
            <pc:sldMk cId="886010047" sldId="602"/>
            <ac:grpSpMk id="50" creationId="{D2B7336C-F815-6E74-9FBD-CAAF5312B7A5}"/>
          </ac:grpSpMkLst>
        </pc:grpChg>
        <pc:grpChg chg="del mod">
          <ac:chgData name="Deepika Vatsa" userId="f7100972-27fe-4ee6-8fb4-ec9b7931b409" providerId="ADAL" clId="{43FC3250-EE2F-489E-970D-AD8C57589867}" dt="2025-07-31T03:21:58.456" v="5146" actId="478"/>
          <ac:grpSpMkLst>
            <pc:docMk/>
            <pc:sldMk cId="886010047" sldId="602"/>
            <ac:grpSpMk id="51" creationId="{08FCAA17-28B6-7E71-2ACC-54C4F42A50EC}"/>
          </ac:grpSpMkLst>
        </pc:grpChg>
        <pc:grpChg chg="del mod">
          <ac:chgData name="Deepika Vatsa" userId="f7100972-27fe-4ee6-8fb4-ec9b7931b409" providerId="ADAL" clId="{43FC3250-EE2F-489E-970D-AD8C57589867}" dt="2025-07-31T03:21:58.456" v="5146" actId="478"/>
          <ac:grpSpMkLst>
            <pc:docMk/>
            <pc:sldMk cId="886010047" sldId="602"/>
            <ac:grpSpMk id="52" creationId="{A54B38DB-BFDC-8083-126A-8F4B528C7286}"/>
          </ac:grpSpMkLst>
        </pc:grpChg>
        <pc:grpChg chg="del mod">
          <ac:chgData name="Deepika Vatsa" userId="f7100972-27fe-4ee6-8fb4-ec9b7931b409" providerId="ADAL" clId="{43FC3250-EE2F-489E-970D-AD8C57589867}" dt="2025-07-31T03:21:58.456" v="5146" actId="478"/>
          <ac:grpSpMkLst>
            <pc:docMk/>
            <pc:sldMk cId="886010047" sldId="602"/>
            <ac:grpSpMk id="53" creationId="{ED4BCEFD-121D-6D01-D014-9B1C08EF0B69}"/>
          </ac:grpSpMkLst>
        </pc:grpChg>
        <pc:grpChg chg="del mod">
          <ac:chgData name="Deepika Vatsa" userId="f7100972-27fe-4ee6-8fb4-ec9b7931b409" providerId="ADAL" clId="{43FC3250-EE2F-489E-970D-AD8C57589867}" dt="2025-07-31T03:21:58.456" v="5146" actId="478"/>
          <ac:grpSpMkLst>
            <pc:docMk/>
            <pc:sldMk cId="886010047" sldId="602"/>
            <ac:grpSpMk id="58" creationId="{98A069EE-A0D7-A5F3-0AF7-6CCBBCCD9F1B}"/>
          </ac:grpSpMkLst>
        </pc:grpChg>
        <pc:grpChg chg="del mod">
          <ac:chgData name="Deepika Vatsa" userId="f7100972-27fe-4ee6-8fb4-ec9b7931b409" providerId="ADAL" clId="{43FC3250-EE2F-489E-970D-AD8C57589867}" dt="2025-07-31T03:21:58.456" v="5146" actId="478"/>
          <ac:grpSpMkLst>
            <pc:docMk/>
            <pc:sldMk cId="886010047" sldId="602"/>
            <ac:grpSpMk id="65" creationId="{14A6B570-75DE-29DC-2893-3E7318ECD850}"/>
          </ac:grpSpMkLst>
        </pc:grpChg>
        <pc:picChg chg="add mod">
          <ac:chgData name="Deepika Vatsa" userId="f7100972-27fe-4ee6-8fb4-ec9b7931b409" providerId="ADAL" clId="{43FC3250-EE2F-489E-970D-AD8C57589867}" dt="2025-07-24T10:53:22.664" v="3084" actId="14100"/>
          <ac:picMkLst>
            <pc:docMk/>
            <pc:sldMk cId="886010047" sldId="602"/>
            <ac:picMk id="10" creationId="{2C8F8A8C-4CBE-F873-6787-5EB3002F5B68}"/>
          </ac:picMkLst>
        </pc:picChg>
        <pc:inkChg chg="add mod">
          <ac:chgData name="Deepika Vatsa" userId="f7100972-27fe-4ee6-8fb4-ec9b7931b409" providerId="ADAL" clId="{43FC3250-EE2F-489E-970D-AD8C57589867}" dt="2025-07-30T11:24:28.365" v="5080"/>
          <ac:inkMkLst>
            <pc:docMk/>
            <pc:sldMk cId="886010047" sldId="602"/>
            <ac:inkMk id="7" creationId="{77D1D47C-CE25-0C95-1A4A-F0090A00AC2F}"/>
          </ac:inkMkLst>
        </pc:inkChg>
        <pc:inkChg chg="add mod">
          <ac:chgData name="Deepika Vatsa" userId="f7100972-27fe-4ee6-8fb4-ec9b7931b409" providerId="ADAL" clId="{43FC3250-EE2F-489E-970D-AD8C57589867}" dt="2025-07-30T11:24:28.365" v="5080"/>
          <ac:inkMkLst>
            <pc:docMk/>
            <pc:sldMk cId="886010047" sldId="602"/>
            <ac:inkMk id="8" creationId="{FE679162-5C59-6FC5-C595-C65BAD04A524}"/>
          </ac:inkMkLst>
        </pc:inkChg>
        <pc:inkChg chg="add mod">
          <ac:chgData name="Deepika Vatsa" userId="f7100972-27fe-4ee6-8fb4-ec9b7931b409" providerId="ADAL" clId="{43FC3250-EE2F-489E-970D-AD8C57589867}" dt="2025-07-30T11:24:28.365" v="5080"/>
          <ac:inkMkLst>
            <pc:docMk/>
            <pc:sldMk cId="886010047" sldId="602"/>
            <ac:inkMk id="9" creationId="{A070C18D-DF9A-184E-C6AC-3C7FFCA14C65}"/>
          </ac:inkMkLst>
        </pc:inkChg>
        <pc:inkChg chg="add mod">
          <ac:chgData name="Deepika Vatsa" userId="f7100972-27fe-4ee6-8fb4-ec9b7931b409" providerId="ADAL" clId="{43FC3250-EE2F-489E-970D-AD8C57589867}" dt="2025-07-30T11:24:28.365" v="5080"/>
          <ac:inkMkLst>
            <pc:docMk/>
            <pc:sldMk cId="886010047" sldId="602"/>
            <ac:inkMk id="12" creationId="{80AF8BC1-F5A1-7375-9F2A-52845D4F1593}"/>
          </ac:inkMkLst>
        </pc:inkChg>
        <pc:inkChg chg="add mod">
          <ac:chgData name="Deepika Vatsa" userId="f7100972-27fe-4ee6-8fb4-ec9b7931b409" providerId="ADAL" clId="{43FC3250-EE2F-489E-970D-AD8C57589867}" dt="2025-07-30T11:24:43.654" v="5109"/>
          <ac:inkMkLst>
            <pc:docMk/>
            <pc:sldMk cId="886010047" sldId="602"/>
            <ac:inkMk id="13" creationId="{8BAFE205-9EC6-EFAC-4EAD-DA68895B64F0}"/>
          </ac:inkMkLst>
        </pc:inkChg>
        <pc:inkChg chg="add mod">
          <ac:chgData name="Deepika Vatsa" userId="f7100972-27fe-4ee6-8fb4-ec9b7931b409" providerId="ADAL" clId="{43FC3250-EE2F-489E-970D-AD8C57589867}" dt="2025-07-30T11:24:43.654" v="5109"/>
          <ac:inkMkLst>
            <pc:docMk/>
            <pc:sldMk cId="886010047" sldId="602"/>
            <ac:inkMk id="14" creationId="{53BE260A-26B5-5C57-AC1D-2E88D7B5008E}"/>
          </ac:inkMkLst>
        </pc:inkChg>
        <pc:inkChg chg="add mod">
          <ac:chgData name="Deepika Vatsa" userId="f7100972-27fe-4ee6-8fb4-ec9b7931b409" providerId="ADAL" clId="{43FC3250-EE2F-489E-970D-AD8C57589867}" dt="2025-07-30T11:24:43.654" v="5109"/>
          <ac:inkMkLst>
            <pc:docMk/>
            <pc:sldMk cId="886010047" sldId="602"/>
            <ac:inkMk id="15" creationId="{7F9D9B28-DB20-AE45-A6B0-8A79D27E96B2}"/>
          </ac:inkMkLst>
        </pc:inkChg>
        <pc:inkChg chg="add mod">
          <ac:chgData name="Deepika Vatsa" userId="f7100972-27fe-4ee6-8fb4-ec9b7931b409" providerId="ADAL" clId="{43FC3250-EE2F-489E-970D-AD8C57589867}" dt="2025-07-30T11:24:28.365" v="5080"/>
          <ac:inkMkLst>
            <pc:docMk/>
            <pc:sldMk cId="886010047" sldId="602"/>
            <ac:inkMk id="16" creationId="{CD3359BC-70E7-82A9-13AA-F66B7C0E93B7}"/>
          </ac:inkMkLst>
        </pc:inkChg>
        <pc:inkChg chg="add mod">
          <ac:chgData name="Deepika Vatsa" userId="f7100972-27fe-4ee6-8fb4-ec9b7931b409" providerId="ADAL" clId="{43FC3250-EE2F-489E-970D-AD8C57589867}" dt="2025-07-30T11:24:28.365" v="5080"/>
          <ac:inkMkLst>
            <pc:docMk/>
            <pc:sldMk cId="886010047" sldId="602"/>
            <ac:inkMk id="17" creationId="{D57FC0D9-24AA-F250-99F0-29CF581CAAED}"/>
          </ac:inkMkLst>
        </pc:inkChg>
        <pc:inkChg chg="add del">
          <ac:chgData name="Deepika Vatsa" userId="f7100972-27fe-4ee6-8fb4-ec9b7931b409" providerId="ADAL" clId="{43FC3250-EE2F-489E-970D-AD8C57589867}" dt="2025-07-31T03:21:58.456" v="5146" actId="478"/>
          <ac:inkMkLst>
            <pc:docMk/>
            <pc:sldMk cId="886010047" sldId="602"/>
            <ac:inkMk id="18" creationId="{C40CF86F-E017-AD7A-3C4A-E8FA1FD694A6}"/>
          </ac:inkMkLst>
        </pc:inkChg>
        <pc:inkChg chg="add mod">
          <ac:chgData name="Deepika Vatsa" userId="f7100972-27fe-4ee6-8fb4-ec9b7931b409" providerId="ADAL" clId="{43FC3250-EE2F-489E-970D-AD8C57589867}" dt="2025-07-30T11:24:30.348" v="5084"/>
          <ac:inkMkLst>
            <pc:docMk/>
            <pc:sldMk cId="886010047" sldId="602"/>
            <ac:inkMk id="20" creationId="{8DC9ACA1-897A-97C6-34C5-C756D90D8BEC}"/>
          </ac:inkMkLst>
        </pc:inkChg>
        <pc:inkChg chg="add del">
          <ac:chgData name="Deepika Vatsa" userId="f7100972-27fe-4ee6-8fb4-ec9b7931b409" providerId="ADAL" clId="{43FC3250-EE2F-489E-970D-AD8C57589867}" dt="2025-07-31T03:21:58.456" v="5146" actId="478"/>
          <ac:inkMkLst>
            <pc:docMk/>
            <pc:sldMk cId="886010047" sldId="602"/>
            <ac:inkMk id="21" creationId="{A209531D-BB15-BE98-81ED-903ADCAB5918}"/>
          </ac:inkMkLst>
        </pc:inkChg>
        <pc:inkChg chg="add mod">
          <ac:chgData name="Deepika Vatsa" userId="f7100972-27fe-4ee6-8fb4-ec9b7931b409" providerId="ADAL" clId="{43FC3250-EE2F-489E-970D-AD8C57589867}" dt="2025-07-30T11:24:30.348" v="5084"/>
          <ac:inkMkLst>
            <pc:docMk/>
            <pc:sldMk cId="886010047" sldId="602"/>
            <ac:inkMk id="22" creationId="{E22ED568-A691-7EB8-9165-7CFAAB46786B}"/>
          </ac:inkMkLst>
        </pc:inkChg>
        <pc:inkChg chg="add mod">
          <ac:chgData name="Deepika Vatsa" userId="f7100972-27fe-4ee6-8fb4-ec9b7931b409" providerId="ADAL" clId="{43FC3250-EE2F-489E-970D-AD8C57589867}" dt="2025-07-30T11:24:43.654" v="5109"/>
          <ac:inkMkLst>
            <pc:docMk/>
            <pc:sldMk cId="886010047" sldId="602"/>
            <ac:inkMk id="24" creationId="{DD5BCBFF-B6E2-0AB1-0A8F-342E8E2A2A99}"/>
          </ac:inkMkLst>
        </pc:inkChg>
        <pc:inkChg chg="add mod">
          <ac:chgData name="Deepika Vatsa" userId="f7100972-27fe-4ee6-8fb4-ec9b7931b409" providerId="ADAL" clId="{43FC3250-EE2F-489E-970D-AD8C57589867}" dt="2025-07-30T11:24:43.654" v="5109"/>
          <ac:inkMkLst>
            <pc:docMk/>
            <pc:sldMk cId="886010047" sldId="602"/>
            <ac:inkMk id="25" creationId="{ED65A6BC-72BE-DADB-4D48-A0D10FEC65A0}"/>
          </ac:inkMkLst>
        </pc:inkChg>
        <pc:inkChg chg="add mod">
          <ac:chgData name="Deepika Vatsa" userId="f7100972-27fe-4ee6-8fb4-ec9b7931b409" providerId="ADAL" clId="{43FC3250-EE2F-489E-970D-AD8C57589867}" dt="2025-07-30T11:24:43.654" v="5109"/>
          <ac:inkMkLst>
            <pc:docMk/>
            <pc:sldMk cId="886010047" sldId="602"/>
            <ac:inkMk id="26" creationId="{ADAE34F3-22F1-8A1B-312B-505E61953B27}"/>
          </ac:inkMkLst>
        </pc:inkChg>
        <pc:inkChg chg="add mod">
          <ac:chgData name="Deepika Vatsa" userId="f7100972-27fe-4ee6-8fb4-ec9b7931b409" providerId="ADAL" clId="{43FC3250-EE2F-489E-970D-AD8C57589867}" dt="2025-07-30T11:24:43.654" v="5109"/>
          <ac:inkMkLst>
            <pc:docMk/>
            <pc:sldMk cId="886010047" sldId="602"/>
            <ac:inkMk id="27" creationId="{B9BA2E96-0F59-D4AA-739F-5229C4B751F8}"/>
          </ac:inkMkLst>
        </pc:inkChg>
        <pc:inkChg chg="add mod">
          <ac:chgData name="Deepika Vatsa" userId="f7100972-27fe-4ee6-8fb4-ec9b7931b409" providerId="ADAL" clId="{43FC3250-EE2F-489E-970D-AD8C57589867}" dt="2025-07-30T11:24:43.654" v="5109"/>
          <ac:inkMkLst>
            <pc:docMk/>
            <pc:sldMk cId="886010047" sldId="602"/>
            <ac:inkMk id="28" creationId="{6365523F-C913-A39C-729D-38766D50FA07}"/>
          </ac:inkMkLst>
        </pc:inkChg>
        <pc:inkChg chg="add mod">
          <ac:chgData name="Deepika Vatsa" userId="f7100972-27fe-4ee6-8fb4-ec9b7931b409" providerId="ADAL" clId="{43FC3250-EE2F-489E-970D-AD8C57589867}" dt="2025-07-30T11:24:43.654" v="5109"/>
          <ac:inkMkLst>
            <pc:docMk/>
            <pc:sldMk cId="886010047" sldId="602"/>
            <ac:inkMk id="29" creationId="{B9AFED4D-6D8A-E1D3-C7A8-0C0957D40200}"/>
          </ac:inkMkLst>
        </pc:inkChg>
        <pc:inkChg chg="add mod">
          <ac:chgData name="Deepika Vatsa" userId="f7100972-27fe-4ee6-8fb4-ec9b7931b409" providerId="ADAL" clId="{43FC3250-EE2F-489E-970D-AD8C57589867}" dt="2025-07-30T11:24:43.654" v="5109"/>
          <ac:inkMkLst>
            <pc:docMk/>
            <pc:sldMk cId="886010047" sldId="602"/>
            <ac:inkMk id="30" creationId="{38DA219B-49AA-FB1A-FC60-F23D29D85DA5}"/>
          </ac:inkMkLst>
        </pc:inkChg>
        <pc:inkChg chg="add mod">
          <ac:chgData name="Deepika Vatsa" userId="f7100972-27fe-4ee6-8fb4-ec9b7931b409" providerId="ADAL" clId="{43FC3250-EE2F-489E-970D-AD8C57589867}" dt="2025-07-30T11:24:43.654" v="5109"/>
          <ac:inkMkLst>
            <pc:docMk/>
            <pc:sldMk cId="886010047" sldId="602"/>
            <ac:inkMk id="31" creationId="{F4B46658-4F39-55F3-22EC-B58047D316BF}"/>
          </ac:inkMkLst>
        </pc:inkChg>
        <pc:inkChg chg="add mod">
          <ac:chgData name="Deepika Vatsa" userId="f7100972-27fe-4ee6-8fb4-ec9b7931b409" providerId="ADAL" clId="{43FC3250-EE2F-489E-970D-AD8C57589867}" dt="2025-07-30T11:24:43.654" v="5109"/>
          <ac:inkMkLst>
            <pc:docMk/>
            <pc:sldMk cId="886010047" sldId="602"/>
            <ac:inkMk id="32" creationId="{29ADBD88-7BF5-3963-EB39-80D3596BCCBE}"/>
          </ac:inkMkLst>
        </pc:inkChg>
        <pc:inkChg chg="add mod">
          <ac:chgData name="Deepika Vatsa" userId="f7100972-27fe-4ee6-8fb4-ec9b7931b409" providerId="ADAL" clId="{43FC3250-EE2F-489E-970D-AD8C57589867}" dt="2025-07-30T11:24:43.654" v="5109"/>
          <ac:inkMkLst>
            <pc:docMk/>
            <pc:sldMk cId="886010047" sldId="602"/>
            <ac:inkMk id="33" creationId="{4E4252B8-1F19-6D56-621B-4C4AC04C63DB}"/>
          </ac:inkMkLst>
        </pc:inkChg>
        <pc:inkChg chg="add mod">
          <ac:chgData name="Deepika Vatsa" userId="f7100972-27fe-4ee6-8fb4-ec9b7931b409" providerId="ADAL" clId="{43FC3250-EE2F-489E-970D-AD8C57589867}" dt="2025-07-30T11:24:43.654" v="5109"/>
          <ac:inkMkLst>
            <pc:docMk/>
            <pc:sldMk cId="886010047" sldId="602"/>
            <ac:inkMk id="34" creationId="{5CA1F1A7-3610-7C4B-50D6-70D8D1841E61}"/>
          </ac:inkMkLst>
        </pc:inkChg>
        <pc:inkChg chg="add mod">
          <ac:chgData name="Deepika Vatsa" userId="f7100972-27fe-4ee6-8fb4-ec9b7931b409" providerId="ADAL" clId="{43FC3250-EE2F-489E-970D-AD8C57589867}" dt="2025-07-30T11:24:43.654" v="5109"/>
          <ac:inkMkLst>
            <pc:docMk/>
            <pc:sldMk cId="886010047" sldId="602"/>
            <ac:inkMk id="35" creationId="{B60F7734-7A1F-733E-B7EB-11092EC27D64}"/>
          </ac:inkMkLst>
        </pc:inkChg>
        <pc:inkChg chg="add mod">
          <ac:chgData name="Deepika Vatsa" userId="f7100972-27fe-4ee6-8fb4-ec9b7931b409" providerId="ADAL" clId="{43FC3250-EE2F-489E-970D-AD8C57589867}" dt="2025-07-30T11:24:43.654" v="5109"/>
          <ac:inkMkLst>
            <pc:docMk/>
            <pc:sldMk cId="886010047" sldId="602"/>
            <ac:inkMk id="36" creationId="{53AB7C3E-B660-5610-C7AC-0538CBEEEE6B}"/>
          </ac:inkMkLst>
        </pc:inkChg>
        <pc:inkChg chg="add mod">
          <ac:chgData name="Deepika Vatsa" userId="f7100972-27fe-4ee6-8fb4-ec9b7931b409" providerId="ADAL" clId="{43FC3250-EE2F-489E-970D-AD8C57589867}" dt="2025-07-30T11:24:43.654" v="5109"/>
          <ac:inkMkLst>
            <pc:docMk/>
            <pc:sldMk cId="886010047" sldId="602"/>
            <ac:inkMk id="37" creationId="{8173337F-8EB2-3F94-0D23-8AF9F43A374B}"/>
          </ac:inkMkLst>
        </pc:inkChg>
        <pc:inkChg chg="add mod">
          <ac:chgData name="Deepika Vatsa" userId="f7100972-27fe-4ee6-8fb4-ec9b7931b409" providerId="ADAL" clId="{43FC3250-EE2F-489E-970D-AD8C57589867}" dt="2025-07-30T11:24:43.654" v="5109"/>
          <ac:inkMkLst>
            <pc:docMk/>
            <pc:sldMk cId="886010047" sldId="602"/>
            <ac:inkMk id="38" creationId="{8ACE3C35-3E82-FEC5-4B2F-2878A7944C9C}"/>
          </ac:inkMkLst>
        </pc:inkChg>
        <pc:inkChg chg="add mod">
          <ac:chgData name="Deepika Vatsa" userId="f7100972-27fe-4ee6-8fb4-ec9b7931b409" providerId="ADAL" clId="{43FC3250-EE2F-489E-970D-AD8C57589867}" dt="2025-07-30T11:24:43.654" v="5109"/>
          <ac:inkMkLst>
            <pc:docMk/>
            <pc:sldMk cId="886010047" sldId="602"/>
            <ac:inkMk id="39" creationId="{08EB2709-F3E8-996D-580E-21BA0545FDAA}"/>
          </ac:inkMkLst>
        </pc:inkChg>
        <pc:inkChg chg="add mod">
          <ac:chgData name="Deepika Vatsa" userId="f7100972-27fe-4ee6-8fb4-ec9b7931b409" providerId="ADAL" clId="{43FC3250-EE2F-489E-970D-AD8C57589867}" dt="2025-07-30T11:24:43.654" v="5109"/>
          <ac:inkMkLst>
            <pc:docMk/>
            <pc:sldMk cId="886010047" sldId="602"/>
            <ac:inkMk id="40" creationId="{2CA79349-A185-63E0-CE35-7975D0330F95}"/>
          </ac:inkMkLst>
        </pc:inkChg>
        <pc:inkChg chg="add mod">
          <ac:chgData name="Deepika Vatsa" userId="f7100972-27fe-4ee6-8fb4-ec9b7931b409" providerId="ADAL" clId="{43FC3250-EE2F-489E-970D-AD8C57589867}" dt="2025-07-30T11:24:43.654" v="5109"/>
          <ac:inkMkLst>
            <pc:docMk/>
            <pc:sldMk cId="886010047" sldId="602"/>
            <ac:inkMk id="41" creationId="{733809BB-8EC1-C2DF-197A-E23243DFA498}"/>
          </ac:inkMkLst>
        </pc:inkChg>
        <pc:inkChg chg="add mod">
          <ac:chgData name="Deepika Vatsa" userId="f7100972-27fe-4ee6-8fb4-ec9b7931b409" providerId="ADAL" clId="{43FC3250-EE2F-489E-970D-AD8C57589867}" dt="2025-07-30T11:24:43.654" v="5109"/>
          <ac:inkMkLst>
            <pc:docMk/>
            <pc:sldMk cId="886010047" sldId="602"/>
            <ac:inkMk id="42" creationId="{60699C46-1D91-0053-A00E-BF8BDCD90B03}"/>
          </ac:inkMkLst>
        </pc:inkChg>
        <pc:inkChg chg="add mod">
          <ac:chgData name="Deepika Vatsa" userId="f7100972-27fe-4ee6-8fb4-ec9b7931b409" providerId="ADAL" clId="{43FC3250-EE2F-489E-970D-AD8C57589867}" dt="2025-07-30T11:24:43.654" v="5109"/>
          <ac:inkMkLst>
            <pc:docMk/>
            <pc:sldMk cId="886010047" sldId="602"/>
            <ac:inkMk id="43" creationId="{6782598E-FD65-876A-3824-404BF77DE9C5}"/>
          </ac:inkMkLst>
        </pc:inkChg>
        <pc:inkChg chg="add mod">
          <ac:chgData name="Deepika Vatsa" userId="f7100972-27fe-4ee6-8fb4-ec9b7931b409" providerId="ADAL" clId="{43FC3250-EE2F-489E-970D-AD8C57589867}" dt="2025-07-30T11:24:43.654" v="5109"/>
          <ac:inkMkLst>
            <pc:docMk/>
            <pc:sldMk cId="886010047" sldId="602"/>
            <ac:inkMk id="44" creationId="{BF7257EE-EE49-ED62-4634-F0AD201CA77A}"/>
          </ac:inkMkLst>
        </pc:inkChg>
        <pc:inkChg chg="add mod">
          <ac:chgData name="Deepika Vatsa" userId="f7100972-27fe-4ee6-8fb4-ec9b7931b409" providerId="ADAL" clId="{43FC3250-EE2F-489E-970D-AD8C57589867}" dt="2025-07-30T11:24:43.654" v="5109"/>
          <ac:inkMkLst>
            <pc:docMk/>
            <pc:sldMk cId="886010047" sldId="602"/>
            <ac:inkMk id="45" creationId="{93946685-08B6-CB78-B9B2-740B5BB02A86}"/>
          </ac:inkMkLst>
        </pc:inkChg>
        <pc:inkChg chg="add mod">
          <ac:chgData name="Deepika Vatsa" userId="f7100972-27fe-4ee6-8fb4-ec9b7931b409" providerId="ADAL" clId="{43FC3250-EE2F-489E-970D-AD8C57589867}" dt="2025-07-30T11:24:43.654" v="5109"/>
          <ac:inkMkLst>
            <pc:docMk/>
            <pc:sldMk cId="886010047" sldId="602"/>
            <ac:inkMk id="46" creationId="{A145CD41-4BAC-C341-F925-B3251ECE9D79}"/>
          </ac:inkMkLst>
        </pc:inkChg>
        <pc:inkChg chg="add mod">
          <ac:chgData name="Deepika Vatsa" userId="f7100972-27fe-4ee6-8fb4-ec9b7931b409" providerId="ADAL" clId="{43FC3250-EE2F-489E-970D-AD8C57589867}" dt="2025-07-30T11:24:43.654" v="5109"/>
          <ac:inkMkLst>
            <pc:docMk/>
            <pc:sldMk cId="886010047" sldId="602"/>
            <ac:inkMk id="47" creationId="{13EBBA59-AC09-37C9-F0AB-51DAA1037325}"/>
          </ac:inkMkLst>
        </pc:inkChg>
        <pc:inkChg chg="add mod">
          <ac:chgData name="Deepika Vatsa" userId="f7100972-27fe-4ee6-8fb4-ec9b7931b409" providerId="ADAL" clId="{43FC3250-EE2F-489E-970D-AD8C57589867}" dt="2025-07-30T11:24:45.793" v="5114"/>
          <ac:inkMkLst>
            <pc:docMk/>
            <pc:sldMk cId="886010047" sldId="602"/>
            <ac:inkMk id="54" creationId="{A594385C-1DC0-FE5D-7A25-548AA5D88FFB}"/>
          </ac:inkMkLst>
        </pc:inkChg>
        <pc:inkChg chg="add mod">
          <ac:chgData name="Deepika Vatsa" userId="f7100972-27fe-4ee6-8fb4-ec9b7931b409" providerId="ADAL" clId="{43FC3250-EE2F-489E-970D-AD8C57589867}" dt="2025-07-30T11:24:45.793" v="5114"/>
          <ac:inkMkLst>
            <pc:docMk/>
            <pc:sldMk cId="886010047" sldId="602"/>
            <ac:inkMk id="55" creationId="{E0639422-4B7E-6A64-6F67-92733F77D231}"/>
          </ac:inkMkLst>
        </pc:inkChg>
        <pc:inkChg chg="add mod">
          <ac:chgData name="Deepika Vatsa" userId="f7100972-27fe-4ee6-8fb4-ec9b7931b409" providerId="ADAL" clId="{43FC3250-EE2F-489E-970D-AD8C57589867}" dt="2025-07-30T11:24:45.793" v="5114"/>
          <ac:inkMkLst>
            <pc:docMk/>
            <pc:sldMk cId="886010047" sldId="602"/>
            <ac:inkMk id="56" creationId="{D3FAD631-5FCF-7F4D-9CEA-D0A3DB2F9AC5}"/>
          </ac:inkMkLst>
        </pc:inkChg>
        <pc:inkChg chg="add mod">
          <ac:chgData name="Deepika Vatsa" userId="f7100972-27fe-4ee6-8fb4-ec9b7931b409" providerId="ADAL" clId="{43FC3250-EE2F-489E-970D-AD8C57589867}" dt="2025-07-30T11:24:45.793" v="5114"/>
          <ac:inkMkLst>
            <pc:docMk/>
            <pc:sldMk cId="886010047" sldId="602"/>
            <ac:inkMk id="57" creationId="{EE3A3A6A-2B8F-4ABE-778F-82E977D0C616}"/>
          </ac:inkMkLst>
        </pc:inkChg>
        <pc:inkChg chg="add mod">
          <ac:chgData name="Deepika Vatsa" userId="f7100972-27fe-4ee6-8fb4-ec9b7931b409" providerId="ADAL" clId="{43FC3250-EE2F-489E-970D-AD8C57589867}" dt="2025-07-30T11:25:07.675" v="5121"/>
          <ac:inkMkLst>
            <pc:docMk/>
            <pc:sldMk cId="886010047" sldId="602"/>
            <ac:inkMk id="59" creationId="{073A5B15-6E25-301E-9F5C-DC6461BF6FC6}"/>
          </ac:inkMkLst>
        </pc:inkChg>
        <pc:inkChg chg="add mod">
          <ac:chgData name="Deepika Vatsa" userId="f7100972-27fe-4ee6-8fb4-ec9b7931b409" providerId="ADAL" clId="{43FC3250-EE2F-489E-970D-AD8C57589867}" dt="2025-07-30T11:25:07.675" v="5121"/>
          <ac:inkMkLst>
            <pc:docMk/>
            <pc:sldMk cId="886010047" sldId="602"/>
            <ac:inkMk id="60" creationId="{2AA6E4AD-39FE-9896-BFA1-391A730AB93E}"/>
          </ac:inkMkLst>
        </pc:inkChg>
        <pc:inkChg chg="add mod">
          <ac:chgData name="Deepika Vatsa" userId="f7100972-27fe-4ee6-8fb4-ec9b7931b409" providerId="ADAL" clId="{43FC3250-EE2F-489E-970D-AD8C57589867}" dt="2025-07-30T11:25:07.675" v="5121"/>
          <ac:inkMkLst>
            <pc:docMk/>
            <pc:sldMk cId="886010047" sldId="602"/>
            <ac:inkMk id="61" creationId="{EA7B69A7-F83E-5981-BFCB-C39A3413198B}"/>
          </ac:inkMkLst>
        </pc:inkChg>
        <pc:inkChg chg="add mod">
          <ac:chgData name="Deepika Vatsa" userId="f7100972-27fe-4ee6-8fb4-ec9b7931b409" providerId="ADAL" clId="{43FC3250-EE2F-489E-970D-AD8C57589867}" dt="2025-07-30T11:25:07.675" v="5121"/>
          <ac:inkMkLst>
            <pc:docMk/>
            <pc:sldMk cId="886010047" sldId="602"/>
            <ac:inkMk id="62" creationId="{19A1C645-2016-482C-303C-E640143464D0}"/>
          </ac:inkMkLst>
        </pc:inkChg>
        <pc:inkChg chg="add mod">
          <ac:chgData name="Deepika Vatsa" userId="f7100972-27fe-4ee6-8fb4-ec9b7931b409" providerId="ADAL" clId="{43FC3250-EE2F-489E-970D-AD8C57589867}" dt="2025-07-30T11:25:07.675" v="5121"/>
          <ac:inkMkLst>
            <pc:docMk/>
            <pc:sldMk cId="886010047" sldId="602"/>
            <ac:inkMk id="63" creationId="{538E2AE8-3A25-B752-D408-5E529DDA7B76}"/>
          </ac:inkMkLst>
        </pc:inkChg>
        <pc:inkChg chg="add mod">
          <ac:chgData name="Deepika Vatsa" userId="f7100972-27fe-4ee6-8fb4-ec9b7931b409" providerId="ADAL" clId="{43FC3250-EE2F-489E-970D-AD8C57589867}" dt="2025-07-30T11:25:07.675" v="5121"/>
          <ac:inkMkLst>
            <pc:docMk/>
            <pc:sldMk cId="886010047" sldId="602"/>
            <ac:inkMk id="64" creationId="{756F2833-E6E1-287C-80D6-B02A90F45EE1}"/>
          </ac:inkMkLst>
        </pc:inkChg>
        <pc:inkChg chg="add del">
          <ac:chgData name="Deepika Vatsa" userId="f7100972-27fe-4ee6-8fb4-ec9b7931b409" providerId="ADAL" clId="{43FC3250-EE2F-489E-970D-AD8C57589867}" dt="2025-07-31T03:21:54.415" v="5145" actId="478"/>
          <ac:inkMkLst>
            <pc:docMk/>
            <pc:sldMk cId="886010047" sldId="602"/>
            <ac:inkMk id="66" creationId="{6E958762-7A95-9562-3E5C-CC1F2380AA41}"/>
          </ac:inkMkLst>
        </pc:inkChg>
        <pc:inkChg chg="add del">
          <ac:chgData name="Deepika Vatsa" userId="f7100972-27fe-4ee6-8fb4-ec9b7931b409" providerId="ADAL" clId="{43FC3250-EE2F-489E-970D-AD8C57589867}" dt="2025-07-31T03:22:01.683" v="5147" actId="478"/>
          <ac:inkMkLst>
            <pc:docMk/>
            <pc:sldMk cId="886010047" sldId="602"/>
            <ac:inkMk id="67" creationId="{DD7A5BBF-E577-3B0F-0EB2-45B5BED67247}"/>
          </ac:inkMkLst>
        </pc:inkChg>
      </pc:sldChg>
      <pc:sldChg chg="del">
        <pc:chgData name="Deepika Vatsa" userId="f7100972-27fe-4ee6-8fb4-ec9b7931b409" providerId="ADAL" clId="{43FC3250-EE2F-489E-970D-AD8C57589867}" dt="2025-07-23T11:05:11.946" v="73" actId="47"/>
        <pc:sldMkLst>
          <pc:docMk/>
          <pc:sldMk cId="3816700751" sldId="602"/>
        </pc:sldMkLst>
      </pc:sldChg>
      <pc:sldChg chg="addSp delSp modSp add mod">
        <pc:chgData name="Deepika Vatsa" userId="f7100972-27fe-4ee6-8fb4-ec9b7931b409" providerId="ADAL" clId="{43FC3250-EE2F-489E-970D-AD8C57589867}" dt="2025-07-31T03:22:07.067" v="5148" actId="478"/>
        <pc:sldMkLst>
          <pc:docMk/>
          <pc:sldMk cId="1900874624" sldId="603"/>
        </pc:sldMkLst>
        <pc:spChg chg="mod">
          <ac:chgData name="Deepika Vatsa" userId="f7100972-27fe-4ee6-8fb4-ec9b7931b409" providerId="ADAL" clId="{43FC3250-EE2F-489E-970D-AD8C57589867}" dt="2025-07-24T10:55:48.527" v="3140" actId="2711"/>
          <ac:spMkLst>
            <pc:docMk/>
            <pc:sldMk cId="1900874624" sldId="603"/>
            <ac:spMk id="5" creationId="{CC1083D5-B7AF-045F-7EAB-FD1411E3B290}"/>
          </ac:spMkLst>
        </pc:spChg>
        <pc:spChg chg="add mod">
          <ac:chgData name="Deepika Vatsa" userId="f7100972-27fe-4ee6-8fb4-ec9b7931b409" providerId="ADAL" clId="{43FC3250-EE2F-489E-970D-AD8C57589867}" dt="2025-07-24T11:52:37.966" v="3628" actId="1076"/>
          <ac:spMkLst>
            <pc:docMk/>
            <pc:sldMk cId="1900874624" sldId="603"/>
            <ac:spMk id="9" creationId="{CCAC1D88-4F5A-C1DF-D1C4-11D9B4B06BA5}"/>
          </ac:spMkLst>
        </pc:spChg>
        <pc:picChg chg="add mod">
          <ac:chgData name="Deepika Vatsa" userId="f7100972-27fe-4ee6-8fb4-ec9b7931b409" providerId="ADAL" clId="{43FC3250-EE2F-489E-970D-AD8C57589867}" dt="2025-07-24T11:51:59.171" v="3599" actId="1076"/>
          <ac:picMkLst>
            <pc:docMk/>
            <pc:sldMk cId="1900874624" sldId="603"/>
            <ac:picMk id="6" creationId="{5E347412-CBFA-DA73-915B-E742041667EB}"/>
          </ac:picMkLst>
        </pc:picChg>
        <pc:picChg chg="add mod">
          <ac:chgData name="Deepika Vatsa" userId="f7100972-27fe-4ee6-8fb4-ec9b7931b409" providerId="ADAL" clId="{43FC3250-EE2F-489E-970D-AD8C57589867}" dt="2025-07-24T11:52:07.262" v="3602" actId="14100"/>
          <ac:picMkLst>
            <pc:docMk/>
            <pc:sldMk cId="1900874624" sldId="603"/>
            <ac:picMk id="8" creationId="{A25986A4-FC58-2B08-DF6B-EC64FFFDFCA5}"/>
          </ac:picMkLst>
        </pc:picChg>
        <pc:picChg chg="del">
          <ac:chgData name="Deepika Vatsa" userId="f7100972-27fe-4ee6-8fb4-ec9b7931b409" providerId="ADAL" clId="{43FC3250-EE2F-489E-970D-AD8C57589867}" dt="2025-07-24T10:55:16.265" v="3133" actId="478"/>
          <ac:picMkLst>
            <pc:docMk/>
            <pc:sldMk cId="1900874624" sldId="603"/>
            <ac:picMk id="10" creationId="{2C8F8A8C-4CBE-F873-6787-5EB3002F5B68}"/>
          </ac:picMkLst>
        </pc:picChg>
        <pc:inkChg chg="add del">
          <ac:chgData name="Deepika Vatsa" userId="f7100972-27fe-4ee6-8fb4-ec9b7931b409" providerId="ADAL" clId="{43FC3250-EE2F-489E-970D-AD8C57589867}" dt="2025-07-31T03:22:07.067" v="5148" actId="478"/>
          <ac:inkMkLst>
            <pc:docMk/>
            <pc:sldMk cId="1900874624" sldId="603"/>
            <ac:inkMk id="4" creationId="{F3BB0138-CCD1-0C0C-A067-F41D030F9149}"/>
          </ac:inkMkLst>
        </pc:inkChg>
        <pc:cxnChg chg="add mod">
          <ac:chgData name="Deepika Vatsa" userId="f7100972-27fe-4ee6-8fb4-ec9b7931b409" providerId="ADAL" clId="{43FC3250-EE2F-489E-970D-AD8C57589867}" dt="2025-07-24T11:53:00.665" v="3631" actId="1582"/>
          <ac:cxnSpMkLst>
            <pc:docMk/>
            <pc:sldMk cId="1900874624" sldId="603"/>
            <ac:cxnSpMk id="12" creationId="{57242450-156C-9942-E006-2331D09B8452}"/>
          </ac:cxnSpMkLst>
        </pc:cxnChg>
      </pc:sldChg>
      <pc:sldChg chg="del">
        <pc:chgData name="Deepika Vatsa" userId="f7100972-27fe-4ee6-8fb4-ec9b7931b409" providerId="ADAL" clId="{43FC3250-EE2F-489E-970D-AD8C57589867}" dt="2025-07-23T11:05:11.946" v="73" actId="47"/>
        <pc:sldMkLst>
          <pc:docMk/>
          <pc:sldMk cId="3109653638" sldId="603"/>
        </pc:sldMkLst>
      </pc:sldChg>
      <pc:sldChg chg="del">
        <pc:chgData name="Deepika Vatsa" userId="f7100972-27fe-4ee6-8fb4-ec9b7931b409" providerId="ADAL" clId="{43FC3250-EE2F-489E-970D-AD8C57589867}" dt="2025-07-23T11:05:11.946" v="73" actId="47"/>
        <pc:sldMkLst>
          <pc:docMk/>
          <pc:sldMk cId="649285932" sldId="604"/>
        </pc:sldMkLst>
      </pc:sldChg>
      <pc:sldChg chg="addSp delSp modSp add mod">
        <pc:chgData name="Deepika Vatsa" userId="f7100972-27fe-4ee6-8fb4-ec9b7931b409" providerId="ADAL" clId="{43FC3250-EE2F-489E-970D-AD8C57589867}" dt="2025-07-31T03:22:13.276" v="5149" actId="478"/>
        <pc:sldMkLst>
          <pc:docMk/>
          <pc:sldMk cId="1874286721" sldId="604"/>
        </pc:sldMkLst>
        <pc:spChg chg="mod">
          <ac:chgData name="Deepika Vatsa" userId="f7100972-27fe-4ee6-8fb4-ec9b7931b409" providerId="ADAL" clId="{43FC3250-EE2F-489E-970D-AD8C57589867}" dt="2025-07-25T06:26:21.166" v="3770" actId="1076"/>
          <ac:spMkLst>
            <pc:docMk/>
            <pc:sldMk cId="1874286721" sldId="604"/>
            <ac:spMk id="5" creationId="{CC1083D5-B7AF-045F-7EAB-FD1411E3B290}"/>
          </ac:spMkLst>
        </pc:spChg>
        <pc:picChg chg="del">
          <ac:chgData name="Deepika Vatsa" userId="f7100972-27fe-4ee6-8fb4-ec9b7931b409" providerId="ADAL" clId="{43FC3250-EE2F-489E-970D-AD8C57589867}" dt="2025-07-24T10:56:32.938" v="3141" actId="478"/>
          <ac:picMkLst>
            <pc:docMk/>
            <pc:sldMk cId="1874286721" sldId="604"/>
            <ac:picMk id="6" creationId="{5E347412-CBFA-DA73-915B-E742041667EB}"/>
          </ac:picMkLst>
        </pc:picChg>
        <pc:picChg chg="add mod">
          <ac:chgData name="Deepika Vatsa" userId="f7100972-27fe-4ee6-8fb4-ec9b7931b409" providerId="ADAL" clId="{43FC3250-EE2F-489E-970D-AD8C57589867}" dt="2025-07-24T10:56:44.883" v="3149" actId="1037"/>
          <ac:picMkLst>
            <pc:docMk/>
            <pc:sldMk cId="1874286721" sldId="604"/>
            <ac:picMk id="7" creationId="{97F75AB9-1D31-DE6E-BC70-6217AEB8A431}"/>
          </ac:picMkLst>
        </pc:picChg>
        <pc:inkChg chg="add del">
          <ac:chgData name="Deepika Vatsa" userId="f7100972-27fe-4ee6-8fb4-ec9b7931b409" providerId="ADAL" clId="{43FC3250-EE2F-489E-970D-AD8C57589867}" dt="2025-07-31T03:22:13.276" v="5149" actId="478"/>
          <ac:inkMkLst>
            <pc:docMk/>
            <pc:sldMk cId="1874286721" sldId="604"/>
            <ac:inkMk id="4" creationId="{5E73F207-02B2-3CFF-A74D-A904062BDB9C}"/>
          </ac:inkMkLst>
        </pc:inkChg>
      </pc:sldChg>
      <pc:sldChg chg="addSp delSp modSp add mod">
        <pc:chgData name="Deepika Vatsa" userId="f7100972-27fe-4ee6-8fb4-ec9b7931b409" providerId="ADAL" clId="{43FC3250-EE2F-489E-970D-AD8C57589867}" dt="2025-07-31T03:22:16.699" v="5150" actId="478"/>
        <pc:sldMkLst>
          <pc:docMk/>
          <pc:sldMk cId="2436058904" sldId="605"/>
        </pc:sldMkLst>
        <pc:spChg chg="mod">
          <ac:chgData name="Deepika Vatsa" userId="f7100972-27fe-4ee6-8fb4-ec9b7931b409" providerId="ADAL" clId="{43FC3250-EE2F-489E-970D-AD8C57589867}" dt="2025-07-24T11:22:06.459" v="3293" actId="58"/>
          <ac:spMkLst>
            <pc:docMk/>
            <pc:sldMk cId="2436058904" sldId="605"/>
            <ac:spMk id="5" creationId="{CC1083D5-B7AF-045F-7EAB-FD1411E3B290}"/>
          </ac:spMkLst>
        </pc:spChg>
        <pc:picChg chg="add mod">
          <ac:chgData name="Deepika Vatsa" userId="f7100972-27fe-4ee6-8fb4-ec9b7931b409" providerId="ADAL" clId="{43FC3250-EE2F-489E-970D-AD8C57589867}" dt="2025-07-24T11:00:25.218" v="3196" actId="1037"/>
          <ac:picMkLst>
            <pc:docMk/>
            <pc:sldMk cId="2436058904" sldId="605"/>
            <ac:picMk id="6" creationId="{9542A4B5-39E6-D2FB-47CE-3134BB4938FC}"/>
          </ac:picMkLst>
        </pc:picChg>
        <pc:picChg chg="del">
          <ac:chgData name="Deepika Vatsa" userId="f7100972-27fe-4ee6-8fb4-ec9b7931b409" providerId="ADAL" clId="{43FC3250-EE2F-489E-970D-AD8C57589867}" dt="2025-07-24T11:00:13.287" v="3188" actId="478"/>
          <ac:picMkLst>
            <pc:docMk/>
            <pc:sldMk cId="2436058904" sldId="605"/>
            <ac:picMk id="7" creationId="{97F75AB9-1D31-DE6E-BC70-6217AEB8A431}"/>
          </ac:picMkLst>
        </pc:picChg>
        <pc:inkChg chg="add del">
          <ac:chgData name="Deepika Vatsa" userId="f7100972-27fe-4ee6-8fb4-ec9b7931b409" providerId="ADAL" clId="{43FC3250-EE2F-489E-970D-AD8C57589867}" dt="2025-07-31T03:22:16.699" v="5150" actId="478"/>
          <ac:inkMkLst>
            <pc:docMk/>
            <pc:sldMk cId="2436058904" sldId="605"/>
            <ac:inkMk id="4" creationId="{40C20B08-60C7-D9BE-41DF-56B84582B374}"/>
          </ac:inkMkLst>
        </pc:inkChg>
      </pc:sldChg>
      <pc:sldChg chg="del">
        <pc:chgData name="Deepika Vatsa" userId="f7100972-27fe-4ee6-8fb4-ec9b7931b409" providerId="ADAL" clId="{43FC3250-EE2F-489E-970D-AD8C57589867}" dt="2025-07-23T11:05:11.946" v="73" actId="47"/>
        <pc:sldMkLst>
          <pc:docMk/>
          <pc:sldMk cId="2666969699" sldId="605"/>
        </pc:sldMkLst>
      </pc:sldChg>
      <pc:sldChg chg="del">
        <pc:chgData name="Deepika Vatsa" userId="f7100972-27fe-4ee6-8fb4-ec9b7931b409" providerId="ADAL" clId="{43FC3250-EE2F-489E-970D-AD8C57589867}" dt="2025-07-23T11:05:11.946" v="73" actId="47"/>
        <pc:sldMkLst>
          <pc:docMk/>
          <pc:sldMk cId="1055965943" sldId="606"/>
        </pc:sldMkLst>
      </pc:sldChg>
      <pc:sldChg chg="addSp delSp modSp add mod ord">
        <pc:chgData name="Deepika Vatsa" userId="f7100972-27fe-4ee6-8fb4-ec9b7931b409" providerId="ADAL" clId="{43FC3250-EE2F-489E-970D-AD8C57589867}" dt="2025-07-31T03:22:28.263" v="5152" actId="478"/>
        <pc:sldMkLst>
          <pc:docMk/>
          <pc:sldMk cId="2038364896" sldId="606"/>
        </pc:sldMkLst>
        <pc:spChg chg="mod">
          <ac:chgData name="Deepika Vatsa" userId="f7100972-27fe-4ee6-8fb4-ec9b7931b409" providerId="ADAL" clId="{43FC3250-EE2F-489E-970D-AD8C57589867}" dt="2025-07-24T11:37:55.586" v="3337" actId="20577"/>
          <ac:spMkLst>
            <pc:docMk/>
            <pc:sldMk cId="2038364896" sldId="606"/>
            <ac:spMk id="2" creationId="{00000000-0000-0000-0000-000000000000}"/>
          </ac:spMkLst>
        </pc:spChg>
        <pc:spChg chg="mod">
          <ac:chgData name="Deepika Vatsa" userId="f7100972-27fe-4ee6-8fb4-ec9b7931b409" providerId="ADAL" clId="{43FC3250-EE2F-489E-970D-AD8C57589867}" dt="2025-07-25T06:42:50.194" v="4069" actId="20577"/>
          <ac:spMkLst>
            <pc:docMk/>
            <pc:sldMk cId="2038364896" sldId="606"/>
            <ac:spMk id="5" creationId="{CC1083D5-B7AF-045F-7EAB-FD1411E3B290}"/>
          </ac:spMkLst>
        </pc:spChg>
        <pc:picChg chg="del">
          <ac:chgData name="Deepika Vatsa" userId="f7100972-27fe-4ee6-8fb4-ec9b7931b409" providerId="ADAL" clId="{43FC3250-EE2F-489E-970D-AD8C57589867}" dt="2025-07-24T11:22:43.873" v="3313" actId="478"/>
          <ac:picMkLst>
            <pc:docMk/>
            <pc:sldMk cId="2038364896" sldId="606"/>
            <ac:picMk id="6" creationId="{9542A4B5-39E6-D2FB-47CE-3134BB4938FC}"/>
          </ac:picMkLst>
        </pc:picChg>
        <pc:picChg chg="add mod">
          <ac:chgData name="Deepika Vatsa" userId="f7100972-27fe-4ee6-8fb4-ec9b7931b409" providerId="ADAL" clId="{43FC3250-EE2F-489E-970D-AD8C57589867}" dt="2025-07-25T06:42:58.032" v="4071" actId="14100"/>
          <ac:picMkLst>
            <pc:docMk/>
            <pc:sldMk cId="2038364896" sldId="606"/>
            <ac:picMk id="7" creationId="{BB5D4909-C339-2D76-23A3-98B71B053D48}"/>
          </ac:picMkLst>
        </pc:picChg>
        <pc:inkChg chg="add del">
          <ac:chgData name="Deepika Vatsa" userId="f7100972-27fe-4ee6-8fb4-ec9b7931b409" providerId="ADAL" clId="{43FC3250-EE2F-489E-970D-AD8C57589867}" dt="2025-07-31T03:22:28.263" v="5152" actId="478"/>
          <ac:inkMkLst>
            <pc:docMk/>
            <pc:sldMk cId="2038364896" sldId="606"/>
            <ac:inkMk id="4" creationId="{D5FEF06F-B2C7-E97B-EF06-31BC0097C5D3}"/>
          </ac:inkMkLst>
        </pc:inkChg>
      </pc:sldChg>
      <pc:sldChg chg="addSp delSp modSp add mod">
        <pc:chgData name="Deepika Vatsa" userId="f7100972-27fe-4ee6-8fb4-ec9b7931b409" providerId="ADAL" clId="{43FC3250-EE2F-489E-970D-AD8C57589867}" dt="2025-07-31T03:22:20.269" v="5151" actId="478"/>
        <pc:sldMkLst>
          <pc:docMk/>
          <pc:sldMk cId="1748403446" sldId="607"/>
        </pc:sldMkLst>
        <pc:spChg chg="mod">
          <ac:chgData name="Deepika Vatsa" userId="f7100972-27fe-4ee6-8fb4-ec9b7931b409" providerId="ADAL" clId="{43FC3250-EE2F-489E-970D-AD8C57589867}" dt="2025-07-25T06:42:05.894" v="4034" actId="20577"/>
          <ac:spMkLst>
            <pc:docMk/>
            <pc:sldMk cId="1748403446" sldId="607"/>
            <ac:spMk id="5" creationId="{CC1083D5-B7AF-045F-7EAB-FD1411E3B290}"/>
          </ac:spMkLst>
        </pc:spChg>
        <pc:spChg chg="add del mod">
          <ac:chgData name="Deepika Vatsa" userId="f7100972-27fe-4ee6-8fb4-ec9b7931b409" providerId="ADAL" clId="{43FC3250-EE2F-489E-970D-AD8C57589867}" dt="2025-07-25T06:34:02.491" v="3909" actId="478"/>
          <ac:spMkLst>
            <pc:docMk/>
            <pc:sldMk cId="1748403446" sldId="607"/>
            <ac:spMk id="10" creationId="{3FAE005D-3CFC-EEAA-ED2D-EF813024F8F8}"/>
          </ac:spMkLst>
        </pc:spChg>
        <pc:spChg chg="add del">
          <ac:chgData name="Deepika Vatsa" userId="f7100972-27fe-4ee6-8fb4-ec9b7931b409" providerId="ADAL" clId="{43FC3250-EE2F-489E-970D-AD8C57589867}" dt="2025-07-25T06:33:30.051" v="3874"/>
          <ac:spMkLst>
            <pc:docMk/>
            <pc:sldMk cId="1748403446" sldId="607"/>
            <ac:spMk id="11" creationId="{654270B0-BB9E-6673-8A23-2D85A649ACB1}"/>
          </ac:spMkLst>
        </pc:spChg>
        <pc:spChg chg="add del mod">
          <ac:chgData name="Deepika Vatsa" userId="f7100972-27fe-4ee6-8fb4-ec9b7931b409" providerId="ADAL" clId="{43FC3250-EE2F-489E-970D-AD8C57589867}" dt="2025-07-25T06:33:27.820" v="3872"/>
          <ac:spMkLst>
            <pc:docMk/>
            <pc:sldMk cId="1748403446" sldId="607"/>
            <ac:spMk id="12" creationId="{CE854B7F-AD17-A879-172B-CDFB83F08EF0}"/>
          </ac:spMkLst>
        </pc:spChg>
        <pc:spChg chg="add mod">
          <ac:chgData name="Deepika Vatsa" userId="f7100972-27fe-4ee6-8fb4-ec9b7931b409" providerId="ADAL" clId="{43FC3250-EE2F-489E-970D-AD8C57589867}" dt="2025-07-25T06:42:18.768" v="4035" actId="1076"/>
          <ac:spMkLst>
            <pc:docMk/>
            <pc:sldMk cId="1748403446" sldId="607"/>
            <ac:spMk id="13" creationId="{70986103-B215-563E-7363-18E61472D0F6}"/>
          </ac:spMkLst>
        </pc:spChg>
        <pc:picChg chg="add del mod">
          <ac:chgData name="Deepika Vatsa" userId="f7100972-27fe-4ee6-8fb4-ec9b7931b409" providerId="ADAL" clId="{43FC3250-EE2F-489E-970D-AD8C57589867}" dt="2025-07-24T11:47:07.172" v="3598" actId="478"/>
          <ac:picMkLst>
            <pc:docMk/>
            <pc:sldMk cId="1748403446" sldId="607"/>
            <ac:picMk id="6" creationId="{A13E8D7B-4A52-0721-BC59-29B338739EB1}"/>
          </ac:picMkLst>
        </pc:picChg>
        <pc:picChg chg="del">
          <ac:chgData name="Deepika Vatsa" userId="f7100972-27fe-4ee6-8fb4-ec9b7931b409" providerId="ADAL" clId="{43FC3250-EE2F-489E-970D-AD8C57589867}" dt="2025-07-24T11:42:49.039" v="3485" actId="478"/>
          <ac:picMkLst>
            <pc:docMk/>
            <pc:sldMk cId="1748403446" sldId="607"/>
            <ac:picMk id="7" creationId="{BB5D4909-C339-2D76-23A3-98B71B053D48}"/>
          </ac:picMkLst>
        </pc:picChg>
        <pc:picChg chg="add mod">
          <ac:chgData name="Deepika Vatsa" userId="f7100972-27fe-4ee6-8fb4-ec9b7931b409" providerId="ADAL" clId="{43FC3250-EE2F-489E-970D-AD8C57589867}" dt="2025-07-25T06:43:04.276" v="4072" actId="14100"/>
          <ac:picMkLst>
            <pc:docMk/>
            <pc:sldMk cId="1748403446" sldId="607"/>
            <ac:picMk id="9" creationId="{32F6E1FF-15F1-A1E0-E331-2C1F8A441D0A}"/>
          </ac:picMkLst>
        </pc:picChg>
        <pc:inkChg chg="add del">
          <ac:chgData name="Deepika Vatsa" userId="f7100972-27fe-4ee6-8fb4-ec9b7931b409" providerId="ADAL" clId="{43FC3250-EE2F-489E-970D-AD8C57589867}" dt="2025-07-31T03:22:20.269" v="5151" actId="478"/>
          <ac:inkMkLst>
            <pc:docMk/>
            <pc:sldMk cId="1748403446" sldId="607"/>
            <ac:inkMk id="4" creationId="{6D2DAF5D-2AD8-9F3A-AD48-2DA240DA9DB6}"/>
          </ac:inkMkLst>
        </pc:inkChg>
      </pc:sldChg>
      <pc:sldChg chg="del">
        <pc:chgData name="Deepika Vatsa" userId="f7100972-27fe-4ee6-8fb4-ec9b7931b409" providerId="ADAL" clId="{43FC3250-EE2F-489E-970D-AD8C57589867}" dt="2025-07-23T11:05:11.946" v="73" actId="47"/>
        <pc:sldMkLst>
          <pc:docMk/>
          <pc:sldMk cId="3928892522" sldId="607"/>
        </pc:sldMkLst>
      </pc:sldChg>
      <pc:sldChg chg="addSp delSp modSp add mod">
        <pc:chgData name="Deepika Vatsa" userId="f7100972-27fe-4ee6-8fb4-ec9b7931b409" providerId="ADAL" clId="{43FC3250-EE2F-489E-970D-AD8C57589867}" dt="2025-07-31T04:12:32.264" v="5154" actId="478"/>
        <pc:sldMkLst>
          <pc:docMk/>
          <pc:sldMk cId="875425397" sldId="608"/>
        </pc:sldMkLst>
        <pc:spChg chg="mod">
          <ac:chgData name="Deepika Vatsa" userId="f7100972-27fe-4ee6-8fb4-ec9b7931b409" providerId="ADAL" clId="{43FC3250-EE2F-489E-970D-AD8C57589867}" dt="2025-07-24T11:46:24.653" v="3538" actId="20577"/>
          <ac:spMkLst>
            <pc:docMk/>
            <pc:sldMk cId="875425397" sldId="608"/>
            <ac:spMk id="2" creationId="{00000000-0000-0000-0000-000000000000}"/>
          </ac:spMkLst>
        </pc:spChg>
        <pc:spChg chg="mod">
          <ac:chgData name="Deepika Vatsa" userId="f7100972-27fe-4ee6-8fb4-ec9b7931b409" providerId="ADAL" clId="{43FC3250-EE2F-489E-970D-AD8C57589867}" dt="2025-07-24T11:46:33.897" v="3541" actId="1076"/>
          <ac:spMkLst>
            <pc:docMk/>
            <pc:sldMk cId="875425397" sldId="608"/>
            <ac:spMk id="5" creationId="{CC1083D5-B7AF-045F-7EAB-FD1411E3B290}"/>
          </ac:spMkLst>
        </pc:spChg>
        <pc:picChg chg="del">
          <ac:chgData name="Deepika Vatsa" userId="f7100972-27fe-4ee6-8fb4-ec9b7931b409" providerId="ADAL" clId="{43FC3250-EE2F-489E-970D-AD8C57589867}" dt="2025-07-24T11:46:28.740" v="3540" actId="478"/>
          <ac:picMkLst>
            <pc:docMk/>
            <pc:sldMk cId="875425397" sldId="608"/>
            <ac:picMk id="6" creationId="{A13E8D7B-4A52-0721-BC59-29B338739EB1}"/>
          </ac:picMkLst>
        </pc:picChg>
        <pc:inkChg chg="add del">
          <ac:chgData name="Deepika Vatsa" userId="f7100972-27fe-4ee6-8fb4-ec9b7931b409" providerId="ADAL" clId="{43FC3250-EE2F-489E-970D-AD8C57589867}" dt="2025-07-31T04:12:32.264" v="5154" actId="478"/>
          <ac:inkMkLst>
            <pc:docMk/>
            <pc:sldMk cId="875425397" sldId="608"/>
            <ac:inkMk id="4" creationId="{A403426F-F021-3620-E64C-72BB553D3F80}"/>
          </ac:inkMkLst>
        </pc:inkChg>
      </pc:sldChg>
      <pc:sldChg chg="del">
        <pc:chgData name="Deepika Vatsa" userId="f7100972-27fe-4ee6-8fb4-ec9b7931b409" providerId="ADAL" clId="{43FC3250-EE2F-489E-970D-AD8C57589867}" dt="2025-07-23T11:05:11.946" v="73" actId="47"/>
        <pc:sldMkLst>
          <pc:docMk/>
          <pc:sldMk cId="2914318388" sldId="608"/>
        </pc:sldMkLst>
      </pc:sldChg>
      <pc:sldChg chg="del">
        <pc:chgData name="Deepika Vatsa" userId="f7100972-27fe-4ee6-8fb4-ec9b7931b409" providerId="ADAL" clId="{43FC3250-EE2F-489E-970D-AD8C57589867}" dt="2025-07-23T11:05:11.946" v="73" actId="47"/>
        <pc:sldMkLst>
          <pc:docMk/>
          <pc:sldMk cId="726719763" sldId="609"/>
        </pc:sldMkLst>
      </pc:sldChg>
      <pc:sldChg chg="addSp delSp modSp add mod">
        <pc:chgData name="Deepika Vatsa" userId="f7100972-27fe-4ee6-8fb4-ec9b7931b409" providerId="ADAL" clId="{43FC3250-EE2F-489E-970D-AD8C57589867}" dt="2025-07-31T03:22:31.345" v="5153" actId="478"/>
        <pc:sldMkLst>
          <pc:docMk/>
          <pc:sldMk cId="2661033047" sldId="609"/>
        </pc:sldMkLst>
        <pc:spChg chg="mod">
          <ac:chgData name="Deepika Vatsa" userId="f7100972-27fe-4ee6-8fb4-ec9b7931b409" providerId="ADAL" clId="{43FC3250-EE2F-489E-970D-AD8C57589867}" dt="2025-07-25T06:43:18.452" v="4073" actId="20577"/>
          <ac:spMkLst>
            <pc:docMk/>
            <pc:sldMk cId="2661033047" sldId="609"/>
            <ac:spMk id="5" creationId="{CC1083D5-B7AF-045F-7EAB-FD1411E3B290}"/>
          </ac:spMkLst>
        </pc:spChg>
        <pc:picChg chg="mod">
          <ac:chgData name="Deepika Vatsa" userId="f7100972-27fe-4ee6-8fb4-ec9b7931b409" providerId="ADAL" clId="{43FC3250-EE2F-489E-970D-AD8C57589867}" dt="2025-07-25T06:43:23.529" v="4075" actId="14100"/>
          <ac:picMkLst>
            <pc:docMk/>
            <pc:sldMk cId="2661033047" sldId="609"/>
            <ac:picMk id="6" creationId="{A13E8D7B-4A52-0721-BC59-29B338739EB1}"/>
          </ac:picMkLst>
        </pc:picChg>
        <pc:inkChg chg="add del">
          <ac:chgData name="Deepika Vatsa" userId="f7100972-27fe-4ee6-8fb4-ec9b7931b409" providerId="ADAL" clId="{43FC3250-EE2F-489E-970D-AD8C57589867}" dt="2025-07-31T03:22:31.345" v="5153" actId="478"/>
          <ac:inkMkLst>
            <pc:docMk/>
            <pc:sldMk cId="2661033047" sldId="609"/>
            <ac:inkMk id="4" creationId="{62AE56D4-FC9A-0AEB-43A7-FAE9356B9CDA}"/>
          </ac:inkMkLst>
        </pc:inkChg>
      </pc:sldChg>
      <pc:sldChg chg="addSp delSp modSp add mod">
        <pc:chgData name="Deepika Vatsa" userId="f7100972-27fe-4ee6-8fb4-ec9b7931b409" providerId="ADAL" clId="{43FC3250-EE2F-489E-970D-AD8C57589867}" dt="2025-07-31T04:12:42.796" v="5158" actId="478"/>
        <pc:sldMkLst>
          <pc:docMk/>
          <pc:sldMk cId="1244221787" sldId="610"/>
        </pc:sldMkLst>
        <pc:spChg chg="mod">
          <ac:chgData name="Deepika Vatsa" userId="f7100972-27fe-4ee6-8fb4-ec9b7931b409" providerId="ADAL" clId="{43FC3250-EE2F-489E-970D-AD8C57589867}" dt="2025-07-29T09:26:29.034" v="4318" actId="20577"/>
          <ac:spMkLst>
            <pc:docMk/>
            <pc:sldMk cId="1244221787" sldId="610"/>
            <ac:spMk id="2" creationId="{00000000-0000-0000-0000-000000000000}"/>
          </ac:spMkLst>
        </pc:spChg>
        <pc:spChg chg="add mod">
          <ac:chgData name="Deepika Vatsa" userId="f7100972-27fe-4ee6-8fb4-ec9b7931b409" providerId="ADAL" clId="{43FC3250-EE2F-489E-970D-AD8C57589867}" dt="2025-07-29T09:36:07.618" v="4601" actId="403"/>
          <ac:spMkLst>
            <pc:docMk/>
            <pc:sldMk cId="1244221787" sldId="610"/>
            <ac:spMk id="5" creationId="{1310D0E2-75BF-6154-37D8-B2D38B76B72D}"/>
          </ac:spMkLst>
        </pc:spChg>
        <pc:spChg chg="add mod">
          <ac:chgData name="Deepika Vatsa" userId="f7100972-27fe-4ee6-8fb4-ec9b7931b409" providerId="ADAL" clId="{43FC3250-EE2F-489E-970D-AD8C57589867}" dt="2025-07-29T09:36:25.546" v="4604" actId="1076"/>
          <ac:spMkLst>
            <pc:docMk/>
            <pc:sldMk cId="1244221787" sldId="610"/>
            <ac:spMk id="10" creationId="{9B627254-09D3-20DB-9C07-F8310D90C8F0}"/>
          </ac:spMkLst>
        </pc:spChg>
        <pc:spChg chg="del mod">
          <ac:chgData name="Deepika Vatsa" userId="f7100972-27fe-4ee6-8fb4-ec9b7931b409" providerId="ADAL" clId="{43FC3250-EE2F-489E-970D-AD8C57589867}" dt="2025-07-29T09:27:42.845" v="4340"/>
          <ac:spMkLst>
            <pc:docMk/>
            <pc:sldMk cId="1244221787" sldId="610"/>
            <ac:spMk id="11" creationId="{06381CCD-359B-D8A2-1997-A5B56A02FD41}"/>
          </ac:spMkLst>
        </pc:spChg>
        <pc:graphicFrameChg chg="add mod modGraphic">
          <ac:chgData name="Deepika Vatsa" userId="f7100972-27fe-4ee6-8fb4-ec9b7931b409" providerId="ADAL" clId="{43FC3250-EE2F-489E-970D-AD8C57589867}" dt="2025-07-29T09:36:02.277" v="4600" actId="403"/>
          <ac:graphicFrameMkLst>
            <pc:docMk/>
            <pc:sldMk cId="1244221787" sldId="610"/>
            <ac:graphicFrameMk id="4" creationId="{9A61CFB2-8DA7-5321-4636-0B27883190EC}"/>
          </ac:graphicFrameMkLst>
        </pc:graphicFrameChg>
        <pc:picChg chg="add mod">
          <ac:chgData name="Deepika Vatsa" userId="f7100972-27fe-4ee6-8fb4-ec9b7931b409" providerId="ADAL" clId="{43FC3250-EE2F-489E-970D-AD8C57589867}" dt="2025-07-29T09:36:17.650" v="4602" actId="1076"/>
          <ac:picMkLst>
            <pc:docMk/>
            <pc:sldMk cId="1244221787" sldId="610"/>
            <ac:picMk id="7" creationId="{EB1BC7D7-2A8B-FDFE-19D5-5060E82A5057}"/>
          </ac:picMkLst>
        </pc:picChg>
        <pc:picChg chg="add mod">
          <ac:chgData name="Deepika Vatsa" userId="f7100972-27fe-4ee6-8fb4-ec9b7931b409" providerId="ADAL" clId="{43FC3250-EE2F-489E-970D-AD8C57589867}" dt="2025-07-29T09:31:32.976" v="4489" actId="1076"/>
          <ac:picMkLst>
            <pc:docMk/>
            <pc:sldMk cId="1244221787" sldId="610"/>
            <ac:picMk id="9" creationId="{2225503A-7575-0D3B-5B98-909C48A2EA7C}"/>
          </ac:picMkLst>
        </pc:picChg>
        <pc:inkChg chg="add del">
          <ac:chgData name="Deepika Vatsa" userId="f7100972-27fe-4ee6-8fb4-ec9b7931b409" providerId="ADAL" clId="{43FC3250-EE2F-489E-970D-AD8C57589867}" dt="2025-07-31T04:12:42.796" v="5158" actId="478"/>
          <ac:inkMkLst>
            <pc:docMk/>
            <pc:sldMk cId="1244221787" sldId="610"/>
            <ac:inkMk id="6" creationId="{17296517-C49C-BE35-E114-9B88F69E82AE}"/>
          </ac:inkMkLst>
        </pc:inkChg>
      </pc:sldChg>
      <pc:sldChg chg="del">
        <pc:chgData name="Deepika Vatsa" userId="f7100972-27fe-4ee6-8fb4-ec9b7931b409" providerId="ADAL" clId="{43FC3250-EE2F-489E-970D-AD8C57589867}" dt="2025-07-23T11:05:11.946" v="73" actId="47"/>
        <pc:sldMkLst>
          <pc:docMk/>
          <pc:sldMk cId="3648386067" sldId="610"/>
        </pc:sldMkLst>
      </pc:sldChg>
      <pc:sldChg chg="del">
        <pc:chgData name="Deepika Vatsa" userId="f7100972-27fe-4ee6-8fb4-ec9b7931b409" providerId="ADAL" clId="{43FC3250-EE2F-489E-970D-AD8C57589867}" dt="2025-07-23T11:05:11.946" v="73" actId="47"/>
        <pc:sldMkLst>
          <pc:docMk/>
          <pc:sldMk cId="1440736019" sldId="611"/>
        </pc:sldMkLst>
      </pc:sldChg>
      <pc:sldChg chg="addSp delSp modSp add mod">
        <pc:chgData name="Deepika Vatsa" userId="f7100972-27fe-4ee6-8fb4-ec9b7931b409" providerId="ADAL" clId="{43FC3250-EE2F-489E-970D-AD8C57589867}" dt="2025-07-31T04:12:45.263" v="5159" actId="478"/>
        <pc:sldMkLst>
          <pc:docMk/>
          <pc:sldMk cId="2742127447" sldId="611"/>
        </pc:sldMkLst>
        <pc:spChg chg="del">
          <ac:chgData name="Deepika Vatsa" userId="f7100972-27fe-4ee6-8fb4-ec9b7931b409" providerId="ADAL" clId="{43FC3250-EE2F-489E-970D-AD8C57589867}" dt="2025-07-29T09:32:25.211" v="4503" actId="478"/>
          <ac:spMkLst>
            <pc:docMk/>
            <pc:sldMk cId="2742127447" sldId="611"/>
            <ac:spMk id="5" creationId="{1310D0E2-75BF-6154-37D8-B2D38B76B72D}"/>
          </ac:spMkLst>
        </pc:spChg>
        <pc:spChg chg="del">
          <ac:chgData name="Deepika Vatsa" userId="f7100972-27fe-4ee6-8fb4-ec9b7931b409" providerId="ADAL" clId="{43FC3250-EE2F-489E-970D-AD8C57589867}" dt="2025-07-29T09:34:11.259" v="4534" actId="478"/>
          <ac:spMkLst>
            <pc:docMk/>
            <pc:sldMk cId="2742127447" sldId="611"/>
            <ac:spMk id="10" creationId="{9B627254-09D3-20DB-9C07-F8310D90C8F0}"/>
          </ac:spMkLst>
        </pc:spChg>
        <pc:spChg chg="add mod">
          <ac:chgData name="Deepika Vatsa" userId="f7100972-27fe-4ee6-8fb4-ec9b7931b409" providerId="ADAL" clId="{43FC3250-EE2F-489E-970D-AD8C57589867}" dt="2025-07-29T09:35:34.289" v="4592" actId="1076"/>
          <ac:spMkLst>
            <pc:docMk/>
            <pc:sldMk cId="2742127447" sldId="611"/>
            <ac:spMk id="13" creationId="{23851624-7BA7-D9E9-9B51-6B881D7FA9DF}"/>
          </ac:spMkLst>
        </pc:spChg>
        <pc:spChg chg="add mod">
          <ac:chgData name="Deepika Vatsa" userId="f7100972-27fe-4ee6-8fb4-ec9b7931b409" providerId="ADAL" clId="{43FC3250-EE2F-489E-970D-AD8C57589867}" dt="2025-07-29T09:37:49.194" v="4654" actId="207"/>
          <ac:spMkLst>
            <pc:docMk/>
            <pc:sldMk cId="2742127447" sldId="611"/>
            <ac:spMk id="14" creationId="{43B25EF5-3577-32AA-6B1A-D68FD42FC287}"/>
          </ac:spMkLst>
        </pc:spChg>
        <pc:spChg chg="add ord">
          <ac:chgData name="Deepika Vatsa" userId="f7100972-27fe-4ee6-8fb4-ec9b7931b409" providerId="ADAL" clId="{43FC3250-EE2F-489E-970D-AD8C57589867}" dt="2025-07-29T09:37:36.859" v="4653" actId="167"/>
          <ac:spMkLst>
            <pc:docMk/>
            <pc:sldMk cId="2742127447" sldId="611"/>
            <ac:spMk id="15" creationId="{2CE8AD81-DD82-EE2A-E8D7-0BB3644121DD}"/>
          </ac:spMkLst>
        </pc:spChg>
        <pc:spChg chg="add mod">
          <ac:chgData name="Deepika Vatsa" userId="f7100972-27fe-4ee6-8fb4-ec9b7931b409" providerId="ADAL" clId="{43FC3250-EE2F-489E-970D-AD8C57589867}" dt="2025-07-29T09:41:36.752" v="4730" actId="1035"/>
          <ac:spMkLst>
            <pc:docMk/>
            <pc:sldMk cId="2742127447" sldId="611"/>
            <ac:spMk id="17" creationId="{6655A525-0B6E-1B3B-7EA3-03ED36A9FA6E}"/>
          </ac:spMkLst>
        </pc:spChg>
        <pc:graphicFrameChg chg="mod modGraphic">
          <ac:chgData name="Deepika Vatsa" userId="f7100972-27fe-4ee6-8fb4-ec9b7931b409" providerId="ADAL" clId="{43FC3250-EE2F-489E-970D-AD8C57589867}" dt="2025-07-29T09:41:45.078" v="4734" actId="20577"/>
          <ac:graphicFrameMkLst>
            <pc:docMk/>
            <pc:sldMk cId="2742127447" sldId="611"/>
            <ac:graphicFrameMk id="4" creationId="{9A61CFB2-8DA7-5321-4636-0B27883190EC}"/>
          </ac:graphicFrameMkLst>
        </pc:graphicFrameChg>
        <pc:picChg chg="del mod">
          <ac:chgData name="Deepika Vatsa" userId="f7100972-27fe-4ee6-8fb4-ec9b7931b409" providerId="ADAL" clId="{43FC3250-EE2F-489E-970D-AD8C57589867}" dt="2025-07-29T09:34:31.428" v="4536" actId="478"/>
          <ac:picMkLst>
            <pc:docMk/>
            <pc:sldMk cId="2742127447" sldId="611"/>
            <ac:picMk id="7" creationId="{EB1BC7D7-2A8B-FDFE-19D5-5060E82A5057}"/>
          </ac:picMkLst>
        </pc:picChg>
        <pc:picChg chg="add mod">
          <ac:chgData name="Deepika Vatsa" userId="f7100972-27fe-4ee6-8fb4-ec9b7931b409" providerId="ADAL" clId="{43FC3250-EE2F-489E-970D-AD8C57589867}" dt="2025-07-29T09:36:40.742" v="4605" actId="1076"/>
          <ac:picMkLst>
            <pc:docMk/>
            <pc:sldMk cId="2742127447" sldId="611"/>
            <ac:picMk id="8" creationId="{FA071716-76D5-8A2B-8EE9-A42CAE268218}"/>
          </ac:picMkLst>
        </pc:picChg>
        <pc:picChg chg="del">
          <ac:chgData name="Deepika Vatsa" userId="f7100972-27fe-4ee6-8fb4-ec9b7931b409" providerId="ADAL" clId="{43FC3250-EE2F-489E-970D-AD8C57589867}" dt="2025-07-29T09:34:50.527" v="4541" actId="478"/>
          <ac:picMkLst>
            <pc:docMk/>
            <pc:sldMk cId="2742127447" sldId="611"/>
            <ac:picMk id="9" creationId="{2225503A-7575-0D3B-5B98-909C48A2EA7C}"/>
          </ac:picMkLst>
        </pc:picChg>
        <pc:picChg chg="add mod">
          <ac:chgData name="Deepika Vatsa" userId="f7100972-27fe-4ee6-8fb4-ec9b7931b409" providerId="ADAL" clId="{43FC3250-EE2F-489E-970D-AD8C57589867}" dt="2025-07-29T09:36:44.087" v="4606" actId="1076"/>
          <ac:picMkLst>
            <pc:docMk/>
            <pc:sldMk cId="2742127447" sldId="611"/>
            <ac:picMk id="12" creationId="{9671BB86-45FA-B811-5C54-C67DFC998E03}"/>
          </ac:picMkLst>
        </pc:picChg>
        <pc:inkChg chg="add del">
          <ac:chgData name="Deepika Vatsa" userId="f7100972-27fe-4ee6-8fb4-ec9b7931b409" providerId="ADAL" clId="{43FC3250-EE2F-489E-970D-AD8C57589867}" dt="2025-07-31T04:12:45.263" v="5159" actId="478"/>
          <ac:inkMkLst>
            <pc:docMk/>
            <pc:sldMk cId="2742127447" sldId="611"/>
            <ac:inkMk id="5" creationId="{E08C7AAA-E092-49E6-4948-4A81A952906A}"/>
          </ac:inkMkLst>
        </pc:inkChg>
      </pc:sldChg>
      <pc:sldChg chg="del">
        <pc:chgData name="Deepika Vatsa" userId="f7100972-27fe-4ee6-8fb4-ec9b7931b409" providerId="ADAL" clId="{43FC3250-EE2F-489E-970D-AD8C57589867}" dt="2025-07-23T11:05:11.946" v="73" actId="47"/>
        <pc:sldMkLst>
          <pc:docMk/>
          <pc:sldMk cId="1106724558" sldId="612"/>
        </pc:sldMkLst>
      </pc:sldChg>
      <pc:sldChg chg="addSp delSp modSp add mod ord">
        <pc:chgData name="Deepika Vatsa" userId="f7100972-27fe-4ee6-8fb4-ec9b7931b409" providerId="ADAL" clId="{43FC3250-EE2F-489E-970D-AD8C57589867}" dt="2025-07-31T04:12:47.743" v="5160" actId="478"/>
        <pc:sldMkLst>
          <pc:docMk/>
          <pc:sldMk cId="4043674681" sldId="612"/>
        </pc:sldMkLst>
        <pc:spChg chg="mod">
          <ac:chgData name="Deepika Vatsa" userId="f7100972-27fe-4ee6-8fb4-ec9b7931b409" providerId="ADAL" clId="{43FC3250-EE2F-489E-970D-AD8C57589867}" dt="2025-07-29T09:38:28.921" v="4685" actId="20577"/>
          <ac:spMkLst>
            <pc:docMk/>
            <pc:sldMk cId="4043674681" sldId="612"/>
            <ac:spMk id="2" creationId="{00000000-0000-0000-0000-000000000000}"/>
          </ac:spMkLst>
        </pc:spChg>
        <pc:spChg chg="mod">
          <ac:chgData name="Deepika Vatsa" userId="f7100972-27fe-4ee6-8fb4-ec9b7931b409" providerId="ADAL" clId="{43FC3250-EE2F-489E-970D-AD8C57589867}" dt="2025-07-29T09:39:44.773" v="4710" actId="33524"/>
          <ac:spMkLst>
            <pc:docMk/>
            <pc:sldMk cId="4043674681" sldId="612"/>
            <ac:spMk id="11" creationId="{06381CCD-359B-D8A2-1997-A5B56A02FD41}"/>
          </ac:spMkLst>
        </pc:spChg>
        <pc:picChg chg="add mod">
          <ac:chgData name="Deepika Vatsa" userId="f7100972-27fe-4ee6-8fb4-ec9b7931b409" providerId="ADAL" clId="{43FC3250-EE2F-489E-970D-AD8C57589867}" dt="2025-07-29T09:39:19.646" v="4703" actId="14100"/>
          <ac:picMkLst>
            <pc:docMk/>
            <pc:sldMk cId="4043674681" sldId="612"/>
            <ac:picMk id="5" creationId="{AD39B31F-221A-4EE5-E9C0-CA98D418592E}"/>
          </ac:picMkLst>
        </pc:picChg>
        <pc:inkChg chg="add del">
          <ac:chgData name="Deepika Vatsa" userId="f7100972-27fe-4ee6-8fb4-ec9b7931b409" providerId="ADAL" clId="{43FC3250-EE2F-489E-970D-AD8C57589867}" dt="2025-07-31T04:12:47.743" v="5160" actId="478"/>
          <ac:inkMkLst>
            <pc:docMk/>
            <pc:sldMk cId="4043674681" sldId="612"/>
            <ac:inkMk id="4" creationId="{A8043A15-5AAE-0CE7-99FB-3682E96C3B02}"/>
          </ac:inkMkLst>
        </pc:inkChg>
      </pc:sldChg>
      <pc:sldChg chg="addSp delSp modSp add mod">
        <pc:chgData name="Deepika Vatsa" userId="f7100972-27fe-4ee6-8fb4-ec9b7931b409" providerId="ADAL" clId="{43FC3250-EE2F-489E-970D-AD8C57589867}" dt="2025-07-31T04:12:37.373" v="5156" actId="478"/>
        <pc:sldMkLst>
          <pc:docMk/>
          <pc:sldMk cId="1338937673" sldId="613"/>
        </pc:sldMkLst>
        <pc:spChg chg="mod">
          <ac:chgData name="Deepika Vatsa" userId="f7100972-27fe-4ee6-8fb4-ec9b7931b409" providerId="ADAL" clId="{43FC3250-EE2F-489E-970D-AD8C57589867}" dt="2025-07-29T10:27:18.134" v="4759" actId="20577"/>
          <ac:spMkLst>
            <pc:docMk/>
            <pc:sldMk cId="1338937673" sldId="613"/>
            <ac:spMk id="2" creationId="{00000000-0000-0000-0000-000000000000}"/>
          </ac:spMkLst>
        </pc:spChg>
        <pc:spChg chg="del">
          <ac:chgData name="Deepika Vatsa" userId="f7100972-27fe-4ee6-8fb4-ec9b7931b409" providerId="ADAL" clId="{43FC3250-EE2F-489E-970D-AD8C57589867}" dt="2025-07-29T10:27:04.458" v="4736" actId="478"/>
          <ac:spMkLst>
            <pc:docMk/>
            <pc:sldMk cId="1338937673" sldId="613"/>
            <ac:spMk id="11" creationId="{06381CCD-359B-D8A2-1997-A5B56A02FD41}"/>
          </ac:spMkLst>
        </pc:spChg>
        <pc:picChg chg="add mod">
          <ac:chgData name="Deepika Vatsa" userId="f7100972-27fe-4ee6-8fb4-ec9b7931b409" providerId="ADAL" clId="{43FC3250-EE2F-489E-970D-AD8C57589867}" dt="2025-07-29T10:27:12.530" v="4740" actId="1076"/>
          <ac:picMkLst>
            <pc:docMk/>
            <pc:sldMk cId="1338937673" sldId="613"/>
            <ac:picMk id="5" creationId="{509DEF52-9B59-357F-07A6-14702C7BE81D}"/>
          </ac:picMkLst>
        </pc:picChg>
        <pc:inkChg chg="add del">
          <ac:chgData name="Deepika Vatsa" userId="f7100972-27fe-4ee6-8fb4-ec9b7931b409" providerId="ADAL" clId="{43FC3250-EE2F-489E-970D-AD8C57589867}" dt="2025-07-31T04:12:37.373" v="5156" actId="478"/>
          <ac:inkMkLst>
            <pc:docMk/>
            <pc:sldMk cId="1338937673" sldId="613"/>
            <ac:inkMk id="4" creationId="{1066EE53-2164-F1CA-3C63-294ED66450CC}"/>
          </ac:inkMkLst>
        </pc:inkChg>
      </pc:sldChg>
      <pc:sldChg chg="addSp delSp modSp add mod">
        <pc:chgData name="Deepika Vatsa" userId="f7100972-27fe-4ee6-8fb4-ec9b7931b409" providerId="ADAL" clId="{43FC3250-EE2F-489E-970D-AD8C57589867}" dt="2025-07-31T04:12:40.251" v="5157" actId="478"/>
        <pc:sldMkLst>
          <pc:docMk/>
          <pc:sldMk cId="1180035275" sldId="614"/>
        </pc:sldMkLst>
        <pc:picChg chg="del">
          <ac:chgData name="Deepika Vatsa" userId="f7100972-27fe-4ee6-8fb4-ec9b7931b409" providerId="ADAL" clId="{43FC3250-EE2F-489E-970D-AD8C57589867}" dt="2025-07-29T10:27:41.297" v="4761" actId="478"/>
          <ac:picMkLst>
            <pc:docMk/>
            <pc:sldMk cId="1180035275" sldId="614"/>
            <ac:picMk id="5" creationId="{509DEF52-9B59-357F-07A6-14702C7BE81D}"/>
          </ac:picMkLst>
        </pc:picChg>
        <pc:picChg chg="add mod">
          <ac:chgData name="Deepika Vatsa" userId="f7100972-27fe-4ee6-8fb4-ec9b7931b409" providerId="ADAL" clId="{43FC3250-EE2F-489E-970D-AD8C57589867}" dt="2025-07-29T10:27:46.511" v="4764" actId="1076"/>
          <ac:picMkLst>
            <pc:docMk/>
            <pc:sldMk cId="1180035275" sldId="614"/>
            <ac:picMk id="6" creationId="{7241F030-7566-2C7C-08F8-43ECA3E40FF6}"/>
          </ac:picMkLst>
        </pc:picChg>
        <pc:inkChg chg="add del">
          <ac:chgData name="Deepika Vatsa" userId="f7100972-27fe-4ee6-8fb4-ec9b7931b409" providerId="ADAL" clId="{43FC3250-EE2F-489E-970D-AD8C57589867}" dt="2025-07-31T04:12:40.251" v="5157" actId="478"/>
          <ac:inkMkLst>
            <pc:docMk/>
            <pc:sldMk cId="1180035275" sldId="614"/>
            <ac:inkMk id="4" creationId="{BD21F7C1-37DA-B6FC-4346-1E7E5ABBB1B3}"/>
          </ac:inkMkLst>
        </pc:inkChg>
      </pc:sldChg>
    </pc:docChg>
  </pc:docChgLst>
  <pc:docChgLst>
    <pc:chgData name="Deepika Vatsa" userId="f7100972-27fe-4ee6-8fb4-ec9b7931b409" providerId="ADAL" clId="{FECAADD6-485A-4B66-AEA2-DF6E35DB16E2}"/>
    <pc:docChg chg="custSel addSld delSld modSld sldOrd">
      <pc:chgData name="Deepika Vatsa" userId="f7100972-27fe-4ee6-8fb4-ec9b7931b409" providerId="ADAL" clId="{FECAADD6-485A-4B66-AEA2-DF6E35DB16E2}" dt="2025-08-18T12:27:52.721" v="556" actId="20577"/>
      <pc:docMkLst>
        <pc:docMk/>
      </pc:docMkLst>
      <pc:sldChg chg="modSp mod">
        <pc:chgData name="Deepika Vatsa" userId="f7100972-27fe-4ee6-8fb4-ec9b7931b409" providerId="ADAL" clId="{FECAADD6-485A-4B66-AEA2-DF6E35DB16E2}" dt="2025-08-18T12:07:10.708" v="25" actId="20577"/>
        <pc:sldMkLst>
          <pc:docMk/>
          <pc:sldMk cId="0" sldId="395"/>
        </pc:sldMkLst>
        <pc:spChg chg="mod">
          <ac:chgData name="Deepika Vatsa" userId="f7100972-27fe-4ee6-8fb4-ec9b7931b409" providerId="ADAL" clId="{FECAADD6-485A-4B66-AEA2-DF6E35DB16E2}" dt="2025-08-18T12:07:10.708" v="25" actId="20577"/>
          <ac:spMkLst>
            <pc:docMk/>
            <pc:sldMk cId="0" sldId="395"/>
            <ac:spMk id="2" creationId="{00000000-0000-0000-0000-000000000000}"/>
          </ac:spMkLst>
        </pc:spChg>
      </pc:sldChg>
      <pc:sldChg chg="modSp mod">
        <pc:chgData name="Deepika Vatsa" userId="f7100972-27fe-4ee6-8fb4-ec9b7931b409" providerId="ADAL" clId="{FECAADD6-485A-4B66-AEA2-DF6E35DB16E2}" dt="2025-08-18T12:27:52.721" v="556" actId="20577"/>
        <pc:sldMkLst>
          <pc:docMk/>
          <pc:sldMk cId="3439049211" sldId="591"/>
        </pc:sldMkLst>
        <pc:spChg chg="mod">
          <ac:chgData name="Deepika Vatsa" userId="f7100972-27fe-4ee6-8fb4-ec9b7931b409" providerId="ADAL" clId="{FECAADD6-485A-4B66-AEA2-DF6E35DB16E2}" dt="2025-08-18T12:07:52.149" v="101" actId="20577"/>
          <ac:spMkLst>
            <pc:docMk/>
            <pc:sldMk cId="3439049211" sldId="591"/>
            <ac:spMk id="2" creationId="{00000000-0000-0000-0000-000000000000}"/>
          </ac:spMkLst>
        </pc:spChg>
        <pc:spChg chg="mod">
          <ac:chgData name="Deepika Vatsa" userId="f7100972-27fe-4ee6-8fb4-ec9b7931b409" providerId="ADAL" clId="{FECAADD6-485A-4B66-AEA2-DF6E35DB16E2}" dt="2025-08-18T12:27:52.721" v="556" actId="20577"/>
          <ac:spMkLst>
            <pc:docMk/>
            <pc:sldMk cId="3439049211" sldId="591"/>
            <ac:spMk id="11" creationId="{06381CCD-359B-D8A2-1997-A5B56A02FD41}"/>
          </ac:spMkLst>
        </pc:spChg>
      </pc:sldChg>
      <pc:sldChg chg="del">
        <pc:chgData name="Deepika Vatsa" userId="f7100972-27fe-4ee6-8fb4-ec9b7931b409" providerId="ADAL" clId="{FECAADD6-485A-4B66-AEA2-DF6E35DB16E2}" dt="2025-08-18T12:25:16.312" v="483" actId="47"/>
        <pc:sldMkLst>
          <pc:docMk/>
          <pc:sldMk cId="2432536662" sldId="592"/>
        </pc:sldMkLst>
      </pc:sldChg>
      <pc:sldChg chg="addSp delSp modSp mod">
        <pc:chgData name="Deepika Vatsa" userId="f7100972-27fe-4ee6-8fb4-ec9b7931b409" providerId="ADAL" clId="{FECAADD6-485A-4B66-AEA2-DF6E35DB16E2}" dt="2025-08-18T12:21:57.865" v="418" actId="14100"/>
        <pc:sldMkLst>
          <pc:docMk/>
          <pc:sldMk cId="3198423911" sldId="593"/>
        </pc:sldMkLst>
        <pc:spChg chg="mod">
          <ac:chgData name="Deepika Vatsa" userId="f7100972-27fe-4ee6-8fb4-ec9b7931b409" providerId="ADAL" clId="{FECAADD6-485A-4B66-AEA2-DF6E35DB16E2}" dt="2025-08-18T12:21:40.079" v="415" actId="20577"/>
          <ac:spMkLst>
            <pc:docMk/>
            <pc:sldMk cId="3198423911" sldId="593"/>
            <ac:spMk id="2" creationId="{00000000-0000-0000-0000-000000000000}"/>
          </ac:spMkLst>
        </pc:spChg>
        <pc:spChg chg="del">
          <ac:chgData name="Deepika Vatsa" userId="f7100972-27fe-4ee6-8fb4-ec9b7931b409" providerId="ADAL" clId="{FECAADD6-485A-4B66-AEA2-DF6E35DB16E2}" dt="2025-08-18T12:08:46.420" v="140" actId="478"/>
          <ac:spMkLst>
            <pc:docMk/>
            <pc:sldMk cId="3198423911" sldId="593"/>
            <ac:spMk id="11" creationId="{06381CCD-359B-D8A2-1997-A5B56A02FD41}"/>
          </ac:spMkLst>
        </pc:spChg>
        <pc:picChg chg="add del mod">
          <ac:chgData name="Deepika Vatsa" userId="f7100972-27fe-4ee6-8fb4-ec9b7931b409" providerId="ADAL" clId="{FECAADD6-485A-4B66-AEA2-DF6E35DB16E2}" dt="2025-08-18T12:09:17.408" v="144" actId="478"/>
          <ac:picMkLst>
            <pc:docMk/>
            <pc:sldMk cId="3198423911" sldId="593"/>
            <ac:picMk id="5" creationId="{0A24C55F-7A92-6287-5865-B01B27F658BA}"/>
          </ac:picMkLst>
        </pc:picChg>
        <pc:picChg chg="add del mod">
          <ac:chgData name="Deepika Vatsa" userId="f7100972-27fe-4ee6-8fb4-ec9b7931b409" providerId="ADAL" clId="{FECAADD6-485A-4B66-AEA2-DF6E35DB16E2}" dt="2025-08-18T12:20:44.843" v="380" actId="478"/>
          <ac:picMkLst>
            <pc:docMk/>
            <pc:sldMk cId="3198423911" sldId="593"/>
            <ac:picMk id="7" creationId="{31B87EC0-4ADE-A96C-B968-87A230E18EEA}"/>
          </ac:picMkLst>
        </pc:picChg>
        <pc:picChg chg="add mod">
          <ac:chgData name="Deepika Vatsa" userId="f7100972-27fe-4ee6-8fb4-ec9b7931b409" providerId="ADAL" clId="{FECAADD6-485A-4B66-AEA2-DF6E35DB16E2}" dt="2025-08-18T12:21:57.865" v="418" actId="14100"/>
          <ac:picMkLst>
            <pc:docMk/>
            <pc:sldMk cId="3198423911" sldId="593"/>
            <ac:picMk id="9" creationId="{D35FFCD6-253F-CEEB-E0FE-880344B9FA65}"/>
          </ac:picMkLst>
        </pc:picChg>
      </pc:sldChg>
      <pc:sldChg chg="addSp delSp modSp mod">
        <pc:chgData name="Deepika Vatsa" userId="f7100972-27fe-4ee6-8fb4-ec9b7931b409" providerId="ADAL" clId="{FECAADD6-485A-4B66-AEA2-DF6E35DB16E2}" dt="2025-08-18T12:18:33.216" v="347" actId="1076"/>
        <pc:sldMkLst>
          <pc:docMk/>
          <pc:sldMk cId="815781673" sldId="595"/>
        </pc:sldMkLst>
        <pc:spChg chg="mod">
          <ac:chgData name="Deepika Vatsa" userId="f7100972-27fe-4ee6-8fb4-ec9b7931b409" providerId="ADAL" clId="{FECAADD6-485A-4B66-AEA2-DF6E35DB16E2}" dt="2025-08-18T12:18:18.990" v="340" actId="20577"/>
          <ac:spMkLst>
            <pc:docMk/>
            <pc:sldMk cId="815781673" sldId="595"/>
            <ac:spMk id="2" creationId="{00000000-0000-0000-0000-000000000000}"/>
          </ac:spMkLst>
        </pc:spChg>
        <pc:spChg chg="del">
          <ac:chgData name="Deepika Vatsa" userId="f7100972-27fe-4ee6-8fb4-ec9b7931b409" providerId="ADAL" clId="{FECAADD6-485A-4B66-AEA2-DF6E35DB16E2}" dt="2025-08-18T12:18:27.905" v="344" actId="478"/>
          <ac:spMkLst>
            <pc:docMk/>
            <pc:sldMk cId="815781673" sldId="595"/>
            <ac:spMk id="7" creationId="{BCBAFA03-3862-AA92-2365-76BF8A47DE8D}"/>
          </ac:spMkLst>
        </pc:spChg>
        <pc:spChg chg="del">
          <ac:chgData name="Deepika Vatsa" userId="f7100972-27fe-4ee6-8fb4-ec9b7931b409" providerId="ADAL" clId="{FECAADD6-485A-4B66-AEA2-DF6E35DB16E2}" dt="2025-08-18T12:18:23.748" v="342" actId="478"/>
          <ac:spMkLst>
            <pc:docMk/>
            <pc:sldMk cId="815781673" sldId="595"/>
            <ac:spMk id="11" creationId="{06381CCD-359B-D8A2-1997-A5B56A02FD41}"/>
          </ac:spMkLst>
        </pc:spChg>
        <pc:picChg chg="add mod">
          <ac:chgData name="Deepika Vatsa" userId="f7100972-27fe-4ee6-8fb4-ec9b7931b409" providerId="ADAL" clId="{FECAADD6-485A-4B66-AEA2-DF6E35DB16E2}" dt="2025-08-18T12:18:33.216" v="347" actId="1076"/>
          <ac:picMkLst>
            <pc:docMk/>
            <pc:sldMk cId="815781673" sldId="595"/>
            <ac:picMk id="5" creationId="{CBB23C75-79E3-DF1C-D40A-D199F6F0FF07}"/>
          </ac:picMkLst>
        </pc:picChg>
        <pc:picChg chg="del">
          <ac:chgData name="Deepika Vatsa" userId="f7100972-27fe-4ee6-8fb4-ec9b7931b409" providerId="ADAL" clId="{FECAADD6-485A-4B66-AEA2-DF6E35DB16E2}" dt="2025-08-18T12:18:21.201" v="341" actId="478"/>
          <ac:picMkLst>
            <pc:docMk/>
            <pc:sldMk cId="815781673" sldId="595"/>
            <ac:picMk id="2050" creationId="{0B7501EB-9B8B-1F43-B280-F1F29C89922A}"/>
          </ac:picMkLst>
        </pc:picChg>
        <pc:inkChg chg="del">
          <ac:chgData name="Deepika Vatsa" userId="f7100972-27fe-4ee6-8fb4-ec9b7931b409" providerId="ADAL" clId="{FECAADD6-485A-4B66-AEA2-DF6E35DB16E2}" dt="2025-08-18T12:18:27.905" v="344" actId="478"/>
          <ac:inkMkLst>
            <pc:docMk/>
            <pc:sldMk cId="815781673" sldId="595"/>
            <ac:inkMk id="8" creationId="{EEACF910-633C-AE8B-0642-C71E5B84C041}"/>
          </ac:inkMkLst>
        </pc:inkChg>
        <pc:inkChg chg="del">
          <ac:chgData name="Deepika Vatsa" userId="f7100972-27fe-4ee6-8fb4-ec9b7931b409" providerId="ADAL" clId="{FECAADD6-485A-4B66-AEA2-DF6E35DB16E2}" dt="2025-08-18T12:18:27.905" v="344" actId="478"/>
          <ac:inkMkLst>
            <pc:docMk/>
            <pc:sldMk cId="815781673" sldId="595"/>
            <ac:inkMk id="9" creationId="{C39F76D6-5DCC-CD24-131E-897F8204AFE4}"/>
          </ac:inkMkLst>
        </pc:inkChg>
        <pc:inkChg chg="del">
          <ac:chgData name="Deepika Vatsa" userId="f7100972-27fe-4ee6-8fb4-ec9b7931b409" providerId="ADAL" clId="{FECAADD6-485A-4B66-AEA2-DF6E35DB16E2}" dt="2025-08-18T12:18:27.905" v="344" actId="478"/>
          <ac:inkMkLst>
            <pc:docMk/>
            <pc:sldMk cId="815781673" sldId="595"/>
            <ac:inkMk id="10" creationId="{2BFED832-E34E-9A8D-7B76-1D5566960974}"/>
          </ac:inkMkLst>
        </pc:inkChg>
        <pc:inkChg chg="del">
          <ac:chgData name="Deepika Vatsa" userId="f7100972-27fe-4ee6-8fb4-ec9b7931b409" providerId="ADAL" clId="{FECAADD6-485A-4B66-AEA2-DF6E35DB16E2}" dt="2025-08-18T12:18:25.586" v="343" actId="478"/>
          <ac:inkMkLst>
            <pc:docMk/>
            <pc:sldMk cId="815781673" sldId="595"/>
            <ac:inkMk id="12" creationId="{CD91F783-8135-9CCE-7DBA-385AF0289E46}"/>
          </ac:inkMkLst>
        </pc:inkChg>
        <pc:inkChg chg="del">
          <ac:chgData name="Deepika Vatsa" userId="f7100972-27fe-4ee6-8fb4-ec9b7931b409" providerId="ADAL" clId="{FECAADD6-485A-4B66-AEA2-DF6E35DB16E2}" dt="2025-08-18T12:18:27.905" v="344" actId="478"/>
          <ac:inkMkLst>
            <pc:docMk/>
            <pc:sldMk cId="815781673" sldId="595"/>
            <ac:inkMk id="13" creationId="{20D17564-0F72-D4C2-BF4A-7D9EDF592976}"/>
          </ac:inkMkLst>
        </pc:inkChg>
      </pc:sldChg>
      <pc:sldChg chg="del">
        <pc:chgData name="Deepika Vatsa" userId="f7100972-27fe-4ee6-8fb4-ec9b7931b409" providerId="ADAL" clId="{FECAADD6-485A-4B66-AEA2-DF6E35DB16E2}" dt="2025-08-18T12:25:16.312" v="483" actId="47"/>
        <pc:sldMkLst>
          <pc:docMk/>
          <pc:sldMk cId="2532030908" sldId="596"/>
        </pc:sldMkLst>
      </pc:sldChg>
      <pc:sldChg chg="del">
        <pc:chgData name="Deepika Vatsa" userId="f7100972-27fe-4ee6-8fb4-ec9b7931b409" providerId="ADAL" clId="{FECAADD6-485A-4B66-AEA2-DF6E35DB16E2}" dt="2025-08-18T12:25:16.312" v="483" actId="47"/>
        <pc:sldMkLst>
          <pc:docMk/>
          <pc:sldMk cId="3825282558" sldId="597"/>
        </pc:sldMkLst>
      </pc:sldChg>
      <pc:sldChg chg="del">
        <pc:chgData name="Deepika Vatsa" userId="f7100972-27fe-4ee6-8fb4-ec9b7931b409" providerId="ADAL" clId="{FECAADD6-485A-4B66-AEA2-DF6E35DB16E2}" dt="2025-08-18T12:25:16.312" v="483" actId="47"/>
        <pc:sldMkLst>
          <pc:docMk/>
          <pc:sldMk cId="1827776172" sldId="598"/>
        </pc:sldMkLst>
      </pc:sldChg>
      <pc:sldChg chg="del">
        <pc:chgData name="Deepika Vatsa" userId="f7100972-27fe-4ee6-8fb4-ec9b7931b409" providerId="ADAL" clId="{FECAADD6-485A-4B66-AEA2-DF6E35DB16E2}" dt="2025-08-18T12:25:16.312" v="483" actId="47"/>
        <pc:sldMkLst>
          <pc:docMk/>
          <pc:sldMk cId="3105522451" sldId="599"/>
        </pc:sldMkLst>
      </pc:sldChg>
      <pc:sldChg chg="del">
        <pc:chgData name="Deepika Vatsa" userId="f7100972-27fe-4ee6-8fb4-ec9b7931b409" providerId="ADAL" clId="{FECAADD6-485A-4B66-AEA2-DF6E35DB16E2}" dt="2025-08-18T12:25:16.312" v="483" actId="47"/>
        <pc:sldMkLst>
          <pc:docMk/>
          <pc:sldMk cId="1298333677" sldId="600"/>
        </pc:sldMkLst>
      </pc:sldChg>
      <pc:sldChg chg="del">
        <pc:chgData name="Deepika Vatsa" userId="f7100972-27fe-4ee6-8fb4-ec9b7931b409" providerId="ADAL" clId="{FECAADD6-485A-4B66-AEA2-DF6E35DB16E2}" dt="2025-08-18T12:25:16.312" v="483" actId="47"/>
        <pc:sldMkLst>
          <pc:docMk/>
          <pc:sldMk cId="2345028146" sldId="601"/>
        </pc:sldMkLst>
      </pc:sldChg>
      <pc:sldChg chg="del">
        <pc:chgData name="Deepika Vatsa" userId="f7100972-27fe-4ee6-8fb4-ec9b7931b409" providerId="ADAL" clId="{FECAADD6-485A-4B66-AEA2-DF6E35DB16E2}" dt="2025-08-18T12:25:16.312" v="483" actId="47"/>
        <pc:sldMkLst>
          <pc:docMk/>
          <pc:sldMk cId="886010047" sldId="602"/>
        </pc:sldMkLst>
      </pc:sldChg>
      <pc:sldChg chg="del">
        <pc:chgData name="Deepika Vatsa" userId="f7100972-27fe-4ee6-8fb4-ec9b7931b409" providerId="ADAL" clId="{FECAADD6-485A-4B66-AEA2-DF6E35DB16E2}" dt="2025-08-18T12:25:16.312" v="483" actId="47"/>
        <pc:sldMkLst>
          <pc:docMk/>
          <pc:sldMk cId="1900874624" sldId="603"/>
        </pc:sldMkLst>
      </pc:sldChg>
      <pc:sldChg chg="del">
        <pc:chgData name="Deepika Vatsa" userId="f7100972-27fe-4ee6-8fb4-ec9b7931b409" providerId="ADAL" clId="{FECAADD6-485A-4B66-AEA2-DF6E35DB16E2}" dt="2025-08-18T12:25:16.312" v="483" actId="47"/>
        <pc:sldMkLst>
          <pc:docMk/>
          <pc:sldMk cId="1874286721" sldId="604"/>
        </pc:sldMkLst>
      </pc:sldChg>
      <pc:sldChg chg="del">
        <pc:chgData name="Deepika Vatsa" userId="f7100972-27fe-4ee6-8fb4-ec9b7931b409" providerId="ADAL" clId="{FECAADD6-485A-4B66-AEA2-DF6E35DB16E2}" dt="2025-08-18T12:25:16.312" v="483" actId="47"/>
        <pc:sldMkLst>
          <pc:docMk/>
          <pc:sldMk cId="2436058904" sldId="605"/>
        </pc:sldMkLst>
      </pc:sldChg>
      <pc:sldChg chg="del">
        <pc:chgData name="Deepika Vatsa" userId="f7100972-27fe-4ee6-8fb4-ec9b7931b409" providerId="ADAL" clId="{FECAADD6-485A-4B66-AEA2-DF6E35DB16E2}" dt="2025-08-18T12:25:16.312" v="483" actId="47"/>
        <pc:sldMkLst>
          <pc:docMk/>
          <pc:sldMk cId="2038364896" sldId="606"/>
        </pc:sldMkLst>
      </pc:sldChg>
      <pc:sldChg chg="del">
        <pc:chgData name="Deepika Vatsa" userId="f7100972-27fe-4ee6-8fb4-ec9b7931b409" providerId="ADAL" clId="{FECAADD6-485A-4B66-AEA2-DF6E35DB16E2}" dt="2025-08-18T12:25:16.312" v="483" actId="47"/>
        <pc:sldMkLst>
          <pc:docMk/>
          <pc:sldMk cId="1748403446" sldId="607"/>
        </pc:sldMkLst>
      </pc:sldChg>
      <pc:sldChg chg="del">
        <pc:chgData name="Deepika Vatsa" userId="f7100972-27fe-4ee6-8fb4-ec9b7931b409" providerId="ADAL" clId="{FECAADD6-485A-4B66-AEA2-DF6E35DB16E2}" dt="2025-08-18T12:25:16.312" v="483" actId="47"/>
        <pc:sldMkLst>
          <pc:docMk/>
          <pc:sldMk cId="875425397" sldId="608"/>
        </pc:sldMkLst>
      </pc:sldChg>
      <pc:sldChg chg="del">
        <pc:chgData name="Deepika Vatsa" userId="f7100972-27fe-4ee6-8fb4-ec9b7931b409" providerId="ADAL" clId="{FECAADD6-485A-4B66-AEA2-DF6E35DB16E2}" dt="2025-08-18T12:25:16.312" v="483" actId="47"/>
        <pc:sldMkLst>
          <pc:docMk/>
          <pc:sldMk cId="2661033047" sldId="609"/>
        </pc:sldMkLst>
      </pc:sldChg>
      <pc:sldChg chg="del">
        <pc:chgData name="Deepika Vatsa" userId="f7100972-27fe-4ee6-8fb4-ec9b7931b409" providerId="ADAL" clId="{FECAADD6-485A-4B66-AEA2-DF6E35DB16E2}" dt="2025-08-18T12:25:16.312" v="483" actId="47"/>
        <pc:sldMkLst>
          <pc:docMk/>
          <pc:sldMk cId="1244221787" sldId="610"/>
        </pc:sldMkLst>
      </pc:sldChg>
      <pc:sldChg chg="del">
        <pc:chgData name="Deepika Vatsa" userId="f7100972-27fe-4ee6-8fb4-ec9b7931b409" providerId="ADAL" clId="{FECAADD6-485A-4B66-AEA2-DF6E35DB16E2}" dt="2025-08-18T12:25:16.312" v="483" actId="47"/>
        <pc:sldMkLst>
          <pc:docMk/>
          <pc:sldMk cId="2742127447" sldId="611"/>
        </pc:sldMkLst>
      </pc:sldChg>
      <pc:sldChg chg="del">
        <pc:chgData name="Deepika Vatsa" userId="f7100972-27fe-4ee6-8fb4-ec9b7931b409" providerId="ADAL" clId="{FECAADD6-485A-4B66-AEA2-DF6E35DB16E2}" dt="2025-08-18T12:25:16.312" v="483" actId="47"/>
        <pc:sldMkLst>
          <pc:docMk/>
          <pc:sldMk cId="4043674681" sldId="612"/>
        </pc:sldMkLst>
      </pc:sldChg>
      <pc:sldChg chg="del">
        <pc:chgData name="Deepika Vatsa" userId="f7100972-27fe-4ee6-8fb4-ec9b7931b409" providerId="ADAL" clId="{FECAADD6-485A-4B66-AEA2-DF6E35DB16E2}" dt="2025-08-18T12:25:16.312" v="483" actId="47"/>
        <pc:sldMkLst>
          <pc:docMk/>
          <pc:sldMk cId="1338937673" sldId="613"/>
        </pc:sldMkLst>
      </pc:sldChg>
      <pc:sldChg chg="del">
        <pc:chgData name="Deepika Vatsa" userId="f7100972-27fe-4ee6-8fb4-ec9b7931b409" providerId="ADAL" clId="{FECAADD6-485A-4B66-AEA2-DF6E35DB16E2}" dt="2025-08-18T12:25:16.312" v="483" actId="47"/>
        <pc:sldMkLst>
          <pc:docMk/>
          <pc:sldMk cId="1180035275" sldId="614"/>
        </pc:sldMkLst>
      </pc:sldChg>
      <pc:sldChg chg="addSp delSp modSp add mod">
        <pc:chgData name="Deepika Vatsa" userId="f7100972-27fe-4ee6-8fb4-ec9b7931b409" providerId="ADAL" clId="{FECAADD6-485A-4B66-AEA2-DF6E35DB16E2}" dt="2025-08-18T12:15:37.578" v="278" actId="1076"/>
        <pc:sldMkLst>
          <pc:docMk/>
          <pc:sldMk cId="3468002330" sldId="615"/>
        </pc:sldMkLst>
        <pc:spChg chg="mod">
          <ac:chgData name="Deepika Vatsa" userId="f7100972-27fe-4ee6-8fb4-ec9b7931b409" providerId="ADAL" clId="{FECAADD6-485A-4B66-AEA2-DF6E35DB16E2}" dt="2025-08-18T12:10:28.116" v="217" actId="20577"/>
          <ac:spMkLst>
            <pc:docMk/>
            <pc:sldMk cId="3468002330" sldId="615"/>
            <ac:spMk id="2" creationId="{00000000-0000-0000-0000-000000000000}"/>
          </ac:spMkLst>
        </pc:spChg>
        <pc:picChg chg="add mod modCrop">
          <ac:chgData name="Deepika Vatsa" userId="f7100972-27fe-4ee6-8fb4-ec9b7931b409" providerId="ADAL" clId="{FECAADD6-485A-4B66-AEA2-DF6E35DB16E2}" dt="2025-08-18T12:12:44.301" v="244" actId="1076"/>
          <ac:picMkLst>
            <pc:docMk/>
            <pc:sldMk cId="3468002330" sldId="615"/>
            <ac:picMk id="5" creationId="{2CC44FAA-E59D-50D6-3358-2471E4514BBB}"/>
          </ac:picMkLst>
        </pc:picChg>
        <pc:picChg chg="del">
          <ac:chgData name="Deepika Vatsa" userId="f7100972-27fe-4ee6-8fb4-ec9b7931b409" providerId="ADAL" clId="{FECAADD6-485A-4B66-AEA2-DF6E35DB16E2}" dt="2025-08-18T12:10:04.152" v="165" actId="478"/>
          <ac:picMkLst>
            <pc:docMk/>
            <pc:sldMk cId="3468002330" sldId="615"/>
            <ac:picMk id="7" creationId="{31B87EC0-4ADE-A96C-B968-87A230E18EEA}"/>
          </ac:picMkLst>
        </pc:picChg>
        <pc:picChg chg="add mod">
          <ac:chgData name="Deepika Vatsa" userId="f7100972-27fe-4ee6-8fb4-ec9b7931b409" providerId="ADAL" clId="{FECAADD6-485A-4B66-AEA2-DF6E35DB16E2}" dt="2025-08-18T12:12:52.958" v="246" actId="1076"/>
          <ac:picMkLst>
            <pc:docMk/>
            <pc:sldMk cId="3468002330" sldId="615"/>
            <ac:picMk id="8" creationId="{AC26D618-238D-B539-BF07-568502E06F15}"/>
          </ac:picMkLst>
        </pc:picChg>
        <pc:picChg chg="add mod">
          <ac:chgData name="Deepika Vatsa" userId="f7100972-27fe-4ee6-8fb4-ec9b7931b409" providerId="ADAL" clId="{FECAADD6-485A-4B66-AEA2-DF6E35DB16E2}" dt="2025-08-18T12:12:56.495" v="247" actId="1076"/>
          <ac:picMkLst>
            <pc:docMk/>
            <pc:sldMk cId="3468002330" sldId="615"/>
            <ac:picMk id="10" creationId="{51273CA3-0887-342D-F8FA-5EDE2B21A557}"/>
          </ac:picMkLst>
        </pc:picChg>
        <pc:picChg chg="add mod">
          <ac:chgData name="Deepika Vatsa" userId="f7100972-27fe-4ee6-8fb4-ec9b7931b409" providerId="ADAL" clId="{FECAADD6-485A-4B66-AEA2-DF6E35DB16E2}" dt="2025-08-18T12:13:13.361" v="251" actId="14100"/>
          <ac:picMkLst>
            <pc:docMk/>
            <pc:sldMk cId="3468002330" sldId="615"/>
            <ac:picMk id="12" creationId="{AEA0B93D-A73B-22B4-5A61-8B5DBA7A0C9E}"/>
          </ac:picMkLst>
        </pc:picChg>
        <pc:picChg chg="add mod">
          <ac:chgData name="Deepika Vatsa" userId="f7100972-27fe-4ee6-8fb4-ec9b7931b409" providerId="ADAL" clId="{FECAADD6-485A-4B66-AEA2-DF6E35DB16E2}" dt="2025-08-18T12:13:20.601" v="252" actId="14100"/>
          <ac:picMkLst>
            <pc:docMk/>
            <pc:sldMk cId="3468002330" sldId="615"/>
            <ac:picMk id="14" creationId="{19067CCF-8C03-819F-576B-A43A43E1791D}"/>
          </ac:picMkLst>
        </pc:picChg>
        <pc:picChg chg="add mod">
          <ac:chgData name="Deepika Vatsa" userId="f7100972-27fe-4ee6-8fb4-ec9b7931b409" providerId="ADAL" clId="{FECAADD6-485A-4B66-AEA2-DF6E35DB16E2}" dt="2025-08-18T12:13:28.539" v="259" actId="1037"/>
          <ac:picMkLst>
            <pc:docMk/>
            <pc:sldMk cId="3468002330" sldId="615"/>
            <ac:picMk id="16" creationId="{CC9484A8-7883-649E-C20B-8A897E7B6116}"/>
          </ac:picMkLst>
        </pc:picChg>
        <pc:cxnChg chg="add mod">
          <ac:chgData name="Deepika Vatsa" userId="f7100972-27fe-4ee6-8fb4-ec9b7931b409" providerId="ADAL" clId="{FECAADD6-485A-4B66-AEA2-DF6E35DB16E2}" dt="2025-08-18T12:14:58.033" v="264" actId="14100"/>
          <ac:cxnSpMkLst>
            <pc:docMk/>
            <pc:sldMk cId="3468002330" sldId="615"/>
            <ac:cxnSpMk id="18" creationId="{C7CA4674-FCF8-F505-2833-DDDACC470EEC}"/>
          </ac:cxnSpMkLst>
        </pc:cxnChg>
        <pc:cxnChg chg="add mod">
          <ac:chgData name="Deepika Vatsa" userId="f7100972-27fe-4ee6-8fb4-ec9b7931b409" providerId="ADAL" clId="{FECAADD6-485A-4B66-AEA2-DF6E35DB16E2}" dt="2025-08-18T12:15:05.495" v="266" actId="1076"/>
          <ac:cxnSpMkLst>
            <pc:docMk/>
            <pc:sldMk cId="3468002330" sldId="615"/>
            <ac:cxnSpMk id="20" creationId="{FBCE1A6C-EA7A-A3BB-E665-CC14CC750C1D}"/>
          </ac:cxnSpMkLst>
        </pc:cxnChg>
        <pc:cxnChg chg="add mod">
          <ac:chgData name="Deepika Vatsa" userId="f7100972-27fe-4ee6-8fb4-ec9b7931b409" providerId="ADAL" clId="{FECAADD6-485A-4B66-AEA2-DF6E35DB16E2}" dt="2025-08-18T12:15:17.877" v="270" actId="1076"/>
          <ac:cxnSpMkLst>
            <pc:docMk/>
            <pc:sldMk cId="3468002330" sldId="615"/>
            <ac:cxnSpMk id="21" creationId="{DF8FE725-8023-6324-8D77-E557C4114EF8}"/>
          </ac:cxnSpMkLst>
        </pc:cxnChg>
        <pc:cxnChg chg="add mod">
          <ac:chgData name="Deepika Vatsa" userId="f7100972-27fe-4ee6-8fb4-ec9b7931b409" providerId="ADAL" clId="{FECAADD6-485A-4B66-AEA2-DF6E35DB16E2}" dt="2025-08-18T12:15:30.511" v="276" actId="1076"/>
          <ac:cxnSpMkLst>
            <pc:docMk/>
            <pc:sldMk cId="3468002330" sldId="615"/>
            <ac:cxnSpMk id="23" creationId="{06F46995-D9EE-AB0E-2F95-9B01A574D060}"/>
          </ac:cxnSpMkLst>
        </pc:cxnChg>
        <pc:cxnChg chg="add mod">
          <ac:chgData name="Deepika Vatsa" userId="f7100972-27fe-4ee6-8fb4-ec9b7931b409" providerId="ADAL" clId="{FECAADD6-485A-4B66-AEA2-DF6E35DB16E2}" dt="2025-08-18T12:15:37.578" v="278" actId="1076"/>
          <ac:cxnSpMkLst>
            <pc:docMk/>
            <pc:sldMk cId="3468002330" sldId="615"/>
            <ac:cxnSpMk id="26" creationId="{5D1B6595-BDA8-94AC-023D-22A548C4E7B3}"/>
          </ac:cxnSpMkLst>
        </pc:cxnChg>
      </pc:sldChg>
      <pc:sldChg chg="addSp delSp modSp add mod ord">
        <pc:chgData name="Deepika Vatsa" userId="f7100972-27fe-4ee6-8fb4-ec9b7931b409" providerId="ADAL" clId="{FECAADD6-485A-4B66-AEA2-DF6E35DB16E2}" dt="2025-08-18T12:16:40.109" v="303" actId="1076"/>
        <pc:sldMkLst>
          <pc:docMk/>
          <pc:sldMk cId="2334307004" sldId="616"/>
        </pc:sldMkLst>
        <pc:spChg chg="mod">
          <ac:chgData name="Deepika Vatsa" userId="f7100972-27fe-4ee6-8fb4-ec9b7931b409" providerId="ADAL" clId="{FECAADD6-485A-4B66-AEA2-DF6E35DB16E2}" dt="2025-08-18T12:16:02.793" v="290" actId="20577"/>
          <ac:spMkLst>
            <pc:docMk/>
            <pc:sldMk cId="2334307004" sldId="616"/>
            <ac:spMk id="2" creationId="{00000000-0000-0000-0000-000000000000}"/>
          </ac:spMkLst>
        </pc:spChg>
        <pc:picChg chg="add del mod">
          <ac:chgData name="Deepika Vatsa" userId="f7100972-27fe-4ee6-8fb4-ec9b7931b409" providerId="ADAL" clId="{FECAADD6-485A-4B66-AEA2-DF6E35DB16E2}" dt="2025-08-18T12:16:34.659" v="300" actId="478"/>
          <ac:picMkLst>
            <pc:docMk/>
            <pc:sldMk cId="2334307004" sldId="616"/>
            <ac:picMk id="5" creationId="{FCF334FB-A364-8AF1-7656-34923DFBE8FE}"/>
          </ac:picMkLst>
        </pc:picChg>
        <pc:picChg chg="del">
          <ac:chgData name="Deepika Vatsa" userId="f7100972-27fe-4ee6-8fb4-ec9b7931b409" providerId="ADAL" clId="{FECAADD6-485A-4B66-AEA2-DF6E35DB16E2}" dt="2025-08-18T12:16:04.377" v="291" actId="478"/>
          <ac:picMkLst>
            <pc:docMk/>
            <pc:sldMk cId="2334307004" sldId="616"/>
            <ac:picMk id="7" creationId="{31B87EC0-4ADE-A96C-B968-87A230E18EEA}"/>
          </ac:picMkLst>
        </pc:picChg>
        <pc:picChg chg="add mod">
          <ac:chgData name="Deepika Vatsa" userId="f7100972-27fe-4ee6-8fb4-ec9b7931b409" providerId="ADAL" clId="{FECAADD6-485A-4B66-AEA2-DF6E35DB16E2}" dt="2025-08-18T12:16:40.109" v="303" actId="1076"/>
          <ac:picMkLst>
            <pc:docMk/>
            <pc:sldMk cId="2334307004" sldId="616"/>
            <ac:picMk id="8" creationId="{6D806ACB-E7DB-68C3-CB5F-56E2EA8890DA}"/>
          </ac:picMkLst>
        </pc:picChg>
      </pc:sldChg>
      <pc:sldChg chg="addSp delSp modSp add mod">
        <pc:chgData name="Deepika Vatsa" userId="f7100972-27fe-4ee6-8fb4-ec9b7931b409" providerId="ADAL" clId="{FECAADD6-485A-4B66-AEA2-DF6E35DB16E2}" dt="2025-08-18T12:22:31.378" v="419" actId="478"/>
        <pc:sldMkLst>
          <pc:docMk/>
          <pc:sldMk cId="3542099841" sldId="617"/>
        </pc:sldMkLst>
        <pc:spChg chg="del">
          <ac:chgData name="Deepika Vatsa" userId="f7100972-27fe-4ee6-8fb4-ec9b7931b409" providerId="ADAL" clId="{FECAADD6-485A-4B66-AEA2-DF6E35DB16E2}" dt="2025-08-18T12:17:24.988" v="309" actId="478"/>
          <ac:spMkLst>
            <pc:docMk/>
            <pc:sldMk cId="3542099841" sldId="617"/>
            <ac:spMk id="2" creationId="{00000000-0000-0000-0000-000000000000}"/>
          </ac:spMkLst>
        </pc:spChg>
        <pc:spChg chg="add del mod">
          <ac:chgData name="Deepika Vatsa" userId="f7100972-27fe-4ee6-8fb4-ec9b7931b409" providerId="ADAL" clId="{FECAADD6-485A-4B66-AEA2-DF6E35DB16E2}" dt="2025-08-18T12:22:31.378" v="419" actId="478"/>
          <ac:spMkLst>
            <pc:docMk/>
            <pc:sldMk cId="3542099841" sldId="617"/>
            <ac:spMk id="7" creationId="{91DEEBB9-3AC3-4A9E-CF86-989F90816E47}"/>
          </ac:spMkLst>
        </pc:spChg>
        <pc:spChg chg="add mod">
          <ac:chgData name="Deepika Vatsa" userId="f7100972-27fe-4ee6-8fb4-ec9b7931b409" providerId="ADAL" clId="{FECAADD6-485A-4B66-AEA2-DF6E35DB16E2}" dt="2025-08-18T12:17:30.462" v="319" actId="20577"/>
          <ac:spMkLst>
            <pc:docMk/>
            <pc:sldMk cId="3542099841" sldId="617"/>
            <ac:spMk id="9" creationId="{C253D9F7-5718-29E9-229A-BBDE1A6BAEC3}"/>
          </ac:spMkLst>
        </pc:spChg>
        <pc:picChg chg="add mod">
          <ac:chgData name="Deepika Vatsa" userId="f7100972-27fe-4ee6-8fb4-ec9b7931b409" providerId="ADAL" clId="{FECAADD6-485A-4B66-AEA2-DF6E35DB16E2}" dt="2025-08-18T12:17:17.761" v="308" actId="1076"/>
          <ac:picMkLst>
            <pc:docMk/>
            <pc:sldMk cId="3542099841" sldId="617"/>
            <ac:picMk id="5" creationId="{2112331D-2B54-394C-1B8B-69BDD8D2D700}"/>
          </ac:picMkLst>
        </pc:picChg>
        <pc:picChg chg="del">
          <ac:chgData name="Deepika Vatsa" userId="f7100972-27fe-4ee6-8fb4-ec9b7931b409" providerId="ADAL" clId="{FECAADD6-485A-4B66-AEA2-DF6E35DB16E2}" dt="2025-08-18T12:17:12.224" v="305" actId="478"/>
          <ac:picMkLst>
            <pc:docMk/>
            <pc:sldMk cId="3542099841" sldId="617"/>
            <ac:picMk id="8" creationId="{6D806ACB-E7DB-68C3-CB5F-56E2EA8890DA}"/>
          </ac:picMkLst>
        </pc:picChg>
      </pc:sldChg>
      <pc:sldChg chg="addSp delSp modSp add mod">
        <pc:chgData name="Deepika Vatsa" userId="f7100972-27fe-4ee6-8fb4-ec9b7931b409" providerId="ADAL" clId="{FECAADD6-485A-4B66-AEA2-DF6E35DB16E2}" dt="2025-08-18T12:19:35.605" v="371" actId="1076"/>
        <pc:sldMkLst>
          <pc:docMk/>
          <pc:sldMk cId="3991955979" sldId="618"/>
        </pc:sldMkLst>
        <pc:spChg chg="mod">
          <ac:chgData name="Deepika Vatsa" userId="f7100972-27fe-4ee6-8fb4-ec9b7931b409" providerId="ADAL" clId="{FECAADD6-485A-4B66-AEA2-DF6E35DB16E2}" dt="2025-08-18T12:19:10.680" v="364" actId="20577"/>
          <ac:spMkLst>
            <pc:docMk/>
            <pc:sldMk cId="3991955979" sldId="618"/>
            <ac:spMk id="2" creationId="{00000000-0000-0000-0000-000000000000}"/>
          </ac:spMkLst>
        </pc:spChg>
        <pc:picChg chg="del">
          <ac:chgData name="Deepika Vatsa" userId="f7100972-27fe-4ee6-8fb4-ec9b7931b409" providerId="ADAL" clId="{FECAADD6-485A-4B66-AEA2-DF6E35DB16E2}" dt="2025-08-18T12:19:12.145" v="365" actId="478"/>
          <ac:picMkLst>
            <pc:docMk/>
            <pc:sldMk cId="3991955979" sldId="618"/>
            <ac:picMk id="5" creationId="{CBB23C75-79E3-DF1C-D40A-D199F6F0FF07}"/>
          </ac:picMkLst>
        </pc:picChg>
        <pc:picChg chg="add mod">
          <ac:chgData name="Deepika Vatsa" userId="f7100972-27fe-4ee6-8fb4-ec9b7931b409" providerId="ADAL" clId="{FECAADD6-485A-4B66-AEA2-DF6E35DB16E2}" dt="2025-08-18T12:19:18.708" v="369" actId="14100"/>
          <ac:picMkLst>
            <pc:docMk/>
            <pc:sldMk cId="3991955979" sldId="618"/>
            <ac:picMk id="6" creationId="{7F5BB2CF-D3D0-72A8-63E3-727EEFD25493}"/>
          </ac:picMkLst>
        </pc:picChg>
        <pc:picChg chg="add mod">
          <ac:chgData name="Deepika Vatsa" userId="f7100972-27fe-4ee6-8fb4-ec9b7931b409" providerId="ADAL" clId="{FECAADD6-485A-4B66-AEA2-DF6E35DB16E2}" dt="2025-08-18T12:19:35.605" v="371" actId="1076"/>
          <ac:picMkLst>
            <pc:docMk/>
            <pc:sldMk cId="3991955979" sldId="618"/>
            <ac:picMk id="8" creationId="{B9A0C6AF-A876-1DCD-2348-A7B28B921520}"/>
          </ac:picMkLst>
        </pc:picChg>
      </pc:sldChg>
      <pc:sldChg chg="addSp delSp modSp add mod">
        <pc:chgData name="Deepika Vatsa" userId="f7100972-27fe-4ee6-8fb4-ec9b7931b409" providerId="ADAL" clId="{FECAADD6-485A-4B66-AEA2-DF6E35DB16E2}" dt="2025-08-18T12:20:13.153" v="378" actId="1076"/>
        <pc:sldMkLst>
          <pc:docMk/>
          <pc:sldMk cId="3912900456" sldId="619"/>
        </pc:sldMkLst>
        <pc:picChg chg="add mod">
          <ac:chgData name="Deepika Vatsa" userId="f7100972-27fe-4ee6-8fb4-ec9b7931b409" providerId="ADAL" clId="{FECAADD6-485A-4B66-AEA2-DF6E35DB16E2}" dt="2025-08-18T12:20:03.557" v="376" actId="14100"/>
          <ac:picMkLst>
            <pc:docMk/>
            <pc:sldMk cId="3912900456" sldId="619"/>
            <ac:picMk id="5" creationId="{B9D85BF9-2634-8C6B-1C54-FA92545D2984}"/>
          </ac:picMkLst>
        </pc:picChg>
        <pc:picChg chg="del">
          <ac:chgData name="Deepika Vatsa" userId="f7100972-27fe-4ee6-8fb4-ec9b7931b409" providerId="ADAL" clId="{FECAADD6-485A-4B66-AEA2-DF6E35DB16E2}" dt="2025-08-18T12:19:57.897" v="373" actId="478"/>
          <ac:picMkLst>
            <pc:docMk/>
            <pc:sldMk cId="3912900456" sldId="619"/>
            <ac:picMk id="6" creationId="{7F5BB2CF-D3D0-72A8-63E3-727EEFD25493}"/>
          </ac:picMkLst>
        </pc:picChg>
        <pc:picChg chg="add mod">
          <ac:chgData name="Deepika Vatsa" userId="f7100972-27fe-4ee6-8fb4-ec9b7931b409" providerId="ADAL" clId="{FECAADD6-485A-4B66-AEA2-DF6E35DB16E2}" dt="2025-08-18T12:20:13.153" v="378" actId="1076"/>
          <ac:picMkLst>
            <pc:docMk/>
            <pc:sldMk cId="3912900456" sldId="619"/>
            <ac:picMk id="9" creationId="{6C68254F-11DA-AC9D-812C-5397EBBEA39E}"/>
          </ac:picMkLst>
        </pc:picChg>
      </pc:sldChg>
      <pc:sldChg chg="add">
        <pc:chgData name="Deepika Vatsa" userId="f7100972-27fe-4ee6-8fb4-ec9b7931b409" providerId="ADAL" clId="{FECAADD6-485A-4B66-AEA2-DF6E35DB16E2}" dt="2025-08-18T12:20:43.270" v="379" actId="2890"/>
        <pc:sldMkLst>
          <pc:docMk/>
          <pc:sldMk cId="4060805478" sldId="620"/>
        </pc:sldMkLst>
      </pc:sldChg>
      <pc:sldChg chg="addSp delSp modSp add mod">
        <pc:chgData name="Deepika Vatsa" userId="f7100972-27fe-4ee6-8fb4-ec9b7931b409" providerId="ADAL" clId="{FECAADD6-485A-4B66-AEA2-DF6E35DB16E2}" dt="2025-08-18T12:23:33.340" v="453" actId="14100"/>
        <pc:sldMkLst>
          <pc:docMk/>
          <pc:sldMk cId="3334835650" sldId="621"/>
        </pc:sldMkLst>
        <pc:spChg chg="mod">
          <ac:chgData name="Deepika Vatsa" userId="f7100972-27fe-4ee6-8fb4-ec9b7931b409" providerId="ADAL" clId="{FECAADD6-485A-4B66-AEA2-DF6E35DB16E2}" dt="2025-08-18T12:23:26.085" v="449" actId="5793"/>
          <ac:spMkLst>
            <pc:docMk/>
            <pc:sldMk cId="3334835650" sldId="621"/>
            <ac:spMk id="2" creationId="{00000000-0000-0000-0000-000000000000}"/>
          </ac:spMkLst>
        </pc:spChg>
        <pc:picChg chg="del">
          <ac:chgData name="Deepika Vatsa" userId="f7100972-27fe-4ee6-8fb4-ec9b7931b409" providerId="ADAL" clId="{FECAADD6-485A-4B66-AEA2-DF6E35DB16E2}" dt="2025-08-18T12:23:27.827" v="450" actId="478"/>
          <ac:picMkLst>
            <pc:docMk/>
            <pc:sldMk cId="3334835650" sldId="621"/>
            <ac:picMk id="5" creationId="{B9D85BF9-2634-8C6B-1C54-FA92545D2984}"/>
          </ac:picMkLst>
        </pc:picChg>
        <pc:picChg chg="add mod">
          <ac:chgData name="Deepika Vatsa" userId="f7100972-27fe-4ee6-8fb4-ec9b7931b409" providerId="ADAL" clId="{FECAADD6-485A-4B66-AEA2-DF6E35DB16E2}" dt="2025-08-18T12:23:33.340" v="453" actId="14100"/>
          <ac:picMkLst>
            <pc:docMk/>
            <pc:sldMk cId="3334835650" sldId="621"/>
            <ac:picMk id="6" creationId="{45AC247E-DBE5-6911-F887-A62BC46F4370}"/>
          </ac:picMkLst>
        </pc:picChg>
      </pc:sldChg>
      <pc:sldChg chg="addSp delSp modSp add mod">
        <pc:chgData name="Deepika Vatsa" userId="f7100972-27fe-4ee6-8fb4-ec9b7931b409" providerId="ADAL" clId="{FECAADD6-485A-4B66-AEA2-DF6E35DB16E2}" dt="2025-08-18T12:23:58.850" v="458" actId="14100"/>
        <pc:sldMkLst>
          <pc:docMk/>
          <pc:sldMk cId="3976936197" sldId="622"/>
        </pc:sldMkLst>
        <pc:picChg chg="add mod">
          <ac:chgData name="Deepika Vatsa" userId="f7100972-27fe-4ee6-8fb4-ec9b7931b409" providerId="ADAL" clId="{FECAADD6-485A-4B66-AEA2-DF6E35DB16E2}" dt="2025-08-18T12:23:58.850" v="458" actId="14100"/>
          <ac:picMkLst>
            <pc:docMk/>
            <pc:sldMk cId="3976936197" sldId="622"/>
            <ac:picMk id="5" creationId="{FC06E42A-5E65-5F01-9A82-45CA807E2DDE}"/>
          </ac:picMkLst>
        </pc:picChg>
        <pc:picChg chg="del">
          <ac:chgData name="Deepika Vatsa" userId="f7100972-27fe-4ee6-8fb4-ec9b7931b409" providerId="ADAL" clId="{FECAADD6-485A-4B66-AEA2-DF6E35DB16E2}" dt="2025-08-18T12:23:51.057" v="455" actId="478"/>
          <ac:picMkLst>
            <pc:docMk/>
            <pc:sldMk cId="3976936197" sldId="622"/>
            <ac:picMk id="6" creationId="{45AC247E-DBE5-6911-F887-A62BC46F4370}"/>
          </ac:picMkLst>
        </pc:picChg>
      </pc:sldChg>
      <pc:sldChg chg="addSp delSp modSp add mod">
        <pc:chgData name="Deepika Vatsa" userId="f7100972-27fe-4ee6-8fb4-ec9b7931b409" providerId="ADAL" clId="{FECAADD6-485A-4B66-AEA2-DF6E35DB16E2}" dt="2025-08-18T12:27:36.423" v="551" actId="14100"/>
        <pc:sldMkLst>
          <pc:docMk/>
          <pc:sldMk cId="1533333801" sldId="623"/>
        </pc:sldMkLst>
        <pc:spChg chg="mod">
          <ac:chgData name="Deepika Vatsa" userId="f7100972-27fe-4ee6-8fb4-ec9b7931b409" providerId="ADAL" clId="{FECAADD6-485A-4B66-AEA2-DF6E35DB16E2}" dt="2025-08-18T12:24:18.547" v="476" actId="20577"/>
          <ac:spMkLst>
            <pc:docMk/>
            <pc:sldMk cId="1533333801" sldId="623"/>
            <ac:spMk id="2" creationId="{00000000-0000-0000-0000-000000000000}"/>
          </ac:spMkLst>
        </pc:spChg>
        <pc:picChg chg="del">
          <ac:chgData name="Deepika Vatsa" userId="f7100972-27fe-4ee6-8fb4-ec9b7931b409" providerId="ADAL" clId="{FECAADD6-485A-4B66-AEA2-DF6E35DB16E2}" dt="2025-08-18T12:24:20.167" v="477" actId="478"/>
          <ac:picMkLst>
            <pc:docMk/>
            <pc:sldMk cId="1533333801" sldId="623"/>
            <ac:picMk id="5" creationId="{FC06E42A-5E65-5F01-9A82-45CA807E2DDE}"/>
          </ac:picMkLst>
        </pc:picChg>
        <pc:picChg chg="add mod">
          <ac:chgData name="Deepika Vatsa" userId="f7100972-27fe-4ee6-8fb4-ec9b7931b409" providerId="ADAL" clId="{FECAADD6-485A-4B66-AEA2-DF6E35DB16E2}" dt="2025-08-18T12:27:36.423" v="551" actId="14100"/>
          <ac:picMkLst>
            <pc:docMk/>
            <pc:sldMk cId="1533333801" sldId="623"/>
            <ac:picMk id="6" creationId="{7F10BE66-5BD9-07F6-1AA0-14F9ADA14CAD}"/>
          </ac:picMkLst>
        </pc:picChg>
      </pc:sldChg>
      <pc:sldChg chg="delSp add del mod">
        <pc:chgData name="Deepika Vatsa" userId="f7100972-27fe-4ee6-8fb4-ec9b7931b409" providerId="ADAL" clId="{FECAADD6-485A-4B66-AEA2-DF6E35DB16E2}" dt="2025-08-18T12:26:38.626" v="522" actId="2696"/>
        <pc:sldMkLst>
          <pc:docMk/>
          <pc:sldMk cId="2367265284" sldId="624"/>
        </pc:sldMkLst>
        <pc:picChg chg="del">
          <ac:chgData name="Deepika Vatsa" userId="f7100972-27fe-4ee6-8fb4-ec9b7931b409" providerId="ADAL" clId="{FECAADD6-485A-4B66-AEA2-DF6E35DB16E2}" dt="2025-08-18T12:25:27.883" v="487" actId="478"/>
          <ac:picMkLst>
            <pc:docMk/>
            <pc:sldMk cId="2367265284" sldId="624"/>
            <ac:picMk id="6" creationId="{7F10BE66-5BD9-07F6-1AA0-14F9ADA14CAD}"/>
          </ac:picMkLst>
        </pc:picChg>
      </pc:sldChg>
      <pc:sldChg chg="delSp add del mod">
        <pc:chgData name="Deepika Vatsa" userId="f7100972-27fe-4ee6-8fb4-ec9b7931b409" providerId="ADAL" clId="{FECAADD6-485A-4B66-AEA2-DF6E35DB16E2}" dt="2025-08-18T12:26:38.626" v="522" actId="2696"/>
        <pc:sldMkLst>
          <pc:docMk/>
          <pc:sldMk cId="1967559052" sldId="625"/>
        </pc:sldMkLst>
        <pc:picChg chg="del">
          <ac:chgData name="Deepika Vatsa" userId="f7100972-27fe-4ee6-8fb4-ec9b7931b409" providerId="ADAL" clId="{FECAADD6-485A-4B66-AEA2-DF6E35DB16E2}" dt="2025-08-18T12:25:30.077" v="488" actId="478"/>
          <ac:picMkLst>
            <pc:docMk/>
            <pc:sldMk cId="1967559052" sldId="625"/>
            <ac:picMk id="6" creationId="{7F10BE66-5BD9-07F6-1AA0-14F9ADA14CAD}"/>
          </ac:picMkLst>
        </pc:picChg>
      </pc:sldChg>
      <pc:sldChg chg="addSp delSp modSp add mod">
        <pc:chgData name="Deepika Vatsa" userId="f7100972-27fe-4ee6-8fb4-ec9b7931b409" providerId="ADAL" clId="{FECAADD6-485A-4B66-AEA2-DF6E35DB16E2}" dt="2025-08-18T12:26:34.745" v="521" actId="20577"/>
        <pc:sldMkLst>
          <pc:docMk/>
          <pc:sldMk cId="3549948443" sldId="626"/>
        </pc:sldMkLst>
        <pc:spChg chg="mod">
          <ac:chgData name="Deepika Vatsa" userId="f7100972-27fe-4ee6-8fb4-ec9b7931b409" providerId="ADAL" clId="{FECAADD6-485A-4B66-AEA2-DF6E35DB16E2}" dt="2025-08-18T12:26:34.745" v="521" actId="20577"/>
          <ac:spMkLst>
            <pc:docMk/>
            <pc:sldMk cId="3549948443" sldId="626"/>
            <ac:spMk id="2" creationId="{00000000-0000-0000-0000-000000000000}"/>
          </ac:spMkLst>
        </pc:spChg>
        <pc:picChg chg="add mod">
          <ac:chgData name="Deepika Vatsa" userId="f7100972-27fe-4ee6-8fb4-ec9b7931b409" providerId="ADAL" clId="{FECAADD6-485A-4B66-AEA2-DF6E35DB16E2}" dt="2025-08-18T12:25:59.255" v="494" actId="1076"/>
          <ac:picMkLst>
            <pc:docMk/>
            <pc:sldMk cId="3549948443" sldId="626"/>
            <ac:picMk id="5" creationId="{9F257CC6-C275-8610-3C49-0F57B9EED705}"/>
          </ac:picMkLst>
        </pc:picChg>
        <pc:picChg chg="del">
          <ac:chgData name="Deepika Vatsa" userId="f7100972-27fe-4ee6-8fb4-ec9b7931b409" providerId="ADAL" clId="{FECAADD6-485A-4B66-AEA2-DF6E35DB16E2}" dt="2025-08-18T12:25:32.117" v="489" actId="478"/>
          <ac:picMkLst>
            <pc:docMk/>
            <pc:sldMk cId="3549948443" sldId="626"/>
            <ac:picMk id="6" creationId="{7F10BE66-5BD9-07F6-1AA0-14F9ADA14CAD}"/>
          </ac:picMkLst>
        </pc:picChg>
      </pc:sldChg>
      <pc:sldChg chg="addSp delSp modSp add mod">
        <pc:chgData name="Deepika Vatsa" userId="f7100972-27fe-4ee6-8fb4-ec9b7931b409" providerId="ADAL" clId="{FECAADD6-485A-4B66-AEA2-DF6E35DB16E2}" dt="2025-08-18T12:26:29.619" v="508" actId="14100"/>
        <pc:sldMkLst>
          <pc:docMk/>
          <pc:sldMk cId="1492384228" sldId="627"/>
        </pc:sldMkLst>
        <pc:spChg chg="mod">
          <ac:chgData name="Deepika Vatsa" userId="f7100972-27fe-4ee6-8fb4-ec9b7931b409" providerId="ADAL" clId="{FECAADD6-485A-4B66-AEA2-DF6E35DB16E2}" dt="2025-08-18T12:26:23.477" v="504" actId="20577"/>
          <ac:spMkLst>
            <pc:docMk/>
            <pc:sldMk cId="1492384228" sldId="627"/>
            <ac:spMk id="2" creationId="{00000000-0000-0000-0000-000000000000}"/>
          </ac:spMkLst>
        </pc:spChg>
        <pc:picChg chg="del">
          <ac:chgData name="Deepika Vatsa" userId="f7100972-27fe-4ee6-8fb4-ec9b7931b409" providerId="ADAL" clId="{FECAADD6-485A-4B66-AEA2-DF6E35DB16E2}" dt="2025-08-18T12:26:24.903" v="505" actId="478"/>
          <ac:picMkLst>
            <pc:docMk/>
            <pc:sldMk cId="1492384228" sldId="627"/>
            <ac:picMk id="5" creationId="{9F257CC6-C275-8610-3C49-0F57B9EED705}"/>
          </ac:picMkLst>
        </pc:picChg>
        <pc:picChg chg="add mod">
          <ac:chgData name="Deepika Vatsa" userId="f7100972-27fe-4ee6-8fb4-ec9b7931b409" providerId="ADAL" clId="{FECAADD6-485A-4B66-AEA2-DF6E35DB16E2}" dt="2025-08-18T12:26:29.619" v="508" actId="14100"/>
          <ac:picMkLst>
            <pc:docMk/>
            <pc:sldMk cId="1492384228" sldId="627"/>
            <ac:picMk id="6" creationId="{83230359-2DED-4BBB-12AD-ED524BA268FF}"/>
          </ac:picMkLst>
        </pc:picChg>
      </pc:sldChg>
      <pc:sldChg chg="addSp delSp modSp add mod">
        <pc:chgData name="Deepika Vatsa" userId="f7100972-27fe-4ee6-8fb4-ec9b7931b409" providerId="ADAL" clId="{FECAADD6-485A-4B66-AEA2-DF6E35DB16E2}" dt="2025-08-18T12:27:28.341" v="550" actId="14100"/>
        <pc:sldMkLst>
          <pc:docMk/>
          <pc:sldMk cId="3339153089" sldId="628"/>
        </pc:sldMkLst>
        <pc:spChg chg="mod">
          <ac:chgData name="Deepika Vatsa" userId="f7100972-27fe-4ee6-8fb4-ec9b7931b409" providerId="ADAL" clId="{FECAADD6-485A-4B66-AEA2-DF6E35DB16E2}" dt="2025-08-18T12:27:21.792" v="546" actId="20577"/>
          <ac:spMkLst>
            <pc:docMk/>
            <pc:sldMk cId="3339153089" sldId="628"/>
            <ac:spMk id="2" creationId="{00000000-0000-0000-0000-000000000000}"/>
          </ac:spMkLst>
        </pc:spChg>
        <pc:picChg chg="add mod">
          <ac:chgData name="Deepika Vatsa" userId="f7100972-27fe-4ee6-8fb4-ec9b7931b409" providerId="ADAL" clId="{FECAADD6-485A-4B66-AEA2-DF6E35DB16E2}" dt="2025-08-18T12:27:28.341" v="550" actId="14100"/>
          <ac:picMkLst>
            <pc:docMk/>
            <pc:sldMk cId="3339153089" sldId="628"/>
            <ac:picMk id="5" creationId="{E774913A-6257-8DCF-186F-01DAC8BBA23F}"/>
          </ac:picMkLst>
        </pc:picChg>
        <pc:picChg chg="del">
          <ac:chgData name="Deepika Vatsa" userId="f7100972-27fe-4ee6-8fb4-ec9b7931b409" providerId="ADAL" clId="{FECAADD6-485A-4B66-AEA2-DF6E35DB16E2}" dt="2025-08-18T12:27:23.518" v="547" actId="478"/>
          <ac:picMkLst>
            <pc:docMk/>
            <pc:sldMk cId="3339153089" sldId="628"/>
            <ac:picMk id="6" creationId="{83230359-2DED-4BBB-12AD-ED524BA268FF}"/>
          </ac:picMkLst>
        </pc:picChg>
      </pc:sldChg>
    </pc:docChg>
  </pc:docChgLst>
  <pc:docChgLst>
    <pc:chgData name="Deepika Vatsa" userId="f7100972-27fe-4ee6-8fb4-ec9b7931b409" providerId="ADAL" clId="{A5423A7C-59D2-441C-A32C-791671939596}"/>
    <pc:docChg chg="undo redo custSel addSld delSld modSld sldOrd">
      <pc:chgData name="Deepika Vatsa" userId="f7100972-27fe-4ee6-8fb4-ec9b7931b409" providerId="ADAL" clId="{A5423A7C-59D2-441C-A32C-791671939596}" dt="2025-10-27T10:08:51.008" v="1814" actId="478"/>
      <pc:docMkLst>
        <pc:docMk/>
      </pc:docMkLst>
      <pc:sldChg chg="modSp mod">
        <pc:chgData name="Deepika Vatsa" userId="f7100972-27fe-4ee6-8fb4-ec9b7931b409" providerId="ADAL" clId="{A5423A7C-59D2-441C-A32C-791671939596}" dt="2025-10-08T08:45:03.639" v="44" actId="20577"/>
        <pc:sldMkLst>
          <pc:docMk/>
          <pc:sldMk cId="0" sldId="395"/>
        </pc:sldMkLst>
        <pc:spChg chg="mod">
          <ac:chgData name="Deepika Vatsa" userId="f7100972-27fe-4ee6-8fb4-ec9b7931b409" providerId="ADAL" clId="{A5423A7C-59D2-441C-A32C-791671939596}" dt="2025-10-08T08:45:03.639" v="44" actId="20577"/>
          <ac:spMkLst>
            <pc:docMk/>
            <pc:sldMk cId="0" sldId="395"/>
            <ac:spMk id="2" creationId="{00000000-0000-0000-0000-000000000000}"/>
          </ac:spMkLst>
        </pc:spChg>
      </pc:sldChg>
      <pc:sldChg chg="addSp delSp modSp mod">
        <pc:chgData name="Deepika Vatsa" userId="f7100972-27fe-4ee6-8fb4-ec9b7931b409" providerId="ADAL" clId="{A5423A7C-59D2-441C-A32C-791671939596}" dt="2025-10-27T09:20:31.588" v="1799"/>
        <pc:sldMkLst>
          <pc:docMk/>
          <pc:sldMk cId="3439049211" sldId="591"/>
        </pc:sldMkLst>
        <pc:spChg chg="mod">
          <ac:chgData name="Deepika Vatsa" userId="f7100972-27fe-4ee6-8fb4-ec9b7931b409" providerId="ADAL" clId="{A5423A7C-59D2-441C-A32C-791671939596}" dt="2025-10-08T08:44:54.688" v="23" actId="20577"/>
          <ac:spMkLst>
            <pc:docMk/>
            <pc:sldMk cId="3439049211" sldId="591"/>
            <ac:spMk id="2" creationId="{00000000-0000-0000-0000-000000000000}"/>
          </ac:spMkLst>
        </pc:spChg>
        <pc:spChg chg="add mod">
          <ac:chgData name="Deepika Vatsa" userId="f7100972-27fe-4ee6-8fb4-ec9b7931b409" providerId="ADAL" clId="{A5423A7C-59D2-441C-A32C-791671939596}" dt="2025-10-08T10:03:33.688" v="1348" actId="20577"/>
          <ac:spMkLst>
            <pc:docMk/>
            <pc:sldMk cId="3439049211" sldId="591"/>
            <ac:spMk id="7" creationId="{32B275E0-60C0-FB99-861A-30651F256A1A}"/>
          </ac:spMkLst>
        </pc:spChg>
        <pc:spChg chg="add mod">
          <ac:chgData name="Deepika Vatsa" userId="f7100972-27fe-4ee6-8fb4-ec9b7931b409" providerId="ADAL" clId="{A5423A7C-59D2-441C-A32C-791671939596}" dt="2025-10-08T08:50:01.899" v="91" actId="1076"/>
          <ac:spMkLst>
            <pc:docMk/>
            <pc:sldMk cId="3439049211" sldId="591"/>
            <ac:spMk id="10" creationId="{239215B4-DB5C-F83E-C3B9-8E9F7CA5D909}"/>
          </ac:spMkLst>
        </pc:spChg>
        <pc:picChg chg="del">
          <ac:chgData name="Deepika Vatsa" userId="f7100972-27fe-4ee6-8fb4-ec9b7931b409" providerId="ADAL" clId="{A5423A7C-59D2-441C-A32C-791671939596}" dt="2025-10-08T08:45:07.237" v="45" actId="478"/>
          <ac:picMkLst>
            <pc:docMk/>
            <pc:sldMk cId="3439049211" sldId="591"/>
            <ac:picMk id="5" creationId="{F98F73F8-C2F2-9586-D160-14BB95EFB7D9}"/>
          </ac:picMkLst>
        </pc:picChg>
        <pc:picChg chg="add mod">
          <ac:chgData name="Deepika Vatsa" userId="f7100972-27fe-4ee6-8fb4-ec9b7931b409" providerId="ADAL" clId="{A5423A7C-59D2-441C-A32C-791671939596}" dt="2025-10-08T08:50:11.508" v="93" actId="1076"/>
          <ac:picMkLst>
            <pc:docMk/>
            <pc:sldMk cId="3439049211" sldId="591"/>
            <ac:picMk id="9" creationId="{C9311B99-97F6-C8CB-5C16-17EDDA16C888}"/>
          </ac:picMkLst>
        </pc:picChg>
        <pc:picChg chg="add mod">
          <ac:chgData name="Deepika Vatsa" userId="f7100972-27fe-4ee6-8fb4-ec9b7931b409" providerId="ADAL" clId="{A5423A7C-59D2-441C-A32C-791671939596}" dt="2025-10-08T08:49:36.047" v="73" actId="1076"/>
          <ac:picMkLst>
            <pc:docMk/>
            <pc:sldMk cId="3439049211" sldId="591"/>
            <ac:picMk id="1026" creationId="{8883D209-90DD-FF78-DC62-63D08C4A3755}"/>
          </ac:picMkLst>
        </pc:picChg>
        <pc:inkChg chg="add del">
          <ac:chgData name="Deepika Vatsa" userId="f7100972-27fe-4ee6-8fb4-ec9b7931b409" providerId="ADAL" clId="{A5423A7C-59D2-441C-A32C-791671939596}" dt="2025-10-27T09:20:31.588" v="1799"/>
          <ac:inkMkLst>
            <pc:docMk/>
            <pc:sldMk cId="3439049211" sldId="591"/>
            <ac:inkMk id="4" creationId="{A7AE9396-7AAC-2001-482B-15063469B052}"/>
          </ac:inkMkLst>
        </pc:inkChg>
        <pc:inkChg chg="del">
          <ac:chgData name="Deepika Vatsa" userId="f7100972-27fe-4ee6-8fb4-ec9b7931b409" providerId="ADAL" clId="{A5423A7C-59D2-441C-A32C-791671939596}" dt="2025-10-08T08:45:09.147" v="46" actId="478"/>
          <ac:inkMkLst>
            <pc:docMk/>
            <pc:sldMk cId="3439049211" sldId="591"/>
            <ac:inkMk id="4" creationId="{C523678A-28E9-7F5B-8EA3-DFE9E3E1126F}"/>
          </ac:inkMkLst>
        </pc:inkChg>
      </pc:sldChg>
      <pc:sldChg chg="del">
        <pc:chgData name="Deepika Vatsa" userId="f7100972-27fe-4ee6-8fb4-ec9b7931b409" providerId="ADAL" clId="{A5423A7C-59D2-441C-A32C-791671939596}" dt="2025-10-08T08:44:46.068" v="0" actId="47"/>
        <pc:sldMkLst>
          <pc:docMk/>
          <pc:sldMk cId="1039897715" sldId="592"/>
        </pc:sldMkLst>
      </pc:sldChg>
      <pc:sldChg chg="addSp delSp modSp add mod">
        <pc:chgData name="Deepika Vatsa" userId="f7100972-27fe-4ee6-8fb4-ec9b7931b409" providerId="ADAL" clId="{A5423A7C-59D2-441C-A32C-791671939596}" dt="2025-10-27T09:20:31.588" v="1799"/>
        <pc:sldMkLst>
          <pc:docMk/>
          <pc:sldMk cId="1817839256" sldId="592"/>
        </pc:sldMkLst>
        <pc:spChg chg="mod">
          <ac:chgData name="Deepika Vatsa" userId="f7100972-27fe-4ee6-8fb4-ec9b7931b409" providerId="ADAL" clId="{A5423A7C-59D2-441C-A32C-791671939596}" dt="2025-10-08T08:51:13.376" v="125" actId="20577"/>
          <ac:spMkLst>
            <pc:docMk/>
            <pc:sldMk cId="1817839256" sldId="592"/>
            <ac:spMk id="2" creationId="{00000000-0000-0000-0000-000000000000}"/>
          </ac:spMkLst>
        </pc:spChg>
        <pc:spChg chg="add mod">
          <ac:chgData name="Deepika Vatsa" userId="f7100972-27fe-4ee6-8fb4-ec9b7931b409" providerId="ADAL" clId="{A5423A7C-59D2-441C-A32C-791671939596}" dt="2025-10-08T08:54:58.658" v="239" actId="1038"/>
          <ac:spMkLst>
            <pc:docMk/>
            <pc:sldMk cId="1817839256" sldId="592"/>
            <ac:spMk id="6" creationId="{5C5BD351-2981-831A-F105-8C38927ECAA3}"/>
          </ac:spMkLst>
        </pc:spChg>
        <pc:spChg chg="mod">
          <ac:chgData name="Deepika Vatsa" userId="f7100972-27fe-4ee6-8fb4-ec9b7931b409" providerId="ADAL" clId="{A5423A7C-59D2-441C-A32C-791671939596}" dt="2025-10-08T08:55:55.977" v="299" actId="20577"/>
          <ac:spMkLst>
            <pc:docMk/>
            <pc:sldMk cId="1817839256" sldId="592"/>
            <ac:spMk id="7" creationId="{32B275E0-60C0-FB99-861A-30651F256A1A}"/>
          </ac:spMkLst>
        </pc:spChg>
        <pc:spChg chg="add mod">
          <ac:chgData name="Deepika Vatsa" userId="f7100972-27fe-4ee6-8fb4-ec9b7931b409" providerId="ADAL" clId="{A5423A7C-59D2-441C-A32C-791671939596}" dt="2025-10-08T08:52:52.420" v="207" actId="1076"/>
          <ac:spMkLst>
            <pc:docMk/>
            <pc:sldMk cId="1817839256" sldId="592"/>
            <ac:spMk id="8" creationId="{0619A52E-670E-4F67-E6B3-EF125A743A38}"/>
          </ac:spMkLst>
        </pc:spChg>
        <pc:spChg chg="del">
          <ac:chgData name="Deepika Vatsa" userId="f7100972-27fe-4ee6-8fb4-ec9b7931b409" providerId="ADAL" clId="{A5423A7C-59D2-441C-A32C-791671939596}" dt="2025-10-08T08:50:47.380" v="97" actId="478"/>
          <ac:spMkLst>
            <pc:docMk/>
            <pc:sldMk cId="1817839256" sldId="592"/>
            <ac:spMk id="10" creationId="{239215B4-DB5C-F83E-C3B9-8E9F7CA5D909}"/>
          </ac:spMkLst>
        </pc:spChg>
        <pc:spChg chg="add mod">
          <ac:chgData name="Deepika Vatsa" userId="f7100972-27fe-4ee6-8fb4-ec9b7931b409" providerId="ADAL" clId="{A5423A7C-59D2-441C-A32C-791671939596}" dt="2025-10-08T08:56:29.421" v="300" actId="1076"/>
          <ac:spMkLst>
            <pc:docMk/>
            <pc:sldMk cId="1817839256" sldId="592"/>
            <ac:spMk id="11" creationId="{74FE0449-D235-0569-CB1B-C5E6B6B6E283}"/>
          </ac:spMkLst>
        </pc:spChg>
        <pc:picChg chg="add del mod">
          <ac:chgData name="Deepika Vatsa" userId="f7100972-27fe-4ee6-8fb4-ec9b7931b409" providerId="ADAL" clId="{A5423A7C-59D2-441C-A32C-791671939596}" dt="2025-10-08T08:51:09.001" v="116" actId="478"/>
          <ac:picMkLst>
            <pc:docMk/>
            <pc:sldMk cId="1817839256" sldId="592"/>
            <ac:picMk id="5" creationId="{1F324CAA-0008-8094-5814-906C789D79DE}"/>
          </ac:picMkLst>
        </pc:picChg>
        <pc:picChg chg="del">
          <ac:chgData name="Deepika Vatsa" userId="f7100972-27fe-4ee6-8fb4-ec9b7931b409" providerId="ADAL" clId="{A5423A7C-59D2-441C-A32C-791671939596}" dt="2025-10-08T08:50:43.357" v="95" actId="478"/>
          <ac:picMkLst>
            <pc:docMk/>
            <pc:sldMk cId="1817839256" sldId="592"/>
            <ac:picMk id="9" creationId="{C9311B99-97F6-C8CB-5C16-17EDDA16C888}"/>
          </ac:picMkLst>
        </pc:picChg>
        <pc:picChg chg="del">
          <ac:chgData name="Deepika Vatsa" userId="f7100972-27fe-4ee6-8fb4-ec9b7931b409" providerId="ADAL" clId="{A5423A7C-59D2-441C-A32C-791671939596}" dt="2025-10-08T08:50:45.056" v="96" actId="478"/>
          <ac:picMkLst>
            <pc:docMk/>
            <pc:sldMk cId="1817839256" sldId="592"/>
            <ac:picMk id="1026" creationId="{8883D209-90DD-FF78-DC62-63D08C4A3755}"/>
          </ac:picMkLst>
        </pc:picChg>
        <pc:inkChg chg="add del">
          <ac:chgData name="Deepika Vatsa" userId="f7100972-27fe-4ee6-8fb4-ec9b7931b409" providerId="ADAL" clId="{A5423A7C-59D2-441C-A32C-791671939596}" dt="2025-10-27T09:20:31.588" v="1799"/>
          <ac:inkMkLst>
            <pc:docMk/>
            <pc:sldMk cId="1817839256" sldId="592"/>
            <ac:inkMk id="4" creationId="{9AF7BA2B-3531-6CA8-FF61-AD3EE28DBBCD}"/>
          </ac:inkMkLst>
        </pc:inkChg>
        <pc:cxnChg chg="add del mod">
          <ac:chgData name="Deepika Vatsa" userId="f7100972-27fe-4ee6-8fb4-ec9b7931b409" providerId="ADAL" clId="{A5423A7C-59D2-441C-A32C-791671939596}" dt="2025-10-08T08:53:29.665" v="215" actId="478"/>
          <ac:cxnSpMkLst>
            <pc:docMk/>
            <pc:sldMk cId="1817839256" sldId="592"/>
            <ac:cxnSpMk id="12" creationId="{5EB19B1A-6033-08FF-712E-EF6BABB3C182}"/>
          </ac:cxnSpMkLst>
        </pc:cxnChg>
        <pc:cxnChg chg="add del mod">
          <ac:chgData name="Deepika Vatsa" userId="f7100972-27fe-4ee6-8fb4-ec9b7931b409" providerId="ADAL" clId="{A5423A7C-59D2-441C-A32C-791671939596}" dt="2025-10-08T08:53:26.950" v="214" actId="478"/>
          <ac:cxnSpMkLst>
            <pc:docMk/>
            <pc:sldMk cId="1817839256" sldId="592"/>
            <ac:cxnSpMk id="13" creationId="{7B6890A4-5A6D-E0E9-D226-2241E8BE7CE4}"/>
          </ac:cxnSpMkLst>
        </pc:cxnChg>
        <pc:cxnChg chg="add mod">
          <ac:chgData name="Deepika Vatsa" userId="f7100972-27fe-4ee6-8fb4-ec9b7931b409" providerId="ADAL" clId="{A5423A7C-59D2-441C-A32C-791671939596}" dt="2025-10-08T08:54:18.480" v="225" actId="1582"/>
          <ac:cxnSpMkLst>
            <pc:docMk/>
            <pc:sldMk cId="1817839256" sldId="592"/>
            <ac:cxnSpMk id="20" creationId="{42197254-CDFE-796B-1500-98F78AAE6896}"/>
          </ac:cxnSpMkLst>
        </pc:cxnChg>
        <pc:cxnChg chg="add mod">
          <ac:chgData name="Deepika Vatsa" userId="f7100972-27fe-4ee6-8fb4-ec9b7931b409" providerId="ADAL" clId="{A5423A7C-59D2-441C-A32C-791671939596}" dt="2025-10-08T08:54:58.658" v="239" actId="1038"/>
          <ac:cxnSpMkLst>
            <pc:docMk/>
            <pc:sldMk cId="1817839256" sldId="592"/>
            <ac:cxnSpMk id="24" creationId="{C81172A5-BAF2-E79A-4182-829F71C4A9C6}"/>
          </ac:cxnSpMkLst>
        </pc:cxnChg>
      </pc:sldChg>
      <pc:sldChg chg="addSp delSp modSp add mod">
        <pc:chgData name="Deepika Vatsa" userId="f7100972-27fe-4ee6-8fb4-ec9b7931b409" providerId="ADAL" clId="{A5423A7C-59D2-441C-A32C-791671939596}" dt="2025-10-27T09:20:31.588" v="1799"/>
        <pc:sldMkLst>
          <pc:docMk/>
          <pc:sldMk cId="415008481" sldId="593"/>
        </pc:sldMkLst>
        <pc:spChg chg="mod">
          <ac:chgData name="Deepika Vatsa" userId="f7100972-27fe-4ee6-8fb4-ec9b7931b409" providerId="ADAL" clId="{A5423A7C-59D2-441C-A32C-791671939596}" dt="2025-10-08T09:05:15.578" v="354" actId="20577"/>
          <ac:spMkLst>
            <pc:docMk/>
            <pc:sldMk cId="415008481" sldId="593"/>
            <ac:spMk id="2" creationId="{00000000-0000-0000-0000-000000000000}"/>
          </ac:spMkLst>
        </pc:spChg>
        <pc:spChg chg="del">
          <ac:chgData name="Deepika Vatsa" userId="f7100972-27fe-4ee6-8fb4-ec9b7931b409" providerId="ADAL" clId="{A5423A7C-59D2-441C-A32C-791671939596}" dt="2025-10-08T08:57:01.298" v="320" actId="478"/>
          <ac:spMkLst>
            <pc:docMk/>
            <pc:sldMk cId="415008481" sldId="593"/>
            <ac:spMk id="6" creationId="{5C5BD351-2981-831A-F105-8C38927ECAA3}"/>
          </ac:spMkLst>
        </pc:spChg>
        <pc:spChg chg="mod">
          <ac:chgData name="Deepika Vatsa" userId="f7100972-27fe-4ee6-8fb4-ec9b7931b409" providerId="ADAL" clId="{A5423A7C-59D2-441C-A32C-791671939596}" dt="2025-10-08T09:15:01.872" v="414" actId="20577"/>
          <ac:spMkLst>
            <pc:docMk/>
            <pc:sldMk cId="415008481" sldId="593"/>
            <ac:spMk id="7" creationId="{32B275E0-60C0-FB99-861A-30651F256A1A}"/>
          </ac:spMkLst>
        </pc:spChg>
        <pc:spChg chg="del">
          <ac:chgData name="Deepika Vatsa" userId="f7100972-27fe-4ee6-8fb4-ec9b7931b409" providerId="ADAL" clId="{A5423A7C-59D2-441C-A32C-791671939596}" dt="2025-10-08T08:57:01.298" v="320" actId="478"/>
          <ac:spMkLst>
            <pc:docMk/>
            <pc:sldMk cId="415008481" sldId="593"/>
            <ac:spMk id="8" creationId="{0619A52E-670E-4F67-E6B3-EF125A743A38}"/>
          </ac:spMkLst>
        </pc:spChg>
        <pc:spChg chg="del">
          <ac:chgData name="Deepika Vatsa" userId="f7100972-27fe-4ee6-8fb4-ec9b7931b409" providerId="ADAL" clId="{A5423A7C-59D2-441C-A32C-791671939596}" dt="2025-10-08T08:57:01.298" v="320" actId="478"/>
          <ac:spMkLst>
            <pc:docMk/>
            <pc:sldMk cId="415008481" sldId="593"/>
            <ac:spMk id="11" creationId="{74FE0449-D235-0569-CB1B-C5E6B6B6E283}"/>
          </ac:spMkLst>
        </pc:spChg>
        <pc:picChg chg="add del mod">
          <ac:chgData name="Deepika Vatsa" userId="f7100972-27fe-4ee6-8fb4-ec9b7931b409" providerId="ADAL" clId="{A5423A7C-59D2-441C-A32C-791671939596}" dt="2025-10-08T09:08:23.506" v="358" actId="478"/>
          <ac:picMkLst>
            <pc:docMk/>
            <pc:sldMk cId="415008481" sldId="593"/>
            <ac:picMk id="4" creationId="{9BC38E4E-2B4A-9704-6179-A7631E8FFF66}"/>
          </ac:picMkLst>
        </pc:picChg>
        <pc:picChg chg="add mod">
          <ac:chgData name="Deepika Vatsa" userId="f7100972-27fe-4ee6-8fb4-ec9b7931b409" providerId="ADAL" clId="{A5423A7C-59D2-441C-A32C-791671939596}" dt="2025-10-08T09:08:53.418" v="364" actId="1076"/>
          <ac:picMkLst>
            <pc:docMk/>
            <pc:sldMk cId="415008481" sldId="593"/>
            <ac:picMk id="5" creationId="{B6B3E462-82FA-8EA1-E587-B600E0AB302B}"/>
          </ac:picMkLst>
        </pc:picChg>
        <pc:inkChg chg="add del">
          <ac:chgData name="Deepika Vatsa" userId="f7100972-27fe-4ee6-8fb4-ec9b7931b409" providerId="ADAL" clId="{A5423A7C-59D2-441C-A32C-791671939596}" dt="2025-10-27T09:20:31.588" v="1799"/>
          <ac:inkMkLst>
            <pc:docMk/>
            <pc:sldMk cId="415008481" sldId="593"/>
            <ac:inkMk id="4" creationId="{632F25FB-DDE4-09D6-FA5E-116915258EE2}"/>
          </ac:inkMkLst>
        </pc:inkChg>
        <pc:cxnChg chg="del">
          <ac:chgData name="Deepika Vatsa" userId="f7100972-27fe-4ee6-8fb4-ec9b7931b409" providerId="ADAL" clId="{A5423A7C-59D2-441C-A32C-791671939596}" dt="2025-10-08T08:57:01.298" v="320" actId="478"/>
          <ac:cxnSpMkLst>
            <pc:docMk/>
            <pc:sldMk cId="415008481" sldId="593"/>
            <ac:cxnSpMk id="20" creationId="{42197254-CDFE-796B-1500-98F78AAE6896}"/>
          </ac:cxnSpMkLst>
        </pc:cxnChg>
        <pc:cxnChg chg="del mod">
          <ac:chgData name="Deepika Vatsa" userId="f7100972-27fe-4ee6-8fb4-ec9b7931b409" providerId="ADAL" clId="{A5423A7C-59D2-441C-A32C-791671939596}" dt="2025-10-08T08:57:01.298" v="320" actId="478"/>
          <ac:cxnSpMkLst>
            <pc:docMk/>
            <pc:sldMk cId="415008481" sldId="593"/>
            <ac:cxnSpMk id="24" creationId="{C81172A5-BAF2-E79A-4182-829F71C4A9C6}"/>
          </ac:cxnSpMkLst>
        </pc:cxnChg>
      </pc:sldChg>
      <pc:sldChg chg="del">
        <pc:chgData name="Deepika Vatsa" userId="f7100972-27fe-4ee6-8fb4-ec9b7931b409" providerId="ADAL" clId="{A5423A7C-59D2-441C-A32C-791671939596}" dt="2025-10-08T08:44:46.068" v="0" actId="47"/>
        <pc:sldMkLst>
          <pc:docMk/>
          <pc:sldMk cId="562163225" sldId="593"/>
        </pc:sldMkLst>
      </pc:sldChg>
      <pc:sldChg chg="del">
        <pc:chgData name="Deepika Vatsa" userId="f7100972-27fe-4ee6-8fb4-ec9b7931b409" providerId="ADAL" clId="{A5423A7C-59D2-441C-A32C-791671939596}" dt="2025-10-08T08:44:46.068" v="0" actId="47"/>
        <pc:sldMkLst>
          <pc:docMk/>
          <pc:sldMk cId="2093314508" sldId="594"/>
        </pc:sldMkLst>
      </pc:sldChg>
      <pc:sldChg chg="addSp delSp add mod">
        <pc:chgData name="Deepika Vatsa" userId="f7100972-27fe-4ee6-8fb4-ec9b7931b409" providerId="ADAL" clId="{A5423A7C-59D2-441C-A32C-791671939596}" dt="2025-10-27T10:08:16.174" v="1801" actId="478"/>
        <pc:sldMkLst>
          <pc:docMk/>
          <pc:sldMk cId="3937325591" sldId="594"/>
        </pc:sldMkLst>
        <pc:inkChg chg="add del">
          <ac:chgData name="Deepika Vatsa" userId="f7100972-27fe-4ee6-8fb4-ec9b7931b409" providerId="ADAL" clId="{A5423A7C-59D2-441C-A32C-791671939596}" dt="2025-10-27T09:20:31.588" v="1799"/>
          <ac:inkMkLst>
            <pc:docMk/>
            <pc:sldMk cId="3937325591" sldId="594"/>
            <ac:inkMk id="5" creationId="{D50DCB1C-1030-5CCC-B960-3DB5338FB0C1}"/>
          </ac:inkMkLst>
        </pc:inkChg>
        <pc:inkChg chg="add del">
          <ac:chgData name="Deepika Vatsa" userId="f7100972-27fe-4ee6-8fb4-ec9b7931b409" providerId="ADAL" clId="{A5423A7C-59D2-441C-A32C-791671939596}" dt="2025-10-27T10:08:16.174" v="1801" actId="478"/>
          <ac:inkMkLst>
            <pc:docMk/>
            <pc:sldMk cId="3937325591" sldId="594"/>
            <ac:inkMk id="6" creationId="{109E459A-8BD5-FE9A-31A3-D26CA559C737}"/>
          </ac:inkMkLst>
        </pc:inkChg>
      </pc:sldChg>
      <pc:sldChg chg="del">
        <pc:chgData name="Deepika Vatsa" userId="f7100972-27fe-4ee6-8fb4-ec9b7931b409" providerId="ADAL" clId="{A5423A7C-59D2-441C-A32C-791671939596}" dt="2025-10-08T08:44:46.068" v="0" actId="47"/>
        <pc:sldMkLst>
          <pc:docMk/>
          <pc:sldMk cId="1095908878" sldId="595"/>
        </pc:sldMkLst>
      </pc:sldChg>
      <pc:sldChg chg="addSp delSp modSp add mod">
        <pc:chgData name="Deepika Vatsa" userId="f7100972-27fe-4ee6-8fb4-ec9b7931b409" providerId="ADAL" clId="{A5423A7C-59D2-441C-A32C-791671939596}" dt="2025-10-27T10:08:18.891" v="1802" actId="478"/>
        <pc:sldMkLst>
          <pc:docMk/>
          <pc:sldMk cId="2201787870" sldId="595"/>
        </pc:sldMkLst>
        <pc:spChg chg="mod">
          <ac:chgData name="Deepika Vatsa" userId="f7100972-27fe-4ee6-8fb4-ec9b7931b409" providerId="ADAL" clId="{A5423A7C-59D2-441C-A32C-791671939596}" dt="2025-10-08T09:15:49.711" v="418"/>
          <ac:spMkLst>
            <pc:docMk/>
            <pc:sldMk cId="2201787870" sldId="595"/>
            <ac:spMk id="7" creationId="{32B275E0-60C0-FB99-861A-30651F256A1A}"/>
          </ac:spMkLst>
        </pc:spChg>
        <pc:picChg chg="del">
          <ac:chgData name="Deepika Vatsa" userId="f7100972-27fe-4ee6-8fb4-ec9b7931b409" providerId="ADAL" clId="{A5423A7C-59D2-441C-A32C-791671939596}" dt="2025-10-08T09:15:52.285" v="419" actId="478"/>
          <ac:picMkLst>
            <pc:docMk/>
            <pc:sldMk cId="2201787870" sldId="595"/>
            <ac:picMk id="4" creationId="{9BC38E4E-2B4A-9704-6179-A7631E8FFF66}"/>
          </ac:picMkLst>
        </pc:picChg>
        <pc:picChg chg="add mod">
          <ac:chgData name="Deepika Vatsa" userId="f7100972-27fe-4ee6-8fb4-ec9b7931b409" providerId="ADAL" clId="{A5423A7C-59D2-441C-A32C-791671939596}" dt="2025-10-08T09:16:08.390" v="423" actId="1076"/>
          <ac:picMkLst>
            <pc:docMk/>
            <pc:sldMk cId="2201787870" sldId="595"/>
            <ac:picMk id="5" creationId="{7A28345C-0812-1243-20E7-3DBA586BAD93}"/>
          </ac:picMkLst>
        </pc:picChg>
        <pc:inkChg chg="add del">
          <ac:chgData name="Deepika Vatsa" userId="f7100972-27fe-4ee6-8fb4-ec9b7931b409" providerId="ADAL" clId="{A5423A7C-59D2-441C-A32C-791671939596}" dt="2025-10-27T10:08:18.891" v="1802" actId="478"/>
          <ac:inkMkLst>
            <pc:docMk/>
            <pc:sldMk cId="2201787870" sldId="595"/>
            <ac:inkMk id="4" creationId="{1AD17938-8E86-BCBB-CD06-106FA56F22EF}"/>
          </ac:inkMkLst>
        </pc:inkChg>
      </pc:sldChg>
      <pc:sldChg chg="addSp delSp modSp add mod">
        <pc:chgData name="Deepika Vatsa" userId="f7100972-27fe-4ee6-8fb4-ec9b7931b409" providerId="ADAL" clId="{A5423A7C-59D2-441C-A32C-791671939596}" dt="2025-10-27T09:20:31.588" v="1799"/>
        <pc:sldMkLst>
          <pc:docMk/>
          <pc:sldMk cId="1330384818" sldId="596"/>
        </pc:sldMkLst>
        <pc:spChg chg="mod">
          <ac:chgData name="Deepika Vatsa" userId="f7100972-27fe-4ee6-8fb4-ec9b7931b409" providerId="ADAL" clId="{A5423A7C-59D2-441C-A32C-791671939596}" dt="2025-10-08T09:17:11.884" v="461" actId="1038"/>
          <ac:spMkLst>
            <pc:docMk/>
            <pc:sldMk cId="1330384818" sldId="596"/>
            <ac:spMk id="5" creationId="{68F6A173-CB5D-DFDD-AFD9-748B66520EAE}"/>
          </ac:spMkLst>
        </pc:spChg>
        <pc:spChg chg="del">
          <ac:chgData name="Deepika Vatsa" userId="f7100972-27fe-4ee6-8fb4-ec9b7931b409" providerId="ADAL" clId="{A5423A7C-59D2-441C-A32C-791671939596}" dt="2025-10-08T09:16:46.112" v="427" actId="478"/>
          <ac:spMkLst>
            <pc:docMk/>
            <pc:sldMk cId="1330384818" sldId="596"/>
            <ac:spMk id="6" creationId="{5C5BD351-2981-831A-F105-8C38927ECAA3}"/>
          </ac:spMkLst>
        </pc:spChg>
        <pc:spChg chg="add del mod">
          <ac:chgData name="Deepika Vatsa" userId="f7100972-27fe-4ee6-8fb4-ec9b7931b409" providerId="ADAL" clId="{A5423A7C-59D2-441C-A32C-791671939596}" dt="2025-10-08T09:17:17.651" v="462" actId="20577"/>
          <ac:spMkLst>
            <pc:docMk/>
            <pc:sldMk cId="1330384818" sldId="596"/>
            <ac:spMk id="7" creationId="{32B275E0-60C0-FB99-861A-30651F256A1A}"/>
          </ac:spMkLst>
        </pc:spChg>
        <pc:spChg chg="del">
          <ac:chgData name="Deepika Vatsa" userId="f7100972-27fe-4ee6-8fb4-ec9b7931b409" providerId="ADAL" clId="{A5423A7C-59D2-441C-A32C-791671939596}" dt="2025-10-08T09:16:46.112" v="427" actId="478"/>
          <ac:spMkLst>
            <pc:docMk/>
            <pc:sldMk cId="1330384818" sldId="596"/>
            <ac:spMk id="8" creationId="{0619A52E-670E-4F67-E6B3-EF125A743A38}"/>
          </ac:spMkLst>
        </pc:spChg>
        <pc:spChg chg="del">
          <ac:chgData name="Deepika Vatsa" userId="f7100972-27fe-4ee6-8fb4-ec9b7931b409" providerId="ADAL" clId="{A5423A7C-59D2-441C-A32C-791671939596}" dt="2025-10-08T09:16:46.112" v="427" actId="478"/>
          <ac:spMkLst>
            <pc:docMk/>
            <pc:sldMk cId="1330384818" sldId="596"/>
            <ac:spMk id="11" creationId="{74FE0449-D235-0569-CB1B-C5E6B6B6E283}"/>
          </ac:spMkLst>
        </pc:spChg>
        <pc:spChg chg="mod">
          <ac:chgData name="Deepika Vatsa" userId="f7100972-27fe-4ee6-8fb4-ec9b7931b409" providerId="ADAL" clId="{A5423A7C-59D2-441C-A32C-791671939596}" dt="2025-10-08T09:17:11.884" v="461" actId="1038"/>
          <ac:spMkLst>
            <pc:docMk/>
            <pc:sldMk cId="1330384818" sldId="596"/>
            <ac:spMk id="15" creationId="{FB9FAF7E-298E-4A41-80F0-85862251D4CA}"/>
          </ac:spMkLst>
        </pc:spChg>
        <pc:spChg chg="mod">
          <ac:chgData name="Deepika Vatsa" userId="f7100972-27fe-4ee6-8fb4-ec9b7931b409" providerId="ADAL" clId="{A5423A7C-59D2-441C-A32C-791671939596}" dt="2025-10-08T09:17:11.884" v="461" actId="1038"/>
          <ac:spMkLst>
            <pc:docMk/>
            <pc:sldMk cId="1330384818" sldId="596"/>
            <ac:spMk id="16" creationId="{EEABBF41-2BEE-F6A0-7AF9-3FC4A5B952F6}"/>
          </ac:spMkLst>
        </pc:spChg>
        <pc:spChg chg="mod">
          <ac:chgData name="Deepika Vatsa" userId="f7100972-27fe-4ee6-8fb4-ec9b7931b409" providerId="ADAL" clId="{A5423A7C-59D2-441C-A32C-791671939596}" dt="2025-10-08T09:17:11.884" v="461" actId="1038"/>
          <ac:spMkLst>
            <pc:docMk/>
            <pc:sldMk cId="1330384818" sldId="596"/>
            <ac:spMk id="17" creationId="{C198B0EF-0D6F-AC99-F05F-CB43302201A0}"/>
          </ac:spMkLst>
        </pc:spChg>
        <pc:spChg chg="mod">
          <ac:chgData name="Deepika Vatsa" userId="f7100972-27fe-4ee6-8fb4-ec9b7931b409" providerId="ADAL" clId="{A5423A7C-59D2-441C-A32C-791671939596}" dt="2025-10-08T09:17:11.884" v="461" actId="1038"/>
          <ac:spMkLst>
            <pc:docMk/>
            <pc:sldMk cId="1330384818" sldId="596"/>
            <ac:spMk id="18" creationId="{BC5AF26D-0C81-2D15-10A5-8962537CEA20}"/>
          </ac:spMkLst>
        </pc:spChg>
        <pc:spChg chg="mod">
          <ac:chgData name="Deepika Vatsa" userId="f7100972-27fe-4ee6-8fb4-ec9b7931b409" providerId="ADAL" clId="{A5423A7C-59D2-441C-A32C-791671939596}" dt="2025-10-08T09:17:11.884" v="461" actId="1038"/>
          <ac:spMkLst>
            <pc:docMk/>
            <pc:sldMk cId="1330384818" sldId="596"/>
            <ac:spMk id="19" creationId="{088E4D5B-3881-B13A-129B-2C29F1EBF6DC}"/>
          </ac:spMkLst>
        </pc:spChg>
        <pc:spChg chg="mod">
          <ac:chgData name="Deepika Vatsa" userId="f7100972-27fe-4ee6-8fb4-ec9b7931b409" providerId="ADAL" clId="{A5423A7C-59D2-441C-A32C-791671939596}" dt="2025-10-08T09:17:11.884" v="461" actId="1038"/>
          <ac:spMkLst>
            <pc:docMk/>
            <pc:sldMk cId="1330384818" sldId="596"/>
            <ac:spMk id="21" creationId="{26985F3F-CD5B-FA9E-6AD6-D8579CFB261D}"/>
          </ac:spMkLst>
        </pc:spChg>
        <pc:spChg chg="mod">
          <ac:chgData name="Deepika Vatsa" userId="f7100972-27fe-4ee6-8fb4-ec9b7931b409" providerId="ADAL" clId="{A5423A7C-59D2-441C-A32C-791671939596}" dt="2025-10-08T09:17:11.884" v="461" actId="1038"/>
          <ac:spMkLst>
            <pc:docMk/>
            <pc:sldMk cId="1330384818" sldId="596"/>
            <ac:spMk id="22" creationId="{C1A399B9-943A-D99A-A9E1-2FD8D81B9E63}"/>
          </ac:spMkLst>
        </pc:spChg>
        <pc:spChg chg="mod">
          <ac:chgData name="Deepika Vatsa" userId="f7100972-27fe-4ee6-8fb4-ec9b7931b409" providerId="ADAL" clId="{A5423A7C-59D2-441C-A32C-791671939596}" dt="2025-10-08T09:17:11.884" v="461" actId="1038"/>
          <ac:spMkLst>
            <pc:docMk/>
            <pc:sldMk cId="1330384818" sldId="596"/>
            <ac:spMk id="23" creationId="{EC138878-1372-EA92-988F-00A41014E187}"/>
          </ac:spMkLst>
        </pc:spChg>
        <pc:spChg chg="mod">
          <ac:chgData name="Deepika Vatsa" userId="f7100972-27fe-4ee6-8fb4-ec9b7931b409" providerId="ADAL" clId="{A5423A7C-59D2-441C-A32C-791671939596}" dt="2025-10-08T09:17:11.884" v="461" actId="1038"/>
          <ac:spMkLst>
            <pc:docMk/>
            <pc:sldMk cId="1330384818" sldId="596"/>
            <ac:spMk id="25" creationId="{B559CB07-0D40-DAA5-9229-F04DFCFCDF67}"/>
          </ac:spMkLst>
        </pc:spChg>
        <pc:spChg chg="mod">
          <ac:chgData name="Deepika Vatsa" userId="f7100972-27fe-4ee6-8fb4-ec9b7931b409" providerId="ADAL" clId="{A5423A7C-59D2-441C-A32C-791671939596}" dt="2025-10-08T09:17:11.884" v="461" actId="1038"/>
          <ac:spMkLst>
            <pc:docMk/>
            <pc:sldMk cId="1330384818" sldId="596"/>
            <ac:spMk id="26" creationId="{F5FFFC97-0877-DB45-1CD8-7CDC99525B46}"/>
          </ac:spMkLst>
        </pc:spChg>
        <pc:spChg chg="mod">
          <ac:chgData name="Deepika Vatsa" userId="f7100972-27fe-4ee6-8fb4-ec9b7931b409" providerId="ADAL" clId="{A5423A7C-59D2-441C-A32C-791671939596}" dt="2025-10-08T09:17:11.884" v="461" actId="1038"/>
          <ac:spMkLst>
            <pc:docMk/>
            <pc:sldMk cId="1330384818" sldId="596"/>
            <ac:spMk id="27" creationId="{07953479-00D9-F1DE-D857-8DDA556EC234}"/>
          </ac:spMkLst>
        </pc:spChg>
        <pc:spChg chg="mod">
          <ac:chgData name="Deepika Vatsa" userId="f7100972-27fe-4ee6-8fb4-ec9b7931b409" providerId="ADAL" clId="{A5423A7C-59D2-441C-A32C-791671939596}" dt="2025-10-08T09:17:11.884" v="461" actId="1038"/>
          <ac:spMkLst>
            <pc:docMk/>
            <pc:sldMk cId="1330384818" sldId="596"/>
            <ac:spMk id="28" creationId="{CAAC760A-BD63-CCE3-CF4F-81FA97730DA9}"/>
          </ac:spMkLst>
        </pc:spChg>
        <pc:spChg chg="mod">
          <ac:chgData name="Deepika Vatsa" userId="f7100972-27fe-4ee6-8fb4-ec9b7931b409" providerId="ADAL" clId="{A5423A7C-59D2-441C-A32C-791671939596}" dt="2025-10-08T09:17:11.884" v="461" actId="1038"/>
          <ac:spMkLst>
            <pc:docMk/>
            <pc:sldMk cId="1330384818" sldId="596"/>
            <ac:spMk id="29" creationId="{DEF6B01F-B098-7D11-CFB3-2F53D42258BC}"/>
          </ac:spMkLst>
        </pc:spChg>
        <pc:spChg chg="mod">
          <ac:chgData name="Deepika Vatsa" userId="f7100972-27fe-4ee6-8fb4-ec9b7931b409" providerId="ADAL" clId="{A5423A7C-59D2-441C-A32C-791671939596}" dt="2025-10-08T09:17:11.884" v="461" actId="1038"/>
          <ac:spMkLst>
            <pc:docMk/>
            <pc:sldMk cId="1330384818" sldId="596"/>
            <ac:spMk id="30" creationId="{A62BB52D-D11C-8CBF-294C-830F403502E1}"/>
          </ac:spMkLst>
        </pc:spChg>
        <pc:spChg chg="mod">
          <ac:chgData name="Deepika Vatsa" userId="f7100972-27fe-4ee6-8fb4-ec9b7931b409" providerId="ADAL" clId="{A5423A7C-59D2-441C-A32C-791671939596}" dt="2025-10-08T09:17:11.884" v="461" actId="1038"/>
          <ac:spMkLst>
            <pc:docMk/>
            <pc:sldMk cId="1330384818" sldId="596"/>
            <ac:spMk id="31" creationId="{8067BFED-3934-BF16-9541-C3510983F2A3}"/>
          </ac:spMkLst>
        </pc:spChg>
        <pc:spChg chg="mod">
          <ac:chgData name="Deepika Vatsa" userId="f7100972-27fe-4ee6-8fb4-ec9b7931b409" providerId="ADAL" clId="{A5423A7C-59D2-441C-A32C-791671939596}" dt="2025-10-08T09:17:11.884" v="461" actId="1038"/>
          <ac:spMkLst>
            <pc:docMk/>
            <pc:sldMk cId="1330384818" sldId="596"/>
            <ac:spMk id="32" creationId="{8CCA16E8-8E50-BD78-A31D-9A0EBFD4B333}"/>
          </ac:spMkLst>
        </pc:spChg>
        <pc:spChg chg="mod">
          <ac:chgData name="Deepika Vatsa" userId="f7100972-27fe-4ee6-8fb4-ec9b7931b409" providerId="ADAL" clId="{A5423A7C-59D2-441C-A32C-791671939596}" dt="2025-10-08T09:17:11.884" v="461" actId="1038"/>
          <ac:spMkLst>
            <pc:docMk/>
            <pc:sldMk cId="1330384818" sldId="596"/>
            <ac:spMk id="33" creationId="{04E7E4A0-BF01-3231-6DDF-0076089CC024}"/>
          </ac:spMkLst>
        </pc:spChg>
        <pc:spChg chg="mod">
          <ac:chgData name="Deepika Vatsa" userId="f7100972-27fe-4ee6-8fb4-ec9b7931b409" providerId="ADAL" clId="{A5423A7C-59D2-441C-A32C-791671939596}" dt="2025-10-08T09:17:11.884" v="461" actId="1038"/>
          <ac:spMkLst>
            <pc:docMk/>
            <pc:sldMk cId="1330384818" sldId="596"/>
            <ac:spMk id="34" creationId="{7E6D6B86-F74A-A3D8-A12A-F70E663F7620}"/>
          </ac:spMkLst>
        </pc:spChg>
        <pc:spChg chg="mod">
          <ac:chgData name="Deepika Vatsa" userId="f7100972-27fe-4ee6-8fb4-ec9b7931b409" providerId="ADAL" clId="{A5423A7C-59D2-441C-A32C-791671939596}" dt="2025-10-08T09:17:11.884" v="461" actId="1038"/>
          <ac:spMkLst>
            <pc:docMk/>
            <pc:sldMk cId="1330384818" sldId="596"/>
            <ac:spMk id="35" creationId="{BE5A17CE-C7A5-1473-BD46-03B7A663587D}"/>
          </ac:spMkLst>
        </pc:spChg>
        <pc:spChg chg="mod">
          <ac:chgData name="Deepika Vatsa" userId="f7100972-27fe-4ee6-8fb4-ec9b7931b409" providerId="ADAL" clId="{A5423A7C-59D2-441C-A32C-791671939596}" dt="2025-10-08T09:17:11.884" v="461" actId="1038"/>
          <ac:spMkLst>
            <pc:docMk/>
            <pc:sldMk cId="1330384818" sldId="596"/>
            <ac:spMk id="36" creationId="{B7273A44-69BC-905D-064E-C34A6AE6565C}"/>
          </ac:spMkLst>
        </pc:spChg>
        <pc:spChg chg="mod">
          <ac:chgData name="Deepika Vatsa" userId="f7100972-27fe-4ee6-8fb4-ec9b7931b409" providerId="ADAL" clId="{A5423A7C-59D2-441C-A32C-791671939596}" dt="2025-10-08T09:17:11.884" v="461" actId="1038"/>
          <ac:spMkLst>
            <pc:docMk/>
            <pc:sldMk cId="1330384818" sldId="596"/>
            <ac:spMk id="37" creationId="{E62281F0-B261-9D19-4161-2C9322A53447}"/>
          </ac:spMkLst>
        </pc:spChg>
        <pc:spChg chg="mod">
          <ac:chgData name="Deepika Vatsa" userId="f7100972-27fe-4ee6-8fb4-ec9b7931b409" providerId="ADAL" clId="{A5423A7C-59D2-441C-A32C-791671939596}" dt="2025-10-08T09:17:11.884" v="461" actId="1038"/>
          <ac:spMkLst>
            <pc:docMk/>
            <pc:sldMk cId="1330384818" sldId="596"/>
            <ac:spMk id="38" creationId="{A2DA8F08-E85E-98DF-0394-17C87F9F5771}"/>
          </ac:spMkLst>
        </pc:spChg>
        <pc:spChg chg="mod">
          <ac:chgData name="Deepika Vatsa" userId="f7100972-27fe-4ee6-8fb4-ec9b7931b409" providerId="ADAL" clId="{A5423A7C-59D2-441C-A32C-791671939596}" dt="2025-10-08T09:17:11.884" v="461" actId="1038"/>
          <ac:spMkLst>
            <pc:docMk/>
            <pc:sldMk cId="1330384818" sldId="596"/>
            <ac:spMk id="39" creationId="{FCB4D9F5-7430-E66E-E2A3-ABAD90AB0EBC}"/>
          </ac:spMkLst>
        </pc:spChg>
        <pc:spChg chg="mod">
          <ac:chgData name="Deepika Vatsa" userId="f7100972-27fe-4ee6-8fb4-ec9b7931b409" providerId="ADAL" clId="{A5423A7C-59D2-441C-A32C-791671939596}" dt="2025-10-08T09:17:11.884" v="461" actId="1038"/>
          <ac:spMkLst>
            <pc:docMk/>
            <pc:sldMk cId="1330384818" sldId="596"/>
            <ac:spMk id="40" creationId="{001C94F5-AF3D-1CFF-B4F6-C05479C73783}"/>
          </ac:spMkLst>
        </pc:spChg>
        <pc:spChg chg="mod">
          <ac:chgData name="Deepika Vatsa" userId="f7100972-27fe-4ee6-8fb4-ec9b7931b409" providerId="ADAL" clId="{A5423A7C-59D2-441C-A32C-791671939596}" dt="2025-10-08T09:17:11.884" v="461" actId="1038"/>
          <ac:spMkLst>
            <pc:docMk/>
            <pc:sldMk cId="1330384818" sldId="596"/>
            <ac:spMk id="41" creationId="{A89C616B-8B2A-76FC-2C00-BF0DD544661A}"/>
          </ac:spMkLst>
        </pc:spChg>
        <pc:spChg chg="mod">
          <ac:chgData name="Deepika Vatsa" userId="f7100972-27fe-4ee6-8fb4-ec9b7931b409" providerId="ADAL" clId="{A5423A7C-59D2-441C-A32C-791671939596}" dt="2025-10-08T09:17:11.884" v="461" actId="1038"/>
          <ac:spMkLst>
            <pc:docMk/>
            <pc:sldMk cId="1330384818" sldId="596"/>
            <ac:spMk id="42" creationId="{A0DA29D4-663E-76F2-A1A7-357E98BF6542}"/>
          </ac:spMkLst>
        </pc:spChg>
        <pc:spChg chg="mod">
          <ac:chgData name="Deepika Vatsa" userId="f7100972-27fe-4ee6-8fb4-ec9b7931b409" providerId="ADAL" clId="{A5423A7C-59D2-441C-A32C-791671939596}" dt="2025-10-08T09:17:11.884" v="461" actId="1038"/>
          <ac:spMkLst>
            <pc:docMk/>
            <pc:sldMk cId="1330384818" sldId="596"/>
            <ac:spMk id="43" creationId="{965CCF90-0477-8401-C5D6-F93E4278012B}"/>
          </ac:spMkLst>
        </pc:spChg>
        <pc:spChg chg="mod">
          <ac:chgData name="Deepika Vatsa" userId="f7100972-27fe-4ee6-8fb4-ec9b7931b409" providerId="ADAL" clId="{A5423A7C-59D2-441C-A32C-791671939596}" dt="2025-10-08T09:17:11.884" v="461" actId="1038"/>
          <ac:spMkLst>
            <pc:docMk/>
            <pc:sldMk cId="1330384818" sldId="596"/>
            <ac:spMk id="44" creationId="{B24003D2-179E-2675-834D-5504E46AFA9E}"/>
          </ac:spMkLst>
        </pc:spChg>
        <pc:spChg chg="mod">
          <ac:chgData name="Deepika Vatsa" userId="f7100972-27fe-4ee6-8fb4-ec9b7931b409" providerId="ADAL" clId="{A5423A7C-59D2-441C-A32C-791671939596}" dt="2025-10-08T09:17:11.884" v="461" actId="1038"/>
          <ac:spMkLst>
            <pc:docMk/>
            <pc:sldMk cId="1330384818" sldId="596"/>
            <ac:spMk id="45" creationId="{39FC0E9B-4170-AA3D-9A88-5BF3061DAB2B}"/>
          </ac:spMkLst>
        </pc:spChg>
        <pc:spChg chg="mod">
          <ac:chgData name="Deepika Vatsa" userId="f7100972-27fe-4ee6-8fb4-ec9b7931b409" providerId="ADAL" clId="{A5423A7C-59D2-441C-A32C-791671939596}" dt="2025-10-08T09:17:11.884" v="461" actId="1038"/>
          <ac:spMkLst>
            <pc:docMk/>
            <pc:sldMk cId="1330384818" sldId="596"/>
            <ac:spMk id="46" creationId="{6B695669-0BDB-CB0D-10B9-D8D7CEBEF975}"/>
          </ac:spMkLst>
        </pc:spChg>
        <pc:spChg chg="mod">
          <ac:chgData name="Deepika Vatsa" userId="f7100972-27fe-4ee6-8fb4-ec9b7931b409" providerId="ADAL" clId="{A5423A7C-59D2-441C-A32C-791671939596}" dt="2025-10-08T09:17:11.884" v="461" actId="1038"/>
          <ac:spMkLst>
            <pc:docMk/>
            <pc:sldMk cId="1330384818" sldId="596"/>
            <ac:spMk id="47" creationId="{050AEE39-DEAB-9C74-3F7B-51D066826099}"/>
          </ac:spMkLst>
        </pc:spChg>
        <pc:spChg chg="mod">
          <ac:chgData name="Deepika Vatsa" userId="f7100972-27fe-4ee6-8fb4-ec9b7931b409" providerId="ADAL" clId="{A5423A7C-59D2-441C-A32C-791671939596}" dt="2025-10-08T09:17:11.884" v="461" actId="1038"/>
          <ac:spMkLst>
            <pc:docMk/>
            <pc:sldMk cId="1330384818" sldId="596"/>
            <ac:spMk id="48" creationId="{6430F771-46E7-698B-B0BD-6DD51839CD18}"/>
          </ac:spMkLst>
        </pc:spChg>
        <pc:spChg chg="mod">
          <ac:chgData name="Deepika Vatsa" userId="f7100972-27fe-4ee6-8fb4-ec9b7931b409" providerId="ADAL" clId="{A5423A7C-59D2-441C-A32C-791671939596}" dt="2025-10-08T09:17:11.884" v="461" actId="1038"/>
          <ac:spMkLst>
            <pc:docMk/>
            <pc:sldMk cId="1330384818" sldId="596"/>
            <ac:spMk id="49" creationId="{AB1B7FDC-DFCE-275B-4EF6-92FE6ED4D02A}"/>
          </ac:spMkLst>
        </pc:spChg>
        <pc:spChg chg="mod">
          <ac:chgData name="Deepika Vatsa" userId="f7100972-27fe-4ee6-8fb4-ec9b7931b409" providerId="ADAL" clId="{A5423A7C-59D2-441C-A32C-791671939596}" dt="2025-10-08T09:17:11.884" v="461" actId="1038"/>
          <ac:spMkLst>
            <pc:docMk/>
            <pc:sldMk cId="1330384818" sldId="596"/>
            <ac:spMk id="50" creationId="{0EE3BD3A-8C4B-D2F3-9662-152D8CD566F2}"/>
          </ac:spMkLst>
        </pc:spChg>
        <pc:spChg chg="mod">
          <ac:chgData name="Deepika Vatsa" userId="f7100972-27fe-4ee6-8fb4-ec9b7931b409" providerId="ADAL" clId="{A5423A7C-59D2-441C-A32C-791671939596}" dt="2025-10-08T09:17:11.884" v="461" actId="1038"/>
          <ac:spMkLst>
            <pc:docMk/>
            <pc:sldMk cId="1330384818" sldId="596"/>
            <ac:spMk id="51" creationId="{52D25D98-4842-3491-2B00-B3AF4173BE44}"/>
          </ac:spMkLst>
        </pc:spChg>
        <pc:spChg chg="mod">
          <ac:chgData name="Deepika Vatsa" userId="f7100972-27fe-4ee6-8fb4-ec9b7931b409" providerId="ADAL" clId="{A5423A7C-59D2-441C-A32C-791671939596}" dt="2025-10-08T09:17:11.884" v="461" actId="1038"/>
          <ac:spMkLst>
            <pc:docMk/>
            <pc:sldMk cId="1330384818" sldId="596"/>
            <ac:spMk id="52" creationId="{683EF07E-1213-155F-E6EA-04F4EEAE3E19}"/>
          </ac:spMkLst>
        </pc:spChg>
        <pc:spChg chg="mod">
          <ac:chgData name="Deepika Vatsa" userId="f7100972-27fe-4ee6-8fb4-ec9b7931b409" providerId="ADAL" clId="{A5423A7C-59D2-441C-A32C-791671939596}" dt="2025-10-08T09:17:11.884" v="461" actId="1038"/>
          <ac:spMkLst>
            <pc:docMk/>
            <pc:sldMk cId="1330384818" sldId="596"/>
            <ac:spMk id="53" creationId="{7DB50B31-D6C1-4BD4-444E-3C988F5B0164}"/>
          </ac:spMkLst>
        </pc:spChg>
        <pc:spChg chg="mod">
          <ac:chgData name="Deepika Vatsa" userId="f7100972-27fe-4ee6-8fb4-ec9b7931b409" providerId="ADAL" clId="{A5423A7C-59D2-441C-A32C-791671939596}" dt="2025-10-08T09:17:11.884" v="461" actId="1038"/>
          <ac:spMkLst>
            <pc:docMk/>
            <pc:sldMk cId="1330384818" sldId="596"/>
            <ac:spMk id="54" creationId="{456F9C0B-595F-4356-F3FC-52F829B3EBD6}"/>
          </ac:spMkLst>
        </pc:spChg>
        <pc:spChg chg="mod">
          <ac:chgData name="Deepika Vatsa" userId="f7100972-27fe-4ee6-8fb4-ec9b7931b409" providerId="ADAL" clId="{A5423A7C-59D2-441C-A32C-791671939596}" dt="2025-10-08T09:17:11.884" v="461" actId="1038"/>
          <ac:spMkLst>
            <pc:docMk/>
            <pc:sldMk cId="1330384818" sldId="596"/>
            <ac:spMk id="55" creationId="{488E865F-2F32-B565-4EAC-397DA7CB099D}"/>
          </ac:spMkLst>
        </pc:spChg>
        <pc:spChg chg="mod">
          <ac:chgData name="Deepika Vatsa" userId="f7100972-27fe-4ee6-8fb4-ec9b7931b409" providerId="ADAL" clId="{A5423A7C-59D2-441C-A32C-791671939596}" dt="2025-10-08T09:17:11.884" v="461" actId="1038"/>
          <ac:spMkLst>
            <pc:docMk/>
            <pc:sldMk cId="1330384818" sldId="596"/>
            <ac:spMk id="56" creationId="{544395BF-E711-312E-2D2B-A1D0AB7B0253}"/>
          </ac:spMkLst>
        </pc:spChg>
        <pc:spChg chg="mod">
          <ac:chgData name="Deepika Vatsa" userId="f7100972-27fe-4ee6-8fb4-ec9b7931b409" providerId="ADAL" clId="{A5423A7C-59D2-441C-A32C-791671939596}" dt="2025-10-08T09:17:11.884" v="461" actId="1038"/>
          <ac:spMkLst>
            <pc:docMk/>
            <pc:sldMk cId="1330384818" sldId="596"/>
            <ac:spMk id="57" creationId="{44ACA932-CBA3-142A-BD77-29A38F84A3B0}"/>
          </ac:spMkLst>
        </pc:spChg>
        <pc:spChg chg="mod">
          <ac:chgData name="Deepika Vatsa" userId="f7100972-27fe-4ee6-8fb4-ec9b7931b409" providerId="ADAL" clId="{A5423A7C-59D2-441C-A32C-791671939596}" dt="2025-10-08T09:17:11.884" v="461" actId="1038"/>
          <ac:spMkLst>
            <pc:docMk/>
            <pc:sldMk cId="1330384818" sldId="596"/>
            <ac:spMk id="58" creationId="{85A79813-330C-B360-5A72-8C24DC499B21}"/>
          </ac:spMkLst>
        </pc:spChg>
        <pc:spChg chg="mod">
          <ac:chgData name="Deepika Vatsa" userId="f7100972-27fe-4ee6-8fb4-ec9b7931b409" providerId="ADAL" clId="{A5423A7C-59D2-441C-A32C-791671939596}" dt="2025-10-08T09:17:11.884" v="461" actId="1038"/>
          <ac:spMkLst>
            <pc:docMk/>
            <pc:sldMk cId="1330384818" sldId="596"/>
            <ac:spMk id="59" creationId="{A068FE87-661D-EB94-B89A-371964D7DC65}"/>
          </ac:spMkLst>
        </pc:spChg>
        <pc:spChg chg="mod">
          <ac:chgData name="Deepika Vatsa" userId="f7100972-27fe-4ee6-8fb4-ec9b7931b409" providerId="ADAL" clId="{A5423A7C-59D2-441C-A32C-791671939596}" dt="2025-10-08T09:17:11.884" v="461" actId="1038"/>
          <ac:spMkLst>
            <pc:docMk/>
            <pc:sldMk cId="1330384818" sldId="596"/>
            <ac:spMk id="60" creationId="{5D8E2286-9A9B-A130-4517-E4E48A47D450}"/>
          </ac:spMkLst>
        </pc:spChg>
        <pc:spChg chg="mod">
          <ac:chgData name="Deepika Vatsa" userId="f7100972-27fe-4ee6-8fb4-ec9b7931b409" providerId="ADAL" clId="{A5423A7C-59D2-441C-A32C-791671939596}" dt="2025-10-08T09:17:11.884" v="461" actId="1038"/>
          <ac:spMkLst>
            <pc:docMk/>
            <pc:sldMk cId="1330384818" sldId="596"/>
            <ac:spMk id="61" creationId="{70FDD9A4-9CAE-D780-CA44-83D994EA75F9}"/>
          </ac:spMkLst>
        </pc:spChg>
        <pc:spChg chg="mod">
          <ac:chgData name="Deepika Vatsa" userId="f7100972-27fe-4ee6-8fb4-ec9b7931b409" providerId="ADAL" clId="{A5423A7C-59D2-441C-A32C-791671939596}" dt="2025-10-08T09:17:11.884" v="461" actId="1038"/>
          <ac:spMkLst>
            <pc:docMk/>
            <pc:sldMk cId="1330384818" sldId="596"/>
            <ac:spMk id="62" creationId="{03FAFA09-D971-BCE4-55D2-322B5D0334F1}"/>
          </ac:spMkLst>
        </pc:spChg>
        <pc:spChg chg="mod">
          <ac:chgData name="Deepika Vatsa" userId="f7100972-27fe-4ee6-8fb4-ec9b7931b409" providerId="ADAL" clId="{A5423A7C-59D2-441C-A32C-791671939596}" dt="2025-10-08T09:17:11.884" v="461" actId="1038"/>
          <ac:spMkLst>
            <pc:docMk/>
            <pc:sldMk cId="1330384818" sldId="596"/>
            <ac:spMk id="63" creationId="{74A54A5A-A221-CFE9-2304-705D749AB0B2}"/>
          </ac:spMkLst>
        </pc:spChg>
        <pc:spChg chg="mod">
          <ac:chgData name="Deepika Vatsa" userId="f7100972-27fe-4ee6-8fb4-ec9b7931b409" providerId="ADAL" clId="{A5423A7C-59D2-441C-A32C-791671939596}" dt="2025-10-08T09:17:11.884" v="461" actId="1038"/>
          <ac:spMkLst>
            <pc:docMk/>
            <pc:sldMk cId="1330384818" sldId="596"/>
            <ac:spMk id="64" creationId="{D6B9EEE1-C85A-19C9-58F0-0123F1E2A74C}"/>
          </ac:spMkLst>
        </pc:spChg>
        <pc:spChg chg="mod">
          <ac:chgData name="Deepika Vatsa" userId="f7100972-27fe-4ee6-8fb4-ec9b7931b409" providerId="ADAL" clId="{A5423A7C-59D2-441C-A32C-791671939596}" dt="2025-10-08T09:17:11.884" v="461" actId="1038"/>
          <ac:spMkLst>
            <pc:docMk/>
            <pc:sldMk cId="1330384818" sldId="596"/>
            <ac:spMk id="65" creationId="{24ED5A6B-05B4-25DC-3D15-C13E141340C4}"/>
          </ac:spMkLst>
        </pc:spChg>
        <pc:grpChg chg="add mod">
          <ac:chgData name="Deepika Vatsa" userId="f7100972-27fe-4ee6-8fb4-ec9b7931b409" providerId="ADAL" clId="{A5423A7C-59D2-441C-A32C-791671939596}" dt="2025-10-08T09:17:11.884" v="461" actId="1038"/>
          <ac:grpSpMkLst>
            <pc:docMk/>
            <pc:sldMk cId="1330384818" sldId="596"/>
            <ac:grpSpMk id="4" creationId="{E2B07FA2-E161-3EE9-2FE8-C3E99D1560BC}"/>
          </ac:grpSpMkLst>
        </pc:grpChg>
        <pc:grpChg chg="mod">
          <ac:chgData name="Deepika Vatsa" userId="f7100972-27fe-4ee6-8fb4-ec9b7931b409" providerId="ADAL" clId="{A5423A7C-59D2-441C-A32C-791671939596}" dt="2025-10-08T09:17:11.884" v="461" actId="1038"/>
          <ac:grpSpMkLst>
            <pc:docMk/>
            <pc:sldMk cId="1330384818" sldId="596"/>
            <ac:grpSpMk id="9" creationId="{EDAD997E-9921-68CD-51C9-0FE5A638AFBF}"/>
          </ac:grpSpMkLst>
        </pc:grpChg>
        <pc:grpChg chg="mod">
          <ac:chgData name="Deepika Vatsa" userId="f7100972-27fe-4ee6-8fb4-ec9b7931b409" providerId="ADAL" clId="{A5423A7C-59D2-441C-A32C-791671939596}" dt="2025-10-08T09:17:11.884" v="461" actId="1038"/>
          <ac:grpSpMkLst>
            <pc:docMk/>
            <pc:sldMk cId="1330384818" sldId="596"/>
            <ac:grpSpMk id="10" creationId="{34AF56A1-8E1D-1E96-18DD-395AF11A238C}"/>
          </ac:grpSpMkLst>
        </pc:grpChg>
        <pc:grpChg chg="mod">
          <ac:chgData name="Deepika Vatsa" userId="f7100972-27fe-4ee6-8fb4-ec9b7931b409" providerId="ADAL" clId="{A5423A7C-59D2-441C-A32C-791671939596}" dt="2025-10-08T09:17:11.884" v="461" actId="1038"/>
          <ac:grpSpMkLst>
            <pc:docMk/>
            <pc:sldMk cId="1330384818" sldId="596"/>
            <ac:grpSpMk id="12" creationId="{9ACD3C03-8C81-2E37-64A4-D1B95CC7115E}"/>
          </ac:grpSpMkLst>
        </pc:grpChg>
        <pc:grpChg chg="mod">
          <ac:chgData name="Deepika Vatsa" userId="f7100972-27fe-4ee6-8fb4-ec9b7931b409" providerId="ADAL" clId="{A5423A7C-59D2-441C-A32C-791671939596}" dt="2025-10-08T09:17:11.884" v="461" actId="1038"/>
          <ac:grpSpMkLst>
            <pc:docMk/>
            <pc:sldMk cId="1330384818" sldId="596"/>
            <ac:grpSpMk id="13" creationId="{2A109A17-F37E-3FF0-DB11-49852CA24B20}"/>
          </ac:grpSpMkLst>
        </pc:grpChg>
        <pc:grpChg chg="mod">
          <ac:chgData name="Deepika Vatsa" userId="f7100972-27fe-4ee6-8fb4-ec9b7931b409" providerId="ADAL" clId="{A5423A7C-59D2-441C-A32C-791671939596}" dt="2025-10-08T09:17:11.884" v="461" actId="1038"/>
          <ac:grpSpMkLst>
            <pc:docMk/>
            <pc:sldMk cId="1330384818" sldId="596"/>
            <ac:grpSpMk id="14" creationId="{0D361B68-E418-D8FC-CBE4-743E720A4E8F}"/>
          </ac:grpSpMkLst>
        </pc:grpChg>
        <pc:inkChg chg="add del">
          <ac:chgData name="Deepika Vatsa" userId="f7100972-27fe-4ee6-8fb4-ec9b7931b409" providerId="ADAL" clId="{A5423A7C-59D2-441C-A32C-791671939596}" dt="2025-10-27T09:20:31.588" v="1799"/>
          <ac:inkMkLst>
            <pc:docMk/>
            <pc:sldMk cId="1330384818" sldId="596"/>
            <ac:inkMk id="6" creationId="{DD54A224-163B-EDC5-73A6-C045B639B5F4}"/>
          </ac:inkMkLst>
        </pc:inkChg>
        <pc:cxnChg chg="del">
          <ac:chgData name="Deepika Vatsa" userId="f7100972-27fe-4ee6-8fb4-ec9b7931b409" providerId="ADAL" clId="{A5423A7C-59D2-441C-A32C-791671939596}" dt="2025-10-08T09:16:46.112" v="427" actId="478"/>
          <ac:cxnSpMkLst>
            <pc:docMk/>
            <pc:sldMk cId="1330384818" sldId="596"/>
            <ac:cxnSpMk id="20" creationId="{42197254-CDFE-796B-1500-98F78AAE6896}"/>
          </ac:cxnSpMkLst>
        </pc:cxnChg>
        <pc:cxnChg chg="del mod">
          <ac:chgData name="Deepika Vatsa" userId="f7100972-27fe-4ee6-8fb4-ec9b7931b409" providerId="ADAL" clId="{A5423A7C-59D2-441C-A32C-791671939596}" dt="2025-10-08T09:16:46.112" v="427" actId="478"/>
          <ac:cxnSpMkLst>
            <pc:docMk/>
            <pc:sldMk cId="1330384818" sldId="596"/>
            <ac:cxnSpMk id="24" creationId="{C81172A5-BAF2-E79A-4182-829F71C4A9C6}"/>
          </ac:cxnSpMkLst>
        </pc:cxnChg>
      </pc:sldChg>
      <pc:sldChg chg="del">
        <pc:chgData name="Deepika Vatsa" userId="f7100972-27fe-4ee6-8fb4-ec9b7931b409" providerId="ADAL" clId="{A5423A7C-59D2-441C-A32C-791671939596}" dt="2025-10-08T08:44:46.068" v="0" actId="47"/>
        <pc:sldMkLst>
          <pc:docMk/>
          <pc:sldMk cId="3673669300" sldId="596"/>
        </pc:sldMkLst>
      </pc:sldChg>
      <pc:sldChg chg="del">
        <pc:chgData name="Deepika Vatsa" userId="f7100972-27fe-4ee6-8fb4-ec9b7931b409" providerId="ADAL" clId="{A5423A7C-59D2-441C-A32C-791671939596}" dt="2025-10-08T08:44:46.068" v="0" actId="47"/>
        <pc:sldMkLst>
          <pc:docMk/>
          <pc:sldMk cId="3645432103" sldId="597"/>
        </pc:sldMkLst>
      </pc:sldChg>
      <pc:sldChg chg="addSp delSp modSp add mod">
        <pc:chgData name="Deepika Vatsa" userId="f7100972-27fe-4ee6-8fb4-ec9b7931b409" providerId="ADAL" clId="{A5423A7C-59D2-441C-A32C-791671939596}" dt="2025-10-27T10:08:22.592" v="1803" actId="478"/>
        <pc:sldMkLst>
          <pc:docMk/>
          <pc:sldMk cId="3982561542" sldId="597"/>
        </pc:sldMkLst>
        <pc:spChg chg="mod">
          <ac:chgData name="Deepika Vatsa" userId="f7100972-27fe-4ee6-8fb4-ec9b7931b409" providerId="ADAL" clId="{A5423A7C-59D2-441C-A32C-791671939596}" dt="2025-10-08T10:04:37.568" v="1387" actId="20577"/>
          <ac:spMkLst>
            <pc:docMk/>
            <pc:sldMk cId="3982561542" sldId="597"/>
            <ac:spMk id="2" creationId="{00000000-0000-0000-0000-000000000000}"/>
          </ac:spMkLst>
        </pc:spChg>
        <pc:spChg chg="mod">
          <ac:chgData name="Deepika Vatsa" userId="f7100972-27fe-4ee6-8fb4-ec9b7931b409" providerId="ADAL" clId="{A5423A7C-59D2-441C-A32C-791671939596}" dt="2025-10-08T10:07:23.416" v="1795" actId="113"/>
          <ac:spMkLst>
            <pc:docMk/>
            <pc:sldMk cId="3982561542" sldId="597"/>
            <ac:spMk id="7" creationId="{32B275E0-60C0-FB99-861A-30651F256A1A}"/>
          </ac:spMkLst>
        </pc:spChg>
        <pc:picChg chg="del">
          <ac:chgData name="Deepika Vatsa" userId="f7100972-27fe-4ee6-8fb4-ec9b7931b409" providerId="ADAL" clId="{A5423A7C-59D2-441C-A32C-791671939596}" dt="2025-10-08T09:22:36.197" v="570" actId="478"/>
          <ac:picMkLst>
            <pc:docMk/>
            <pc:sldMk cId="3982561542" sldId="597"/>
            <ac:picMk id="5" creationId="{7A28345C-0812-1243-20E7-3DBA586BAD93}"/>
          </ac:picMkLst>
        </pc:picChg>
        <pc:inkChg chg="add del">
          <ac:chgData name="Deepika Vatsa" userId="f7100972-27fe-4ee6-8fb4-ec9b7931b409" providerId="ADAL" clId="{A5423A7C-59D2-441C-A32C-791671939596}" dt="2025-10-27T10:08:22.592" v="1803" actId="478"/>
          <ac:inkMkLst>
            <pc:docMk/>
            <pc:sldMk cId="3982561542" sldId="597"/>
            <ac:inkMk id="4" creationId="{C80D5D06-E5BF-52BE-BC89-52A323266B9E}"/>
          </ac:inkMkLst>
        </pc:inkChg>
      </pc:sldChg>
      <pc:sldChg chg="addSp delSp modSp add mod ord">
        <pc:chgData name="Deepika Vatsa" userId="f7100972-27fe-4ee6-8fb4-ec9b7931b409" providerId="ADAL" clId="{A5423A7C-59D2-441C-A32C-791671939596}" dt="2025-10-27T10:08:27.362" v="1805" actId="478"/>
        <pc:sldMkLst>
          <pc:docMk/>
          <pc:sldMk cId="146657049" sldId="598"/>
        </pc:sldMkLst>
        <pc:spChg chg="mod">
          <ac:chgData name="Deepika Vatsa" userId="f7100972-27fe-4ee6-8fb4-ec9b7931b409" providerId="ADAL" clId="{A5423A7C-59D2-441C-A32C-791671939596}" dt="2025-10-08T09:23:39.024" v="629" actId="20577"/>
          <ac:spMkLst>
            <pc:docMk/>
            <pc:sldMk cId="146657049" sldId="598"/>
            <ac:spMk id="2" creationId="{00000000-0000-0000-0000-000000000000}"/>
          </ac:spMkLst>
        </pc:spChg>
        <pc:spChg chg="add del mod">
          <ac:chgData name="Deepika Vatsa" userId="f7100972-27fe-4ee6-8fb4-ec9b7931b409" providerId="ADAL" clId="{A5423A7C-59D2-441C-A32C-791671939596}" dt="2025-10-08T09:56:03.576" v="1132" actId="478"/>
          <ac:spMkLst>
            <pc:docMk/>
            <pc:sldMk cId="146657049" sldId="598"/>
            <ac:spMk id="6" creationId="{BCCC9D68-203D-EB56-2CE0-7744E3E92498}"/>
          </ac:spMkLst>
        </pc:spChg>
        <pc:spChg chg="mod">
          <ac:chgData name="Deepika Vatsa" userId="f7100972-27fe-4ee6-8fb4-ec9b7931b409" providerId="ADAL" clId="{A5423A7C-59D2-441C-A32C-791671939596}" dt="2025-10-08T09:56:26.906" v="1146" actId="20577"/>
          <ac:spMkLst>
            <pc:docMk/>
            <pc:sldMk cId="146657049" sldId="598"/>
            <ac:spMk id="7" creationId="{32B275E0-60C0-FB99-861A-30651F256A1A}"/>
          </ac:spMkLst>
        </pc:spChg>
        <pc:spChg chg="mod">
          <ac:chgData name="Deepika Vatsa" userId="f7100972-27fe-4ee6-8fb4-ec9b7931b409" providerId="ADAL" clId="{A5423A7C-59D2-441C-A32C-791671939596}" dt="2025-10-08T09:29:08.528" v="730"/>
          <ac:spMkLst>
            <pc:docMk/>
            <pc:sldMk cId="146657049" sldId="598"/>
            <ac:spMk id="9" creationId="{D1088032-BA16-AD7F-0640-79AFF9B5561B}"/>
          </ac:spMkLst>
        </pc:spChg>
        <pc:spChg chg="mod">
          <ac:chgData name="Deepika Vatsa" userId="f7100972-27fe-4ee6-8fb4-ec9b7931b409" providerId="ADAL" clId="{A5423A7C-59D2-441C-A32C-791671939596}" dt="2025-10-08T09:29:08.528" v="730"/>
          <ac:spMkLst>
            <pc:docMk/>
            <pc:sldMk cId="146657049" sldId="598"/>
            <ac:spMk id="10" creationId="{F8826566-A5DD-97E1-198D-EE160423D315}"/>
          </ac:spMkLst>
        </pc:spChg>
        <pc:spChg chg="mod">
          <ac:chgData name="Deepika Vatsa" userId="f7100972-27fe-4ee6-8fb4-ec9b7931b409" providerId="ADAL" clId="{A5423A7C-59D2-441C-A32C-791671939596}" dt="2025-10-08T09:29:08.528" v="730"/>
          <ac:spMkLst>
            <pc:docMk/>
            <pc:sldMk cId="146657049" sldId="598"/>
            <ac:spMk id="11" creationId="{AEADA85A-57EC-EF0A-1397-8693DA693F2F}"/>
          </ac:spMkLst>
        </pc:spChg>
        <pc:spChg chg="mod">
          <ac:chgData name="Deepika Vatsa" userId="f7100972-27fe-4ee6-8fb4-ec9b7931b409" providerId="ADAL" clId="{A5423A7C-59D2-441C-A32C-791671939596}" dt="2025-10-08T09:29:08.528" v="730"/>
          <ac:spMkLst>
            <pc:docMk/>
            <pc:sldMk cId="146657049" sldId="598"/>
            <ac:spMk id="12" creationId="{40B76218-05C1-5C92-C124-00A55B22E07D}"/>
          </ac:spMkLst>
        </pc:spChg>
        <pc:spChg chg="mod">
          <ac:chgData name="Deepika Vatsa" userId="f7100972-27fe-4ee6-8fb4-ec9b7931b409" providerId="ADAL" clId="{A5423A7C-59D2-441C-A32C-791671939596}" dt="2025-10-08T09:29:08.528" v="730"/>
          <ac:spMkLst>
            <pc:docMk/>
            <pc:sldMk cId="146657049" sldId="598"/>
            <ac:spMk id="13" creationId="{E4B2D657-0F26-E2F5-A8F0-A24460BD320C}"/>
          </ac:spMkLst>
        </pc:spChg>
        <pc:spChg chg="mod">
          <ac:chgData name="Deepika Vatsa" userId="f7100972-27fe-4ee6-8fb4-ec9b7931b409" providerId="ADAL" clId="{A5423A7C-59D2-441C-A32C-791671939596}" dt="2025-10-08T09:29:08.528" v="730"/>
          <ac:spMkLst>
            <pc:docMk/>
            <pc:sldMk cId="146657049" sldId="598"/>
            <ac:spMk id="14" creationId="{F0333D41-EB79-E2D7-6AB4-08D4AE0F33E1}"/>
          </ac:spMkLst>
        </pc:spChg>
        <pc:spChg chg="mod">
          <ac:chgData name="Deepika Vatsa" userId="f7100972-27fe-4ee6-8fb4-ec9b7931b409" providerId="ADAL" clId="{A5423A7C-59D2-441C-A32C-791671939596}" dt="2025-10-08T09:29:08.528" v="730"/>
          <ac:spMkLst>
            <pc:docMk/>
            <pc:sldMk cId="146657049" sldId="598"/>
            <ac:spMk id="15" creationId="{1A361680-6A7E-728C-C400-544478006FAD}"/>
          </ac:spMkLst>
        </pc:spChg>
        <pc:spChg chg="mod">
          <ac:chgData name="Deepika Vatsa" userId="f7100972-27fe-4ee6-8fb4-ec9b7931b409" providerId="ADAL" clId="{A5423A7C-59D2-441C-A32C-791671939596}" dt="2025-10-08T09:29:08.528" v="730"/>
          <ac:spMkLst>
            <pc:docMk/>
            <pc:sldMk cId="146657049" sldId="598"/>
            <ac:spMk id="16" creationId="{8DEF5E54-26C7-695D-39CF-9BD288CC5C0E}"/>
          </ac:spMkLst>
        </pc:spChg>
        <pc:spChg chg="mod">
          <ac:chgData name="Deepika Vatsa" userId="f7100972-27fe-4ee6-8fb4-ec9b7931b409" providerId="ADAL" clId="{A5423A7C-59D2-441C-A32C-791671939596}" dt="2025-10-08T09:29:08.528" v="730"/>
          <ac:spMkLst>
            <pc:docMk/>
            <pc:sldMk cId="146657049" sldId="598"/>
            <ac:spMk id="17" creationId="{1F77CD26-C83C-1190-D88C-07CCCC05880D}"/>
          </ac:spMkLst>
        </pc:spChg>
        <pc:spChg chg="mod">
          <ac:chgData name="Deepika Vatsa" userId="f7100972-27fe-4ee6-8fb4-ec9b7931b409" providerId="ADAL" clId="{A5423A7C-59D2-441C-A32C-791671939596}" dt="2025-10-08T09:29:08.528" v="730"/>
          <ac:spMkLst>
            <pc:docMk/>
            <pc:sldMk cId="146657049" sldId="598"/>
            <ac:spMk id="18" creationId="{CB7A9973-EB61-87F5-C046-EA7CA8ACE9DE}"/>
          </ac:spMkLst>
        </pc:spChg>
        <pc:spChg chg="mod">
          <ac:chgData name="Deepika Vatsa" userId="f7100972-27fe-4ee6-8fb4-ec9b7931b409" providerId="ADAL" clId="{A5423A7C-59D2-441C-A32C-791671939596}" dt="2025-10-08T09:29:08.528" v="730"/>
          <ac:spMkLst>
            <pc:docMk/>
            <pc:sldMk cId="146657049" sldId="598"/>
            <ac:spMk id="19" creationId="{FB5B569E-EFDE-B2CC-5E7B-B82113D45EF5}"/>
          </ac:spMkLst>
        </pc:spChg>
        <pc:spChg chg="add del mod">
          <ac:chgData name="Deepika Vatsa" userId="f7100972-27fe-4ee6-8fb4-ec9b7931b409" providerId="ADAL" clId="{A5423A7C-59D2-441C-A32C-791671939596}" dt="2025-10-08T09:56:03.576" v="1132" actId="478"/>
          <ac:spMkLst>
            <pc:docMk/>
            <pc:sldMk cId="146657049" sldId="598"/>
            <ac:spMk id="20" creationId="{3986DDB4-B50B-B9F4-1030-E45BCBE4078A}"/>
          </ac:spMkLst>
        </pc:spChg>
        <pc:grpChg chg="add del mod">
          <ac:chgData name="Deepika Vatsa" userId="f7100972-27fe-4ee6-8fb4-ec9b7931b409" providerId="ADAL" clId="{A5423A7C-59D2-441C-A32C-791671939596}" dt="2025-10-08T09:56:03.576" v="1132" actId="478"/>
          <ac:grpSpMkLst>
            <pc:docMk/>
            <pc:sldMk cId="146657049" sldId="598"/>
            <ac:grpSpMk id="8" creationId="{2A82078B-04EB-1000-D1BC-2EF213385000}"/>
          </ac:grpSpMkLst>
        </pc:grpChg>
        <pc:picChg chg="add mod">
          <ac:chgData name="Deepika Vatsa" userId="f7100972-27fe-4ee6-8fb4-ec9b7931b409" providerId="ADAL" clId="{A5423A7C-59D2-441C-A32C-791671939596}" dt="2025-10-08T09:31:02.780" v="963" actId="1076"/>
          <ac:picMkLst>
            <pc:docMk/>
            <pc:sldMk cId="146657049" sldId="598"/>
            <ac:picMk id="5" creationId="{A36A8062-42D0-51B0-06A1-715FB9950AB2}"/>
          </ac:picMkLst>
        </pc:picChg>
        <pc:picChg chg="add mod">
          <ac:chgData name="Deepika Vatsa" userId="f7100972-27fe-4ee6-8fb4-ec9b7931b409" providerId="ADAL" clId="{A5423A7C-59D2-441C-A32C-791671939596}" dt="2025-10-08T09:56:17.178" v="1138" actId="1035"/>
          <ac:picMkLst>
            <pc:docMk/>
            <pc:sldMk cId="146657049" sldId="598"/>
            <ac:picMk id="22" creationId="{0F46827A-E5CD-B838-872A-609415D8D066}"/>
          </ac:picMkLst>
        </pc:picChg>
        <pc:inkChg chg="add del">
          <ac:chgData name="Deepika Vatsa" userId="f7100972-27fe-4ee6-8fb4-ec9b7931b409" providerId="ADAL" clId="{A5423A7C-59D2-441C-A32C-791671939596}" dt="2025-10-27T10:08:27.362" v="1805" actId="478"/>
          <ac:inkMkLst>
            <pc:docMk/>
            <pc:sldMk cId="146657049" sldId="598"/>
            <ac:inkMk id="4" creationId="{B2AD490C-F0BF-9A2F-7A7C-E38BC9E0C8E8}"/>
          </ac:inkMkLst>
        </pc:inkChg>
      </pc:sldChg>
      <pc:sldChg chg="del">
        <pc:chgData name="Deepika Vatsa" userId="f7100972-27fe-4ee6-8fb4-ec9b7931b409" providerId="ADAL" clId="{A5423A7C-59D2-441C-A32C-791671939596}" dt="2025-10-08T08:44:46.068" v="0" actId="47"/>
        <pc:sldMkLst>
          <pc:docMk/>
          <pc:sldMk cId="1267582242" sldId="598"/>
        </pc:sldMkLst>
      </pc:sldChg>
      <pc:sldChg chg="add del">
        <pc:chgData name="Deepika Vatsa" userId="f7100972-27fe-4ee6-8fb4-ec9b7931b409" providerId="ADAL" clId="{A5423A7C-59D2-441C-A32C-791671939596}" dt="2025-10-27T09:04:30.214" v="1796" actId="2696"/>
        <pc:sldMkLst>
          <pc:docMk/>
          <pc:sldMk cId="98338686" sldId="599"/>
        </pc:sldMkLst>
      </pc:sldChg>
      <pc:sldChg chg="del">
        <pc:chgData name="Deepika Vatsa" userId="f7100972-27fe-4ee6-8fb4-ec9b7931b409" providerId="ADAL" clId="{A5423A7C-59D2-441C-A32C-791671939596}" dt="2025-10-08T08:44:46.068" v="0" actId="47"/>
        <pc:sldMkLst>
          <pc:docMk/>
          <pc:sldMk cId="662555880" sldId="599"/>
        </pc:sldMkLst>
      </pc:sldChg>
      <pc:sldChg chg="del">
        <pc:chgData name="Deepika Vatsa" userId="f7100972-27fe-4ee6-8fb4-ec9b7931b409" providerId="ADAL" clId="{A5423A7C-59D2-441C-A32C-791671939596}" dt="2025-10-08T08:44:46.068" v="0" actId="47"/>
        <pc:sldMkLst>
          <pc:docMk/>
          <pc:sldMk cId="977754488" sldId="600"/>
        </pc:sldMkLst>
      </pc:sldChg>
      <pc:sldChg chg="addSp delSp modSp add mod replId">
        <pc:chgData name="Deepika Vatsa" userId="f7100972-27fe-4ee6-8fb4-ec9b7931b409" providerId="ADAL" clId="{A5423A7C-59D2-441C-A32C-791671939596}" dt="2025-10-27T10:08:24.987" v="1804" actId="478"/>
        <pc:sldMkLst>
          <pc:docMk/>
          <pc:sldMk cId="1808073059" sldId="600"/>
        </pc:sldMkLst>
        <pc:spChg chg="add mod">
          <ac:chgData name="Deepika Vatsa" userId="f7100972-27fe-4ee6-8fb4-ec9b7931b409" providerId="ADAL" clId="{A5423A7C-59D2-441C-A32C-791671939596}" dt="2025-10-08T09:32:08.110" v="1075" actId="1036"/>
          <ac:spMkLst>
            <pc:docMk/>
            <pc:sldMk cId="1808073059" sldId="600"/>
            <ac:spMk id="4" creationId="{6B9D8379-5F30-0889-62D2-E060FAEB3C29}"/>
          </ac:spMkLst>
        </pc:spChg>
        <pc:spChg chg="add mod">
          <ac:chgData name="Deepika Vatsa" userId="f7100972-27fe-4ee6-8fb4-ec9b7931b409" providerId="ADAL" clId="{A5423A7C-59D2-441C-A32C-791671939596}" dt="2025-10-08T09:32:08.110" v="1075" actId="1036"/>
          <ac:spMkLst>
            <pc:docMk/>
            <pc:sldMk cId="1808073059" sldId="600"/>
            <ac:spMk id="5" creationId="{EB92E064-6B5B-8ECD-2A80-C5E4045CEB2B}"/>
          </ac:spMkLst>
        </pc:spChg>
        <pc:spChg chg="add mod">
          <ac:chgData name="Deepika Vatsa" userId="f7100972-27fe-4ee6-8fb4-ec9b7931b409" providerId="ADAL" clId="{A5423A7C-59D2-441C-A32C-791671939596}" dt="2025-10-08T09:32:08.110" v="1075" actId="1036"/>
          <ac:spMkLst>
            <pc:docMk/>
            <pc:sldMk cId="1808073059" sldId="600"/>
            <ac:spMk id="6" creationId="{36A7CB1C-24B4-263F-5ABD-8B8258AE721B}"/>
          </ac:spMkLst>
        </pc:spChg>
        <pc:spChg chg="mod">
          <ac:chgData name="Deepika Vatsa" userId="f7100972-27fe-4ee6-8fb4-ec9b7931b409" providerId="ADAL" clId="{A5423A7C-59D2-441C-A32C-791671939596}" dt="2025-10-08T09:32:13.904" v="1081" actId="20577"/>
          <ac:spMkLst>
            <pc:docMk/>
            <pc:sldMk cId="1808073059" sldId="600"/>
            <ac:spMk id="7" creationId="{32B275E0-60C0-FB99-861A-30651F256A1A}"/>
          </ac:spMkLst>
        </pc:spChg>
        <pc:spChg chg="add mod">
          <ac:chgData name="Deepika Vatsa" userId="f7100972-27fe-4ee6-8fb4-ec9b7931b409" providerId="ADAL" clId="{A5423A7C-59D2-441C-A32C-791671939596}" dt="2025-10-08T09:32:08.110" v="1075" actId="1036"/>
          <ac:spMkLst>
            <pc:docMk/>
            <pc:sldMk cId="1808073059" sldId="600"/>
            <ac:spMk id="9" creationId="{1D12D32C-6C21-ED70-ABA3-E13CD85575CC}"/>
          </ac:spMkLst>
        </pc:spChg>
        <pc:spChg chg="add mod">
          <ac:chgData name="Deepika Vatsa" userId="f7100972-27fe-4ee6-8fb4-ec9b7931b409" providerId="ADAL" clId="{A5423A7C-59D2-441C-A32C-791671939596}" dt="2025-10-08T09:32:08.110" v="1075" actId="1036"/>
          <ac:spMkLst>
            <pc:docMk/>
            <pc:sldMk cId="1808073059" sldId="600"/>
            <ac:spMk id="10" creationId="{90E72800-8429-7C35-B87B-0447E19EA8B5}"/>
          </ac:spMkLst>
        </pc:spChg>
        <pc:inkChg chg="add del">
          <ac:chgData name="Deepika Vatsa" userId="f7100972-27fe-4ee6-8fb4-ec9b7931b409" providerId="ADAL" clId="{A5423A7C-59D2-441C-A32C-791671939596}" dt="2025-10-27T10:08:24.987" v="1804" actId="478"/>
          <ac:inkMkLst>
            <pc:docMk/>
            <pc:sldMk cId="1808073059" sldId="600"/>
            <ac:inkMk id="14" creationId="{FC11E61E-619E-263E-999F-53BF60ADC77F}"/>
          </ac:inkMkLst>
        </pc:inkChg>
        <pc:cxnChg chg="add mod">
          <ac:chgData name="Deepika Vatsa" userId="f7100972-27fe-4ee6-8fb4-ec9b7931b409" providerId="ADAL" clId="{A5423A7C-59D2-441C-A32C-791671939596}" dt="2025-10-08T09:32:08.110" v="1075" actId="1036"/>
          <ac:cxnSpMkLst>
            <pc:docMk/>
            <pc:sldMk cId="1808073059" sldId="600"/>
            <ac:cxnSpMk id="8" creationId="{4418F5DF-3805-8674-5C76-AA7038839466}"/>
          </ac:cxnSpMkLst>
        </pc:cxnChg>
        <pc:cxnChg chg="add mod">
          <ac:chgData name="Deepika Vatsa" userId="f7100972-27fe-4ee6-8fb4-ec9b7931b409" providerId="ADAL" clId="{A5423A7C-59D2-441C-A32C-791671939596}" dt="2025-10-08T09:32:08.110" v="1075" actId="1036"/>
          <ac:cxnSpMkLst>
            <pc:docMk/>
            <pc:sldMk cId="1808073059" sldId="600"/>
            <ac:cxnSpMk id="11" creationId="{385BBC9C-14EF-ACAD-67B7-554045B976F5}"/>
          </ac:cxnSpMkLst>
        </pc:cxnChg>
        <pc:cxnChg chg="add mod">
          <ac:chgData name="Deepika Vatsa" userId="f7100972-27fe-4ee6-8fb4-ec9b7931b409" providerId="ADAL" clId="{A5423A7C-59D2-441C-A32C-791671939596}" dt="2025-10-08T09:32:08.110" v="1075" actId="1036"/>
          <ac:cxnSpMkLst>
            <pc:docMk/>
            <pc:sldMk cId="1808073059" sldId="600"/>
            <ac:cxnSpMk id="12" creationId="{BAF60464-348B-CB50-D7CC-078F3CAB0A45}"/>
          </ac:cxnSpMkLst>
        </pc:cxnChg>
        <pc:cxnChg chg="add mod">
          <ac:chgData name="Deepika Vatsa" userId="f7100972-27fe-4ee6-8fb4-ec9b7931b409" providerId="ADAL" clId="{A5423A7C-59D2-441C-A32C-791671939596}" dt="2025-10-08T09:32:32.660" v="1117" actId="1036"/>
          <ac:cxnSpMkLst>
            <pc:docMk/>
            <pc:sldMk cId="1808073059" sldId="600"/>
            <ac:cxnSpMk id="13" creationId="{1D97D7F2-64D3-4C4F-C789-0174F622FBB5}"/>
          </ac:cxnSpMkLst>
        </pc:cxnChg>
      </pc:sldChg>
      <pc:sldChg chg="addSp delSp modSp add mod replId">
        <pc:chgData name="Deepika Vatsa" userId="f7100972-27fe-4ee6-8fb4-ec9b7931b409" providerId="ADAL" clId="{A5423A7C-59D2-441C-A32C-791671939596}" dt="2025-10-27T10:08:29.549" v="1806" actId="478"/>
        <pc:sldMkLst>
          <pc:docMk/>
          <pc:sldMk cId="428638964" sldId="601"/>
        </pc:sldMkLst>
        <pc:spChg chg="mod">
          <ac:chgData name="Deepika Vatsa" userId="f7100972-27fe-4ee6-8fb4-ec9b7931b409" providerId="ADAL" clId="{A5423A7C-59D2-441C-A32C-791671939596}" dt="2025-10-08T09:24:46.890" v="647" actId="20577"/>
          <ac:spMkLst>
            <pc:docMk/>
            <pc:sldMk cId="428638964" sldId="601"/>
            <ac:spMk id="2" creationId="{00000000-0000-0000-0000-000000000000}"/>
          </ac:spMkLst>
        </pc:spChg>
        <pc:spChg chg="mod">
          <ac:chgData name="Deepika Vatsa" userId="f7100972-27fe-4ee6-8fb4-ec9b7931b409" providerId="ADAL" clId="{A5423A7C-59D2-441C-A32C-791671939596}" dt="2025-10-08T09:30:43.622" v="896" actId="20577"/>
          <ac:spMkLst>
            <pc:docMk/>
            <pc:sldMk cId="428638964" sldId="601"/>
            <ac:spMk id="7" creationId="{32B275E0-60C0-FB99-861A-30651F256A1A}"/>
          </ac:spMkLst>
        </pc:spChg>
        <pc:spChg chg="mod">
          <ac:chgData name="Deepika Vatsa" userId="f7100972-27fe-4ee6-8fb4-ec9b7931b409" providerId="ADAL" clId="{A5423A7C-59D2-441C-A32C-791671939596}" dt="2025-10-08T09:29:53.621" v="772"/>
          <ac:spMkLst>
            <pc:docMk/>
            <pc:sldMk cId="428638964" sldId="601"/>
            <ac:spMk id="9" creationId="{523272AC-F15D-C48E-6428-2E7833176E2C}"/>
          </ac:spMkLst>
        </pc:spChg>
        <pc:spChg chg="mod">
          <ac:chgData name="Deepika Vatsa" userId="f7100972-27fe-4ee6-8fb4-ec9b7931b409" providerId="ADAL" clId="{A5423A7C-59D2-441C-A32C-791671939596}" dt="2025-10-08T09:29:53.621" v="772"/>
          <ac:spMkLst>
            <pc:docMk/>
            <pc:sldMk cId="428638964" sldId="601"/>
            <ac:spMk id="10" creationId="{894F7CA7-9257-9B3B-73DE-CD289DC86E07}"/>
          </ac:spMkLst>
        </pc:spChg>
        <pc:spChg chg="mod">
          <ac:chgData name="Deepika Vatsa" userId="f7100972-27fe-4ee6-8fb4-ec9b7931b409" providerId="ADAL" clId="{A5423A7C-59D2-441C-A32C-791671939596}" dt="2025-10-08T09:29:53.621" v="772"/>
          <ac:spMkLst>
            <pc:docMk/>
            <pc:sldMk cId="428638964" sldId="601"/>
            <ac:spMk id="11" creationId="{FFCE7B26-14BB-A54C-D843-6316EAF7743D}"/>
          </ac:spMkLst>
        </pc:spChg>
        <pc:spChg chg="mod">
          <ac:chgData name="Deepika Vatsa" userId="f7100972-27fe-4ee6-8fb4-ec9b7931b409" providerId="ADAL" clId="{A5423A7C-59D2-441C-A32C-791671939596}" dt="2025-10-08T09:29:53.621" v="772"/>
          <ac:spMkLst>
            <pc:docMk/>
            <pc:sldMk cId="428638964" sldId="601"/>
            <ac:spMk id="12" creationId="{D9D01381-FBAD-105B-C61F-1F74C3E9DBDF}"/>
          </ac:spMkLst>
        </pc:spChg>
        <pc:spChg chg="mod">
          <ac:chgData name="Deepika Vatsa" userId="f7100972-27fe-4ee6-8fb4-ec9b7931b409" providerId="ADAL" clId="{A5423A7C-59D2-441C-A32C-791671939596}" dt="2025-10-08T09:29:53.621" v="772"/>
          <ac:spMkLst>
            <pc:docMk/>
            <pc:sldMk cId="428638964" sldId="601"/>
            <ac:spMk id="13" creationId="{FD6EBD16-BCC3-028A-6D96-16C7C89CEDBD}"/>
          </ac:spMkLst>
        </pc:spChg>
        <pc:spChg chg="mod">
          <ac:chgData name="Deepika Vatsa" userId="f7100972-27fe-4ee6-8fb4-ec9b7931b409" providerId="ADAL" clId="{A5423A7C-59D2-441C-A32C-791671939596}" dt="2025-10-08T09:29:53.621" v="772"/>
          <ac:spMkLst>
            <pc:docMk/>
            <pc:sldMk cId="428638964" sldId="601"/>
            <ac:spMk id="14" creationId="{DAA71DF2-CF96-FF2C-D1AF-AC1A864A775D}"/>
          </ac:spMkLst>
        </pc:spChg>
        <pc:spChg chg="mod">
          <ac:chgData name="Deepika Vatsa" userId="f7100972-27fe-4ee6-8fb4-ec9b7931b409" providerId="ADAL" clId="{A5423A7C-59D2-441C-A32C-791671939596}" dt="2025-10-08T09:29:53.621" v="772"/>
          <ac:spMkLst>
            <pc:docMk/>
            <pc:sldMk cId="428638964" sldId="601"/>
            <ac:spMk id="15" creationId="{DDE85253-BAC3-E184-A64D-F481362378F1}"/>
          </ac:spMkLst>
        </pc:spChg>
        <pc:spChg chg="mod">
          <ac:chgData name="Deepika Vatsa" userId="f7100972-27fe-4ee6-8fb4-ec9b7931b409" providerId="ADAL" clId="{A5423A7C-59D2-441C-A32C-791671939596}" dt="2025-10-08T09:29:53.621" v="772"/>
          <ac:spMkLst>
            <pc:docMk/>
            <pc:sldMk cId="428638964" sldId="601"/>
            <ac:spMk id="16" creationId="{501B9832-A82F-6F92-58D1-926DFFA7E239}"/>
          </ac:spMkLst>
        </pc:spChg>
        <pc:spChg chg="mod">
          <ac:chgData name="Deepika Vatsa" userId="f7100972-27fe-4ee6-8fb4-ec9b7931b409" providerId="ADAL" clId="{A5423A7C-59D2-441C-A32C-791671939596}" dt="2025-10-08T09:29:53.621" v="772"/>
          <ac:spMkLst>
            <pc:docMk/>
            <pc:sldMk cId="428638964" sldId="601"/>
            <ac:spMk id="17" creationId="{5AFC29E6-CF6A-BBF3-7F80-6A3CF66152A9}"/>
          </ac:spMkLst>
        </pc:spChg>
        <pc:spChg chg="mod">
          <ac:chgData name="Deepika Vatsa" userId="f7100972-27fe-4ee6-8fb4-ec9b7931b409" providerId="ADAL" clId="{A5423A7C-59D2-441C-A32C-791671939596}" dt="2025-10-08T09:29:53.621" v="772"/>
          <ac:spMkLst>
            <pc:docMk/>
            <pc:sldMk cId="428638964" sldId="601"/>
            <ac:spMk id="18" creationId="{47548FB9-2663-1B5C-9C99-793E46246C00}"/>
          </ac:spMkLst>
        </pc:spChg>
        <pc:spChg chg="mod">
          <ac:chgData name="Deepika Vatsa" userId="f7100972-27fe-4ee6-8fb4-ec9b7931b409" providerId="ADAL" clId="{A5423A7C-59D2-441C-A32C-791671939596}" dt="2025-10-08T09:29:53.621" v="772"/>
          <ac:spMkLst>
            <pc:docMk/>
            <pc:sldMk cId="428638964" sldId="601"/>
            <ac:spMk id="19" creationId="{4A67626D-6C79-1930-E2EB-4873CFFAFE6A}"/>
          </ac:spMkLst>
        </pc:spChg>
        <pc:spChg chg="add del mod">
          <ac:chgData name="Deepika Vatsa" userId="f7100972-27fe-4ee6-8fb4-ec9b7931b409" providerId="ADAL" clId="{A5423A7C-59D2-441C-A32C-791671939596}" dt="2025-10-08T09:56:42.367" v="1147" actId="478"/>
          <ac:spMkLst>
            <pc:docMk/>
            <pc:sldMk cId="428638964" sldId="601"/>
            <ac:spMk id="20" creationId="{DB7C3EC1-DEEE-3AF9-629B-A652C4B0AFF7}"/>
          </ac:spMkLst>
        </pc:spChg>
        <pc:spChg chg="add del mod">
          <ac:chgData name="Deepika Vatsa" userId="f7100972-27fe-4ee6-8fb4-ec9b7931b409" providerId="ADAL" clId="{A5423A7C-59D2-441C-A32C-791671939596}" dt="2025-10-08T09:56:42.367" v="1147" actId="478"/>
          <ac:spMkLst>
            <pc:docMk/>
            <pc:sldMk cId="428638964" sldId="601"/>
            <ac:spMk id="21" creationId="{37AFD76F-471E-51EF-FDC2-1F108670CDB6}"/>
          </ac:spMkLst>
        </pc:spChg>
        <pc:grpChg chg="add del mod">
          <ac:chgData name="Deepika Vatsa" userId="f7100972-27fe-4ee6-8fb4-ec9b7931b409" providerId="ADAL" clId="{A5423A7C-59D2-441C-A32C-791671939596}" dt="2025-10-08T09:56:42.367" v="1147" actId="478"/>
          <ac:grpSpMkLst>
            <pc:docMk/>
            <pc:sldMk cId="428638964" sldId="601"/>
            <ac:grpSpMk id="8" creationId="{8F09F734-3711-CD9C-6571-D56D93E8A7BB}"/>
          </ac:grpSpMkLst>
        </pc:grpChg>
        <pc:picChg chg="del">
          <ac:chgData name="Deepika Vatsa" userId="f7100972-27fe-4ee6-8fb4-ec9b7931b409" providerId="ADAL" clId="{A5423A7C-59D2-441C-A32C-791671939596}" dt="2025-10-08T09:25:17.760" v="652" actId="478"/>
          <ac:picMkLst>
            <pc:docMk/>
            <pc:sldMk cId="428638964" sldId="601"/>
            <ac:picMk id="5" creationId="{A36A8062-42D0-51B0-06A1-715FB9950AB2}"/>
          </ac:picMkLst>
        </pc:picChg>
        <pc:picChg chg="add mod">
          <ac:chgData name="Deepika Vatsa" userId="f7100972-27fe-4ee6-8fb4-ec9b7931b409" providerId="ADAL" clId="{A5423A7C-59D2-441C-A32C-791671939596}" dt="2025-10-08T09:30:40.909" v="894" actId="1076"/>
          <ac:picMkLst>
            <pc:docMk/>
            <pc:sldMk cId="428638964" sldId="601"/>
            <ac:picMk id="6" creationId="{FDDF6ACE-F4BD-9FD5-764D-35062A43DA86}"/>
          </ac:picMkLst>
        </pc:picChg>
        <pc:picChg chg="add mod">
          <ac:chgData name="Deepika Vatsa" userId="f7100972-27fe-4ee6-8fb4-ec9b7931b409" providerId="ADAL" clId="{A5423A7C-59D2-441C-A32C-791671939596}" dt="2025-10-08T09:56:47.397" v="1155" actId="1036"/>
          <ac:picMkLst>
            <pc:docMk/>
            <pc:sldMk cId="428638964" sldId="601"/>
            <ac:picMk id="23" creationId="{960D6205-6811-5483-02F0-0849843606A3}"/>
          </ac:picMkLst>
        </pc:picChg>
        <pc:inkChg chg="add del">
          <ac:chgData name="Deepika Vatsa" userId="f7100972-27fe-4ee6-8fb4-ec9b7931b409" providerId="ADAL" clId="{A5423A7C-59D2-441C-A32C-791671939596}" dt="2025-10-27T10:08:29.549" v="1806" actId="478"/>
          <ac:inkMkLst>
            <pc:docMk/>
            <pc:sldMk cId="428638964" sldId="601"/>
            <ac:inkMk id="4" creationId="{2F122BDA-1602-7626-5F85-30B00739414A}"/>
          </ac:inkMkLst>
        </pc:inkChg>
      </pc:sldChg>
      <pc:sldChg chg="del">
        <pc:chgData name="Deepika Vatsa" userId="f7100972-27fe-4ee6-8fb4-ec9b7931b409" providerId="ADAL" clId="{A5423A7C-59D2-441C-A32C-791671939596}" dt="2025-10-08T08:44:46.068" v="0" actId="47"/>
        <pc:sldMkLst>
          <pc:docMk/>
          <pc:sldMk cId="4167924417" sldId="601"/>
        </pc:sldMkLst>
      </pc:sldChg>
      <pc:sldChg chg="del">
        <pc:chgData name="Deepika Vatsa" userId="f7100972-27fe-4ee6-8fb4-ec9b7931b409" providerId="ADAL" clId="{A5423A7C-59D2-441C-A32C-791671939596}" dt="2025-10-08T08:44:46.068" v="0" actId="47"/>
        <pc:sldMkLst>
          <pc:docMk/>
          <pc:sldMk cId="1041999212" sldId="602"/>
        </pc:sldMkLst>
      </pc:sldChg>
      <pc:sldChg chg="addSp delSp modSp add mod">
        <pc:chgData name="Deepika Vatsa" userId="f7100972-27fe-4ee6-8fb4-ec9b7931b409" providerId="ADAL" clId="{A5423A7C-59D2-441C-A32C-791671939596}" dt="2025-10-27T10:08:31.550" v="1807" actId="478"/>
        <pc:sldMkLst>
          <pc:docMk/>
          <pc:sldMk cId="3298963979" sldId="602"/>
        </pc:sldMkLst>
        <pc:spChg chg="mod">
          <ac:chgData name="Deepika Vatsa" userId="f7100972-27fe-4ee6-8fb4-ec9b7931b409" providerId="ADAL" clId="{A5423A7C-59D2-441C-A32C-791671939596}" dt="2025-10-08T09:26:07.365" v="686" actId="20577"/>
          <ac:spMkLst>
            <pc:docMk/>
            <pc:sldMk cId="3298963979" sldId="602"/>
            <ac:spMk id="2" creationId="{00000000-0000-0000-0000-000000000000}"/>
          </ac:spMkLst>
        </pc:spChg>
        <pc:spChg chg="mod">
          <ac:chgData name="Deepika Vatsa" userId="f7100972-27fe-4ee6-8fb4-ec9b7931b409" providerId="ADAL" clId="{A5423A7C-59D2-441C-A32C-791671939596}" dt="2025-10-08T09:57:20.139" v="1191" actId="20577"/>
          <ac:spMkLst>
            <pc:docMk/>
            <pc:sldMk cId="3298963979" sldId="602"/>
            <ac:spMk id="7" creationId="{32B275E0-60C0-FB99-861A-30651F256A1A}"/>
          </ac:spMkLst>
        </pc:spChg>
        <pc:spChg chg="mod">
          <ac:chgData name="Deepika Vatsa" userId="f7100972-27fe-4ee6-8fb4-ec9b7931b409" providerId="ADAL" clId="{A5423A7C-59D2-441C-A32C-791671939596}" dt="2025-10-08T09:30:35.006" v="893" actId="1038"/>
          <ac:spMkLst>
            <pc:docMk/>
            <pc:sldMk cId="3298963979" sldId="602"/>
            <ac:spMk id="9" creationId="{8ECD15DD-481B-A066-B2A2-B1BF3A88BB32}"/>
          </ac:spMkLst>
        </pc:spChg>
        <pc:spChg chg="mod">
          <ac:chgData name="Deepika Vatsa" userId="f7100972-27fe-4ee6-8fb4-ec9b7931b409" providerId="ADAL" clId="{A5423A7C-59D2-441C-A32C-791671939596}" dt="2025-10-08T09:30:35.006" v="893" actId="1038"/>
          <ac:spMkLst>
            <pc:docMk/>
            <pc:sldMk cId="3298963979" sldId="602"/>
            <ac:spMk id="10" creationId="{A7E4825E-BDB9-80C2-7A41-42A99C4EE64D}"/>
          </ac:spMkLst>
        </pc:spChg>
        <pc:spChg chg="mod">
          <ac:chgData name="Deepika Vatsa" userId="f7100972-27fe-4ee6-8fb4-ec9b7931b409" providerId="ADAL" clId="{A5423A7C-59D2-441C-A32C-791671939596}" dt="2025-10-08T09:30:35.006" v="893" actId="1038"/>
          <ac:spMkLst>
            <pc:docMk/>
            <pc:sldMk cId="3298963979" sldId="602"/>
            <ac:spMk id="11" creationId="{268C2706-1812-1A51-0B40-5754302DB6A7}"/>
          </ac:spMkLst>
        </pc:spChg>
        <pc:spChg chg="mod">
          <ac:chgData name="Deepika Vatsa" userId="f7100972-27fe-4ee6-8fb4-ec9b7931b409" providerId="ADAL" clId="{A5423A7C-59D2-441C-A32C-791671939596}" dt="2025-10-08T09:30:35.006" v="893" actId="1038"/>
          <ac:spMkLst>
            <pc:docMk/>
            <pc:sldMk cId="3298963979" sldId="602"/>
            <ac:spMk id="12" creationId="{2D9DA86C-BFBD-C827-92ED-9EE0241A595A}"/>
          </ac:spMkLst>
        </pc:spChg>
        <pc:spChg chg="mod">
          <ac:chgData name="Deepika Vatsa" userId="f7100972-27fe-4ee6-8fb4-ec9b7931b409" providerId="ADAL" clId="{A5423A7C-59D2-441C-A32C-791671939596}" dt="2025-10-08T09:30:35.006" v="893" actId="1038"/>
          <ac:spMkLst>
            <pc:docMk/>
            <pc:sldMk cId="3298963979" sldId="602"/>
            <ac:spMk id="13" creationId="{079BA5F3-96AF-C4D9-E38B-F9817A096101}"/>
          </ac:spMkLst>
        </pc:spChg>
        <pc:spChg chg="mod">
          <ac:chgData name="Deepika Vatsa" userId="f7100972-27fe-4ee6-8fb4-ec9b7931b409" providerId="ADAL" clId="{A5423A7C-59D2-441C-A32C-791671939596}" dt="2025-10-08T09:30:35.006" v="893" actId="1038"/>
          <ac:spMkLst>
            <pc:docMk/>
            <pc:sldMk cId="3298963979" sldId="602"/>
            <ac:spMk id="14" creationId="{16D17DA1-E95C-81D6-E6BA-C39680538501}"/>
          </ac:spMkLst>
        </pc:spChg>
        <pc:spChg chg="mod">
          <ac:chgData name="Deepika Vatsa" userId="f7100972-27fe-4ee6-8fb4-ec9b7931b409" providerId="ADAL" clId="{A5423A7C-59D2-441C-A32C-791671939596}" dt="2025-10-08T09:30:35.006" v="893" actId="1038"/>
          <ac:spMkLst>
            <pc:docMk/>
            <pc:sldMk cId="3298963979" sldId="602"/>
            <ac:spMk id="15" creationId="{02546C8B-CC09-3A7F-030A-08794A87AF42}"/>
          </ac:spMkLst>
        </pc:spChg>
        <pc:spChg chg="mod">
          <ac:chgData name="Deepika Vatsa" userId="f7100972-27fe-4ee6-8fb4-ec9b7931b409" providerId="ADAL" clId="{A5423A7C-59D2-441C-A32C-791671939596}" dt="2025-10-08T09:30:35.006" v="893" actId="1038"/>
          <ac:spMkLst>
            <pc:docMk/>
            <pc:sldMk cId="3298963979" sldId="602"/>
            <ac:spMk id="16" creationId="{DD8C0578-95F1-C58B-9C0A-60260C3D457A}"/>
          </ac:spMkLst>
        </pc:spChg>
        <pc:spChg chg="mod">
          <ac:chgData name="Deepika Vatsa" userId="f7100972-27fe-4ee6-8fb4-ec9b7931b409" providerId="ADAL" clId="{A5423A7C-59D2-441C-A32C-791671939596}" dt="2025-10-08T09:30:35.006" v="893" actId="1038"/>
          <ac:spMkLst>
            <pc:docMk/>
            <pc:sldMk cId="3298963979" sldId="602"/>
            <ac:spMk id="17" creationId="{D363A39F-7558-A3AB-B4A1-F4F9A987E88F}"/>
          </ac:spMkLst>
        </pc:spChg>
        <pc:spChg chg="mod">
          <ac:chgData name="Deepika Vatsa" userId="f7100972-27fe-4ee6-8fb4-ec9b7931b409" providerId="ADAL" clId="{A5423A7C-59D2-441C-A32C-791671939596}" dt="2025-10-08T09:30:35.006" v="893" actId="1038"/>
          <ac:spMkLst>
            <pc:docMk/>
            <pc:sldMk cId="3298963979" sldId="602"/>
            <ac:spMk id="18" creationId="{133C676E-DC51-1D33-0A11-AD3DE4B850EB}"/>
          </ac:spMkLst>
        </pc:spChg>
        <pc:spChg chg="mod">
          <ac:chgData name="Deepika Vatsa" userId="f7100972-27fe-4ee6-8fb4-ec9b7931b409" providerId="ADAL" clId="{A5423A7C-59D2-441C-A32C-791671939596}" dt="2025-10-08T09:30:35.006" v="893" actId="1038"/>
          <ac:spMkLst>
            <pc:docMk/>
            <pc:sldMk cId="3298963979" sldId="602"/>
            <ac:spMk id="19" creationId="{3A7832D9-4BE0-04E1-C72E-CABF26793CC0}"/>
          </ac:spMkLst>
        </pc:spChg>
        <pc:grpChg chg="add del mod">
          <ac:chgData name="Deepika Vatsa" userId="f7100972-27fe-4ee6-8fb4-ec9b7931b409" providerId="ADAL" clId="{A5423A7C-59D2-441C-A32C-791671939596}" dt="2025-10-08T09:57:04.770" v="1156" actId="478"/>
          <ac:grpSpMkLst>
            <pc:docMk/>
            <pc:sldMk cId="3298963979" sldId="602"/>
            <ac:grpSpMk id="8" creationId="{AB9FF4A1-FDA6-3C92-9D72-76A26FABCC45}"/>
          </ac:grpSpMkLst>
        </pc:grpChg>
        <pc:picChg chg="add mod">
          <ac:chgData name="Deepika Vatsa" userId="f7100972-27fe-4ee6-8fb4-ec9b7931b409" providerId="ADAL" clId="{A5423A7C-59D2-441C-A32C-791671939596}" dt="2025-10-08T09:30:25.318" v="879" actId="1076"/>
          <ac:picMkLst>
            <pc:docMk/>
            <pc:sldMk cId="3298963979" sldId="602"/>
            <ac:picMk id="5" creationId="{BCC18FAB-D31C-3E3E-3BC3-348496D878D1}"/>
          </ac:picMkLst>
        </pc:picChg>
        <pc:picChg chg="del">
          <ac:chgData name="Deepika Vatsa" userId="f7100972-27fe-4ee6-8fb4-ec9b7931b409" providerId="ADAL" clId="{A5423A7C-59D2-441C-A32C-791671939596}" dt="2025-10-08T09:26:31.798" v="688" actId="478"/>
          <ac:picMkLst>
            <pc:docMk/>
            <pc:sldMk cId="3298963979" sldId="602"/>
            <ac:picMk id="6" creationId="{FDDF6ACE-F4BD-9FD5-764D-35062A43DA86}"/>
          </ac:picMkLst>
        </pc:picChg>
        <pc:picChg chg="add mod">
          <ac:chgData name="Deepika Vatsa" userId="f7100972-27fe-4ee6-8fb4-ec9b7931b409" providerId="ADAL" clId="{A5423A7C-59D2-441C-A32C-791671939596}" dt="2025-10-08T09:57:09.885" v="1169" actId="1038"/>
          <ac:picMkLst>
            <pc:docMk/>
            <pc:sldMk cId="3298963979" sldId="602"/>
            <ac:picMk id="21" creationId="{E6A47BE0-76BA-1EAB-915D-E010FDE8F75E}"/>
          </ac:picMkLst>
        </pc:picChg>
        <pc:inkChg chg="add del">
          <ac:chgData name="Deepika Vatsa" userId="f7100972-27fe-4ee6-8fb4-ec9b7931b409" providerId="ADAL" clId="{A5423A7C-59D2-441C-A32C-791671939596}" dt="2025-10-27T10:08:31.550" v="1807" actId="478"/>
          <ac:inkMkLst>
            <pc:docMk/>
            <pc:sldMk cId="3298963979" sldId="602"/>
            <ac:inkMk id="4" creationId="{DD0A24AE-EA1A-8291-B8AF-EC9825CACACC}"/>
          </ac:inkMkLst>
        </pc:inkChg>
      </pc:sldChg>
      <pc:sldChg chg="del">
        <pc:chgData name="Deepika Vatsa" userId="f7100972-27fe-4ee6-8fb4-ec9b7931b409" providerId="ADAL" clId="{A5423A7C-59D2-441C-A32C-791671939596}" dt="2025-10-08T08:44:46.068" v="0" actId="47"/>
        <pc:sldMkLst>
          <pc:docMk/>
          <pc:sldMk cId="3644617542" sldId="603"/>
        </pc:sldMkLst>
      </pc:sldChg>
      <pc:sldChg chg="addSp delSp modSp add mod">
        <pc:chgData name="Deepika Vatsa" userId="f7100972-27fe-4ee6-8fb4-ec9b7931b409" providerId="ADAL" clId="{A5423A7C-59D2-441C-A32C-791671939596}" dt="2025-10-27T10:08:33.909" v="1808" actId="478"/>
        <pc:sldMkLst>
          <pc:docMk/>
          <pc:sldMk cId="3668803894" sldId="603"/>
        </pc:sldMkLst>
        <pc:spChg chg="mod">
          <ac:chgData name="Deepika Vatsa" userId="f7100972-27fe-4ee6-8fb4-ec9b7931b409" providerId="ADAL" clId="{A5423A7C-59D2-441C-A32C-791671939596}" dt="2025-10-08T09:27:15.057" v="712" actId="20577"/>
          <ac:spMkLst>
            <pc:docMk/>
            <pc:sldMk cId="3668803894" sldId="603"/>
            <ac:spMk id="2" creationId="{00000000-0000-0000-0000-000000000000}"/>
          </ac:spMkLst>
        </pc:spChg>
        <pc:spChg chg="add del">
          <ac:chgData name="Deepika Vatsa" userId="f7100972-27fe-4ee6-8fb4-ec9b7931b409" providerId="ADAL" clId="{A5423A7C-59D2-441C-A32C-791671939596}" dt="2025-10-08T09:27:20.809" v="714"/>
          <ac:spMkLst>
            <pc:docMk/>
            <pc:sldMk cId="3668803894" sldId="603"/>
            <ac:spMk id="4" creationId="{65FDE049-4CAF-9310-11E0-4FBEA0996198}"/>
          </ac:spMkLst>
        </pc:spChg>
        <pc:spChg chg="mod">
          <ac:chgData name="Deepika Vatsa" userId="f7100972-27fe-4ee6-8fb4-ec9b7931b409" providerId="ADAL" clId="{A5423A7C-59D2-441C-A32C-791671939596}" dt="2025-10-08T09:33:35.634" v="1130" actId="20577"/>
          <ac:spMkLst>
            <pc:docMk/>
            <pc:sldMk cId="3668803894" sldId="603"/>
            <ac:spMk id="7" creationId="{32B275E0-60C0-FB99-861A-30651F256A1A}"/>
          </ac:spMkLst>
        </pc:spChg>
        <pc:spChg chg="add del">
          <ac:chgData name="Deepika Vatsa" userId="f7100972-27fe-4ee6-8fb4-ec9b7931b409" providerId="ADAL" clId="{A5423A7C-59D2-441C-A32C-791671939596}" dt="2025-10-08T09:27:56.274" v="722" actId="22"/>
          <ac:spMkLst>
            <pc:docMk/>
            <pc:sldMk cId="3668803894" sldId="603"/>
            <ac:spMk id="10" creationId="{B622C621-5562-A011-9C5F-AFE12D20668E}"/>
          </ac:spMkLst>
        </pc:spChg>
        <pc:picChg chg="del">
          <ac:chgData name="Deepika Vatsa" userId="f7100972-27fe-4ee6-8fb4-ec9b7931b409" providerId="ADAL" clId="{A5423A7C-59D2-441C-A32C-791671939596}" dt="2025-10-08T09:27:41.802" v="717" actId="478"/>
          <ac:picMkLst>
            <pc:docMk/>
            <pc:sldMk cId="3668803894" sldId="603"/>
            <ac:picMk id="5" creationId="{BCC18FAB-D31C-3E3E-3BC3-348496D878D1}"/>
          </ac:picMkLst>
        </pc:picChg>
        <pc:picChg chg="add mod">
          <ac:chgData name="Deepika Vatsa" userId="f7100972-27fe-4ee6-8fb4-ec9b7931b409" providerId="ADAL" clId="{A5423A7C-59D2-441C-A32C-791671939596}" dt="2025-10-08T09:27:47.839" v="720" actId="1076"/>
          <ac:picMkLst>
            <pc:docMk/>
            <pc:sldMk cId="3668803894" sldId="603"/>
            <ac:picMk id="8" creationId="{285BEB4A-0FA4-D8FC-F903-43F396C0A070}"/>
          </ac:picMkLst>
        </pc:picChg>
        <pc:inkChg chg="add del">
          <ac:chgData name="Deepika Vatsa" userId="f7100972-27fe-4ee6-8fb4-ec9b7931b409" providerId="ADAL" clId="{A5423A7C-59D2-441C-A32C-791671939596}" dt="2025-10-27T10:08:33.909" v="1808" actId="478"/>
          <ac:inkMkLst>
            <pc:docMk/>
            <pc:sldMk cId="3668803894" sldId="603"/>
            <ac:inkMk id="4" creationId="{31DF753D-E6DE-64F1-F09D-1A62C627CAD2}"/>
          </ac:inkMkLst>
        </pc:inkChg>
      </pc:sldChg>
      <pc:sldChg chg="addSp delSp modSp add mod">
        <pc:chgData name="Deepika Vatsa" userId="f7100972-27fe-4ee6-8fb4-ec9b7931b409" providerId="ADAL" clId="{A5423A7C-59D2-441C-A32C-791671939596}" dt="2025-10-27T10:08:36.700" v="1809" actId="478"/>
        <pc:sldMkLst>
          <pc:docMk/>
          <pc:sldMk cId="517575044" sldId="604"/>
        </pc:sldMkLst>
        <pc:spChg chg="mod">
          <ac:chgData name="Deepika Vatsa" userId="f7100972-27fe-4ee6-8fb4-ec9b7931b409" providerId="ADAL" clId="{A5423A7C-59D2-441C-A32C-791671939596}" dt="2025-10-08T09:57:32.826" v="1211" actId="20577"/>
          <ac:spMkLst>
            <pc:docMk/>
            <pc:sldMk cId="517575044" sldId="604"/>
            <ac:spMk id="2" creationId="{00000000-0000-0000-0000-000000000000}"/>
          </ac:spMkLst>
        </pc:spChg>
        <pc:spChg chg="del">
          <ac:chgData name="Deepika Vatsa" userId="f7100972-27fe-4ee6-8fb4-ec9b7931b409" providerId="ADAL" clId="{A5423A7C-59D2-441C-A32C-791671939596}" dt="2025-10-08T09:57:44.402" v="1212" actId="478"/>
          <ac:spMkLst>
            <pc:docMk/>
            <pc:sldMk cId="517575044" sldId="604"/>
            <ac:spMk id="7" creationId="{32B275E0-60C0-FB99-861A-30651F256A1A}"/>
          </ac:spMkLst>
        </pc:spChg>
        <pc:picChg chg="add mod">
          <ac:chgData name="Deepika Vatsa" userId="f7100972-27fe-4ee6-8fb4-ec9b7931b409" providerId="ADAL" clId="{A5423A7C-59D2-441C-A32C-791671939596}" dt="2025-10-08T09:58:00.626" v="1243" actId="1035"/>
          <ac:picMkLst>
            <pc:docMk/>
            <pc:sldMk cId="517575044" sldId="604"/>
            <ac:picMk id="5" creationId="{BB8123CC-7B48-CB8E-4A02-6C4BF5C7AE63}"/>
          </ac:picMkLst>
        </pc:picChg>
        <pc:picChg chg="del">
          <ac:chgData name="Deepika Vatsa" userId="f7100972-27fe-4ee6-8fb4-ec9b7931b409" providerId="ADAL" clId="{A5423A7C-59D2-441C-A32C-791671939596}" dt="2025-10-08T09:57:46.283" v="1213" actId="478"/>
          <ac:picMkLst>
            <pc:docMk/>
            <pc:sldMk cId="517575044" sldId="604"/>
            <ac:picMk id="8" creationId="{285BEB4A-0FA4-D8FC-F903-43F396C0A070}"/>
          </ac:picMkLst>
        </pc:picChg>
        <pc:inkChg chg="add del">
          <ac:chgData name="Deepika Vatsa" userId="f7100972-27fe-4ee6-8fb4-ec9b7931b409" providerId="ADAL" clId="{A5423A7C-59D2-441C-A32C-791671939596}" dt="2025-10-27T10:08:36.700" v="1809" actId="478"/>
          <ac:inkMkLst>
            <pc:docMk/>
            <pc:sldMk cId="517575044" sldId="604"/>
            <ac:inkMk id="4" creationId="{06CC8517-4865-F620-7153-12CF7F11DA98}"/>
          </ac:inkMkLst>
        </pc:inkChg>
      </pc:sldChg>
      <pc:sldChg chg="del">
        <pc:chgData name="Deepika Vatsa" userId="f7100972-27fe-4ee6-8fb4-ec9b7931b409" providerId="ADAL" clId="{A5423A7C-59D2-441C-A32C-791671939596}" dt="2025-10-08T08:44:46.068" v="0" actId="47"/>
        <pc:sldMkLst>
          <pc:docMk/>
          <pc:sldMk cId="1957157253" sldId="604"/>
        </pc:sldMkLst>
      </pc:sldChg>
      <pc:sldChg chg="del">
        <pc:chgData name="Deepika Vatsa" userId="f7100972-27fe-4ee6-8fb4-ec9b7931b409" providerId="ADAL" clId="{A5423A7C-59D2-441C-A32C-791671939596}" dt="2025-10-08T08:44:46.068" v="0" actId="47"/>
        <pc:sldMkLst>
          <pc:docMk/>
          <pc:sldMk cId="1016007616" sldId="605"/>
        </pc:sldMkLst>
      </pc:sldChg>
      <pc:sldChg chg="addSp delSp modSp add mod">
        <pc:chgData name="Deepika Vatsa" userId="f7100972-27fe-4ee6-8fb4-ec9b7931b409" providerId="ADAL" clId="{A5423A7C-59D2-441C-A32C-791671939596}" dt="2025-10-27T10:08:40.667" v="1810" actId="478"/>
        <pc:sldMkLst>
          <pc:docMk/>
          <pc:sldMk cId="1986027238" sldId="605"/>
        </pc:sldMkLst>
        <pc:picChg chg="del">
          <ac:chgData name="Deepika Vatsa" userId="f7100972-27fe-4ee6-8fb4-ec9b7931b409" providerId="ADAL" clId="{A5423A7C-59D2-441C-A32C-791671939596}" dt="2025-10-08T09:58:15.510" v="1245" actId="478"/>
          <ac:picMkLst>
            <pc:docMk/>
            <pc:sldMk cId="1986027238" sldId="605"/>
            <ac:picMk id="5" creationId="{BB8123CC-7B48-CB8E-4A02-6C4BF5C7AE63}"/>
          </ac:picMkLst>
        </pc:picChg>
        <pc:picChg chg="add mod">
          <ac:chgData name="Deepika Vatsa" userId="f7100972-27fe-4ee6-8fb4-ec9b7931b409" providerId="ADAL" clId="{A5423A7C-59D2-441C-A32C-791671939596}" dt="2025-10-08T09:58:21.121" v="1248" actId="1076"/>
          <ac:picMkLst>
            <pc:docMk/>
            <pc:sldMk cId="1986027238" sldId="605"/>
            <ac:picMk id="6" creationId="{F7E1C30A-FC9F-7B5C-53DC-4C39DD73C0EB}"/>
          </ac:picMkLst>
        </pc:picChg>
        <pc:inkChg chg="add del">
          <ac:chgData name="Deepika Vatsa" userId="f7100972-27fe-4ee6-8fb4-ec9b7931b409" providerId="ADAL" clId="{A5423A7C-59D2-441C-A32C-791671939596}" dt="2025-10-27T10:08:40.667" v="1810" actId="478"/>
          <ac:inkMkLst>
            <pc:docMk/>
            <pc:sldMk cId="1986027238" sldId="605"/>
            <ac:inkMk id="4" creationId="{13A0BE51-EEC8-8547-D875-03686A34263B}"/>
          </ac:inkMkLst>
        </pc:inkChg>
      </pc:sldChg>
      <pc:sldChg chg="addSp delSp modSp add mod">
        <pc:chgData name="Deepika Vatsa" userId="f7100972-27fe-4ee6-8fb4-ec9b7931b409" providerId="ADAL" clId="{A5423A7C-59D2-441C-A32C-791671939596}" dt="2025-10-27T10:08:43.567" v="1811" actId="478"/>
        <pc:sldMkLst>
          <pc:docMk/>
          <pc:sldMk cId="1109936308" sldId="606"/>
        </pc:sldMkLst>
        <pc:picChg chg="add mod">
          <ac:chgData name="Deepika Vatsa" userId="f7100972-27fe-4ee6-8fb4-ec9b7931b409" providerId="ADAL" clId="{A5423A7C-59D2-441C-A32C-791671939596}" dt="2025-10-08T09:58:41.517" v="1253" actId="1076"/>
          <ac:picMkLst>
            <pc:docMk/>
            <pc:sldMk cId="1109936308" sldId="606"/>
            <ac:picMk id="5" creationId="{740E5338-B43F-920E-2DA8-4A533EAEB402}"/>
          </ac:picMkLst>
        </pc:picChg>
        <pc:picChg chg="del">
          <ac:chgData name="Deepika Vatsa" userId="f7100972-27fe-4ee6-8fb4-ec9b7931b409" providerId="ADAL" clId="{A5423A7C-59D2-441C-A32C-791671939596}" dt="2025-10-08T09:58:35.513" v="1250" actId="478"/>
          <ac:picMkLst>
            <pc:docMk/>
            <pc:sldMk cId="1109936308" sldId="606"/>
            <ac:picMk id="6" creationId="{F7E1C30A-FC9F-7B5C-53DC-4C39DD73C0EB}"/>
          </ac:picMkLst>
        </pc:picChg>
        <pc:inkChg chg="add del">
          <ac:chgData name="Deepika Vatsa" userId="f7100972-27fe-4ee6-8fb4-ec9b7931b409" providerId="ADAL" clId="{A5423A7C-59D2-441C-A32C-791671939596}" dt="2025-10-27T10:08:43.567" v="1811" actId="478"/>
          <ac:inkMkLst>
            <pc:docMk/>
            <pc:sldMk cId="1109936308" sldId="606"/>
            <ac:inkMk id="4" creationId="{2DAE3F51-8BD0-D51E-BCF5-1928FDAF399B}"/>
          </ac:inkMkLst>
        </pc:inkChg>
      </pc:sldChg>
      <pc:sldChg chg="del">
        <pc:chgData name="Deepika Vatsa" userId="f7100972-27fe-4ee6-8fb4-ec9b7931b409" providerId="ADAL" clId="{A5423A7C-59D2-441C-A32C-791671939596}" dt="2025-10-08T08:44:46.068" v="0" actId="47"/>
        <pc:sldMkLst>
          <pc:docMk/>
          <pc:sldMk cId="3159525374" sldId="606"/>
        </pc:sldMkLst>
      </pc:sldChg>
      <pc:sldChg chg="addSp delSp modSp add mod">
        <pc:chgData name="Deepika Vatsa" userId="f7100972-27fe-4ee6-8fb4-ec9b7931b409" providerId="ADAL" clId="{A5423A7C-59D2-441C-A32C-791671939596}" dt="2025-10-27T10:08:45.874" v="1812" actId="478"/>
        <pc:sldMkLst>
          <pc:docMk/>
          <pc:sldMk cId="1753343126" sldId="607"/>
        </pc:sldMkLst>
        <pc:picChg chg="del">
          <ac:chgData name="Deepika Vatsa" userId="f7100972-27fe-4ee6-8fb4-ec9b7931b409" providerId="ADAL" clId="{A5423A7C-59D2-441C-A32C-791671939596}" dt="2025-10-08T09:58:56.700" v="1255" actId="478"/>
          <ac:picMkLst>
            <pc:docMk/>
            <pc:sldMk cId="1753343126" sldId="607"/>
            <ac:picMk id="5" creationId="{740E5338-B43F-920E-2DA8-4A533EAEB402}"/>
          </ac:picMkLst>
        </pc:picChg>
        <pc:picChg chg="add mod">
          <ac:chgData name="Deepika Vatsa" userId="f7100972-27fe-4ee6-8fb4-ec9b7931b409" providerId="ADAL" clId="{A5423A7C-59D2-441C-A32C-791671939596}" dt="2025-10-08T09:59:10.907" v="1276" actId="1038"/>
          <ac:picMkLst>
            <pc:docMk/>
            <pc:sldMk cId="1753343126" sldId="607"/>
            <ac:picMk id="6" creationId="{746A2129-6914-422D-D0A1-453B5E0C116B}"/>
          </ac:picMkLst>
        </pc:picChg>
        <pc:inkChg chg="add del">
          <ac:chgData name="Deepika Vatsa" userId="f7100972-27fe-4ee6-8fb4-ec9b7931b409" providerId="ADAL" clId="{A5423A7C-59D2-441C-A32C-791671939596}" dt="2025-10-27T10:08:45.874" v="1812" actId="478"/>
          <ac:inkMkLst>
            <pc:docMk/>
            <pc:sldMk cId="1753343126" sldId="607"/>
            <ac:inkMk id="4" creationId="{5E0C86F4-80F4-48F8-1F3E-5887CCDDB4BB}"/>
          </ac:inkMkLst>
        </pc:inkChg>
      </pc:sldChg>
      <pc:sldChg chg="del">
        <pc:chgData name="Deepika Vatsa" userId="f7100972-27fe-4ee6-8fb4-ec9b7931b409" providerId="ADAL" clId="{A5423A7C-59D2-441C-A32C-791671939596}" dt="2025-10-08T08:44:46.068" v="0" actId="47"/>
        <pc:sldMkLst>
          <pc:docMk/>
          <pc:sldMk cId="3564807532" sldId="607"/>
        </pc:sldMkLst>
      </pc:sldChg>
      <pc:sldChg chg="addSp delSp modSp add mod">
        <pc:chgData name="Deepika Vatsa" userId="f7100972-27fe-4ee6-8fb4-ec9b7931b409" providerId="ADAL" clId="{A5423A7C-59D2-441C-A32C-791671939596}" dt="2025-10-27T10:08:48.459" v="1813" actId="478"/>
        <pc:sldMkLst>
          <pc:docMk/>
          <pc:sldMk cId="1374942358" sldId="608"/>
        </pc:sldMkLst>
        <pc:spChg chg="mod">
          <ac:chgData name="Deepika Vatsa" userId="f7100972-27fe-4ee6-8fb4-ec9b7931b409" providerId="ADAL" clId="{A5423A7C-59D2-441C-A32C-791671939596}" dt="2025-10-08T10:00:13.977" v="1286" actId="20577"/>
          <ac:spMkLst>
            <pc:docMk/>
            <pc:sldMk cId="1374942358" sldId="608"/>
            <ac:spMk id="2" creationId="{00000000-0000-0000-0000-000000000000}"/>
          </ac:spMkLst>
        </pc:spChg>
        <pc:spChg chg="add mod">
          <ac:chgData name="Deepika Vatsa" userId="f7100972-27fe-4ee6-8fb4-ec9b7931b409" providerId="ADAL" clId="{A5423A7C-59D2-441C-A32C-791671939596}" dt="2025-10-08T10:00:57.747" v="1310" actId="5793"/>
          <ac:spMkLst>
            <pc:docMk/>
            <pc:sldMk cId="1374942358" sldId="608"/>
            <ac:spMk id="5" creationId="{C814ADDB-4126-6473-029F-DC15419804BC}"/>
          </ac:spMkLst>
        </pc:spChg>
        <pc:picChg chg="del">
          <ac:chgData name="Deepika Vatsa" userId="f7100972-27fe-4ee6-8fb4-ec9b7931b409" providerId="ADAL" clId="{A5423A7C-59D2-441C-A32C-791671939596}" dt="2025-10-08T10:00:09.304" v="1278" actId="478"/>
          <ac:picMkLst>
            <pc:docMk/>
            <pc:sldMk cId="1374942358" sldId="608"/>
            <ac:picMk id="6" creationId="{746A2129-6914-422D-D0A1-453B5E0C116B}"/>
          </ac:picMkLst>
        </pc:picChg>
        <pc:inkChg chg="add del">
          <ac:chgData name="Deepika Vatsa" userId="f7100972-27fe-4ee6-8fb4-ec9b7931b409" providerId="ADAL" clId="{A5423A7C-59D2-441C-A32C-791671939596}" dt="2025-10-27T10:08:48.459" v="1813" actId="478"/>
          <ac:inkMkLst>
            <pc:docMk/>
            <pc:sldMk cId="1374942358" sldId="608"/>
            <ac:inkMk id="4" creationId="{E1251742-A519-001D-8722-07A62A937F18}"/>
          </ac:inkMkLst>
        </pc:inkChg>
      </pc:sldChg>
      <pc:sldChg chg="addSp delSp modSp add mod">
        <pc:chgData name="Deepika Vatsa" userId="f7100972-27fe-4ee6-8fb4-ec9b7931b409" providerId="ADAL" clId="{A5423A7C-59D2-441C-A32C-791671939596}" dt="2025-10-27T10:08:51.008" v="1814" actId="478"/>
        <pc:sldMkLst>
          <pc:docMk/>
          <pc:sldMk cId="774974241" sldId="609"/>
        </pc:sldMkLst>
        <pc:spChg chg="mod">
          <ac:chgData name="Deepika Vatsa" userId="f7100972-27fe-4ee6-8fb4-ec9b7931b409" providerId="ADAL" clId="{A5423A7C-59D2-441C-A32C-791671939596}" dt="2025-10-08T10:01:24.532" v="1341" actId="20577"/>
          <ac:spMkLst>
            <pc:docMk/>
            <pc:sldMk cId="774974241" sldId="609"/>
            <ac:spMk id="2" creationId="{00000000-0000-0000-0000-000000000000}"/>
          </ac:spMkLst>
        </pc:spChg>
        <pc:spChg chg="del">
          <ac:chgData name="Deepika Vatsa" userId="f7100972-27fe-4ee6-8fb4-ec9b7931b409" providerId="ADAL" clId="{A5423A7C-59D2-441C-A32C-791671939596}" dt="2025-10-08T10:01:39.290" v="1342" actId="478"/>
          <ac:spMkLst>
            <pc:docMk/>
            <pc:sldMk cId="774974241" sldId="609"/>
            <ac:spMk id="5" creationId="{C814ADDB-4126-6473-029F-DC15419804BC}"/>
          </ac:spMkLst>
        </pc:spChg>
        <pc:picChg chg="add mod">
          <ac:chgData name="Deepika Vatsa" userId="f7100972-27fe-4ee6-8fb4-ec9b7931b409" providerId="ADAL" clId="{A5423A7C-59D2-441C-A32C-791671939596}" dt="2025-10-08T10:01:45.796" v="1345" actId="1076"/>
          <ac:picMkLst>
            <pc:docMk/>
            <pc:sldMk cId="774974241" sldId="609"/>
            <ac:picMk id="6" creationId="{AAE67B59-E2FE-3D95-82CD-98E444248324}"/>
          </ac:picMkLst>
        </pc:picChg>
        <pc:inkChg chg="add del">
          <ac:chgData name="Deepika Vatsa" userId="f7100972-27fe-4ee6-8fb4-ec9b7931b409" providerId="ADAL" clId="{A5423A7C-59D2-441C-A32C-791671939596}" dt="2025-10-27T10:08:51.008" v="1814" actId="478"/>
          <ac:inkMkLst>
            <pc:docMk/>
            <pc:sldMk cId="774974241" sldId="609"/>
            <ac:inkMk id="4" creationId="{340FE3D5-7355-2993-5DB0-9896E5588E14}"/>
          </ac:inkMkLst>
        </pc:inkChg>
      </pc:sldChg>
      <pc:sldChg chg="add del">
        <pc:chgData name="Deepika Vatsa" userId="f7100972-27fe-4ee6-8fb4-ec9b7931b409" providerId="ADAL" clId="{A5423A7C-59D2-441C-A32C-791671939596}" dt="2025-10-27T09:04:45.947" v="1797" actId="2696"/>
        <pc:sldMkLst>
          <pc:docMk/>
          <pc:sldMk cId="3056220856" sldId="610"/>
        </pc:sldMkLst>
      </pc:sldChg>
    </pc:docChg>
  </pc:docChgLst>
  <pc:docChgLst>
    <pc:chgData name="Deepika Vatsa" userId="f7100972-27fe-4ee6-8fb4-ec9b7931b409" providerId="ADAL" clId="{6239CB49-E84F-455D-9502-06F26594D634}"/>
    <pc:docChg chg="undo redo custSel addSld delSld modSld">
      <pc:chgData name="Deepika Vatsa" userId="f7100972-27fe-4ee6-8fb4-ec9b7931b409" providerId="ADAL" clId="{6239CB49-E84F-455D-9502-06F26594D634}" dt="2025-09-24T11:38:14.986" v="988"/>
      <pc:docMkLst>
        <pc:docMk/>
      </pc:docMkLst>
      <pc:sldChg chg="modSp mod">
        <pc:chgData name="Deepika Vatsa" userId="f7100972-27fe-4ee6-8fb4-ec9b7931b409" providerId="ADAL" clId="{6239CB49-E84F-455D-9502-06F26594D634}" dt="2025-09-23T05:00:24.344" v="22" actId="6549"/>
        <pc:sldMkLst>
          <pc:docMk/>
          <pc:sldMk cId="0" sldId="395"/>
        </pc:sldMkLst>
        <pc:spChg chg="mod">
          <ac:chgData name="Deepika Vatsa" userId="f7100972-27fe-4ee6-8fb4-ec9b7931b409" providerId="ADAL" clId="{6239CB49-E84F-455D-9502-06F26594D634}" dt="2025-09-23T05:00:24.344" v="22" actId="6549"/>
          <ac:spMkLst>
            <pc:docMk/>
            <pc:sldMk cId="0" sldId="395"/>
            <ac:spMk id="2" creationId="{00000000-0000-0000-0000-000000000000}"/>
          </ac:spMkLst>
        </pc:spChg>
      </pc:sldChg>
      <pc:sldChg chg="addSp delSp modSp mod">
        <pc:chgData name="Deepika Vatsa" userId="f7100972-27fe-4ee6-8fb4-ec9b7931b409" providerId="ADAL" clId="{6239CB49-E84F-455D-9502-06F26594D634}" dt="2025-09-24T11:38:14.986" v="988"/>
        <pc:sldMkLst>
          <pc:docMk/>
          <pc:sldMk cId="3439049211" sldId="591"/>
        </pc:sldMkLst>
        <pc:spChg chg="mod">
          <ac:chgData name="Deepika Vatsa" userId="f7100972-27fe-4ee6-8fb4-ec9b7931b409" providerId="ADAL" clId="{6239CB49-E84F-455D-9502-06F26594D634}" dt="2025-09-23T05:01:54.305" v="50" actId="20577"/>
          <ac:spMkLst>
            <pc:docMk/>
            <pc:sldMk cId="3439049211" sldId="591"/>
            <ac:spMk id="2" creationId="{00000000-0000-0000-0000-000000000000}"/>
          </ac:spMkLst>
        </pc:spChg>
        <pc:spChg chg="del">
          <ac:chgData name="Deepika Vatsa" userId="f7100972-27fe-4ee6-8fb4-ec9b7931b409" providerId="ADAL" clId="{6239CB49-E84F-455D-9502-06F26594D634}" dt="2025-09-23T05:01:57.561" v="51" actId="478"/>
          <ac:spMkLst>
            <pc:docMk/>
            <pc:sldMk cId="3439049211" sldId="591"/>
            <ac:spMk id="11" creationId="{06381CCD-359B-D8A2-1997-A5B56A02FD41}"/>
          </ac:spMkLst>
        </pc:spChg>
        <pc:picChg chg="add mod">
          <ac:chgData name="Deepika Vatsa" userId="f7100972-27fe-4ee6-8fb4-ec9b7931b409" providerId="ADAL" clId="{6239CB49-E84F-455D-9502-06F26594D634}" dt="2025-09-23T05:02:06.229" v="55" actId="1076"/>
          <ac:picMkLst>
            <pc:docMk/>
            <pc:sldMk cId="3439049211" sldId="591"/>
            <ac:picMk id="5" creationId="{F98F73F8-C2F2-9586-D160-14BB95EFB7D9}"/>
          </ac:picMkLst>
        </pc:picChg>
        <pc:inkChg chg="add">
          <ac:chgData name="Deepika Vatsa" userId="f7100972-27fe-4ee6-8fb4-ec9b7931b409" providerId="ADAL" clId="{6239CB49-E84F-455D-9502-06F26594D634}" dt="2025-09-24T11:38:14.986" v="988"/>
          <ac:inkMkLst>
            <pc:docMk/>
            <pc:sldMk cId="3439049211" sldId="591"/>
            <ac:inkMk id="4" creationId="{C523678A-28E9-7F5B-8EA3-DFE9E3E1126F}"/>
          </ac:inkMkLst>
        </pc:inkChg>
      </pc:sldChg>
      <pc:sldChg chg="addSp delSp modSp add mod">
        <pc:chgData name="Deepika Vatsa" userId="f7100972-27fe-4ee6-8fb4-ec9b7931b409" providerId="ADAL" clId="{6239CB49-E84F-455D-9502-06F26594D634}" dt="2025-09-24T11:38:14.986" v="988"/>
        <pc:sldMkLst>
          <pc:docMk/>
          <pc:sldMk cId="1039897715" sldId="592"/>
        </pc:sldMkLst>
        <pc:spChg chg="mod">
          <ac:chgData name="Deepika Vatsa" userId="f7100972-27fe-4ee6-8fb4-ec9b7931b409" providerId="ADAL" clId="{6239CB49-E84F-455D-9502-06F26594D634}" dt="2025-09-23T05:02:32.249" v="66" actId="20577"/>
          <ac:spMkLst>
            <pc:docMk/>
            <pc:sldMk cId="1039897715" sldId="592"/>
            <ac:spMk id="2" creationId="{00000000-0000-0000-0000-000000000000}"/>
          </ac:spMkLst>
        </pc:spChg>
        <pc:spChg chg="add mod">
          <ac:chgData name="Deepika Vatsa" userId="f7100972-27fe-4ee6-8fb4-ec9b7931b409" providerId="ADAL" clId="{6239CB49-E84F-455D-9502-06F26594D634}" dt="2025-09-23T05:03:18.885" v="88" actId="1076"/>
          <ac:spMkLst>
            <pc:docMk/>
            <pc:sldMk cId="1039897715" sldId="592"/>
            <ac:spMk id="6" creationId="{2D96D569-F1C4-581F-A747-3ECF879181E9}"/>
          </ac:spMkLst>
        </pc:spChg>
        <pc:picChg chg="del">
          <ac:chgData name="Deepika Vatsa" userId="f7100972-27fe-4ee6-8fb4-ec9b7931b409" providerId="ADAL" clId="{6239CB49-E84F-455D-9502-06F26594D634}" dt="2025-09-23T05:02:33.830" v="67" actId="478"/>
          <ac:picMkLst>
            <pc:docMk/>
            <pc:sldMk cId="1039897715" sldId="592"/>
            <ac:picMk id="5" creationId="{F98F73F8-C2F2-9586-D160-14BB95EFB7D9}"/>
          </ac:picMkLst>
        </pc:picChg>
        <pc:inkChg chg="add">
          <ac:chgData name="Deepika Vatsa" userId="f7100972-27fe-4ee6-8fb4-ec9b7931b409" providerId="ADAL" clId="{6239CB49-E84F-455D-9502-06F26594D634}" dt="2025-09-24T11:38:14.986" v="988"/>
          <ac:inkMkLst>
            <pc:docMk/>
            <pc:sldMk cId="1039897715" sldId="592"/>
            <ac:inkMk id="4" creationId="{CFB530EA-1842-E88D-A7C6-B1F846ADEC27}"/>
          </ac:inkMkLst>
        </pc:inkChg>
      </pc:sldChg>
      <pc:sldChg chg="addSp modSp add mod">
        <pc:chgData name="Deepika Vatsa" userId="f7100972-27fe-4ee6-8fb4-ec9b7931b409" providerId="ADAL" clId="{6239CB49-E84F-455D-9502-06F26594D634}" dt="2025-09-24T11:38:14.986" v="988"/>
        <pc:sldMkLst>
          <pc:docMk/>
          <pc:sldMk cId="562163225" sldId="593"/>
        </pc:sldMkLst>
        <pc:spChg chg="mod">
          <ac:chgData name="Deepika Vatsa" userId="f7100972-27fe-4ee6-8fb4-ec9b7931b409" providerId="ADAL" clId="{6239CB49-E84F-455D-9502-06F26594D634}" dt="2025-09-23T05:03:33.368" v="97" actId="20577"/>
          <ac:spMkLst>
            <pc:docMk/>
            <pc:sldMk cId="562163225" sldId="593"/>
            <ac:spMk id="2" creationId="{00000000-0000-0000-0000-000000000000}"/>
          </ac:spMkLst>
        </pc:spChg>
        <pc:spChg chg="mod">
          <ac:chgData name="Deepika Vatsa" userId="f7100972-27fe-4ee6-8fb4-ec9b7931b409" providerId="ADAL" clId="{6239CB49-E84F-455D-9502-06F26594D634}" dt="2025-09-23T05:04:48.939" v="122" actId="20577"/>
          <ac:spMkLst>
            <pc:docMk/>
            <pc:sldMk cId="562163225" sldId="593"/>
            <ac:spMk id="6" creationId="{2D96D569-F1C4-581F-A747-3ECF879181E9}"/>
          </ac:spMkLst>
        </pc:spChg>
        <pc:inkChg chg="add">
          <ac:chgData name="Deepika Vatsa" userId="f7100972-27fe-4ee6-8fb4-ec9b7931b409" providerId="ADAL" clId="{6239CB49-E84F-455D-9502-06F26594D634}" dt="2025-09-24T11:38:14.986" v="988"/>
          <ac:inkMkLst>
            <pc:docMk/>
            <pc:sldMk cId="562163225" sldId="593"/>
            <ac:inkMk id="4" creationId="{1DBEC47D-F5D3-EFAA-FB6E-5423FBFEEA5E}"/>
          </ac:inkMkLst>
        </pc:inkChg>
      </pc:sldChg>
      <pc:sldChg chg="del">
        <pc:chgData name="Deepika Vatsa" userId="f7100972-27fe-4ee6-8fb4-ec9b7931b409" providerId="ADAL" clId="{6239CB49-E84F-455D-9502-06F26594D634}" dt="2025-09-23T05:00:51.298" v="23" actId="47"/>
        <pc:sldMkLst>
          <pc:docMk/>
          <pc:sldMk cId="3198423911" sldId="593"/>
        </pc:sldMkLst>
      </pc:sldChg>
      <pc:sldChg chg="addSp delSp modSp add mod">
        <pc:chgData name="Deepika Vatsa" userId="f7100972-27fe-4ee6-8fb4-ec9b7931b409" providerId="ADAL" clId="{6239CB49-E84F-455D-9502-06F26594D634}" dt="2025-09-24T11:38:14.986" v="988"/>
        <pc:sldMkLst>
          <pc:docMk/>
          <pc:sldMk cId="2093314508" sldId="594"/>
        </pc:sldMkLst>
        <pc:spChg chg="del">
          <ac:chgData name="Deepika Vatsa" userId="f7100972-27fe-4ee6-8fb4-ec9b7931b409" providerId="ADAL" clId="{6239CB49-E84F-455D-9502-06F26594D634}" dt="2025-09-23T05:05:11.136" v="124" actId="478"/>
          <ac:spMkLst>
            <pc:docMk/>
            <pc:sldMk cId="2093314508" sldId="594"/>
            <ac:spMk id="6" creationId="{2D96D569-F1C4-581F-A747-3ECF879181E9}"/>
          </ac:spMkLst>
        </pc:spChg>
        <pc:picChg chg="add mod">
          <ac:chgData name="Deepika Vatsa" userId="f7100972-27fe-4ee6-8fb4-ec9b7931b409" providerId="ADAL" clId="{6239CB49-E84F-455D-9502-06F26594D634}" dt="2025-09-23T05:05:17.800" v="127" actId="1076"/>
          <ac:picMkLst>
            <pc:docMk/>
            <pc:sldMk cId="2093314508" sldId="594"/>
            <ac:picMk id="5" creationId="{63ACB760-E1BD-2804-5E4F-1E5C596738E5}"/>
          </ac:picMkLst>
        </pc:picChg>
        <pc:inkChg chg="add">
          <ac:chgData name="Deepika Vatsa" userId="f7100972-27fe-4ee6-8fb4-ec9b7931b409" providerId="ADAL" clId="{6239CB49-E84F-455D-9502-06F26594D634}" dt="2025-09-24T11:38:14.986" v="988"/>
          <ac:inkMkLst>
            <pc:docMk/>
            <pc:sldMk cId="2093314508" sldId="594"/>
            <ac:inkMk id="4" creationId="{1A6CE765-C64A-ED5A-7DD8-7EC29646D713}"/>
          </ac:inkMkLst>
        </pc:inkChg>
      </pc:sldChg>
      <pc:sldChg chg="addSp delSp modSp add mod">
        <pc:chgData name="Deepika Vatsa" userId="f7100972-27fe-4ee6-8fb4-ec9b7931b409" providerId="ADAL" clId="{6239CB49-E84F-455D-9502-06F26594D634}" dt="2025-09-24T11:38:14.986" v="988"/>
        <pc:sldMkLst>
          <pc:docMk/>
          <pc:sldMk cId="1095908878" sldId="595"/>
        </pc:sldMkLst>
        <pc:spChg chg="mod">
          <ac:chgData name="Deepika Vatsa" userId="f7100972-27fe-4ee6-8fb4-ec9b7931b409" providerId="ADAL" clId="{6239CB49-E84F-455D-9502-06F26594D634}" dt="2025-09-23T05:07:45.008" v="165" actId="20577"/>
          <ac:spMkLst>
            <pc:docMk/>
            <pc:sldMk cId="1095908878" sldId="595"/>
            <ac:spMk id="2" creationId="{00000000-0000-0000-0000-000000000000}"/>
          </ac:spMkLst>
        </pc:spChg>
        <pc:spChg chg="add mod">
          <ac:chgData name="Deepika Vatsa" userId="f7100972-27fe-4ee6-8fb4-ec9b7931b409" providerId="ADAL" clId="{6239CB49-E84F-455D-9502-06F26594D634}" dt="2025-09-23T05:07:10.493" v="155" actId="58"/>
          <ac:spMkLst>
            <pc:docMk/>
            <pc:sldMk cId="1095908878" sldId="595"/>
            <ac:spMk id="6" creationId="{A57DF021-6CBA-BB58-54F5-51C886D111EF}"/>
          </ac:spMkLst>
        </pc:spChg>
        <pc:picChg chg="del">
          <ac:chgData name="Deepika Vatsa" userId="f7100972-27fe-4ee6-8fb4-ec9b7931b409" providerId="ADAL" clId="{6239CB49-E84F-455D-9502-06F26594D634}" dt="2025-09-23T05:06:06.580" v="129" actId="478"/>
          <ac:picMkLst>
            <pc:docMk/>
            <pc:sldMk cId="1095908878" sldId="595"/>
            <ac:picMk id="5" creationId="{63ACB760-E1BD-2804-5E4F-1E5C596738E5}"/>
          </ac:picMkLst>
        </pc:picChg>
        <pc:inkChg chg="add">
          <ac:chgData name="Deepika Vatsa" userId="f7100972-27fe-4ee6-8fb4-ec9b7931b409" providerId="ADAL" clId="{6239CB49-E84F-455D-9502-06F26594D634}" dt="2025-09-24T11:38:14.986" v="988"/>
          <ac:inkMkLst>
            <pc:docMk/>
            <pc:sldMk cId="1095908878" sldId="595"/>
            <ac:inkMk id="4" creationId="{BF25FA2D-9FB6-4A91-F6B8-CB3CD6563545}"/>
          </ac:inkMkLst>
        </pc:inkChg>
      </pc:sldChg>
      <pc:sldChg chg="addSp modSp add mod">
        <pc:chgData name="Deepika Vatsa" userId="f7100972-27fe-4ee6-8fb4-ec9b7931b409" providerId="ADAL" clId="{6239CB49-E84F-455D-9502-06F26594D634}" dt="2025-09-24T11:38:14.986" v="988"/>
        <pc:sldMkLst>
          <pc:docMk/>
          <pc:sldMk cId="3673669300" sldId="596"/>
        </pc:sldMkLst>
        <pc:spChg chg="mod">
          <ac:chgData name="Deepika Vatsa" userId="f7100972-27fe-4ee6-8fb4-ec9b7931b409" providerId="ADAL" clId="{6239CB49-E84F-455D-9502-06F26594D634}" dt="2025-09-23T05:37:19.003" v="633" actId="20577"/>
          <ac:spMkLst>
            <pc:docMk/>
            <pc:sldMk cId="3673669300" sldId="596"/>
            <ac:spMk id="2" creationId="{00000000-0000-0000-0000-000000000000}"/>
          </ac:spMkLst>
        </pc:spChg>
        <pc:spChg chg="mod">
          <ac:chgData name="Deepika Vatsa" userId="f7100972-27fe-4ee6-8fb4-ec9b7931b409" providerId="ADAL" clId="{6239CB49-E84F-455D-9502-06F26594D634}" dt="2025-09-23T05:08:47.627" v="226" actId="20577"/>
          <ac:spMkLst>
            <pc:docMk/>
            <pc:sldMk cId="3673669300" sldId="596"/>
            <ac:spMk id="6" creationId="{A57DF021-6CBA-BB58-54F5-51C886D111EF}"/>
          </ac:spMkLst>
        </pc:spChg>
        <pc:inkChg chg="add">
          <ac:chgData name="Deepika Vatsa" userId="f7100972-27fe-4ee6-8fb4-ec9b7931b409" providerId="ADAL" clId="{6239CB49-E84F-455D-9502-06F26594D634}" dt="2025-09-24T11:38:14.986" v="988"/>
          <ac:inkMkLst>
            <pc:docMk/>
            <pc:sldMk cId="3673669300" sldId="596"/>
            <ac:inkMk id="4" creationId="{7C8DC4E5-014C-B6A2-7A76-CE4C3D5BFE4F}"/>
          </ac:inkMkLst>
        </pc:inkChg>
      </pc:sldChg>
      <pc:sldChg chg="addSp delSp modSp add mod">
        <pc:chgData name="Deepika Vatsa" userId="f7100972-27fe-4ee6-8fb4-ec9b7931b409" providerId="ADAL" clId="{6239CB49-E84F-455D-9502-06F26594D634}" dt="2025-09-24T11:38:14.986" v="988"/>
        <pc:sldMkLst>
          <pc:docMk/>
          <pc:sldMk cId="3645432103" sldId="597"/>
        </pc:sldMkLst>
        <pc:spChg chg="del">
          <ac:chgData name="Deepika Vatsa" userId="f7100972-27fe-4ee6-8fb4-ec9b7931b409" providerId="ADAL" clId="{6239CB49-E84F-455D-9502-06F26594D634}" dt="2025-09-23T05:09:11.516" v="228" actId="478"/>
          <ac:spMkLst>
            <pc:docMk/>
            <pc:sldMk cId="3645432103" sldId="597"/>
            <ac:spMk id="6" creationId="{A57DF021-6CBA-BB58-54F5-51C886D111EF}"/>
          </ac:spMkLst>
        </pc:spChg>
        <pc:picChg chg="add mod">
          <ac:chgData name="Deepika Vatsa" userId="f7100972-27fe-4ee6-8fb4-ec9b7931b409" providerId="ADAL" clId="{6239CB49-E84F-455D-9502-06F26594D634}" dt="2025-09-23T05:09:18.885" v="231" actId="1076"/>
          <ac:picMkLst>
            <pc:docMk/>
            <pc:sldMk cId="3645432103" sldId="597"/>
            <ac:picMk id="5" creationId="{68452FC3-C3AC-A385-E0A8-32ECC118BB7E}"/>
          </ac:picMkLst>
        </pc:picChg>
        <pc:inkChg chg="add">
          <ac:chgData name="Deepika Vatsa" userId="f7100972-27fe-4ee6-8fb4-ec9b7931b409" providerId="ADAL" clId="{6239CB49-E84F-455D-9502-06F26594D634}" dt="2025-09-24T11:38:14.986" v="988"/>
          <ac:inkMkLst>
            <pc:docMk/>
            <pc:sldMk cId="3645432103" sldId="597"/>
            <ac:inkMk id="4" creationId="{6DA3101D-71FA-5F08-A4F5-7FADE9CADC9E}"/>
          </ac:inkMkLst>
        </pc:inkChg>
      </pc:sldChg>
      <pc:sldChg chg="addSp delSp modSp add mod">
        <pc:chgData name="Deepika Vatsa" userId="f7100972-27fe-4ee6-8fb4-ec9b7931b409" providerId="ADAL" clId="{6239CB49-E84F-455D-9502-06F26594D634}" dt="2025-09-24T11:38:14.986" v="988"/>
        <pc:sldMkLst>
          <pc:docMk/>
          <pc:sldMk cId="1267582242" sldId="598"/>
        </pc:sldMkLst>
        <pc:spChg chg="mod">
          <ac:chgData name="Deepika Vatsa" userId="f7100972-27fe-4ee6-8fb4-ec9b7931b409" providerId="ADAL" clId="{6239CB49-E84F-455D-9502-06F26594D634}" dt="2025-09-23T05:09:36.192" v="243" actId="20577"/>
          <ac:spMkLst>
            <pc:docMk/>
            <pc:sldMk cId="1267582242" sldId="598"/>
            <ac:spMk id="2" creationId="{00000000-0000-0000-0000-000000000000}"/>
          </ac:spMkLst>
        </pc:spChg>
        <pc:spChg chg="add del">
          <ac:chgData name="Deepika Vatsa" userId="f7100972-27fe-4ee6-8fb4-ec9b7931b409" providerId="ADAL" clId="{6239CB49-E84F-455D-9502-06F26594D634}" dt="2025-09-23T05:09:41.776" v="246" actId="22"/>
          <ac:spMkLst>
            <pc:docMk/>
            <pc:sldMk cId="1267582242" sldId="598"/>
            <ac:spMk id="6" creationId="{931BB006-AE97-67D5-1919-6FD6D4E5B0BB}"/>
          </ac:spMkLst>
        </pc:spChg>
        <pc:spChg chg="add mod">
          <ac:chgData name="Deepika Vatsa" userId="f7100972-27fe-4ee6-8fb4-ec9b7931b409" providerId="ADAL" clId="{6239CB49-E84F-455D-9502-06F26594D634}" dt="2025-09-23T05:43:17.517" v="986" actId="20577"/>
          <ac:spMkLst>
            <pc:docMk/>
            <pc:sldMk cId="1267582242" sldId="598"/>
            <ac:spMk id="8" creationId="{ADD2156E-BF86-4EB0-F764-8DDE1DA3BB30}"/>
          </ac:spMkLst>
        </pc:spChg>
        <pc:spChg chg="add del">
          <ac:chgData name="Deepika Vatsa" userId="f7100972-27fe-4ee6-8fb4-ec9b7931b409" providerId="ADAL" clId="{6239CB49-E84F-455D-9502-06F26594D634}" dt="2025-09-23T05:39:26.122" v="674"/>
          <ac:spMkLst>
            <pc:docMk/>
            <pc:sldMk cId="1267582242" sldId="598"/>
            <ac:spMk id="9" creationId="{D4D3E6B4-96FF-E93B-B9E6-5F760A2113E2}"/>
          </ac:spMkLst>
        </pc:spChg>
        <pc:picChg chg="del">
          <ac:chgData name="Deepika Vatsa" userId="f7100972-27fe-4ee6-8fb4-ec9b7931b409" providerId="ADAL" clId="{6239CB49-E84F-455D-9502-06F26594D634}" dt="2025-09-23T05:09:37.923" v="244" actId="478"/>
          <ac:picMkLst>
            <pc:docMk/>
            <pc:sldMk cId="1267582242" sldId="598"/>
            <ac:picMk id="5" creationId="{68452FC3-C3AC-A385-E0A8-32ECC118BB7E}"/>
          </ac:picMkLst>
        </pc:picChg>
        <pc:inkChg chg="add">
          <ac:chgData name="Deepika Vatsa" userId="f7100972-27fe-4ee6-8fb4-ec9b7931b409" providerId="ADAL" clId="{6239CB49-E84F-455D-9502-06F26594D634}" dt="2025-09-24T11:38:14.986" v="988"/>
          <ac:inkMkLst>
            <pc:docMk/>
            <pc:sldMk cId="1267582242" sldId="598"/>
            <ac:inkMk id="4" creationId="{5DCD4186-BF64-E1C8-76B7-39320EB33812}"/>
          </ac:inkMkLst>
        </pc:inkChg>
      </pc:sldChg>
      <pc:sldChg chg="addSp modSp add mod">
        <pc:chgData name="Deepika Vatsa" userId="f7100972-27fe-4ee6-8fb4-ec9b7931b409" providerId="ADAL" clId="{6239CB49-E84F-455D-9502-06F26594D634}" dt="2025-09-24T11:38:14.986" v="988"/>
        <pc:sldMkLst>
          <pc:docMk/>
          <pc:sldMk cId="662555880" sldId="599"/>
        </pc:sldMkLst>
        <pc:spChg chg="mod">
          <ac:chgData name="Deepika Vatsa" userId="f7100972-27fe-4ee6-8fb4-ec9b7931b409" providerId="ADAL" clId="{6239CB49-E84F-455D-9502-06F26594D634}" dt="2025-09-23T05:10:55.159" v="274" actId="20577"/>
          <ac:spMkLst>
            <pc:docMk/>
            <pc:sldMk cId="662555880" sldId="599"/>
            <ac:spMk id="2" creationId="{00000000-0000-0000-0000-000000000000}"/>
          </ac:spMkLst>
        </pc:spChg>
        <pc:spChg chg="mod">
          <ac:chgData name="Deepika Vatsa" userId="f7100972-27fe-4ee6-8fb4-ec9b7931b409" providerId="ADAL" clId="{6239CB49-E84F-455D-9502-06F26594D634}" dt="2025-09-23T05:11:15.376" v="287" actId="5793"/>
          <ac:spMkLst>
            <pc:docMk/>
            <pc:sldMk cId="662555880" sldId="599"/>
            <ac:spMk id="8" creationId="{ADD2156E-BF86-4EB0-F764-8DDE1DA3BB30}"/>
          </ac:spMkLst>
        </pc:spChg>
        <pc:inkChg chg="add">
          <ac:chgData name="Deepika Vatsa" userId="f7100972-27fe-4ee6-8fb4-ec9b7931b409" providerId="ADAL" clId="{6239CB49-E84F-455D-9502-06F26594D634}" dt="2025-09-24T11:38:14.986" v="988"/>
          <ac:inkMkLst>
            <pc:docMk/>
            <pc:sldMk cId="662555880" sldId="599"/>
            <ac:inkMk id="4" creationId="{F0AFC773-4AC8-9CBE-B979-86EA04A225CC}"/>
          </ac:inkMkLst>
        </pc:inkChg>
      </pc:sldChg>
      <pc:sldChg chg="addSp modSp add mod">
        <pc:chgData name="Deepika Vatsa" userId="f7100972-27fe-4ee6-8fb4-ec9b7931b409" providerId="ADAL" clId="{6239CB49-E84F-455D-9502-06F26594D634}" dt="2025-09-24T11:38:14.986" v="988"/>
        <pc:sldMkLst>
          <pc:docMk/>
          <pc:sldMk cId="977754488" sldId="600"/>
        </pc:sldMkLst>
        <pc:spChg chg="mod">
          <ac:chgData name="Deepika Vatsa" userId="f7100972-27fe-4ee6-8fb4-ec9b7931b409" providerId="ADAL" clId="{6239CB49-E84F-455D-9502-06F26594D634}" dt="2025-09-23T05:18:32.930" v="306" actId="20577"/>
          <ac:spMkLst>
            <pc:docMk/>
            <pc:sldMk cId="977754488" sldId="600"/>
            <ac:spMk id="2" creationId="{00000000-0000-0000-0000-000000000000}"/>
          </ac:spMkLst>
        </pc:spChg>
        <pc:spChg chg="mod">
          <ac:chgData name="Deepika Vatsa" userId="f7100972-27fe-4ee6-8fb4-ec9b7931b409" providerId="ADAL" clId="{6239CB49-E84F-455D-9502-06F26594D634}" dt="2025-09-23T05:43:30.337" v="987" actId="20577"/>
          <ac:spMkLst>
            <pc:docMk/>
            <pc:sldMk cId="977754488" sldId="600"/>
            <ac:spMk id="8" creationId="{ADD2156E-BF86-4EB0-F764-8DDE1DA3BB30}"/>
          </ac:spMkLst>
        </pc:spChg>
        <pc:inkChg chg="add">
          <ac:chgData name="Deepika Vatsa" userId="f7100972-27fe-4ee6-8fb4-ec9b7931b409" providerId="ADAL" clId="{6239CB49-E84F-455D-9502-06F26594D634}" dt="2025-09-24T11:38:14.986" v="988"/>
          <ac:inkMkLst>
            <pc:docMk/>
            <pc:sldMk cId="977754488" sldId="600"/>
            <ac:inkMk id="4" creationId="{8645E977-DA97-F3C6-E96F-38162F2A0428}"/>
          </ac:inkMkLst>
        </pc:inkChg>
      </pc:sldChg>
      <pc:sldChg chg="addSp modSp add mod">
        <pc:chgData name="Deepika Vatsa" userId="f7100972-27fe-4ee6-8fb4-ec9b7931b409" providerId="ADAL" clId="{6239CB49-E84F-455D-9502-06F26594D634}" dt="2025-09-24T11:38:14.986" v="988"/>
        <pc:sldMkLst>
          <pc:docMk/>
          <pc:sldMk cId="4167924417" sldId="601"/>
        </pc:sldMkLst>
        <pc:spChg chg="mod">
          <ac:chgData name="Deepika Vatsa" userId="f7100972-27fe-4ee6-8fb4-ec9b7931b409" providerId="ADAL" clId="{6239CB49-E84F-455D-9502-06F26594D634}" dt="2025-09-23T05:19:19.907" v="346" actId="20577"/>
          <ac:spMkLst>
            <pc:docMk/>
            <pc:sldMk cId="4167924417" sldId="601"/>
            <ac:spMk id="2" creationId="{00000000-0000-0000-0000-000000000000}"/>
          </ac:spMkLst>
        </pc:spChg>
        <pc:spChg chg="mod">
          <ac:chgData name="Deepika Vatsa" userId="f7100972-27fe-4ee6-8fb4-ec9b7931b409" providerId="ADAL" clId="{6239CB49-E84F-455D-9502-06F26594D634}" dt="2025-09-23T05:29:28.159" v="524" actId="20577"/>
          <ac:spMkLst>
            <pc:docMk/>
            <pc:sldMk cId="4167924417" sldId="601"/>
            <ac:spMk id="8" creationId="{ADD2156E-BF86-4EB0-F764-8DDE1DA3BB30}"/>
          </ac:spMkLst>
        </pc:spChg>
        <pc:inkChg chg="add">
          <ac:chgData name="Deepika Vatsa" userId="f7100972-27fe-4ee6-8fb4-ec9b7931b409" providerId="ADAL" clId="{6239CB49-E84F-455D-9502-06F26594D634}" dt="2025-09-24T11:38:14.986" v="988"/>
          <ac:inkMkLst>
            <pc:docMk/>
            <pc:sldMk cId="4167924417" sldId="601"/>
            <ac:inkMk id="4" creationId="{0A89287E-9334-5064-8E8F-305CDAC3CEED}"/>
          </ac:inkMkLst>
        </pc:inkChg>
      </pc:sldChg>
      <pc:sldChg chg="addSp modSp add mod">
        <pc:chgData name="Deepika Vatsa" userId="f7100972-27fe-4ee6-8fb4-ec9b7931b409" providerId="ADAL" clId="{6239CB49-E84F-455D-9502-06F26594D634}" dt="2025-09-24T11:38:14.986" v="988"/>
        <pc:sldMkLst>
          <pc:docMk/>
          <pc:sldMk cId="1041999212" sldId="602"/>
        </pc:sldMkLst>
        <pc:spChg chg="mod">
          <ac:chgData name="Deepika Vatsa" userId="f7100972-27fe-4ee6-8fb4-ec9b7931b409" providerId="ADAL" clId="{6239CB49-E84F-455D-9502-06F26594D634}" dt="2025-09-23T05:19:56.039" v="368" actId="20577"/>
          <ac:spMkLst>
            <pc:docMk/>
            <pc:sldMk cId="1041999212" sldId="602"/>
            <ac:spMk id="2" creationId="{00000000-0000-0000-0000-000000000000}"/>
          </ac:spMkLst>
        </pc:spChg>
        <pc:spChg chg="mod">
          <ac:chgData name="Deepika Vatsa" userId="f7100972-27fe-4ee6-8fb4-ec9b7931b409" providerId="ADAL" clId="{6239CB49-E84F-455D-9502-06F26594D634}" dt="2025-09-23T05:20:56.568" v="385" actId="12"/>
          <ac:spMkLst>
            <pc:docMk/>
            <pc:sldMk cId="1041999212" sldId="602"/>
            <ac:spMk id="8" creationId="{ADD2156E-BF86-4EB0-F764-8DDE1DA3BB30}"/>
          </ac:spMkLst>
        </pc:spChg>
        <pc:inkChg chg="add">
          <ac:chgData name="Deepika Vatsa" userId="f7100972-27fe-4ee6-8fb4-ec9b7931b409" providerId="ADAL" clId="{6239CB49-E84F-455D-9502-06F26594D634}" dt="2025-09-24T11:38:14.986" v="988"/>
          <ac:inkMkLst>
            <pc:docMk/>
            <pc:sldMk cId="1041999212" sldId="602"/>
            <ac:inkMk id="4" creationId="{157DB3BD-E76B-3584-C7F2-A3BA57F5B55F}"/>
          </ac:inkMkLst>
        </pc:inkChg>
      </pc:sldChg>
      <pc:sldChg chg="addSp modSp add mod">
        <pc:chgData name="Deepika Vatsa" userId="f7100972-27fe-4ee6-8fb4-ec9b7931b409" providerId="ADAL" clId="{6239CB49-E84F-455D-9502-06F26594D634}" dt="2025-09-24T11:38:14.986" v="988"/>
        <pc:sldMkLst>
          <pc:docMk/>
          <pc:sldMk cId="3644617542" sldId="603"/>
        </pc:sldMkLst>
        <pc:spChg chg="add mod">
          <ac:chgData name="Deepika Vatsa" userId="f7100972-27fe-4ee6-8fb4-ec9b7931b409" providerId="ADAL" clId="{6239CB49-E84F-455D-9502-06F26594D634}" dt="2025-09-23T05:24:33.927" v="457" actId="20577"/>
          <ac:spMkLst>
            <pc:docMk/>
            <pc:sldMk cId="3644617542" sldId="603"/>
            <ac:spMk id="7" creationId="{832FBBC9-A94E-3F4A-2A86-BE3EBF693A31}"/>
          </ac:spMkLst>
        </pc:spChg>
        <pc:spChg chg="mod">
          <ac:chgData name="Deepika Vatsa" userId="f7100972-27fe-4ee6-8fb4-ec9b7931b409" providerId="ADAL" clId="{6239CB49-E84F-455D-9502-06F26594D634}" dt="2025-09-23T05:21:58.786" v="418" actId="20577"/>
          <ac:spMkLst>
            <pc:docMk/>
            <pc:sldMk cId="3644617542" sldId="603"/>
            <ac:spMk id="8" creationId="{ADD2156E-BF86-4EB0-F764-8DDE1DA3BB30}"/>
          </ac:spMkLst>
        </pc:spChg>
        <pc:picChg chg="add mod">
          <ac:chgData name="Deepika Vatsa" userId="f7100972-27fe-4ee6-8fb4-ec9b7931b409" providerId="ADAL" clId="{6239CB49-E84F-455D-9502-06F26594D634}" dt="2025-09-23T05:22:11.354" v="423" actId="14100"/>
          <ac:picMkLst>
            <pc:docMk/>
            <pc:sldMk cId="3644617542" sldId="603"/>
            <ac:picMk id="5" creationId="{ABF1ED44-8B8E-356D-0E04-7974A0F67AD2}"/>
          </ac:picMkLst>
        </pc:picChg>
        <pc:inkChg chg="add">
          <ac:chgData name="Deepika Vatsa" userId="f7100972-27fe-4ee6-8fb4-ec9b7931b409" providerId="ADAL" clId="{6239CB49-E84F-455D-9502-06F26594D634}" dt="2025-09-24T11:38:14.986" v="988"/>
          <ac:inkMkLst>
            <pc:docMk/>
            <pc:sldMk cId="3644617542" sldId="603"/>
            <ac:inkMk id="4" creationId="{1FCDC588-E88D-99DB-C77D-6C8FFF2D902C}"/>
          </ac:inkMkLst>
        </pc:inkChg>
      </pc:sldChg>
      <pc:sldChg chg="addSp delSp modSp add mod">
        <pc:chgData name="Deepika Vatsa" userId="f7100972-27fe-4ee6-8fb4-ec9b7931b409" providerId="ADAL" clId="{6239CB49-E84F-455D-9502-06F26594D634}" dt="2025-09-24T11:38:14.986" v="988"/>
        <pc:sldMkLst>
          <pc:docMk/>
          <pc:sldMk cId="1957157253" sldId="604"/>
        </pc:sldMkLst>
        <pc:spChg chg="add mod">
          <ac:chgData name="Deepika Vatsa" userId="f7100972-27fe-4ee6-8fb4-ec9b7931b409" providerId="ADAL" clId="{6239CB49-E84F-455D-9502-06F26594D634}" dt="2025-09-23T05:25:43.053" v="491" actId="20577"/>
          <ac:spMkLst>
            <pc:docMk/>
            <pc:sldMk cId="1957157253" sldId="604"/>
            <ac:spMk id="6" creationId="{42189904-3A30-D33D-DCDB-DF8AD64E4848}"/>
          </ac:spMkLst>
        </pc:spChg>
        <pc:spChg chg="del">
          <ac:chgData name="Deepika Vatsa" userId="f7100972-27fe-4ee6-8fb4-ec9b7931b409" providerId="ADAL" clId="{6239CB49-E84F-455D-9502-06F26594D634}" dt="2025-09-23T05:24:52.503" v="459" actId="478"/>
          <ac:spMkLst>
            <pc:docMk/>
            <pc:sldMk cId="1957157253" sldId="604"/>
            <ac:spMk id="7" creationId="{832FBBC9-A94E-3F4A-2A86-BE3EBF693A31}"/>
          </ac:spMkLst>
        </pc:spChg>
        <pc:spChg chg="del mod">
          <ac:chgData name="Deepika Vatsa" userId="f7100972-27fe-4ee6-8fb4-ec9b7931b409" providerId="ADAL" clId="{6239CB49-E84F-455D-9502-06F26594D634}" dt="2025-09-23T05:25:06.455" v="466" actId="478"/>
          <ac:spMkLst>
            <pc:docMk/>
            <pc:sldMk cId="1957157253" sldId="604"/>
            <ac:spMk id="8" creationId="{ADD2156E-BF86-4EB0-F764-8DDE1DA3BB30}"/>
          </ac:spMkLst>
        </pc:spChg>
        <pc:picChg chg="del">
          <ac:chgData name="Deepika Vatsa" userId="f7100972-27fe-4ee6-8fb4-ec9b7931b409" providerId="ADAL" clId="{6239CB49-E84F-455D-9502-06F26594D634}" dt="2025-09-23T05:24:53.839" v="460" actId="478"/>
          <ac:picMkLst>
            <pc:docMk/>
            <pc:sldMk cId="1957157253" sldId="604"/>
            <ac:picMk id="5" creationId="{ABF1ED44-8B8E-356D-0E04-7974A0F67AD2}"/>
          </ac:picMkLst>
        </pc:picChg>
        <pc:inkChg chg="add">
          <ac:chgData name="Deepika Vatsa" userId="f7100972-27fe-4ee6-8fb4-ec9b7931b409" providerId="ADAL" clId="{6239CB49-E84F-455D-9502-06F26594D634}" dt="2025-09-24T11:38:14.986" v="988"/>
          <ac:inkMkLst>
            <pc:docMk/>
            <pc:sldMk cId="1957157253" sldId="604"/>
            <ac:inkMk id="4" creationId="{C1426D86-C313-12A2-FA7B-E47CCFCF4106}"/>
          </ac:inkMkLst>
        </pc:inkChg>
      </pc:sldChg>
      <pc:sldChg chg="addSp modSp add mod">
        <pc:chgData name="Deepika Vatsa" userId="f7100972-27fe-4ee6-8fb4-ec9b7931b409" providerId="ADAL" clId="{6239CB49-E84F-455D-9502-06F26594D634}" dt="2025-09-24T11:38:14.986" v="988"/>
        <pc:sldMkLst>
          <pc:docMk/>
          <pc:sldMk cId="1016007616" sldId="605"/>
        </pc:sldMkLst>
        <pc:spChg chg="mod">
          <ac:chgData name="Deepika Vatsa" userId="f7100972-27fe-4ee6-8fb4-ec9b7931b409" providerId="ADAL" clId="{6239CB49-E84F-455D-9502-06F26594D634}" dt="2025-09-23T05:26:20.104" v="505" actId="20577"/>
          <ac:spMkLst>
            <pc:docMk/>
            <pc:sldMk cId="1016007616" sldId="605"/>
            <ac:spMk id="6" creationId="{42189904-3A30-D33D-DCDB-DF8AD64E4848}"/>
          </ac:spMkLst>
        </pc:spChg>
        <pc:picChg chg="add mod">
          <ac:chgData name="Deepika Vatsa" userId="f7100972-27fe-4ee6-8fb4-ec9b7931b409" providerId="ADAL" clId="{6239CB49-E84F-455D-9502-06F26594D634}" dt="2025-09-23T05:27:51.105" v="507" actId="1076"/>
          <ac:picMkLst>
            <pc:docMk/>
            <pc:sldMk cId="1016007616" sldId="605"/>
            <ac:picMk id="5" creationId="{9BB5B329-15CC-504F-E3C7-77CBED5C9628}"/>
          </ac:picMkLst>
        </pc:picChg>
        <pc:inkChg chg="add">
          <ac:chgData name="Deepika Vatsa" userId="f7100972-27fe-4ee6-8fb4-ec9b7931b409" providerId="ADAL" clId="{6239CB49-E84F-455D-9502-06F26594D634}" dt="2025-09-24T11:38:14.986" v="988"/>
          <ac:inkMkLst>
            <pc:docMk/>
            <pc:sldMk cId="1016007616" sldId="605"/>
            <ac:inkMk id="4" creationId="{32FF24A9-FC5B-BB70-821B-AC142CFC7D0F}"/>
          </ac:inkMkLst>
        </pc:inkChg>
      </pc:sldChg>
      <pc:sldChg chg="addSp modSp add mod">
        <pc:chgData name="Deepika Vatsa" userId="f7100972-27fe-4ee6-8fb4-ec9b7931b409" providerId="ADAL" clId="{6239CB49-E84F-455D-9502-06F26594D634}" dt="2025-09-24T11:38:14.986" v="988"/>
        <pc:sldMkLst>
          <pc:docMk/>
          <pc:sldMk cId="3159525374" sldId="606"/>
        </pc:sldMkLst>
        <pc:spChg chg="mod">
          <ac:chgData name="Deepika Vatsa" userId="f7100972-27fe-4ee6-8fb4-ec9b7931b409" providerId="ADAL" clId="{6239CB49-E84F-455D-9502-06F26594D634}" dt="2025-09-23T05:32:35.722" v="607" actId="20577"/>
          <ac:spMkLst>
            <pc:docMk/>
            <pc:sldMk cId="3159525374" sldId="606"/>
            <ac:spMk id="8" creationId="{ADD2156E-BF86-4EB0-F764-8DDE1DA3BB30}"/>
          </ac:spMkLst>
        </pc:spChg>
        <pc:picChg chg="add mod">
          <ac:chgData name="Deepika Vatsa" userId="f7100972-27fe-4ee6-8fb4-ec9b7931b409" providerId="ADAL" clId="{6239CB49-E84F-455D-9502-06F26594D634}" dt="2025-09-23T05:32:40.251" v="608" actId="1076"/>
          <ac:picMkLst>
            <pc:docMk/>
            <pc:sldMk cId="3159525374" sldId="606"/>
            <ac:picMk id="5" creationId="{3732AA7D-FE53-F982-4435-668FDD00F9CC}"/>
          </ac:picMkLst>
        </pc:picChg>
        <pc:inkChg chg="add">
          <ac:chgData name="Deepika Vatsa" userId="f7100972-27fe-4ee6-8fb4-ec9b7931b409" providerId="ADAL" clId="{6239CB49-E84F-455D-9502-06F26594D634}" dt="2025-09-24T11:38:14.986" v="988"/>
          <ac:inkMkLst>
            <pc:docMk/>
            <pc:sldMk cId="3159525374" sldId="606"/>
            <ac:inkMk id="4" creationId="{25CA90CB-61FC-525D-233C-A589EA19AC5C}"/>
          </ac:inkMkLst>
        </pc:inkChg>
      </pc:sldChg>
      <pc:sldChg chg="addSp delSp modSp add mod">
        <pc:chgData name="Deepika Vatsa" userId="f7100972-27fe-4ee6-8fb4-ec9b7931b409" providerId="ADAL" clId="{6239CB49-E84F-455D-9502-06F26594D634}" dt="2025-09-24T11:38:14.986" v="988"/>
        <pc:sldMkLst>
          <pc:docMk/>
          <pc:sldMk cId="3564807532" sldId="607"/>
        </pc:sldMkLst>
        <pc:spChg chg="mod">
          <ac:chgData name="Deepika Vatsa" userId="f7100972-27fe-4ee6-8fb4-ec9b7931b409" providerId="ADAL" clId="{6239CB49-E84F-455D-9502-06F26594D634}" dt="2025-09-23T05:34:32.617" v="631" actId="1076"/>
          <ac:spMkLst>
            <pc:docMk/>
            <pc:sldMk cId="3564807532" sldId="607"/>
            <ac:spMk id="8" creationId="{ADD2156E-BF86-4EB0-F764-8DDE1DA3BB30}"/>
          </ac:spMkLst>
        </pc:spChg>
        <pc:picChg chg="del">
          <ac:chgData name="Deepika Vatsa" userId="f7100972-27fe-4ee6-8fb4-ec9b7931b409" providerId="ADAL" clId="{6239CB49-E84F-455D-9502-06F26594D634}" dt="2025-09-23T05:33:08.273" v="611" actId="478"/>
          <ac:picMkLst>
            <pc:docMk/>
            <pc:sldMk cId="3564807532" sldId="607"/>
            <ac:picMk id="5" creationId="{3732AA7D-FE53-F982-4435-668FDD00F9CC}"/>
          </ac:picMkLst>
        </pc:picChg>
        <pc:picChg chg="add mod modCrop">
          <ac:chgData name="Deepika Vatsa" userId="f7100972-27fe-4ee6-8fb4-ec9b7931b409" providerId="ADAL" clId="{6239CB49-E84F-455D-9502-06F26594D634}" dt="2025-09-23T05:34:00.119" v="621" actId="14100"/>
          <ac:picMkLst>
            <pc:docMk/>
            <pc:sldMk cId="3564807532" sldId="607"/>
            <ac:picMk id="6" creationId="{0B6E03FC-F062-81B8-8786-3C1C8DC56C74}"/>
          </ac:picMkLst>
        </pc:picChg>
        <pc:inkChg chg="add">
          <ac:chgData name="Deepika Vatsa" userId="f7100972-27fe-4ee6-8fb4-ec9b7931b409" providerId="ADAL" clId="{6239CB49-E84F-455D-9502-06F26594D634}" dt="2025-09-24T11:38:14.986" v="988"/>
          <ac:inkMkLst>
            <pc:docMk/>
            <pc:sldMk cId="3564807532" sldId="607"/>
            <ac:inkMk id="4" creationId="{3B9C988B-65A9-7181-F367-DBAE1636B181}"/>
          </ac:inkMkLst>
        </pc:inkChg>
      </pc:sldChg>
      <pc:sldChg chg="del">
        <pc:chgData name="Deepika Vatsa" userId="f7100972-27fe-4ee6-8fb4-ec9b7931b409" providerId="ADAL" clId="{6239CB49-E84F-455D-9502-06F26594D634}" dt="2025-09-23T05:00:51.298" v="23" actId="47"/>
        <pc:sldMkLst>
          <pc:docMk/>
          <pc:sldMk cId="4060805478" sldId="620"/>
        </pc:sldMkLst>
      </pc:sldChg>
      <pc:sldChg chg="del">
        <pc:chgData name="Deepika Vatsa" userId="f7100972-27fe-4ee6-8fb4-ec9b7931b409" providerId="ADAL" clId="{6239CB49-E84F-455D-9502-06F26594D634}" dt="2025-09-23T05:00:51.298" v="23" actId="47"/>
        <pc:sldMkLst>
          <pc:docMk/>
          <pc:sldMk cId="1948371539" sldId="629"/>
        </pc:sldMkLst>
      </pc:sldChg>
      <pc:sldChg chg="del">
        <pc:chgData name="Deepika Vatsa" userId="f7100972-27fe-4ee6-8fb4-ec9b7931b409" providerId="ADAL" clId="{6239CB49-E84F-455D-9502-06F26594D634}" dt="2025-09-23T05:00:51.298" v="23" actId="47"/>
        <pc:sldMkLst>
          <pc:docMk/>
          <pc:sldMk cId="2752782814" sldId="630"/>
        </pc:sldMkLst>
      </pc:sldChg>
      <pc:sldChg chg="del">
        <pc:chgData name="Deepika Vatsa" userId="f7100972-27fe-4ee6-8fb4-ec9b7931b409" providerId="ADAL" clId="{6239CB49-E84F-455D-9502-06F26594D634}" dt="2025-09-23T05:00:51.298" v="23" actId="47"/>
        <pc:sldMkLst>
          <pc:docMk/>
          <pc:sldMk cId="4075029183" sldId="631"/>
        </pc:sldMkLst>
      </pc:sldChg>
      <pc:sldChg chg="del">
        <pc:chgData name="Deepika Vatsa" userId="f7100972-27fe-4ee6-8fb4-ec9b7931b409" providerId="ADAL" clId="{6239CB49-E84F-455D-9502-06F26594D634}" dt="2025-09-23T05:00:51.298" v="23" actId="47"/>
        <pc:sldMkLst>
          <pc:docMk/>
          <pc:sldMk cId="1034070740" sldId="632"/>
        </pc:sldMkLst>
      </pc:sldChg>
      <pc:sldChg chg="del">
        <pc:chgData name="Deepika Vatsa" userId="f7100972-27fe-4ee6-8fb4-ec9b7931b409" providerId="ADAL" clId="{6239CB49-E84F-455D-9502-06F26594D634}" dt="2025-09-23T05:00:51.298" v="23" actId="47"/>
        <pc:sldMkLst>
          <pc:docMk/>
          <pc:sldMk cId="482903048" sldId="633"/>
        </pc:sldMkLst>
      </pc:sldChg>
      <pc:sldChg chg="del">
        <pc:chgData name="Deepika Vatsa" userId="f7100972-27fe-4ee6-8fb4-ec9b7931b409" providerId="ADAL" clId="{6239CB49-E84F-455D-9502-06F26594D634}" dt="2025-09-23T05:00:51.298" v="23" actId="47"/>
        <pc:sldMkLst>
          <pc:docMk/>
          <pc:sldMk cId="2046699416" sldId="634"/>
        </pc:sldMkLst>
      </pc:sldChg>
      <pc:sldChg chg="del">
        <pc:chgData name="Deepika Vatsa" userId="f7100972-27fe-4ee6-8fb4-ec9b7931b409" providerId="ADAL" clId="{6239CB49-E84F-455D-9502-06F26594D634}" dt="2025-09-23T05:00:51.298" v="23" actId="47"/>
        <pc:sldMkLst>
          <pc:docMk/>
          <pc:sldMk cId="746225030" sldId="635"/>
        </pc:sldMkLst>
      </pc:sldChg>
      <pc:sldChg chg="del">
        <pc:chgData name="Deepika Vatsa" userId="f7100972-27fe-4ee6-8fb4-ec9b7931b409" providerId="ADAL" clId="{6239CB49-E84F-455D-9502-06F26594D634}" dt="2025-09-23T05:00:51.298" v="23" actId="47"/>
        <pc:sldMkLst>
          <pc:docMk/>
          <pc:sldMk cId="4132203484" sldId="636"/>
        </pc:sldMkLst>
      </pc:sldChg>
      <pc:sldChg chg="del">
        <pc:chgData name="Deepika Vatsa" userId="f7100972-27fe-4ee6-8fb4-ec9b7931b409" providerId="ADAL" clId="{6239CB49-E84F-455D-9502-06F26594D634}" dt="2025-09-23T05:00:51.298" v="23" actId="47"/>
        <pc:sldMkLst>
          <pc:docMk/>
          <pc:sldMk cId="397641393" sldId="637"/>
        </pc:sldMkLst>
      </pc:sldChg>
      <pc:sldChg chg="del">
        <pc:chgData name="Deepika Vatsa" userId="f7100972-27fe-4ee6-8fb4-ec9b7931b409" providerId="ADAL" clId="{6239CB49-E84F-455D-9502-06F26594D634}" dt="2025-09-23T05:00:51.298" v="23" actId="47"/>
        <pc:sldMkLst>
          <pc:docMk/>
          <pc:sldMk cId="2040000702" sldId="638"/>
        </pc:sldMkLst>
      </pc:sldChg>
      <pc:sldChg chg="del">
        <pc:chgData name="Deepika Vatsa" userId="f7100972-27fe-4ee6-8fb4-ec9b7931b409" providerId="ADAL" clId="{6239CB49-E84F-455D-9502-06F26594D634}" dt="2025-09-23T05:00:51.298" v="23" actId="47"/>
        <pc:sldMkLst>
          <pc:docMk/>
          <pc:sldMk cId="97423181" sldId="639"/>
        </pc:sldMkLst>
      </pc:sldChg>
      <pc:sldChg chg="del">
        <pc:chgData name="Deepika Vatsa" userId="f7100972-27fe-4ee6-8fb4-ec9b7931b409" providerId="ADAL" clId="{6239CB49-E84F-455D-9502-06F26594D634}" dt="2025-09-23T05:00:51.298" v="23" actId="47"/>
        <pc:sldMkLst>
          <pc:docMk/>
          <pc:sldMk cId="2583778159" sldId="640"/>
        </pc:sldMkLst>
      </pc:sldChg>
      <pc:sldChg chg="del">
        <pc:chgData name="Deepika Vatsa" userId="f7100972-27fe-4ee6-8fb4-ec9b7931b409" providerId="ADAL" clId="{6239CB49-E84F-455D-9502-06F26594D634}" dt="2025-09-23T05:00:51.298" v="23" actId="47"/>
        <pc:sldMkLst>
          <pc:docMk/>
          <pc:sldMk cId="1325567634" sldId="641"/>
        </pc:sldMkLst>
      </pc:sldChg>
      <pc:sldChg chg="del">
        <pc:chgData name="Deepika Vatsa" userId="f7100972-27fe-4ee6-8fb4-ec9b7931b409" providerId="ADAL" clId="{6239CB49-E84F-455D-9502-06F26594D634}" dt="2025-09-23T05:00:51.298" v="23" actId="47"/>
        <pc:sldMkLst>
          <pc:docMk/>
          <pc:sldMk cId="3281371514" sldId="642"/>
        </pc:sldMkLst>
      </pc:sldChg>
      <pc:sldChg chg="del">
        <pc:chgData name="Deepika Vatsa" userId="f7100972-27fe-4ee6-8fb4-ec9b7931b409" providerId="ADAL" clId="{6239CB49-E84F-455D-9502-06F26594D634}" dt="2025-09-23T05:00:51.298" v="23" actId="47"/>
        <pc:sldMkLst>
          <pc:docMk/>
          <pc:sldMk cId="1316392785" sldId="643"/>
        </pc:sldMkLst>
      </pc:sldChg>
      <pc:sldChg chg="del">
        <pc:chgData name="Deepika Vatsa" userId="f7100972-27fe-4ee6-8fb4-ec9b7931b409" providerId="ADAL" clId="{6239CB49-E84F-455D-9502-06F26594D634}" dt="2025-09-23T05:00:51.298" v="23" actId="47"/>
        <pc:sldMkLst>
          <pc:docMk/>
          <pc:sldMk cId="4154143070" sldId="644"/>
        </pc:sldMkLst>
      </pc:sldChg>
      <pc:sldChg chg="del">
        <pc:chgData name="Deepika Vatsa" userId="f7100972-27fe-4ee6-8fb4-ec9b7931b409" providerId="ADAL" clId="{6239CB49-E84F-455D-9502-06F26594D634}" dt="2025-09-23T05:00:51.298" v="23" actId="47"/>
        <pc:sldMkLst>
          <pc:docMk/>
          <pc:sldMk cId="3731779941" sldId="645"/>
        </pc:sldMkLst>
      </pc:sldChg>
      <pc:sldChg chg="del">
        <pc:chgData name="Deepika Vatsa" userId="f7100972-27fe-4ee6-8fb4-ec9b7931b409" providerId="ADAL" clId="{6239CB49-E84F-455D-9502-06F26594D634}" dt="2025-09-23T05:00:51.298" v="23" actId="47"/>
        <pc:sldMkLst>
          <pc:docMk/>
          <pc:sldMk cId="1825479687" sldId="646"/>
        </pc:sldMkLst>
      </pc:sldChg>
      <pc:sldChg chg="del">
        <pc:chgData name="Deepika Vatsa" userId="f7100972-27fe-4ee6-8fb4-ec9b7931b409" providerId="ADAL" clId="{6239CB49-E84F-455D-9502-06F26594D634}" dt="2025-09-23T05:00:51.298" v="23" actId="47"/>
        <pc:sldMkLst>
          <pc:docMk/>
          <pc:sldMk cId="3536546870" sldId="647"/>
        </pc:sldMkLst>
      </pc:sldChg>
      <pc:sldChg chg="del">
        <pc:chgData name="Deepika Vatsa" userId="f7100972-27fe-4ee6-8fb4-ec9b7931b409" providerId="ADAL" clId="{6239CB49-E84F-455D-9502-06F26594D634}" dt="2025-09-23T05:00:51.298" v="23" actId="47"/>
        <pc:sldMkLst>
          <pc:docMk/>
          <pc:sldMk cId="3930264224" sldId="648"/>
        </pc:sldMkLst>
      </pc:sldChg>
      <pc:sldChg chg="del">
        <pc:chgData name="Deepika Vatsa" userId="f7100972-27fe-4ee6-8fb4-ec9b7931b409" providerId="ADAL" clId="{6239CB49-E84F-455D-9502-06F26594D634}" dt="2025-09-23T05:00:51.298" v="23" actId="47"/>
        <pc:sldMkLst>
          <pc:docMk/>
          <pc:sldMk cId="2272648693" sldId="650"/>
        </pc:sldMkLst>
      </pc:sldChg>
    </pc:docChg>
  </pc:docChgLst>
</pc:chgInfo>
</file>

<file path=ppt/ink/ink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10-29T11:06:19.438"/>
    </inkml:context>
    <inkml:brush xml:id="br0">
      <inkml:brushProperty name="width" value="0.05292" units="cm"/>
      <inkml:brushProperty name="height" value="0.05292" units="cm"/>
      <inkml:brushProperty name="color" value="#FF0000"/>
    </inkml:brush>
  </inkml:definitions>
  <inkml:trace contextRef="#ctx0" brushRef="#br0">27532 4702 293 0,'0'0'452'0,"0"0"-265"15,0 0-15-15,0 0-49 0,0 0-21 0,0 0-14 0,0 0-15 0,-83 0-11 16,83 0-24 0,0 0-12-16,0 0-12 0,0 0-8 15,0 0-6-15,0 7-4 16,27 2 3-16,53 0 2 16,16 0 11-16,15 2-6 15,9-5-4-15,11 3 7 16,4-2-9-16,-7-2 1 15,-21 2-1-15,1-3 0 16,-29-4 1-16,5 1-3 16,-28-1 1-16,-8 0-7 15,-17 0-10-15,-7 0-7 0,-8 0-40 16,-8 0-38 0,-8 0-34-16,0 0-121 0,0 0-578 15</inkml:trace>
  <inkml:trace contextRef="#ctx0" brushRef="#br0" timeOffset="1019.04">5136 5708 824 0,'0'0'202'0,"0"0"-26"0,0 0-58 0,0 0-18 16,0 0-20-16,0 0-30 15,-187 8-24-15,187-3-18 16,0 0-8-16,12 5 0 15,59-3 4-15,33 3 11 16,23-8 0-16,37-2 3 0,11 4-8 16,-8-4-10-16,4 3 0 15,-28-3 0-15,-27 0 1 16,-9 0-1-16,-19 0-2 16,-24 0-19-16,-9 0-25 15,-7 0-54-15,-16 4-34 16,-8-4-60-16,-12 0-139 15</inkml:trace>
  <inkml:trace contextRef="#ctx0" brushRef="#br0" timeOffset="8000.07">9038 6850 656 0,'0'0'219'0,"0"0"-151"0,0 0 51 0,0 0-88 16,0 0 1-16,0 0 13 15,0 0-32-15,0 0 15 16,211 24 23-16,-60-28-19 16,24-12-27-16,0 0 3 15,25 1 3-15,19 0 1 16,4 5-1-16,-12 2-1 16,-24 5-9-16,-36 3-1 15,-36 0-2-15,-51 0 2 16,-20 0 4-16,-32 0-4 0,-12 0 0 15,0 0 1-15,0 0 2 16,0 0-2-16,0 0 2 16,0 0-3-16,0 0 3 15,0 0-3-15,0 0-17 16,0 0-54-16,0 11-72 16,0-1-127-16,0 1-328 15</inkml:trace>
  <inkml:trace contextRef="#ctx0" brushRef="#br0" timeOffset="9600.02">20019 7156 193 0,'0'0'676'0,"0"0"-551"0,0 0 61 16,0 0-106-16,0 0-2 16,0 0 8-16,-56 1-36 0,56-1-17 15,0 0-11-15,0 0-10 16,0 6-12-16,36-6-7 15,68 0 7-15,35 0 10 16,24 0-4-16,24 0-6 16,0 0 0-16,24 0-4 15,20 0 6-15,-8-7-2 16,0 1 0-16,-16-1-1 16,-31 4 1-16,-33-3 1 15,-36-2 0-15,-27 7-1 16,-24-3 0-16,-28 0 0 15,-8 1 1-15,-16 1-2 16,-4-1 2-16,0 3-2 0,0 0 1 16,0 0-1-16,0 0-26 15,7 0-35-15,-7 0-42 16,0 0-65-16,0 0-187 16</inkml:trace>
  <inkml:trace contextRef="#ctx0" brushRef="#br0" timeOffset="45599.44">27238 4809 32 0,'0'0'802'0,"0"0"-621"0,0 0-44 0,0 0-27 16,0 0-28-16,0 0-14 15,0 0-3-15,0 0-26 16,-116 4-14-16,116-4-18 16,0 0 6-16,0 0-12 15,12 0 4-15,60 0 7 16,35 0 6-16,29 0-11 15,7-10 2-15,-4 5-8 16,1-2 2-16,-1 2-1 16,-8 5 1-16,-7-1-3 15,-17 1 3-15,-15-4 1 0,-9 4-4 16,-15 0 0 0,-16 0 0-16,-8 0 2 0,-20 0-2 15,-12 0 1-15,0 0-1 16,-1 0 0-16,-11 0-1 15,12 0 3-15,-12 0-2 16,0 0 0-16,0 0-4 16,0-3-19-16,0 3-79 15,0 0-65-15,0-4-84 16,0-6-348-16</inkml:trace>
  <inkml:trace contextRef="#ctx0" brushRef="#br0" timeOffset="49917.46">16830 5639 678 0,'0'0'100'15,"0"0"40"-15,0 0-55 0,0 0-13 0,0 0-5 16,0 0-21-16,-92 9-26 16,92-9 14-16,0 0-9 15,0 0-1-15,0 0-1 16,32 0 1-16,28 3 17 0,35 3 15 16,9-6-25-16,27 4-14 15,9-4-9-15,11 0-1 16,12 0 5-16,8 0-6 15,-7 0 2-15,-9 0 4 16,-4 0-5-16,4 0-7 16,-7 0 1-16,-9 0 4 15,12 0-4-15,-7 0 3 16,7-8 1-16,-12 3-4 16,-11 1 1-16,-9 4-2 15,1 0 1-15,-17 0-1 16,1 0 1-16,-21 0 1 15,-11 4-2-15,-4 5 0 16,-1 2 0-16,-7-6 0 0,-24 1 0 16,8-2 0-16,-28 3 2 15,-4-5-2-15,8-2 0 16,-17 0 1-16,-3 0-1 16,8 0 0-16,-8 0 1 15,0 0-1-15,0 0-3 16,0 0-53-16,0 0-111 15,0 0-97-15,12 0-308 16</inkml:trace>
  <inkml:trace contextRef="#ctx0" brushRef="#br0" timeOffset="69383.53">16666 8209 961 0,'0'0'196'0,"0"0"-67"0,0 0-50 0,0 0-10 16,0 0-23-16,0 0-24 15,0 0-16-15,0 0-6 16,24-30-3-16,-4 41 0 16,4 8 3-16,0-2 7 15,-8-8 0-15,8 6-4 0,-4-7 4 16,-8 5-4 0,12-4 2-16,-12-7 3 0,11-2 7 15,13 0 7-15,24 0-2 16,28-38 7-16,19-9-12 15,13-13-10-15,3 3 1 16,-16 6-6-16,-3 6 0 16,-20 11 0-16,-17 7 3 15,-19 8-7-15,-20 9 4 16,-8 6-4-16,-20 4-10 16,0 0-23-16,0 0-73 15,0 0-87-15,0 9-227 16</inkml:trace>
  <inkml:trace contextRef="#ctx0" brushRef="#br0" timeOffset="72583.03">16810 10531 495 0,'0'0'217'0,"0"0"-74"0,0 0 5 0,0 0-20 16,0 0-23-16,0 0-25 15,87-44-24-15,-87 44-16 16,0 0-18-16,0 0-9 15,-31 0-8-15,-25 0 3 0,-16 0-7 16,-11 6 0 0,3 2 0-16,-16 6 6 0,13-5-7 15,-9 5 1-15,20-5-4 16,13-4 8-16,15-1-6 16,12 0 3-16,28-4-2 15,-4 0 2-15,8 0 3 16,0 0-2-16,0 0-3 15,-4 9-1-15,-4 11 1 16,-4 2-2-16,0 16 3 16,8 13-1-16,-8 14 7 15,0 15 5-15,-7 14-8 0,-5 6 4 16,0 2 8 0,12 0-15-16,-8 2 0 0,16 10 0 15,-8 6 3-15,4 5-2 16,4-2 13-16,4 5-15 15,-8-1 5-15,4 7 4 16,-16 5-2-16,-4 4 1 16,0-5 4-16,1 9-11 15,-1-3 6-15,12-2-1 16,0 10 0-16,-8 8 3 16,-8 7-3-16,4 8-1 15,-20 5 6-15,8-1-8 16,13-1 2-16,-13 0-2 0,12-10 0 15,12-11 3 1,12-9-5-16,0-14 2 0,0-14 0 16,0-1-1-16,36 14 1 15,23-2-3-15,1-9 4 16,-4-19 19-16,-20-30-23 16,0-5 0-16,7-18 2 15,-7-8-2-15,4-18-1 16,4-17-8-16,16-7-1 15,19 0-8-15,25-17-8 16,15-26-48-16,36-17-15 16,29-1-92-16,15-2-151 15,24 7-500-15</inkml:trace>
  <inkml:trace contextRef="#ctx0" brushRef="#br0" timeOffset="73982.99">30196 10551 618 0,'0'0'127'0,"0"0"46"0,0 0-8 15,0 0-29-15,0 0-29 16,0 0-22-16,0 0-36 15,-56-4-28-15,100-3-19 16,28-2 7-16,-1 2-9 16,9 4 8-16,-12 3 1 15,3 0-5-15,-3 0 1 16,-4 0-3-16,-9 0-2 16,-11 0 0-16,-8 0-4 15,-12 17 3-15,0 11 1 16,-12 13 4-16,-8 14-2 15,-4 17 2-15,0 14-1 0,0 12-3 16,0 11 8 0,-12 5-3-16,8-3-1 0,4 7 2 15,0-1-1-15,0 6 3 16,0 8 1-16,0-1-2 16,0 0 1-16,0 0-7 15,0-3-1-15,0 1 8 16,0-5-5-16,0 1 1 15,0 3 3-15,0 0-2 16,0 6 6-16,0 1-7 16,0-6 5-16,0 13-9 15,0-3 0-15,0 0 1 16,0 2 6-16,0-9-7 16,0 5 1-16,0-5-1 0,0 2 4 15,0 3-3-15,-8-6-1 16,4-6 3-16,4 0-2 15,-8-6-2-15,8-4 2 16,0-3-2-16,0-6 1 16,0-10 0-16,-4-3 0 15,4-10 0-15,-12 1 0 16,4-6 0-16,4-14 0 16,-8-3 0-16,4-16 5 15,4-12-4-15,-8-6 1 16,0-12-4-16,-8-3-1 15,-4-1 3-15,-11-9 12 16,-21-1-11-16,-4 0 3 0,-12 0-2 16,1 0-2-16,-21-7 0 15,-11-9-25-15,-1-4-26 16,-3-2-33-16,15-9-76 16,8-18-287-16</inkml:trace>
  <inkml:trace contextRef="#ctx0" brushRef="#br0" timeOffset="75750.56">17423 9995 502 0,'0'0'310'0,"0"0"-83"0,0 0-85 15,0 0-33-15,0 0-6 16,0 0-19-16,-32-149-24 0,32 145-5 16,0 4-20-16,0 0-9 15,0 0-24-15,12 14-1 16,56 20 8-16,3 7-3 15,1 0 2-15,0 7-2 16,-16-4-1-16,3-2-5 16,-15-5-3-16,-20-6 3 15,0 2-1-15,-12-6-7 16,-12 1-36-16,12-6-26 16,-12-7-53-16,12-1-40 15,-12-12-80-15,0-2-120 16</inkml:trace>
  <inkml:trace contextRef="#ctx0" brushRef="#br0" timeOffset="76500.41">17825 9941 266 0,'0'0'102'0,"0"0"-101"15,0 0-1-15,0 0-20 16,0 0-18-16,0 0 14 16,-4-23 24-16,-4 23 2 0,4 0 10 15,4 0 8-15,-8 0-20 16,8 0-22-16,0 0-1 15,0 0-68-15,0 0-10 16,0 0 101-16,0 0 32 16,0 0 71-16,0 0 28 15,0 0-8-15,0 0-37 16,0 0-6-16,0 0-29 16,0 0-5-16,0 0 1 15,0 0 5-15,0 0-1 16,0 0-7-16,0-3 22 0,0 0 29 15,0-2-25-15,0 4-5 16,0-3-19-16,0 0-6 16,0 4 0-16,0-1 3 15,0 1-8-15,0-4-1 16,0 1-4-16,0-1-3 16,0 2-7-16,0-2-4 15,0 0-1-15,0 4-1 16,0 0-5-16,0-2-6 15,0 2-2-15,0 0 0 16,0 0-1-16,0 0 1 16,0 0-4-16,0 0 3 15,0 0-2-15,0 0 0 16,0 0-3-16,0 0 1 0,0 0 3 16,0 19-4-16,0 9 2 15,-12 9 3-15,-24 9 2 16,1 5 2-16,-9 3 0 15,4-1-1-15,-4-2-2 16,8-6-1-16,5-7 1 16,7-7 1-16,8-7-2 15,-4-7-3-15,16 0-10 16,-4-7-19-16,4-3-33 16,4-5-34-16,0 3-23 15,0-1-92-15,0-4-141 16</inkml:trace>
  <inkml:trace contextRef="#ctx0" brushRef="#br0" timeOffset="77282.91">18243 10290 577 0,'0'0'359'0,"0"0"-115"0,0 0-98 16,0 0-57-16,0 0-23 15,0 0-47-15,-20-32-18 16,20 38-2-16,0 15 1 16,0 10 0-16,0 6 0 15,0 1-6-15,0 7-13 16,0-2-116-16,0-7-57 15,12-11-260-15</inkml:trace>
  <inkml:trace contextRef="#ctx0" brushRef="#br0" timeOffset="77583.53">19294 9986 663 0,'0'0'452'0,"0"0"-285"15,0 0-35-15,0 0-28 0,0 0-41 16,0 0-37 0,0-74-21-16,0 77-5 15,24 26 0-15,32 9 4 16,-4 3-2-16,-5 7 0 0,-3 0-2 15,4-1-2-15,-12 0-9 16,-12-5-56-16,-4-4-67 16,-8-9-28-16,-12-7-90 15,0-9-137-15</inkml:trace>
  <inkml:trace contextRef="#ctx0" brushRef="#br0" timeOffset="78083.47">19553 9924 32 0,'0'0'900'0,"0"0"-649"0,0 0-119 16,0 0-70-16,0 0-34 16,0 0 9-16,-115 111 22 15,87-60-26-15,-4 6-15 16,-4 3-12-16,0 5-6 15,12-11 0-15,4-8-16 16,16-10-58-16,4-14-51 16,0-12-11-16,0-10-117 15,24 0 28-15,12-3-2 16,24-26-20-16,-4-7 96 0,3-5 151 16,9 4 141-16,4 2 28 15,-1 5-43-15,1 8-17 16,-4 7-24-16,-9 9 44 15,-11 6-57-15,-4 0 40 16,-8 1-30-16,-24 27-37 16,-12 6 11-16,0 5-9 15,0 4-29-15,-24 3-6 16,-12-10 6-16,0-3-13 16,16-7 2-16,8-15-6 15,12-3 4-15,0-6-1 16,0-2 3-16,0 0 3 15,0 0-1-15,36 0-2 16,20-2 18-16,4-15-25 16,23-3-5-16,-3-2-74 0,4 7-99 15,7-7-300-15</inkml:trace>
  <inkml:trace contextRef="#ctx0" brushRef="#br0" timeOffset="78368.27">21010 10000 906 0,'0'0'290'0,"0"0"-105"0,0 0-50 0,0 0-53 15,0 0-50-15,0 0-20 16,0 0-6-16,60-5 0 15,12 36 9-15,7 11-8 16,5 5-4-16,-4 0-1 16,-21-2-2-16,9-7-6 15,-28-3-45-15,-8-9-43 16,-16-8-68-16,-8-6-32 16,-8-8-174-16,0-4-382 15</inkml:trace>
  <inkml:trace contextRef="#ctx0" brushRef="#br0" timeOffset="78582.89">21492 9912 801 0,'0'0'289'16,"0"0"-84"-16,0 0-62 16,0 0-81-16,0 0-42 15,0 0 3-15,-143 111 12 16,87-48-5-16,8 3-28 15,-7 6 2-15,-5 0-4 16,16-2 0-16,8-8-55 16,8-13-67-16,16-11-55 15,12-19-92-15,0-9-79 16</inkml:trace>
  <inkml:trace contextRef="#ctx0" brushRef="#br0" timeOffset="78903.87">21620 10248 518 0,'0'0'194'16,"0"0"5"-16,0 0-59 16,0 0-44-16,0 0-34 15,326-75-24-15,-302 75-2 16,0 0-5-16,-12 10-14 16,0 10-15-16,-12 6 6 15,0 3 5-15,0 3-12 16,0 0 6-16,0-3-7 15,0-5 0-15,0-1 2 0,0-4-2 16,32 0-3-16,-5-6 1 16,5-2-1-16,-8 2 3 15,0-7 0-15,-12 4 0 16,-12-3 0-16,0 6-2 16,-12 2 1-16,-44 1 1 15,-27 4-4-15,3-4-47 16,4-1-59-16,1-6-101 15,23-2-210-15</inkml:trace>
  <inkml:trace contextRef="#ctx0" brushRef="#br0" timeOffset="79349.89">22671 10071 1070 0,'0'0'231'0,"0"0"-65"0,0 0-66 0,0 0-58 0,0 0-19 0,0 0-5 16,199 6 1-16,-80 32 4 15,-15 9-23-15,3 4 7 16,-19 0-7-16,-17-2-3 16,-23-5-47-16,-12-10-46 15,0-8-63-15,-24-10-8 16,0-16-145-16,-12 0-286 0</inkml:trace>
  <inkml:trace contextRef="#ctx0" brushRef="#br0" timeOffset="79567.55">23340 10020 230 0,'0'0'660'16,"0"0"-413"-16,0 0-80 15,0 0-10-15,0 0-79 16,0 0-58-16,-48-7-13 16,24 58-7-16,12 16 20 15,-20 9-14-15,8 2-1 16,-4 5-1-16,-3-5-8 15,7-15-6-15,12-11-59 0,0-10-87 16,12-11 3 0,0-11-151-16,0-16-140 0</inkml:trace>
  <inkml:trace contextRef="#ctx0" brushRef="#br0" timeOffset="79899.84">23654 10316 636 0,'0'0'301'0,"0"0"-101"16,0 0-148-16,0 0-46 16,0 0 14-16,0 0-1 15,96 62-19-15,-76-42 6 16,3-9-6-16,-3-3 3 0,-8-8-1 16,4 0 4-16,8 0 17 15,0-8 19-15,12-10-1 16,-4-5-3-16,-8 6 1 15,-12 2 7-15,-12 10-10 16,8 5 2-16,-8 0-8 16,0 0-17-16,0 0-10 15,0 0-3-15,0 22-4 16,0 16 4-16,0 13 1 16,0 7-1-16,0 3 0 15,0 1-21-15,0-1-78 16,0-5-52-16,0-11-127 15,0-10-312-15</inkml:trace>
  <inkml:trace contextRef="#ctx0" brushRef="#br0" timeOffset="80150.49">24626 10611 1122 0,'0'0'208'0,"0"0"-106"0,0 0-64 0,0 0-38 0,0 0-6 16,0 0-55-16,67-8-36 15,5 8-58-15,-4-3-87 16,3-6-75-16</inkml:trace>
  <inkml:trace contextRef="#ctx0" brushRef="#br0" timeOffset="80317.78">25557 10540 859 0,'0'0'207'15,"0"0"-77"-15,0 0-40 16,0 0-47-16,0 0-35 15,0 0-8-15,132-6-23 16,-100 6-77-16,-9 0-106 16,13 0-118-16,0 0-360 0</inkml:trace>
  <inkml:trace contextRef="#ctx0" brushRef="#br0" timeOffset="80632.62">26421 10534 443 0,'0'0'241'15,"0"0"-65"-15,0 0 1 16,0 0-107-16,0 0-20 16,0 0-32-16,223 0-15 15,-151 0 0-15,-4 0-3 0,27-13-36 16,9 2-57-16,15 1 14 16,5-1-134-16,-29 6 40 15,-23 0-33-15,-16 3-26 16,-29-2 209-16,-7 4 23 15,4-3 255-15,0 1-53 16,-4 2-48-16,-8-4 14 16,0 0-5-16,0 4-58 15,-8 0-18-15,4 0-27 16,-4 0 7-16,8-2-37 16,0-1-23-16,-4-2-7 15,-4 5-70-15,4-1-186 16,-8-6-829-16</inkml:trace>
  <inkml:trace contextRef="#ctx0" brushRef="#br0" timeOffset="81350.63">28627 9706 791 0,'0'0'357'0,"0"0"-153"0,0 0-64 16,0 0-35-16,0 0-27 0,0 0-45 15,-20-102-29-15,44 137 1 16,56 8 6-16,3 12-3 15,1 4-4-15,-4 6 0 16,-13 5-3-16,-15-4-1 16,4-3-14-16,0-12-52 15,-17-10-61-15,5-14-99 16,-8-18-106-16,-16-9-153 16</inkml:trace>
  <inkml:trace contextRef="#ctx0" brushRef="#br0" timeOffset="81567.38">29260 9713 607 0,'0'0'265'0,"0"0"-32"16,0 0-47-16,0 0-11 15,0 0-73-15,0 0-70 16,-95-58-21-16,63 99 3 16,-4 13 6-16,0 10-15 15,4 8 2-15,-8 8-7 16,-3 0 0-16,-1-4-1 15,8-10-40-15,8-9-60 16,8-12-52-16,8-19-2 16,12-7-139-16,0-14-142 15</inkml:trace>
  <inkml:trace contextRef="#ctx0" brushRef="#br0" timeOffset="81833.57">29515 10057 919 0,'0'0'354'15,"0"0"-150"-15,0 0-102 16,0 0-42-16,0 0-38 16,0 0-5-16,4 52 18 15,-4-11-20-15,0 3-4 16,0 7-10-16,0 0 3 15,0-3-3-15,0-1-2 16,0-5-4-16,0-7-41 0,0-14-58 16,0-1-101-16,0-19-74 15,32-1-275-15</inkml:trace>
  <inkml:trace contextRef="#ctx0" brushRef="#br0" timeOffset="82752.25">29929 10150 689 0,'0'0'352'16,"0"0"-129"-16,0 0-74 15,0 0-33-15,0 0-66 0,0 0-46 16,0-9 2-16,-12 37-6 16,0 6 6-16,0-4-5 15,0 1-1-15,12-5 2 16,0-3-2-16,0-9 0 15,0-5-2-15,12-5-1 16,12-4 2-16,8 0-1 16,4 0 2-16,-12 0 1 15,8-9 1-15,-17-7-4 16,-7-3 1-16,-8 3-2 16,0 0 3-16,0 0-1 15,-11-3-1-15,-21 3 2 16,8-3 0-16,12 4 4 15,-8 2 4-15,16 4-7 16,4 2 10-16,0 0-5 0,0 1 3 16,0 0-9-16,0-2-1 15,24 4-2-15,32-6 3 16,-9 2 0-16,-7 6-1 16,-4 2-5-16,-4 0 3 15,4 0 1-15,-4 10 0 16,-5 4 0-16,5 9-2 15,-20-3 2-15,12 2 2 16,-12 1-2-16,0-1-13 16,0 0-2-16,-4-6-7 15,4-7-1-15,4-4 10 16,-8-5 7-16,4 0 6 0,-8 0 2 16,4 0 2-16,-4-5 4 15,4-7-6-15,-8-5-1 16,0 0 1-16,0 0-9 15,0 1-1-15,0-2 4 16,0 4 1-16,-8-3 0 16,-4 2 5-16,12-3 1 15,0 0-1-15,0-1-2 16,0 5 1-16,0 1 1 16,32 4 0-16,-5-2-1 15,5 9 0-15,0 2-2 16,-4 0 2-16,8 0 0 15,-4 0-1-15,-8 7-6 0,11 17 3 16,-3-2 1 0,-8 3 2-16,-8 5-5 0,8-2 7 15,-4-3 0-15,4 1 0 16,0-4-1-16,-1-2-3 16,9-9-4-16,4 0-10 15,0-11 3-15,0 0 4 16,12 0 6-16,-5-11 5 15,-3-14 4-15,-4 1 0 16,-16-9-4-16,-8 2 6 16,-12-1 17-16,0-4-1 15,0 4 2-15,-24-2-12 0,-32 5-12 16,-3 7-2-16,-9 10 1 16,4 7-11-16,-15 5-57 15,7 5-128-15,-12 21-424 16</inkml:trace>
  <inkml:trace contextRef="#ctx0" brushRef="#br0" timeOffset="86783.06">24064 9515 609 0,'0'0'271'0,"0"0"-100"0,0 0-17 0,0 0-65 15,0 0-13-15,0 0-15 0,0 0-46 16,-36-32-6-16,72 14-9 16,68-15 6-16,47-14 16 15,36-17-14-15,24-4-2 16,24-7-4-16,-4 0 3 15,-8 4-5-15,-60 7-2 16,-43 21 2-16,-65 13 1 16,-43 18 0-16,-12 4-1 15,0 7 0-15,-43-2-1 16,-29 3 1-16,-12 0 0 16,5 0 1-16,15 0 0 15,8 0 0-15,32 0-1 16,12 0 2-16,12 0 0 0,0 0 3 15,0 0-5 1,0-4 2-16,60-5-3 0,24 0 2 16,-5-2 2-16,5 11 1 15,-16 0-3-15,-21 0-1 16,-11 25 0-16,-12 7-1 16,-16 9 1-16,-8 5 4 15,0 4-4-15,-36 5-14 16,-27 8-56-16,-1-1-124 15,-4 6-332-15</inkml:trace>
  <inkml:trace contextRef="#ctx0" brushRef="#br0" timeOffset="88082.98">26971 7811 554 0,'0'0'234'0,"0"0"-15"0,0 0-94 16,0 0-14-16,0 0-47 16,-132-170 2-16,101 155-5 15,7 7-16-15,12 7-5 16,-8 1-13-16,-4 0-8 15,0 15-14-15,-4 31-2 16,-4 29 4-16,20 20 2 16,12 16 1-16,0 20 3 15,0 8 5-15,24 14 5 0,12 5-4 16,0-2-9-16,-4-10 1 16,-8-20-1-16,-12-15-8 15,0-19 5-15,-12-20 0 16,0-25-3-16,0-19-2 15,0-14-1-15,0-14-2 16,0 0-7-16,0-4-29 16,-12-29-68-16,-24-10-83 15,0-7-57-15,0 2-194 16</inkml:trace>
  <inkml:trace contextRef="#ctx0" brushRef="#br0" timeOffset="89917.76">26270 8575 852 0,'0'0'234'16,"0"0"-77"-16,0 0-73 15,0 0-26-15,0 0-40 16,0 0-15-16,48-9 7 16,35-1 14-16,29-6-4 15,-5 0-20-15,13-2 5 16,-5-3-1-16,-11 2-3 15,-1-2-1-15,-19-4 0 16,-4-7 0-16,-21-6-5 16,-11 3 5-16,-12 0 0 0,-12 3 2 15,-12 4 4 1,-12 8 0-16,0 4 6 0,0 11 9 16,0 5 8-16,0 0-12 15,-24 0-7-15,-12 5-9 16,0 24-1-16,-8 2 0 15,17 11 0-15,7 3 1 16,16-2-1-16,4 3-1 16,0-4 0-16,0-4 0 15,28-2 1-15,19-6-2 16,9-5-3-16,0-7 3 16,4-11 2-16,-1-4-3 15,9-3-2-15,-16 0-5 16,3-6-4-16,-7-22 5 15,0-9-5-15,-12-4 3 0,-4 5 10 16,-8-1-1-16,-12 8 2 16,-12 7 0-16,0 5 1 15,0 4 6-15,0 0-6 16,0 5 2-16,-12 8-1 16,-12 0 2-16,16 0 4 15,-8 0-8-15,-4 0-5 16,4 5 5-16,-4 18 0 15,4 0 0-15,8 5-1 16,8-5 0-16,0 7-2 16,0-1 1-16,0-5 2 15,0 3-2-15,0-5 2 16,12-6 0-16,8-7 0 16,-4-2-2-16,4-6 0 0,-4-1-3 15,4 0 2 1,4 0 6-16,7 0-1 0,-3-5-2 15,4-23 0-15,-4-2 3 16,4-4-3-16,-20-4 10 16,12 3-7-16,-12-6-3 15,-4 0 1-15,-8-4 4 16,0-7-5-16,0 2 9 16,0-6-7-16,0 2 7 15,0 11-3-15,0 6 7 16,0 15 6-16,0 8 13 0,0 8-1 15,0 6 6 1,0 0-24-16,0 0-6 0,0 14-4 16,-20 23-3-1,8 17 0-15,0 8 0 16,12 3 3-16,0 2-3 16,0 6-2-16,0-2 2 0,24-9 0 15,23-8-1-15,-11-13-2 16,12-10-1-16,-16-17-1 15,4-11-6-15,-4-3-7 16,-8 0-5-16,11-29 23 16,1-11 7-16,0-7-7 15,-12 2 0-15,-12 7 2 16,-4 15 4-16,-8 7-5 0,0 11 2 16,0 5 1-16,0 0 9 15,0 0-13-15,0 0-1 16,0 5-2-16,0 21 0 15,0-1 2-15,4 2 1 16,8 1 0-16,0-10-2 16,0 2 2-16,0-6 0 15,0-6-2-15,-1-5-3 16,1-3-5-16,8 0-8 16,-8-7 14-16,20-22 4 15,-8-2 3-15,-8 2 1 16,4 3-2-16,-8 12 0 15,-8 8-1-15,-4 5 0 0,0 1 2 16,0 0-2 0,12 0-1-16,-4 1-11 0,8 23 10 15,4 2 1-15,11-5 0 16,-15 5-1-16,-8-11 1 16,4-5-2-16,-12-6-1 15,4-4 0-15,4 0 1 16,4 0 0-16,4 0-6 15,8-24 8-15,8 6 2 16,4 0-2-16,-5 9 1 16,-3 2-1-16,-4 7-1 15,0 0-1-15,0 0 1 16,-4 0-4-16,4 1 1 16,-4 16 1-16,-20-5 2 0,0 3 1 15,0-9-7-15,0-5 0 16,0-1-2-16,0 0-7 15,0 0 12-15,0 0 1 16,0 0 1-16,0-18-9 16,0-5-2-16,28-4 9 15,39-8 4-15,-7 4 1 16,20-5-1-16,-21 5 0 16,-3 2-4-16,-16 0-1 15,-20 7 1-15,-16 5 4 16,-4 8 4-16,0 9 5 15,0 0 10-15,0 0-4 16,0 0-12-16,-16 7-3 16,4 12 0-16,4 5-3 15,8-2 3-15,0-2 0 0,0 3-1 16,0-7 1-16,12-7-2 16,12 4 1-16,8-13 1 15,-5 0-4-15,17 0 4 16,-8-3 12-16,0-15-2 15,0 1 3-15,-12 4 0 16,-4 3 4-16,-8 7-3 16,-12 3 4-16,11 0-10 15,-11 0-4-15,20 0-2 16,-4 0-1-16,4 17 0 0,-8 5-1 16,-8-3 3-16,-4 7-3 15,0-1 0-15,0-1-6 16,-28 5-29-16,-39-4-50 15,-17 1-77-15,-28-4-119 16,-7-10-355-16</inkml:trace>
  <inkml:trace contextRef="#ctx0" brushRef="#br0" timeOffset="90082.96">28317 8213 866 0,'0'0'279'0,"0"0"-177"0,0 0-78 0,0 0-24 0,0 0 0 15,0 0-167-15,310-64-354 16</inkml:trace>
  <inkml:trace contextRef="#ctx0" brushRef="#br0" timeOffset="91072.54">21588 9364 1033 0,'0'0'87'0,"0"0"-25"0,0 0-3 0,0 0-44 16,0 0 21-16,0 0 22 15,442-162-31-15,-184 69-21 0,9-12 4 16,4-14-10 0,-4-5 0-16,-12-1 0 0,-44 13 2 15,-44 21 7-15,-56 20-8 16,-51 31 10-16,-48 10-1 16,-12 15 28-16,0 2-18 15,-56 7-8-15,-15 6-12 16,-1 0-4-16,12 0 4 15,4 0 4-15,13 0-1 16,27 0 1-16,8 0 1 16,8 0 1-16,0 0-1 15,0 0-4-15,36-3 2 0,39-8 3 16,21 2 9 0,11 0-4-16,-3 4-6 0,-25 5-2 15,-15 0-6-15,-20 10 8 16,-20 19-8-16,-24 20 5 15,0 11-2-15,-12 13 4 16,-48 9-1-16,-8 1-3 16,9-3-68-16,3-11-97 15,4-13-146-15</inkml:trace>
  <inkml:trace contextRef="#ctx0" brushRef="#br0" timeOffset="91900.1">24646 7664 943 0,'0'0'243'0,"0"0"-72"0,0 0-50 0,0 0-21 0,0 0-51 15,0 0-43-15,0-47 1 16,0 94-7-16,35 13 7 16,1 4-1-16,-12-6-5 15,-4-5 1-15,-4-7-2 16,-4-12-33-16,8-12-115 16,-16-13-41-16,-4-9-101 15,0 0-21-15,-4-31-107 16,-56-17 326-16,-8-6 92 15,-3-15 330-15,11-10-165 0,16 2 19 16,32 0-42 0,12 6-27-16,0 15-27 0,24 15-40 15,32 13 1-15,8 8-5 16,11 17-7-16,13 3-13 16,11 0-10-16,1 41-3 15,11 10 1-15,-39 9-1 16,-4 13 3-16,-44 3-4 15,-24 1 0-15,0-1-5 16,-36-13-1-16,-28-15 0 16,16-14-2-16,12-15-2 15,13-9-3-15,11-10-5 0,12 0-6 16,0 0-2 0,0-12-8-16,0-16-36 0,0-12 21 15,47-1 14-15,13-3 2 16,16 0 9-16,-13 6-6 15,-7 7 12-15,0 11 5 16,-20 11 3-16,-12 9 22 16,0 0 4-16,-1 0-3 15,1 25 15-15,12 7-9 16,-16 2-1-16,-8 2-17 16,0-1-6-16,-12-4-4 15,0-7-1-15,0-4-66 16,0-6-77-16,0-11-212 0,0-3-462 15</inkml:trace>
  <inkml:trace contextRef="#ctx0" brushRef="#br0" timeOffset="92068.2">25454 7254 1090 0,'0'0'232'0,"0"0"-88"0,0 0-96 0,0 0-48 15,0 0-6-15,0 0-67 16,36 25-65-16,7 10-175 16,5 7-483-16</inkml:trace>
  <inkml:trace contextRef="#ctx0" brushRef="#br0" timeOffset="94024.33">26083 7652 542 0,'0'0'253'15,"0"0"-44"-15,0 0-80 16,0 0-27-16,0 0-31 15,0 0 5-15,0 0-4 0,0 0-17 16,0-11-9 0,-12-7-22-16,12-11 11 0,0-2-10 15,0-11-15-15,0 2 0 16,0 0-1-16,36 9-4 16,8 9-4-16,-9 9-1 15,-7 7-3-15,8 6 3 16,20 0-3-16,0 12 1 15,3 20 2-15,-11-1 3 16,0 6-2-16,-24-10-1 16,-4-7-2-16,-8-7 2 15,-8-8 1-15,-4-1 0 16,0-4 2-16,0 0 4 16,0-7 1-16,8-24-4 0,4-8-4 15,-1 2-1-15,25-2 1 16,-12 13 0-16,0 11 1 15,-4 10-2-15,-4 5 0 16,8 0-6-16,20 0 6 16,-1 18 2-16,5-2-2 15,-12-4 0-15,-12-7-5 16,-12 0-1-16,0-5-5 16,-12 0 7-16,12 0 4 15,20-22 1-15,-5-12 6 16,5 3-6-16,-4 1 2 15,-4 7 0-15,-12 10-1 16,-4 11-2-16,-8 2 0 0,12 0 0 16,12 0-6-1,20 7 7-15,3 10-1 0,1-3-4 16,-12-8 8-16,12-3-6 16,-16-3-2-16,-5 0 2 15,5-9 3-15,-8-23 2 16,-12-3-1-16,8-3 5 15,-20 3-4-15,0 2 2 16,0 8 2-16,0 13 2 16,0 6-4-16,0 6-3 15,-20 0-1-15,-4 18-3 16,4 21 1-16,8 7-3 0,12 2 1 16,0 1 4-16,0-9 0 15,32-7-5-15,16-5 3 16,0-11-8-16,-4-12-2 15,-9-5-1-15,9 0 1 16,-4-5 11-16,8-31 1 16,-4 0 8-16,-8 2-8 15,-5 7 4-15,-7 13-2 16,-8 8-1-16,-8 6-2 16,-4 0 1-16,4 0-5 15,8 0 1-15,4 0 4 16,-8 9 0-16,12 1 0 15,-12-5 0-15,-12-1 0 0,12-4 0 16,-4 0 2-16,-4 0-1 16,8 0 0-16,11-4 5 15,1-7-6-15,8-1 0 16,-16 11 1-16,4-2-2 16,-8 3 1-16,0 0-4 15,12 0 3-15,-12 0 1 16,8 0 0-16,7 0-3 15,5-4 9-15,4-12-6 16,12 1 2-16,0-14-1 16,-12-3-1-16,7-3 1 15,1-5 3-15,-4-1-2 16,-4 15-1-16,-12 6-1 16,-4 14 0-16,-16 6 0 0,4 0-2 15,4 0-3-15,-1 6-6 16,21 19 11-16,-8 1-1 15,0 3 1 1,-8-2 0-16,-8 2 1 0,-8 3-1 16,0-2 0-16,0-5-2 15,-44-3 2-15,-4-6-10 16,5-7 0-16,19-3 5 16,8-6 5-16,8 0 0 15,8 0 1-15,0 0 5 0,0 0-6 16,0-6-6-1,36-23-2-15,19-2 6 16,13-7 2-16,-4-3 2 0,3-2 0 16,-11 6-2-1,-4 6 6-15,-8 5-6 0,-12 10 2 16,-20 7 8-16,-8 4 9 16,-4 5-10-16,8 0-9 15,-5 0-1-15,9 23-1 16,0 5 2-16,8-1 1 15,-4 1-1-15,4-6-2 16,-8-3-1-16,12-9-4 16,-24-7 3-16,24-3 2 15,-12 0-2-15,20-7 4 16,3-22 3-16,5 1-2 0,4 0 2 16,-8 1-2-16,-4 9 0 15,-8 5 0-15,-12 8-1 16,-12 5 1-16,4 0-1 15,-4 0 0-15,12 0-2 16,7 16 1-16,5 4 2 16,8 0-1-16,-8-3 0 15,0-5-1-15,-8-2-5 16,-8-8 3-16,4-2-1 16,0 0 3-16,4 0 0 15,4-10 1-15,15-10 6 16,-11-7-6-16,12-1 1 15,0 1 0-15,-12 9-1 16,-4 5 1-16,-8 4 0 16,0 6-1-16,-12 1 0 0,20 2 0 15,-5 0-2-15,9 0-6 16,0 0 8-16,0 0-1 16,-4 5-2-16,-4 1 3 15,-8-3 0-15,16 1 0 16,-12 0 0-16,0-4 0 15,12 0 1-15,7 0 1 16,5 0-2-16,12 0 0 16,0-8 2-16,0-1-2 15,-1 6 0-15,-3 1-2 16,-12 2 1-16,-8 0 1 16,-8 0-2-16,-4 0 0 0,-4 0-23 15,-8 0-54-15,0 0-51 16,0 0-47-16,-24 0-290 15</inkml:trace>
  <inkml:trace contextRef="#ctx0" brushRef="#br0" timeOffset="94186.86">28639 6502 1287 0,'0'0'161'0,"0"0"-53"0,0 0-88 16,0 0-20-16,0 0-16 0,0 0-79 16,24 35-400-16</inkml:trace>
  <inkml:trace contextRef="#ctx0" brushRef="#br0" timeOffset="96634.01">7577 10967 763 0,'0'0'142'0,"0"0"39"0,-60-172-71 0,40 137-6 15,4 15-17-15,8 11-18 16,4 7-10-16,4 2-23 16,-8 0-18-16,8 0-18 15,0 31-8-15,0 23 8 0,0 28 3 16,0 27 4-1,0 17 1-15,0 14 1 16,12 10 3-16,8 4-8 0,4 12-1 16,0 8 0-16,0 7-2 15,-1 2-1-15,1-4 4 16,0-4-2-16,-4-7 0 16,-4-15 1-16,8-7 1 15,-4-10-2-15,-4 0-1 16,-8 8 2-16,-8 5 2 15,0-13-5-15,0-15 1 16,0-26 1-16,0-24-2 16,0-22 0-16,0-16 1 15,0-15-1-15,0-4 0 16,0-13-1-16,0-1 1 0,0 5 0 16,0-2-33-16,0 8-105 15,0 9-86-15,0 12-184 16</inkml:trace>
  <inkml:trace contextRef="#ctx0" brushRef="#br0" timeOffset="97283.74">7413 14382 715 0,'0'0'225'0,"0"0"-120"0,0 0-28 0,0 0-10 16,0 0-29-16,0 0 12 16,0-99-29-16,72 84-4 15,20 0 4-15,39-1 2 16,20-4 4-16,20 1 0 15,29 2-6-15,22 2-11 16,13-3 6-16,44 0-3 16,24-3 3-16,15 1 5 15,21 6 9-15,47-3-14 16,8 6-8-16,4 7-6 16,12-1 2-16,-23 5-4 15,-5 0-1-15,-28 0 0 16,-27 0 1-16,-57 0 0 15,-51 0 4-15,-67 0 16 0,-69 0-6 16,-39 0-4-16,-40 0 2 16,-4 0 10-16,0 0-3 15,0 0-7-15,0 0-10 16,0 0 0-16,0 0-2 16,-4 0-10-16,-8 0-31 15,12 0-39-15,0 0-49 16,-8 0-58-16,-4 8-132 15,0 8-263-15</inkml:trace>
  <inkml:trace contextRef="#ctx0" brushRef="#br0" timeOffset="97783.98">13421 13711 1188 0,'0'0'139'0,"0"0"29"0,0 0-86 0,0 0-37 15,0 0 15-15,0 0-32 16,-131-68-27-16,143 68-1 16,48 12-8-16,19 17 8 15,25 3 13-15,-9 0-7 16,1-4-5-16,-16 6-2 15,-13-1-1-15,-15 1 2 16,-20 1 2-16,-20-1 0 16,-12 7 3-16,0 5-2 15,-20-2 4-15,-40 5-11 16,-11 0 4-16,15 6 0 16,4 6-5-16,-4 12-10 0,21 3-34 15,-9 9-31-15,-4 0-43 16,-12 5-62-16,16-15-156 15,5-10-412-15</inkml:trace>
  <inkml:trace contextRef="#ctx0" brushRef="#br0" timeOffset="98052.55">13899 14669 1099 0,'0'0'182'16,"0"0"2"-1,0 0-84-15,0 0-68 0,0 0-20 16,0 0-7-16,148 53 15 16,-77-10-4-16,1 6-13 15,0-6-3-15,-17 0-5 16,-7-2-3-16,-4-14-52 15,-20-3-78-15,-24-14-96 16,0-10-256-16</inkml:trace>
  <inkml:trace contextRef="#ctx0" brushRef="#br0" timeOffset="98234.74">14297 14525 1040 0,'0'0'214'16,"0"0"-14"-16,0 0-99 15,0 0-44-15,0 0-29 16,0 0-15-16,-294 213 5 16,222-125-7-16,0 2-11 15,17-4-5-15,-1-3-2 16,16-15-78-16,8-10-99 16,-15-14-69-16,11-18-253 15</inkml:trace>
  <inkml:trace contextRef="#ctx0" brushRef="#br0" timeOffset="98550.6">14680 14903 701 0,'0'0'572'16,"0"0"-393"-16,0 0-38 15,0 0-76-15,0 0-22 0,0 0-24 16,0-9-19 0,0 43 3-16,0 14 2 0,0 0-1 15,0-2-4-15,0 3 0 16,0-6-9-16,0-4-68 15,0 4-97-15,0-6-122 16,-8-15-508-16</inkml:trace>
  <inkml:trace contextRef="#ctx0" brushRef="#br0" timeOffset="99467.16">7294 10617 863 0,'0'0'238'0,"0"0"-92"0,0 0-110 0,0 0-25 16,0 0 18 0,-175 168 20-16,119-98-30 0,20-9-5 15,4-17 7-15,8-14 6 16,12-19-25-16,12-11 0 15,0 0 3-15,0-3 26 16,0-35 39-16,0-13-64 16,44-10-6-16,16-10-6 15,20 8 3-15,-9 7 3 16,-11 9 6-16,0 12-6 16,-24 15 3-16,-17 11-1 15,5 9 2-15,12 0-4 0,0 25-1 16,12 20 1-1,-4 5 3-15,-21 5 0 16,1 5-1-16,0 0-2 0,-16-3-5 16,4-2-98-16,-8-15-85 15,4-12-167-15,4-14-381 16</inkml:trace>
  <inkml:trace contextRef="#ctx0" brushRef="#br0" timeOffset="99733.61">7883 10315 1104 0,'0'0'223'0,"0"0"-62"16,0 0-77-16,0 0-51 15,0 0-29-15,0 0 19 16,199 72 0-16,-107-31-9 15,-9-1-9-15,-15-2-5 16,0-4-1-16,-20-5-13 16,-13-7-43-16,-23-10-60 15,0-4-53-15,0-8-40 16,-12 0-120-16,0-13-120 16</inkml:trace>
  <inkml:trace contextRef="#ctx0" brushRef="#br0" timeOffset="99903.12">8357 10351 593 0,'0'0'253'0,"0"0"-19"0,0 0-48 16,0 0-56 0,0 0-32-16,0 0-51 0,-80-15-43 15,68 61-1-15,-8 14 0 16,-3-2-2-16,-1-2 1 16,0 5-4-16,0-7-7 15,12-13-100-15,12-17-74 16,0-20-106-16,0-4-18 15,48-6-140-15</inkml:trace>
  <inkml:trace contextRef="#ctx0" brushRef="#br0" timeOffset="100133.81">8373 10633 93 0,'0'0'340'0,"0"0"-122"15,0 0-47-15,0 0-14 0,0 0-63 16,314-73-9 0,-278 73-26-16,-16 22-17 0,-8 13-18 15,-12 10-9-15,0-2 21 16,0 5-4-16,0-6 1 15,0-14-8 1,0-6-7-16,0-9-7 0,0-12-1 16,0 5-2-16,0-6 20 15,16 0-16-15,40 0 19 16,11-10-24-16,9-12-7 16,-8-4-26-16,15 10-93 15,-27 1-69-15,12 4-322 16</inkml:trace>
  <inkml:trace contextRef="#ctx0" brushRef="#br0" timeOffset="120766.52">29181 11052 929 0,'0'0'29'0,"0"0"47"0,0 0-44 16,0 0-29-16,0 0 59 15,0 0 17-15,0 0-34 16,0 0-21-16,-48 6-5 0,48-6-14 16,20 0 4-16,67 0-1 15,65-2 16-15,67-34-3 16,51-15-14-16,33-8-4 15,15 1-2-15,-19-3 1 16,-28 6-2-16,-12 3 0 16,-36 8-7-16,-28 7 7 15,-56 6 0-15,-55 11-2 16,-25 8 2-16,-27 3-1 16,-20 6-13-16,-8-1-19 15,-4 4-51-15,0 0-92 16,-48 0-118-16,-35 23-428 0</inkml:trace>
  <inkml:trace contextRef="#ctx0" brushRef="#br0" timeOffset="148067.01">16225 9721 714 0,'0'0'165'0,"0"0"-54"0,0 0-18 0,0 0-46 16,0 0-5-16,0 0-1 16,0 0-2-16,0 0-2 15,0 0 2-15,187 20 24 16,-36-20-27-16,12 0-11 15,32 0-14-15,16 0 2 16,-8 0-7-16,4 0 5 16,-19 0-5-16,-13 0-5 15,-12 0 9-15,-32 3-6 16,-15 0 0-16,-33 0-2 16,-27 0 2-16,-8-3 0 15,-24 4-4-15,-12-4 0 0,-4 0 0 16,-8 0 0-16,0 0-7 15,0 0-26-15,0 0-41 16,0 7-67-16,4-1-142 16,-4-6-200-16</inkml:trace>
</inkml:ink>
</file>

<file path=ppt/ink/ink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10-29T11:09:12.654"/>
    </inkml:context>
    <inkml:brush xml:id="br0">
      <inkml:brushProperty name="width" value="0.05292" units="cm"/>
      <inkml:brushProperty name="height" value="0.05292" units="cm"/>
      <inkml:brushProperty name="color" value="#FF0000"/>
    </inkml:brush>
  </inkml:definitions>
  <inkml:trace contextRef="#ctx0" brushRef="#br0">8245 5826 738 0,'0'0'211'0,"0"0"-107"0,0 0-1 0,0 0-33 16,0 0-9-16,0 0-1 0,0 0-29 16,0 0-15-16,-107 1-16 15,131-1 4-15,71 0 9 16,33 0 24-16,19 0-7 15,20 0-18-15,-3-9-10 16,11 4 3-16,-24 5-3 16,0-3 0-16,-23 3-1 15,-21 0 1-15,-11 0-2 16,-28 0 0-16,-13 0 0 16,-31 3 0-16,-8 1 3 15,-16-4-3-15,0 1 4 16,0-1-3-16,0 5-1 0,0-5 6 15,0 0-4-15,0 0 5 16,0 0-7-16,0 0-4 16,0 3-32-16,0-2-94 15,0 4-57-15,0 1-198 16</inkml:trace>
  <inkml:trace contextRef="#ctx0" brushRef="#br0" timeOffset="800.71">20756 5201 305 0,'0'0'549'0,"0"0"-335"0,0 0-90 16,0 0-56-16,0 0-38 16,0 0-19-16,0-17-10 15,23 43-1-15,1 2 16 16,-4 4 7-16,-8-1 11 0,-8-6-12 15,8-5-10-15,0-9 0 16,0-3-2-16,0-8-2 16,0 0 5-16,20 0 19 15,27-22 21-15,25-20-13 16,16-5-31-16,-5-4-8 16,-15 7-1-16,3 3-5 15,1 3-13-15,12 5-79 16,-5-1-100-16,1-1-331 15</inkml:trace>
  <inkml:trace contextRef="#ctx0" brushRef="#br0" timeOffset="7717.1">4726 8571 191 0,'0'0'315'0,"0"0"-175"0,0 0-47 15,0 0 57-15,0 0-26 16,0 0-32-16,0 0-2 16,0-37-42-16,0 34 4 15,0 3-8-15,0 0-2 16,0 0 3-16,0 0-26 16,0 0-10-16,0 0-2 15,0 0-2-15,48-4-3 0,35-1 18 16,-3-6-15-16,11 7 3 15,17-3 2-15,19-4 5 16,29 2-12-16,19 0 7 16,8 2 4-16,-4 5-9 15,-8 2-4-15,-15 0 1 16,-9 0-2-16,-16 0 0 16,-15 9-3-16,-21 5 3 15,-3 1 0-15,15-8 0 16,-3-3 2-16,3-4 13 15,-15 0 4-15,0 0-3 16,-21 0-1-16,-15 0-10 16,-16 6 14-16,-8-1-9 0,-9-3-2 15,1-2-4-15,-24 0 1 16,12 3 1-16,-12-3-4 16,0 0 3-16,0 0-4 15,0 0 4-15,0 0-5 16,0 0 5-16,0 0-5 15,0 0-9-15,0 0-32 16,0 7-69-16,0 3-119 16,-12-10-277-16</inkml:trace>
  <inkml:trace contextRef="#ctx0" brushRef="#br0" timeOffset="11004.99">12940 8591 552 0,'0'0'130'0,"0"0"-34"0,0 0 39 0,0 0-34 15,0 0-9-15,0 0-3 0,0 0-47 16,-48-16-7-16,48 16-11 16,0 0-5-16,0 0-12 15,0-4 1-15,0 1-6 16,60-3 0-16,35-8 12 16,21 10-4-16,11-6-4 15,4 7-4-15,21 3 4 16,7 0-3-16,8 0 5 15,4 0-2-15,5 0-3 16,-13 3 0-16,-20 7-3 16,-15-1 0-16,-13 0 4 15,-19 4-3-15,-1-1 0 16,-27-1-1-16,-12-2 3 16,-20-3 1-16,-21 0 9 15,5-6 1-15,-16 0 11 0,-4 4-19 16,0-4 8-16,0 0-2 15,0 0-4-15,0 0-1 16,0 0-7-16,0 0 0 16,0 0-1-16,0 0-37 15,12 3-91-15,32 4-17 16,12-2-137-16,15-5-177 16</inkml:trace>
  <inkml:trace contextRef="#ctx0" brushRef="#br0" timeOffset="11883.58">18864 8599 648 0,'0'0'110'0,"0"0"59"0,0 0-8 0,0 0-55 15,0 0-55-15,0 0-12 16,-16-8-26-16,16 8-9 16,48 0-2-16,48 0 26 15,35 0 1-15,20-6-16 16,13-4 3-16,7-3-10 16,4 4-3-16,0 3-3 15,-12-1 1-15,-23 7-1 16,-29 0 0-16,-23 0 0 15,-28 0 3-15,-25 0-3 16,1 0-7-16,-24 0 7 0,-12 0 1 16,0 0 1-16,0 0-4 15,0 0 2-15,0 0-58 16,0 0-95-16,0 7-194 16</inkml:trace>
  <inkml:trace contextRef="#ctx0" brushRef="#br0" timeOffset="24583.74">18900 9579 773 0,'0'0'133'0,"0"0"40"16,0 0-99-16,0 0-19 0,0 0 5 16,0 0-24-16,0 0-15 15,0 0-15-15,-24 6-3 16,84-6-3-16,43 0 20 16,37-10-11-16,11-6 3 15,12 4-3-15,5 2-7 0,3 7-2 16,4 3 8-16,4 0-6 15,4 0-2-15,-15 0 1 16,-9 0-2 0,-20 0 2-16,-31 13-1 15,7-7 1-15,-19 4 1 0,-13-3-2 16,-15-2 0-16,-12-1 0 16,-20-4 3-16,-9 0-3 15,-7 0 0-15,-8 0-2 16,0 0 2-16,0 0 0 15,0 0-36-15,12 0-143 16,-12 0-250-16</inkml:trace>
  <inkml:trace contextRef="#ctx0" brushRef="#br0" timeOffset="40786.15">18243 10589 531 0,'0'0'247'0,"0"0"-117"0,0 0-34 0,0 0-36 16,0 0-19-16,0 0-12 15,0 0-6-15,187 0 10 16,-67 0 3-16,27 0-6 16,16-7 5-16,16 1-12 15,-7 6-11-15,-9 0-3 16,-20 0-3-16,-15 0-1 15,-13 0-4-15,-19 0 6 0,-29 0 3 16,-15 0-3 0,-20 0-2-16,-20 0 2 0,0 0-4 15,-12 0-3-15,12 0 0 16,0 0 0-16,20 0-2 16,19 2-45-16,41 2-106 15,47-4-130-15,37 0-421 16</inkml:trace>
  <inkml:trace contextRef="#ctx0" brushRef="#br0" timeOffset="41183.79">23340 10419 624 0,'0'0'345'0,"0"0"-147"0,0 0-71 16,0 0-59-16,0 0 0 15,0 0-18-15,-48-12-30 16,48 12-7-16,0 0-6 0,0 0 1 15,12 0-5-15,55 0 16 16,17 0 8-16,20 0-15 16,-9 0-11-16,1 0 0 15,-5 0-1-15,-23 0 0 16,-20 0 0-16,-4 0 0 16,-21 2-4-16,-11 2-32 15,-12-4-52-15,0 4-31 16,0-2-99-16,-8 3-234 15</inkml:trace>
  <inkml:trace contextRef="#ctx0" brushRef="#br0" timeOffset="43617.3">27098 784 734 0,'0'0'272'0,"0"0"-64"0,0 0-95 15,0 0-41-15,0 0-21 16,0 0-23-16,-12-22-25 16,28 37-3-16,40 20 26 0,0 7 7 15,3-4-10 1,-11 6-17-16,0-2 1 0,-4-4-3 15,-8-4-5-15,-13-5 3 16,-7-4-4-16,-8-6-3 16,4-7-11-16,-12-8-34 15,12-4-37-15,-12 0-7 16,0 0-4-16,0-28-126 16,0-7-4-16,0-3-55 15,0-4-52-15,0 4 289 16,0-2 46-16,0 1 285 15,0 5-98-15,0 5-46 16,0-1-12-16,0 6-12 16,0 7-10-16,0 7-8 15,0 10-8-15,0 0-30 16,0 0-29-16,0 5-22 0,0 32-8 16,-24 14 26-16,-11 6 2 15,-21 7-6-15,-16-2-16 16,4-1-1-16,17-10-7 15,7-6 0-15,20-18-13 16,24-5-59-16,0-7-24 16,0-10-64-16,0-1-90 15,12-4-89-15</inkml:trace>
  <inkml:trace contextRef="#ctx0" brushRef="#br0" timeOffset="43916.51">27990 1041 110 0,'0'0'776'0,"0"0"-547"0,0 0-86 0,0 0-68 16,0 0-18-16,0 0-17 15,0 15-26-15,0 22 33 16,0 4-8-16,0 3-7 16,-12 5-14-16,-4 0-3 15,-4 4-15-15,4-5 1 0,4-9-1 16,4-7 0-16,8-9-21 16,0-8-64-16,0-9-76 15,24-6-128-15,36 0-164 16</inkml:trace>
  <inkml:trace contextRef="#ctx0" brushRef="#br0" timeOffset="44300.29">29539 905 1075 0,'0'0'217'16,"0"0"-72"-16,0 0-21 15,0 0-64-15,0 0-21 16,0 0-30-16,-32-13-7 15,32 44-2-15,48 14 15 16,8 8-3-16,3 5 0 16,1-2-5-16,8 4-5 0,-21-5-1 15,9-8 1-15,-28-6-2 16,-4-9-1-16,0-12-18 16,-16-4-42-16,4-12-64 15,-12-4-75-15,0 0-195 16</inkml:trace>
  <inkml:trace contextRef="#ctx0" brushRef="#br0" timeOffset="44567.14">29869 898 659 0,'0'0'247'15,"0"0"-30"-15,0 0-65 16,0 0-78-16,0 0-31 15,0 0-31-15,-47 12-8 0,35 29 41 16,-8 4 3 0,-8 9-20-16,-28 3-10 0,-4-3-2 15,1 1-12-15,3-10-4 16,8-9-3-16,24-6-12 16,16-14-38-16,8-11-41 15,0-5-19-15,0 0-81 16,44 0-37-16,24-19-52 15,3-13-298-15</inkml:trace>
  <inkml:trace contextRef="#ctx0" brushRef="#br0" timeOffset="44833.48">30128 1135 369 0,'0'0'247'0,"0"0"-69"16,0 0-65-16,0 0 0 16,0 0-36-16,0 0-16 15,335 23 10-15,-311 0-31 16,-13 6-12-16,-11 2-10 15,0 4-1-15,0 1 0 16,-8-2-3-16,-19 0 7 16,3-4-1-16,4-12-9 15,16-8-1-15,4-7 0 16,0-3-9-16,0 0 12 16,24 0 1-16,16 0 6 0,15 0-13 15,1-10-6 1,4-2-1-16,-1-4-15 0,13-7-46 15,-12 3-49-15,-4 3-99 16,-1 3-210-16</inkml:trace>
  <inkml:trace contextRef="#ctx0" brushRef="#br0" timeOffset="47733.71">28989 242 842 0,'0'0'136'0,"0"0"34"0,0 0-64 0,0 0-37 16,0 0-30-16,0 0-20 15,0 0-19-15,-67 37 0 0,67 48 18 16,0 36 20-16,0 28 7 16,0 24-2-16,0 5-23 15,0 2-11-15,0-2-4 16,0 0-1-16,-8-7 0 15,-8-9-4-15,-8-12 0 16,4-12-47-16,16-7-49 16,-8-13-70-16,4-11-256 15</inkml:trace>
  <inkml:trace contextRef="#ctx0" brushRef="#br0" timeOffset="60017.38">10929 12330 813 0,'0'0'180'0,"0"0"21"0,0 0-103 0,0 0-17 15,0 0 7-15,0 0-37 16,0 0-17-16,-84 0-14 15,84 0-5-15,0 0-15 16,52 0 1-16,52 0 4 16,59 0 14-16,12 0-8 15,24-6-3-15,8-3-8 16,4 3 2-16,0 3-1 16,0-2 0-16,-12 5-1 15,-23 0 1-15,-25 0-1 16,-20 0 0-16,-27 0 2 15,-25 0-2-15,-7 0-1 16,-28 0 1-16,-8 0 3 16,-20 0-3-16,-8 0 3 0,-8 0-3 15,0 0 0-15,0 0-1 16,0 0-86-16,0 5-109 16,-24-2-149-16</inkml:trace>
  <inkml:trace contextRef="#ctx0" brushRef="#br0" timeOffset="66789.83">11283 13423 478 0,'0'0'246'0,"0"0"-82"0,0 0 3 16,0 0-45-16,0 0-32 16,0 0-15-16,0 0-11 0,-258 0-19 15,258 0-25-15,0 0-20 16,8 0 0-16,87 3 0 16,60 1 7-16,52-4 12 15,48 0-12-15,8 0-2 16,12 0-4-16,-4 0 2 15,-5 0 1-15,-19 0-4 16,-36 0 1-16,-36 0-2 16,-43 0 2-16,-29 0-1 15,-35 0 0-15,-32 0 0 16,0 0 1-16,-24 0-2 16,-12 0 1-16,0 0-4 15,0 0-49-15,0 9-119 0,-36-4-283 16</inkml:trace>
  <inkml:trace contextRef="#ctx0" brushRef="#br0" timeOffset="75533.92">2763 7669 548 0,'0'0'352'0,"0"0"-277"16,0 0 18-16,0 0 1 0,0 0-15 15,0 0-31-15,0 0-20 16,-140-94-4-16,117 94-9 15,-1 0-9-15,-20 0-1 0,-16 15-5 16,0 18 1-16,-11 12 1 16,-9 6 0-16,24 5-2 15,5 11 6-15,7 5 1 16,20 9-7-16,0 8 9 16,12 0-2-16,4 9-2 15,8 5 3-15,0 7-6 16,0-7-1-16,0-1-1 15,0-8 1-15,8-2 0 16,16-4-1-16,-12-14-3 16,0-2 3-16,0-10-1 15,-12-7 2-15,0-4-1 16,0-10 5-16,0-9-5 16,0-7 0-16,-12 1 5 15,-12-10-2-15,-8-1-1 0,4-4 6 16,-4-7-7-16,5-4 9 15,-5 0-6-15,8 0 7 16,0 0 13-16,12 0 0 16,12-10-8-16,0 5-10 15,0 3-3-15,0-2-1 16,0 4-2-16,0 0-8 16,24 0-3-16,12 6 10 15,19 36-1-15,-7 13 2 16,-12 26 0-16,-12 15 1 15,-12 12 0-15,-12 13 2 0,0 1 0 16,0-5 0-16,0 5-2 16,0-11 5-16,-24-3 5 15,0-6-5-15,4-5 1 16,-4-4-2-16,0-4-2 16,1 4-2-16,-1-9 1 15,12 3-1-15,0-10 7 16,12-2 1-16,0-4-5 15,0 1-1-15,0-3-2 16,0 8 0-16,24-4 9 16,8 7-10-16,-5 5 4 15,5 11 11-15,-8 2-11 0,12 4 3 16,0 1 0 0,0 3-4-16,-1-1 2 15,-3-1-1-15,4-6 0 0,0 1 2 16,-4-9-6-16,-4-8 1 15,16-6-1-15,3 0 7 16,13-5-3-16,0-18-2 16,-5-15-2-16,1-18 0 15,-16-18 4-15,16-2-4 16,11-9 0-16,17-50-5 16,20-24-75-16,-9-23-93 0,1-8-169 15</inkml:trace>
  <inkml:trace contextRef="#ctx0" brushRef="#br0" timeOffset="76367.41">6593 6956 933 0,'0'0'193'0,"0"0"-68"0,0 0-11 0,0 0 8 15,0 0-31-15,0 0-57 16,0 0-28-16,-32-14-6 16,32 48 0-16,32 0 7 15,-4 0 5-15,-4-8-5 16,0-7 0-16,8-6-1 16,3-13-3-16,25 0 7 15,32-19 2-15,35-40 3 16,24-13-9-16,17-13-6 0,-5 0 0 15,-12 5-4 1,-23 12-20-16,-21 17-20 0,-27 15-20 16,-9 11-43-16,-27 6-76 15,-20 12-249-15</inkml:trace>
  <inkml:trace contextRef="#ctx0" brushRef="#br0" timeOffset="84584.62">3583 16011 407 0,'0'0'534'0,"0"0"-456"0,0 0 30 0,0 0-16 16,0 0-16-16,0 0-25 15,0 0-30-15,-84 11-12 16,120-16 7-16,72-26 22 15,39-15-3-15,16-5-19 16,13 0-3-16,-13 5-11 16,-12 8 2-16,-31 7-4 0,-29 11 0 15,-39 5 1 1,-20 11 0-16,-20 4 0 0,-12 0-1 16,0 0 0-16,0 0 0 15,0 0 0-15,0 0 0 16,0 0-17-16,0 0-49 15,12 0-127-15,-12 11-42 16,0 6-263-16</inkml:trace>
  <inkml:trace contextRef="#ctx0" brushRef="#br0" timeOffset="85506.88">3583 17839 525 0,'0'0'335'0,"0"0"-231"0,0 0 35 0,0 0-8 16,0 0-45-16,0 0-24 15,-143 29-29-15,143-29-9 16,0 0-11-16,0 0 6 16,4 0-6-16,63-12 3 0,29-16 8 15,27-10-11-15,-3 5-9 16,-13 4 0-16,-15 7-4 15,-9 4 1-15,-15 2-1 16,-20 7 0-16,-12 2 0 16,-12 3-5-16,0 4-28 15,-1 0-59-15,-3 0-34 16,-8 0-124-16,0 0-194 16</inkml:trace>
  <inkml:trace contextRef="#ctx0" brushRef="#br0" timeOffset="90000.77">16702 16066 687 0,'0'0'148'0,"0"0"-12"0,0 0-22 16,0 0-38-16,0 0 14 0,0 0-7 15,0 0-59-15,-95 0-8 16,95 0-3-16,0 0-6 15,0 0-2-15,0 0 8 16,59 0-5-16,37 0 16 16,43 0 13-16,13 0-15 15,11 0-6-15,12 0 0 16,0 0-7-16,24 7 3 16,8 10 5-16,-7 3-8 15,15-6-8-15,4 6 4 16,3 0-2-16,-3-2-3 15,-19-1 3-15,-21-5 3 0,-16-2-4 16,-12-6 4 0,1 1-4-16,-1-2 8 0,0-3 0 15,-19 0 2-15,-9 0-8 16,-16 0-4-16,-11 0 4 16,-16 0-4-16,3 0 4 15,-35 0-6-15,-4 0 7 16,-8 0-4-16,-12 0 0 15,-12 0 3-15,-12 0 1 16,0 0-4-16,0 0 2 16,0 0-2-16,0 0-2 15,-4 0-13-15,-40 0-107 16,-12 0-217-16,8 0-793 16</inkml:trace>
  <inkml:trace contextRef="#ctx0" brushRef="#br0" timeOffset="105785.42">20079 17944 535 0,'0'0'194'0,"0"0"-57"0,0 0-7 16,0 0-21-16,0 0-2 15,0 0-13-15,0 0-41 0,-104 0-5 16,104 0-6-16,0 0-16 16,56 0-5-16,59 0 4 15,37-5 6-15,15-10-14 16,16 4-11-16,4-1-6 15,-8 4 3-15,-3 5 1 16,-1 3-4-16,-16 0-2 16,-16 0 2-16,-11 0 8 15,-5 0-8-15,-11 0 0 16,-13 11 0-16,-11-6 4 16,-21 2 8-16,-23-1-5 0,-12-1-2 15,-12-5 6 1,-12 0-5-16,0 0 6 15,-4 0 0-15,-8 0-2 0,4 0 2 16,4 0-6-16,-4 0-5 16,-4 0 0-16,8 0 0 15,4 0-1-15,3 0-5 16,5 0-19-16,28 0-45 16,-4 4-73-16,16 0-52 15,-1-2-160-15,9-2-546 16</inkml:trace>
  <inkml:trace contextRef="#ctx0" brushRef="#br0" timeOffset="107617.01">8433 18840 644 0,'0'0'329'0,"0"0"-229"0,0 0 19 0,0 0-71 0,0 0 27 16,0 0-18-16,-156 0-21 15,156 0-12-15,0 0-11 16,36 0-6-16,72 0 12 15,51-3 19-15,32-20-15 16,16 5-13-16,-8 2-7 16,12 3 2-16,-36 4-4 15,1 2 2-15,-45 5 2 16,-16 2-5-16,-35 0 2 16,-8 0 0-16,-29 0 0 15,-19 0 3-15,-12 0-5 16,-12 0 5-16,0 0-5 0,0 0 3 15,0 0-3-15,0 0-1 16,0 0 0-16,0 9-29 16,0 4-80-16,0 5-69 15,0-4-215-15</inkml:trace>
  <inkml:trace contextRef="#ctx0" brushRef="#br0" timeOffset="109216.49">12988 18849 503 0,'0'0'342'0,"0"0"-174"0,0 0 25 0,0 0-86 16,0 0-22-16,0 0 6 16,0 0-32-16,-120 11-28 15,120-11-13-15,0 0 5 16,36 0-10-16,95 0-1 0,68-13 1 15,68-11-12 1,24 4 2-16,11 9 1 0,-19 8-3 16,-24 3 0-16,-16 0 1 15,-12 0 0-15,-40 13 0 16,-16 5-2-16,-36-1 0 16,-43-5-1-16,-28-7-1 15,-33 1-1-15,-23-6 3 16,8 0 0-16,-16 0 0 15,4 0-1-15,-8 0-9 16,0 0-55-16,0 9-121 16,0-4-218-16</inkml:trace>
</inkml:ink>
</file>

<file path=ppt/ink/ink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10-29T11:11:12.678"/>
    </inkml:context>
    <inkml:brush xml:id="br0">
      <inkml:brushProperty name="width" value="0.05292" units="cm"/>
      <inkml:brushProperty name="height" value="0.05292" units="cm"/>
      <inkml:brushProperty name="color" value="#FF0000"/>
    </inkml:brush>
  </inkml:definitions>
  <inkml:trace contextRef="#ctx0" brushRef="#br0">6446 5670 802 0,'0'0'129'0,"0"0"8"15,0 0-54-15,0 0 1 0,0 0-34 16,0 0-19 0,0 0-16-16,0 0-6 0,44 29 8 15,75-26 34-15,8 3-26 16,37-2 0-16,-1-1-16 16,24-3 6-16,-12 0-10 15,-12 0-4-15,-23 1-1 16,-25 4 2-16,-31-2-2 15,-12-1 0-15,-29-2 1 16,-7 4 1-16,-20-4 4 16,4 0-5-16,-8 4-1 15,0-4 0-15,0 0-20 0,12 0-39 16,0 2-47-16,12 1-100 16,7 1-125-16,17-4-325 15</inkml:trace>
  <inkml:trace contextRef="#ctx0" brushRef="#br0" timeOffset="892.83">12916 5736 755 0,'0'0'156'0,"0"0"9"16,0 0-50-16,0 0-14 15,0 0-29-15,0 0-21 16,-80-10-20-16,80 10-13 0,0 0-10 16,0 0 1-1,68 0-1-15,51 0 16 0,33 0-3 16,23-5-13-16,20 0-2 16,4 4-6-16,4-2 0 15,4 3 5-15,-8 0-5 16,-24 0 0-16,-31 0 1 15,-41 0 0-15,-35 0 0 16,-32 0-1-16,-12 0 1 16,-24 0-1-16,0 0 0 15,0 0 5-15,0 0-5 16,0 0-1-16,0 0-2 16,-36 0-20-16,0 12-41 0,4 14-41 15,4-4-81 1,20-4-184-16</inkml:trace>
  <inkml:trace contextRef="#ctx0" brushRef="#br0" timeOffset="2359.6">26366 5736 614 0,'0'0'180'0,"0"0"-23"0,0 0 1 0,0 0-43 15,0 0-9-15,0 0-26 16,-307 0-9-16,299 0-25 15,8 0-17-15,0 0-10 16,8 0-11-16,99 0 1 0,69 0 18 16,59-10-4-1,31-17-12-15,1-2-10 0,-8 0-1 16,-24 7 3-16,-36 5-3 16,-36 8 0-16,-35 9 1 15,-37 0-1-15,-31 0 0 16,-4 0 0-16,-32 0 2 15,-9 0-2-15,-7 0-6 16,-8 0-2-16,0-3-1 16,0 1-17-16,0 2-24 15,-23 0-51-15,-69 0-26 16,-28 13-109-16,-3 5-195 16</inkml:trace>
  <inkml:trace contextRef="#ctx0" brushRef="#br0" timeOffset="4309.83">9364 6983 811 0,'0'0'80'0,"0"0"-11"0,0 0 29 0,0 0-39 16,0 0 2-16,0 0-7 16,-36 32-39-16,132-24 3 15,43-7 33-15,60-1-15 16,44 0-16-16,40 0-5 16,32 0 5-16,23 0-9 15,-8 0-4-15,-27 0 0 16,-36 0-7-16,-12 8 0 15,-52 11 0-15,-32-4 4 16,-52 2 1-16,-35-5 3 16,-36-5 1-16,-16 0-1 15,-20-4 0-15,-12-1 8 16,0-2-8-16,0 0-3 16,0 0 6-16,0 0-2 15,0 0-7-15,0 0-2 0,0 0 0 16,0 0-12-16,11 0-57 15,21 3-76-15,4-3-81 16,4 0-183-16</inkml:trace>
  <inkml:trace contextRef="#ctx0" brushRef="#br0" timeOffset="6342.67">18160 6925 622 0,'0'0'100'0,"0"0"108"0,0 0-70 0,0 0-22 0,0 0-23 15,0 0-35-15,-68 0-20 16,92 0-9-16,79 0-18 16,37 0 25-16,35 0-6 15,0 0-16-15,-12 0-6 16,-7 0 4-16,-29-4-7 15,-24 1-5-15,-43-3 1 0,-24 3-2 16,-12 3 1-16,-24 0-1 16,0 0-27-16,0 0-127 15,-60-22-475-15</inkml:trace>
  <inkml:trace contextRef="#ctx0" brushRef="#br0" timeOffset="12042.66">16328 8571 796 0,'0'0'181'0,"0"0"-59"0,0 0-14 0,0 0 3 0,0 0-46 15,0 0-2 1,0 0-19-16,-131 0-9 0,135 0-22 16,75-3-9-16,61-17 4 15,47 3 8-15,24-3-5 16,24 2-4-16,8 9-4 15,-9-2-1-15,-11 9-2 16,-27 2-2-16,-41 0 2 16,-28 0 0-16,-31 13 0 15,-25-4 0-15,-27-2 0 16,0-1 6-16,-28-6-6 16,-8 1 1-16,-8 3-1 15,0-4-14-15,0 4-52 16,0-2-82-16,0-2-162 15,0 0-425-15</inkml:trace>
  <inkml:trace contextRef="#ctx0" brushRef="#br0" timeOffset="20393.15">16033 8531 282 0,'0'0'420'0,"0"0"-231"0,0 0-32 16,0 0-38-16,0 0 1 16,0 0-43-16,0 0-24 15,-43 0-8-15,43 0-7 16,0 0-4-16,0 0-17 16,0 0-5-16,0 0-5 15,35 0-5-15,45 0 4 0,36 0 7 16,3 0 6-16,8 0-3 15,17 0-11-15,15-4 5 16,8-1-3-16,8-2-3 16,9-1-1-16,-9 7 4 15,-8-5-6-15,-8 6 3 16,-3-4 1-16,-5 1-1 16,-12 3-3-16,5-4 0 15,-9 4 7-15,-4 0-7 16,-3 0 0-16,-9 0-1 15,-3 0 0-15,-9 0 1 16,-3 0-1-16,-13 0 1 16,1 0 1-16,-9 0 0 0,-15 0 2 15,-8 0-3-15,-12 0 0 16,11 0 3-16,1 0 0 16,-12 0-4-16,-4 0 3 15,-9 0 0-15,-3 0 2 16,-8 0-2-16,0 0 3 15,0 0-3-15,-12 0 2 16,0 0-1-16,-12 0-2 16,0 0-2-16,0 0 4 15,0 0-4-15,0 0 0 16,0-4 0-16,-12 3-11 16,-48 1-38-16,-19-4-110 0,-25-5-178 15,8-7-697 1</inkml:trace>
  <inkml:trace contextRef="#ctx0" brushRef="#br0" timeOffset="31076.56">28360 8197 583 0,'0'0'427'0,"0"0"-218"0,0 0-98 0,0 0-36 0,0 0-8 16,0 0-18-16,0 0-10 15,92-2-11-15,-56 28-4 16,0 1 13-16,-9-3-6 16,5-1-10-16,4-7-7 15,-4-5-6-15,-4-5 10 16,16-6-2-16,27 0 1 16,25-26 9-16,31-32-6 0,13-7-13 15,-1-12-6-15,0 4 0 16,-11 12 0-16,-21 7-1 15,1 17-17-15,-21 12-51 16,-11 3-54-16,-8 11-108 16,-9 2-162-16</inkml:trace>
  <inkml:trace contextRef="#ctx0" brushRef="#br0" timeOffset="33794.24">12649 9591 472 0,'0'0'250'0,"0"0"-141"0,0 0 43 0,0 0-32 15,0 0-14-15,0 0-29 16,-179 0-22-16,179 0-23 16,0 0 4-16,0 0-9 15,0 0-15-15,60 0 4 16,71 0 8-16,52 0 19 0,44 0-15 16,28 0-22-1,12 0 1-15,3 0-5 0,9 0 2 16,-32 0-2-16,-24 0-2 15,-36 6 3-15,-40 11-3 16,-39-1 1-16,-28-4 3 16,-33-6-4-16,-19 1 0 15,-8-7 0-15,-20 4 1 16,0-4 1-16,0 0 5 16,0 0-6-16,0 0 3 15,0 0-3-15,0 0-1 16,0 0-16-16,12 0-89 0,24 0-120 15,24 0-230-15</inkml:trace>
  <inkml:trace contextRef="#ctx0" brushRef="#br0" timeOffset="34910.42">20835 9468 306 0,'0'0'297'0,"0"0"-190"0,0 0 77 0,0 0-58 0,0 0-45 16,0 0 33-16,-111 1-52 15,111-1-18-15,0 0-10 16,0 0-6-16,0 0-10 15,43 0 15-15,61 0 12 16,27 0-12-16,41 0-10 16,19 0-7-16,28-1 2 15,28-13-8-15,23-3 5 0,9 6-9 16,0 2 3 0,-12-2-7-16,-17 8-2 0,-19 1 5 15,-8-2-2-15,-12 1-2 16,-16 3 6-1,-27 0-7-15,-29 0 2 0,-32 0-2 16,-31 0 1-16,-28 0-1 16,-24 0 1-16,-12 0 2 15,-8 0 5-15,-4 0 0 16,0 0 1-16,0 0 0 16,0 0-3-16,0 0-3 15,0 0-3-15,0 0-53 0,-28 0-137 16,-8 0-191-1</inkml:trace>
  <inkml:trace contextRef="#ctx0" brushRef="#br0" timeOffset="69193.25">6657 13306 712 0,'0'0'368'0,"0"0"-260"0,0 0 4 15,0 0-20-15,0 0 8 0,0 0-41 16,0 0-26-16,-16-130-28 15,16 130-5-15,0 24 0 16,4 10 10-16,20-3 7 16,-4-4-1-16,-8-7 2 15,11-4-8-15,-11-6-7 16,0-10 3-16,8 0-2 16,20 0 1-16,40-36 6 15,59-21 5-15,16-5-12 16,17-9-4-16,-9 8-1 15,0-1-19-15,12 1-47 16,-8 3-75-16,-7-4-170 16,-29-4-553-16</inkml:trace>
</inkml:ink>
</file>

<file path=ppt/ink/ink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10-29T11:12:38.954"/>
    </inkml:context>
    <inkml:brush xml:id="br0">
      <inkml:brushProperty name="width" value="0.05292" units="cm"/>
      <inkml:brushProperty name="height" value="0.05292" units="cm"/>
      <inkml:brushProperty name="color" value="#FF0000"/>
    </inkml:brush>
  </inkml:definitions>
  <inkml:trace contextRef="#ctx0" brushRef="#br0">2600 4365 213 0,'0'0'684'0,"0"0"-557"0,0 0-25 16,0 0 9-16,0 0-51 15,0 0-31-15,0 0-28 16,0 0 1-16,0-51-2 16,0 61 2-16,35 19 28 15,9 2-13-15,-16 11 5 16,8 5 2-16,-4-1 6 15,-8 0-1-15,0-7-15 16,-5-13-1-16,-7-9-5 16,-8-12-5-16,4-5 10 15,-4 0 2-15,4 0 10 0,28-7 2 16,24-34-14-16,47-24 17 16,17-14-21-16,-5 1-8 15,-3 4 0-15,-21 4 2 16,9 7-3-16,-13 3 1 15,-7 9-1-15,-24 5 2 16,7 12-2-16,-27 12 0 16,-20 6-1-16,4 10 0 15,-24 6 1-15,0-4-1 16,0 4-3-16,0 0-6 16,0 0-13-16,12 0-39 15,-12 0-66-15,12 10-19 16,-12 11-81-16,0 5-234 0</inkml:trace>
  <inkml:trace contextRef="#ctx0" brushRef="#br0" timeOffset="1567.15">2763 5047 771 0,'0'0'146'0,"0"0"-19"0,0 0-35 16,0 0 14-16,0 0-57 16,0 0-43-16,0-24-1 0,24 37-5 15,24 13 45 1,-13 10-14-16,-3 2-8 0,-4 7 7 16,-20-2-8-16,4-1 3 15,0-7-6-15,0-10-8 16,0-11 0-16,0-11-6 15,8-3 2-15,4 0 5 16,23-26 22-16,37-30-7 16,23-24-8-16,17-5-3 15,-17-1-16-15,9 7 0 16,-33 4 0-16,9 10 1 16,-20 8 2-16,-5 9-3 0,-19 14 0 15,-12 12 1 1,-24 13-1-16,-12 8 0 15,12 1-1-15,-12 0 0 0,0 0-9 16,0 0 0-16,0 0-61 16,0 21-49-16,0 14-48 15,0 2-249-15</inkml:trace>
  <inkml:trace contextRef="#ctx0" brushRef="#br0" timeOffset="3089.49">2878 6140 315 0,'0'0'440'0,"0"0"-178"16,0 0-75-16,0 0-72 15,0 0-19-15,0 0-24 16,-91-67-18-16,91 67-8 0,0 0-22 16,0 0-11-16,0 0-13 15,0 7-4-15,0 17 0 16,0 9 4-16,24 5 6 15,0 0-5-15,-1-7 13 16,1-4-12-16,0-5 0 16,0-17 2-16,-16-5-1 15,16 0 0-15,12 0 1 16,35-34 4-16,9-25 7 16,36-13-11-16,-9-4-2 15,-3-3 3-15,11 1-5 16,-31 13 0-16,7 11 1 0,-31 9 0 15,-12 13-2 1,-16 11 1-16,-21 8 0 0,-7 11 0 16,-4 2-1-16,0 0-8 15,0 0-23-15,0 0-44 16,0 2-81-16,0 22-64 16,0 12-208-16</inkml:trace>
  <inkml:trace contextRef="#ctx0" brushRef="#br0" timeOffset="6707.09">2918 7274 566 0,'0'0'148'0,"0"0"-15"0,0 0-39 16,0 0 32-16,0 0-46 16,0 0 1-16,-16-34-29 15,16 34-15-15,0 0-11 0,0 0-4 16,0 0-8-1,0 0-6-15,0 0-8 0,0 0-1 16,0 0-1-16,0 14 2 16,28 6 9-16,-8-3-4 15,4 2 0-15,0 1 8 16,0 0-6-16,-4-5 1 16,-9 1 0-16,1-4-3 15,0-4 3-15,0-7-2 16,-8 4 5-16,4-5-1 15,-4 0 0-15,-4 0-4 16,8 0 11-16,4 0-6 16,12-6 2-16,36-26-1 15,19-17-3-15,29-13-2 16,-5-5-3-16,13 1-4 0,-21 2 4 16,9 3-3-16,-20 10-1 15,-25 11 0-15,-15 7 0 16,-8 15 0-16,-24 9 1 15,0 1 2-15,-12 5-3 16,0 3 1-16,0 0-1 16,0 0-4-16,0 0 0 15,0 0-35-15,0 0-124 16,0 11-121-16,0 16-315 16</inkml:trace>
  <inkml:trace contextRef="#ctx0" brushRef="#br0" timeOffset="10617.37">2854 8146 377 0,'0'0'356'0,"0"0"-244"0,0 0-8 0,0 0 4 15,0 0-28-15,0 0-10 0,0 0-15 16,-31-79-40-16,31 79-6 16,0 0-3-16,0 0-6 15,0 0 0-15,47 13 8 16,-3 9 11-16,-8 4-11 15,0-5 5-15,-4 3 3 16,-8-2 2-16,-9-8-9 16,5 3 5-16,-4-8 0 15,-4-3-5-15,-4-6-6 16,4 0 7-16,-12 0 1 16,24 0 9-16,12-15-2 15,36-23 1-15,7-15-2 0,25-5-14 16,-9-6 3-16,-3 6-5 15,-20 7-1-15,-1 4 0 16,-15 16 0 0,-20 2-1-16,-12 11 1 0,0 5 1 15,-17 4 0-15,5 1-1 16,-12 5-1-16,0 3-8 16,4 0-11-16,-4 0-66 15,0 0-49-15,0 13-195 16,-12 8-357-16</inkml:trace>
  <inkml:trace contextRef="#ctx0" brushRef="#br0" timeOffset="13151.58">2775 9188 624 0,'0'0'133'0,"0"0"-22"0,0 0 24 16,0 0-24-16,0 0-26 15,0 0-13-15,0 0-22 16,-56-152-11-16,56 152-15 16,0 0-16-16,0 0-8 15,0 6-2-15,20 22 2 0,16 7 8 16,12 3 3 0,-5-3-2-16,-7-1 6 0,0-3-1 15,0-11-6-15,-12-3 1 16,0-7-3-16,0-10-2 15,11 0 2-15,21-7 1 16,24-37 8-16,27-17-5 16,13-8-8-16,3-4 1 15,-15 2-3-15,-13 5 1 16,-15 11-1-16,-20 14 1 16,-13 10-1-16,-23 15-1 15,-16 9 1-15,-8 1 0 0,0 6-7 16,0 0-35-1,0 0-75-15,0 6-118 0,0 14-441 16</inkml:trace>
  <inkml:trace contextRef="#ctx0" brushRef="#br0" timeOffset="22266.48">10523 4911 243 0,'0'0'442'0,"0"0"-274"0,0 0-7 16,0 0-31-16,0 0-9 15,0 0-47-15,0 0-10 16,20-24-6-16,-20 24-15 16,0 0-7-16,0 0-7 15,0 0-7-15,0 0-5 16,0 0-6-16,0 0-2 16,0 0-4-16,0 0-2 15,-44 1-3-15,-28 22 0 16,-11 13 0-16,-21 2 2 15,-3 0-3-15,-5 6 1 0,-7 1 0 16,11-5 0-16,5 1 1 16,11-10-1-16,21-3-2 15,11-6 2-15,4-4 0 16,8-5 2-16,24-4-1 16,4-6-1-16,9-3 2 15,11 0 1-15,0 0-3 16,0 0 4-16,0 0-1 15,0 0 2-15,0 0 1 16,0 0 3-16,0-12-4 16,0-7-5-16,0-9-3 15,7-1 2-15,17 1 0 16,12-4 0-16,0 3-1 0,0 1-3 16,0-3 4-1,-12 8 0-15,-4 3 1 0,-9 7-1 16,-11 7 1-16,12 3 1 15,-12 0 0-15,0 3 2 16,0 0-2-16,0 0-2 16,0 0 2-16,0 0-5 15,0 0 2-15,0 0 2 16,0 0-9-16,0 0-1 16,0 12 6-16,0 13 4 15,-12 5 1-15,1-2-1 16,-1 0 1-16,0 8-1 15,4-1 0-15,4-1-1 16,4-1 0-16,0-2 0 0,0-10-3 16,0-1 3-16,0-1 0 15,0-7-1-15,36-1-8 16,-1-2 8-16,9-7-9 16,4 2-8-16,0-4-39 15,11 0-9-15,1 0-28 16,-4 0-52-16,4-9-176 15,-13-4-513-15</inkml:trace>
  <inkml:trace contextRef="#ctx0" brushRef="#br0" timeOffset="24100.24">11303 7652 651 0,'0'0'153'0,"0"0"-27"0,0 0-35 0,0 0-9 16,0 0 13-16,0 0-26 16,104-102-27-16,-100 98-5 15,4 1-12-15,-4 1 0 16,-4 2-4-16,0 0-6 0,0 0-13 15,0 0-2 1,0 9-1-16,-48 26-2 0,-36 15 3 16,-7 7 4-16,-13 4-3 15,-3-3 3-15,23 4-4 16,-7-2 0-16,11-5 0 16,20-8 0-16,12-15 0 15,13-6 6-15,11-13-12 16,4-7 7-16,8-3-1 15,8-3 0-15,4 0 0 16,0 0 11-16,0 0-8 16,-8 0 11-16,4 0-4 15,-8-17-9-15,0-8 3 16,12-6-4-16,0-7-4 16,0-1 3-16,0-3 2 15,16 5-1-15,8-3 2 0,-4 4-1 16,-8 6-1-16,0 9 1 15,-12 11-1-15,0 4 0 16,0 6 5-16,0 0-4 16,0 0 0-16,0 0-1 15,0 0-3-15,0 25-4 16,-20 24 7-16,-8 2 1 16,-8 9-1-16,4 0 0 15,20-2-1-15,0-11 1 16,12-3 2-16,0-15-1 15,0-5-1-15,44-1-2 0,-4-10 1 16,16 0 2 0,3-4 0-16,1-2-1 0,8-2-1 15,11-1 1-15,5-4-4 16,8 0-38-16,-9 0-61 16,9-16-94-16,-5-12-322 15</inkml:trace>
</inkml:ink>
</file>

<file path=ppt/ink/ink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10-29T11:13:17.072"/>
    </inkml:context>
    <inkml:brush xml:id="br0">
      <inkml:brushProperty name="width" value="0.05292" units="cm"/>
      <inkml:brushProperty name="height" value="0.05292" units="cm"/>
      <inkml:brushProperty name="color" value="#FF0000"/>
    </inkml:brush>
  </inkml:definitions>
  <inkml:trace contextRef="#ctx0" brushRef="#br0">7166 4376 793 0,'0'0'167'0,"0"0"-84"0,0 0-17 0,0 0 22 16,0 0-29-16,0 0-26 15,0 0-5-15,0 0-5 16,-11-123-13-16,11 123-4 16,0 4 2-16,11 21-2 15,13 7 14-15,0-1-6 16,-12-1-1-16,12-5-8 16,0-9 3-16,-4-10-7 0,-4-2 1 15,16-4 4-15,7 0-5 16,29-30 12-16,28-21 20 15,15-5-12-15,-3-4-15 16,-5 6-6-16,-7 3-1 16,-13 4 1-16,-3 5 2 15,0 4-2-15,-17 7 0 16,-7 5-4-16,-12 10-8 16,-8 7-22-16,0 5-17 15,-13 4-58-15,1 0-117 16,-12 0-162-16</inkml:trace>
  <inkml:trace contextRef="#ctx0" brushRef="#br0" timeOffset="1315.11">8150 5229 646 0,'0'0'184'0,"0"0"-41"0,0 0-43 15,0 0-15-15,0 0-18 16,0 0-13-16,-12-14-18 15,12 14-7-15,0 0-8 16,0 0-8-16,0 0-5 16,0 8-3-16,0 10 6 15,24 7 9-15,12 5-9 16,-4-3-2-16,-17 2-1 16,9-7-1-16,-4 1 2 15,-8-8-5-15,0-1 1 0,12-5-5 16,-12-5 7-1,8-4-3-15,16 0 3 0,35-27 10 16,45-33 24-16,35-17-20 16,12-7-12-16,1-2-8 15,-21 11 0-15,-16 17-1 16,-31 7 0-16,-24 6 1 16,-29 15-1-16,-7 16 1 15,-24 4 1-15,-12 10-2 16,0 0 0-16,0 0 0 15,0 0-6-15,0 0 3 16,0 0-5-16,0 0-72 16,0 14-52-16,0 6-112 15,-4 4-212-15</inkml:trace>
  <inkml:trace contextRef="#ctx0" brushRef="#br0" timeOffset="2415.82">8277 6108 761 0,'0'0'168'0,"0"0"-50"0,0 0-31 0,0 0 11 0,0 0-23 15,0 0-36-15,0-14-21 16,0 14-4-16,0 0-6 15,0 0-2-15,0 0-1 16,0 17 0-16,0 9 5 16,24-1-1-16,-12 1-4 15,0-1 5-15,12-3-10 16,-12-2 4-16,0-8-3 16,-4-6 0-16,-4-2 1 15,8-4-2-15,0 0 8 16,24 0 12-16,31-42 8 0,29-17 1 15,19-9-14 1,13-5-9-16,-13 4-5 0,1 9-1 16,-21 5 0-16,-3 14 1 15,-33 8-1-15,-23 11 0 16,-12 12 1-16,-12 4-1 16,-12 6-1-16,0 0 1 15,0 0-1-15,0 0 3 16,0 0-6-16,0 0-3 15,0 0-52-15,0 6-65 16,0 24-150-16,-24 1-97 16</inkml:trace>
  <inkml:trace contextRef="#ctx0" brushRef="#br0" timeOffset="3249.56">8675 7135 642 0,'0'0'136'0,"0"0"8"0,0 0-28 0,0 0-35 16,0 0 7-16,0 0-26 16,0-18-34-16,0 18-14 15,0 0-8-15,0 0-5 16,0 9 0-16,0 19 6 0,12-5 6 15,0 3-2-15,8-1-4 16,-8 1-1 0,0-11-3-16,0 2 2 0,0-7-1 15,4-7 1-15,-4-3 0 16,20 0 3-16,27-9 13 16,25-33 5-16,32-12-4 15,11-9-13-15,-8-3-7 16,-3 1-1-16,-13 5 0 15,-11 9-1-15,-20 11 0 16,-25 7 0-16,-3 15 1 16,-20 5-1-16,-20 6 1 15,-4 4-1-15,0 3 2 16,0 0-2-16,0 0-3 0,0 0-4 16,0 0-39-16,0 10-76 15,-12 12-112-15,-12 0-195 16</inkml:trace>
  <inkml:trace contextRef="#ctx0" brushRef="#br0" timeOffset="3999.21">11048 8095 918 0,'0'0'126'0,"0"0"6"0,0 0 2 16,0 0-59-16,0 0-38 0,0 0-14 16,-59-25-17-16,59 25-5 15,0 23 0-15,24-1 11 16,-4 0 3-16,-5-6-5 16,5-3-3-16,-8-10-4 15,12 1 7-15,0-4-3 16,24 0 10-16,32-16 4 15,15-29 13-15,25-11-25 16,7-5-4-16,-12-3-5 16,5 10 0-16,-33 7 0 0,-23 11-1 15,-20 13 0 1,-8 9-4-16,-24 6-15 0,-4 8-46 16,-8 0-35-16,0 0-101 15,0 0-325-15</inkml:trace>
</inkml:ink>
</file>

<file path=ppt/ink/ink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10-29T11:13:38.438"/>
    </inkml:context>
    <inkml:brush xml:id="br0">
      <inkml:brushProperty name="width" value="0.05292" units="cm"/>
      <inkml:brushProperty name="height" value="0.05292" units="cm"/>
      <inkml:brushProperty name="color" value="#FF0000"/>
    </inkml:brush>
  </inkml:definitions>
  <inkml:trace contextRef="#ctx0" brushRef="#br0">22894 4600 620 0,'0'0'106'0,"0"0"97"0,0 0-88 0,0 0 14 0,-307 7-33 16,263-5-16-16,20 1-18 15,4 1-26-15,16-4-11 16,-3 0-8-16,7 0-4 15,0 0 5-15,0 0 2 0,0 4-10 16,31-3-7 0,49 3-2-16,28 0 13 15,7-4-10-15,12 0-3 0,-7 0-1 16,11 0-15-16,-7 0-52 16,-5 1-49-16,1-1-60 15,-17 0-286-15</inkml:trace>
  <inkml:trace contextRef="#ctx0" brushRef="#br0" timeOffset="1933.21">19529 7917 1112 0,'0'0'83'0,"0"0"-23"0,0 0 19 0,0 0-39 16,0 0 9-16,0 0-16 15,0 0-19-15,0-23-9 16,0 46 15-16,12 5 3 16,8 1-7-16,-8-2 2 15,0-2 2-15,0-9-1 16,4-3-8-16,-8-12-4 15,8-1-2-15,28 0 7 16,51-40 4-16,56-31 14 0,56-17-16 16,20-10-11-1,4 7-3-15,-20 2 0 0,-16 13 0 16,-31 14 0-16,-33 13 4 16,-27 19-4-16,-45 10 0 15,-35 15-2-15,-12 5 2 16,-12 0-5-16,0 0-27 15,0 0-17-15,0 10-78 16,0 14-95-16,-12-3-359 16</inkml:trace>
  <inkml:trace contextRef="#ctx0" brushRef="#br0" timeOffset="4500.91">28396 485 671 0,'0'0'358'0,"0"0"-145"0,0 0-95 0,0 0-17 16,0 0-16-16,0 0-29 0,-36-77-14 16,36 77-14-16,0 0-16 15,0 0-4-15,0 0-8 16,0 21-2-16,48 9 2 16,20 9 8-16,-16 3 0 15,15 1-5-15,-11 5 3 16,-4 3-6-16,-8 0 0 15,-1-4 1-15,-15-10 0 16,-4-3-1-16,0-17 0 16,-4 4-1-16,-8-11-3 0,0-2-10 15,-8-5-22-15,4-3-14 16,-8 0-34-16,0 0-35 16,0 0-22-16,0-3-176 15,0-19-191-15</inkml:trace>
  <inkml:trace contextRef="#ctx0" brushRef="#br0" timeOffset="4816.24">28878 355 675 0,'0'0'288'0,"0"0"-73"16,0 0-95-16,0 0-46 15,0 0-11-15,0 0-35 16,0 0-14-16,-60 2-10 16,36 34-4-16,-11 18 32 15,-13 9-15-15,-8 10-6 16,-16 11 5-16,13 1-14 16,-1-9 1-16,4-8-1 15,24-13-2-15,4-10 0 16,5-13 6-16,11-7-13 15,0-6 3-15,12-7-18 16,0-4-28-16,0-7-46 0,0-1-44 16,16 0-171-1,27-1-368-15</inkml:trace>
  <inkml:trace contextRef="#ctx0" brushRef="#br0" timeOffset="7366.51">28675 1769 623 0,'0'0'366'0,"0"0"-123"0,0 0-133 0,0 0-16 0,0 0-26 15,0 0-19-15,-24-31-19 16,16 31-28-16,8 0-2 16,0 0-2-16,0 0-8 15,0 0-69-15,0 27-50 16,0 6 5-16,0 13-164 16,0 5-114-16</inkml:trace>
  <inkml:trace contextRef="#ctx0" brushRef="#br0" timeOffset="8023.32">28679 1857 707 0,'0'0'284'0,"0"0"-72"0,0 0-88 0,0 0-39 15,0 0-12-15,0 0-34 16,-24-17-10-16,24 17-22 16,0 0-4-16,0 17-5 15,0 14 4-15,0 7-1 16,24 9 6-16,-4 8 1 16,-16 2-8-16,-4 4-11 15,0 1-43-15,0-1-69 16,0 1-65-16,0-6-161 15,0-1-250-15</inkml:trace>
  <inkml:trace contextRef="#ctx0" brushRef="#br0" timeOffset="8366.61">28723 2867 1043 0,'0'0'234'16,"0"0"-122"-16,0 0-47 16,0 0-41-16,0 0-22 0,0 0-2 15,163-9 0-15,-139 9-6 16,-12 22-4-16,0 11 10 16,-12 9-3-16,-12 12-5 15,-44 11-1-15,-16-3 9 16,5-9-14-16,15-2 5 15,20-19 1-15,20-5 8 16,12-13-2-16,0-10-7 16,0-4 0-16,44 0 6 15,20-4 3-15,23-13-13 16,-3-12-15-16,-1 2-48 16,1 6-112-16,-4 5-197 15</inkml:trace>
  <inkml:trace contextRef="#ctx0" brushRef="#br0" timeOffset="8802.15">28866 3895 448 0,'0'0'535'16,"0"0"-330"-16,0 0-129 0,0 0-50 16,0 0-19-1,0 0-4-15,135-16-3 0,-123 16-3 16,-12 20 3-16,0 7-2 16,0 2 1-16,-8 9 1 15,-20-4 0-15,9-2 0 16,-5 4 0-16,24-7-3 15,0-4 0-15,0 1 3 16,0-4-1-16,24-3-3 16,11-6 0-16,1 0 2 15,0-4-6-15,-4 3 8 16,-20-2 1-16,0-1-1 16,-12 3 0-16,0 5 0 15,0-3 12-15,-12 6-12 16,-32-6 3-16,4-4-3 0,-8-3 0 15,-19 3-24 1,-1 4-87-16,-4-1-122 0,17 1-277 16</inkml:trace>
  <inkml:trace contextRef="#ctx0" brushRef="#br0" timeOffset="9184.4">28886 4786 656 0,'0'0'464'0,"0"0"-256"16,0 0-66-16,0 0-83 0,0 0-42 16,0 0-17-16,28 8-1 15,-8 20 1-15,4-4 0 16,-1 0 3-16,-3-7-3 15,-4-2 0-15,-4-9-5 16,-4-3 5-16,-4-3 6 16,4 0-6-16,16-3 1 15,0-18 5-15,12-6-1 16,-12 9-2-16,-4 8 1 16,-16 7 2-16,-4 3-1 15,0 0-4-15,0 0-2 0,8 16-16 16,3 19 17-16,-7 12-2 15,-4 11-41-15,0 11-60 16,0 13 24 0,0 11-325-16,0 4 42 0</inkml:trace>
  <inkml:trace contextRef="#ctx0" brushRef="#br0" timeOffset="9500.43">29017 5995 1097 0,'0'0'160'0,"0"0"-85"15,0 0-46-15,0 0 36 16,0 0 1-16,0 0-23 15,152 109-7-15,-97-82-7 16,-15-4-9-16,-8-1-6 16,-20-3-5-16,0-4-8 15,-12 1-1-15,0 0-1 16,-24-3-13-16,-20-4-35 16,-4-9-62-16,-3 0-45 0,-13-13-130 15,4-28-210 1</inkml:trace>
  <inkml:trace contextRef="#ctx0" brushRef="#br0" timeOffset="9635.32">29017 5995 675 0,'-71'-240'224'0,"142"211"-48"0,21 2-75 16,23-4-18-16,1 4-27 16,-5 2-32-16,1 10-21 15,-29 2-3-15,-23 4-86 16,-24-2-486-16</inkml:trace>
  <inkml:trace contextRef="#ctx0" brushRef="#br0" timeOffset="10955.44">27926 1527 369 0,'0'0'458'0,"0"0"-257"0,0 0-74 0,0 0-23 16,0 0-31-16,0 0-42 15,0-45-23-15,-31 45-8 16,-29 11-4-16,-12 17 4 15,-8 1 0-15,21 2 0 16,-1 0 1-16,4 1-3 0,9 3 2 16,15-3-1-16,8 9 0 15,24-5-1 1,0 4-3-16,0 3 5 0,32 7-2 16,27 2 1-16,9 3 1 15,-4 6 1-15,-9 3-1 16,-11 5 0-16,-16 4 0 15,-28 10 0-15,0 2 0 16,-24-6-1-16,-55-5-7 16,-9-14-6-16,0-12-9 15,17-16 9-15,11-14 11 16,28-14 2-16,8-4 1 16,20 0 3-16,4 0-3 15,0 0 11-15,0 0-3 16,0 0-2-16,0 0-6 0,0 0-9 15,36 22 8 1,24 13 1-16,-4 14 3 16,-9 16-3-16,-23 18 0 0,0 19 0 15,-24 25 2-15,0 15-2 16,0 13 1-16,0 4 0 16,0-3 1-16,0-2-1 15,-12 7 3-15,0-4 1 16,0 0 1-16,-8 1-4 15,5-5 8-15,-5-7 0 16,8-7-3-16,8 1 13 16,-4-11-1-16,8 9-1 15,-4-2 0-15,4 7-11 0,-8 2 6 16,4 3-4-16,-4-15-4 16,8-16 5-16,0-18-5 15,0-23-1-15,0-25 1 16,0-21-5-16,12-9 0 15,20-16 3-15,7-5-2 16,17 0 8-16,12-38-9 16,15-15 0-16,21-24-77 15,-20-11-78-15,-5-30-300 16</inkml:trace>
  <inkml:trace contextRef="#ctx0" brushRef="#br0" timeOffset="12602.09">26561 882 854 0,'0'0'273'0,"0"0"-105"0,0 0-91 0,0 0-27 16,0 0-33-16,0 0-10 0,-36 83 38 15,36-39-26-15,0-3-5 16,0 1-4-16,0 0-3 16,0-4-7-16,-12-4 0 15,4-6-51-15,-4-8-98 16,0-13-202-16,0-7-488 16</inkml:trace>
  <inkml:trace contextRef="#ctx0" brushRef="#br0" timeOffset="12754.21">26202 529 888 0,'0'0'269'0,"0"0"-92"16,0 0-89-16,0 0-38 0,0 0-44 16,0 0-6-16,-47-49-63 15,55 70-90-15,19 18-187 16</inkml:trace>
  <inkml:trace contextRef="#ctx0" brushRef="#br0" timeOffset="13332.64">26589 2019 693 0,'0'0'402'0,"0"0"-192"0,0 0-81 15,0 0-20-15,0 0-58 16,0 0-35-16,-72-53-16 0,72 58-7 15,0 21 1-15,12 8 6 16,12 5 0-16,-4 7 0 16,-4 5-49-16,-5 11-88 15,9-5-100-15,4-2-320 16</inkml:trace>
  <inkml:trace contextRef="#ctx0" brushRef="#br0" timeOffset="13733.47">26457 3003 974 0,'0'0'285'16,"0"0"-160"-16,0 0-34 16,0 0-59-16,0 0-29 15,0 0 0-15,140-31-3 16,-105 31-1-16,13 2-3 16,-24 24-2-16,-24 6 6 15,0 12-7-15,0 3 6 0,-28 4-1 16,-16-9 4-1,20-10-2-15,16-8 4 0,8-14-8 16,0-7 1-16,0-3 2 16,8 0-7-16,48 0 7 15,4-6 1-15,0-6-52 16,11 2-48-16,1 1-94 16,-4 6-238-16</inkml:trace>
  <inkml:trace contextRef="#ctx0" brushRef="#br0" timeOffset="14216.55">26740 3987 917 0,'0'0'274'0,"0"0"-162"0,0 0-68 16,0 0-28-16,0 0-2 16,0 0-11-16,103-6-3 15,-83 6 0-15,4 0-3 16,-8 0 2-16,-4 23 0 0,-4 5 1 15,-8 4 0-15,0 3 0 16,0-1 1-16,0 4-3 16,0-3 4-16,0-6 1 15,0-4-3-15,0-3-3 16,12-10 0-16,0 5 2 16,0-8-1-16,0 4 2 15,0-6 0-15,0-2 0 16,-12-1 0-16,0-4 0 15,0 4 0-15,0-3 1 16,-24 14-1-16,-32 0 4 16,-16 5-4-16,1 3-31 15,-9 1-84-15,20 1-145 0,17-6-237 16</inkml:trace>
  <inkml:trace contextRef="#ctx0" brushRef="#br0" timeOffset="14749.53">26784 5454 421 0,'0'0'584'0,"0"0"-317"0,0 0-119 0,0 0-37 15,0 0-61-15,0 0-42 16,-32-19-8-16,32 47-2 16,12 8 2-16,8-1 1 15,15-7 1-15,-3-9-1 0,-8-3 0 16,0-11-1-16,-12-1 1 16,0-4-1-16,4 0 4 15,4 0-1-15,4-18 7 16,-12 2-7-16,0 3-3 15,-4 5 6-15,-8 7-5 16,0 1-1-16,0 0-3 16,0 0-8-16,0 22-3 15,4 16 9-15,-4 13-23 16,0 12-65-16,0 19-26 16,0 18-64-16,0 6-153 15,0 13 2-15</inkml:trace>
  <inkml:trace contextRef="#ctx0" brushRef="#br0" timeOffset="14966.42">26903 6620 403 0,'0'0'428'0,"0"0"-255"16,0 0-63-16,0 0-58 15,0 0 29-15,0 0-28 16,92 56-20-16,-37-39-2 15,-19 5 2-15,-8-3-7 16,4 3 0-16,-20-6-10 16,-12 2-3-16,0 0-10 0,0 3-3 15,-20-5-35-15,-20-7-126 16,-4-9-222-16</inkml:trace>
  <inkml:trace contextRef="#ctx0" brushRef="#br0" timeOffset="15116.99">26903 6620 834 0,'56'-209'235'0,"12"176"-124"15,15-1-45-15,9 1-34 16,3 4-24-16,-15 7-8 16,-20 4-87-16,-25 3-261 15</inkml:trace>
  <inkml:trace contextRef="#ctx0" brushRef="#br0" timeOffset="18616.14">29997 1738 671 0,'0'0'175'0,"0"0"-62"0,0 0-38 0,0 0-10 16,0 0-14-16,0 0-3 15,0 0-15-15,374-12-21 16,-294 51 7-16,-17 11-3 15,1 23-9-15,-24 12 2 0,-28 24-8 16,-12 15 1-16,0 19-2 16,-4 13 2-16,-32 2-2 15,-8 8 4-15,20 0-4 16,-8 7 1-16,5-2-1 16,15-9 0-16,12-14 1 15,0-25-1-15,0-20 1 16,24-16 5-16,15-23-6 15,17-17-1-15,-8-20-1 16,-4-12 0-16,-8-15 4 16,-13 0 1-16,9 0 6 15,-16-22-7-15,-8 2 0 0,-8 11 0 16,0 4 2-16,0 5-4 16,0 0-5-16,-44 41 1 15,-3 25 4-15,-9 19 0 16,16 17 0-16,8 16 3 15,20 11-1-15,12 5 2 16,0 2 2-16,0-3 5 16,32-3-8-16,16 0 10 15,4 1 4-15,3-7-5 16,13 2 12-16,-16 2-9 16,-8-1 5-16,-9 0 5 15,-15-3 4-15,-20-14-9 16,0-1-12-16,0-11 15 15,-32-16-14-15,-11-11 1 0,-5-25 0 16,20-15-2-16,8-21-5 16,4-10-1-16,-16 0 8 15,8 0 2-15,-11-27-12 16,3-8-29-16,20-10-57 16,12-2-105-16,0-10-324 15</inkml:trace>
  <inkml:trace contextRef="#ctx0" brushRef="#br0" timeOffset="19733.13">29400 729 803 0,'0'0'194'0,"0"0"-5"0,0 0-109 0,0 0-41 16,0 0-4-16,0 0-22 15,131-6-2-15,8 6 11 16,36 17-11-16,25 14-8 16,-5 6-3-16,-4 9 0 0,-16-4 2 15,-24-4-4-15,-35-14 2 16,-37-4 0-16,-31-13 1 16,-24-5-1-16,-20-2 0 15,-4 0 0-15,0 0 21 16,0-17-12-16,-36-17-7 15,-12-6-2-15,-11-9 2 16,11-2 1-16,-12 4 0 16,4 9 14-16,25 16 8 15,7 6 5-15,8 12 11 16,16 4-11-16,0 0-17 16,0 0-13-16,0 4-4 15,0 17-2-15,40 14 2 16,27 2 8-16,1 4-2 15,-8 3-2-15,-5-3 2 0,-19-3-2 16,-24 6 0-16,-12 3 2 16,0 8-4-16,-20-1 2 15,-39 6-4-15,11 4-46 16,-8-4-107-16,16-4-141 16,-4 2-541-16</inkml:trace>
  <inkml:trace contextRef="#ctx0" brushRef="#br0" timeOffset="20933.16">31354 1572 482 0,'0'0'337'0,"0"0"-177"0,0 0-25 0,0 0-50 15,0 0-2-15,0 0-13 16,0 0 7-16,12-22 17 16,68-29-37-16,24-13-39 15,3-6-12-15,-11-3 7 0,-17 6-10 16,-11 7 4-16,-28 16-4 16,-20 15 0-16,-8 16 2 15,-12 13-2-15,0 0 4 16,0 4-7-16,0 36-16 15,-36 15 16-15,0 12 4 16,0 0-2-16,12-11-2 16,12-13 0-16,12-12 1 15,0-16-2-15,0-11 0 16,0-4 0-16,0 0 1 16,36-7 6-16,16-19 2 15,4-5-4-15,-1-6 0 16,-15 13-4-16,-16 5 0 0,-4 10 3 15,-16 6-3-15,-4 3 0 16,0 0-3-16,0 14-9 16,0 27 11-16,0 15 1 15,0 7 2-15,0 2-1 16,0-4 0-16,20-12 0 16,24-11-1-16,-5-16 0 15,29-10-7-15,12-12-10 16,7 0-4-16,13-12-22 15,-16-16-71-15,-13-2-37 16,-23 2-171-16,-16-1-340 16</inkml:trace>
  <inkml:trace contextRef="#ctx0" brushRef="#br0" timeOffset="28915.97">16985 8977 420 0,'0'0'618'0,"0"0"-516"0,0 0-3 0,0 0-77 16,0 0 6-16,0 0 9 0,0 0-36 16,0 24 7-16,0-2 3 15,8-9 24-15,4-7-22 16,-12-6 6-16,12 0 16 16,0 0 27-16,55-15-10 15,29-36-24-15,55-13-21 16,17-6-7-16,3 0-30 15,-8 13-86-15,-24 0-148 16,-19 3-576-16</inkml:trace>
  <inkml:trace contextRef="#ctx0" brushRef="#br0" timeOffset="30085.82">28977 2155 672 0,'0'0'57'0,"0"0"17"0,0 0-27 16,0 0-41-16,0 0-6 16,0 0-39-16,-7 9-9 15,38 33-42-15,5 9-146 16</inkml:trace>
  <inkml:trace contextRef="#ctx0" brushRef="#br0" timeOffset="35632.69">20568 7974 1144 0,'0'0'93'0,"0"0"-9"0,0 0-24 0,0 0-26 15,0 0-1-15,0 0-11 16,0 0-10-16,-19 17 7 15,38 8-6-15,5-6 1 16,0-8-1-16,-16-10 4 16,8-1 1-16,20 0 7 15,32-43 8-15,59-30-1 16,28-23-18-16,40-15-9 16,16 0-5-16,12 10-46 15,0 8-123-15,-36 11-237 16</inkml:trace>
  <inkml:trace contextRef="#ctx0" brushRef="#br0" timeOffset="40603">18956 10531 274 0,'0'0'350'0,"0"0"-241"0,0 0 44 0,0 0-36 16,0 0-34-1,-315 25 26-15,291-21-37 0,24-4-14 16,-11 1-25-16,11 4-12 16,0-5-9-16,0 3-12 15,0 0 4-15,0 3 1 16,91 5-2-16,40-2 53 15,33-4-33-15,43 3 1 16,4-2-24-16,4-3 10 16,4-3-5-16,4 0-5 0,-12 0 0 15,-16 0-1-15,-28 0 2 16,-40 0-2-16,-23 0 4 16,-44 0-3-16,-12 0 2 15,-25 0 4-15,-15 3 0 16,-8 1-2-16,0-4-4 15,0 0 1-15,0 0-2 16,0 0 1-16,0 0 0 16,0 2-1-16,0 2-4 15,-24 5-16-15,-7 0-28 16,19 3-74-16,12-4-178 16,0-8-359-16</inkml:trace>
  <inkml:trace contextRef="#ctx0" brushRef="#br0" timeOffset="41284.16">24657 10598 718 0,'0'0'122'0,"0"0"72"0,0 0-112 0,0 0 29 15,0 0-46-15,0 0-17 16,-59-9-31-16,166 9 7 16,68 0 17-16,56 0-18 15,16-7-10-15,24-3-9 16,-4 4-4-16,-12-4 1 15,-5 5-3-15,-7-2 4 16,-20-3-4-16,-36 7 1 16,-27-4 1-16,-53 4 6 0,-11-3-5 15,-29 0-1 1,-19-2 5-16,-16 3 10 0,-16 2-1 16,-4-3-4-16,-12 3-9 15,0-2 0-15,0 5-1 16,0 0 0-16,0 0-66 15,-16 0-90-15,-28 0-185 16</inkml:trace>
  <inkml:trace contextRef="#ctx0" brushRef="#br0" timeOffset="59919.07">14950 12186 579 0,'0'0'455'0,"0"0"-279"0,0 0-51 0,0 0-19 0,0 0-35 15,0 0-19-15,0 0-29 16,0 0-6-16,0-33-13 15,12 33 1-15,24 14 9 16,-4 10-5-16,-8-2-3 16,0-2-3-16,-12-4 0 15,0-7-3-15,0-5 1 16,-4-2 0-16,-4-2-1 0,8 0 8 16,23 0 9-16,33-38 0 15,28-10 3-15,27-8-20 16,-15-2 0-16,11 4-17 15,-15 3-56-15,-13 11-103 16,-7-5-256-16</inkml:trace>
  <inkml:trace contextRef="#ctx0" brushRef="#br0" timeOffset="67132.66">24681 11957 515 0,'0'0'329'16,"0"0"-145"-16,0 0-63 0,0 0-43 0,0 0-39 15,0 0-15-15,0 0-16 16,0 0-5-16,0 9 3 16,12 17 30-16,20-5 21 15,-8 3-8-15,-8-9-20 16,-4-3 0-16,0 0-10 15,0-4-4-15,-4-7-9 16,-4-1 8-16,16 0 1 16,16 0 10-16,47-31 6 15,21-20-1-15,35-11-27 16,0-8 2-16,5 3-5 0,-9 4-19 16,-15 8-45-1,-5 12-98-15,-31 4-162 0,7-2-589 16</inkml:trace>
  <inkml:trace contextRef="#ctx0" brushRef="#br0" timeOffset="78899.7">9774 13608 568 0,'0'0'164'16,"0"0"11"-16,0 0-109 0,0 0-8 0,0 0 13 16,0 0-15-16,0 0 10 15,0 0 7-15,-47-64-32 16,47 64-13-16,0 0-7 15,0 0-11-15,0 0-1 16,0 0-6-16,12 0 1 16,31 10 13-16,-3 12 1 15,8 3-13-15,-4 1-4 16,11 6-1-16,-3 3 5 16,-8-1-3-16,16 8 6 15,-5-2-5-15,-7 2-2 0,0-1-1 16,0 1 2-1,0 0 0-15,-5-5-2 0,5 1-1 16,-4-6 0-16,-4-7 2 16,-4-4 2-16,7 6 0 15,1-3-2-15,-4 6 3 16,8-2-2-16,-4 7 0 16,-1-5 1-16,-3 0-3 15,8 6 3-15,-16-4-2 16,16-1 2-16,-17 3-2 15,-3 1 0-15,4-2 2 16,-8-4-3-16,12 2 1 16,8 6 1-16,-16-4-1 15,7 2 26-15,-11-6-21 0,8-4-2 16,-20 3 1 0,24-4-4-16,-4-1 5 0,-8 0-5 15,0-4 9-15,-8-6-8 16,3 3 0-16,-7-3-2 15,12-1 0-15,8 1 3 16,-4 3-2-16,8 3-1 16,-4 0 1-16,4 3 10 15,7 0-3-15,-7 3-8 16,0 1 1-16,0-2 0 16,-12-2 5-16,12 1-5 15,-1 0-2-15,-11-1 2 16,0-5 3-16,-4-1-3 0,4 2-1 15,0 4 2 1,8 4 1-16,4 3 10 0,-13-4-13 16,5-1 0-16,-8-1 2 15,-8-7 3-15,0-10-4 16,0 0 1-16,-12-6-1 16,0 0-1-16,0 0 0 15,0 0-50-15,12-2-93 16,20-28-165-16,8 0-631 15</inkml:trace>
  <inkml:trace contextRef="#ctx0" brushRef="#br0" timeOffset="79549.98">12346 15329 513 0,'0'0'245'0,"0"0"-100"0,0 0-21 0,0 0-46 16,0 0 2-16,0 0-5 0,-119 45-18 15,107-43-11-15,12-2-5 16,0 2-1-16,0-2 5 16,0 0-7-16,0 0-5 15,0-10 0-15,36-26-8 16,36-15-21-16,7-7 0 16,5-9 3-16,7-4-2 15,5-7-3-15,-4 2 1 16,-1-3 0-16,-19 7 1 15,11-2-2-15,-15-1-2 16,4 3 3-16,-1 4-3 16,-3 4 1-16,12 2 0 15,3 2 0-15,1 1 0 0,8-8-2 16,11 3 2 0,-19-4 1-16,7 8-2 0,-19 0 0 15,0 4 0-15,-1 2 0 16,-3 3 0-16,0 4 0 15,-5-7-1-15,17 6 1 16,0-1 0-16,-9 6 7 16,-3 4-7-16,-8 5-1 15,-13 3 0-15,-11 8 1 16,-12 9-4-16,-16 6 4 16,-8 8 0-16,0 0 0 15,0 0 2-15,0 0-2 16,0 0-4-16,-8 0-24 0,-20 16-29 15,-4 6-66-15,9 7-104 16,11-6-268-16</inkml:trace>
  <inkml:trace contextRef="#ctx0" brushRef="#br0" timeOffset="80366.98">14401 13629 539 0,'0'0'193'0,"0"0"-59"0,0 0 37 0,0 0-43 15,0 0-16-15,0 0-33 16,-127-102-17-16,127 92 0 15,0 9 2-15,0-3-21 0,0 4-6 16,0 0-19-16,0 0-13 16,0 0-5-16,0 0 0 15,11 15 0-15,45 12 0 16,12 4 4-16,4 7-1 16,-13 4 1-16,21 9-3 15,-8-5 3-15,7 9-4 16,-3 3 0-16,4 2 0 15,-1 2 8-15,-7-1-7 16,-1-4 3-16,-11-6-4 16,8-2-1-16,-8-10 1 15,-5 0 0-15,5-4 3 0,-12-3-2 16,0 3-1-16,-5 3-2 16,-7-7 2-16,8 3 1 15,-4 3 0-15,-4 1-2 16,8 3 3-16,3 0 3 15,9-4-5-15,4 2 0 16,-1-7 1-16,1 7 0 16,-16 2-1-16,16-7 8 15,-5 6 5-15,-19-10-12 16,0-4 8-16,-12-1 1 16,8-5-4-16,-4 3-6 15,4-3 1-15,-5 4 4 16,-7-13-1-16,-8 0-3 0,0-7-1 15,0 1 1-15,0-2-1 16,0-3 0-16,0 0 1 16,0 2-1-16,0 2 0 15,-4-4-13-15,-8 0-11 16,0 0-16-16,0 0-74 16,0 0-114-16,12 0-373 15</inkml:trace>
  <inkml:trace contextRef="#ctx0" brushRef="#br0" timeOffset="82585.46">18538 16865 446 0,'0'0'128'0,"0"0"-12"0,0 0 3 0,0 0 14 16,0 0-41-1,0 0-26-15,0 0-5 0,-72 0 6 16,72 0 3-16,0 0-19 16,0 0-21-16,0-16 16 15,0-23-16-15,0-13-17 16,12-20 5-16,32-12-5 15,-4-12-2-15,4-6 0 16,-9-4 0-16,1 10-3 16,0-2-1-16,-4-1-4 15,4-8 2-15,0 1-4 16,-1-13 2-16,9 0-2 16,4-1-1-16,0 2 3 15,23 3-1-15,-3 1 2 0,0 6-2 16,-9 0 4-16,1 0 1 15,8 6-4-15,-4 0 7 16,3 5-8-16,1 0-1 16,-8 3 1-16,-1-6 3 15,13-2-2-15,-4-7-2 16,3 1-1-16,-3 4 2 16,-20-1-2-16,0 12 0 15,-12 8 0-15,-13 3 0 16,-3 5 0-16,-4-2-2 15,4 6 2-15,-8-4 5 16,24 11-1-16,-4-2 3 16,4 5-6-16,-1-6 2 0,1-3-3 15,12 4 0 1,8 1-1-16,4 7 2 0,-1 3-1 16,-11 6 0-16,0 6-1 15,-16 5-2-15,-8 4 3 16,-1 7 0-16,1 5 1 15,-4 11-1-15,-8 2 3 16,-12 8-3-16,4 3-4 16,4 0-36-16,4 0-84 15,4 7-55-15,8 20-152 16,-4 13-218-16</inkml:trace>
  <inkml:trace contextRef="#ctx0" brushRef="#br0" timeOffset="82949.92">20943 12646 383 0,'0'0'130'0,"0"0"-40"0,0 0-22 0,0 0 9 0,0 0 0 15,0 0-21-15,-44 5-24 16,32 15-8-16,8 2-19 15,4 3-4-15,0 1-1 16,0 6-7-16,0-1-57 16,0 7-50-16,0 4 0 15,0-7-51-15</inkml:trace>
  <inkml:trace contextRef="#ctx0" brushRef="#br0" timeOffset="83649.39">20851 12965 547 0,'0'0'270'16,"0"0"-96"-16,0 0-39 15,0 0 1-15,0 0-48 16,0 0-31-16,-48-32 1 15,44 32-9-15,4 0-19 16,0 0-13-16,0 14-12 16,0 12 1-16,16 7 8 15,32 6 3-15,8 10-2 16,4 2-6-16,11 4-4 0,-3 10 1 16,23 8-3-16,-7 4-1 15,8 20 3-15,-9 8-3 16,9 13 5-16,-9 6-5 15,9-5 4-15,-8-4-3 16,-1-6 5-16,-3-2-4 16,3 4 2-16,-11 4-3 15,-4 2 0-15,0-4 1 16,-17-4-2-16,5-7 2 16,0-4 0-16,-16-10-4 0,3 2 1 15,17-1 0 1,0-3-1-16,8-2 0 0,-1 4 1 15,5 1-1-15,-12-4 1 16,-1 0-1-16,-11-3 1 16,-4-5 0-16,4-1-2 15,-12-4 2-15,-5 3-1 16,-3-2 0-16,4-5 0 16,-8 2 1-16,8-9-1 15,-4-6 0-15,-8-8 0 16,3 1 2-16,1-2-2 15,0-3 0-15,0 8 1 16,12-4-1-16,0 4 1 16,-4 1 0-16,-8-6 0 15,-12-10 0-15,-9-8 0 0,5-4 0 16,4-7-1 0,-12-5 0-16,0-2 0 0,0-6 0 15,0-1-1-15,0-3-10 16,0 0-52-16,0-3-101 15,0-40-201-15</inkml:trace>
  <inkml:trace contextRef="#ctx0" brushRef="#br0" timeOffset="84266.16">22918 16731 602 0,'0'0'236'0,"0"0"-111"0,0 0-9 0,0 0-31 0,0 0-6 16,43-205 12-16,29 106-54 16,12-22-3-16,11-12-7 15,-3-10 2-15,3-10-7 16,-7 8 6-16,-16-5-13 15,-13 4-1-15,9 5 5 16,-8 2-4-16,-1 1 6 16,9-6-12-16,-8-7-1 15,12 4-6-15,-5-5 1 16,5 2 1-16,11 2-3 16,-3 4 0-16,4 6 0 15,-13 22 1-15,9 17 11 16,-24 20-4-16,-8 15-3 0,-1 13 12 15,1 5-16-15,-4 4-1 16,4 4 3-16,7 3-1 16,-3 0-3-16,4-4 0 15,-8 7 0-15,-1 3-1 16,-11 12 1-16,-12 2 1 16,-16 4 0-16,-8 11-1 15,0 0-22-15,0 0-94 16,-24 38-174-16,-79 7-584 15</inkml:trace>
</inkml:ink>
</file>

<file path=ppt/ink/ink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10-29T11:15:34.689"/>
    </inkml:context>
    <inkml:brush xml:id="br0">
      <inkml:brushProperty name="width" value="0.05292" units="cm"/>
      <inkml:brushProperty name="height" value="0.05292" units="cm"/>
      <inkml:brushProperty name="color" value="#FF0000"/>
    </inkml:brush>
  </inkml:definitions>
  <inkml:trace contextRef="#ctx0" brushRef="#br0">5932 4803 514 0,'0'0'259'0,"0"0"-123"0,0 0-26 0,0 0 8 16,0 0-25-16,0 0-28 16,0 0-23-16,-143 22-15 15,143-15-10-15,0 3-13 16,95-1 2-16,33 4 27 15,59-4 19-15,20-6-15 16,20 1-9-16,28 3-7 16,12-2-11-16,3 0-2 15,13 6 5-15,-28-2-7 0,0-1-6 16,-40 1 7-16,-20 0-3 16,-16 0-4-16,-16-2 2 15,-16-1 4-15,-39-3-5 16,-13 3 10-16,-27-1-8 15,-24 1 4-15,-16-1-1 16,-8-5-2-16,-8 4-4 16,-8-4 4-16,-4 0-4 15,0 0 0-15,0 0 0 16,0 0 0-16,0 0-5 16,0 0-4-16,0 0-77 15,-40 0-94-15,-40 0-242 0</inkml:trace>
  <inkml:trace contextRef="#ctx0" brushRef="#br0" timeOffset="11467.23">12972 6775 549 0,'0'0'244'0,"0"0"-85"16,0 0-4-16,0 0-22 0,0 0-36 16,0 0-26-16,0 0-13 15,-112-13-3-15,112 13-19 16,0 0-19-16,0 0-2 15,0 0-7-15,8 0-7 16,88 0-1-16,43 0 17 16,36 0 14-16,24 0-11 0,12 0-10 15,0 0-1 1,12 0 1-16,-4 0-6 0,-8 0 8 16,-4 0-11-1,-16-4 4-15,16 2-5 16,-3 2 2-16,-9-8 0 0,-8 7-2 15,-20-8 0-15,-16 2 1 16,-3-3-1-16,-29 4 0 16,-3 2 2-16,-25 0-6 15,-19 2 6-15,-13 2-2 16,-11-3 4-16,-12-2-1 16,-12 4 1-16,0-2-3 15,-4-1 1-15,-8 2 6 16,0-2-5-16,0 1 2 15,-12-1-4-15,0 1 2 0,0 1 0 16,0 2-3 0,0-7-22-16,0 3-54 0,-24 0-73 15,-36 2-217-15,0-3-372 16</inkml:trace>
  <inkml:trace contextRef="#ctx0" brushRef="#br0" timeOffset="14966.11">19836 6838 629 0,'0'0'71'0,"0"0"75"0,0 0-17 16,0 0-15-16,0 0-10 16,0 0-32-16,0 0-33 15,-155 7-15-15,155-7-3 0,23 0 1 16,97 0-18-16,75 0 43 15,88-22-4-15,39-7-25 16,21-7-9-16,15 5-7 16,-4 0 5-16,-15 6 0 15,-13 8-6-15,-71 8 0 16,-56 9 0-16,-48 0-1 16,-55 0 0-16,-16 0 6 15,-41 0 1-15,-15 0 6 16,-12 0-7-16,-4 0 0 15,-4 0 3-15,4 0 1 16,-4 0-6-16,4 0 1 16,-8 0-5-16,0 0-14 0,0 0-54 15,0 0-84 1,0 0-166-16,0 0-371 0</inkml:trace>
  <inkml:trace contextRef="#ctx0" brushRef="#br0" timeOffset="20665.8">5263 7857 89 0,'0'0'606'0,"0"0"-449"0,0 0 11 0,0 0-43 0,0 0-12 16,0 0-38-16,0 0-12 15,0 0-7-15,-187-66-27 16,187 66-13-16,0 0-9 16,0 0-7-16,0 0-1 15,84 0 1-15,31 0 0 16,60 0 17-16,24 0 2 16,36-3-12-16,12 3-2 15,8 0 2-15,-8 0-5 16,-16 0-2-16,-8 0 1 15,-16 0-2-15,-16 0 2 16,-16 3-2-16,-24 10 1 0,-35-6 0 16,-9 4 0-16,-39-3 1 15,-20-7 4-15,-12-1-4 16,-24 0-1-16,-4 0 2 16,-8 0 4-16,0 4-5 15,0-4 1-15,0 0-2 16,0 0-29-16,0 0-82 15,-56 0-142-15,-12 0-618 16</inkml:trace>
  <inkml:trace contextRef="#ctx0" brushRef="#br0" timeOffset="24901.48">23594 13455 680 0,'0'0'56'16,"0"0"53"-16,0 0-14 0,0 0-10 0,0 0-12 16,0 0-6-16,0 0-32 15,-23 26 35-15,15-17-15 16,-4 0-7-16,8-5-1 16,-4 3-3-16,8-7-14 15,0 0-6-15,0 2-1 16,0-2-6-16,0 4-6 15,0-4-6-15,0 0 5 16,0 0-2-16,0 0 7 0,0 0-5 16,0 0 5-16,0-6-4 15,20-30-1-15,27-15-5 16,45-19-3-16,3-13-1 16,9-8 0-16,11-11 3 15,5 3 1-15,-1 1-3 16,9 7-2-16,-1-2 1 15,5-1 1-15,7 5-2 16,0-1 2-16,-11 2-2 16,11 2-3-16,-8-3 2 15,-3 10 1-15,-13 6-1 16,5 7 1-16,-21 14 0 0,-11 10 0 16,-8 11-2-1,-21 6 2-15,-3 5 1 0,-8 5 0 16,-4-1-1-16,-9 0 0 15,-11 6 0-15,0 5 0 16,-12 1 0-16,-8 4 0 16,-4 0 0-16,0 0 1 15,8 0-1-15,-8 0 0 16,0 0 2-16,0 0-2 16,0-3 2-16,0 3-1 15,0 0 2-15,0 0-2 16,0 0 3-16,0-5-3 15,0 4 0-15,0-6 0 0,-8 0-1 16,-16 0 0-16,0 1 1 16,-12-3-1-16,-3 3-2 15,-17-1 2-15,0 5 1 16,-4-1-1-16,1 3 0 16,15-4 1-16,4 4 0 15,4 0 2-15,4 0-3 16,9 0 1-16,15 0 0 15,4 0 0-15,4 0-1 16,0 0-6-16,0 0 4 16,0 0-5-16,0 0 5 15,0 0-1-15,0 0 3 16,35 0 1-16,13 0-1 16,12 0 0-16,20 0 1 0,3 0-1 15,-3-4 0 1,11-1 1-16,-27-2-1 0,-12-1-1 15,-16 8 0-15,-8 0 0 16,-9 0 2-16,-7 0-1 16,0 0 0-16,-8 0-3 15,4 0 1-15,4 0-9 16,-12 17 10-16,0 16-1 16,0 8 2-16,0 10 0 15,0 15-4-15,-32 2-22 16,-19 11-42-16,3 10-63 15,-4-4-87-15,0 4-182 16</inkml:trace>
  <inkml:trace contextRef="#ctx0" brushRef="#br0" timeOffset="26615.06">27496 12008 489 0,'0'0'198'0,"0"0"-58"0,0 0-48 0,0 0-18 0,0 0-8 16,0 0-7-1,12-16-11-15,0 16-7 0,-12 0-6 16,0 0 6-16,0 0-3 16,0 0-11-16,0 0-3 15,0 0-1-15,0 0-3 16,0 0-4-16,0 0-5 15,0 0 3-15,0 0-1 16,0 0 0-16,0 0-1 16,0 0 3-16,0 0-1 15,0 0-7-15,0 0 7 16,0 0-10-16,-24 25-3 0,-19 10-2 16,-21 9 2-16,-16 10-1 15,-11 7 1-15,-5 5 1 16,1 4-2-16,-5 0 0 15,4 4 0-15,-7 0 2 16,-5 7-1-16,-7-2 0 16,-5 3 2-16,5 1-1 15,11-4-1-15,1 1 0 16,15-12 0-16,9 0 0 16,7-12 3-16,4-7-4 15,9-1 0-15,-13-7 0 16,4 1 0-16,9-2 1 15,-1-6-1-15,4 8 0 16,-4 4 0-16,1-6 1 16,-9 5-1-16,20-3 0 0,-8-11 0 15,-3 4 0-15,11-1 2 16,4-7-4-16,20-12 2 16,0-6 0-16,20-6 0 15,-4 1 3-15,-3-1-3 16,11-3 3-16,0 0-3 15,0 0 1-15,0 0-1 16,0 0 7-16,0 0-2 16,0 0 6-16,0 0-10 15,0 0 1-15,0 0 1 16,0 0-1-16,0 0 1 16,0 0-2-16,0 0-1 0,0 0 0 15,0-10 0-15,0 3 0 16,0-4 0-16,0-2 0 15,0 0 0-15,0-3 0 16,0 1-4-16,0-9 4 16,0 4-1-16,0 6-3 15,0-4 2-15,0-5 0 16,0 1 0-16,11 0 1 16,-11-2 1-16,0 4-7 15,0-7 7-15,0 9 1 16,0-4-1-16,0 6 0 15,0-1 0-15,0 8 1 16,0 0 3-16,0 4-2 16,0 5 0-16,0 0 1 0,0 0 1 15,0 0 2-15,0 0-6 16,0 5-6-16,0 26 1 16,0 18 4-16,0 4 1 15,0 7 4-15,0-3-3 16,-11 0 0-16,11-6-1 15,0-13 1-15,0-3-1 16,23-15 0-16,33-6-5 16,16-10 5-16,19-4 0 15,17-6 0-15,31-39 0 16,13-10-16-16,-1-7-76 0,-12 5-83 16,-19 0-261-16</inkml:trace>
  <inkml:trace contextRef="#ctx0" brushRef="#br0" timeOffset="35515.33">13736 7610 665 0,'0'0'165'0,"0"0"-16"15,0 0-39-15,0 0-19 0,0 0-19 16,0 0-4-16,0 0-33 16,0 0-12-16,-127-38-16 15,127 38-7-15,20 0-1 16,71 3 1-16,48 1 26 16,49-4 0-16,23 0-11 15,16 0-12-15,4 0 2 16,-13 0-5-16,-18-7 2 15,-9 2-3-15,-20 5 7 16,-28-1-8-16,-27-2 2 16,-37-1 0-16,-39 0-1 15,-16 4 1-15,-4 0-1 16,-16-3-4-16,4 1 7 0,-8-2-4 16,0 1 2-16,12 1-4 15,-12 2-46-15,0 0-70 16,0 0-196-16,24 9-190 15</inkml:trace>
  <inkml:trace contextRef="#ctx0" brushRef="#br0" timeOffset="36382.31">21747 7788 777 0,'0'0'166'0,"0"0"-29"16,0 0-41-16,0 0-15 0,0 0-18 0,0 0-24 15,-48-3-14-15,48 3-12 16,52 0-12-16,63 0 10 0,61 0 51 16,35 0-31-16,20 0-19 15,3 0-10-15,-11 0 5 16,-12 0-7-16,-27 0 2 15,-45 0 2-15,-40 3-2 16,-23 3-2-16,-36 1 1 16,-8-4-1-16,-8 1 0 15,-12-4 2-15,-12 0-1 16,0 0-1-16,0 0 0 16,0 0-34-16,0 0-94 15,0 0-146-15,-24-17-577 0</inkml:trace>
  <inkml:trace contextRef="#ctx0" brushRef="#br0" timeOffset="46114.89">9786 8566 593 0,'0'0'143'0,"0"0"-1"0,0 0-45 16,0 0-26-16,0 0-21 16,0 0-10-16,0 0-16 15,-24 0 10-15,24 2-3 16,36 1-3-16,36 1 36 16,20-4-26-16,11 0-2 15,28 0-18-15,9 0-3 0,23 0 2 16,12 0-3-1,12 0-8-15,0 0 4 0,1 0-7 16,-5 0-1-16,-4 0-2 16,-4 0 4-16,-4 0-4 15,-3 0 1-15,3 0 2 16,-8 0-2-16,-8 0 3 16,-15 3-4-16,11 4 2 15,-12-5-2-15,1 5-2 16,-21-3 2-16,1-3 4 15,-21 4-4-15,-11 0 0 16,-1-1 0-16,-11 2 0 16,-8-2 2-16,-9-1-2 0,-3 0 0 15,-8-3 0 1,-12 7 0-16,19-5 3 0,-15 2 2 16,-8-1-1-16,4-3 2 15,8 4-1-15,-16-4 0 16,3 1-3-16,-7-1 4 15,-12 0-5-15,0 0 3 16,-12 0 0-16,0 0-2 16,0 5-2-16,0-5 0 15,0 0 0-15,0 4 0 16,0 11-32-16,-56 4-95 16,-27-2-116-16,27-6-481 0</inkml:trace>
  <inkml:trace contextRef="#ctx0" brushRef="#br0" timeOffset="57615.41">11598 9673 864 0,'0'0'156'0,"0"0"-19"0,0 0-50 0,0 0-22 16,0 0-31-16,0 0-9 0,0 0-16 16,175 20 31-1,68-20 36-15,72-3-30 0,11-17-26 16,5 9-16-16,-29 3 9 16,-19 5-12-16,-28 3 8 15,-20 0-6-15,-48 0-3 16,-36 0 6-16,-36 0-6 15,-23 0 1-15,-28 0 0 16,-20 3 1-16,-21 1-2 16,-11-4 0-16,-12 0 3 15,0 0-2-15,0 0-2 16,0 0-22-16,0 0-66 0,0 4-50 16,0-4-136-16,0 0-255 15</inkml:trace>
  <inkml:trace contextRef="#ctx0" brushRef="#br0" timeOffset="58315.37">18255 9935 852 0,'0'0'160'0,"0"0"0"0,0 0-67 0,0 0-18 16,0 0 15-16,0 0-29 15,-24 6-27-15,108-6-11 16,43 0 10-16,37 0-12 16,11 0-8-16,0 0-10 15,12-6-1-15,-12-2 0 16,-20 2 1-16,-15 3-6 15,-37 3 2-15,-23 0-21 16,-32 0-64-16,-24 3-64 16,-24 7-169-16,0-4-609 15</inkml:trace>
  <inkml:trace contextRef="#ctx0" brushRef="#br0" timeOffset="61648.69">24132 13149 356 0,'0'0'133'16,"0"0"1"-16,0 0-43 0,0 0 31 0,0 0 5 15,0 0 10 1,0 0-25-16,-211 92-4 0,175-82-25 16,4 0 6-16,8-1-35 15,0-1 0-15,1-8-23 16,11 3-3-16,0-2-9 15,12-1-3-15,0 0 5 16,0 0-11-16,0 0-10 16,47-33 5-16,73-40-4 15,63-29-1-15,60-17 6 16,40-14-3-16,35 0-2 16,17-5 1-16,-5-1-4 15,16 4 2-15,-7 5-2 0,-21 8-1 16,-15 19 3-16,-56 14 0 15,-60 24-3 1,-56 22 3-16,-55 16 6 0,-52 19-6 16,-20 4 1-16,-4 4 0 15,0 0-1-15,0 0 0 16,0 0 6-16,-16 0-6 16,-16 0 0-16,-4 0 0 15,16 0 0-15,-7 0 0 16,-9 0-6-16,0 0 5 15,-8 0-4-15,0-5 3 16,-4-2-3-16,1 3-2 16,-13 0 3-16,0 3 3 15,-11 1-1-15,-5 0 2 0,-8 0 1 16,5 0-1-16,3 0 0 16,-4 0-4-16,25 0 7 15,3 0-6 1,-4 0 6-16,20 1-3 0,4 3 1 15,21 0-1-15,7-4 2 16,4 0 2-16,0 2-3 16,0-2-1-16,0 0-1 15,39 0-1-15,37 0 2 16,20 0 8-16,7 0-7 16,5 0 0-16,-5-11-1 15,5-2 1-15,-13-4 0 0,5 5 1 16,-25 3-1-16,-7 3 0 15,-12 2-1-15,-20 1 0 16,-20 3 0-16,-8 0-6 16,-5 0 4-16,5 9 2 15,-8 27-1-15,0 11 0 16,0 14 2-16,-47 14-6 16,-21 18 3-16,-4 10-39 15,-7 8-47-15,-5 8-69 16,0-5-90-16,-7-6-281 15</inkml:trace>
  <inkml:trace contextRef="#ctx0" brushRef="#br0" timeOffset="64233.02">28002 12252 657 0,'0'0'165'0,"0"0"-46"0,0 0 6 15,0 0-1-15,0 0-18 16,0 0-34-16,32-48-5 0,-32 48-1 15,0 0-15-15,0 0-22 16,0 0-12-16,0 0-1 16,0 0-6-16,-8 22-6 15,-52 16-4-15,-23 13 10 16,-25 9-9-16,-15 11 0 16,-21 11 1-16,-31 4-2 15,0-1 0-15,-12 6 0 16,-8-3 1-16,4-3 0 15,3 1 0-15,17-10 2 16,16-3-3-16,28-10 0 16,7-8 2-16,9-4-1 15,11-4-1-15,-3-2 0 0,11 2 0 16,0-7 1-16,17-1-1 16,-5-5 0-16,12-2 0 15,-3 1 0-15,11-7-3 16,4-5 1-16,9-2 2 15,11-3-2 1,4 0 2-16,16-6 1 0,4-3-1 16,4-5 0-16,8-2 0 15,0 0-1-15,0 0 1 16,0 0 0-16,0 0 0 16,0 0 1-16,0-15-1 15,12-10 0-15,12-16 1 0,8 5 0 16,15-12 1-16,9 0-2 15,8-3 0-15,0 0 0 16,-17 4 1-16,-7 6 0 16,-8 6-1-16,-8 0 0 15,-12-1 1-15,8 5-1 16,-16 4 0-16,-4 0 2 16,0 5-2-16,0 9 0 15,0 0 1-15,0 3 1 16,0 6-2-16,0-2 1 15,0 5 0-15,0 1 0 16,0 0 4-16,0 0-5 16,0 0 2-16,0 0 0 15,0 0 0-15,0 0-2 16,0 0 2-16,0 0 0 0,0 0-2 16,0 0 0-16,0 0 0 15,0 0-2-15,0 0 2 16,0 0-6-16,0 1 5 15,0 23 1-15,-12 7 0 16,-12 9 1-16,12-4-1 16,0 6 1-16,-20-1-1 15,16-1 0-15,-8 2 1 16,16-1-1-16,8-1-1 16,0 5 1-16,0-5 0 15,0-2 0-15,20-3 0 16,16-7-1-16,12-2 1 15,8-4-2-15,3-6-2 16,13-11 4-16,0-5-5 0,7 0 3 16,13 0-8-16,-8-9-2 15,19-12-17-15,-7-9-66 16,-13 3-51-16,-15-6-82 16,-8 5-339-16</inkml:trace>
  <inkml:trace contextRef="#ctx0" brushRef="#br0" timeOffset="67383.61">29157 13033 882 0,'0'0'164'0,"0"0"40"0,0 0-94 16,0 0-9-16,0 0 6 15,0 0-38-15,0 0-9 16,-176 16-18-16,176-16-11 16,0 0-6-16,0 0-6 15,0 0-10-15,32 0-7 0,44 0-2 16,39-9 0-16,9-8-6 16,-1 8-50-16,-19-4-88 15,-33-3-228-15</inkml:trace>
  <inkml:trace contextRef="#ctx0" brushRef="#br0" timeOffset="70365.95">17272 12417 673 0,'0'0'138'0,"0"0"-29"0,0 0 30 0,0 0-3 15,0 0-15-15,0 0-59 16,0 0 2-16,-8-117-26 0,8 117-28 16,0 0-10-16,0 19 0 15,0 22-1-15,-4 19 1 16,-4 22 9-16,-4 18-3 15,-12 14 8-15,12 19-9 16,-12 3 0-16,12 13 6 16,-8 13-8-16,-4 7 3 15,0 9-4-15,1 3 1 16,-13-8-1-16,12 5 1 16,-12-2 0-16,-8 2-2 15,4-4 3-15,-3-10-1 16,7-7 0-16,0-9-1 15,0-10 3-15,0-5-4 16,4-6-1-16,-3-7 3 16,-1-9-3-16,0-6 5 0,12-3-2 15,4-10 6-15,8-3 1 16,0-7-8-16,0 2 0 16,12-8 5-16,0-10 0 15,0-6-6-15,0-6 1 16,24-6 3-16,60-3-5 15,43-4 2-15,44 0 2 16,40-8 1-16,48 4-3 16,36-9-1-16,31 0 1 15,37-5-1-15,19-6 0 0,-8 3 1 16,0-3 0 0,-11-2 1-16,-1 4 7 0,-19 3-10 15,-21-3-2-15,-63 3 2 16,-40-2 0-16,-56-1 0 15,-55-3-4-15,-49-6 4 16,-39-4-3-16,-20-6 2 16,0 0 1-16,0 0 1 15,0 0 9-15,-32 0-10 16,-35-20-56-16,-41-17-105 16,-19-20-134-16,-13-19-621 15</inkml:trace>
  <inkml:trace contextRef="#ctx0" brushRef="#br0" timeOffset="71131.97">18060 13282 741 0,'0'0'142'0,"0"0"60"0,0 0-87 0,0 0-27 0,0 0-21 15,0 0-22-15,-60-26-27 16,60 26-14-16,0 12-4 15,8 20 0-15,40 15 18 16,12 10 13-16,31 13-18 16,5 10 11-16,19 9-7 15,13 10-4-15,11 13 3 16,12 11-2-16,5 3 0 16,-5 13-1-16,4 12-2 0,-7 3-2 15,7 12 7-15,20-5-6 16,24-1-5-16,24-2-3 15,8-5 7 1,-8-8-3-16,-16-14-3 0,-20-11-3 16,-24-9-4-16,-23-19 4 15,-33-14 4-15,-27-19-2 16,-40-26-2-16,-16-19 0 16,-16-8-1-16,-4-6 1 15,-4 0-21-15,-16 0-74 16,-88 0-206-16</inkml:trace>
  <inkml:trace contextRef="#ctx0" brushRef="#br0" timeOffset="74487.57">21413 15797 475 0,'0'0'215'0,"0"0"-76"0,0 0 40 15,0 0-39-15,0 0-23 16,0 0-34-16,0 0-13 15,0 0 4-15,-144-133-12 16,144 124-16-16,-8 6-2 16,8 1-14-16,-4 2 3 15,4 0-12-15,-8 0-8 16,8 0-5-16,0 0-8 16,0 0-8-16,0 5 3 15,0 30 5-15,20 7 0 0,16 9-2 16,20 4 2-16,3 4 3 15,1 8-3 1,12-1 0-16,-4 1 2 0,3-4-2 16,-11-7 3-16,-4-6-3 15,-20-10 3-15,-1-8-7 16,-15-13 6-16,-16-7-2 16,-4-1 0-16,0 2 3 15,0-2 0-15,-59 5 2 16,-25 4-4-16,-32-5 3 15,-3-2 6-15,-16-3-6 16,-5-1-4-16,9-4 3 16,11 0-1-16,5-5-1 15,11 0-2-15,21 0-12 0,3 0-34 16,20 3-44-16,17 9-69 16,7 2-149-16,20-2-404 15</inkml:trace>
  <inkml:trace contextRef="#ctx0" brushRef="#br0" timeOffset="77015.25">27090 14268 502 0,'0'0'78'0,"0"0"39"0,0 0-9 16,0 0 7-16,0 0 8 16,24-165-53-16,-24 139 28 15,0 4-30-15,0 4-12 16,0 5-14-16,-4 3 22 15,-8 3-12-15,4 7-9 0,4 0-17 16,4 0-18 0,0 0-8-16,0 0-7 0,0 31 4 15,0 19 1-15,0 13 4 16,0 18 1-16,4 12 0 16,4 9 1-16,-4 1 6 15,4 7-8-15,-8-3 8 16,0 3-3-16,0 6 5 15,0 1-5-15,0 0 3 16,0 8-10-16,4-1 5 16,4 2 1-16,-4 2 2 15,8 0-8-15,-4 5 3 16,4 6-2-16,0-2-1 16,-12-3 1-16,12-6 0 15,0-13-1-15,-12-8 1 0,8 1 1 16,-8-2 3-16,0-6 10 15,0-4-12-15,0-3 4 16,0-11 4-16,0-7-9 16,-20-2-2-16,8-8 4 15,-12-8-4-15,16-6 5 16,4-16-4-16,-4-13-1 16,8-10 1-16,0-6 1 15,-4-6 2-15,4 0-4 16,0 0 5-16,0 0-1 15,0 0-3-15,0 0 14 16,0 0-7-16,0 0 0 0,0 0-4 16,0 0-4-16,0 0 4 15,0 0-2-15,0 0-2 16,0 0-2-16,60 0 2 16,43-9 3-16,25-9-1 15,15-2-2-15,8 3 0 16,25 3 0-16,-1 4 0 15,32 0-3-15,-4 8 3 16,8-3 0-16,8 5 1 16,-8 0 1-16,24 0 3 15,8 0-3-15,4 0-2 16,11 0-1-16,-23 0 1 16,-16 0 0-16,-20 0-2 15,-24 0 2-15,-23 0 0 16,-21 0-1-16,-31 0-2 0,-41 0 0 15,-31 0 3-15,-8 0 3 16,-8 0-1-16,0 0 3 16,-12 0 1-16,0 0 1 15,12 0 0-15,-12 0-3 16,0 0-2-16,0 0-1 16,0 0-1-16,0 0-15 15,0 0-27-15,-12 0-56 16,-44 0-135-16,-7 0-230 15</inkml:trace>
  <inkml:trace contextRef="#ctx0" brushRef="#br0" timeOffset="80315.3">28113 16737 690 0,'0'0'176'0,"0"0"-89"0,0 0 2 0,0 0-45 16,0 0 4-16,0 0 27 15,0 0-44-15,-67 30-19 16,67-30 7-16,0 0 23 16,0 0-20-16,0 0 12 15,0 0-9-15,0 0 5 0,12 0 6 16,59-22-2-16,9-23 8 15,39-15-20-15,17-13-18 16,15-16 2-16,4-16 5 16,-3-10-8-16,15 1 4 15,4 2-6-15,4 8 5 16,5-3-6-16,7-2 6 16,-4-2-4-16,4 4 4 15,-20 5-6-15,-8 5-1 16,-15 13-1-16,-5 6-2 15,-23 14 3-15,-21 9 1 16,-3 8 1-16,-21 8 1 16,-15 11 0-16,-20 2 6 0,-4 4-3 15,-8 10 3-15,-12-2 11 16,0 4-11-16,-8 5-6 16,-4-4 6-16,0 1-5 15,0 3 0-15,0-2-2 16,0 5 3-16,-28-3-4 15,-16 3-4-15,-12 2 4 16,4 0 0-16,-27 0 0 16,7 0-2-16,0 0-2 15,-7 11 4-15,-1 10 3 16,9 0-3-16,3 2 1 16,28-10-1-16,8-4 0 15,32-6-2-15,0-3 1 16,0 3 0-16,0 0-4 0,20-3 5 15,32 0 0-15,27 0 4 16,5 0-4-16,8 0 0 16,11-15 0-16,-7 2 1 15,7 1-1-15,-19 5 0 16,-12 7-3-16,-25 0 3 16,-3 0-5-16,-12 16 3 15,-20 26-1-15,-12 18-2 16,0 13-5-16,-20 22-19 15,-60 20-23-15,-27 14-42 0,-25 24 0 16,-27 12-106 0,-4 9-119-16,-12 13-331 0</inkml:trace>
  <inkml:trace contextRef="#ctx0" brushRef="#br0" timeOffset="82715.12">31856 18224 669 0,'0'0'302'0,"0"0"-184"0,0 0 71 0,0 0-102 0,0 0 4 16,0 0 5-16,0 0-47 16,-191-115-30-16,207 119-17 15,56 27-1-15,31 20 9 16,1 5-4-16,-9 3-6 15,-3 1 3-15,-21-5-3 16,-11-4-4-16,-16-7-54 16,-8-6-62-16,-12-18-13 15,-12-5-105-15,-4-15-95 16,-4 0-236-16</inkml:trace>
  <inkml:trace contextRef="#ctx0" brushRef="#br0" timeOffset="82882.53">32366 18217 890 0,'0'0'161'16,"0"0"14"-16,0 0-81 16,0 0-50-16,0 0 14 15,0 0-19-15,-359 204-19 16,312-150-18-16,11 6-2 16,12-2-8-16,12-14-73 15,12-12-125-15,0-31-162 16,40-1-449-16</inkml:trace>
  <inkml:trace contextRef="#ctx0" brushRef="#br0" timeOffset="83065.28">32617 18271 990 0,'0'0'144'16,"0"0"-37"-16,0 0-11 15,0 0-30-15,0 0-13 16,0 213-22-16,0-146-26 15,-12 6-5-15,-4 3-12 16,8 0-103-16,-8-3-207 16,-8-22-501-16</inkml:trace>
  <inkml:trace contextRef="#ctx0" brushRef="#br0" timeOffset="83983.31">26202 14151 1031 0,'0'0'120'0,"0"0"38"0,0 0-65 0,0 0-17 16,0 0-23-16,0 0-38 16,-24-31-11-16,92 68 3 15,16 9 7-15,-13 5-9 16,-3 0-3-16,-20-3-1 15,-4 1-1-15,-20-11-17 16,-9-3-54-16,5-13-19 16,-8-13-12-16,0-9-94 15,8 0 9-15,-8-22-28 16,-8-22 41-16,-4-7 97 16,0 0 77-16,0 4 35 15,0 5 118-15,-24 15 9 0,0 13 42 16,12 8-60-16,0 6-26 15,1 0-46-15,-13 18-58 16,-8 24-3-16,4 15-2 16,-16 0-5-16,20 9-3 15,-12 0-1-15,5-1-28 16,15-18-173-16,16-18-110 16,0-23-264-16</inkml:trace>
  <inkml:trace contextRef="#ctx0" brushRef="#br0" timeOffset="84232.22">26819 14424 506 0,'0'0'255'0,"0"0"-58"15,0 0-96-15,0 0-30 16,0 0-1-16,0 0-35 16,223 43-14-16,-215-2-8 15,-8 4-4-15,0-3-4 16,0-5 3-16,0-11-1 15,0-9-4-15,4-9 10 16,16-4-8-16,8-4 6 16,16 0 8-16,28 0 0 15,11-26-15-15,9-4-1 16,11-11-3-16,17 4-42 16,-5-3-155-16,-7-6-268 15</inkml:trace>
</inkml:ink>
</file>

<file path=ppt/ink/ink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10-29T11:17:06.040"/>
    </inkml:context>
    <inkml:brush xml:id="br0">
      <inkml:brushProperty name="width" value="0.05292" units="cm"/>
      <inkml:brushProperty name="height" value="0.05292" units="cm"/>
      <inkml:brushProperty name="color" value="#FF0000"/>
    </inkml:brush>
  </inkml:definitions>
  <inkml:trace contextRef="#ctx0" brushRef="#br0">17427 4864 709 0,'0'0'210'0,"0"0"-27"0,0 0-43 0,0 0-54 15,0 0-18-15,0 0-17 16,0 0-23-16,-48 0-10 16,48 0 2-16,0 0-10 15,48 0 4-15,24 0 1 16,31 0 11-16,1 0-21 15,11 0-3-15,-7 0-2 0,-5 0 7 16,-19-10-7-16,-1-2-4 16,-27 2-8-16,0 3-37 15,-28 4-56-15,-8 3-57 16,-16 0-187-16,-4 0-474 16</inkml:trace>
  <inkml:trace contextRef="#ctx0" brushRef="#br0" timeOffset="614.63">19386 4965 308 0,'0'0'622'0,"0"0"-405"0,0 0-73 0,0 0-57 16,0 0-9-16,0 0-35 0,-56 0-14 16,56 0-16-1,0 0 0-15,56 0-9 0,16 0 9 16,-1 0-6-16,25 0-4 15,-17 0-3-15,5 0-1 16,-16 0-6-16,-9 0-49 16,-11 0-44-16,-4 0-30 15,-20 0-119-15,0 0-228 16</inkml:trace>
  <inkml:trace contextRef="#ctx0" brushRef="#br0" timeOffset="2301.56">23933 5029 538 0,'0'0'176'0,"0"0"-13"0,0 0-34 0,0 0-39 15,0 0-1-15,0 0-48 16,-68 1-12-16,76-1 11 16,76 0-14-16,55 0 26 15,60-1-7-15,36-18-26 16,24 3-8-16,32 1-9 15,-13 10 2-15,1-1-1 16,-40 3-3-16,-32 3-2 0,-32 0 0 16,-36 0 2-16,-35 0 0 15,-40 0-1-15,-21 0 0 16,-19 0 1-16,-12-3 0 16,-12 0-1-16,0 0-7 15,0 3 4-15,0 0-8 16,0 0-79-16,-24 0-36 15,-23 0-221-15</inkml:trace>
  <inkml:trace contextRef="#ctx0" brushRef="#br0" timeOffset="3431.16">24928 10262 79 0,'0'0'900'0,"0"0"-655"0,0 0-123 0,0 0-4 15,0 0-16-15,0 0-53 16,-16-74-23-16,40 83-22 15,48 27 14-15,7 7 17 0,5 12-18 16,-12 1 2-16,-13 6-5 16,-3-1-10-16,-20-2-1 15,8-5 0-15,-32-6-1 16,-8-7-4-16,-4-7-5 16,0-11-32-16,0-7-46 15,0-14-25-15,0-2-48 16,0 0-3-16,-12-18-259 15,-4-17-236-15</inkml:trace>
  <inkml:trace contextRef="#ctx0" brushRef="#br0" timeOffset="3664.37">25438 10316 583 0,'0'0'296'16,"0"0"-84"-1,0 0-47-15,0 0-53 0,0 0-18 16,0 0-28-16,0-65-62 15,-8 99 10-15,-28 17-12 16,-20 8 18-16,-15 4 2 16,-21 0-5-16,4-6-8 15,9-6-5-15,11 0-4 16,20-13 0-16,13 4-1 16,11-7-16-16,16-7-65 0,8-9-35 15,0-9-12 1,8-10-51-16,71 0-203 0</inkml:trace>
  <inkml:trace contextRef="#ctx0" brushRef="#br0" timeOffset="4337.57">28201 10157 710 0,'0'0'231'0,"0"0"18"0,0 0-113 16,0 0-17-16,0 0-22 16,0 0-26-16,-28-77-37 15,28 77-32-15,0 12-2 16,4 19 0-16,28 6 7 15,24 0 7-15,-16 5-7 0,3-5-5 16,-7 0-2-16,0-3 1 16,0-6-1-16,-12-5-7 15,0-12-21-15,-4-3-22 16,-16-6-8-16,4-2-9 16,-4 0 23-16,7-6 23 15,-3-22-12-15,-4-6 23 16,4-4 9-16,4-2 1 15,-12 0 2-15,12 1 15 16,-12 11 20-16,0 8 8 16,0 11 7-16,0 5 13 15,0 4-7-15,0 0-29 16,0 0-16-16,0 0-13 16,0 29 1-16,0 10-2 0,-24 8 4 15,4 4-1-15,5 3 1 16,-9 0-3-16,0 3 1 15,0 0-1-15,-8 4 0 16,-4 1-67-16,16 3-95 16,8-5-90-16,8-6-321 15</inkml:trace>
  <inkml:trace contextRef="#ctx0" brushRef="#br0" timeOffset="5581.41">25255 11614 551 0,'0'0'348'0,"0"0"-136"0,0 0-87 15,0 0-46-15,0 0-24 16,0 0-27-16,-24-26-27 16,24 61 5-16,0 7 3 15,0 5-4-15,8 13-4 16,-8 7-1-16,0 5 0 15,0 9-23-15,0-2-119 0,4-6-138 16,32-4-201-16</inkml:trace>
  <inkml:trace contextRef="#ctx0" brushRef="#br0" timeOffset="5997.79">25091 12883 706 0,'0'0'356'0,"0"0"-149"15,0 0-106-15,0 0-29 16,0 0-30-16,0 0-28 15,72-56-2-15,-4 56-9 16,0 0-3-16,-9 0-4 16,-11 13 4-16,-16 18-3 15,-28 7 3-15,-4 13 0 16,-12 0 3-16,-48 4-3 16,-19 4 2-16,7-12-1 0,12-2-2 15,16-13 5 1,20-16-9-16,20-7 10 0,4-5-10 15,0-4 3-15,12 0-3 16,52 0 5-16,24-10 6 16,-1-9-6-16,5 4-6 15,-1 0-37-15,-7 10-86 16,-16 5-69-16,-8 0-194 16</inkml:trace>
  <inkml:trace contextRef="#ctx0" brushRef="#br0" timeOffset="6431.35">25207 13963 542 0,'0'0'427'0,"0"0"-249"15,0 0-51-15,0 0-70 16,0 0-18-16,0 0-5 15,143-88-19-15,-87 84-5 16,-8 4-8-16,-12 0-2 16,-5 0-2-16,-15 19-2 15,-8 10 1-15,-8 6 3 16,0-2 4-16,0 6-3 16,-24-3 1-16,5-1-2 15,7-4 1-15,12-2-1 16,0-5 0-16,0-3 0 15,0-3-4-15,43 1 4 0,17 4-2 16,-12 2 2-16,8 1 1 16,-20-1 1-16,-1-3-4 15,-23 3 2-15,-12 1 0 16,0 3 4-16,-24-2 3 16,-35 3-1-16,-21-5-1 15,-12-3-5-15,5 3-1 16,-5-4-53-16,1 3-43 15,11-6-73-15,40 5-197 16</inkml:trace>
  <inkml:trace contextRef="#ctx0" brushRef="#br0" timeOffset="6814.28">25394 14959 1014 0,'0'0'128'0,"0"0"-55"0,0 0-51 0,0 0 24 0,0 0-16 16,0 0-12-16,84 128-13 16,-64-99-1-16,-4-7 47 0,3-13-49 15,-7-5 1 1,0-4-3-16,24 0 4 0,-4-18 12 15,-4-8 3-15,4-7-2 16,-8 8 16-16,-12 12 5 16,0 7 0-16,-12 6 2 15,0 0-9-15,11 0-30 16,1 11-1-16,-12 26 0 16,24 10 5-16,-12 7-3 15,8 7 0-15,-4 9-4 16,4-4-123-16,8-6 42 15,-8-22-235-15,16-22-301 16</inkml:trace>
  <inkml:trace contextRef="#ctx0" brushRef="#br0" timeOffset="7432.44">28277 11506 384 0,'0'0'599'0,"0"0"-395"0,0 0-109 0,0 0-67 16,0 0 19-16,0 0 8 15,119 89-12-15,-51-54-13 16,-8 0-12-16,-13-3-3 16,-23-4 5-16,-4-4-18 15,-20 3-1-15,0-4-1 16,-56-4-42-16,-15-11-125 0,3-8-179 15,20 0-540 1</inkml:trace>
  <inkml:trace contextRef="#ctx0" brushRef="#br0" timeOffset="7580.98">28277 11506 798 0,'4'-136'314'0,"51"104"-180"15,17 2-76-15,24 5-13 16,-5 8-33-16,-7 12-10 15,-16 5-2-15,-13 0-16 16,-27 35-141-16,-20 18-327 16</inkml:trace>
  <inkml:trace contextRef="#ctx0" brushRef="#br0" timeOffset="7998.12">28094 12739 882 0,'0'0'269'0,"0"0"-116"16,0 0-78-1,0 0-51-15,0 0-19 0,0 0 9 16,-176 161-9-16,164-101 5 16,12 0 3-16,0-14-13 15,0 0 2-15,44-9-2 16,4-10 5-16,0-14-3 16,19-12-2-16,-7-1 10 15,-12 0-3-15,8-22 23 16,-20-8 1-16,-21-1-16 15,-15 5-9-15,0 7-3 16,0 6-3-16,-39 9-3 16,-29 4-8-16,-16 0-5 15,-7 26-47-15,23 11-65 16,8 4-118-16,13 4-251 0</inkml:trace>
  <inkml:trace contextRef="#ctx0" brushRef="#br0" timeOffset="8650.43">28002 14126 729 0,'0'0'308'0,"0"0"-145"0,0 0-93 0,0 0-29 15,0 0-14-15,0 0-7 0,-12 0-4 16,12 0 2 0,0 0 23-16,0 0 16 0,0 0-1 15,0-6 9-15,0-8-54 16,0 1-2-16,0 8-8 15,0 1-2 1,0 0 2-16,0-1-2 0,36-1-8 16,20 3 8-16,11-5 1 15,5 2 0-15,-4 0 4 16,-17-3-4-16,-7-4-9 16,-20 3 9-16,0 0 0 15,-16 1 1-15,-8 6-1 0,0 3 1 16,0 0-1-1,0 0-2-15,0 5-11 0,0 27 13 16,0 14 14-16,0 14 0 16,0 7-5-16,-8 12-2 15,-16 5-4-15,0 8-3 16,0-2-3-16,-8 3-57 16,17-10-80-16,-5-4-41 15,4-16-168-15,8-15-269 16</inkml:trace>
  <inkml:trace contextRef="#ctx0" brushRef="#br0" timeOffset="9182.2">28185 15102 833 0,'0'0'348'0,"0"0"-189"0,0 0-49 0,0 0-72 0,0 0-18 16,0 0 12-16,-83 102-12 15,71-71-2-15,12 0-10 16,0 9 6-16,0-9-12 16,12-1-2-16,23-1 10 0,1-17-10 15,12-6-1 1,24-6 1-16,-5 0 7 0,-7-2-3 15,8-25-2 1,-28 3 0-16,-17-3-2 0,-3 3 3 16,-20-1-3-16,0 2 0 15,-8 1-1-15,-43 3-6 16,-17 2 7-16,0-3-1 16,-3 6-2-16,11-3 3 15,16-3 6-15,8 3-5 16,12-7 1-16,20-3 1 15,4-4-3-15,0-7 0 16,16 0 0-16,32-3 0 16,16 15-2-16,-16 0 1 15,-1 13 1-15,-11 6 0 16,0 7-6-16,-12 0 4 16,-4 4-4-16,-16 27 4 0,-4 17-3 15,0 3-4-15,-4 10-9 16,-52 6-25-16,8-2-67 15,-11 3-75 1,3-8-287-16</inkml:trace>
  <inkml:trace contextRef="#ctx0" brushRef="#br0" timeOffset="12930.89">23957 11312 613 0,'0'0'456'0,"0"0"-301"0,0 0-48 15,0 0-62-15,0 0-14 0,0 0-5 16,374-133-13 0,-211 109-10-16,12 7 0 0,25 1-3 15,18 6-20-15,-6 2-106 16,3 8-104-16,-8 0-166 15</inkml:trace>
  <inkml:trace contextRef="#ctx0" brushRef="#br0" timeOffset="13315.72">27930 10773 947 0,'0'0'174'0,"0"0"-16"16,0 0-94-16,0 0-34 0,0 0-6 16,0 0-22-1,140-20 2-15,-21 7 0 0,28 2-4 16,-3-4-21-16,-5 10-56 15,-11-4-114-15,-21-2-232 16</inkml:trace>
  <inkml:trace contextRef="#ctx0" brushRef="#br0" timeOffset="14881.26">25139 9728 289 0,'0'0'404'0,"0"0"-343"0,0 0 19 16,0 0-4-16,0 0-1 15,0 0-29-15,-24 44 13 16,24-44-1-16,0 0-25 16,-4 0 5-16,4 0-2 0,-8 0-6 15,8 0 10 1,0 0 1-16,0 0-23 0,0 0 0 15,0 0-10-15,0 0 1 16,0 0 1-16,0 0-3 16,0 0 8-16,0 0 7 15,0 0 2-15,0 0 3 16,0 0 1-16,-4 0-7 16,4 0-17-16,0 0-4 15,-8-2 6-15,8 2 8 16,0 0-3-16,0 0-2 15,0 0 2-15,0 0-2 16,0-7-7-16,0 1 3 16,0-4 0-16,0-13-4 15,0-5-1-15,12-13 0 0,56-17-1 16,28-14-1 0,19-10 2-16,28-11 0 0,9-5 0 15,11 0 0-15,12 9-1 16,12 6-2-16,0 13-3 15,1 12 3-15,-1 11 3 16,-12 16 0-16,-24 15 0 16,-3 12-2-16,-29 4-2 15,8 0 3-15,-7 26 1 16,-17 4-1-16,-11 7-3 16,-8-3 4-16,-17 1 2 15,-7 0-2-15,-12-2 0 16,-4-5 0-16,-9-6-1 15,-11-10 3-15,-12-2-3 0,-8-9 1 16,-4-1 0-16,0 0 2 16,0 0 2-16,0 0 5 15,0-7-2-15,-16-17-7 16,-16-3 0-16,-3-2-1 16,-13-9 1-16,4-3 2 15,-4-8-1-15,0-2-1 16,1 1 3-16,15 7-3 15,16 13 0-15,4 15-2 16,4 9 3-16,8 6-1 16,0 0 0-16,0 0-2 15,0 0-14-15,20 18 13 16,28 11 3-16,31 2-1 16,-7-2 2-16,-12-2-1 0,23 2 5 15,-15 1-5-15,-8-5-5 16,-13 1 5-16,-15-7-1 15,-16 3 0-15,-8-3 1 16,-8 0-2-16,0 3 2 16,-20 0-1-16,-51 7-6 15,-13 5-53-15,-31 12-107 16,-17 5-77-16,-27 2-357 16</inkml:trace>
  <inkml:trace contextRef="#ctx0" brushRef="#br0" timeOffset="15364.46">25163 8986 745 0,'0'0'170'0,"0"0"22"0,0 0-86 0,0 0-75 16,0 0-28-16,0 0 53 16,-4 155-19-16,4-76 5 15,-20 0-6-15,8-3-8 0,12-14-9 16,0-11-13-1,12-11-3-15,44-15-1 0,24-12-2 16,15-13 2-16,13 0 0 16,15 0-3-16,-3-19 1 15,11-13-128-15,-4-6-188 16,-23-2-653-16</inkml:trace>
  <inkml:trace contextRef="#ctx0" brushRef="#br0" timeOffset="17730.93">24506 11848 733 0,'0'0'187'0,"0"0"-23"0,0 0-83 15,0 0-13-15,0 0-40 16,0 0-15-16,-12-2-10 16,12 2-3-16,0 2 3 0,0 14-2 15,0 10 10 1,0 3 4-16,0 4-2 0,0 7 0 16,0 7 6-16,0 4-7 15,0 6-3-15,-12 7 3 16,12 2 0-16,0 8-7 15,0-2-2-15,-12 5-1 16,12-1 3-16,0-4 0 16,-8 2-2-16,8-1 0 15,0-1 4-15,0 4-5 16,0 4 3-16,0 4-5 16,0-2 3-16,0 7-1 15,0 3-2-15,0-1 0 0,0 2 4 16,0-8-4-16,0 4 1 15,0-7-1-15,0-2 0 16,0 3 1-16,0-1 0 16,0 0-1-16,0 3 0 15,0 6 2-15,-12-2-2 16,0 0 6-16,1-7-2 16,-5-3 1-16,-4 0-2 15,8-4-2-15,-4-1 0 16,-4-3 3-16,8-8-2 15,0-7-2-15,0-5 0 16,12-2-1-16,0-8 2 16,0-3-1-16,0-9 2 15,-12-12-1-15,12-2-1 16,0-13 1-16,0 3 2 16,-8-5-3-16,8 0 1 0,-4 0 5 15,-4 0 2-15,-4 0 4 16,0 0 4-16,-12-14-8 15,1-8-3-15,-5-4 2 16,-4-6-5-16,-4 1 1 16,0-5 1-16,4 1-4 15,-3-5 6-15,-1 0 5 16,12 1-8-16,0-4 5 16,4 9-2-16,4 5-1 15,4 10 5-15,12 7-4 16,0 9 10-16,0-2-6 15,0 5-7-15,0 0-3 0,0 0-4 16,0 23-4-16,24 13 7 16,12 7 2-16,12 3 0 15,-5-2 0-15,5-1 0 16,0-3-1-16,-12-10 0 16,8 0 0-16,-9-11 7 15,1-9-7-15,-12-8-2 16,12-2-3-16,8 0 10 15,4-31-5-15,-1-14 0 16,9-6-8-16,-8-9-40 16,4-3-29-16,3-3-39 15,29-1-83-15,-4 0-267 16</inkml:trace>
  <inkml:trace contextRef="#ctx0" brushRef="#br0" timeOffset="19382.49">29447 11490 211 0,'0'0'290'0,"0"0"-154"0,0 0-33 16,0 0 56-16,0 0-33 15,0 0-23-15,4-124-4 16,-4 107-26-16,0 7-21 16,0 3 4-16,0 3-8 15,0 4 4-15,0 0-28 16,0 0-16-16,0 0-8 0,0 10-9 15,0 28 8-15,0 13 1 16,8 12 5-16,-8 6-1 16,12 15-1-16,-12 5-3 15,12 12 9-15,-12 7-1 16,20 3 2-16,-16 3-3 16,16-1-1-16,4-1-1 15,0-3 5-15,4 2-4 16,3-4-3-16,-7 4-1 15,8 1 4-15,-4 3-4 16,-8-4-1-16,-4 0 4 16,8 3-1-16,-4 4 0 15,-8 1-4-15,0 0 8 16,0-8-4-16,-12-10 0 16,11-6 1-16,1 1-1 0,-4-10-1 15,4-4-1-15,-12-5-2 16,0-11 5-16,0-10-4 15,0-5 2-15,0-12-2 16,0-6-1-16,0-3 1 16,0-10-1-16,0-8 1 15,0-6 1-15,0-2-2 16,0-1 0-16,0 1 0 16,0-4 1-16,0 2 5 15,0-2-3-15,-8 0 2 16,-16 0-3-16,1 0-2 15,-21-13-1-15,-4-9 1 0,0-7 0 16,-8-9 0-16,9-1 0 16,-1-2 1-16,12-1-3 15,0 8 3-15,4 0-1 16,9-1 0-16,7 4 0 16,-4 5 0-16,8 7 3 15,8 5-4-15,4 13 2 16,0 1-1-16,0 0 0 15,0 0-5-15,0 0 4 16,0 27-3-16,12 12 4 16,24 2 1-16,-1 3-1 15,1-1 0-15,12-1 0 16,0 4 1-16,0-12 0 0,-5-2-1 16,5-9-1-16,0-6 1 15,0-6 0-15,-5-5 1 16,17-6-1-16,0 0 0 15,8-12 0-15,3-27-1 16,9-9-4-16,11-9 3 16,-19-9-11-16,8-1-10 15,-20-2-24-15,-13 1-7 16,1 11-57-16,-4 6-57 16,-8 6-119-16,-20 12-253 15</inkml:trace>
  <inkml:trace contextRef="#ctx0" brushRef="#br0" timeOffset="26547.45">20345 9529 843 0,'0'0'188'0,"0"0"-29"15,0 0-97-15,0 0-32 0,0 0-10 16,0 0-12-16,0 0 0 15,0 0 29-15,-11 167 40 16,11-122-48-16,0-7-3 0,3-16-9 16,9-13-1-16,-4-5 10 15,4-4-10-15,24 0 12 16,56-42 5-16,35-22-7 16,28-18-26-16,33-10 1 15,-5 1-1-15,-8 11-28 16,-8 16-76-16,-16 23-115 15,-23 12-167-15</inkml:trace>
  <inkml:trace contextRef="#ctx0" brushRef="#br0" timeOffset="28319.44">24470 12597 1054 0,'0'0'209'16,"0"0"-56"-16,0 0-84 0,0 0-22 0,0 0-15 15,0 0-22-15,211-6-6 16,-71-3-4-16,3 0-7 15,4 1-107-15,5-4-193 16,3-1-707-16</inkml:trace>
  <inkml:trace contextRef="#ctx0" brushRef="#br0" timeOffset="32930.71">24562 17726 579 0,'0'0'382'0,"0"0"-268"0,0 0 13 0,0 0-86 16,0 0-3-16,0 0 3 15,0 0 16-15,0 0-3 16,0-3 1-16,24-14-7 16,4-4-12-16,4-16 1 15,3-10-9-15,9-15-9 0,4-14-14 16,4-15-4-16,11-1 7 16,-11-3-8-1,4 13-1-15,-20 14 1 0,-4 22 0 16,-16 20 3-16,-16 15-3 15,0 11-6 1,0 0 3-16,0 0-9 0,0 31 10 16,0-1 2-16,0 9 0 15,0-5-2-15,7-1 2 16,9-6 2-16,-4-3-2 16,8-14-2-16,-16-5-3 15,8-5 0-15,20 0 0 16,-8-18 5-16,24-30 0 15,-1-2 0-15,-3-6 0 16,-20 15 1-16,0 14 2 0,-24 14-3 16,12 10 0-1,-12 3-2-15,8 3-1 0,-4 34-5 16,8 17 8-16,0 8 0 16,0-1-1-16,0 1-5 15,8-5-75-15,-4-1-65 16,3-5-41-16,-3-2-176 15,4-11-389-15</inkml:trace>
  <inkml:trace contextRef="#ctx0" brushRef="#br0" timeOffset="33351.18">25744 17535 847 0,'0'0'185'0,"0"0"-104"0,0 0-20 0,0 0-18 16,0 0 10-16,0 0-30 15,223-41-16-15,-211 48-6 16,-12 24-2-16,0 11 2 16,0-2-2-16,0-6 2 15,0-5 2-15,-12-12 0 16,12-12-3-16,0-5 2 15,0 0 1-15,0-18 8 0,8-22-5 16,28-11-1-16,0 7-3 16,-12 13 11-16,0 11 31 15,-12 15 15-15,-12 5-14 16,0 0-14-16,0 0-24 16,0 13-4-16,0 16 4 15,12 0-6-15,0 2 7 16,8-6-8-16,3-1-1 15,5-7-3-15,8-7 1 16,8-3-19-16,12-7-43 16,15 0-52-16,21-12-18 15,7-30-244-15</inkml:trace>
  <inkml:trace contextRef="#ctx0" brushRef="#br0" timeOffset="35397.85">28563 17656 695 0,'0'0'207'0,"0"0"-83"0,0 0 15 0,0 0-50 15,0 0-15-15,0 0-5 16,-4 16-6-16,8-40-7 15,40-12-21-15,4-20-11 16,0-12-6-16,-4-15-5 0,-1-3-6 16,-7-6 3-16,-8 6-8 15,-4 9 5-15,-4 22-5 16,-16 18-2-16,-4 23 6 16,0 8 3-16,0 6 8 15,0 8-17-15,0 41 2 16,0 14-2-16,0 16 4 15,0-5-3-15,0-9-1 16,0-7 0-16,8-21 1 16,16-9-2-16,-12-14 2 15,19-11-2-15,-7-3-2 16,4-9 3-16,20-40 2 0,8-9 7 16,-8-9-9-1,-5-4 0-15,-15 20 0 16,-16 12 0-16,0 25 2 0,-12 11-4 15,0 3 2-15,0 22-5 16,0 28 5-16,8 14 2 16,4 0-1-16,0-2 2 15,24 3 0-15,-4-5-3 16,-4-1-10-16,-5 1-62 16,9 6-63-16,4-10-62 15,-12-4-136-15,12-10-197 16</inkml:trace>
  <inkml:trace contextRef="#ctx0" brushRef="#br0" timeOffset="36064.49">29881 17723 803 0,'0'0'273'0,"0"0"-79"0,0 0-88 0,0 0 2 15,0 0-49-15,0 0-29 16,-36-38-19-16,36 52-9 15,0 15 4-15,0 0-1 16,0-3-3-16,0-4-2 16,32-6 3-16,-8 0-3 15,4-11-5-15,4-1 2 16,4-4 1-16,20 0-7 16,-17-7 0-16,5-21 2 15,-16-4 6-15,-8 2 0 16,-8 7 1-16,-12 3 0 0,0 13 0 15,0 5 10 1,0 2 10-16,0 0-7 0,0 2-8 16,0 31-5-16,0 12 13 15,0 12-6-15,-12 15 8 16,0 24-9-16,4 15 1 16,4 13-1-16,4 9 8 15,-8-10-8-15,-8-14-5 16,-8-14-1-16,-12-25 2 15,1-28-2-15,3-24 0 16,0-18 4-16,-8 0 5 16,-16-29 1-16,-3-18-8 15,11-17-2-15,28 1 1 16,20-1-1-16,0 8 5 0,0 5-4 16,56 6-1-1,27 0-2-15,21 4-2 16,15 3-7-16,21 5-64 0,-1 2-63 15,0 4-138 1,5-2-332-16</inkml:trace>
  <inkml:trace contextRef="#ctx0" brushRef="#br0" timeOffset="40216.91">18454 9372 951 0,'0'0'181'0,"0"0"-81"0,0 0-22 0,0 0-21 0,0 0 16 15,0 0-16 1,0 0-17-16,44-92-32 0,-4 107-4 16,4 24 19-16,3 6-10 15,-15 2-3-15,-8-5-7 16,0-14-2-16,-8-5 4 16,-4-17-2-16,-4-6 1 15,16 0 9-15,24-10 18 16,59-40-10-16,52-29-6 15,32-12-15-15,8-3-2 16,9 9-61-16,-21 11-53 16,-12 17-74-16,-24 8-61 15,-31 8-257-15</inkml:trace>
  <inkml:trace contextRef="#ctx0" brushRef="#br0" timeOffset="44614.47">10041 9181 1034 0,'0'0'78'0,"0"0"20"0,0 0-30 0,0 0-10 0,0 0 17 15,0 0-23-15,0 0-43 16,-12-40-9-16,12 87 0 16,16 17 13-16,4-3 11 15,-8-11-12-15,0-10-5 16,0-17 5-16,0-13-6 15,0-9 1-15,8-1 9 0,39-7 16 16,57-48 4-16,51-28-14 16,44-17-19-16,24-5-3 15,8 9-52-15,-20 10-116 16,-16 10-247-16</inkml:trace>
  <inkml:trace contextRef="#ctx0" brushRef="#br0" timeOffset="46464.34">24450 11206 596 0,'0'0'138'0,"0"0"79"16,0 0-87-16,0 0-12 0,0 0-2 15,0 0-16-15,-199-21-15 16,199 21-28-16,0 0-22 15,0 0-14-15,56-10-9 16,60-2 7-16,51-4 2 16,32-3-6-16,8 0-6 0,4 6-5 15,-12 4-2 1,-24 2-2-16,-35 5 0 0,-49 2 2 16,-31 0-2-16,-24 0-1 15,-24 0-1-15,-12 0 2 16,0 0 0-16,0 0 2 15,0 0-1-15,0 0 1 16,0 0 6-16,0 0-5 16,0 0 1-16,12-20 0 15,-12-11-3-15,0-11-1 16,12-4 0-16,-12 0-1 16,11-5-2-16,1-4 5 15,8-1-5-15,4-1-1 16,-8 3 4-16,4 6-2 15,-8-6-2-15,0 6 4 0,-12-3-1 16,0 0 1-16,0-1-4 16,-12-2 4-16,-32-1 0 15,-4 5 0-15,-11 2 0 16,-9-1 0-16,-4 6 0 16,-7-2 0-16,-5 0 0 15,12-2 0-15,-7-3 1 16,-5 4-1-16,36 9-1 15,-7 9 1-15,-5 5 1 16,28 9-1-16,-8 2-2 16,-4 4 2-16,-3 5-2 15,-1 3 2-15,-8 0 0 0,4 0 0 16,-3 0-1 0,7 0-3-16,0 11 1 0,-20 21 1 15,1 10 1-15,3 6 1 16,-12 2-1-16,5 6-2 15,11 4 5-15,12 2-4 16,0 4 3-16,13 8-1 16,11 14 1-16,4 11-1 15,8 14 0-15,12 16 0 16,0 7 0-16,-12-2 1 16,12-3 0-16,0-12-1 15,0-22-1-15,12-22 1 16,12-24-1-16,8-24 0 0,-9-10 0 15,5-17-2-15,16 0-6 16,24-6-15-16,27-32-80 16,33-17-117-16,23-12-287 15</inkml:trace>
  <inkml:trace contextRef="#ctx0" brushRef="#br0" timeOffset="47447.43">28420 10985 601 0,'0'0'156'0,"0"0"14"0,0 0-72 0,-386 0 14 16,306 0-3-16,28 0-21 15,9 0-29-15,19 0-15 16,12 0-12-16,12 0-23 16,0 0-8-16,0 4 5 15,0-3-2-15,0-1-3 0,0 8 0 16,4-5-1-16,52-3 13 16,23 0 6-16,17 0 0 15,23-23-9-15,17-11-3 16,7-7-3-16,-4-4-1 15,13-6-3-15,-13 0 3 16,-12-3-2-16,-19 3 1 16,-5-2-2-16,-31 2 6 15,0 0-3-15,-29 4 4 16,-7-4-6-16,-24 6 11 16,-12-2 1-16,0-1-8 15,0-3 5-15,-36-6-3 16,-31-1-7-16,-13-4-2 0,-7-2 2 15,-17 4 0 1,0 1 0-16,-3 8 2 16,-8 5 0-16,7 4 12 15,4 2-10-15,-3 2 3 0,15 8 4 16,1 9-5-16,19 5 4 16,0 9-6-16,5 4 1 15,19 3-5-15,-20 0 2 16,-3 32-7-16,-1 22 8 15,-8 13-4-15,13 11 2 16,3 18 0-16,-4 12 0 16,21 13 2-16,3-1-3 0,32 2 0 15,12-5 0 1,0-9-1-16,12-4 1 0,47-2 0 16,33-10 0-16,12-10 0 15,15-16-1-15,8-21-1 16,1-12 2-16,-1-24-4 15,5-9-25-15,7 0-64 16,-20-26-149-16,-7-18-237 16</inkml:trace>
</inkml:ink>
</file>

<file path=ppt/ink/ink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10-29T11:18:05.039"/>
    </inkml:context>
    <inkml:brush xml:id="br0">
      <inkml:brushProperty name="width" value="0.05292" units="cm"/>
      <inkml:brushProperty name="height" value="0.05292" units="cm"/>
      <inkml:brushProperty name="color" value="#FF0000"/>
    </inkml:brush>
  </inkml:definitions>
  <inkml:trace contextRef="#ctx0" brushRef="#br0">24216 4952 813 0,'0'0'136'0,"0"0"14"0,0 0-73 0,0 0 15 0,0 0-29 16,0 0-29-16,0 0-6 15,-96-13-11-15,120 13-5 16,79 0 48-16,49 0-3 16,39 0-31-16,40 0-9 15,28 0-7-15,7 8-1 16,-7-3-8-16,-28 8-1 16,-44 0 0-16,-32-1-4 15,-31-3 4-15,-37-5-2 0,-43-4 2 16,-8 0 0-1,-24 0 1-15,0 0-1 0,-4 0 0 16,-4 0 0-16,-4 0-5 16,0 0-35-16,0 0-81 15,0 0-69-15,0 0-169 16,-16 0-434-16</inkml:trace>
  <inkml:trace contextRef="#ctx0" brushRef="#br0" timeOffset="4135.37">19736 6184 149 0,'0'0'670'0,"0"0"-525"0,0 0 41 16,0 0-95-16,0 0-2 15,0 0-9-15,0 0 1 16,-263-102-22-16,263 102-30 16,0 0-14-16,0 0-10 0,76 0-1 15,44 0 0 1,55 0 3-16,24 0-4 0,0 0-2 15,8 7 2-15,4 6-3 16,4-1-2-16,-8 2-2 16,-28-5 1-16,-16 4-18 15,-23-9-30-15,-37 4-23 16,-7 2-24-16,-40-6-37 16,-13 8-173-16,-39-5-356 15</inkml:trace>
  <inkml:trace contextRef="#ctx0" brushRef="#br0" timeOffset="13466.15">24825 663 821 0,'0'0'182'0,"0"0"-35"0,0 0-37 0,0 0-55 15,0 0-19-15,0 0-7 16,0 0-5-16,0-3 11 16,0 3-11-16,-24 0 1 15,-16 0-2-15,-8 0-9 16,-8 0-9-16,25 0 3 0,3 0-5 15,4 0-3-15,0 0 4 16,4 0-3-16,8 0 4 16,0 0 3-16,12 0-8 15,-12 0 0-15,12 9 0 16,-12 6 0-16,12 12 9 16,-12 14-8-16,0 1 8 15,-8 11-8-15,5 7 8 16,-5 3 1-16,4 5 0 15,-4-5 7-15,4-3-9 16,-4 2-8-16,8-7 3 16,12 3 2-16,-12-14-2 15,12 1-3-15,0-4-1 0,0-8 1 16,0-2 2 0,0-9 3-16,0-2-4 15,24-4-1-15,8-9-2 0,8-3 2 16,3-4 2-16,5 0 5 15,12 0-7-15,8 0-19 16,3 0-61-16,25-11-88 16,15-4-110-16,21 1-510 15</inkml:trace>
  <inkml:trace contextRef="#ctx0" brushRef="#br0" timeOffset="14116.33">29599 733 732 0,'0'0'292'0,"0"0"-111"0,0 0-61 0,0 0-5 16,0 0-50-16,0 0-20 15,4-7-11-15,27 7-14 16,17 0-18-16,8 0 11 16,-4 0-1-16,-8 0-7 15,3 0-2-15,-11 0 4 16,-12 0-3-16,0 0 1 15,-16 9-10-15,-8 13 10 0,0 5-5 16,0 11 1 0,0 7 1-16,0 11 3 0,-32 8-2 15,-8 2 1 1,-16 4 4-16,13 1-4 16,-5-2 4-16,8 2-8 0,-4-6 3 15,20-7-1-15,12-5 1 16,1-4-6-16,3-13 3 15,8 1 0-15,0-8-2 16,0-15 2-16,0 3 0 16,0-8-22-16,-12 1-36 15,-24 0-59-15,-48-1-85 16,-47-1-185-16</inkml:trace>
  <inkml:trace contextRef="#ctx0" brushRef="#br0" timeOffset="14632.11">24900 1461 820 0,'0'0'268'0,"0"0"-118"0,0 0-57 0,0 0-35 16,0 0-45-16,0 0-4 16,180 0-6-16,-85 0-3 15,9 0-2-15,11-4-67 16,12 1-124-16,5 3-211 16</inkml:trace>
  <inkml:trace contextRef="#ctx0" brushRef="#br0" timeOffset="14799.29">26489 1462 588 0,'0'0'298'0,"0"0"-123"0,0 0-20 15,0 0-70-15,0 0-45 16,0 0-22-16,96 9-16 16,-49-9-2-16,25 0-13 15,8 0-54-15,11 5-72 16,-7-5-71-16,19 0-28 15,-19 0-110-15</inkml:trace>
  <inkml:trace contextRef="#ctx0" brushRef="#br0" timeOffset="14932.95">27604 1482 453 0,'0'0'214'0,"0"0"-9"16,0 0-46-16,0 0-30 0,0 0-90 15,0 0-32-15,211 11-7 16,-155-11-64-16,27 0-151 15,9 0-184-15</inkml:trace>
  <inkml:trace contextRef="#ctx0" brushRef="#br0" timeOffset="15099.33">29053 1493 515 0,'0'0'319'0,"0"0"-54"15,0 0-109-15,0 0-78 16,0 0-45-16,0 0-24 0,32 0-9 16,-32 0-52-16,0 0-379 15</inkml:trace>
  <inkml:trace contextRef="#ctx0" brushRef="#br0" timeOffset="21433.31">10101 7579 498 0,'0'0'250'0,"0"0"-81"0,0 0-18 16,0 0-56-16,0 0-39 15,0 0-1-15,0 0-14 16,-72-7 2-16,72 7-7 16,0 0-1-16,0 0-20 15,0 0 6-15,72 0 15 16,47 0 22-16,33 0-28 0,35 0-12 15,32 0-14-15,28 0 3 16,7 0-6-16,-19-13-1 16,-16 9 4-16,-16 1-5 15,-15 3 1-15,-13-2-1 16,-4-2 1-16,-16 1 2 16,-27 1-2-16,-9-5-1 15,-19 3 1-15,-25 2 0 16,-7 2 1-16,-8 0-5 15,-17 0 9-15,-7 0-7 16,-12 0 4-16,0 0-2 16,-12 0 0-16,8 0 0 15,-8 0 4-15,-8 0-4 16,8-3 1-16,-4 3 2 0,-4 0-3 16,8 0-4-16,0 0 4 15,0 0 4-15,-1 0-4 16,1 0 0-16,-4 0 0 15,-8 0 0-15,12 0 0 16,-12 0 0-16,0 0 0 16,0 0 1-16,0 0 0 15,0 0 2-15,0 0-1 16,0 0 3-16,0 0 4 16,0 0-4-16,0 0-4 0,0 0 1 15,0 0-2 1,0 0 5-16,0 0-5 0,0 0 2 15,0 0 0-15,0 0-2 16,0 0 10-16,0 0-10 16,0 0-1-16,0 0 1 15,0 0 4-15,0 0-4 16,0 0 1-16,0 0 1 16,0 0-2-16,0 0-2 15,-35 0-19-15,-13 3-37 16,-20 12-87-16,32-8-160 15,36-7-776-15</inkml:trace>
  <inkml:trace contextRef="#ctx0" brushRef="#br0" timeOffset="24733.12">24060 7596 434 0,'0'0'170'0,"0"0"-65"0,0 0-1 16,0 0-8-16,0 0 12 15,-338-30-30-15,290 27-3 16,4 3-1-16,8 0-14 16,24 0-18-16,1 0-6 15,11 0-6-15,0 0-13 0,0 0-9 16,0 0-3-16,59 0 1 16,69-4 17-16,47-3 13 15,48-4-3-15,32-2-17 16,-9-7-16-16,9 2 3 15,4 1 1-15,0-3-1 16,-16 3-1-16,-28 0 1 16,-32 0-3-16,-40 7 0 15,-19-1 0-15,-41 5 0 16,-15 2 0-16,-20 4 3 16,-12-2-3-16,-12-2 2 15,-13 1-2-15,1 0 1 0,-12 0 1 16,0-2-2-16,12 4-3 15,-12-2 3-15,0-3-1 16,0 6-1-16,0-4-11 16,0 4-41-16,12 0-69 15,-12-3-93-15,32-13-281 16</inkml:trace>
  <inkml:trace contextRef="#ctx0" brushRef="#br0" timeOffset="25916.29">31597 1107 553 0,'0'0'188'0,"0"0"18"0,0 0-57 0,0 0-60 16,128-166-24-16,-104 123-6 15,-8-1-7-15,3 2-30 0,-19 1 10 16,12 5 0-16,-12 12-8 15,0-3-13-15,0 16 0 16,-12 5 3-16,-7-4-3 16,-9 10-11-16,-4 0-1 15,-20 0-3-15,-28 35 5 16,-23 16-1-16,-24 18 4 16,-17 11-4-16,-7 9 5 15,-12 6-2-15,-1-3-1 16,1 3 0-16,24-10 3 15,7-8-5-15,29-10 0 16,23-20-5-16,17-9 4 16,7-10 0-16,36-11 1 0,4-7 0 15,16-10 1-15,-8 0 0 16,8 0 8-16,0 0 3 16,0-20-3-16,0-11-2 15,0-7-3-15,0 0-4 16,0-1 2-16,8 1 0 15,8 4-2-15,4 0 1 16,-8 12 2-16,0 11 0 16,-12 3 6-16,0 8-2 15,0 0 1-15,0 0-8 16,0 0-2-16,0 24-7 16,0 13 9-16,-24 3 2 15,4 6 0-15,-4-2-2 16,12-2 0-16,0-4 0 0,12-9 0 15,0-4 0-15,0-3-2 16,0-6 2-16,0-6 0 16,0-5-2-16,24-1-3 15,8-4 5-15,4 0 1 16,23 0-1-16,1 0-1 16,8-14-31-16,4 0-64 15,-1-5-68-15,-3 0-155 16,12-1-562-16</inkml:trace>
  <inkml:trace contextRef="#ctx0" brushRef="#br0" timeOffset="28382.94">8652 8571 709 0,'0'0'157'16,"0"0"-6"-16,0 0-19 0,0 0-34 0,0 0-15 15,0 0-9-15,-207-60-25 0,207 60-15 16,0 0-12-16,0 0-12 16,0 0-1-16,0 0-6 15,79 0-3-15,61-5 19 16,47-8 7-16,36-4-13 15,8 5-7-15,-8 3-1 16,-1-1-1-16,-14 7 0 16,-5 3 0-16,-4 0-4 15,-12 0 0-15,-16 0 0 0,-16 0 0 16,-27 0 4 0,-13 0-4-16,-31 0 2 0,-13 0-2 15,-27 0 1-15,4-3 3 16,-28-2-3-16,-8 5-1 15,-8-1-4-15,-4 1 4 16,8 0 3-16,-8 0 0 16,4-4-3-16,-4 4-2 15,0 0 0-15,8-4-23 16,4 4-104-16,-8 0-117 16,4 0-337-16</inkml:trace>
  <inkml:trace contextRef="#ctx0" brushRef="#br0" timeOffset="31949.48">27707 9076 211 0,'0'0'499'0,"0"0"-270"0,0 0-52 16,0 0-56-16,0 0-42 15,0 0 0-15,0 0-12 16,0-85-11-16,0 85-11 16,0 0-11-16,0 0-16 15,0 0-14-15,0 0-4 16,0 10-3-16,0 25 1 16,0 16 2-16,0 5 9 15,12 13-3-15,-4 6 3 16,-8 2-7-16,0 11 7 0,0-1 7 15,0 10-2-15,0 0-6 16,0 16-5-16,0 4 8 16,0 6-4-16,0 8-1 15,0-4 1-15,0-11 2 16,0-4-5-16,0-4 3 16,0-1-4-16,-8 2 1 15,-4 0 3-15,12-10-3 16,-12 2 3-16,-11-12-4 15,15-4 2-15,-8-6-2 16,-4-16-1-16,16-12-2 16,-4-15 0-16,4-14 0 15,4-13 0-15,0-2 0 0,0-5 0 16,0-2 0 0,0 0-1-16,0 0-14 0,0 0-23 15,0 0-27-15,0-9-32 16,0-15-86-16,28 7-13 15,4-2-124 1,-9 3-201-16</inkml:trace>
  <inkml:trace contextRef="#ctx0" brushRef="#br0" timeOffset="32667.21">27568 11725 865 0,'0'0'174'0,"0"0"-6"0,0 0-53 0,0 0-27 16,0 0-16-16,0 0-20 0,-96 16-24 0,96-16-7 0,0 0-4 15,0 3-11-15,0 1 4 16,72-3 4-16,48-1 7 0,51 0 0 16,52 0-5-16,47-12-9 15,29-10-2 1,8 4-2-16,31-3 0 0,1 6 2 15,11 2-2-15,-8 8 1 16,-27-3-4-16,-36 5 0 16,-37-4-2-16,-62 3-2 15,-53-2 4-15,-35 5-2 16,-53-5 6-16,-19 2-7 16,-20-2 7-16,0 0 0 15,0-2 4-15,0-1 9 16,0-3-6-16,0-4-9 0,0-10 0 15,-35 1-1 1,-1 1 0-16,-20-7-1 0,-4 4 0 16,12 1 1-16,5 4 2 15,7 3-2-15,0 4 1 16,24 4 7-16,-8 7 1 16,16 4 7-16,4 0 3 15,0 0-12-15,0 0-8 16,0 0-2-16,12 0-4 15,56 21 6-15,31 4 3 16,25-5-3-16,-5 2 0 16,-11-6-1-16,-21 2 1 15,-23 4-1-15,-20-1 1 16,-32 16-1-16,-12 3 0 16,0 15-29-16,-92 7-39 0,-23 11-45 15,-37 4-92-15,-27-4-147 16,-20 1-684-16</inkml:trace>
  <inkml:trace contextRef="#ctx0" brushRef="#br0" timeOffset="34235.5">27496 11763 547 0,'0'0'167'0,"0"0"9"0,0 0-25 0,0 0-24 16,0 0-35-16,0 0-24 0,0-70-10 15,0 70-4-15,0 0-18 16,0 0-21-16,12 0-8 15,-12 0-1-15,0 0 0 16,0 0-4-16,0 0-1 16,0 0 3-16,0 0-4 15,0 0 2-15,0 0-2 16,0 0 0-16,0 0 0 16,0 0 0-16,0 0-1 15,0 0 0-15,0 0 1 0,0 0 3 16,0 0-3-1,0 0 0-15,0 0 1 16,0 0 1-16,0 0-2 0,0 0 2 16,0 0 1-16,0 0 0 15,0 0 6-15,0 0-2 16,0 0 4-16,0 0 0 16,0 0 1-16,0 0-4 15,0 0 0-15,0 0-6 16,0 0 1-16,0 0 3 15,0 0 1-15,0 0-3 16,0 0 1-16,0 0-3 16,0 0 2-16,0 0-3 15,0 0-1-15,0 0-1 16,0 13 1-16,0 18 0 0,0 17 1 16,0 13-1-16,-36 12 5 15,-19 11 1-15,-17 16 0 16,0 1-3-16,-19 4 5 15,-5-2 1-15,5 3-5 16,7-4 1-16,-8-4-5 16,21-5 1-16,3-12 1 15,-4-10-2-15,29-11 1 16,-5-9-1-16,0-8 0 16,12-4 0-16,16-10 0 15,4-9 2-15,8-6-2 16,4-6-3-16,-3-5 3 0,7 1 1 15,0-4 0 1,0 0-1-16,0 0 4 0,0 0-3 16,0 0 3-16,-4 0 1 15,-8-11-1-15,0-22-4 16,4-1 2-16,4-6-4 16,-4-5 4-16,8-3-2 15,0 0 0-15,0 2 0 16,0 7 2-16,0 7-2 15,0 10 2-15,0 8-2 16,0 12 2-16,0 2 8 16,0 0-8-16,0 0-2 15,0 38-4-15,0 26 4 16,0 12 1-16,0 7 0 16,0-8-1-16,0-4 1 0,12-11-2 15,20-9 0-15,3-13 1 16,13-13 1-16,8-11-1 15,8-14-4-15,23 0 3 16,9-23 1-16,23-28 0 16,9-16-5-16,-1-2-50 15,-8-8-77-15,-27 1-115 16,0-13-343-16</inkml:trace>
  <inkml:trace contextRef="#ctx0" brushRef="#br0" timeOffset="35066.01">27851 9103 527 0,'0'0'348'0,"0"0"-117"0,0 0-92 0,0 0-49 15,0 0-24-15,0 0-30 16,8-49-28-16,-40 78-6 16,-8 13 10-16,-8 11 6 15,-8 5 0-15,1-2-4 16,3-5-5-16,-4-9-2 0,32-21-1 16,4-10-2-16,16-8-2 15,4-3 1-15,0 0 17 16,0-19 37-16,0-23-23 15,24-18-30-15,12-3-2 16,12-2-1-16,-4 10 0 16,-8 9 1-16,-13 18 2 15,1 13-2-15,-12 7 9 16,0 8-9-16,8 0 5 16,20 0-7-16,16 26 0 15,15 12-1-15,9 4 1 16,-8-2-3-16,19 7-44 15,13 4-119-15,-9-2-130 0,21-7-595 16</inkml:trace>
  <inkml:trace contextRef="#ctx0" brushRef="#br0" timeOffset="42265.64">27664 11715 92 0,'0'0'266'0,"0"0"-30"0,0 0-121 0,0 0 2 0,0 0-23 16,0 0 0-16,0 0-15 15,-76 48 0-15,64-43-12 16,0 3-8-16,12-6-10 16,-8-2-1-16,8 0 13 15,0 0-10-15,0 0 4 16,0 0-14-16,0-6-14 16,12-29-8-16,56-16-14 0,23-21-1 15,29-18-2 1,23-20 0-16,28-16-2 0,16-8 1 15,16-4 2 1,5 15 0-16,-21 12-2 0,-24 18 1 16,-48 24-2-16,-31 18 0 15,-28 13 1-15,-28 16 0 16,-5 9-2-16,-15 4 4 16,-4 1 5-16,-4 6 3 15,0-2-3-15,0 4-3 16,0-3-5-16,0-3 12 15,0 0-7-15,0-2 4 16,0 0-2-16,-12 4-7 16,-11-1 0-16,-1-4 0 15,0-2 0-15,-12 2 0 0,4 0 0 16,-8 1 0-16,4 6-1 16,1-5-4-16,-9 7 10 15,12 0 2-15,-4 0-4 16,-4 0-2-16,4 0-1 15,17 0 0-15,7 7 8 16,12-7-6-16,0 0 1 16,0 0-3-16,0 0 0 15,0 0-4-15,55 0 4 16,17 0 4-16,8 0-4 16,3-3 3-16,9-13-1 15,-16 3-1-15,-9 0-1 0,-11 4 1 16,-32 5-1-16,-20 4 2 15,4 0-4-15,-8 0 2 16,4 20-7 0,-4 28 7-16,0 17 1 0,0 15-1 15,-12 13-5-15,-40 10-25 16,0 9-60-16,-7 1-84 16,11-7-139-16,0-9-579 15</inkml:trace>
  <inkml:trace contextRef="#ctx0" brushRef="#br0" timeOffset="49282.27">30678 9432 489 0,'0'0'255'0,"0"0"-115"0,0 0-41 0,0 0-14 15,0 0-19-15,0 0 2 16,0 0-19-16,0 0-6 15,-24-51-2-15,12 39-9 16,-4-7 5-16,-8 1-10 16,-20-11-6-16,0-4-11 15,-7-1-1-15,-5-4 4 0,-4 1-2 16,-19 6 2-16,-5 4-3 16,-8-2-2-16,-3 9-4 15,3 3 5-15,-3 7-8 16,11 6 10-16,4 4-6 15,9 0-2-15,-9 5-3 16,-4 32-1-16,1 7 1 16,-5 12 0-16,17 8 2 15,-9 11-2-15,8 13 0 16,1 3 0-16,-1 11 0 16,4-1 1-16,9 1 0 15,-1 0 2-15,4-6 0 0,-4-5 0 16,17-2 1-1,3-10-3-15,4-9 1 0,4-17-1 16,8-14 1-16,12-20-2 16,12-9 0-16,-8-10 0 15,8 0 0-15,0 0 11 16,-4 0 2-16,-8 0 20 16,0-27-3-16,-8-4-28 15,17-7 3-15,-5-3-4 16,4 0 1-16,4 0-1 15,0 6 1-15,0-1-1 16,0 13-1-16,0 11 1 16,0 7 4-16,0 5 0 15,0 0 3-15,0 0-7 0,-8 0-1 16,8 5-7-16,0 25-2 16,0 12 9-1,0 4 2-15,0 1-1 0,0 4-1 16,0-3 0-16,0-4 0 15,23-8 0-15,1-14 0 16,0-10-1-16,8-5-1 16,12-7-2-16,-4 0 4 15,15 0 7-15,13-17-5 16,4-13-1-16,0-6-1 16,7-4-24-16,5-2-47 15,-5-4-110-15,-7 3-195 16</inkml:trace>
  <inkml:trace contextRef="#ctx0" brushRef="#br0" timeOffset="53799.95">27532 11727 239 0,'0'0'396'0,"0"0"-237"0,0 0-34 0,0 0-28 0,0 0-13 16,0 0 3-16,0 0-28 15,-12 7-1-15,12-7-24 16,0 0 3-16,0 0 9 16,0 0-1-16,0 0-4 15,24-13-7-15,24-11-14 16,20-8-9-16,3-8-5 16,21-1-1-16,-1-10 1 0,5 0 0 15,0-4-3-15,-5-2-2 16,1-1 4-16,-5 0 0 15,13-2 0-15,-5-3 1 16,-3-1-1-16,4 2 3 16,-5-4 0-16,-7 6-4 15,-1 9 0-15,-3 5-2 16,-8 4 1-16,-5 4-3 16,-19-1 3-16,8 5-2 15,-4 3 0-15,-5-1-1 16,-3 6 6-16,0 1-4 15,-8 6 2-15,-8 2-1 16,-4 6 0-16,-5-7 0 16,5 6-2-16,0-2 0 15,-4-1-1-15,4 4 1 16,0-2 0-16,0 3-1 0,0 1-5 16,-12 0 5-16,0 3 0 15,0 2 0-15,-1 1 1 16,1-1-1-16,-4 4 0 15,-4 0 0-15,-4 0-1 16,0 0 1-16,0 0 1 16,0 0 2-16,0 0-3 15,0 0 0-15,0 0 3 16,-12 0-3-16,-35 0 0 16,-13 0 0-16,-8 0-1 15,-3 0-4-15,3 0 5 0,-4 0 0 16,24 0 0-1,-7 4 0-15,15 5 0 16,-4 0 0-16,12-3-2 0,16 1 2 16,4-4 0-16,4 1 1 15,8-4-1-15,0 0 0 16,0 0 0-16,0 0 0 16,0 0 0-16,0 0 0 15,0 0-3-15,0 0 2 16,0 0 1-16,48 0 0 15,8 0 1-15,16 0 5 16,7 0-6-16,-7-9-2 16,-12 2 2-16,-5-1 1 0,1 7-1 15,-20-3 1 1,-12 4 0-16,-12 0-1 0,-12 0-3 16,4 0 1-16,-4 0 1 15,0 13-8-15,0 12 9 16,0 8 0-16,0 1 2 15,0 4-2-15,-16 4-1 16,-16 2 0-16,-8 3 1 16,-4 2 3-16,1-5-3 15,-5 7-1-15,12-8 1 16,0 8 1-16,0-2-1 16,12-15 0-16,0 1 0 0,5-13-2 15,15-2-2 1,-4-2-8-16,8-11-8 15,-4-7 4-15,4 0-3 0,0 0-8 16,0 0 11-16,0 0 0 16,0 0 7-16,0-7 8 15,0-6-13-15,0 1 14 16,0-7-2-16,0 3-1 16,0-2 2-16,0-10 2 15,0-2 2-15,0-5 2 16,0-2 8-16,4 0-6 15,8-3 1-15,11-6 1 16,9 3 8-16,-8-5-9 16,12 3-7-16,-12 11 5 15,-12 5-2-15,-4 10 4 16,-4 0 0-16,-4 2-2 0,0 6 0 16,0-5 4-16,0 0-3 15,0 3-4-15,0-4-2 16,0 8 0-16,0 4 1 15,-4-2-2-15,-16 3 6 16,-4 4-5-16,-12 0 0 16,-8 0-1-16,-15 0 1 15,-13 0-2-15,4 13 1 16,-3 3-1-16,11 0 1 16,4 3 0-16,16-3 0 15,9-8 0-15,7 2 0 0,12-2-2 16,12-8 1-16,0 2 1 15,0-2-1-15,0 0 1 16,0 0-5-16,0 0 4 16,0 0 2-16,59 0-1 15,13-6 10-15,20-9-6 16,11-6-4-16,-7 6 1 16,-1 4 2-16,-15-4-2 15,-12 6 0-15,-33 6-1 16,-11 3 0-16,-12 0-1 15,-12 0-7-15,12 0 6 16,-12 0 1-16,0 0-3 16,0 3 2-16,0 17 0 15,0 6 0-15,0 5 2 0,-12 1 1 16,-24 5 0-16,5 5-1 16,-5 3 1-16,-4 2 1 15,-4 4-2-15,12 0-2 16,-8 0 2-16,-3 3 4 15,7-3-4-15,0 0-1 16,0-7 1-16,4-10 0 16,8-8 1-16,12-17-1 15,12-2 0-15,0-7 0 16,0 0 2-16,0 0 4 16,0 0-3-16,0-9-3 0,0-11-11 15,0 3-34-15,0 3-81 16,0-12-94-16,32-6-324 15</inkml:trace>
  <inkml:trace contextRef="#ctx0" brushRef="#br0" timeOffset="56065.91">27974 11547 292 0,'0'0'267'0,"0"0"-154"0,0 0 4 0,0 0-28 0,0 0-1 16,0 0-2-16,0 0-1 16,-123 57-7-16,99-46-6 15,8 6-16-15,-4 3-15 16,-4-6-5-16,12 3-9 16,8-3-4-16,-4-8-7 15,8 1-8-15,0-5 0 16,0 1 8-16,0-3 1 0,0 0 8 15,32 0-3-15,40-29 10 16,23-22-1-16,21-12-17 16,23-10-5-1,4-9 1-15,9-3-1 0,7-10 1 16,-8 5 4-16,-7-8-6 16,-1-7-1-16,8-2 4 15,1 4-7-15,7 3 4 16,-4 18-6-16,-16 17 0 15,1 4 0-15,-13 10-2 16,-11 3 1-16,-17-3 0 16,5 8-1-16,-13 1 2 0,13 1 0 15,-21 0 0-15,13 3 0 16,-16 2-2-16,-1 5 0 16,-15 5 0-16,-8 1 0 15,-1 3-1-15,-15 6 4 16,-4 3-1-16,-4 4-2 15,4 0 5-15,-12 1-2 16,0 2-1-16,-12 3-2 16,-4 3 3-16,-8 0-3 15,0 0 3-15,0 0-3 16,0 0 1-16,0 0 1 16,0 0 0-16,0 0 2 15,0 0-5-15,-12 0 3 16,-36 0-2-16,-16 0 0 15,-8 0-1-15,-11 9 1 16,-1 8 2-16,-7 2-2 0,11-4-2 16,8 2 2-16,13-4 0 15,11-7 0-15,16 0 0 16,16-3 1-16,8-3-2 16,8 3 1-16,0-3 0 15,0 0-2-15,0 0-3 16,36 0 2-16,44-12 3 15,11-10 1-15,5-1-1 16,-1 3 0-16,-15 2 1 16,11 5-1-16,-31 1 0 15,-24 9-2-15,-4-2 2 0,-20 5-1 16,0 0-2-16,-8 0-1 16,-4 20 0-16,0 28 4 15,0 12-6-15,-16 16 2 16,-40 14-43-16,-12 14-50 15,-15 17-52-15,-1 6-138 16,-19 3-415-16</inkml:trace>
  <inkml:trace contextRef="#ctx0" brushRef="#br0" timeOffset="65433.78">28464 10899 469 0,'0'0'114'0,"0"0"-41"0,0 0-39 15,0 0-20-15,0 0-14 0,0 0-2 16,0 0-8-16,-24-21-122 15</inkml:trace>
  <inkml:trace contextRef="#ctx0" brushRef="#br0" timeOffset="67286.52">10053 8585 579 0,'0'0'120'0,"0"0"25"0,0 0 15 0,0 0-46 0,0 0 7 15,0 0-14-15,0 0-49 16,-151-3-3-16,151 3-30 15,0 0-8-15,0 0-5 16,0 0-6-16,12 0-5 16,79 0-1-16,41 0 20 15,39 0 15-15,32 0-21 16,8 0-10-16,8 0 3 16,4 0-4-16,-24 3-2 15,-36-1 6-15,-35 2-7 16,-21 3 3-16,-35-1-2 15,-28-1 2-15,-13-1-3 16,-15-1 2-16,-16-3-1 0,0 0 4 16,0 0-2-16,0 0-2 15,0 0 1-15,0 0-1 16,0 0-1-16,0 0 0 16,0 3-46-16,0 1-58 15,0-1-52-15,0 0-168 16,0-3-332-16</inkml:trace>
  <inkml:trace contextRef="#ctx0" brushRef="#br0" timeOffset="69933.25">19274 8752 642 0,'0'0'116'0,"0"0"47"0,0 0-38 0,0 0-17 0,0 0 15 15,-306-20-54-15,286 20 1 16,20 0 1-16,0 0-21 15,0 0-14-15,0 0-11 16,32 0-14-16,99 0-8 16,64 0 21-16,52 0 19 15,44 0-20-15,39 0-2 16,29-5 0-16,15 3-10 16,-12 2-3-16,-11 0-6 15,-33 0-1-15,-27 0-1 16,-32 18 0-16,-29 0 0 15,-42 4 0-15,-37-2 1 0,-24 0-1 16,-43-10-2 0,-28-9 2-16,-32-1 7 0,-9 0-4 15,-15 0 0-15,0 0 14 16,0 0-8-16,0 0-6 16,0 0-2-16,0 0-1 15,0 0-29-15,-15-5-56 16,-17-4-83-16,16-8-201 15,8-4-674-15</inkml:trace>
  <inkml:trace contextRef="#ctx0" brushRef="#br0" timeOffset="72799.6">8397 9870 1001 0,'0'0'101'0,"0"0"57"0,0 0-58 0,0 0-38 0,0 0 14 15,0 0-22-15,-120 28-26 16,132-20-8-16,84 1-11 16,55-3 24-16,68-3 8 15,40-3-32-15,47 0-4 16,17 0-1-16,-8 0-2 16,-33 0 0-16,-35 0-1 15,-48 0-1-15,-48 3-27 16,-35 11-100-16,-32-9-86 0,-37-2-217 15</inkml:trace>
  <inkml:trace contextRef="#ctx0" brushRef="#br0" timeOffset="75233.89">27751 11625 413 0,'0'0'287'0,"0"0"-75"0,0 0-87 0,0 0-44 15,0 0 40-15,0 0-37 16,0 0-32-16,-255 40 9 16,243-35-1-16,4-5-6 15,8 0-7-15,0 0-16 16,0 0-8-16,0 0-5 0,44-15-4 16,36-19-6-1,27-12 3-15,13-5-5 0,15-8-4 16,-3-6 6-16,-5 4-8 15,-12 3 5-15,-19 9-3 16,-16 9-1-16,-29 11 0 16,-19 7-1-16,-12 9 1 15,-20 7-1-15,0-2 4 16,0 6 1-16,0-1 3 16,-44-2-5-16,1 4-3 15,-17 1 0-15,-12 0 0 16,1 0 0-16,-9 0 0 15,20 0 3-15,4 0 0 16,9 0 3-16,11 0 3 16,16 0-1-16,8 0 3 0,12 0 0 15,0 0-3-15,0 0-2 16,0 0-4-16,0 0 2 16,0 0-1-16,0 0 0 15,8 0-1-15,40 0-1 16,19-7 0-16,17 1-1 15,0-4 3-15,-5 1-3 16,-7-1 1-16,0 5-1 16,-17-2 1-16,-7 7-1 15,-24 0 1-15,-12 0-2 16,-12 0 1-16,0 0-2 16,0 14 2-16,0 23 1 0,0 10 3 15,0 11 2-15,-4 2 0 16,-40 7-3-16,-4 1-1 15,1-3-2 1,-1-2 0-16,-8 4-9 0,20 3-30 16,0-1-62-16,13-3-43 15,3-7-90-15,8-16-264 16</inkml:trace>
  <inkml:trace contextRef="#ctx0" brushRef="#br0" timeOffset="77933.02">27906 11449 526 0,'0'0'164'0,"0"0"-44"0,0 0 18 0,0 0-61 16,0 0-19-16,0 0-12 15,-234 108 19-15,234-108-26 0,0 0 16 16,0 0-15-16,0 0 1 16,0-4-3-16,79-30-21 15,29-17-2-15,35-19-4 16,28-23-7-16,40-18 3 16,32-10 2-16,8-8 3 15,24 1 2-15,-13 7-6 16,-7 8-7-16,12 4 0 15,-32 4 6-15,-16 10-5 16,-20 5-2-16,-24 16 9 16,-12 0-5-16,-31 8-4 15,7 12 1-15,-19 0 6 0,-17 7 1 16,-7 5 2 0,-25 3-3-16,-3 12 9 0,-12 2-9 15,-8 5 5-15,-13 7-1 16,1 1-1-16,-12 2-2 15,0 1-4-15,-4 2 4 16,-8-3-4-16,0 1 2 16,-8 3-3-16,16-4-1 15,-8 1-2-15,0-1 0 16,0 1-1-16,0-1 2 16,-1 2-1-16,-3 4 3 15,-4-2-3-15,4-1 0 16,-4 0 1-16,4 0-1 15,-8 7-1-15,0 0 1 16,0 0 1-16,0 0-1 0,0 0 3 16,0 0-2-16,-36 0 0 15,-31 0 0-15,-25 7 3 16,-15 13-3-16,-33 4-1 16,1 2 0-16,0 7 0 15,7-10 1 1,29 5 1-16,19-6 4 0,24-7-6 15,17-5-4-15,19-4 4 16,16-6 0-16,8 0 4 16,0 0-8-16,0 0 3 15,0 0 1-15,0 0 7 16,20-4 0-16,47-11-5 0,29-8 1 16,19-2-1-1,13 2-2-15,-9 1 0 0,1 2 0 16,-29 10 0-16,-19 3 0 15,-28 3 0-15,-28 4-2 16,-4 0 0-16,-4 0 1 16,3 7 1-16,-11 24-1 15,0 14 1-15,0 9-1 16,0 13 2-16,0 5 0 16,-31 5-1-16,-33 6 1 15,-16 4-2-15,-15 4-17 16,-17 4-75-16,1-1-80 15,-1-1-169-15,17-14-541 16</inkml:trace>
  <inkml:trace contextRef="#ctx0" brushRef="#br0" timeOffset="84050.95">27007 8680 842 0,'0'0'344'16,"0"0"-195"-16,0 0 4 0,0 0-70 0,0 0-44 15,0 0-15-15,0 0-5 0,442-114-11 16,-196 84 3-16,13 5-6 16,-16 7 1-16,-20 10-2 15,-28 3-2-15,-51 5-1 16,-29 0-1-16,-43 0-1 16,-29 0-6-16,-15 4-28 15,-20 8-38-15,-8-2-105 16,-8 1-75-16,-87-6-316 15</inkml:trace>
  <inkml:trace contextRef="#ctx0" brushRef="#br0" timeOffset="85150.7">8476 9815 502 0,'0'0'647'0,"0"0"-534"0,0 0 36 0,0 0-55 0,0 0-10 16,0 0-42-16,0 0-23 15,-163 0-11-15,235 0-8 16,79 0 13-16,96 0 23 16,56-1-11-16,11-17-14 15,25 3-1-15,-13-2-7 16,1 12 5-16,-9-1-5 15,-51 0-1-15,-32 6-2 0,-76 0 0 16,-63 0-8 0,-49 0 8-16,-35 0 2 0,0 0 0 15,-12 0-4-15,0 0 5 16,0 0-2-16,0 0-1 16,-24 0-17-16,-35 0-64 15,-57 0-102-15,-15 0-331 16</inkml:trace>
  <inkml:trace contextRef="#ctx0" brushRef="#br0" timeOffset="90539.82">15289 13639 231 0,'0'0'513'0,"0"0"-358"0,0 0-24 0,0 0-10 15,0 0-17-15,0 0-20 16,0 0-4-16,-247 0-18 15,239 0-17-15,8 4-3 16,-4-4-22-16,4 0 4 16,0 0-2-16,0 0-11 15,0 3 0-15,48-3-1 16,115 0 5-16,104 0 23 0,75-41-20 16,44-14-1-16,33-1-17 15,3 1 2-15,-16 9 0 16,-40 13 5-16,-67 11-6 15,-76 12 3-15,-80 3-3 16,-51 7 0-16,-57 0 7 16,-3 0-6-16,-20 0 11 15,-12-2-6-15,0-1 12 16,0-1-8-16,0-2 12 16,0 0-14-16,0 2-5 15,0 4-4-15,0 0-23 16,-8-6-101-16,-52-3-204 15</inkml:trace>
  <inkml:trace contextRef="#ctx0" brushRef="#br0" timeOffset="94153.71">6127 15673 884 0,'0'0'325'0,"0"0"-237"0,0 0 27 0,0 0-27 0,0 0-22 16,0 0-2-16,0 0-29 15,-267 0-28-15,291 0-7 16,104 0 4-16,83 0-4 16,56 0 19-16,35-9-10 15,13 0-7-15,3-2 2 16,-3 11-4-16,-13 0 0 15,-55 0 1-15,-48 0 1 16,-59 0-2-16,-57 0-1 16,-35 8 1-16,-28-5 4 0,-16 1-4 15,-4-4 0 1,0 0 2-16,0 0 3 0,0 0-3 16,0 0-2-16,-16 0-38 15,-76 0-132-15,-35 0-493 16</inkml:trace>
  <inkml:trace contextRef="#ctx0" brushRef="#br0" timeOffset="99865.47">14106 15576 769 0,'0'0'183'0,"0"0"-48"0,0 0 28 0,0 0-54 15,0 0-31-15,0 0 17 0,0 0-30 16,-266-5-43 0,278 5-5-16,83 0-12 0,56 0 1 15,60-1 5-15,20-8-3 16,28 2-7-16,-16 3 0 15,0 4 0-15,-32 0-1 16,-36 0 2-16,-44 11-2 16,-39-1-12-16,-20 8-47 15,-25-2-110-15,-27-4-101 16,-20-2-405-16</inkml:trace>
  <inkml:trace contextRef="#ctx0" brushRef="#br0" timeOffset="103216.45">8182 15448 860 0,'0'0'201'0,"0"0"-98"0,0 0 10 15,0 0-49-15,0 0-25 16,0 0-19-16,0 0-12 15,0 0-8-15,0 0-14 16,0 0-84-16,0 11-183 16,-8-5-509-16</inkml:trace>
  <inkml:trace contextRef="#ctx0" brushRef="#br0" timeOffset="104270.96">5184 15385 749 0,'0'0'221'0,"0"0"-149"0,0 0-1 0,0 0 5 16,0 0-31-16,0 0 6 15,-12 3-22-15,12-3-9 16,24 0 3-16,23 0 24 15,9 0-16-15,28 0 6 0,-5-21-17 16,25-5-8-16,-9-5 5 16,13-7-10-16,-9-11 8 15,-3-4-7-15,-4-10-5 16,-17-4-2-16,-7-10 2 16,-8-2 0-16,-5-7-3 15,-31-3 5-15,0 0-3 16,-12-2-1-16,-12 2 0 15,0-3 2-15,0 6-1 16,-24-6 1-16,-12 6 1 16,-7-3-4-16,-5-7 0 15,-12 7 1-15,4 4 0 16,-15 10-1-16,-1 10 1 16,4 14-1-16,-3 16 0 15,-1 10 3-15,-8 10-3 0,21 5 1 16,15 4-2-16,-4 6-5 15,0 0 4-15,-7 1 2 16,-9 36 1-16,-16 7-1 16,1 14 0-16,-5 9 0 15,16-1-1-15,9 10 1 16,-1 0 4-16,4 10-4 16,8 6 0-16,1 6 0 15,11 7 2-15,4 6-2 16,8 7 2-16,20 2-1 15,4 2 0-15,0-2-1 0,0-6 1 16,36-12-1-16,12-11 6 16,19-15-6-16,5-9-1 15,31-11 1-15,5-14-1 16,19-7 1-16,25-15-16 16,23-17-63-16,28-3-77 15,-8-10-221-15</inkml:trace>
  <inkml:trace contextRef="#ctx0" brushRef="#br0" timeOffset="106506.86">7939 15846 850 0,'0'0'153'0,"0"0"-63"0,0 0 15 0,0 0-10 15,0 0-12-15,0 0-41 16,-12-76-36-16,12 81-5 15,0 27 4-15,36 16 2 16,12 13 20-16,-5 9-11 16,-3 15 1-16,4 8-7 15,-20 5-4-15,20-3 10 16,-16-3-7-16,7-7 0 16,9-8 8-16,-8-13-2 0,12-14-5 15,0-7-3-15,7-6-3 16,1-6-1-16,4-2 3 15,11-13-4-15,13-3 1 16,20-9 12-16,35-4-2 16,24-11 2-16,12-20-1 15,24-11-2-15,0-5-10 16,9 0 5-16,7-11-5 16,19-2 3-16,9-8-5 15,4-1 0-15,-16-3-3 0,-8 1 3 16,-36-5 1-1,-24 9 0-15,-31 1-2 0,-21 6 1 16,-27 7 0 0,-4 7 0-16,-29 5 9 0,-7 0-9 15,-8 6 4-15,-4-5 2 16,-16 9 0-16,4 0-3 16,-4 1 1-16,-4 3 0 15,-5-7-1-15,-7 3 0 16,0 4-2-16,0-5-1 15,0 3 0-15,0 1 2 16,-7 1-3-16,-17 9 5 16,0 2-7-16,0-1 3 15,-12 6 0-15,12 0 1 16,-12 6 0-16,4 1-1 0,5 4-1 16,-17 0-3-1,8 0 2-15,0 0-4 0,-8 0 5 16,16 9 0-16,-3 2 1 15,31-5 1-15,-12-1-1 16,12-5-2-16,0 0 1 16,0 0-1-16,0 0-2 15,35 0 4-15,37 0 0 16,28 0 3-16,-1 0 3 16,5 0-5-16,-1 0 0 15,-19 0 0-15,-16 0 0 16,-9 0-1-16,-23 0-4 15,-12 0 3-15,0 15 1 16,-12 10-1-16,8 3-1 0,-16 10 2 16,-4 7-1-16,0 12-9 15,0 10-30-15,-16 12-63 16,-40 13-66-16,-4 3-121 16,-7 7-249-16</inkml:trace>
  <inkml:trace contextRef="#ctx0" brushRef="#br0" timeOffset="107268">10133 15085 727 0,'0'0'230'0,"0"0"-57"0,0 0-7 15,0 0-55-15,0 0-7 16,0 0-28-16,-104 0-38 0,104 0-7 16,12 0-14-16,48 0-7 15,43-15-7-15,25-6-3 16,15 2-5-16,8 3-29 16,1 7-167-16,-13 2-211 15</inkml:trace>
  <inkml:trace contextRef="#ctx0" brushRef="#br0" timeOffset="112332.59">18152 11833 643 0,'0'0'222'0,"0"0"-92"0,0 0-44 0,0 0 3 0,0 0-14 16,0 0-4-16,0 0-23 15,0-45-2-15,-12 45-30 16,-24 4-5-16,-8 18-3 16,-8 10-2-16,-15 6 4 15,-1 9 1-15,4 8-3 16,-3 1 6-16,7-5 13 16,12-8-27-16,12-6 5 15,4-12-3-15,20-10-3 16,0-4 3-16,12-9-1 15,0-2 3-15,0 0 0 16,0 0 1-16,0 0 17 16,0-2 19-16,0-24-17 15,0-6-18-15,12-3-6 0,12-3 4 16,12-1-4-16,-12 9 0 16,-4 3-1-16,-8 9 1 15,-8 9 0-15,-4 1 0 16,0 8 1-16,0 0-1 15,0 0 0-15,0 0-7 16,0 20 2-16,-12 8 5 16,-12 6 0-16,8 6 2 15,4-5-2-15,4-4 0 16,8-6 0-16,0-2-1 16,0-8 1-16,0-2 0 15,12-6 1-15,24-7 0 16,12 0-1-16,7 0 0 0,17 0-1 15,-4-15-35-15,15-5-100 16,1-11-39-16,16-1-154 16,-5-7-519-16</inkml:trace>
  <inkml:trace contextRef="#ctx0" brushRef="#br0" timeOffset="113050.05">18725 11655 576 0,'0'0'303'0,"0"0"-118"0,0 0-36 0,0 0-58 16,0 0-34-16,0 0-32 15,-36 0-5-15,36 0-4 0,0 0-2 16,0 0 0-1,8-9 0-15,16-5 14 0,16-3 10 16,-8-3-31-16,11-3-1 16,-15-2-1-16,-16 2-4 15,0 1 2-15,-12 2-1 16,0 10 5-16,0-1-5 16,0 11 8-16,-16 0-3 15,-28 0-7-15,-3 0 2 16,-13 26-4-16,12 11 3 15,-8 2-1-15,25 8 2 16,15 2-2-16,16-2-1 16,0-4 1-16,0-7-2 0,24-7 2 15,43-10-3-15,5-12 2 16,0-1 0-16,7-6-3 16,-7 0 1-16,-4-7-1 15,-9-18-6-15,-11-4 5 16,0-2-2-16,-16 2 5 15,-16 10 2-15,-8 10 3 16,-8 5 1-16,0 4-1 16,0 0 2-16,0 0-5 15,0 17-12-15,0 7 11 16,0 10 1-16,0 2 1 16,0-1 3-16,0-3-3 15,0-6-1-15,0-8-44 16,0-2-98-16,0-10-138 0,0-6-159 15</inkml:trace>
  <inkml:trace contextRef="#ctx0" brushRef="#br0" timeOffset="113216.27">19211 11356 592 0,'0'0'416'0,"0"0"-220"0,0 0-115 0,0 0-62 15,0 0-19-15,0 0-38 16,24 7-97-16,23 28-142 16,1 3-194-16</inkml:trace>
  <inkml:trace contextRef="#ctx0" brushRef="#br0" timeOffset="114533.23">19776 11614 695 0,'0'0'294'0,"0"0"-144"16,0 0-17-16,0 0-50 16,0 0-22-16,0 0-8 15,-119-50-16-15,63 50-16 16,-4 8-9-16,4 24-5 16,9-1-7-16,7 8 1 15,16-3-1-15,4-2-1 16,20-6-3-16,0-5 3 0,0-9-6 15,0-6-10-15,0-2 6 16,12-6 6-16,20 0 3 16,4-9 2-16,0-23 3 15,-13-2-3-15,13 1 1 16,-4 8 2-16,-16 9-3 16,-8 8 2-16,-4 8-2 15,-4 0 0-15,0 4-7 16,12 36 7-16,8 16 1 15,-4 11 8-15,8 11 0 16,7 8-4-16,-7 2-1 16,0 5-2-16,-12-3 4 0,-12-11-6 15,0-9 0 1,0-16 3-16,0-20 2 0,0-14-4 16,-12-14 2-16,-24-6 15 15,1 0 39-15,-13-13-24 16,-8-21-2-16,8-14-14 15,12-9-10-15,13-3 2 16,23-4-6-16,0 4-2 16,0 0 3-16,0 6-4 15,35 6-1-15,21 3 1 16,4 5 2-16,0 3-2 16,-1 6-1-16,-3 6 0 15,-8 7-1-15,-12 7 0 16,-12 8-4-16,7 3-1 0,-15 0 2 15,-8 0-4-15,8 0 5 16,-8 0 0-16,-4 0 4 16,4 0 0-16,-4 0-1 15,-4 0-2-15,8 0 3 16,-4 0 0-16,8 0 1 16,8-9 3-16,-8-5-4 15,12 2 4-15,8-4 0 16,-16 2-4-16,3 5 0 15,-7 4 0-15,-8 2 0 16,-4-1-4-16,0 4 8 0,0-5-8 16,8-10 4-1,-4 4 0-15,8-5 1 0,0 0 1 16,-4 3-2-16,-8 4 0 16,0 0 2-16,0-2 2 15,0 0-4-15,0-2 3 16,-24 3-6-16,-8 0 5 15,9 6-6-15,-1 4 3 16,0 0 1-16,0 0-2 16,12 14 1-16,0 13-3 15,0 7 0-15,12 5 3 16,0 4 1-16,0 1-1 16,12-3 0-16,36-7 1 15,0-3 0-15,-1-7-3 16,-3-11-3-16,12-6 3 15,-16-7-4-15,7 0 0 0,-3 0 3 16,0-27 4-16,-4-1 2 16,-4-1-1-16,-4 7-1 15,-21 7 0-15,1 9 0 16,0 6 0-16,-12 0-3 16,0 0 2-16,12 0 0 15,0 0-6-15,8 15 7 16,-4 2 0-16,-4-2-1 15,0-2 1-15,0-4 1 16,-12-9-1-16,8 0-1 16,-4 0 0-16,8 0 1 0,8 0 3 15,-8-9 2 1,0 0-5-16,0 5 1 0,-1 0 0 16,-11 4-1-16,12 0-6 15,20 0 5-15,-4 0 1 16,8 0 0-16,-4 13 0 15,-8-3 0-15,0-4 0 16,7-6-1-16,-7 0 0 16,12 0-2-16,0 0 3 15,12-21 0-15,-4-5 0 16,-5-3-16-16,5 7-41 16,-8 6-18-16,-4 13-51 15,-8 3-118-15,-8 0-245 16</inkml:trace>
  <inkml:trace contextRef="#ctx0" brushRef="#br0" timeOffset="115049.89">18092 13207 913 0,'0'0'314'0,"0"0"-146"0,0 0-82 0,0 0-32 16,0 0-25-16,0 0-4 15,24 0 1-15,32-22-16 16,15-14 11-16,25-6-17 16,7-9-4-16,37-7-4 15,3-2-104-15,8-11-168 16,1-6-661-16</inkml:trace>
</inkml:ink>
</file>

<file path=ppt/ink/ink1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10-29T11:20:12.021"/>
    </inkml:context>
    <inkml:brush xml:id="br0">
      <inkml:brushProperty name="width" value="0.05292" units="cm"/>
      <inkml:brushProperty name="height" value="0.05292" units="cm"/>
      <inkml:brushProperty name="color" value="#FF0000"/>
    </inkml:brush>
  </inkml:definitions>
  <inkml:trace contextRef="#ctx0" brushRef="#br0">25605 4809 855 0,'0'0'74'0,"0"0"62"16,0 0-64-16,0 0-22 0,0 0 9 16,0 0-11-16,0 0-11 0,0 0-12 15,-68 13-15-15,180-6 7 16,67 0 40-16,56-7-23 15,40 0-19-15,7 0-13 16,9 0 3-16,-8 0-4 16,-28 0-1-16,-32 0 3 15,-36 0-3-15,-32 0 0 16,-44 0 0-16,-39 0 0 16,-24 0 0-16,-28 6 7 15,-16-6-5-15,-4 0 3 0,0 0 4 16,0 0 9-16,0 0-7 15,0 0-5-15,-12 0-6 16,-24-10-2-16,-8 0-45 16,-20 3-79-16,-3-3-45 15,-5-4-356-15</inkml:trace>
  <inkml:trace contextRef="#ctx0" brushRef="#br0" timeOffset="1566.8">10320 5755 905 0,'0'0'142'0,"0"0"11"0,0 0-65 0,0 0-16 16,0 0 14-16,0 0-28 16,0 0-12-16,-92-39-19 15,92 39-7-15,0 0-13 16,12 0-6-16,80 0 0 16,39 0 12-16,88 0-5 15,16 0-8-15,0 0 4 0,-4 0-3 16,-40 0 0-16,-8 0-1 15,-28 5-1-15,-27-5 1 16,-9 0 0-16,-27 0 0 16,-36 0-2-16,-28 0 2 15,-9 0 0-15,-19 3 2 16,0-1-1-16,0-2 3 16,0 0-4-16,0 0-9 15,0 0-32-15,-67 4-84 16,-17 0-173-16,12-2-732 15</inkml:trace>
  <inkml:trace contextRef="#ctx0" brushRef="#br0" timeOffset="5133.35">14027 7753 489 0,'0'0'215'0,"0"0"-26"0,0 0-18 0,0 0-51 0,0 0-26 16,0 0-28-16,0 0-5 15,-116-19-19-15,116 14-16 16,44 4-7-16,71-8 1 15,61-4 17-15,47-7-9 0,24-2-11 16,35-4-6-16,17 5-9 16,7 0 3-16,9 4-5 15,-36 1 3-15,-52 3-6 16,-52 9 2-16,-40 1 1 16,-39 3-1-16,-13 0 0 15,-27 0 1-15,-32 0 0 16,-12 0 0-16,-12 0 0 15,0 0 1-15,0-8 1 16,0 3 0-16,0 3-2 16,0-1 0-16,0 3-45 15,0 0-85-15,0 0-126 0,24 0-446 16</inkml:trace>
  <inkml:trace contextRef="#ctx0" brushRef="#br0" timeOffset="5787.37">20779 7826 664 0,'0'0'169'0,"0"0"18"0,0 0-68 0,0 0-16 0,0 0-10 16,0 0-28-16,-242-55-24 15,242 55-21-15,0-3-4 16,43 3-5-16,65 0 4 16,55-2 23-16,44-5-25 15,16 1-8-15,-12-1-5 16,12 1 0-16,-4-5 0 15,-8 6 0-15,-24-4 4 0,-35 0-4 16,-45 1 0 0,-35 2 0-16,-28 0 3 0,-21 3-3 15,-23-2 2 1,0 4-1-16,0 1-1 0,0 0-19 16,-35 0-72-16,-81 0-155 15,-23 0-550-15</inkml:trace>
  <inkml:trace contextRef="#ctx0" brushRef="#br0" timeOffset="9737.75">11630 8769 721 0,'0'0'133'0,"0"0"19"0,0 0-51 0,0 0-22 16,0 0-2-16,0 0-25 16,0 0-19-16,-279-17-15 15,279 17-9-15,0 0-7 16,12 0-2-16,80 0 0 16,51 8 25-16,68-2 13 15,56-6-6-15,23 0-21 16,5 0-3-16,-4 0-3 15,-13 0-1-15,-31 3 1 16,-16 6-3-16,-52 2-2 16,-51 0 0-16,-33 0 1 15,-39-2-1-15,-32-6 0 0,-24 1 0 16,0-2 2-16,0-2 4 16,0 0 7-16,0 0 4 15,0 0 3-15,0 0-8 16,0 0-6-16,-24 0-3 15,12 0-3-15,4 0-1 16,4 0-16-16,4 0-64 16,0 0-61-16,0 0-84 15,48 0-235-15</inkml:trace>
  <inkml:trace contextRef="#ctx0" brushRef="#br0" timeOffset="10466.74">19059 8838 898 0,'0'0'109'0,"0"0"27"0,0 0-53 0,0 0-16 16,-314 0-8-16,294 0 4 15,20 0-14-15,0 0-23 16,0 0-6-16,20 0-16 15,87 0 3-15,57 0 24 0,59 0 4 16,31 0-21 0,1 0-7-16,-16 0-5 15,-28 0-1-15,-28 0 4 16,-51 0-5-16,-53 0 2 0,-19 0-5 16,-40 0 3-1,-16 0-1-15,-4 0-1 0,0 0-1 16,0 4-15-16,0 5-60 15,-4 7-73-15,-32 6-42 16,24-2-230-16</inkml:trace>
  <inkml:trace contextRef="#ctx0" brushRef="#br0" timeOffset="10833.76">23539 8807 249 0,'0'0'809'0,"0"0"-664"0,0 0-21 16,0 0-94-16,0 0 16 16,0 0 4-16,-52 0-18 15,52 0-6-15,36 0-16 0,47 0 4 16,37 0-6-16,19 0-3 16,8 0-3-16,-15-4-1 15,7-1-1-15,-11-2-1 16,-1-2-28-16,-31 3-61 15,-17 2-91-15,-31-8-120 16,-20-5-445-16</inkml:trace>
</inkml:ink>
</file>

<file path=ppt/ink/ink1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10-29T11:20:43.055"/>
    </inkml:context>
    <inkml:brush xml:id="br0">
      <inkml:brushProperty name="width" value="0.05292" units="cm"/>
      <inkml:brushProperty name="height" value="0.05292" units="cm"/>
      <inkml:brushProperty name="color" value="#FF0000"/>
    </inkml:brush>
  </inkml:definitions>
  <inkml:trace contextRef="#ctx0" brushRef="#br0">3993 4731 646 0,'0'0'139'0,"0"0"46"0,0 0-72 0,0 0 15 0,0 0-32 16,0 0-44-16,0 0-29 15,-143 3-4-15,143-1-7 16,0-2-7-16,0 4-2 16,0-1 6-16,0 3-5 0,0-1 1 15,71 3 20-15,21-1 25 16,16-2-19-16,19-1 2 15,12-4-14-15,13 0-9 16,3 0-4-16,4 0 4 16,-8 0-3-16,1 0 4 15,3-7-3-15,-4-6-4 16,13-2 1-16,23 6-4 16,-12-2 8-16,0 6-9 15,12 0-1-15,-24 3-1 16,13 2 0-16,-13 0 2 15,-8 0 3-15,-4 0-3 16,9 0-1-16,-17 0-3 16,-4 0 4-16,-7 0 0 15,-9 9 6-15,-3 2-6 0,7-6 1 16,1-1 9-16,-21 3-2 16,-11-1-5-16,-5-1 3 15,-19 1-6-15,-4 1 8 16,-25-4 0-16,-15-3-7 15,-16 4 2-15,0-4 8 16,-12 0-4-16,0 0-6 16,0 0 7-16,0 0-1 15,0 0-4-15,0 0-3 16,0 0-7-16,0 0-33 0,0 0-68 16,0-4-145-16,0-23-633 15</inkml:trace>
  <inkml:trace contextRef="#ctx0" brushRef="#br0" timeOffset="27649.35">18872 5759 859 0,'0'0'191'0,"0"0"2"0,0 0-94 0,0 0 21 15,0 0-37-15,0 0-35 0,0 0-15 16,-135-20-20-16,135 20 0 16,80-5 3-16,51-3-9 15,44-2 7-15,20 2 1 16,4 2-12-16,0 3 0 16,-4 3-2-16,-3 0 1 15,-5 0-1-15,-16 0 1 16,-28 0 1-16,-27 0-3 15,-33 0 0-15,-27 3 0 16,-28 7 1-16,-8-7 0 16,-20-2 6-16,0-1-2 15,0 5 1-15,0-2-2 16,0-3-3-16,0 0-1 16,0 0-5-16,0 0-51 15,0 10-44-15,0-1-127 0,12 7-156 16</inkml:trace>
  <inkml:trace contextRef="#ctx0" brushRef="#br0" timeOffset="28416.63">28440 5648 712 0,'0'0'277'0,"0"0"-81"0,0 0-65 0,0 0-26 0,0 0-15 15,0 0-25-15,-100 5-33 16,120-5-18-16,88 0-6 15,63 0 18-15,52 0 2 16,12 0-19-16,0 0-5 16,-12 0-1-16,-16 0-2 15,-20 0-1-15,-24 0 3 0,-23 0-5 16,-45 0 3 0,-3 0-2-16,-33 0 0 15,-35 4-13-15,0 0-13 0,-24-4-44 16,0 9-66-16,0 4-102 15,-32-4-267-15</inkml:trace>
  <inkml:trace contextRef="#ctx0" brushRef="#br0" timeOffset="38102.44">11025 6574 562 0,'0'0'165'0,"0"0"-19"0,0 0-49 0,0 0 21 16,0 0-34-16,0 0-20 16,0 0-27-16,0 0-6 15,-140 8-8-15,140 1-1 16,0 5 14-16,0 1 14 16,36 3-8-16,44 0-17 15,35-1 3-15,29-1-3 16,19-8-14-16,20 2 2 15,20-6-3-15,4 0-7 16,-8-4 9-16,0 0-9 0,-12 0 3 16,-23 0-6-16,-13 0 0 15,-8 0 1-15,-15 0-1 16,-13-4 0-16,-11-5 4 16,-21 0-2-16,-15 9-2 15,-16-6 2-15,-21 6-1 16,-7 0-1-16,-12-4 0 15,-12 4-1-15,0 0-1 16,0 0 0-16,0 0 0 16,0 0-5-16,0 0-11 15,0 0-62-15,0 0-63 16,-24 4-86-16,-11-4-740 16</inkml:trace>
  <inkml:trace contextRef="#ctx0" brushRef="#br0" timeOffset="63918.28">9798 7559 685 0,'0'0'223'0,"0"0"-45"0,0 0-50 0,0 0-28 15,0 0-10-15,0 0-36 16,0 0-31 0,0 0-13-16,-107-9 0 0,198 9-1 15,41 0 26-15,55 0-3 16,24-9-3-16,20-4-19 15,4-3-9-15,-12 3 3 16,-16 4-4-16,-44 2 4 16,-44 1-4-16,-35 6 0 15,-36-4 0-15,-24 4 0 16,-16 0-1-16,-8 0 1 16,0 0 0-16,0 0 0 15,0 0-5-15,0 0 3 16,0 0-17-16,-24 0-38 0,-32 10-51 15,8 11-67 1,24 0-183-16</inkml:trace>
  <inkml:trace contextRef="#ctx0" brushRef="#br0" timeOffset="65549.8">20437 7715 793 0,'0'0'158'0,"0"0"38"0,0 0-97 0,0 0-4 16,0 0-6-16,0 0-32 16,-64 0-13-16,64 0-13 15,0 0-1-15,0 0-17 16,64-7-3-16,55-9 1 16,69-7 11-16,11 6-13 15,32-7 0-15,4 2-7 16,11 2 3-16,1 6 1 0,-12 5-2 15,-28 1-4-15,-32 8 1 16,-19 0-1-16,-21 0 0 16,-39 0 3-16,-13 0 2 15,-27 0-2-15,-8 0 4 16,-16 4-5-16,-20-4 0 16,-1 0 6-16,-11 0-6 15,4 0-1-15,-4 0 1 16,0 0-2-16,0 0-12 15,0 0-64-15,0 7-137 16,-11-1-287-16</inkml:trace>
  <inkml:trace contextRef="#ctx0" brushRef="#br0" timeOffset="68049.61">11622 8471 746 0,'0'0'330'0,"0"0"-204"0,0 0 4 0,0 0-37 16,0 0-21-16,0 0-29 15,0 0-23-15,-108 0-10 16,108 0-1-16,68 5-3 16,16 4 19-16,23-1-1 15,21-5-15-15,11-3-6 16,12 0 1-16,0 0-2 16,-19 0-2-16,-17 0 0 15,-11 4-3-15,-32-2 0 16,-5 3-17-16,-31 5-54 15,-20 7-98-15,-16-3-87 0,0-4-379 16</inkml:trace>
  <inkml:trace contextRef="#ctx0" brushRef="#br0" timeOffset="77316">15126 10487 776 0,'0'0'204'0,"0"0"-106"0,0 0 1 0,0 0-28 0,0 0-3 15,0 0 3-15,0 0-22 16,-4 0-12-16,4 0-7 15,0 0 1-15,0 0-8 16,0 0 8-16,0 0-9 0,0 0-3 16,0 0-1-1,0 0-8-15,-8 0 4 0,8 0-12 16,0 2 4-16,0-2-5 16,0 0 1-16,0 0 2 15,0 0-3-15,0 0-1 16,0 0-4-16,0 0 1 15,0 0-16-15,0 0-66 16,0 0-139-16,0 0-231 16</inkml:trace>
  <inkml:trace contextRef="#ctx0" brushRef="#br0" timeOffset="81887.85">10638 11417 101 0,'0'0'54'0,"0"0"90"0,0 0-56 0,0 0 51 16,0 0-26-16,0 0-38 15,0 0 42-15,0 0-20 16,-294-78-1-16,262 77-5 0,-4-3 3 16,12 2-29-1,0-2-14-15,4 1-2 0,16 3 1 16,-4 0-15-16,8 0-14 15,0 0-4-15,0 0-17 16,0 0 0-16,24 0-4 16,68 0 4-16,23 3 17 15,49 8 0-15,11-1-10 16,12 0-3-16,0 3 1 16,0-2-2-16,-12-4 0 15,-11 3-3-15,3 4 1 16,-20-7 2-16,-7 2-2 15,-33-3-1-15,-15-3 0 16,-21 3 5-16,-35-2-2 16,0-2-2-16,-16-2 1 0,-8 0 7 15,-12 0-6-15,0 0-3 16,0 0 0-16,0 0 1 16,0 0-1-16,-8 4-49 15,-64-4-159-15,-19 0-678 16</inkml:trace>
  <inkml:trace contextRef="#ctx0" brushRef="#br0" timeOffset="86682.88">13477 12338 886 0,'0'0'188'0,"0"0"-46"0,0 0-44 0,0 0-31 16,0 0 30-16,0 0-23 0,0 0-39 16,0 0-7-16,243 2-4 15,-80-2-12-15,5-12-10 16,7-1-2-16,12-1-26 15,0 2-111-15,0-9-147 16,8-14-524-16</inkml:trace>
  <inkml:trace contextRef="#ctx0" brushRef="#br0" timeOffset="98415.74">10614 14148 686 0,'0'0'160'16,"0"0"-57"-16,0 0-10 0,0 0-4 0,0 0-11 16,0 0 5-16,0 0-32 15,-71 27-21-15,71-27-5 16,12 4-11-16,83 3 13 16,45-5 31-16,23 1-14 15,24 4-31-15,0-3-8 16,-12 5-3-16,-23 2-2 15,3 6 0-15,-8-2 4 0,-7 2-2 16,-21-1-2-16,-23-3 0 16,-29-4 1-16,-19-4 0 15,-16 3 5-15,-16-5-6 16,-16-3-1-16,0 0 1 16,0 0 0-16,0 0 2 15,0 0-2-15,0 0-39 16,0 0-74-16,0 3-101 15,-4-3-252-15</inkml:trace>
  <inkml:trace contextRef="#ctx0" brushRef="#br0" timeOffset="115382.67">9444 15255 886 0,'0'0'212'0,"0"0"-119"16,0 0 51-16,0 0-45 0,0 0-37 15,0 0-14-15,0 0-36 16,-68 0-9-16,220 0-2 15,59 0 10-15,35 0 1 16,-3-11-9-16,24 7 0 16,-32-2-1-16,-24 2-2 15,-32 4 0-15,-39 0-1 16,-29 0-6-16,-35 0-59 16,-21 0-79-16,-19 0-57 15,-4 0-267-15</inkml:trace>
  <inkml:trace contextRef="#ctx0" brushRef="#br0" timeOffset="117932.89">23829 15153 946 0,'0'0'170'0,"0"0"-43"0,0 0-52 0,0 0-3 15,0 0 7-15,0 0-36 16,-91 0-23-16,135 0 0 16,71 0-10-16,40 0 14 0,32 0-8 15,20-12-6 1,-7 3-5-16,-1-2-2 0,-24 1-3 16,-32 8 2-16,-27 2-2 15,-45 0 0-15,-15 0-13 16,-20 0-38-16,-16 0-52 15,-8 7-98-15,-12 9-144 16,0-5-394-16</inkml:trace>
  <inkml:trace contextRef="#ctx0" brushRef="#br0" timeOffset="119366.14">9269 15838 966 0,'0'0'190'0,"0"0"-139"15,0 0-4-15,0 0 2 0,0 0 19 16,0 0-19-16,151 5-9 15,-20-5-3-15,13 0-23 16,3 0-6-16,-4 0-8 16,-3-5 2-16,-1 4-2 15,0 1 0-15,-11 0-49 16,-21 0-119-16,-11 0-198 0</inkml:trace>
  <inkml:trace contextRef="#ctx0" brushRef="#br0" timeOffset="124688.27">23348 17132 655 0,'0'0'352'0,"0"0"-216"0,0 0-31 16,0 0-43-16,0 0 4 15,0 0-21-15,0 0-25 16,0 0-19-16,-20 56 36 15,191-56 10-15,28 0-22 16,4 0-15-16,8 0-5 0,-28-3-5 16,-28 1 4-1,-27 2-2-15,-49 0-2 0,-11 0 0 16,-32 0-2-16,-20 0 3 16,-4 0-1-16,-12 0 0 15,0 0 0-15,0 0 0 16,0 0-3-16,0 0-21 15,0 0-33-15,0 0-68 16,0 0-90-16,0 0-254 16</inkml:trace>
  <inkml:trace contextRef="#ctx0" brushRef="#br0" timeOffset="125924.61">8078 18081 755 0,'0'0'235'0,"0"0"-99"0,0 0-35 0,0 0-6 0,0 0-42 16,0 0-7-16,-71 23-16 16,86-14-8-16,65-4 34 15,40 3-11-15,31-8-16 16,20 0-9-16,20 0-6 15,8 0-7-15,-4 0-5 16,-15 1 4-16,-29-1-5 16,-36 0 3-16,-23 0-4 15,-44 0 1-15,-24 0-2 0,-13 0 2 16,-11 0-1 0,0 0 0-16,0 0 0 15,0 0-1-15,0 0 0 16,0 0 0-16,0 0-26 15,0 0-43-15,-23 15-63 16,-9-2-110-16,32-4-255 0</inkml:trace>
  <inkml:trace contextRef="#ctx0" brushRef="#br0" timeOffset="126716.43">18243 18094 945 0,'0'0'160'0,"0"0"17"0,0 0-79 0,0 0-2 16,0 0-6-16,0 0-32 0,-83-27-17 16,83 22-29-16,35-2-7 15,61-5 2-15,31-1-2 16,29-1 0-16,7 6-5 15,-12-1 1-15,0 2-1 16,-11 5 0-16,-21-3-1 16,-15 5-10-16,-25 0-69 15,-31 0-113-15,-16 5-166 16</inkml:trace>
</inkml:ink>
</file>

<file path=ppt/ink/ink1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10-29T11:23:02.005"/>
    </inkml:context>
    <inkml:brush xml:id="br0">
      <inkml:brushProperty name="width" value="0.05292" units="cm"/>
      <inkml:brushProperty name="height" value="0.05292" units="cm"/>
      <inkml:brushProperty name="color" value="#FF0000"/>
    </inkml:brush>
  </inkml:definitions>
  <inkml:trace contextRef="#ctx0" brushRef="#br0">20955 4974 702 0,'0'0'144'0,"0"0"-6"0,0 0-48 0,0 0-8 0,0 0-17 15,0 0 1-15,0 0-20 16,0 0-13-16,12 4-2 16,59-4-1-16,33 0 23 15,23 0-10-15,28 0-23 16,41 0 4-16,27 0-20 16,23 0 5-16,9 0 0 15,12-4-4-15,-8 2-2 16,8 2 8-16,-21 0-3 15,-11 0-1-15,-4 0-1 0,-28 0-5 16,-16 0 2 0,-15 0 5-16,-17 0-3 0,-8 2-4 15,-3 3 9-15,-1 6-9 16,8-5 8-16,8 1-7 16,-3 0 6-16,3-7-3 15,-16 0 0-15,-3 0-2 16,-1 0 2-16,0 0-3 15,17 0-1-15,-9 0 3 16,-4 0-4-16,1-7 0 16,-21 0 2-16,-15 1 0 15,-25 1 0-15,-15-2 1 0,-24 1-3 16,-16-1 2 0,-9 4-2-16,-7-3 8 0,0-2 0 15,-8 3-5-15,4-2-2 16,-8 5-1-16,0-1 1 15,0 3 0-15,0-4-1 16,0 2-59-16,-8-9-83 16,-55-6-234-16</inkml:trace>
  <inkml:trace contextRef="#ctx0" brushRef="#br0" timeOffset="3421.92">16655 6077 879 0,'0'0'101'0,"0"0"63"0,0 0-91 0,0 0-6 16,0 0 4-16,0 0-27 0,0 0-22 15,115-26-5 1,76 10-3-16,52-2 2 0,16 1-5 16,8 1-2-16,-9 7-9 15,-11 0 0-15,-28 4 3 16,-12 5-3-16,-51 0 0 15,-41 0 6-15,-43 0-6 16,-13 0-1-16,-27 7 1 16,-8-4-2-16,-12 1 2 15,-12-1-14-15,0-1-14 16,0 2-37-16,0 3-45 16,0-1-137-16,-12-3-244 15</inkml:trace>
  <inkml:trace contextRef="#ctx0" brushRef="#br0" timeOffset="26783.13">18327 7775 699 0,'0'0'163'0,"0"0"4"0,0 0-49 0,0 0-35 16,0 0 15-16,0 0-25 15,0 0-26-15,-223-73-12 16,223 69-9-16,0 4-9 15,0-2-6-15,0 2-8 16,48 0 1-16,43 0 5 16,53 0 1-16,19 0-3 15,12 0 4-15,-4 0-8 16,-8 0 0-16,1 0-2 16,-13 0-1-16,-20-7 1 0,-23 4 0 15,-29 3 0 1,-11-3-1-16,-40 3-4 0,-8 0 4 15,-16 0-1-15,4 0 1 16,-8 0 0-16,0 0-11 16,0 0-17-16,0 0-47 15,0 0-41-15,-20 3-52 16,4 13-167-16,4-10-399 16</inkml:trace>
  <inkml:trace contextRef="#ctx0" brushRef="#br0" timeOffset="30287.7">11001 8844 679 0,'0'0'112'0,"0"0"15"0,0 0 21 0,0 0-50 15,0 0-16-15,0 0-3 0,-156-28-31 16,156 28-11-16,0 0-6 15,0 0-17-15,0 0-14 16,84 0-1-16,59 0 1 16,76 0 10-16,28 0-5 15,44 0-3-15,11 0 0 16,-7-4 1-16,0-1-2 16,-40 1-1-16,-36 1 3 15,-44 3-2-15,-44 0-2 16,-35 0 3-16,-29 0-4 15,-11 0 2-15,-32 0 0 0,-12 3 1 16,-8 1-1-16,-4-4 1 16,0 0-1-16,0 0 0 15,0 0 0-15,0 0-5 16,0 0-73-16,-12 4-71 16,-28-4-349-16</inkml:trace>
  <inkml:trace contextRef="#ctx0" brushRef="#br0" timeOffset="46515.78">25299 10419 618 0,'0'0'103'0,"0"0"30"0,0 0-27 0,0 0-25 16,0 0 1-1,0 0-11-15,0 0-27 0,-223-12-3 16,215 12-20 0,8 0 0-16,0 0-11 0,0 0 1 15,0 0 0-15,0 0-5 16,83 0 22-16,41 0 37 15,27 0-35-15,-8 0-17 16,9 0-10-16,-1 0 1 16,-20 0 2-16,5 0-3 15,-25 0-3-15,-19 0 1 16,-13 0-1-16,-19-3 0 16,-12 1 3-16,-12 2-2 15,-16-7-1-15,-8 3 2 0,-9 0-1 16,5 2-1-1,-8-1 0-15,12-1-1 0,-12 1-4 16,12 3 2-16,-12 0-39 16,12 0-69-16,-12 0-22 15,24 0-79-15,0 7-123 16</inkml:trace>
  <inkml:trace contextRef="#ctx0" brushRef="#br0" timeOffset="50666.66">17873 11749 680 0,'0'0'359'0,"0"0"-251"0,0 0 10 0,0 0-57 16,0 0-6-16,0 0 8 15,0 0-37-15,0 0-18 16,0 5-5-16,0 19 8 16,8 6 8-16,16-9 6 15,0-2-5-15,-4 1-2 16,3-8 0-16,-7-2 2 15,8-9-5-15,20-1 14 16,36 0-4-16,27-32 7 16,56-28-13-16,37-18-17 15,22 0-2-15,9-1-17 16,-4 11-73-16,-20-1-154 16,-19-4-374-16</inkml:trace>
</inkml:ink>
</file>

<file path=ppt/ink/ink1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10-29T11:24:00.288"/>
    </inkml:context>
    <inkml:brush xml:id="br0">
      <inkml:brushProperty name="width" value="0.05292" units="cm"/>
      <inkml:brushProperty name="height" value="0.05292" units="cm"/>
      <inkml:brushProperty name="color" value="#FF0000"/>
    </inkml:brush>
  </inkml:definitions>
  <inkml:trace contextRef="#ctx0" brushRef="#br0">24156 7481 1112 0,'0'0'122'0,"0"0"-4"0,0 0-44 0,0 0 3 15,0 0-10-15,0 0-43 0,0 0-12 16,-24 27-2-16,24 8 7 16,0 1 34-16,24-2-31 15,-4-9-1-15,-8-11 7 16,0-11-17-16,0-3 6 15,35 0 3-15,49-29 15 0,43-38 5 16,60-19-14-16,8-16-11 16,8-2-12-16,8-7-1 15,20 3-43-15,16 2-64 16,8-6-93-16,-12 6-364 16</inkml:trace>
  <inkml:trace contextRef="#ctx0" brushRef="#br0" timeOffset="4600.47">17849 7886 519 0,'0'0'384'0,"0"0"-260"0,0 0-26 0,0 0-45 15,0 0-11-15,0 0-6 16,0 0-12-16,0 0-7 16,0-4 15-16,0 4 4 15,0 4-1-15,8 3-4 16,-4-7-7-16,4 0-7 15,4 0-2-15,12 0 4 0,31-7-9 16,41-31-10-16,35-9-4 16,29-8-74-16,-17 7-106 15,-27 5-200-15</inkml:trace>
  <inkml:trace contextRef="#ctx0" brushRef="#br0" timeOffset="5335.58">21524 7959 180 0,'0'0'556'0,"0"0"-467"0,0 0-6 0,0 0 22 16,0 0 19-16,0 0-25 15,0 25-32-15,0-21-18 16,0-4 1-16,0 0 1 16,0 0-8-16,0 0-18 15,0 0 13-15,0 0-17 16,24 0-3-16,48-16-15 15,31-16 4-15,28-18-7 0,21-5-14 16,-1-9-95 0,12-1-103-16,-23-3-267 0</inkml:trace>
  <inkml:trace contextRef="#ctx0" brushRef="#br0" timeOffset="15934.77">11550 9141 764 0,'0'0'309'0,"0"0"-211"15,0 0 52-15,0 0-91 0,0 0-44 16,0 0-13-16,0 0 0 0,0 0 36 16,-36 81-16-1,60-60-5-15,0-6 3 0,12-15 4 16,20 0-1-16,23-6 5 16,21-36-7-16,39-14-12 15,32-11-9-15,17-13-3 16,23-9-48-16,0-9-140 15,-12-7-364-15</inkml:trace>
  <inkml:trace contextRef="#ctx0" brushRef="#br0" timeOffset="22001.37">25326 11988 883 0,'0'0'243'0,"0"0"-159"0,0 0-25 0,0 0-29 16,0 0 18-16,0 0 11 15,0 0-29-15,0 0-8 16,20 105 35-16,16-72-17 16,0-6-15-16,-4 2-4 15,4-7-5-15,-12-2-2 16,-1-11-1-16,-11-9 5 15,0 0-11-15,36 0 5 16,48-16-3-16,75-48-1 16,64-25-3-16,59-25-5 15,41-10-30-15,7 4-125 16,-19 2-157-16,-52 7-818 16</inkml:trace>
</inkml:ink>
</file>

<file path=ppt/ink/ink1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10-29T11:24:32.057"/>
    </inkml:context>
    <inkml:brush xml:id="br0">
      <inkml:brushProperty name="width" value="0.05292" units="cm"/>
      <inkml:brushProperty name="height" value="0.05292" units="cm"/>
      <inkml:brushProperty name="color" value="#FF0000"/>
    </inkml:brush>
  </inkml:definitions>
  <inkml:trace contextRef="#ctx0" brushRef="#br0">24494 4880 653 0,'0'0'200'0,"0"0"-31"0,0 0-21 0,0 0-43 16,0 0-16-16,0 0 3 16,0 0-27-16,0 0-9 15,-24 0-22-15,24 3-13 16,0-3 0-16,0 0-7 15,0 0-5-15,24 4-4 16,72-4-4-16,31 0 7 16,25 0-6-16,-1 0 3 0,12 0-2 15,-8 0-1 1,-7 0-2-16,-21 1 0 0,-19 3 0 16,-13 1 1-1,-23 3-1-15,-9-5-1 16,-23 3 1-16,-8-3 0 0,-20-3 1 15,-8 4-1-15,8-4-2 16,-12 0 0-16,0 0 2 16,0 0 0-16,0 0-3 15,0 0-21-15,0 4-33 16,8-2-69-16,-4 10-79 16,4-4-109-16,16-7-389 15</inkml:trace>
  <inkml:trace contextRef="#ctx0" brushRef="#br0" timeOffset="1751.12">7123 5716 826 0,'0'0'136'0,"0"0"31"0,0 0-56 0,0 0-42 0,0 0 5 16,0 0-4-16,-120-4-34 16,120 4-14-16,0 0-6 15,0 0-15-15,16 0-1 16,88 0 0-16,47-4 7 16,36-2 4-16,12-2-10 15,-12 4 4-15,-15-1-5 16,-17 3-2-1,-16 2 2-15,-19 0 6 0,-29 0-6 16,-19 0-5-16,-28 0 5 16,-20 0 0-16,-13 0-2 15,1 0-18-15,-12 0-35 0,0 0-58 16,20 0-15-16,-8 19-102 16,16-5-92-16</inkml:trace>
  <inkml:trace contextRef="#ctx0" brushRef="#br0" timeOffset="2602.77">14620 6006 788 0,'0'0'142'0,"0"0"51"0,0 0-81 0,0 0-31 0,0 0-1 16,0 0-6-16,-127 0-34 0,127 0-2 15,0 0-16-15,0 0-12 16,0 0-10-16,47 0 1 16,49 0 1-16,31 0-2 15,13 0 8-15,-1 0 2 16,16 0-10-16,-3 0 0 15,7 0 1-15,-8 0 0 16,-19 0-2-16,-13 0 1 16,-27-4-4-16,-21-1-47 15,-27 3-33-15,-8 2-60 16,-36 0-127-16,0 0-291 16</inkml:trace>
  <inkml:trace contextRef="#ctx0" brushRef="#br0" timeOffset="6134.7">7087 6993 732 0,'0'0'356'0,"0"0"-301"0,0 0 50 16,0 0-55-16,0 0 7 16,0 0 13-16,0 0-7 15,151 22-1-15,80-22-18 16,32-5-27-16,16-12-8 15,-13 7-2-15,1 3-6 0,-28 3 7 16,-20 4-6 0,-20 0-2-16,-24 0 1 0,-12 0 0 15,-23 0-1-15,-25 0-2 16,-31 0-19-16,-24 15-76 16,-13 13-117-16,-35-1-140 15,-12-3-519-15</inkml:trace>
  <inkml:trace contextRef="#ctx0" brushRef="#br0" timeOffset="9268.45">27763 11851 97 0,'0'0'835'0,"0"0"-669"0,0 0-31 0,0 0-59 16,0 0-12-16,0 0-17 15,0 0-12-15,271-141-9 16,-235 158-21-16,-16 34 3 16,-16 17 21-16,-4 8-2 15,0 3-3-15,-48 1-4 16,12-11-8-16,12-12-8 15,12-15-2-15,12-16-2 16,0-17-2-16,0-9 2 16,0 0 10-16,28-9 4 0,28-33 28 15,15-16-26-15,1-2-9 16,-8-7-1-16,-4 1-5 16,-13 12 1-16,-23 6-2 15,0 16 1-15,-12 21 0 16,-12 3 9-16,0 8 13 15,0 0-15-15,0 0-8 16,0 31-4-16,0 8 4 16,-12 14 9-16,12 5-9 0,0 7 0 15,0-4-2 1,0-6-24-16,0-8-56 0,24-10-49 16,32-15-42-16,-5-10-37 15,13-12-129-15,0 0-83 16</inkml:trace>
  <inkml:trace contextRef="#ctx0" brushRef="#br0" timeOffset="9434.93">28886 12218 396 0,'0'0'335'0,"0"0"-42"16,0 0-74-16,0 0-118 15,0 0-30-15,0 0-13 16,36 24 28-16,-24 9-38 16,-12 1-23-16,0 8-14 15,0 5-9-15,0 8-2 16,0-6-13-16,0-5-71 15,0-10-106-15,0-19-83 16,24-15-256-16</inkml:trace>
  <inkml:trace contextRef="#ctx0" brushRef="#br0" timeOffset="9867.87">29415 12084 725 0,'0'0'281'0,"0"0"-25"16,0 0-103-16,0 0-66 15,0 0-68-15,0 0-17 16,24 52 21-16,-4-6-10 16,4-4-6-16,12-8-5 15,0-8 0-15,8-9-2 16,-9-7 1-16,1-10 2 16,20 0 0-16,-16-5-2 0,4-26 8 15,-9-9-6-15,1 0-2 16,-16-2 20-16,-4 4 19 15,-8 13-2-15,-4 10-2 16,-4 11-5-16,0 4-7 16,0 0-15-16,0 22-6 15,0 26-2-15,0 18 2 16,0 16 11-16,0 4 4 16,0 7 3-16,-24-1-9 15,-12-4-8-15,-11-7-1 16,3-15-3-16,-16-12 4 15,0-20-3-15,-11-8-2 16,-1-13 2-16,-4-13 1 0,13 0-2 16,7 0-15-1,12 0-42-15,20-4-25 0,20-11-34 16,4-5-82-16,4-5-95 16,76-11-286-16</inkml:trace>
  <inkml:trace contextRef="#ctx0" brushRef="#br0" timeOffset="10051.29">30279 12484 827 0,'0'0'264'0,"0"0"-95"0,0 0-83 16,0 0-17-16,0 0-10 0,0 0-30 16,68 89-9-1,-68-51-18-15,0-1-2 0,0 4-16 16,-20-5-116-16,20-11-143 15,0-8-325-15</inkml:trace>
  <inkml:trace contextRef="#ctx0" brushRef="#br0" timeOffset="10367.96">31410 12211 846 0,'0'0'321'15,"0"0"-151"-15,0 0-73 16,0 0-40-16,331-76-9 16,-276 76-21-16,-7 0-21 0,-28 0-3 15,-20 29 0-15,0 8 0 16,-32 8 6-16,-47 6 3 16,-5-8-3-16,12-2-1 15,37-14-3-15,23-12-2 16,12-6-2-16,0-9 2 15,35 0 12-15,49 0 21 16,20 0-18-16,23-9-17 16,0-19 6-16,5-1-7 15,-1-2-1-15,5 2-21 16,-9 2-46-16,-20 10-67 16,-11 1-100-16,-24 8-359 0</inkml:trace>
  <inkml:trace contextRef="#ctx0" brushRef="#br0" timeOffset="13334.91">25183 16225 756 0,'0'0'309'0,"0"0"-136"0,0 0-61 0,0 0-50 16,0 0-13-16,0 0-15 16,0 0-18-16,386-30 2 15,-326 30-7-15,-16 7-3 16,-16 16-2-16,-20 10-3 0,-8 2 1 16,0 7 1-1,0 3 5-15,0 2-9 0,-20-6 5 16,4-3-2-16,8-2 4 15,8-5-8-15,0 1-3 16,0-4 3-16,0 1 2 16,36-5 0-16,-4-2 0 15,3 5 1-15,-3-4 0 16,-16-8-3-16,-4 0 0 16,-4-5 0-16,-8 1-3 15,0 4 3-15,-12 0 0 16,-44 2 6-16,1-4-4 15,7-4 0-15,0-6-2 16,0 0-24-16,12-3-67 16,13 0-48-16,11 0-72 15,12-3-150-15,0-20-360 0</inkml:trace>
  <inkml:trace contextRef="#ctx0" brushRef="#br0" timeOffset="13559.33">25932 16531 498 0,'0'0'408'0,"0"0"-136"16,0 0-106-16,0 0-48 16,0 0-31-16,0 0-45 15,83-28-17-15,-35 59 3 16,16 6-10-16,-13 6-6 16,5 5-8-16,-8-2-2 0,8 4-2 15,-9-3-4 1,-7-9-40-16,-8-11-28 0,4-7-76 15,-4-16-37-15,-4-4-197 16,8 0-328-16</inkml:trace>
  <inkml:trace contextRef="#ctx0" brushRef="#br0" timeOffset="13751.72">26608 16573 903 0,'0'0'301'16,"0"0"-126"-16,0 0-41 15,0 0-60-15,0 0-44 16,0 0-27-16,-127 58 4 16,91-5-1-16,0 8-2 15,1 3-4-15,-9 2-5 0,-4-3-45 16,16-12-60 0,16-13-59-16,16-22-154 0,0-16-233 15</inkml:trace>
  <inkml:trace contextRef="#ctx0" brushRef="#br0" timeOffset="14085.31">26923 16696 801 0,'0'0'255'0,"0"0"-90"16,0 0-69-16,0 0-42 16,0 0-14-16,0 0-19 15,315-31-7-15,-300 50-2 0,-3 10-10 16,-12 5 9-16,0-2-7 15,0-1 0-15,0 6-1 16,0-9-3-16,20-2 1 16,8 2 2-16,4-6-1 15,24 3-1-15,-16-3 0 16,-5 1-2-16,-3-4 2 16,-32-7-1-16,12 0 1 15,-12-4-1-15,0 1 3 16,0-4-1-16,-48 4 4 15,-11-1-6-15,-33 2-1 16,9-4-40-16,-29 4-59 16,-19-2-133-16,11 6-392 15</inkml:trace>
  <inkml:trace contextRef="#ctx0" brushRef="#br0" timeOffset="17919.32">11116 13826 547 0,'0'0'133'0,"0"0"12"0,0 0-25 0,0 0 7 16,0 0 11-16,0 0-43 16,-302-56-29-16,290 56-3 15,0 0-17-15,12 0-22 16,0 0-15-16,0 0-8 16,0 0-1-16,0 0-3 15,91 1 3-15,41 14 18 16,31-2 11-16,0-9-13 15,12 3-8-15,1 4-3 16,-13-8-4-16,0-1 1 16,-24-2 2-16,-23 4-4 15,-33-4 0-15,-11 0 0 16,-16 0 1-16,-16 0-1 0,-8 0 0 16,-21 0-3-16,-11 0-1 15,12 0-18-15,-12 0-46 16,12 0-37-16,0 3-73 15,20 1-163-15,4-4-335 16</inkml:trace>
  <inkml:trace contextRef="#ctx0" brushRef="#br0" timeOffset="18751.88">16372 15049 593 0,'0'0'178'0,"0"0"-9"0,0 0 11 0,0 0-40 16,0 0-44-16,0 0-20 16,-68 0-35-16,68 0-28 0,80 0-5 15,27 0 11 1,57 0 29-16,11-13-23 0,12-4-14 16,0 3-6-16,0 1 5 15,-12 3 6-15,-23 1-13 16,-25 3-1-16,-43 2-1 15,-25 4-1-15,-27 0 3 16,-20 0-1-16,-12 0-3 16,0 0 2-16,0 0-1 15,0 0 1-15,0 0-2 16,0 0-39-16,0 0-53 16,0 16-43-16,0 3-114 15,0-3-355-15</inkml:trace>
  <inkml:trace contextRef="#ctx0" brushRef="#br0" timeOffset="19519.68">22038 16593 848 0,'0'0'170'0,"0"0"37"0,0 0-61 0,0 0-49 0,0 0-53 15,0 0-25-15,250-110-7 16,-90 88-3-16,7 10-4 15,4 0-3-15,-20 7-1 16,-19 5 0-16,-25 0-1 16,-27 0 0-16,-8 0 0 15,-25 0 0-15,-15 0-1 16,-20 0 1-16,0 0-9 16,-12 0-46-16,0 8-65 15,0-8-127-15,-72 0-320 16</inkml:trace>
  <inkml:trace contextRef="#ctx0" brushRef="#br0" timeOffset="24792.87">11096 12696 437 0,'0'0'366'0,"0"0"-194"15,0 0-42-15,0 0-18 0,0 0-25 16,0 0-34-16,0 0-5 0,-155-18-1 15,155 18-12 1,0 0-6-16,0 0 6 0,0 0-13 16,0-11-11-16,48-8-6 15,59-13 2-15,41-8 1 16,7-11-3-16,16-3-1 16,-8-5-3-16,-7-2 1 15,-17 3-2-15,-20 7 1 16,-39 10 0-16,-32 7 0 15,-28 11-1-15,-20 5 7 16,0 1-6-16,0-2 9 16,-32 0-7-16,-28 0-2 15,-8 0-1-15,-3 3-2 0,3 7 0 16,20 4 2 0,20 5-3-16,16 0 3 0,5 0 0 15,7 0-2-15,0 0-2 16,0 0 4-16,0 0-8 15,0 0 0 1,23 0 4-16,49 0 3 0,20 5 1 16,-1 7 0-16,1 7 0 15,-17 4 0-15,-7 5 0 16,-8 9-1-16,-16 9 1 16,-32 5-1-16,-12 11-2 15,0 3 2-15,-56 4-19 16,-4-5-91-16,0-8-88 15,25-14-161-15,23-20-538 16</inkml:trace>
  <inkml:trace contextRef="#ctx0" brushRef="#br0" timeOffset="25303.64">13222 11697 769 0,'0'0'300'0,"0"0"-111"0,0 0-52 0,0 0-30 0,0 0-39 16,0 0-39-16,-35-51-29 16,35 70-6-16,0 22 4 15,31 11 2-15,-3 4 3 16,-8 4 0-16,16-9-2 16,-12-6 0-16,0-12 0 15,0-12 0-15,-12-15-1 16,8-6 0-16,-5 0 1 0,17-17 5 15,4-23 18-15,12-22-5 16,-4-9-10-16,-16-3 1 16,3-6-7-16,-7 4 4 15,-4 8-5 1,-8 17 0-16,-12 18-2 0,4 11 3 16,-4 13-3-16,0 9 0 15,0 0-6-15,0 0-28 16,12 12-76-16,8 22-25 15,4 5-90-15,4-1-148 16,4-4-408-16</inkml:trace>
  <inkml:trace contextRef="#ctx0" brushRef="#br0" timeOffset="26136.51">14222 11659 629 0,'0'0'280'0,"0"0"-92"16,0 0-66-16,0 0 1 15,0 0-54-15,0 0 1 16,-20-96-15-16,-16 96-23 16,12 0-19-16,-20 0-7 15,-3 7-6-15,-1 21 0 16,0 9 0-16,4 4 0 15,16 4-1-15,-3 2 1 0,19-1-3 16,12-5 3-16,0-5 0 16,0-8-3-16,0-12-3 15,0-9 3-15,23-1 2 16,-3-6-1-16,8 0 2 16,16-11 1-16,4-24 2 15,8-7-1-15,-9-1 0 16,-7 8 1-16,-8 10-2 15,-8 5 0-15,-4 17 4 16,-16 3-2-16,4 0-3 16,-4 0-1-16,8 23-3 15,0 12 4-15,-4 6 0 16,-8-3 2-16,0-1-1 16,0-3-1-16,0-6 0 0,0-12 0 15,0-10 0-15,0-6 0 16,0 0 3-16,0 0 8 15,0-22 1-15,0-6-12 16,35-3 1-16,1 4 1 16,12 2-2-16,0 5 0 15,-4 10-1-15,-9 7-3 16,1 3 3-16,8 0-3 16,-4 13 0-16,-8 16 4 15,-8 2 0-15,-12 5 0 16,-12-1 0-16,0-4-1 0,0-7 1 15,0-7-1 1,0-11 1-16,0-6-1 0,-12 0 2 16,12 0 11-16,0-15 3 15,0-17-14-15,0-3 0 16,0 0 0-16,24 1-1 16,19 5-1-16,-3 7 1 15,-8 2 1-15,-4 12 7 16,4 4-8-16,4 4-5 15,7 0 4-15,-7 9 0 16,0 19 0-16,0 7 0 16,-24 1-4-16,8 4 5 15,-20-1 0-15,0-3 0 0,0 2 0 16,0-10-48 0,-32-4-70-16,-4-10-55 0,16-11-79 15,-4-3-287-15</inkml:trace>
  <inkml:trace contextRef="#ctx0" brushRef="#br0" timeOffset="26319.51">14879 11541 243 0,'0'0'807'0,"0"0"-580"0,0 0-129 15,0 0-56-15,0 0-42 16,0 0-5-16,-24-9-22 15,36 40-49-15,24 7-139 0,11 9-106 16,9 2-288 0</inkml:trace>
  <inkml:trace contextRef="#ctx0" brushRef="#br0" timeOffset="27703.12">15524 11925 56 0,'0'0'693'0,"0"0"-448"16,0 0-69-16,0 0-36 0,0 0-49 16,0 0-8-1,8-57 2-15,-32 49-32 16,-8 8-34-16,-16 0-8 16,12 0-9-16,-11 20-4 15,3 11 2-15,8 8 0 0,12-1 0 16,12-2 0-16,0-8 0 15,12-4-3-15,0-7-4 16,0-5 4-16,0-4-9 16,12-6 12-16,24-2-10 15,8 0 10-15,4-6-1 16,-1-27 1-16,1 1 4 16,-4-2 3-16,-4 6-6 15,-8 3 1-15,-9 9 10 16,1 3 0-16,-24 10 4 0,0 3 0 15,0 0 0 1,0 0-14-16,0 0-2 0,12 0-6 16,12 23 6-1,0 3 0-15,-12 3 1 0,8 1-1 16,-8-4 0-16,-8-9-1 16,16-3-6-16,-8-5 2 15,-12-9 1-15,24 0-1 16,-1 0 5-16,13-6 0 15,8-23 3-15,4-2-3 16,-12-1 1-16,0 4-4 16,-1 7 6-16,-15 10 0 15,-8 1-3-15,-8 10-2 0,-4 0 1 16,8 0 1-16,8 0 0 16,4 19-1-16,-8 10 1 15,12 2-1 1,-4-2-1-16,-4 0-16 0,8-7-15 15,-12-3-6-15,7-9 23 16,-15-3-5-16,4-7 13 16,4 0 7-16,0 0 1 15,12-7 2-15,12-19 1 16,-4-3 1-16,4-5 15 16,0 5-5-16,-13 2-8 15,1 12 7-15,-12 6 14 16,-12 7-8-16,0 2-10 0,0 0-6 15,0 0-3-15,0 0-5 16,12 18 5-16,8 9 0 16,-16 4 0-16,8-3 0 15,0-5 0-15,0-5-1 16,0-6-10-16,0-2 4 16,-4-3-6-16,4-7 9 15,0 0 2-15,0 0 2 16,11-9 2-16,13-20 2 15,-4-1-4-15,4 1 2 16,4 1-2-16,-8 10 2 16,-8 1-2-16,7 7 0 15,-19 0 2-15,4 5 0 16,-4 3 4-16,8-2-5 0,-8-2-1 16,0 0 4-16,0-2-4 15,-12 3 5-15,12-2 5 16,-12-1 2-16,0 3 9 15,0 3-8-15,0 2 0 16,0 0 0-16,0 0-1 16,-20 0-12-16,-20 0 2 15,-8 18-3-15,5 11 1 16,-1 6 0-16,8 2 0 16,20-1-2-16,4-4 2 15,12 0 0-15,0-8-3 16,0-1 0-16,36 0-10 0,24-9 3 15,19-6-2 1,-7-5 10-16,20-3-24 16,-17 0 17-16,13-31 5 0,-13 0 4 15,-7 0-1-15,-8 1 3 16,-12-3-2-16,-17 4 1 16,-19 8 5-16,-12 2 6 15,0 8 7-15,0 6-7 16,0 0 3-16,-12 5-7 15,-11 0-8-15,-21 7-5 16,4 22 5-16,-4 7 2 16,20-1-2-16,12-1 1 15,12-1-1-15,0-6 0 0,0-2-2 16,0-2 1 0,36-7-9-16,12-4-1 0,0-6-15 15,7-3-1-15,-7-3-14 16,8 0-10-16,-4 0 9 15,4-14-35-15,-9-6-21 16,-11-2-77-16,-12 4-94 16,-12-2-376-16</inkml:trace>
  <inkml:trace contextRef="#ctx0" brushRef="#br0" timeOffset="32070.39">17065 14043 884 0,'0'0'251'0,"0"0"-74"0,0 0-73 0,0 0-31 15,0 0-25-15,0 0-19 16,0 0-13-16,139-89-3 15,-35 40-12-15,15 3-1 16,-4-5-7-16,25 0-125 16,-13 4-258-16</inkml:trace>
  <inkml:trace contextRef="#ctx0" brushRef="#br0" timeOffset="32653.44">22531 13601 892 0,'0'0'256'0,"0"0"-70"0,0 0-85 0,0 0-25 0,0 0-49 16,0 0-21-16,211-171-6 16,-107 133 0-16,-1 3 0 15,5 11-3-15,-13 16-59 16,-3 4-133-16,-20 4-244 15</inkml:trace>
  <inkml:trace contextRef="#ctx0" brushRef="#br0" timeOffset="33086.85">23909 14928 699 0,'0'0'226'0,"0"0"-6"0,0 0-62 0,0 0-12 16,0 0-52-16,0 0-47 15,271-108-40-15,-200 72-5 0,-3 6-2 16,-12 5-2 0,-16 2-85-16,-17 8-163 0,-11 4-429 15</inkml:trace>
  <inkml:trace contextRef="#ctx0" brushRef="#br0" timeOffset="33806.58">12239 15240 896 0,'0'0'233'0,"0"0"-143"0,0 0-25 16,0 0-40-16,0 0-21 15,0 0 0-15,219-68-4 0,-135 56-3 16,-13 5-33-1,-3 7-122-15,-20 0-204 0</inkml:trace>
  <inkml:trace contextRef="#ctx0" brushRef="#br0" timeOffset="34154.08">12486 16482 34 0,'0'0'987'16,"0"0"-786"-16,0 0-67 15,0 0-31-15,0 0-37 16,0 0-24-16,91-50-31 16,-19 22-10-16,8 1 0 15,-1-2-1-15,5 7-41 16,8 2-150-16,3 5-239 0</inkml:trace>
  <inkml:trace contextRef="#ctx0" brushRef="#br0" timeOffset="34620.58">17507 16625 568 0,'0'0'628'0,"0"0"-464"0,0 0-12 0,0 0-64 16,0 0-32-16,0 0-23 16,83-43-33-16,-11 12-2 15,8-4-5-15,15 1 2 16,-3 1-80-16,-13 4-149 16,-19 9-373-16</inkml:trace>
  <inkml:trace contextRef="#ctx0" brushRef="#br0" timeOffset="43390.7">11236 9283 600 0,'0'0'102'0,"0"0"12"0,0 0 0 0,0 0 22 0,0 0-41 15,0 0-9-15,0 0-28 16,0 0-14-16,0-31 6 15,0 31-9-15,0 0-12 16,0 0-15-16,0 0-9 16,0 0-5-16,0 9 0 15,24 10 2-15,7 5 7 16,-7 4 4-16,0-5-4 16,0 7-2-16,-4-5 6 15,-8-3-12-15,4-2 9 16,4-7-3-16,-8-9-1 15,-8 1-2-15,4-5-1 16,-8 0 7-16,12 0 6 0,11 0 14 16,45-31 0-16,28-26-9 15,43-16-12-15,16-8-9 16,17 3-5-16,7 0-20 16,-8 10-37-16,-8 20-89 15,-55 0-110-15,-29 3-351 16</inkml:trace>
  <inkml:trace contextRef="#ctx0" brushRef="#br0" timeOffset="54356.23">28850 10700 1164 0,'0'0'44'0,"0"0"95"0,0 0-56 0,0 0-6 0,0 0-7 16,0 0-29-16,0 0-18 15,0 0-22-15,-60-49 5 0,60 52-6 16,0 1 12-16,36-4-2 15,28 0 2-15,51-31 7 16,49-35-10-16,43-16-3 16,32-6-6-16,15-1-49 15,-11-10-163-15,-32-3-289 16</inkml:trace>
</inkml:ink>
</file>

<file path=ppt/ink/ink1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10-29T11:25:37.230"/>
    </inkml:context>
    <inkml:brush xml:id="br0">
      <inkml:brushProperty name="width" value="0.05292" units="cm"/>
      <inkml:brushProperty name="height" value="0.05292" units="cm"/>
      <inkml:brushProperty name="color" value="#FF0000"/>
    </inkml:brush>
  </inkml:definitions>
  <inkml:trace contextRef="#ctx0" brushRef="#br0">20875 5900 744 0,'0'0'146'0,"0"0"-45"0,0 0-54 16,0 0-5-16,0 0 22 0,0 0-41 15,0 0-2-15,0 0 1 16,139 24 4-16,-119-2 10 16,4 0 14-16,-8-6-14 15,-4-3-12-15,-4-4-6 16,4-5 4-16,0-4 0 16,36 0-3-16,31-19 0 15,53-35-1-15,43-22-10 16,20-18-8-16,-4 0-41 15,-28 0-159-15,-35-8-374 16</inkml:trace>
  <inkml:trace contextRef="#ctx0" brushRef="#br0" timeOffset="1566.34">7716 7740 123 0,'0'0'559'0,"0"0"-430"0,0 0 20 0,0 0-77 15,0 0-15-15,0 0 22 16,0 0-22-16,-8 0-21 15,8 0-3-15,0 0-8 0,0 0-9 16,0 0-5-16,0 0-10 16,0 0 3-16,0 0-4 15,0 0 0-15,0 0-4 16,0 9 8-16,20 1-7 16,-8-6 9-16,0-1-6 15,12-3 4-15,-12 0 0 16,0 0 7-16,11 0 18 15,21 0-8-15,4-20 0 16,12-7-14-16,11-14-6 16,-3 1-1-16,16-2 0 15,-5 1 0-15,5 4-10 16,7-4-68-16,-19-10-211 0,-4-13-550 16</inkml:trace>
  <inkml:trace contextRef="#ctx0" brushRef="#br0" timeOffset="8000.95">17005 7566 142 0,'0'0'108'0,"0"0"-108"0,0 0-59 0,0 0 10 0,0 0-6 15,0 0-13-15</inkml:trace>
  <inkml:trace contextRef="#ctx0" brushRef="#br0" timeOffset="8883.54">17005 7664 122 0,'0'0'422'0,"0"0"-296"0,0 0-8 0,0 0 40 0,0 0-49 16,0 0-4-16,-151-7-22 16,151 7-11-16,0-2-27 15,0 2 4-15,0 0 3 16,0 0-12-16,0 0-17 16,0 0-4-16,0 0-13 15,0 0-4-15,71 0 0 16,45 0 7-16,47 0 7 15,36-3 1-15,8-4-11 16,-4 0-5-16,-8 1 0 16,-8 0-1-16,-23 3 8 15,-13-2-7-15,-32 5-1 16,-27 0 1-16,-32 0 0 16,-24 0-1-16,-25 0 0 15,1 0 1-15,-4 0-1 0,-4 0-6 16,4 0 6-16,-8 0-59 15,4 0-95-15,-4 0-102 16,0 0-248-16</inkml:trace>
  <inkml:trace contextRef="#ctx0" brushRef="#br0" timeOffset="12867.17">6302 8725 896 0,'0'0'183'0,"0"0"-22"0,0 0-61 0,0 0-50 16,0 0-1-16,0 0-21 15,0 0-27-15,-35 2 8 16,35 18 4-16,0-1 18 16,24-3 2-16,-9-9-13 15,5-3-6-15,16-4-1 16,20 0-10-16,28-10 7 16,43-30-1-16,12-16-9 15,5-8-39-15,7-6-96 16,12-7-39-16,12 1-217 15</inkml:trace>
  <inkml:trace contextRef="#ctx0" brushRef="#br0" timeOffset="18751.09">25068 8838 971 0,'0'0'122'0,"0"0"30"0,0 0-88 0,0 0-11 0,0 0 29 16,0 0-24-16,0 0-18 15,127-47-27-15,60 28 1 16,36-6 1-16,8-1-7 16,-4 5-2-16,-20 2-5 15,16 15-1-15,-12 4 0 16,8 0-32-16,-16 16-119 15,-20 18-32-15,-31 5-269 16</inkml:trace>
  <inkml:trace contextRef="#ctx0" brushRef="#br0" timeOffset="26069.14">9376 11808 912 0,'0'0'120'0,"0"0"-40"0,0 0-26 0,0 0-6 15,0 0 23-15,0 0-12 16,0 0-42-16,0 0-16 16,0-60-1-16,0 75-9 0,0 17 9 15,24 2 14-15,-12 1 22 16,0-8-6-16,-4-10-14 15,4-3-5-15,4-11-2 16,20-3-9-16,43 0 6 16,41-45 1-16,63-35 5 15,52-10-12-15,20-19-60 16,3-11-131-16,1-2-401 16</inkml:trace>
</inkml:ink>
</file>

<file path=ppt/ink/ink1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10-29T11:26:14.350"/>
    </inkml:context>
    <inkml:brush xml:id="br0">
      <inkml:brushProperty name="width" value="0.05292" units="cm"/>
      <inkml:brushProperty name="height" value="0.05292" units="cm"/>
      <inkml:brushProperty name="color" value="#FF0000"/>
    </inkml:brush>
  </inkml:definitions>
  <inkml:trace contextRef="#ctx0" brushRef="#br0">6912 6026 844 0,'0'0'142'0,"0"0"-30"0,0 0-56 0,0 0-15 15,0 0-15-15,0 0-8 16,0 0-7-16,0 0 12 15,-12 56 10-15,12-36-7 0,12-4 8 16,0-3-6-16,-4-7-9 16,3 1-1-16,1-7-4 15,0 0-1 1,4 0 6-16,28-7 6 16,36-31 18-16,27-18-33 0,33-12-3 15,15-8-7-15,16-5-35 16,-8 2-192-16,-19 13-364 15</inkml:trace>
  <inkml:trace contextRef="#ctx0" brushRef="#br0" timeOffset="11451.39">7692 12010 704 0,'0'0'130'0,"0"0"-24"0,0 0 16 0,0 0 9 0,0 0-26 16,0 0-32-16,0 0 1 16,0 0-36-16,84-62-12 15,-84 62-15-15,0 0-10 16,0 0-1-16,0 2-7 16,12 14 7-16,11 0 0 15,-3-1 1-15,-8-2 0 16,0-6 6-16,-8 0-6 15,4-6 1-15,4 4 1 16,-8-5 0-16,8 0 4 0,20 0-6 16,36-17 2-1,31-26 9-15,48-25-12 0,29-11-4 16,15-12-126 0,16-16-218-16</inkml:trace>
  <inkml:trace contextRef="#ctx0" brushRef="#br0" timeOffset="30703.67">15675 14033 553 0,'0'0'119'0,"0"0"4"0,0 0 23 0,0 0-28 16,0 0-25-16,0 0-35 15,0 0-21-15,-72-19-21 16,116 19 32-16,44 0 16 16,35 0-15-16,9 0-15 15,19 0-26-15,24-10-7 16,-12-2 5-16,13 2-6 15,-13 1 0-15,-20-4 1 16,-27 3-1-16,-37 1-1 16,-31 3-1-16,-12 6-25 15,-24 0-42-15,-4 0-96 0,-8 0-94 16,-8 0-126-16</inkml:trace>
  <inkml:trace contextRef="#ctx0" brushRef="#br0" timeOffset="31737.42">3408 15266 818 0,'0'0'159'0,"0"0"-64"0,0 0-24 0,0 0 2 0,0 0-29 16,0 0-33-16,-24 0-9 16,116 0 29-16,39 0 34 15,52 0-22-15,20 0-18 16,28-8 0-16,12-1-5 0,-8 0-8 16,-12 3 1-1,-24-1 1-15,-36 3 1 16,-23 4-8-16,-25 0-3 15,-43 0-1-15,-1 0 13 0,-23 0-14 16,-12 7 2 0,-16-3 3-16,-8-4 3 0,-12 0-5 15,0 0 2-15,0 1-5 16,0-1-1-16,0 0 1 16,0 5-2-16,0-1-20 15,0 10-96-15,-44 0-84 16,-28-5-354-16</inkml:trace>
  <inkml:trace contextRef="#ctx0" brushRef="#br0" timeOffset="35691.82">11642 16119 539 0,'0'0'163'0,"0"0"-37"0,0 0 31 0,0 0-51 16,0 0 2-16,0 0-19 16,0 0-12-16,-207-9-16 15,195 5-11-15,0 2-1 16,8 2-1-16,4-4-13 16,0 4-6-16,0-3-13 15,0 3-8-15,0 0 5 16,24 0-5-16,59-7-2 15,45 0-2-15,39-3 5 16,16 3-2-16,4 0-4 16,12 1 2-16,12 3-4 15,0-1-1-15,-23 4 2 16,-49 0-1-16,-24 0-1 0,-43 0 1 16,0 4-1-1,-25 1 3-15,-15 6-3 0,-8-9 0 16,-12 1 0-16,-4-3 3 15,-4 0 1-15,-4 0-3 16,0 0-1-16,0 0-5 16,0 0 0-16,0 6-57 15,0 0-129-15,0-6-159 16,0 0-441-16</inkml:trace>
  <inkml:trace contextRef="#ctx0" brushRef="#br0" timeOffset="38627.71">24657 796 699 0,'0'0'251'0,"0"0"-74"0,0 0-39 0,0 0-27 0,0 0-42 16,0 0 3-16,0 0-34 15,0 0-14-15,-55-73-24 16,55 79-7-16,0 30 7 15,0 7 5-15,0 17 20 16,0 6-5-16,0 9-2 16,0-1-7-16,8-5-3 15,-4-4 5-15,8-15-11 16,-12-9 13-16,8-13-15 16,-8-12 10-16,0-9-7 15,0-7 2-15,0 0 16 16,0 0 27-16,0-23 3 0,-12-35-35 15,-20-8-8-15,-4-12-5 16,12-6-3-16,0 4 0 16,12 6-1-16,12 0-1 15,0 9 0 1,0 9-5-16,44 9 3 0,-4 11 0 16,-8 10 3-16,-4 14-4 15,-9 10 4-15,5 2-6 16,0 0-1-16,0 0 5 15,0 28-5-15,0 9 7 16,-12 9-1-16,-12-2 2 16,0 7 1-16,-4-7-1 15,-44-4-1-15,-8 2-1 16,1-7-3-16,7-2-20 0,8-4-12 16,8-8-34-16,20-6-7 15,12-2-69 1,0-2-41-16,0-2-51 0,32-9-173 15</inkml:trace>
  <inkml:trace contextRef="#ctx0" brushRef="#br0" timeOffset="38977.4">25713 786 323 0,'0'0'534'0,"0"0"-271"0,0 0-99 16,0 0-56-16,0 0-11 0,0 0-30 16,8-30-40-16,-32 30-22 15,-24 24-4-15,-32 8 7 16,13 12-1-16,3 7-1 16,20 3 4-16,8 4-3 15,28-5-4-15,8 5 0 16,0-7-3-16,0-7 0 15,32-12 6-15,16-4-5 16,8-8-1-16,3-8 2 16,21-6-2-16,-4-6 4 15,11 0-4-15,-11 0 0 16,-8-9-4-16,-1-10-39 0,-7 2-64 16,-24 7-28-1,12-1-95-15,-25 8-197 0</inkml:trace>
  <inkml:trace contextRef="#ctx0" brushRef="#br0" timeOffset="39337.48">26457 1210 312 0,'0'0'748'0,"0"0"-503"0,0 0-119 0,0 0-55 15,0 0-32-15,0 0-34 16,0-7 3-16,12 31 0 15,20 10 20-15,-8 2-17 16,-8 3-9-16,4 2 2 16,-8 2-8-16,-8 3 0 15,4 1-64-15,-8-1-69 16,0-2-86-16,0 3-210 16</inkml:trace>
  <inkml:trace contextRef="#ctx0" brushRef="#br0" timeOffset="46588.76">9038 16932 714 0,'0'0'249'0,"0"0"-138"0,0 0 53 0,0 0-55 0,0 0-20 16,0 0-2-16,0 0-40 15,0 0-25-15,-211-32-13 16,223 32-8-16,115 0 1 16,48 0 14-16,48-6-5 15,36-4-6-15,8 4 0 16,35 3-3-16,1-2 3 16,-20 4-5-16,-17 1-4 15,-54 0 2-15,-45 0 2 16,-32 0 0-16,-39 0 0 15,-37 1-4-15,-11 7 5 16,-28-5-2-16,-8 0 0 16,-8 3 0-16,-4-6-6 15,8 0-12-15,-4 8-34 0,4-5-72 16,-4 16-50-16,4-1-211 16</inkml:trace>
  <inkml:trace contextRef="#ctx0" brushRef="#br0" timeOffset="47172.68">14716 17058 958 0,'0'0'210'0,"0"0"-71"0,0 0-16 0,0 0-36 16,0 0-13-16,0 0-24 16,-120-15-35-16,120 15-10 15,0 0-5-15,60 0 6 0,35 0-5 16,33 0 3-16,11 0 3 15,0-3-6-15,1 3-2 16,-9 0-40-16,-3 0-73 16,-13 0-115-16,-31 0-279 15</inkml:trace>
  <inkml:trace contextRef="#ctx0" brushRef="#br0" timeOffset="51507.94">27194 15852 600 0,'0'0'350'0,"0"0"-199"0,0 0-10 16,0 0-43-16,0 0-4 15,0-168-13-15,0 162-15 16,0 1-22-16,0 5-12 15,0 0-8-15,0 0-5 16,0 0-11-16,0 32-7 0,0 24-1 16,0 20 4-16,0 13 8 15,0 15-3-15,0 7 0 16,0 3-6-16,0-3 5 16,0-6-3-16,0-13-5 15,0-6 2-15,0-13-2 16,0-19 2-16,0-12-2 15,0-21 0-15,0-11-1 16,0-10 2-16,0 0 0 16,0 0 4-16,0 0 0 15,0-31 17-15,-12-20-20 16,-12-9-2-16,4-11 0 16,4-11 0-16,8-4 0 0,4-9 0 15,4-3 0 1,0 2-2-16,0 10 4 0,0 8-1 15,0 11-1-15,-8 7 0 16,-4 10 1-16,0 7-1 16,-4 11 0-16,4 4 1 15,-7 12-1-15,15 2 1 16,-4 10-1-16,8 4 2 16,-4 0-4-16,-4 0 4 15,-4 0-4-15,0 0-1 16,-12 18 2-16,-20 9 1 15,4 10 0-15,4 1 1 0,5-4-1 16,7-1 0-16,12-8 0 16,0-3 0-16,0-13 0 15,12-5 0-15,0-4 0 16,0 0 0-16,0 0-1 16,0-28 1-16,12-20-2 15,36-13-3-15,19 0 4 16,-3 6 1-16,-8 4-3 15,3 15 3-15,-11 4 2 16,-4 13-2-16,4 10 0 16,0 9-2-16,7 0 0 15,5 0 0-15,8 13 1 16,3 8 1-16,-11-2 3 0,8 2-3 16,-9 1-3-1,9 6-19-15,-8-5-37 0,0 6-43 16,11 1-87-16,-3-11-93 15,-20-5-608-15</inkml:trace>
  <inkml:trace contextRef="#ctx0" brushRef="#br0" timeOffset="53622.85">29133 15337 601 0,'0'0'122'0,"0"0"18"0,0 0-39 16,0 0 16-16,0 0-5 16,0 0-31-16,-315 20-15 15,287-20-7-15,8 4 9 16,9-2-21-16,-1-2-1 16,12 0-20-16,-8 0-5 15,8 0-7-15,0 0-8 16,8 0-6-16,71 0 0 0,41 0 0 15,43-2 6-15,24-18 2 16,32 2-8-16,-4-5 1 16,-4 9 4-16,0 2-5 15,-24 3 3-15,-28 2-4 16,-31 4 1-16,-33 3-2 16,-11 0 2-16,-4 0 0 15,-21 0 1-15,-11 0-2 16,-12 0 3-16,-16 0 0 15,-8 0 7-15,-12-3-8 16,12 3 9-16,-12-3-4 16,0 3-1-16,0 0 3 15,0-5-5-15,0 4 3 0,0-7 3 16,-12 3-2-16,-32-4-4 16,-8 2-1-16,-3-3 3 15,-1 4-4-15,-4 0 1 16,0-2-1-16,17 7 5 15,7-3 1-15,8 1 0 16,8 3 0-16,16 0 3 16,4 0 1-16,-8 0-1 15,8 0-5-15,0 0-5 16,0 0 0-16,0 0-2 16,0 0-2-16,0 0 3 15,24 0 1-15,32 0-2 16,3 0 4-16,1 7 3 15,0-1-2-15,-16 3-3 0,11 0-4 16,-15-2 4-16,-8 0-1 16,-8-1 7-16,0 1-6 15,-12 2 0-15,-12 6-2 16,0 5-6-16,0 8 1 16,-36 7-24-16,-36 9-28 15,-7 5-35-15,-17 4-50 16,-7 5-62-16,-1-4-233 15</inkml:trace>
  <inkml:trace contextRef="#ctx0" brushRef="#br0" timeOffset="62269.83">18793 6362 325 0,'0'0'510'0,"0"0"-277"0,0 0-91 15,0 0-14-15,0 0-65 0,0 0-20 16,0 0-10-16,-24-44 2 16,24 44-3-16,0 0-5 15,0 0-5-15,0 0-6 16,0 0-4-16,0 0-6 16,0 6-4-16,0 28 0 15,0 12 6-15,0 10 3 16,0 2-3-16,0 6 2 15,0-1 2-15,0 7-10 16,0-3 2-16,0 0-4 0,0-11 2 16,0-12-1-16,0-12-1 15,0-15 0-15,0-5 0 16,0-8 1-16,0-4 1 16,0 0-2-16,0 0 4 15,0 0 1-15,0-21 3 16,0-13 2-16,4-16-9 15,4-9-1-15,16-1 1 16,-12-3-1-16,7 0 1 16,-3 4-1-16,8 3 0 15,-4 3 0-15,-8 2 1 16,-8-4-1-16,4 9 0 16,-4 0 0-16,-4 12 0 15,0 5 0-15,0 4 1 0,0 11 1 16,0 9 1-16,0 2 5 15,0 3 4-15,0 0-1 16,0 0-9-16,0 0-2 16,0 22-8-16,-36 12 8 15,-4 8 2-15,-3 9-1 16,7-4 2-16,-8-2-2 16,16-3-1-16,4-4 1 15,4-15 2-15,8-1-3 16,0-7 0-16,12-10 0 15,0-1-1-15,0-4 0 16,0 0 1-16,0 0 4 16,0 0 5-16,0 0-2 15,0-18 9-15,0-19-4 16,32-6-9-16,4-8-3 0,0-3 2 16,4 3-2-16,-8 5 0 15,-9 12 1-15,-3 12-2 16,-16 10 2-16,-4 6-2 15,8 6 1-15,-8 0-3 16,0 0 1-16,12 0-3 16,4 9-5-16,16 20 10 15,-4 11 1-15,4 0-1 16,-8 0 0-16,8-5 1 0,-5-3-1 16,-3-3 0-1,-4-6-1-15,4-2-10 0,0-1-28 16,0-10-48-1,12 5-77-15,-4-2-122 16,-5-13-411-16</inkml:trace>
</inkml:ink>
</file>

<file path=ppt/ink/ink1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10-29T11:27:43.476"/>
    </inkml:context>
    <inkml:brush xml:id="br0">
      <inkml:brushProperty name="width" value="0.05292" units="cm"/>
      <inkml:brushProperty name="height" value="0.05292" units="cm"/>
      <inkml:brushProperty name="color" value="#FF0000"/>
    </inkml:brush>
  </inkml:definitions>
  <inkml:trace contextRef="#ctx0" brushRef="#br0">15906 5556 874 0,'0'0'108'0,"0"0"27"0,0 0-32 0,0 0-18 16,0 0-34-16,0 0-2 16,0 0-25-16,0 0-20 15,107-36-4-15,57 30 19 16,43-3 19-16,32-6 2 16,4 2-16-16,11-1-15 15,-7 8 1-15,-16-1 3 16,-20 7-10-16,-32-2-3 15,-31 2 0-15,-41 0 9 16,-23 0-9-16,-28 0 0 16,-29 0 2-16,-19 0-2 15,4 0 1-15,-12 0-2 16,0-3 2-16,0 3 1 0,0 0-2 16,0 0-13-16,0 0-46 15,0 0-41-15,0 9-61 16,0 14-74-16,12-4-219 15</inkml:trace>
  <inkml:trace contextRef="#ctx0" brushRef="#br0" timeOffset="2466.52">5124 6925 920 0,'0'0'163'0,"0"0"-14"0,0 0-35 0,0 0-46 0,0 0-3 15,0 0-17-15,-68 22-30 16,68-22-18-16,68 0 2 16,71 0-2-16,48 0 4 15,24 0 5-15,8 0-6 0,-4 0 5 16,-16-5-7-16,-23 3-1 15,-29-2-2-15,-28 0 2 16,-15 4 0-16,-32-1-4 16,-17-3 1-16,-15 2-1 15,-8-2-18-15,-8 4-40 16,0 0-26-16,-4 0-30 16,-8 0-83-16,-8 0-167 15</inkml:trace>
  <inkml:trace contextRef="#ctx0" brushRef="#br0" timeOffset="4016.22">17949 6909 727 0,'0'0'237'0,"0"0"-144"0,0 0-22 0,0 0-48 0,0 0 28 16,0 0 1-16,-32 5-10 16,32-5-3-16,0 0-18 15,83 0-8-15,57 0 13 16,55 0 10-16,32 0-17 16,28-13-12-16,3 1-3 15,-3 3-4-15,-12 5 3 16,-20 4-3-16,-20 0-1 0,-16 0 1 15,-16 0-1 1,-39 0 2-16,-29 4-1 0,-35 5 2 16,-32-2-2-16,-12-5-1 15,-24 1 1-15,4-3-1 16,-4 4-2-16,0-4 3 16,0 0 0-16,0 0 0 15,0 0-4-15,8 7-45 16,16 6-43-16,-1-2-94 15,21 2-217-15</inkml:trace>
  <inkml:trace contextRef="#ctx0" brushRef="#br0" timeOffset="9767.95">17614 8527 712 0,'0'0'210'0,"0"0"-44"0,0 0-63 0,0 0-3 16,0 0-22-16,0 0-22 15,0 0-14-15,-143 0-10 16,143 0-8-16,0 0-6 16,59 0-9-16,69 0-4 15,63-5 20-15,40-11 6 16,4-5-19-16,-16 9-12 15,-16 3 8-15,-8 1-5 16,-20 7 1-16,-24 1-4 16,-35 0 3-16,-40 0-1 15,-21 0-2-15,-31 0 1 0,0 0 0 16,-16 0-1-16,-8 0 0 16,0 0 0-16,0 0-1 15,0 0 1-15,4 1-54 16,20 7-91-16,20-1-40 15,4-7-116-15,7 0-420 16</inkml:trace>
  <inkml:trace contextRef="#ctx0" brushRef="#br0" timeOffset="13817.2">17662 9779 473 0,'0'0'109'0,"0"0"-17"0,0 0 5 0,0 0 25 15,0 0-23-15,0 0-15 16,-132 0 11-16,125 0-11 16,3 0-12-16,-4 0-15 15,8 0-20-15,0 0-18 16,0 0-6-16,0 0-12 16,67 0 0-16,85 0 4 15,67 0 9-15,51-5 16 0,33-6-13 16,3 1-13-1,-15 4 3-15,-20 3 6 0,-24 3-1 16,-28 0-8 0,-20 0-1-16,-12 0 6 0,-12 0 3 15,-12 3 6-15,-31 3-18 16,-21 0 10-16,-27-1 2 16,-16 3-7-16,-17-1-3 15,-3-5 5-15,-16 1-7 16,-8 1 3-16,-4-4-1 15,-16 0 1-15,-4 0-3 16,0 0 0-16,0 0-14 16,0 4-47-16,0-1-81 15,0-3-123-15,-36 0-328 16</inkml:trace>
  <inkml:trace contextRef="#ctx0" brushRef="#br0" timeOffset="19033.75">26927 714 449 0,'0'0'273'0,"0"0"-85"16,0 0-42-16,0 0-15 0,0 0-45 0,32-174-11 15,-32 158-15-15,0 10 1 16,0 6-17-16,0 0-4 16,0 0-31-16,0 0-9 15,0 23-13-15,0 19 13 16,0 18 2-16,0 11 16 15,0 5-3-15,-8 1-6 16,-8 5 4-16,-8-6-10 16,4-9 8-16,4-10-2 15,8-23-8-15,4-14 10 16,-4-13-9-16,8-7-2 16,0 0 6-16,0 0 10 15,0-15 23-15,0-22 5 0,-4-17-36 16,4-17-4-16,0-11-4 15,0-6-1-15,0 2 1 16,24 3-2-16,12 12 2 16,-12 6 0-16,0 8 0 15,12 3 0-15,-12 5 0 16,-5 18 0-16,-3 10-1 16,-4 11 0-16,-12 7-1 15,0 3 0-15,8 0 1 16,8 0-10-16,8 31 0 15,8 20 10-15,24 14 1 16,-16 10 0-16,-5 4 0 0,-3 3 2 16,-8 2 1-16,-12-5 0 15,0-9-2-15,8-3-1 16,-8-16 1-16,0-4-1 16,-8-17 2-16,4-2-2 15,-4-14 0-15,-4-5 0 16,8-4-8-16,-8-2-44 15,0-3-53-15,0 0-55 16,0 0-40-16,0-20-261 16</inkml:trace>
  <inkml:trace contextRef="#ctx0" brushRef="#br0" timeOffset="20054.49">26808 1007 566 0,'0'0'332'0,"0"0"-135"0,0 0-40 0,0 0-62 0,0 0-28 16,0 0-3-16,0-66-37 15,43 55-12-15,9-1-6 16,4 8-9-16,0 0-1 16,3 4-1-16,5 0 2 15,12 0-38-15,-13 0-56 16,5 0-5-16,4 0-27 15,-5 0-8-15,-7 0 20 0,-12 0 41 16,0 0 37 0,-5 0 35-16,1-5 1 0,-8-11 23 15,-12 3 68 1,-8-4 26-16,-4 3-9 0,-12-3-6 16,0 5-25-16,0 3-31 15,0 5 20-15,-12 4-26 16,-16 0-5-16,-4 0-24 15,-16 0-8-15,13 19-3 16,-13 13 2-16,12 6 1 16,12-7 0-16,4 2-3 15,20-8-1-15,0 1 1 16,0-12-1-16,0-2-4 16,0-2 2-16,36-10 1 15,0 0-1-15,0 0 1 0,-4-10-1 16,3-16 3-1,9-3 1-15,-16 0 3 0,-8 3 0 16,-8 10-2-16,-12 14 0 16,0 2 1-16,0 0 2 15,0 0-5-15,0 13-8 16,0 27 8-16,0 21 11 16,0 13 7-16,0 16 0 15,0 12-2-15,0 0 0 16,0 4 2-16,0 4 13 15,0-6-4-15,-20-2-12 16,-8-16-3-16,4-15 8 0,-8-24-7 16,8-19-8-1,13-16 0-15,-13-12 1 0,-20 0 0 16,-4-2 6-16,-12-36-5 16,1-7-4-16,3-8-3 15,20-2 0-15,12-2 0 16,24 0-3-16,0 3 3 15,0-6-2-15,24 0-2 16,36-2 2-16,19 0 1 16,5-3 0-16,8-1 1 15,3-6-4-15,-11 1-2 16,3 4 0-16,-23 7-1 16,-20 15 5-16,-20 11 2 0,-12 15 0 15,-12 10 1-15,0 3 2 16,0 6-3-16,0 0 0 15,-12 0-7-15,-12 0 0 16,-12 15 4-16,-8 23-1 16,4 7 0-16,9 2 4 15,31-3 0-15,0-12-1 16,0-6 0-16,0-4 1 16,47-8-2-16,9 1 2 15,4-6 2-15,11-5-2 16,9-4 2-16,-8 0-2 15,-1 0-7-15,-15-18-47 0,12 1-26 16,-20-10-48 0,-13 5-41-16,-11 4-96 0,0 2-318 15</inkml:trace>
  <inkml:trace contextRef="#ctx0" brushRef="#br0" timeOffset="20838.23">30347 631 707 0,'0'0'283'0,"0"0"-124"0,0 0-38 0,0 0-37 0,0 0-19 16,0 0 0-16,0-95-7 16,-8 95-19-16,-20 0-23 15,-15 0-15-15,-9 10-1 16,-16 15 2-16,12 4-1 16,9 5-1-16,23 5-1 15,24 4 1-15,0 6 0 16,12-6 3-16,47 5-3 0,13 1 1 15,-4-5 6 1,-9-1-7-16,-3-2 0 0,-8 2-4 16,-16-8 2-16,-8-2 2 15,-20 4 3-15,-4-8-3 16,0-2 0-16,-24-3 0 16,-36-7 6-16,12-3 0 15,-19-11 5-15,-5-1-2 16,4-2-5-16,5 0 3 15,7 0-7-15,20 0 1 16,16 0-2-16,4 0-1 16,8-2-6-16,8-1-25 0,0-6-41 15,0-2-49-15,36 2-37 16,32-8-27-16,11 5-97 16,5 3-122-16</inkml:trace>
  <inkml:trace contextRef="#ctx0" brushRef="#br0" timeOffset="22583.35">30980 1053 513 0,'0'0'249'0,"0"0"-15"0,0 0-97 0,0 0-23 0,0 0-28 0,0 0-20 0,0-123-5 15,0 112-1-15,-12 10-10 16,-12-3-12-16,8 0-20 16,-3 4-14-16,7 0 2 15,0 0-5-15,-8 0-1 16,-4 0 0-16,-4 20-4 16,-4 6 4-16,16 3 0 15,4 2 3-15,4-4-6 16,8 9 2-16,0-11 0 15,0 5 1-15,0-9 0 16,0-8-1-16,12 0 1 0,8-8-1 16,-4-1 1-16,-4-4 0 15,8 0 1-15,8 0 1 16,-4-22 0-16,8-3 2 16,-13-4-3-16,-3-2 0 15,-4 15-1-15,-4 5 1 16,-8 8-1-16,0 3 5 15,0 0-4-15,0 0-2 16,0 0-1-16,4 0-8 16,4 0 2-16,4 23 7 15,12-1 0-15,4 1-3 16,4-5 4-16,4-8 0 16,7-7 0-16,9-3-10 15,4 0-1-15,4-3-6 0,-1-25 2 16,9-10-3-16,0-12 10 15,-16 2-3-15,-9-10 10 16,-11-6 1-16,-20 4-1 16,-12-3 2-16,0-3-3 15,0 21 5-15,-44 3-3 16,20 16 15-16,1 14 13 16,3 3-9-16,16 9 10 15,-4 0-4-15,4 0-12 16,4 0-13-16,-8 1-5 15,4 30 1-15,-4 13 4 16,4 3 5-16,4 6-4 16,0 5-1-16,0-1 0 0,0 1 0 15,16-6-1 1,16-1 2-16,7-2-2 0,13-11 1 16,0-6-6-16,4-13 5 15,3-10-7-15,-3-5 4 16,8-4-7-16,-8 0 10 15,3 0-4-15,1-16 1 16,-4-7 1-16,-8-9 2 16,-13-2 1-16,-3-12 0 15,-8 5 3-15,-12 8-2 16,-12 0 0-16,0 11 3 16,0 6 2-16,0 10 2 15,-12 2 0-15,-24 4-8 0,-8 0 0 16,-3 0-2-1,-9 22 2-15,4 11 2 0,4 11-2 16,5-6 0 0,11-1-2-16,8-1 2 0,12-11 0 15,8-5-3-15,4-8-2 16,0-9 4-16,0-3-4 16,0 0-3-16,0 0 8 15,0 0 1-15,28 0 4 16,16-14-3-16,3 4 0 15,1-1-2-15,-4 6 0 16,-8 0 0-16,8 5-2 16,-20 0-3-16,3 5 4 15,-3 12 0-15,0 3-1 0,-16 3 0 16,4-7-3-16,-12 2 1 16,0-1-3-16,0-9-1 15,0 1 3-15,0-9-2 16,0 0 7-16,0 0 8 15,0 0 3-15,0-12-10 16,24-10 1-16,0-5-2 16,20 0 0-16,-5 3-1 15,5 1 0-15,12 13 0 16,-8 1 0-16,0 9-1 16,-13 0-1-16,1 0-1 0,-4 9-3 15,-16 11-8-15,-4 3-4 16,-12 1 1-16,0-6-1 15,0 2-3-15,0-14 0 16,0 1 8-16,0-7 1 16,0 0 13-16,0 0 9 15,0-10 1-15,0-13-6 16,0-5-3-16,0 0 4 16,0 9-3-16,0 2 1 15,0 15 3-15,0 2-2 16,0-3-2-16,0 3-2 15,12 0-7-15,8 0 2 0,-8 0 4 16,12 9 0 0,0 0 1-16,-5 5-3 0,9-8-6 15,-4-3 2-15,0-3-1 16,0 0-3-16,0 0 5 16,-4 0 6-16,4-12 0 15,-4-12 2-15,-8 2 0 16,-12 1 4-16,0 2 8 15,0 3 15-15,0 9 5 16,0 7 4-16,0 0-12 16,0 0-17-16,0 0-9 15,0 12-12-15,0 25 12 16,0 6 0-16,0 14 6 16,0 10 2-16,0 5-2 15,0 11-1-15,-32 4 4 0,8-10 2 16,0-11-4-16,-8-20 3 15,8-16-5 1,8-19-4-16,4-7 0 0,-12-4 3 16,-7 0-1-16,7 0-3 15,0-9-47-15,0 0-67 16,16-8-88-16,8 1-196 16</inkml:trace>
  <inkml:trace contextRef="#ctx0" brushRef="#br0" timeOffset="24455.76">26489 1692 549 0,'0'0'200'0,"0"0"23"15,0 0-88-15,0 0-15 0,0 0-20 16,0 0-55-16,24-46-26 16,-12 54-19-16,12 30 0 15,4 13 9-15,3 12 25 16,-7 10 2-16,0 3-22 15,-16 0 7-15,-4 4-15 0,-4-7-3 16,0-9 2 0,0-8-5-16,0-14 2 0,0-13 2 15,0-12-1-15,0-9-1 16,0-8 0-16,0 0 7 16,0 0-3-16,0 0 6 15,56 0-11-15,39 0 12 16,33 0 3-16,15 0-12 15,20-9 0-15,-3 1-3 16,3 5 0-16,-8 1 0 16,-3-1 0-16,-1-1-1 15,-12 4 0-15,-19 0 0 16,-5 0 0-16,13 0 1 16,-13 0-1-16,4 9 0 0,13 3 0 15,-5-3 0-15,-11 2 1 16,-1-1-2-1,5-3 3-15,7-5 1 0,12-2-3 16,17 0-5-16,7 0 5 16,0 0 2-16,12 0 3 15,1 0-6-15,7 0 1 16,-16 0-2-16,-4 0-1 16,-16 0 2-16,-7 0 2 15,-9-2 0-15,-3-4-1 16,-21 5 0-16,-15-1 0 0,-13-2-2 15,-19 4 2 1,-8 0-1-16,12 0 0 0,-5 0 1 16,13 0 1-16,8 0 0 15,-5 0-1-15,-7 0 0 16,-12 0 0-16,-21 0 0 16,5 0 1-16,-8 0 3 15,-12 0 1-15,-4 0 8 16,-4 0 1-16,0 0-4 15,-4 0-3-15,8 0-6 16,4 0 8-16,4-4-2 16,-9 1 7-16,5 0 1 15,-8-3 4-15,12-3-3 16,-4-2-3-16,-4-1 0 16,-8-5 0-16,-4-2 3 0,4-3 1 15,-8-2 1 1,0-13-5-16,0 1 5 0,0-2-8 15,0-1-2-15,0-1-5 16,0 9 4-16,0 4-7 16,0 2 1-16,0 5-2 15,-12 4-20-15,12 10-73 16,-12-3-112-16,0-4-382 16</inkml:trace>
  <inkml:trace contextRef="#ctx0" brushRef="#br0" timeOffset="29534.64">27289 2884 179 0,'0'0'665'0,"0"0"-542"0,0 0 4 16,0 0-107-16,0 0-20 15,0 0 1-15,0 0 1 16,359-37-2-16,-148 25-48 15,32-5-131-15,15 0-14 16,13 0-89-16</inkml:trace>
  <inkml:trace contextRef="#ctx0" brushRef="#br0" timeOffset="29751.28">31151 2858 711 0,'0'0'132'16,"0"0"28"-16,0 0-45 16,0 0-4-16,0 0-29 15,0 0-27-15,0 0-21 16,0 0-28-16,0 0-6 16,0 0-42-16,0 0-68 15,0 0-79-15,0 0-147 16,0 2-388-16</inkml:trace>
  <inkml:trace contextRef="#ctx0" brushRef="#br0" timeOffset="30668.34">29236 3199 930 0,'0'0'190'0,"0"0"-44"0,0 0-40 0,0 0-8 16,0 0-2-16,0 0-36 0,-67-60-34 16,67 60-17-16,0 4-9 15,8 31 8-15,43 12-4 16,17 13 8-16,4-2-2 16,-1 2-3-16,5 7-5 15,-16-7-2-15,-9 4 0 16,-7-10-4-16,-12-16-6 15,-28-9-57-15,-4-14-37 16,0-6-30-16,0-9-60 16,0 0-224-16</inkml:trace>
  <inkml:trace contextRef="#ctx0" brushRef="#br0" timeOffset="30912.3">29646 3156 956 0,'0'0'177'16,"0"0"-30"-16,0 0-44 15,0 0-36-15,0 0-44 16,0 0-22-16,-127 94 27 16,55-23 1-16,1 5 4 15,-9 6-12-15,20 0-17 16,1 1-4-16,3-6-7 15,8-8-56-15,16-8-121 0,8-10-141 16,24-20-457-16</inkml:trace>
  <inkml:trace contextRef="#ctx0" brushRef="#br0" timeOffset="49154.53">24785 11274 394 0,'0'0'147'0,"0"0"-39"0,0 0-11 0,0 0 26 15,0 0-36-15,0 0 17 16,0 0-12-16,0 0-22 16,-163 0-8-16,163 0-8 15,-8 0-15-15,8 0-7 16,0 0-2-16,0 3-22 15,12 1 2-15,79 2-4 16,61-6 28-16,55 0 8 16,51 0-20-16,21 0-15 15,-4 0 4-15,-8-4-10 16,-25-8 3-16,-19-2 6 0,0 2-9 16,-28-3 6-16,-15 0-4 15,-21 5 4-15,-16-1 0 16,-23 9-5-1,-21-4 2-15,-15 6 1 0,-24 0 1 16,7 0 0-16,-27 0 1 16,-8 0 3-16,-8 0-6 15,0 0 16-15,0 0-6 16,-5 0 3-16,-3 0-10 16,-8-1 1-16,-8 1-7 15,0 0 3-15,0 0-3 16,0 0 0-16,0 0-1 15,0 0-17-15,0 0-92 0,-12 0-82 16,-55 0-172 0</inkml:trace>
  <inkml:trace contextRef="#ctx0" brushRef="#br0" timeOffset="51019.5">8361 12379 715 0,'0'0'140'0,"0"0"2"0,0 0-39 0,0 0 6 15,0 0-27-15,0 0-23 16,-60 0-29-16,60 0-15 16,0 0-1-16,0 0-7 15,84 0 2-15,43 7 36 16,36-7 6-16,45 3-30 15,30-1-3-15,29 5 2 16,4-2-8-16,8 4-6 16,11 2 11-16,13-2-12 15,15 5 4-15,9-6-2 16,-1 0 3-16,-7 1-6 16,-9-6-4-16,-3 0 1 0,-16 0-2 15,-25 4 5-15,-43 0-1 16,-23 4-3-16,-25-3 2 15,-36-3 5-15,-19-1-1 16,-29-4 2-16,-31 3-6 16,-4-3 5-16,-9 3 9 15,-23-3-8-15,0 3 0 16,-12-3-3-16,-12 0 4 16,0 0-9-16,0 0-2 15,0 0 2-15,0 0 0 16,0 0-32-16,-20 4-118 0,-99-4-170 15,-37 0-885 1</inkml:trace>
  <inkml:trace contextRef="#ctx0" brushRef="#br0" timeOffset="54970">6362 13728 945 0,'0'0'114'0,"0"0"-34"0,0 0-6 0,0 0-58 0,0 0 9 16,0 0-8-16,315 10 22 16,-45-10-3-16,45 0-27 15,35 0-4-15,1 0-4 16,-13 0-2-16,-23 15 2 15,-37 3-1-15,-39 4 1 16,-40-2 2-16,-51-3-3 16,-41-3 0-16,-39-4 0 15,-32-3-3-15,-24-4 0 16,-12 8-22-16,0 2-149 16,-60-8-284-16</inkml:trace>
</inkml:ink>
</file>

<file path=ppt/ink/ink1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10-29T11:29:09.383"/>
    </inkml:context>
    <inkml:brush xml:id="br0">
      <inkml:brushProperty name="width" value="0.05292" units="cm"/>
      <inkml:brushProperty name="height" value="0.05292" units="cm"/>
      <inkml:brushProperty name="color" value="#FF0000"/>
    </inkml:brush>
  </inkml:definitions>
  <inkml:trace contextRef="#ctx0" brushRef="#br0">22531 10552 206 0,'0'0'156'0,"0"0"-31"0,0 0-33 16,0 0-1-16,0 0-45 15,0 0 10-15,0 0 0 16,0 0-12-16,-12 0-5 0,12 0-20 16,0 0-6-1,0 0-4-15,0 0-4 16,0 0 4-16,0 0-7 15,0 0 4-15,0 0 2 0,0 0-5 16,0 0 24-16,0 0-1 16,0 0-10-16,0 0 6 15,0 0 4-15,0 0-14 16,0 0-10-16,0 0-2 16,0 0 3-16,0 0-1 15,0 0-2-15,0 0 1 16,0 0 0-16,0 0 5 15,0 0 7-15,0 0-4 16,-8 0-2-16,8 0 8 0,0 0-3 16,0 0 8-1,0 0 14-15,0 0-9 0,0 0-8 16,0 0-5-16,0 0 4 16,0 0-8-16,0 0-4 15,0 0 2-15,0 0-6 16,0 0-5-16,0 0-11 15,0 0-91-15,20 0-330 16</inkml:trace>
  <inkml:trace contextRef="#ctx0" brushRef="#br0" timeOffset="1051.17">22623 10589 421 0,'0'0'213'0,"0"0"-99"0,0 0-27 16,0 0-53-16,0 0-25 15,0 0-6-15,-12 0 4 16,12 0-4-16,0 0-1 15,0 0 4-15,0 0-5 16,0 0-1-16,0 11 1 16,0 6-1-16,0-1-21 0,0 0-144 15,12 2-70-15</inkml:trace>
  <inkml:trace contextRef="#ctx0" brushRef="#br0" timeOffset="1216.97">22623 10589 306 0,'107'231'147'16,"-107"-228"-32"-16,0 1-30 16,12-3-35-16,-4 4-17 15,-4-1-24-15,4 4-8 16,-4 2-1-16,8 0 0 16,0-1-15-16,-4 4-56 15,-4-1-73-15,8-1-29 16</inkml:trace>
  <inkml:trace contextRef="#ctx0" brushRef="#br0" timeOffset="1350.27">22838 10990 79 0,'0'0'230'0,"0"0"-73"0,0 0-60 15,0 0-18-15,0 0-41 16,0 0-14-16,24 39-17 16,-16-36-3-16,4 4-4 15,0 3 0-15,-12 2-25 16,12 0-98-16,11 2-105 15</inkml:trace>
  <inkml:trace contextRef="#ctx0" brushRef="#br0" timeOffset="1500.61">22838 10990 144 0,'163'224'177'0,"-155"-215"-98"16,-4 0-10-16,-4-4-24 15,12 6-23-15,-12-2-20 16,12-1-4-16,-4 4 2 15,4-2-33-15,-12 1-93 16,12 3-151-16</inkml:trace>
  <inkml:trace contextRef="#ctx0" brushRef="#br0" timeOffset="1733.7">23184 11524 302 0,'0'0'189'0,"0"0"-67"16,0 0-41-16,0 0-27 15,0 0 17-15,0 0-19 16,4 8-7-16,-4-8-24 16,0 0-13-16,8 0-3 15,-4 0-5-15,16 0-19 16,-8-4-65-16,12-12-298 15</inkml:trace>
  <inkml:trace contextRef="#ctx0" brushRef="#br0" timeOffset="6484.05">21038 12502 207 0,'0'0'145'0,"0"0"-29"0,0 0-4 0,0 0-34 0,0 0-29 15,0 0 6-15,0 0 7 16,-40 3-15-16,32-3 27 16,8 0-16-16,-4 0 7 15,4 0-19-15,0 0-6 16,-7 0-7-16,7 0-24 15,-4 0 11-15,4 0-3 16,0 0-2-16,0 0-10 16,0 0 2-16,0 0-6 0,0 0-1 15,0 0 0 1,0 0 0-16,23 0 4 0,13-5 3 16,4-8-1-16,-8 0-5 15,12 1 2-15,4-4-2 16,-1 0-1-16,13-2 6 15,-4 1-6-15,-8 1 0 16,-1-3 0-16,9 3 1 16,-4 0-1-16,-4-3 0 15,-5 3 2-15,13-8 1 16,-4 4 2-16,4-3 1 16,11 1-5-16,-15 4 3 15,-8-2-3-15,4 4 2 16,-1-3-2-16,-3 3 1 0,4-3 0 15,-12 4-2-15,20-2 0 16,-21 5 1-16,1-3 1 16,12-2 0-16,-4-6-1 15,4 0 2-15,-1-1-1 16,9-1-2-16,-8-3 5 16,0 2-4-16,-1 3 2 15,-3 4 0-15,-8 4-3 16,0 0 0-16,0-2 0 15,0 1 3-15,7-2-1 16,-3-9 2-16,4 4 0 16,4-1-3-16,0-2 0 15,-1 3 0-15,1-1 4 0,-4-2-5 16,12 1 0 0,-9-1 2-16,-11 4-1 0,20-3-1 15,-20 6 1-15,4-3 1 16,-5 7-1-16,-3-1 1 15,0-1-2-15,-4 5 0 16,4-5 2-16,4-3-2 16,0-2 0-16,7-1 1 15,5-10 0-15,0 2 1 16,-12-2-2-16,0 5 0 16,-1 6 3-16,-15 9-3 15,-8 1 1-15,4 2 0 0,-4-6 0 16,8 3 0-1,-4-7-1-15,16-2-1 0,4-3 1 16,11-2 1-16,1-2-1 16,8-4 0-16,0 5 0 15,-8 3-1-15,-13 6 2 16,1 1-1-16,-24 9 1 16,12-3-1-16,-12 0 0 15,12-1-2-15,12-5-1 16,7-4 3-16,13-4 0 15,8-6 0-15,28-3 1 16,-1-6-1-16,-7 2-1 16,11 1 1-16,-15-1 1 0,0 8-1 15,-29 7-1-15,-19 2-2 16,0 5 3-16,-8 1 0 16,0-7 3-16,4-1-3 15,19-11 1-15,33-6-1 16,12-3 0-16,23-6-5 15,-7 7 5-15,11-2 0 16,-4 5 0-16,-23 7 0 16,-12 8-1-16,-33 9 0 15,-19 7 2-15,-8 3-1 16,-8-5 0-16,12 6 0 16,8-5 1-16,8-9 3 15,27-13-4-15,37-6 0 16,23-9 0-16,17-7 0 15,-1 3-3-15,-4 0 2 0,-11 6 1 16,-25 7 0 0,-23 11-1-16,-32 13 2 0,-32 2 3 15,-4 5-1-15,0-2 6 16,7-4-1-16,5 0-2 16,12-11 0-16,36-10-4 15,27-14 1-15,21-4 2 16,19-8 3-16,-7 5-4 15,7-3-4-15,-12 7 2 16,-11 8-1-16,-33 1-1 16,-23 16 6-16,-24 8-5 15,-12 4 0-15,0-1 6 0,-4-4 6 16,27-12-1 0,25-13-4-16,40-11-6 0,19-8 1 15,24-8 3-15,9 4-5 16,-13 3-1-16,-16 8 0 15,-39 16 0-15,-29 12 3 16,-31 14-2-16,-24 5 1 16,0-4 4-16,4-3-5 15,16-4 3-15,4-11 0 16,31-8-1-16,29-7 0 0,23-12 5 16,21-2-4-1,7 2 3-15,-15 1 2 16,-1 7-3-16,-16 8-6 0,-35 14 4 15,-32 12-3 1,-24 9 1-16,-16 5 3 0,-4-4 6 16,4 5-4-16,-4 1-6 15,4-2 0-15,-4-2-1 16,-4 4 4-16,0 0-1 16,0 0-3-16,0 0-3 15,0 0 0-15,0 0-17 16,0 7-82-16,-48 28-79 15,-56 5-211-15</inkml:trace>
  <inkml:trace contextRef="#ctx0" brushRef="#br0" timeOffset="8633.39">20827 12487 117 0,'0'0'265'0,"0"0"-215"0,0 0 63 0,0 0-22 0,0 0-34 15,0 0-3-15,-163 53 12 16,159-47-16-16,-4 1-2 15,4 0 4-15,4-4 4 16,0-3-16-16,0 0-16 16,0 0 10-16,0 0-9 0,0 0 18 15,36 0 31 1,24-17-21-16,7-11-6 0,9 1-30 16,-8-6 0-16,3 1-11 15,9-3 13-15,4-4-10 16,7-2 11-1,13-6-15-15,-9 0 4 0,13-4-8 16,3 4 4-16,-3-4-5 16,-5 0 1-16,-7 7-2 15,-1 2 5-15,-15 2-4 16,-8 8 2-16,-5-1-2 16,-7 6 0-16,8-9 2 15,3 5-1-15,9-8 0 16,4-2 2-16,7-1 0 0,-3 2 0 15,-1-6 1-15,-11 9-3 16,4-5-1-16,-9-3 2 16,-3 8-1-16,0 2-1 15,-17 1 2-15,5 1-2 16,12-2 6-16,-8-6-4 16,11-3 0-16,13-5 3 15,-4 2-4-15,3 0 1 16,9 3-1-16,-9-1 4 15,-3 7-5-15,-8 4 1 16,-17 11 1-16,-15 6-2 0,-8 2 1 16,4-4-1-1,8-4 3-15,7-8 5 0,41-11 5 16,23-8-6 0,25-6 0-16,3-4-7 0,-3 8 0 15,-25 1-1-15,-11 10 1 16,-33 11 0-16,-23 5 0 15,-24 8 2-15,0 3-2 16,0-6 3-16,11-6 0 16,21-5-3-16,24-11 0 15,15-4 1-15,13-3-2 16,3 5 3-16,-3 0-4 0,-17 12 4 16,-27 7-1-1,-20 6-1-15,-20 10 1 16,-4-1 4-16,4 3-4 15,0-4 9-15,3-3-6 16,17-5-3-16,28-12 3 16,19-8-4-16,13-6 0 0,3-1 0 15,1 3 0-15,-4-1 0 16,-13 6 0-16,-31 6 2 16,-16 14-2-16,-21 5 4 15,-11 4-1-15,0-2-2 16,0 0 2-16,12-12-3 15,12-11 0-15,24-2 1 16,19-11-1-16,25-4 1 16,-9 1-1-16,13 4-2 15,-16 8 2-15,-21 8 5 16,-23 9-5-16,-16 8 1 16,-20 7 1-16,0-5-2 0,0 2 1 15,12-3-1 1,7-10 0-16,17-7-1 0,24-11 1 15,31-10 1-15,5 4-1 16,-1-1 1-16,-7 5 0 16,-24 3-1-16,-21 12 0 15,-23 8 1-15,-28 9-1 16,4 3 1-16,4 2 1 16,-8-9 2-16,16-1 2 0,4-11-5 15,24-12 0 1,19-6 0-16,17-10-1 15,23-5 0-15,-3 7 0 0,-1 3 1 16,-7 8-4-16,-24 9 3 16,-25 13 0-16,-15 2 3 15,0 1-2-15,-4-6-1 16,8-6 3-16,20-6-3 16,23-4 0-16,17-13 3 15,35-2-1-15,-7-1-2 16,-5-4 1-16,12 5-1 15,-27 7 0-15,-20 9 0 16,-29 11 1-16,-19 4 3 16,-4 5 1-16,-4 3 5 15,4-5 0-15,4-3-1 0,19-6-1 16,17-4-7-16,24-10 3 16,7 0 4-16,5 4-5 15,-29 7-2 1,-19 11 2-16,-16 4 5 0,-20 7 0 15,0 3 9-15,-9-3-4 16,-3 5 2-16,8 1-6 16,-8-1 0-16,-12 4-5 15,20-3 5-15,-20 3 0 16,0 0-5-16,0 0 0 0,0 0-4 16,0 0 0-1,0 0-1-15,0 0-1 0,0 0-5 16,-20 15-27-1,-39 21-50-15,-33 6-114 16,-27-4-167-16</inkml:trace>
  <inkml:trace contextRef="#ctx0" brushRef="#br0" timeOffset="10033.99">22591 10695 377 0,'0'0'338'0,"0"0"-151"0,0 0-104 0,0 0-51 16,0 0-27-16,0 0-5 15,0 0-2-15,44 7 2 16,-20 13 0-16,4 9-3 16,-8 7-47-16,3 10-216 15</inkml:trace>
  <inkml:trace contextRef="#ctx0" brushRef="#br0" timeOffset="10216.86">22953 11332 39 0,'0'0'503'16,"0"0"-330"-16,0 0-37 16,0 0-41-16,0 0-13 15,0 0-49-15,152 24-16 16,-132-21-17-16,-8 8 0 16,3-2 0-16,-3 6-19 15,-4 1-128-15,-4 5-262 16</inkml:trace>
  <inkml:trace contextRef="#ctx0" brushRef="#br0" timeOffset="10384.09">23176 11661 700 0,'0'0'198'16,"0"0"-63"-16,0 0-32 15,0 0-7-15,0 0-60 16,0 0-33-16,8 4-3 15,-8-4-32-15,0 0-121 16,0-6-284-16</inkml:trace>
  <inkml:trace contextRef="#ctx0" brushRef="#br0" timeOffset="10717.32">22229 11169 311 0,'0'0'328'0,"0"0"-128"16,0 0-85-16,0 0-10 16,0 0-59-16,0 0-29 15,0-31-17-15,0 31-2 0,0 0-1 16,0 0-1-16,12 3 2 16,12 16-7-16,7 3-78 15,-3 2-199-15,4 13-136 16</inkml:trace>
  <inkml:trace contextRef="#ctx0" brushRef="#br0" timeOffset="10899.97">22663 11533 293 0,'0'0'175'0,"0"0"-19"15,0 0-86-15,0 0-48 0,0 0-6 16,0 0-10-16,67 81-6 15,-47-72 0-15,-16 3-1 16,4 5-20 0,-4-3-93-16,-4 6-112 0</inkml:trace>
  <inkml:trace contextRef="#ctx0" brushRef="#br0" timeOffset="11066.23">22774 11839 328 0,'0'0'196'16,"0"0"-40"-16,0 0-44 15,0 0-4-15,0 0-33 16,0 0 20-16,0 21-4 16,0-21-41-16,4 0-22 0,-4 0-21 15,8 0-7-15,-4 0-6 16,4 0-107-16,-8 0-187 16,0-12-382-16</inkml:trace>
  <inkml:trace contextRef="#ctx0" brushRef="#br0" timeOffset="11566.84">21751 11804 362 0,'0'0'356'0,"0"0"-173"0,0 0-88 0,0 0-11 0,0 0-36 0,0 0-34 15,-4-19-14-15,4 19 0 16,0 0 2-16,0 0-1 16,0 0-1-16,24 0-7 15,0 3 2-15,0 9-69 16,0 6-117-16,7 1-108 16</inkml:trace>
  <inkml:trace contextRef="#ctx0" brushRef="#br0" timeOffset="11719.16">21751 11804 376 0,'287'155'196'16,"-283"-155"-46"-16,-4 3-27 15,0-3-38-15,0 4-17 16,0-4-29-16,0 0-31 16,0 0-8-16,12 4-4 15,-1-1-3-15,9 3-127 16,-4-6-252-16</inkml:trace>
  <inkml:trace contextRef="#ctx0" brushRef="#br0" timeOffset="12083.54">22579 11911 337 0,'0'0'258'0,"0"0"-84"16,0 0-32-16,0 0-64 16,0 0-21-16,0 0-35 15,0 0-17-15,0 0-5 16,0 0-2-16,0 0-1 16,0 17 0-16,0 5-95 15,0 2-185-15</inkml:trace>
  <inkml:trace contextRef="#ctx0" brushRef="#br0" timeOffset="12333.15">22778 12311 350 0,'0'0'225'16,"0"0"-74"-16,0 0-41 15,0 0-20-15,0 0-22 16,0 0-33-16,116 64-13 15,-104-58 9-15,8 2-16 16,-17-6-3-16,5 2-7 16,-8-4-1-16,4 0-4 15,-4 0 1-15,0 0 0 16,0 0 0-16,0 0-2 16,8 0-59-16,-8 0-119 15,0-4-161-15</inkml:trace>
  <inkml:trace contextRef="#ctx0" brushRef="#br0" timeOffset="13000.78">23407 11625 459 0,'0'0'250'16,"0"0"-65"-16,0 0-83 0,0 0-23 15,0 0-10-15,0 0-26 0,-20 0-10 16,20 0-21-16,0 0-12 16,0 0 0-16,0 0-7 15,0 5-3-15,0 8-32 16,12 9-86-16,8 3-81 15,4 2-48-15,0 10-198 16</inkml:trace>
  <inkml:trace contextRef="#ctx0" brushRef="#br0" timeOffset="13217.1">23710 12075 151 0,'0'0'348'0,"0"0"-209"0,0 0-66 15,0 0-7-15,0 0-13 16,0 0-33-16,95 66-10 16,-83-57-7-16,-4 1 0 15,-4-4-1-15,4 1-2 16,-4-5 0-16,8 5-2 16,-4-2-27-16,4 6-90 15,0-5 5-15,-12 1-103 16</inkml:trace>
  <inkml:trace contextRef="#ctx0" brushRef="#br0" timeOffset="13350.23">23710 12075 406 0,'211'151'245'0,"-211"-160"-128"16,0-4-40-16,0-4-32 16,0 3-34-16,0-3-11 15,0-3-46-15,0 3-240 16</inkml:trace>
  <inkml:trace contextRef="#ctx0" brushRef="#br0" timeOffset="22833.74">20767 12591 377 0,'0'0'250'0,"0"0"-178"0,0 0 23 16,0 0-30-16,0 0 1 0,0 0-4 15,0 0 11-15,0 0-13 16,-35 15-12-16,35-15-8 16,0 0 3-16,12-4 10 15,23-13-18-15,9-3-11 16,4 1-8-16,0-5 2 16,12-5-7-16,-1 4-1 15,-3-1 6-15,0-4-1 16,-5 9-6-16,9-4-8 15,4-1 11-15,0-5-6 16,15-1 1-16,1-3-4 16,3 0 1-16,9 1-3 15,-8-4 4-15,-5 2-1 0,-3 5-4 16,-8 0 0 0,-1-3 5-16,-7 5-2 0,-12 5 2 15,0-1 1-15,-1 2 2 16,-3-2-2-16,16-4 2 15,0-1-6-15,7 4 1 16,1-9 2-16,-4-5-4 16,15 4 5-16,-7-6 0 15,-4 4 0-15,3 0-3 16,-11 7-2-16,-4-2 0 16,0 7 0-16,-17 4 0 15,-3 2 3-15,-4-1-3 16,4-6 3-16,24-7 2 0,-5 1-3 15,5-6 4-15,0-1-5 16,8-3-1-16,-1-1 2 16,-3 3-1-16,-8 3-1 15,-1 6-1-15,-15 5 2 16,-8 9-1 0,4-5 4-16,0 2 0 0,19-7-1 15,5-7 1-15,0-7-2 16,31-3-3-16,5-4 2 15,20-7-1-15,-1 1-1 16,-8-2 0-16,-3 18-2 16,-32 1 6-16,-5 9-4 0,-27 7 1 15,-8 3-1 1,-8 0 1-16,0-3-1 0,24-7 2 16,19-15 2-16,17-7-2 15,43-17-1-15,13 2 0 16,-9 4 0-16,-4 0-1 15,-11 7-4-15,-13 9 2 16,-19 8 2-16,-24 11 0 16,-24 5 1-16,-5 11 7 15,-7-7-7-15,12 3 1 16,12-13-2-16,32-12 0 16,15-5 0-16,48-15 0 15,9-9-1-15,-5 4 1 16,-4-3 0-16,-15 5 0 0,3 3 0 15,-19 9 2-15,-29 13 2 16,-27 13-4-16,-20 6-3 16,-12 3 3-16,0 0 5 15,4-6-2-15,27-9-2 16,17-11-1-16,20-9 0 16,23-3 2-16,0-3-1 15,5-6-1-15,7-4 3 16,-11 0-3-16,-21 10 0 15,-11 8 1-15,-16 13 1 16,-32 7 0-16,7 2-1 16,-15 10 3-16,-4-7 0 15,32-10-1-15,15-10 1 0,37-11-4 16,27-6 1 0,9 3 0-16,15-8-1 0,4 5 1 15,-19-3 1-15,7 13-2 16,-36 2-4-16,-43 15 4 15,-16 8 1-15,-20 5-1 16,-9-1 2-16,21-4-1 16,8-7-1-16,4-1 0 15,19-7 4-15,17-8-4 16,7-1-1-16,25-4-3 16,3 3 4-16,-15 11 0 15,-21 4 1-15,-27 13-1 0,-20 6 0 16,-5-3 0-16,-3 5 0 15,4-6 0-15,4 0 2 16,12-8-1-16,7-5-1 16,17-8 0-16,-5 4 0 15,5-1 1-15,-16 11-1 16,-20 4-1-16,-5 1 1 16,-7 8 1-16,-12-2 0 15,0 7-1-15,-12-3 1 16,12 4 0-16,-4 0-1 15,-8 0-2-15,0 1 2 16,-8 3 4-16,4 5-3 16,-4-4-1-16,-4 4-1 0,0-3-3 15,0 3 4 1,0 0 6-16,0 0-5 0,0 0 0 16,0 0 1-16,0 0-2 15,-40 0 0-15,-24 0-6 16,0 0 6-16,-15 3 2 15,7 10-2-15,0 0-4 16,5-4 4-16,19-4 0 16,12 3-1-16,16-6 2 15,8-2 2-15,12 0-1 16,0 0-2-16,0 0-1 16,0 0-1-16,0 0 2 15,0 0-7-15,48 0 7 16,20 0-2-16,11-6 6 0,5 1-5 15,-12 1 4-15,-1 4-4 16,-3 0 2-16,4 0-1 16,-17 0 0-16,-7 13-3 15,-12 12 1-15,0 13 0 16,-16 17-21-16,-20 18-63 16,0 15-54-16,-68 18-78 15,-59 8-241-15</inkml:trace>
  <inkml:trace contextRef="#ctx0" brushRef="#br0" timeOffset="25067.26">29925 8649 352 0,'0'0'147'0,"0"0"-19"0,0 0-52 0,0 0 59 0,0 0-22 16,0 0 12-16,0 0-26 15,-24-33-5-15,12 26-36 16,4-3-32-16,-4 2-5 0,0 2-1 16,0-1 3-1,12-3-3-15,-11 4 16 0,-1-3-3 16,12-4-2-16,-20 0-6 16,8 1-2-16,8-1-9 15,-4 4-7-15,4 1 7 16,4 3-4-16,-8-4 1 15,4 2-1-15,-8-1 2 16,4 3 8-16,4-4-11 16,-4 0 10-16,4-2-4 15,-4 0-7-15,4 4 13 16,4 1-14-16,-8-1 8 16,4-1 0-16,-4 3 8 15,4-4-12-15,4-6-2 0,-8 1 2 16,-4 2-8-16,12-1 10 15,0 4-5-15,0 5-2 16,0 4 13-16,0 0-15 16,0 0 8-16,0 0-11 15,0 0 8-15,0 0-9 16,0 0 0-16,0 0-3 16,0 0-11-16,0 16 13 15,32 9 1-15,28 15-2 16,12 10 2-16,7 6 3 15,-7 11-3-15,11 0 0 16,-3 6 0-16,-8-3-1 16,7-2-3-16,-19 0 8 0,12-2-7 15,-5 2 5 1,-7 1-4-16,0 4 4 16,0 1-5-16,-5-2 3 0,1-2 0 15,-16-7 2-15,4-5 2 16,-8-7-5-16,7-3 1 15,-15-7 0-15,4-6 3 16,-8-6 2-16,0-4-4 16,0-5 0-16,-4 0 5 15,-8-8-1-15,-8-4-1 16,4-4 1-16,-8-2-3 16,4-2 4-16,-4 0 0 0,0 0 2 15,0 0-5 1,0 0-1-16,0 0-2 15,0 0 2-15,0 0-1 0,0 0 9 16,0 0-5-16,0-6-5 16,-12-14-18-16,-24-1-36 15,-12 2-36-15,-8-1-42 16,-15 2-80-16,15-15-148 16,-4-4-473-16</inkml:trace>
  <inkml:trace contextRef="#ctx0" brushRef="#br0" timeOffset="25750.33">29567 8582 648 0,'0'0'198'0,"0"0"-19"0,0 0-61 0,0 0-13 0,0 0-55 0,0 0 8 16,-84-149 10-16,84 145-1 16,-12 4-21-16,12 0-8 15,0 0-31-15,0 0-7 16,0 26-3-16,0 15 3 16,0 10 2-16,24 6 10 15,-12 9-6-15,0-9 1 16,-4-8-1-16,4-13-5 15,-12-14-1-15,0-5 1 16,0-14 1-16,0 1-2 16,4-4 5-16,-4 0 26 0,0-14 14 15,0-23 5 1,0-14-41-16,0-9-1 0,0-3-2 16,0 1 1-16,0 8-5 15,0 13 0-15,0 14-1 16,0 7-1-16,0 13 11 15,0 5-4-15,0 2-1 16,8 0-6-16,32 0-9 16,15 2 7-16,29 15 4 15,-4 0-2-15,-9 7 2 16,1-4-2-16,-4-3 0 16,-13 2 0-16,-3-2 0 15,-8-2-1-15,4-5-8 16,0-1-10-16,-1 2-27 0,9-5-36 15,-8-1-48-15,0 5-130 16,-5-3-460-16</inkml:trace>
  <inkml:trace contextRef="#ctx0" brushRef="#br0" timeOffset="27441.86">21667 12453 488 0,'0'0'174'0,"0"0"-89"0,0 0-28 0,0 0-5 16,0 0 2-16,0 0 4 15,0 0 31-15,0-74-14 16,0 67 17-16,0 1-26 15,0 0-18-15,0 6 4 0,0-3 4 16,0 3-16 0,0 0-3-16,0 0-15 15,0 0-11-15,0 0-2 0,0 0-4 16,12 0-5-16,12 12-5 16,0 17 5-16,20 9 5 15,-8 3-2-15,0 10 7 16,11 3-2-16,1 6 2 15,-4 0-7-15,12 7 7 16,3-4-3-16,-7 12 2 16,4 3 8-16,4-6-2 15,-13 5-3-15,9-4 3 16,-12 1-11-16,8-2-3 16,-5-2 4-16,9 1-3 15,0-2 5-15,-8 1-2 16,-1-1 1-16,1 5-2 0,0-7 3 15,-4-5-4-15,4-1 5 16,-13-6 0-16,1-7 2 16,-4-2-5-16,-4-10 1 15,-8-8-3-15,4-9 2 16,-12 0-2-16,8-6-3 16,-16-4 4-16,4-2-1 15,-4-7-3-15,-4 0 1 16,0 0 1-16,0 0 3 15,0 0 0-15,0 0 5 16,0 0-3-16,0-24-4 16,-16-7-3-16,-28-9-23 15,12-5-25-15,-8-14-31 0,-16-6-26 16,-3-7-78 0,-9-5-79-16,-16 5-200 0</inkml:trace>
  <inkml:trace contextRef="#ctx0" brushRef="#br0" timeOffset="28119.02">21576 12417 347 0,'0'0'394'0,"0"0"-190"0,0 0-67 0,0 0-36 16,0 0-4 0,0 0-38-16,-24-15-5 15,24 15-11-15,0 0-2 16,0 0-24-16,0 0-4 0,0 0-4 16,0 21-4-16,0 14 11 15,0 7 1-15,0 4 0 16,12-1-8-16,8-8-9 15,-4 0 5-15,4-15-2 16,-9-3-2-16,-11-7 0 16,12-5-1-16,-12-3 4 15,0-4-3-15,0 0 1 16,0 0 9-16,0 0 23 16,0-13 15-16,0-25-6 0,0-16-38 15,0-5-2 1,-12-1-1-16,12 8 0 0,0 11-2 15,0 10 2-15,0 16-1 16,0 6 0-16,0 4 0 16,0 5 0-16,0 0-1 15,12 0-5-15,36 0 4 16,20 8-1-16,4 7 1 16,-1 5 0-16,9 2 1 15,0 3-22-15,7 4-41 16,13-6-62-16,7 1-96 15,9-4-329-15</inkml:trace>
  <inkml:trace contextRef="#ctx0" brushRef="#br0" timeOffset="28850.74">23467 13655 760 0,'0'0'172'0,"0"0"0"0,0 0-16 0,0 0-57 16,0 0-11-16,0 0-39 15,-24-54-34-15,12 92-13 16,0 22 8-16,-20 23 10 16,-7 10 8-16,3-8-16 15,12-2-3-15,-8-17-3 16,20-5-6-16,12-16 0 15,0-7 2-15,0-14-2 0,0-4-1 16,12-8 0-16,36-7 1 16,7 0 2-16,5-5-1 15,8 0-1-15,-4 0-1 16,3 0-4-16,-7 0-41 16,0-15-43-16,-5-6-44 15,1-3-74-15,-16-9-99 16,-20 5-225-16</inkml:trace>
  <inkml:trace contextRef="#ctx0" brushRef="#br0" timeOffset="29733.45">23383 14100 507 0,'0'0'415'0,"0"0"-281"16,0 0 32-16,0 0-82 16,0 0-11-16,0 0-20 15,-115 26-27-15,115-26-15 16,0 0-8-16,56 0-2 16,27-26 15-16,45-27 16 15,35-21-10-15,24-18-8 0,36-18 0 16,32-1-1-16,16 1-5 15,7-1-4-15,5-3 2 16,20-11-5-16,15-9 2 16,44-10 0-16,21-9 2 15,15-2-5-15,-12 3 7 16,-24 1-6-16,-23 13 3 16,-25 7 0-16,-35 14 5 15,-40 15-1-15,-32 16 5 16,-40 19-4-16,-27 11 3 15,-25 6-4-15,-19 5 1 16,7-2-4-16,1-8-4 16,3 1 4-16,-15-1-10 15,-13 8 10-15,-19 9-5 16,-12 9 4-16,-4 7-1 0,-20 5 4 16,-9 9-2-16,-7-5-4 15,4 3 7-15,0-5-3 16,0-2-1-16,0 3-1 15,0-8-2-15,12-2 0 16,8-1 0-16,-4-1-1 16,8 1-2-16,-1-4 2 15,9 5 2-15,-8-1 1 16,0-1-2-16,-12 11-1 16,-4 6 0-16,-8 4 1 0,-8 5 0 15,4-3-1 1,-8 3 2-16,0 0 2 0,0 0-4 15,0 0 4-15,0 0 1 16,-56 0-5-16,-28 0-3 16,-19 0 1-16,-13 0 2 15,-3 3 0-15,3 11 1 16,9 4 0-16,27-8 2 16,32-1-3-16,13-4 4 15,23-5-1-15,12 0-2 16,0 0-1-16,0 0-6 15,24 0 1-15,55-1 5 16,29-19 0-16,23-5 1 16,-4 6 2-16,1 2-3 15,-13 7-5-15,-11 8 5 0,-21 2-1 16,-11 0-1-16,-16 26 1 16,-20 28-2-16,-32 19-4 15,-4 25-20-15,0 21-29 16,-52 14-56-16,-28 10-92 15,-23 1-274-15</inkml:trace>
  <inkml:trace contextRef="#ctx0" brushRef="#br0" timeOffset="36700.36">20744 13720 500 0,'0'0'108'0,"0"0"-21"0,0 0 18 0,0 0 4 15,0 0-31-15,0 0-23 16,0 0-3-16,-80 46 23 15,68-41-18-15,8 3 6 16,-8-8-21-16,12 3-3 16,0-3-13-16,-8 0-15 15,8 4 17-15,0-4-12 16,0 0-6-16,0 0-4 16,0 0-2-16,0 0-2 0,0 0-4 15,12-24 3-15,32-3-1 16,4-9 0-16,23-8 2 15,1-10-2-15,8-3 0 16,23-11 0-16,-11 3 6 16,-5 4-5-16,-7 7-1 15,-12 9 0-15,-21 17-3 16,-23 12 1-16,0 9 2 16,-12 7-1-16,0 0 7 15,-4 0-8-15,-8 0 4 16,4 0-2-16,4 0 6 15,-8 0-3-15,4 0-3 16,-4 0 3-16,0 0-1 0,0 0 7 16,0 0-4-1,0 0 2-15,0 0 3 0,0 0-5 16,0 0 1-16,0 0 0 16,0 0-4-16,0 0 1 15,0 0 1-15,0 0-2 16,-12 0-2-16,-24 0-2 15,12 0 2-15,-8 10 1 16,5-3-1-16,-5 3-2 16,4 2 2-16,-16-2 1 15,20 6 1-15,-8 1-2 16,4 1-1-16,5-2 0 0,11-11 1 16,4 2-1-1,8-7 2-15,0 0-1 0,0 0 0 16,0 0-2-16,0 0-2 15,0 0 3-15,0 0 2 16,0 0-5-16,43-26 7 16,17-6-3-16,12-4 2 15,-4-4-1-15,-9 5-1 16,-11 10 2-16,-12 7-3 16,-16 9 1-16,-8 5 0 15,-12 4 0-15,0 0 0 16,0 0-5-16,0 14 4 15,0 23 1-15,-36 9 7 0,-20 10-7 16,-4 7-4 0,-19 2 4-16,-5 12 1 0,1-4 2 15,3-6 1 1,8-9-5-16,17-18 4 0,19-4-2 16,0-10 1-16,16-11-2 15,8-9 0-15,8-2-3 16,4-4 0-16,0 0 6 15,0 0-4-15,0-16 5 16,0-23-6-16,28-12 5 16,28-12-6-16,27-8 4 15,9-3-1-15,3-6 3 16,5 0-3-16,-5 9 0 16,-23 13 0-16,-12 20 0 0,-24 10 0 15,-12 23 0 1,-16 5 0-16,-8 0-1 0,0 0 1 15,0 22-7 1,-8 33 7-16,-52 14 2 0,-24 14-2 16,1 2 9-16,-21 5-9 15,9-5 0-15,3-16 0 16,32-14 5-16,16-23 1 16,21-18-5-16,11-3-1 15,0-11-1-15,12 0 1 16,0 0 6-16,0 0-5 0,0-16 8 15,12-25-9 1,47-16 0-16,21-16-1 16,16-5 2-16,7 0-1 15,-7 11 0-15,-17 14-2 0,-31 16 2 16,-16 25 0-16,-28 10 1 16,-4 2-1-16,0 0-5 15,0 24-4-15,-40 25 9 16,-36 14 0-16,-7 5 3 15,-1 1-3-15,1-5 2 16,3-4-3-16,12-5 1 16,20-13 0-16,1-11-5 15,35-11-6-15,0-16 9 16,0-4-15-16,12 0-51 0,0 0-65 16,0-31-241-1</inkml:trace>
  <inkml:trace contextRef="#ctx0" brushRef="#br0" timeOffset="38023.01">30056 7146 352 0,'0'0'149'0,"0"0"-58"0,0 0-40 0,0 0-5 15,0 0-25-15,0 0-4 16,-71 4 28-16,47 14 22 16,-20 5 41-16,4 2-31 15,-15 11-3-15,7 2 11 16,-12-3-25-16,4 2 11 16,9-6-20-16,11-8-17 15,12-7-9-15,12-12 8 16,12-4-6-16,0 0-11 15,0 0-3-15,0-4-2 0,52-31-8 16,27-20 6-16,41-11-7 16,7-19 2-16,12-4-4 15,13-10 1 1,-13 1 0-16,4 6-1 0,-15 13 0 16,-25 16 2-16,-31 21-2 15,-24 18 0-15,-28 17 2 16,-20 7 2-16,0 0 7 15,0 0 0-15,0 17-8 16,-44 19 4-16,-28 15-5 16,-11 9 4-16,-33 14 4 15,-3 8-8-15,-29 10 2 16,-7 7-3-16,8-14 1 16,39-16 1-16,29-24 0 0,39-19 0 15,20-13-3-15,8-9-4 16,12-4 2-16,0 0-1 15,0-1 3 1,32-35-5-16,28-15 5 0,35-11 3 16,9-14-3-16,15-7 0 15,5 0 0-15,-5 0 1 16,-11 5-2-16,-9 18-5 16,-35 15 6-16,-20 18 1 15,-32 17 1-15,-12 10-2 16,0 0 3-16,0 0-3 15,-8 20-10-15,-40 19 10 16,-16 8-23-16,-24 14-69 16,-11 14-98-16,-28 8-367 15</inkml:trace>
  <inkml:trace contextRef="#ctx0" brushRef="#br0" timeOffset="57584.06">24435 7632 401 0,'0'0'181'0,"0"0"-82"0,0 0-35 0,0 0 19 16,0 0-32-16,0 0 2 16,0 0-8-16,0-6 22 15,0 6 7-15,0 0-22 16,0 0-9-16,0 0-4 15,0 0-1-15,0-3 0 16,0 3-7-16,0-5 10 16,0 4 6-16,0 1-16 15,0-4-12-15,0 4-5 16,0 0-2-16,0-3 7 16,0 3-15-16,0 0 10 0,0 0 8 15,0 0-6-15,0-4-5 16,0 4 1-16,0 0-3 15,0 0 2-15,0 0-5 16,0 0-1-16,0 0-4 16,0 0-1-16,0 0 2 15,0 0-2-15,0 0 0 16,3 4 5-16,17 9-3 16,-8 2 6-16,12-1-1 15,-12 2-1-15,8 2 2 16,-8-2 6-16,0 1-13 15,4 1 8-15,-8-2-3 0,4 2-3 16,-8 5 0 0,8-6-1-16,0 3 0 0,-4 2 4 15,4-2-2-15,0 6 2 16,-12-4-3-16,11 7 6 16,1-7-5-16,0 2 0 15,0 3-4-15,0-3 4 16,-4 2-1-16,4 3 0 15,-8-3-2-15,4 3-1 16,-4-6 3-16,4 4 3 16,-4-3-6-16,4 3 1 15,-8-3 0-15,4 3 2 16,4-4 2-16,-8 5-5 16,4-6 0-16,4 0 1 0,-4-1-1 15,4 3 0-15,-8-2 0 16,4 0 0-16,-4 2 0 15,8 3 1-15,-4-3 0 16,4 2 1-16,-4 3-2 16,4-3 2-16,-8 2-2 15,0-4 1-15,12 2 0 16,0-1 0-16,-12 5-1 16,12-1 1-16,-1-2-1 15,-11 2 0-15,8-1 0 16,-4-2 0-16,4-1 0 15,4 5 1-15,-12-9-1 16,4 9 1-16,4-3 2 0,-4 2-3 16,8 4-2-16,-4-6 2 15,-4 6 0-15,4-7 1 16,-4 4-1-16,8-1 0 16,-4 0 1-16,-4-1-1 15,8 0 1-15,-12 1-3 16,8-1 4-16,-8-1-3 15,12-3 1-15,0 5 0 16,0-4 0-16,8 6 5 16,-8-7-5-16,-8 4 0 15,7-2 0-15,1-1 3 16,0 3-1-16,0-2-2 16,0-1 3-16,0 1-2 0,8 6 2 15,-8-3-2-15,12-2-1 16,-12-1 5-16,8-1-5 15,-4 4 0-15,-4-7 1 16,8 7-1-16,-8-6 1 16,-9 5 1-16,9-5 2 15,0 1-2-15,0 2 1 16,8 3-1-16,-8-5-1 16,0 6 1-16,12 0-2 15,0 1 4-15,0 8-1 16,0-6-3-16,0 1 2 15,-1 1 1-15,-3-1-1 16,16 3 0-16,-4 1 4 16,-8-7-3-16,0-2 2 0,-8-4-2 15,8-3-3 1,-12-2 2-16,-4-2-1 0,15 2 1 16,-11-6-2-16,8 8 0 15,-8 7 1-15,4 3 1 16,-4-1-2-16,12 12 1 15,8-4 0-15,-8 7 0 16,12-1 0-16,-5 3 3 16,-3-1-1-16,4-2-3 15,-8 3 2-15,0-4-2 16,0 0 5-16,8 1-3 0,-8 1-1 16,-1 0-1-1,1-2 2-15,-8 0-2 0,4 1 1 16,-4 1-1-16,4-4 0 15,-8 6 1-15,12-4 0 16,-4-3 1-16,-8 0-2 16,4 0 0-16,-4-3 2 15,7-1 2-15,-7-5-7 16,0 3 5-16,-8-6-2 16,4-2 3-16,4 1 3 15,-12-1-5-15,0 2 1 16,12-5 2-16,-12 7-1 0,12 0 3 15,0 3-2 1,-12 7-2-16,20-6-1 0,-8 3 3 16,0-1 0-16,0 0-4 15,4-3 2-15,4 1 1 16,-4 0-3-16,4 3 4 16,-9-6 1-16,13 0-4 15,-12 0-1-15,20-4 0 16,-8-4 0-16,-12-4-1 15,0-6 3-15,-8-11-2 16,-4-1 0-16,8 2 6 16,-8-4-6-16,0 0-2 15,0 0-9-15,0 0-27 16,0 0-22-16,0-9-39 16,0-26-35-16,-56-23-109 15,-4-22-274-15</inkml:trace>
  <inkml:trace contextRef="#ctx0" brushRef="#br0" timeOffset="59067.11">24904 7877 355 0,'0'0'79'0,"0"0"60"0,0 0-62 0,0 0 13 16,0 0 52-16,0 0-40 15,-16-97 5-15,8 96-35 16,-3-3-8-16,11-3-6 16,0 5-30-16,-12-1 12 15,12-3 0-15,0 6 5 16,0-4-3-16,0 4-21 0,-12 0-12 16,12 0-5-16,0 0-4 15,0 22 0-15,0 11 4 16,0 7 9-16,0 14 8 15,24 3-10-15,7 13 4 16,-15 3-3-16,8 0 0 16,0 10-5-16,8-4 4 15,-8 1 0-15,0-1 1 16,0-4-2-16,-1 3 3 16,9 0-7-16,4 6 3 15,-12 0 6-15,0 6-11 0,12-8 3 16,-4 5-5-1,3-9 6-15,5 2-2 0,4-6 2 16,0 5-4-16,-4-7 0 16,3 5-3-16,-7-5 6 15,8 1-7-15,-16-2 0 16,4 1 2-16,-4-2-1 16,-4-2-2-16,-4 3 2 15,3-9 0-15,9-2-1 16,-16-3 0-16,4-7 1 15,4 8-1-15,-12 2 0 16,4 3 0-16,4 5 9 16,-8 1-3-16,0-2-3 15,0 5-3-15,0-2 9 16,7 2-6-16,5-4 1 0,0-8 1 16,-8 1 3-16,8-7-6 15,-4-4 0-15,-8 5 0 16,0-8-1-16,0 7 1 15,8-1 0-15,-4 5-2 16,4 0 4-16,-9-1-2 16,5-5 1-16,-4 3 7 15,8-8-10-15,-4 2 2 16,4-2 3-16,4-3-3 16,0-2 2-16,0 1-3 0,-4 1-1 15,4-5 4-15,-1 0 0 16,-7-1 3-16,4-4-6 15,4 5 0-15,0-1 10 16,-4-2-10-16,-4-1 5 16,4-8-3-16,-8 9 6 15,4-2-5-15,-8-3-2 16,4 6-2-16,-8-15 8 16,-4 0-5-16,0-10-1 15,0 1-2-15,0-6 0 16,0-1 6-16,0-1-6 15,8 3 0-15,-8-6 1 16,0 3-1-16,0-5 0 16,0 0 0-16,0 0-5 15,0 0-24-15,0-26-58 16,-48-12-74-16,-32-23-189 16,-11-14-868-16</inkml:trace>
  <inkml:trace contextRef="#ctx0" brushRef="#br0" timeOffset="60849.77">25920 8135 630 0,'0'0'223'0,"0"0"-70"0,0 0-59 0,0 0-30 15,0 0-20-15,0 0 20 16,0 0-20-16,-36 11-5 15,16-4 2-15,-4-2 5 16,-4-1-7-16,4 0-6 16,-8 3-5-16,9-5-4 15,-21 7-10-15,-4-3 0 0,0 1 3 16,-8-4-8-16,5 1 2 16,3-1 2-16,-20-1-6 15,12 9-5-15,-19-5 0 16,-17 3 0-16,-11 0-2 15,11 5 1-15,9-1 2 16,3-2-1-16,8 6 7 16,12 2-3-16,5 0-3 15,7-2 7-15,0 7-9 16,4-2 3-16,17 0-4 16,-5 1 3-16,16 5 4 15,8-1-4-15,4 4 10 16,4 0-7-16,0 5 1 15,0-1 7-15,0 2-13 16,0-2 13-16,0-8-5 16,0-3-7-16,0-4-1 0,0-7 4 15,0-9-4-15,0 3-1 16,0-4 0-16,0 1-1 16,4-4-11-16,4 0-42 15,8 0-46-15,-4 0-80 16,11 0-73-16,21 0-346 15</inkml:trace>
  <inkml:trace contextRef="#ctx0" brushRef="#br0" timeOffset="62750.26">24669 8456 63 0,'0'0'689'0,"0"0"-397"0,0 0-107 0,0 0-84 0,0 0-37 16,0 0 1-16,0-124-15 15,0 123 0-15,0 1-16 16,0 0-6-16,0 0-7 16,0 0-15-16,24 12-1 15,32 23 2-15,-8 9 6 16,0 7 1-16,7 0-6 15,-7 0-6-15,12 7 4 16,0 2 2-16,7-1 1 16,-7 1 7-16,12 8-2 15,-13 2 0-15,-15-1-9 0,0 8-2 16,-16-4-1 0,4-3 2-16,-16 0-1 0,4-7 0 15,-16 1-3-15,15-4 3 16,-19 0-3-16,12-2 5 15,-12-10-3 1,0 3 4-16,0-7 2 0,0-5-2 16,12 0 1-16,-12 2-1 15,12 1-5-15,0-3 0 16,8 4 4-16,-4-4 4 16,4-1-8-16,-4 0 3 15,-4-12-3-15,-4 2 0 0,4-6-1 16,-8-2 1-1,16 2 1-15,-16 0-2 0,4-4 0 16,4 2 0-16,-1 0 1 16,1 2-1-16,0-6-1 15,-12-1 1-15,8-3 0 16,-4-3 0-16,-4 8-1 16,8-2 1-16,-8 8 0 15,4-1 3-15,4 7-3 16,4-1 0-16,0 2 0 15,4 2 1-15,-4 2-1 16,0-7 2-16,0 0-2 16,0-5 0-16,-4-3 2 15,4 5-1-15,12 3 0 16,-5 1 2-16,-7 1 3 16,-8 6-5-16,8-7 1 15,0-1-1-15,0-3-1 0,0-11 2 16,0 1-2-16,-12 1 0 15,8-1 0-15,4 3 3 16,-8 3-5-16,16 2 3 16,-8-4-2-16,-12-2 2 15,12 1-1-15,-12 1 0 16,12 2 0-16,8-3 2 16,-4 3-2-16,-4-3 3 15,-1-4-1-15,-3 2-2 16,8 2 2-16,4 7-2 0,4 2-2 15,-8-1 2 1,4-3 2-16,-8-2-2 0,8-4 1 16,-16-3-1-1,4-8 0-15,-4 1-1 0,-4-2-1 16,8-2 4-16,-4 5-2 16,4 0 0-16,-4 0 0 15,8 8 0-15,0 0 2 16,0 7-2-16,7 4 0 15,-7-4 3-15,-8-1-5 16,8 1 4-16,-4-2-3 16,-8-6 1-16,12-8 0 15,-12 0-1-15,0-2 2 16,0-3-3-16,0-1 2 0,0 0 0 16,12 0 4-16,-12 6-4 15,0-6-4-15,0 0 4 16,0 0-1-16,0 0-1 15,0 0-10-15,0 0-7 16,0 0-6-16,0 0 9 16,0 0-12-16,0 0 14 15,0-7-22-15,0-9 7 16,0-1-19-16,0-5-8 16,0-5-24-16,0-3 12 15,0-4 2-15,12-3 5 16,12 6 9-16,-4 3 18 15,-8-1 28-15,-12 3-2 0,0 7 3 16,0 2 5-16,0-3 5 16,0 2 2-16,0-5 11 15,0 0 18-15,12 5-6 16,4-1 10-16,4 4-16 16,-8 1-6-16,0 7-2 15,-9 1 5-15,5 2-3 16,-8-1-11-16,0 5-4 15,0 0 2-15,0 0-5 16,0 0-3-16,0 0 3 16,0 0 5-16,0 0 2 15,0 0 11-15,0 0 11 16,0 0 3-16,0 0-8 0,0 0 13 16,0-5 1-16,0 5 2 15,0-1 5-15,0 1-3 16,0 0-6-16,0 0 2 15,0 0-10-15,0 0-14 16,0 0-6-16,0 0-5 16,0 0 1-16,0 1-4 15,0 26 0-15,0 11 8 16,0 7 1-16,0 7-3 16,0 7 1-16,0-1-7 15,0-5 0-15,0-2 0 16,0 3 1-16,0-3-1 15,-8-4 0-15,8 0 2 0,-3-8-1 16,-5-6-1-16,4-13 0 16,-8-3-3-16,-12-12 1 15,-20-1 2-15,-16-4 1 16,-19 0 2-16,-17 0-2 16,-23 0-1-16,-17 0-1 15,-7-5-21-15,-8-6-8 16,-1 8-26-16,9 3-49 15,4 0-121-15,3 0-215 16</inkml:trace>
  <inkml:trace contextRef="#ctx0" brushRef="#br0" timeOffset="69633.77">10965 5593 826 0,'0'0'201'0,"0"0"-46"0,0 0-68 0,0 0-1 16,0 0-12-16,0 0-24 15,0 0-27-15,0 0-9 16,-12-5-14-16,131 5 12 16,53 5 12-16,39-5-14 15,12 0-5-15,19 0-1 0,-19 0-1 16,-24 0-2-16,-35 4 0 16,-57 0 0-16,-35 1-1 15,-40-1-2-15,-20-1-1 16,0 0-23-16,-12 4-57 15,0-2-69-15,0 8-98 16,0-6-197-16</inkml:trace>
  <inkml:trace contextRef="#ctx0" brushRef="#br0" timeOffset="95623.25">8759 14211 135 0,'0'0'134'0,"0"0"-118"0,0 0 102 0,0 0-74 0,0 0-4 16,0 0-13-16,0 0 18 15,0 0-7-15,-139-51 10 16,115 51-13-16,-12 0-31 15,-12 0 5-15,0 0 9 16,-7 0 0-16,3 0-2 16,-4 0 6-16,12 0 13 0,9 0 42 15,-1 0 4-15,-12 0-23 16,12-3-21-16,4 3 24 16,-4 0 32-16,-3 0-35 15,-17 0-18-15,20 0 4 16,-8 0-6-16,28 0 3 15,-4 0-5-15,16 0-2 16,4 0 0-16,0 0-22 16,0 0-10-16,0 0-2 15,12 0-4-15,72 0 4 16,67 0 26-16,40 0 10 16,28 0-22-16,16-6-3 15,-12-8-4-15,0 5-4 0,-16 1 4 16,-20 3-3-1,-23 5-2-15,-33 0-2 0,-39 0 4 16,-25 0-3-16,-19 0 0 16,-24 0 1-16,0 4 1 15,-12 3-2-15,0-7 2 16,-4 2-1-16,-8-2-1 16,0 0 1-16,0 0-2 15,0 0-6-15,0 0 4 16,0 0-16-16,12 2-69 15,16 8-83-15,15-2-39 16,29-5-188-16</inkml:trace>
  <inkml:trace contextRef="#ctx0" brushRef="#br0" timeOffset="98068.26">13664 15265 702 0,'0'0'99'0,"0"0"70"0,0 0-71 0,0 0 18 0,0 0-19 16,0 0-15-16,-47 0-39 15,39 0-14-15,-4 0 5 16,12 0-5-16,-4 0-12 16,4 0 2-16,0 0-4 15,0 0-6-15,16 7-5 16,83-1 7-16,33-3 17 15,31-3-11-15,12 0-7 16,0 0-6-16,0 0 1 16,-23 0-5-16,-1 0 0 0,-24-7 5 15,5-2-5-15,-17-1 0 16,1-1 6-16,-21 7-2 16,-11-6 2-1,-4 3 2-15,-13 5 7 0,-15-5-9 16,-4 4 8-16,-16-1-6 15,-20-2-3-15,-1 3-4 16,1-1 2-16,-4 2-2 16,-8-1 1-16,4 3-1 15,-4-5-2-15,0 4-9 0,0-3-52 16,0-3-100 0,0-3-155-16,-24-5-641 15</inkml:trace>
  <inkml:trace contextRef="#ctx0" brushRef="#br0" timeOffset="99068.42">7927 16369 1047 0,'0'0'78'0,"0"0"56"0,0 0-100 16,0 0 9-16,0 0 19 15,0 0-25-15,-44 8-20 16,124-8-16-16,35 0 6 15,25 0-3-15,3-4 2 16,-4-3-5-16,-11 5 0 0,-1 2-1 16,-19 0-1-16,-13 0-6 15,-27 0-42-15,-12 2-94 16,-29 13-91-16,-19 2-202 16</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0D7309F-D4B8-452D-BC77-DEB69A8603D9}" type="datetimeFigureOut">
              <a:rPr lang="en-IN" smtClean="0"/>
              <a:t>29-10-2025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0A75701-B17A-4AA0-909E-FBEBBC4DE68B}" type="slidenum">
              <a:rPr lang="en-IN" smtClean="0"/>
              <a:t>‹#›</a:t>
            </a:fld>
            <a:endParaRPr lang="en-IN"/>
          </a:p>
        </p:txBody>
      </p:sp>
    </p:spTree>
    <p:extLst>
      <p:ext uri="{BB962C8B-B14F-4D97-AF65-F5344CB8AC3E}">
        <p14:creationId xmlns:p14="http://schemas.microsoft.com/office/powerpoint/2010/main" val="5360271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B06BDB1-8E0A-45C9-A0E9-4C66032D1CFA}" type="slidenum">
              <a:rPr lang="en-US" smtClean="0"/>
              <a:pPr/>
              <a:t>1</a:t>
            </a:fld>
            <a:endParaRPr lang="en-US"/>
          </a:p>
        </p:txBody>
      </p:sp>
    </p:spTree>
    <p:extLst>
      <p:ext uri="{BB962C8B-B14F-4D97-AF65-F5344CB8AC3E}">
        <p14:creationId xmlns:p14="http://schemas.microsoft.com/office/powerpoint/2010/main" val="29788257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953D751-62FC-4A0B-831A-83C45D595346}" type="datetimeFigureOut">
              <a:rPr lang="en-IN" smtClean="0"/>
              <a:t>29-10-2025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D2B9C32-2956-40E0-818B-39100DB621C2}" type="slidenum">
              <a:rPr lang="en-IN" smtClean="0"/>
              <a:t>‹#›</a:t>
            </a:fld>
            <a:endParaRPr lang="en-IN"/>
          </a:p>
        </p:txBody>
      </p:sp>
    </p:spTree>
    <p:extLst>
      <p:ext uri="{BB962C8B-B14F-4D97-AF65-F5344CB8AC3E}">
        <p14:creationId xmlns:p14="http://schemas.microsoft.com/office/powerpoint/2010/main" val="7872566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953D751-62FC-4A0B-831A-83C45D595346}" type="datetimeFigureOut">
              <a:rPr lang="en-IN" smtClean="0"/>
              <a:t>29-10-2025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D2B9C32-2956-40E0-818B-39100DB621C2}" type="slidenum">
              <a:rPr lang="en-IN" smtClean="0"/>
              <a:t>‹#›</a:t>
            </a:fld>
            <a:endParaRPr lang="en-IN"/>
          </a:p>
        </p:txBody>
      </p:sp>
    </p:spTree>
    <p:extLst>
      <p:ext uri="{BB962C8B-B14F-4D97-AF65-F5344CB8AC3E}">
        <p14:creationId xmlns:p14="http://schemas.microsoft.com/office/powerpoint/2010/main" val="39523411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953D751-62FC-4A0B-831A-83C45D595346}" type="datetimeFigureOut">
              <a:rPr lang="en-IN" smtClean="0"/>
              <a:t>29-10-2025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D2B9C32-2956-40E0-818B-39100DB621C2}" type="slidenum">
              <a:rPr lang="en-IN" smtClean="0"/>
              <a:t>‹#›</a:t>
            </a:fld>
            <a:endParaRPr lang="en-IN"/>
          </a:p>
        </p:txBody>
      </p:sp>
    </p:spTree>
    <p:extLst>
      <p:ext uri="{BB962C8B-B14F-4D97-AF65-F5344CB8AC3E}">
        <p14:creationId xmlns:p14="http://schemas.microsoft.com/office/powerpoint/2010/main" val="30043104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953D751-62FC-4A0B-831A-83C45D595346}" type="datetimeFigureOut">
              <a:rPr lang="en-IN" smtClean="0"/>
              <a:t>29-10-2025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D2B9C32-2956-40E0-818B-39100DB621C2}" type="slidenum">
              <a:rPr lang="en-IN" smtClean="0"/>
              <a:t>‹#›</a:t>
            </a:fld>
            <a:endParaRPr lang="en-IN"/>
          </a:p>
        </p:txBody>
      </p:sp>
    </p:spTree>
    <p:extLst>
      <p:ext uri="{BB962C8B-B14F-4D97-AF65-F5344CB8AC3E}">
        <p14:creationId xmlns:p14="http://schemas.microsoft.com/office/powerpoint/2010/main" val="29257944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953D751-62FC-4A0B-831A-83C45D595346}" type="datetimeFigureOut">
              <a:rPr lang="en-IN" smtClean="0"/>
              <a:t>29-10-2025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ED2B9C32-2956-40E0-818B-39100DB621C2}" type="slidenum">
              <a:rPr lang="en-IN" smtClean="0"/>
              <a:t>‹#›</a:t>
            </a:fld>
            <a:endParaRPr lang="en-IN"/>
          </a:p>
        </p:txBody>
      </p:sp>
    </p:spTree>
    <p:extLst>
      <p:ext uri="{BB962C8B-B14F-4D97-AF65-F5344CB8AC3E}">
        <p14:creationId xmlns:p14="http://schemas.microsoft.com/office/powerpoint/2010/main" val="39954390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953D751-62FC-4A0B-831A-83C45D595346}" type="datetimeFigureOut">
              <a:rPr lang="en-IN" smtClean="0"/>
              <a:t>29-10-2025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ED2B9C32-2956-40E0-818B-39100DB621C2}" type="slidenum">
              <a:rPr lang="en-IN" smtClean="0"/>
              <a:t>‹#›</a:t>
            </a:fld>
            <a:endParaRPr lang="en-IN"/>
          </a:p>
        </p:txBody>
      </p:sp>
    </p:spTree>
    <p:extLst>
      <p:ext uri="{BB962C8B-B14F-4D97-AF65-F5344CB8AC3E}">
        <p14:creationId xmlns:p14="http://schemas.microsoft.com/office/powerpoint/2010/main" val="30791457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953D751-62FC-4A0B-831A-83C45D595346}" type="datetimeFigureOut">
              <a:rPr lang="en-IN" smtClean="0"/>
              <a:t>29-10-2025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ED2B9C32-2956-40E0-818B-39100DB621C2}" type="slidenum">
              <a:rPr lang="en-IN" smtClean="0"/>
              <a:t>‹#›</a:t>
            </a:fld>
            <a:endParaRPr lang="en-IN"/>
          </a:p>
        </p:txBody>
      </p:sp>
    </p:spTree>
    <p:extLst>
      <p:ext uri="{BB962C8B-B14F-4D97-AF65-F5344CB8AC3E}">
        <p14:creationId xmlns:p14="http://schemas.microsoft.com/office/powerpoint/2010/main" val="23382457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953D751-62FC-4A0B-831A-83C45D595346}" type="datetimeFigureOut">
              <a:rPr lang="en-IN" smtClean="0"/>
              <a:t>29-10-2025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D2B9C32-2956-40E0-818B-39100DB621C2}" type="slidenum">
              <a:rPr lang="en-IN" smtClean="0"/>
              <a:t>‹#›</a:t>
            </a:fld>
            <a:endParaRPr lang="en-IN"/>
          </a:p>
        </p:txBody>
      </p:sp>
    </p:spTree>
    <p:extLst>
      <p:ext uri="{BB962C8B-B14F-4D97-AF65-F5344CB8AC3E}">
        <p14:creationId xmlns:p14="http://schemas.microsoft.com/office/powerpoint/2010/main" val="25363204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953D751-62FC-4A0B-831A-83C45D595346}" type="datetimeFigureOut">
              <a:rPr lang="en-IN" smtClean="0"/>
              <a:t>29-10-2025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D2B9C32-2956-40E0-818B-39100DB621C2}" type="slidenum">
              <a:rPr lang="en-IN" smtClean="0"/>
              <a:t>‹#›</a:t>
            </a:fld>
            <a:endParaRPr lang="en-IN"/>
          </a:p>
        </p:txBody>
      </p:sp>
    </p:spTree>
    <p:extLst>
      <p:ext uri="{BB962C8B-B14F-4D97-AF65-F5344CB8AC3E}">
        <p14:creationId xmlns:p14="http://schemas.microsoft.com/office/powerpoint/2010/main" val="23809824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953D751-62FC-4A0B-831A-83C45D595346}" type="datetimeFigureOut">
              <a:rPr lang="en-IN" smtClean="0"/>
              <a:t>29-10-2025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D2B9C32-2956-40E0-818B-39100DB621C2}" type="slidenum">
              <a:rPr lang="en-IN" smtClean="0"/>
              <a:t>‹#›</a:t>
            </a:fld>
            <a:endParaRPr lang="en-IN"/>
          </a:p>
        </p:txBody>
      </p:sp>
    </p:spTree>
    <p:extLst>
      <p:ext uri="{BB962C8B-B14F-4D97-AF65-F5344CB8AC3E}">
        <p14:creationId xmlns:p14="http://schemas.microsoft.com/office/powerpoint/2010/main" val="14997655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953D751-62FC-4A0B-831A-83C45D595346}" type="datetimeFigureOut">
              <a:rPr lang="en-IN" smtClean="0"/>
              <a:t>29-10-2025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D2B9C32-2956-40E0-818B-39100DB621C2}" type="slidenum">
              <a:rPr lang="en-IN" smtClean="0"/>
              <a:t>‹#›</a:t>
            </a:fld>
            <a:endParaRPr lang="en-IN"/>
          </a:p>
        </p:txBody>
      </p:sp>
    </p:spTree>
    <p:extLst>
      <p:ext uri="{BB962C8B-B14F-4D97-AF65-F5344CB8AC3E}">
        <p14:creationId xmlns:p14="http://schemas.microsoft.com/office/powerpoint/2010/main" val="40665703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953D751-62FC-4A0B-831A-83C45D595346}" type="datetimeFigureOut">
              <a:rPr lang="en-IN" smtClean="0"/>
              <a:t>29-10-2025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D2B9C32-2956-40E0-818B-39100DB621C2}" type="slidenum">
              <a:rPr lang="en-IN" smtClean="0"/>
              <a:t>‹#›</a:t>
            </a:fld>
            <a:endParaRPr lang="en-IN"/>
          </a:p>
        </p:txBody>
      </p:sp>
    </p:spTree>
    <p:extLst>
      <p:ext uri="{BB962C8B-B14F-4D97-AF65-F5344CB8AC3E}">
        <p14:creationId xmlns:p14="http://schemas.microsoft.com/office/powerpoint/2010/main" val="293557861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customXml" Target="../ink/ink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customXml" Target="../ink/ink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customXml" Target="../ink/ink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customXml" Target="../ink/ink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customXml" Target="../ink/ink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customXml" Target="../ink/ink6.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customXml" Target="../ink/ink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customXml" Target="../ink/ink8.xml"/><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customXml" Target="../ink/ink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customXml" Target="../ink/ink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customXml" Target="../ink/ink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customXml" Target="../ink/ink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customXml" Target="../ink/ink13.xml"/><Relationship Id="rId2" Type="http://schemas.openxmlformats.org/officeDocument/2006/relationships/image" Target="../media/image16.emf"/><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3" Type="http://schemas.openxmlformats.org/officeDocument/2006/relationships/customXml" Target="../ink/ink14.xml"/><Relationship Id="rId2" Type="http://schemas.openxmlformats.org/officeDocument/2006/relationships/image" Target="../media/image18.emf"/><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customXml" Target="../ink/ink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customXml" Target="../ink/ink16.xml"/><Relationship Id="rId2" Type="http://schemas.openxmlformats.org/officeDocument/2006/relationships/image" Target="../media/image21.emf"/><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customXml" Target="../ink/ink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customXml" Target="../ink/ink18.xml"/><Relationship Id="rId2" Type="http://schemas.openxmlformats.org/officeDocument/2006/relationships/image" Target="../media/image24.emf"/><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Straight Connector 10"/>
          <p:cNvCxnSpPr/>
          <p:nvPr/>
        </p:nvCxnSpPr>
        <p:spPr>
          <a:xfrm>
            <a:off x="1524000" y="1371600"/>
            <a:ext cx="9144000" cy="0"/>
          </a:xfrm>
          <a:prstGeom prst="line">
            <a:avLst/>
          </a:prstGeom>
          <a:ln>
            <a:solidFill>
              <a:schemeClr val="tx1"/>
            </a:solidFill>
            <a:headEnd type="none"/>
            <a:tailEnd type="none"/>
          </a:ln>
        </p:spPr>
        <p:style>
          <a:lnRef idx="2">
            <a:schemeClr val="accent1"/>
          </a:lnRef>
          <a:fillRef idx="0">
            <a:schemeClr val="accent1"/>
          </a:fillRef>
          <a:effectRef idx="1">
            <a:schemeClr val="accent1"/>
          </a:effectRef>
          <a:fontRef idx="minor">
            <a:schemeClr val="tx1"/>
          </a:fontRef>
        </p:style>
      </p:cxnSp>
      <p:sp>
        <p:nvSpPr>
          <p:cNvPr id="2" name="TextBox 1"/>
          <p:cNvSpPr txBox="1"/>
          <p:nvPr/>
        </p:nvSpPr>
        <p:spPr>
          <a:xfrm>
            <a:off x="946179" y="408087"/>
            <a:ext cx="10000743" cy="3231654"/>
          </a:xfrm>
          <a:prstGeom prst="rect">
            <a:avLst/>
          </a:prstGeom>
          <a:noFill/>
        </p:spPr>
        <p:txBody>
          <a:bodyPr wrap="square" rtlCol="0">
            <a:spAutoFit/>
          </a:bodyPr>
          <a:lstStyle/>
          <a:p>
            <a:pPr algn="ctr"/>
            <a:r>
              <a:rPr lang="en-US" sz="4800" b="1" dirty="0">
                <a:latin typeface="Times New Roman" panose="02020603050405020304" pitchFamily="18" charset="0"/>
                <a:cs typeface="Times New Roman" panose="02020603050405020304" pitchFamily="18" charset="0"/>
              </a:rPr>
              <a:t>CSET301 – AI-ML</a:t>
            </a:r>
          </a:p>
          <a:p>
            <a:pPr algn="ctr"/>
            <a:endParaRPr lang="en-US" sz="4800" b="1" dirty="0">
              <a:latin typeface="Times New Roman" panose="02020603050405020304" pitchFamily="18" charset="0"/>
              <a:cs typeface="Times New Roman" panose="02020603050405020304" pitchFamily="18" charset="0"/>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Lecture 26</a:t>
            </a:r>
            <a:r>
              <a:rPr lang="en-US" sz="4000" b="1" dirty="0">
                <a:solidFill>
                  <a:prstClr val="black"/>
                </a:solidFill>
                <a:latin typeface="Times New Roman" panose="02020603050405020304" pitchFamily="18" charset="0"/>
                <a:cs typeface="Times New Roman" panose="02020603050405020304" pitchFamily="18" charset="0"/>
              </a:rPr>
              <a:t> : PCA</a:t>
            </a:r>
            <a:endParaRPr kumimoji="0" lang="en-US" sz="40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algn="ctr"/>
            <a:endParaRPr lang="en-US" sz="4000" b="1" dirty="0">
              <a:latin typeface="Times New Roman" panose="02020603050405020304" pitchFamily="18" charset="0"/>
              <a:cs typeface="Times New Roman" panose="02020603050405020304" pitchFamily="18" charset="0"/>
            </a:endParaRPr>
          </a:p>
          <a:p>
            <a:pPr algn="ctr"/>
            <a:endParaRPr lang="en-US" sz="2800" b="1"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p14:dur="10" advTm="2415"/>
    </mc:Choice>
    <mc:Fallback xmlns="">
      <p:transition advTm="2415"/>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7197" y="0"/>
            <a:ext cx="9173266" cy="1325563"/>
          </a:xfrm>
        </p:spPr>
        <p:txBody>
          <a:bodyPr>
            <a:normAutofit/>
          </a:bodyPr>
          <a:lstStyle/>
          <a:p>
            <a:r>
              <a:rPr lang="en-IN" sz="3200" b="1" dirty="0">
                <a:solidFill>
                  <a:srgbClr val="C00000"/>
                </a:solidFill>
                <a:latin typeface="Times New Roman" pitchFamily="18" charset="0"/>
                <a:cs typeface="Times New Roman" pitchFamily="18" charset="0"/>
              </a:rPr>
              <a:t>Principal Component Analysis (PCA)</a:t>
            </a:r>
          </a:p>
        </p:txBody>
      </p:sp>
      <p:cxnSp>
        <p:nvCxnSpPr>
          <p:cNvPr id="3" name="Straight Connector 2">
            <a:extLst>
              <a:ext uri="{FF2B5EF4-FFF2-40B4-BE49-F238E27FC236}">
                <a16:creationId xmlns:a16="http://schemas.microsoft.com/office/drawing/2014/main" id="{9FFC9232-0F3D-BF13-4461-6E51D2C9C5C7}"/>
              </a:ext>
            </a:extLst>
          </p:cNvPr>
          <p:cNvCxnSpPr>
            <a:cxnSpLocks/>
          </p:cNvCxnSpPr>
          <p:nvPr/>
        </p:nvCxnSpPr>
        <p:spPr>
          <a:xfrm>
            <a:off x="876300" y="914400"/>
            <a:ext cx="10515600" cy="0"/>
          </a:xfrm>
          <a:prstGeom prst="line">
            <a:avLst/>
          </a:prstGeom>
          <a:ln>
            <a:solidFill>
              <a:schemeClr val="tx1"/>
            </a:solidFill>
            <a:headEnd type="none"/>
            <a:tailEnd type="none"/>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32B275E0-60C0-FB99-861A-30651F256A1A}"/>
              </a:ext>
            </a:extLst>
          </p:cNvPr>
          <p:cNvSpPr txBox="1"/>
          <p:nvPr/>
        </p:nvSpPr>
        <p:spPr>
          <a:xfrm>
            <a:off x="1007197" y="1325562"/>
            <a:ext cx="10177606" cy="2123658"/>
          </a:xfrm>
          <a:prstGeom prst="rect">
            <a:avLst/>
          </a:prstGeom>
          <a:noFill/>
        </p:spPr>
        <p:txBody>
          <a:bodyPr wrap="square">
            <a:spAutoFit/>
          </a:bodyPr>
          <a:lstStyle/>
          <a:p>
            <a:pPr algn="l"/>
            <a:r>
              <a:rPr lang="en-US" sz="2200" b="0" i="0" u="none" strike="noStrike" baseline="0" dirty="0">
                <a:latin typeface="Calibri body"/>
              </a:rPr>
              <a:t>Principal component analysis (PCA</a:t>
            </a:r>
            <a:r>
              <a:rPr lang="en-US" sz="2200" dirty="0">
                <a:latin typeface="Calibri body"/>
              </a:rPr>
              <a:t>)</a:t>
            </a:r>
            <a:r>
              <a:rPr lang="en-US" sz="2200" b="0" i="0" u="none" strike="noStrike" baseline="0" dirty="0">
                <a:latin typeface="Calibri body"/>
              </a:rPr>
              <a:t> is a mathematical technique used in data analysis and statistics. It is designed to simplify complex data sets by transforming them into a more manageable form while retaining the most critical information.</a:t>
            </a:r>
          </a:p>
          <a:p>
            <a:pPr algn="l"/>
            <a:endParaRPr lang="en-US" sz="2200" b="0" i="0" u="none" strike="noStrike" baseline="0" dirty="0">
              <a:latin typeface="Calibri body"/>
            </a:endParaRPr>
          </a:p>
          <a:p>
            <a:pPr marL="342900" indent="-342900" algn="l">
              <a:buFont typeface="Arial" panose="020B0604020202020204" pitchFamily="34" charset="0"/>
              <a:buChar char="•"/>
            </a:pPr>
            <a:r>
              <a:rPr lang="en-US" sz="2200" b="0" i="0" u="none" strike="noStrike" baseline="0" dirty="0">
                <a:latin typeface="Calibri body"/>
              </a:rPr>
              <a:t>Reducing the dimensionality of data set</a:t>
            </a:r>
          </a:p>
          <a:p>
            <a:pPr marL="342900" indent="-342900" algn="l">
              <a:buFont typeface="Arial" panose="020B0604020202020204" pitchFamily="34" charset="0"/>
              <a:buChar char="•"/>
            </a:pPr>
            <a:r>
              <a:rPr lang="en-US" sz="2200" dirty="0">
                <a:latin typeface="Calibri body"/>
                <a:ea typeface="+mj-ea"/>
                <a:cs typeface="Times New Roman" pitchFamily="18" charset="0"/>
              </a:rPr>
              <a:t>Increasing interpretability without losing information</a:t>
            </a: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907B796F-2990-0AD5-69A3-4DF77180726A}"/>
                  </a:ext>
                </a:extLst>
              </p14:cNvPr>
              <p14:cNvContentPartPr/>
              <p14:nvPr/>
            </p14:nvContentPartPr>
            <p14:xfrm>
              <a:off x="1781640" y="1692720"/>
              <a:ext cx="9767160" cy="4081680"/>
            </p14:xfrm>
          </p:contentPart>
        </mc:Choice>
        <mc:Fallback>
          <p:pic>
            <p:nvPicPr>
              <p:cNvPr id="4" name="Ink 3">
                <a:extLst>
                  <a:ext uri="{FF2B5EF4-FFF2-40B4-BE49-F238E27FC236}">
                    <a16:creationId xmlns:a16="http://schemas.microsoft.com/office/drawing/2014/main" id="{907B796F-2990-0AD5-69A3-4DF77180726A}"/>
                  </a:ext>
                </a:extLst>
              </p:cNvPr>
              <p:cNvPicPr/>
              <p:nvPr/>
            </p:nvPicPr>
            <p:blipFill>
              <a:blip r:embed="rId3"/>
              <a:stretch>
                <a:fillRect/>
              </a:stretch>
            </p:blipFill>
            <p:spPr>
              <a:xfrm>
                <a:off x="1772280" y="1683360"/>
                <a:ext cx="9785880" cy="4100400"/>
              </a:xfrm>
              <a:prstGeom prst="rect">
                <a:avLst/>
              </a:prstGeom>
            </p:spPr>
          </p:pic>
        </mc:Fallback>
      </mc:AlternateContent>
    </p:spTree>
    <p:extLst>
      <p:ext uri="{BB962C8B-B14F-4D97-AF65-F5344CB8AC3E}">
        <p14:creationId xmlns:p14="http://schemas.microsoft.com/office/powerpoint/2010/main" val="39138966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7197" y="0"/>
            <a:ext cx="9173266" cy="1325563"/>
          </a:xfrm>
        </p:spPr>
        <p:txBody>
          <a:bodyPr>
            <a:normAutofit/>
          </a:bodyPr>
          <a:lstStyle/>
          <a:p>
            <a:r>
              <a:rPr lang="en-IN" sz="3200" b="1" dirty="0">
                <a:solidFill>
                  <a:srgbClr val="C00000"/>
                </a:solidFill>
                <a:latin typeface="Times New Roman" pitchFamily="18" charset="0"/>
                <a:cs typeface="Times New Roman" pitchFamily="18" charset="0"/>
              </a:rPr>
              <a:t>Dimensionality reduction</a:t>
            </a:r>
          </a:p>
        </p:txBody>
      </p:sp>
      <p:cxnSp>
        <p:nvCxnSpPr>
          <p:cNvPr id="3" name="Straight Connector 2">
            <a:extLst>
              <a:ext uri="{FF2B5EF4-FFF2-40B4-BE49-F238E27FC236}">
                <a16:creationId xmlns:a16="http://schemas.microsoft.com/office/drawing/2014/main" id="{9FFC9232-0F3D-BF13-4461-6E51D2C9C5C7}"/>
              </a:ext>
            </a:extLst>
          </p:cNvPr>
          <p:cNvCxnSpPr>
            <a:cxnSpLocks/>
          </p:cNvCxnSpPr>
          <p:nvPr/>
        </p:nvCxnSpPr>
        <p:spPr>
          <a:xfrm>
            <a:off x="876300" y="914400"/>
            <a:ext cx="10515600" cy="0"/>
          </a:xfrm>
          <a:prstGeom prst="line">
            <a:avLst/>
          </a:prstGeom>
          <a:ln>
            <a:solidFill>
              <a:schemeClr val="tx1"/>
            </a:solidFill>
            <a:headEnd type="none"/>
            <a:tailEnd type="none"/>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32B275E0-60C0-FB99-861A-30651F256A1A}"/>
              </a:ext>
            </a:extLst>
          </p:cNvPr>
          <p:cNvSpPr txBox="1"/>
          <p:nvPr/>
        </p:nvSpPr>
        <p:spPr>
          <a:xfrm>
            <a:off x="1007197" y="1325562"/>
            <a:ext cx="10177606" cy="5509200"/>
          </a:xfrm>
          <a:prstGeom prst="rect">
            <a:avLst/>
          </a:prstGeom>
          <a:noFill/>
        </p:spPr>
        <p:txBody>
          <a:bodyPr wrap="square">
            <a:spAutoFit/>
          </a:bodyPr>
          <a:lstStyle/>
          <a:p>
            <a:pPr algn="l"/>
            <a:r>
              <a:rPr lang="en-US" sz="2200" b="1" i="0" u="none" strike="noStrike" baseline="0" dirty="0">
                <a:latin typeface="Calibri body"/>
              </a:rPr>
              <a:t>Dimension reduction (DR)</a:t>
            </a:r>
            <a:r>
              <a:rPr lang="en-US" sz="2200" b="0" i="0" u="none" strike="noStrike" baseline="0" dirty="0">
                <a:latin typeface="Calibri body"/>
              </a:rPr>
              <a:t> refers to techniques that reduce the number of input variables in a data set.</a:t>
            </a:r>
          </a:p>
          <a:p>
            <a:pPr algn="l"/>
            <a:endParaRPr lang="en-US" sz="2200" dirty="0">
              <a:latin typeface="Calibri body"/>
              <a:ea typeface="+mj-ea"/>
              <a:cs typeface="Times New Roman" pitchFamily="18" charset="0"/>
            </a:endParaRPr>
          </a:p>
          <a:p>
            <a:pPr algn="l"/>
            <a:r>
              <a:rPr lang="en-US" sz="2200" dirty="0">
                <a:latin typeface="Calibri body"/>
                <a:ea typeface="+mj-ea"/>
                <a:cs typeface="Times New Roman" pitchFamily="18" charset="0"/>
              </a:rPr>
              <a:t>Why DR?</a:t>
            </a:r>
          </a:p>
          <a:p>
            <a:pPr marL="342900" indent="-342900" algn="l">
              <a:buFont typeface="Arial" panose="020B0604020202020204" pitchFamily="34" charset="0"/>
              <a:buChar char="•"/>
            </a:pPr>
            <a:r>
              <a:rPr lang="en-US" sz="2200" dirty="0">
                <a:latin typeface="Calibri body"/>
                <a:ea typeface="+mj-ea"/>
                <a:cs typeface="Times New Roman" pitchFamily="18" charset="0"/>
              </a:rPr>
              <a:t>Less dimensions means less computation or training time</a:t>
            </a:r>
          </a:p>
          <a:p>
            <a:pPr marL="342900" indent="-342900" algn="l">
              <a:buFont typeface="Arial" panose="020B0604020202020204" pitchFamily="34" charset="0"/>
              <a:buChar char="•"/>
            </a:pPr>
            <a:r>
              <a:rPr lang="en-US" sz="2200" dirty="0">
                <a:latin typeface="Calibri body"/>
                <a:ea typeface="+mj-ea"/>
                <a:cs typeface="Times New Roman" pitchFamily="18" charset="0"/>
              </a:rPr>
              <a:t>Redundancy is removed after removing similar entries from data set</a:t>
            </a:r>
          </a:p>
          <a:p>
            <a:pPr marL="342900" indent="-342900" algn="l">
              <a:buFont typeface="Arial" panose="020B0604020202020204" pitchFamily="34" charset="0"/>
              <a:buChar char="•"/>
            </a:pPr>
            <a:r>
              <a:rPr lang="en-US" sz="2200" b="0" i="0" u="none" strike="noStrike" baseline="0" dirty="0">
                <a:latin typeface="Calibri body"/>
              </a:rPr>
              <a:t>Reduce the number of variables by merging correlated variables</a:t>
            </a:r>
            <a:endParaRPr lang="en-US" sz="2200" dirty="0">
              <a:latin typeface="Calibri body"/>
              <a:ea typeface="+mj-ea"/>
              <a:cs typeface="Times New Roman" pitchFamily="18" charset="0"/>
            </a:endParaRPr>
          </a:p>
          <a:p>
            <a:pPr marL="342900" indent="-342900" algn="l">
              <a:buFont typeface="Arial" panose="020B0604020202020204" pitchFamily="34" charset="0"/>
              <a:buChar char="•"/>
            </a:pPr>
            <a:r>
              <a:rPr lang="en-US" sz="2200" dirty="0">
                <a:latin typeface="Calibri body"/>
                <a:ea typeface="+mj-ea"/>
                <a:cs typeface="Times New Roman" pitchFamily="18" charset="0"/>
              </a:rPr>
              <a:t>Data compression (reduce storage space)</a:t>
            </a:r>
          </a:p>
          <a:p>
            <a:pPr marL="342900" indent="-342900" algn="l">
              <a:buFont typeface="Arial" panose="020B0604020202020204" pitchFamily="34" charset="0"/>
              <a:buChar char="•"/>
            </a:pPr>
            <a:r>
              <a:rPr lang="en-US" sz="2200" dirty="0">
                <a:latin typeface="Calibri body"/>
                <a:ea typeface="+mj-ea"/>
                <a:cs typeface="Times New Roman" pitchFamily="18" charset="0"/>
              </a:rPr>
              <a:t>Helps find out most significant features</a:t>
            </a:r>
          </a:p>
          <a:p>
            <a:pPr marL="342900" indent="-342900" algn="l">
              <a:buFont typeface="Arial" panose="020B0604020202020204" pitchFamily="34" charset="0"/>
              <a:buChar char="•"/>
            </a:pPr>
            <a:r>
              <a:rPr lang="en-US" sz="2200" dirty="0">
                <a:latin typeface="Calibri body"/>
                <a:ea typeface="+mj-ea"/>
                <a:cs typeface="Times New Roman" pitchFamily="18" charset="0"/>
              </a:rPr>
              <a:t>Leads to better human interpretations</a:t>
            </a:r>
          </a:p>
          <a:p>
            <a:pPr marL="342900" indent="-342900" algn="l">
              <a:buFont typeface="Arial" panose="020B0604020202020204" pitchFamily="34" charset="0"/>
              <a:buChar char="•"/>
            </a:pPr>
            <a:endParaRPr lang="en-US" sz="2200" dirty="0">
              <a:latin typeface="Calibri body"/>
              <a:ea typeface="+mj-ea"/>
              <a:cs typeface="Times New Roman" pitchFamily="18" charset="0"/>
            </a:endParaRPr>
          </a:p>
          <a:p>
            <a:pPr algn="l"/>
            <a:r>
              <a:rPr lang="en-US" sz="2200" b="0" i="0" u="none" strike="noStrike" baseline="0" dirty="0">
                <a:solidFill>
                  <a:srgbClr val="000000"/>
                </a:solidFill>
                <a:latin typeface="Calibri body"/>
              </a:rPr>
              <a:t>It can be divided into feature selection and feature extraction.</a:t>
            </a:r>
          </a:p>
          <a:p>
            <a:pPr lvl="1"/>
            <a:r>
              <a:rPr lang="en-US" sz="2200" b="0" i="0" u="none" strike="noStrike" baseline="0" dirty="0">
                <a:solidFill>
                  <a:srgbClr val="6699CD"/>
                </a:solidFill>
                <a:latin typeface="Calibri body"/>
              </a:rPr>
              <a:t>– </a:t>
            </a:r>
            <a:r>
              <a:rPr lang="en-US" sz="2200" b="1" i="0" u="none" strike="noStrike" baseline="0" dirty="0">
                <a:solidFill>
                  <a:srgbClr val="000000"/>
                </a:solidFill>
                <a:latin typeface="Calibri body"/>
              </a:rPr>
              <a:t>Feature selection </a:t>
            </a:r>
            <a:r>
              <a:rPr lang="en-US" sz="2200" b="0" i="0" u="none" strike="noStrike" baseline="0" dirty="0">
                <a:solidFill>
                  <a:srgbClr val="000000"/>
                </a:solidFill>
                <a:latin typeface="Calibri body"/>
              </a:rPr>
              <a:t>approaches try to find a subset of the original variables (also called features or attributes).</a:t>
            </a:r>
          </a:p>
          <a:p>
            <a:pPr lvl="1"/>
            <a:r>
              <a:rPr lang="en-US" sz="2200" b="0" i="0" u="none" strike="noStrike" baseline="0" dirty="0">
                <a:solidFill>
                  <a:srgbClr val="6699CD"/>
                </a:solidFill>
                <a:latin typeface="Calibri body"/>
              </a:rPr>
              <a:t>– </a:t>
            </a:r>
            <a:r>
              <a:rPr lang="en-US" sz="2200" b="1" i="0" u="none" strike="noStrike" baseline="0" dirty="0">
                <a:solidFill>
                  <a:srgbClr val="000000"/>
                </a:solidFill>
                <a:latin typeface="Calibri body"/>
              </a:rPr>
              <a:t>Feature projection or Feature extraction</a:t>
            </a:r>
            <a:r>
              <a:rPr lang="en-US" sz="2200" b="0" i="0" u="none" strike="noStrike" baseline="0" dirty="0">
                <a:solidFill>
                  <a:srgbClr val="000000"/>
                </a:solidFill>
                <a:latin typeface="Calibri body"/>
              </a:rPr>
              <a:t> transforms the data in the high-dimensional space to a space of fewer dimensions.</a:t>
            </a:r>
            <a:endParaRPr lang="en-US" sz="2200" dirty="0">
              <a:latin typeface="Calibri body"/>
              <a:ea typeface="+mj-ea"/>
              <a:cs typeface="Times New Roman" pitchFamily="18" charset="0"/>
            </a:endParaRP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51AD64E3-9462-52F8-241F-386CEB0EFE8A}"/>
                  </a:ext>
                </a:extLst>
              </p14:cNvPr>
              <p14:cNvContentPartPr/>
              <p14:nvPr/>
            </p14:nvContentPartPr>
            <p14:xfrm>
              <a:off x="670680" y="87120"/>
              <a:ext cx="10472400" cy="6707880"/>
            </p14:xfrm>
          </p:contentPart>
        </mc:Choice>
        <mc:Fallback>
          <p:pic>
            <p:nvPicPr>
              <p:cNvPr id="4" name="Ink 3">
                <a:extLst>
                  <a:ext uri="{FF2B5EF4-FFF2-40B4-BE49-F238E27FC236}">
                    <a16:creationId xmlns:a16="http://schemas.microsoft.com/office/drawing/2014/main" id="{51AD64E3-9462-52F8-241F-386CEB0EFE8A}"/>
                  </a:ext>
                </a:extLst>
              </p:cNvPr>
              <p:cNvPicPr/>
              <p:nvPr/>
            </p:nvPicPr>
            <p:blipFill>
              <a:blip r:embed="rId3"/>
              <a:stretch>
                <a:fillRect/>
              </a:stretch>
            </p:blipFill>
            <p:spPr>
              <a:xfrm>
                <a:off x="661320" y="77760"/>
                <a:ext cx="10491120" cy="6726600"/>
              </a:xfrm>
              <a:prstGeom prst="rect">
                <a:avLst/>
              </a:prstGeom>
            </p:spPr>
          </p:pic>
        </mc:Fallback>
      </mc:AlternateContent>
    </p:spTree>
    <p:extLst>
      <p:ext uri="{BB962C8B-B14F-4D97-AF65-F5344CB8AC3E}">
        <p14:creationId xmlns:p14="http://schemas.microsoft.com/office/powerpoint/2010/main" val="34390492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7197" y="0"/>
            <a:ext cx="9173266" cy="1325563"/>
          </a:xfrm>
        </p:spPr>
        <p:txBody>
          <a:bodyPr>
            <a:normAutofit/>
          </a:bodyPr>
          <a:lstStyle/>
          <a:p>
            <a:r>
              <a:rPr lang="en-IN" sz="3200" b="1" dirty="0">
                <a:solidFill>
                  <a:srgbClr val="C00000"/>
                </a:solidFill>
                <a:latin typeface="Times New Roman" pitchFamily="18" charset="0"/>
                <a:cs typeface="Times New Roman" pitchFamily="18" charset="0"/>
              </a:rPr>
              <a:t>Principal Component Analysis (PCA)</a:t>
            </a:r>
          </a:p>
        </p:txBody>
      </p:sp>
      <p:cxnSp>
        <p:nvCxnSpPr>
          <p:cNvPr id="3" name="Straight Connector 2">
            <a:extLst>
              <a:ext uri="{FF2B5EF4-FFF2-40B4-BE49-F238E27FC236}">
                <a16:creationId xmlns:a16="http://schemas.microsoft.com/office/drawing/2014/main" id="{9FFC9232-0F3D-BF13-4461-6E51D2C9C5C7}"/>
              </a:ext>
            </a:extLst>
          </p:cNvPr>
          <p:cNvCxnSpPr>
            <a:cxnSpLocks/>
          </p:cNvCxnSpPr>
          <p:nvPr/>
        </p:nvCxnSpPr>
        <p:spPr>
          <a:xfrm>
            <a:off x="876300" y="914400"/>
            <a:ext cx="10515600" cy="0"/>
          </a:xfrm>
          <a:prstGeom prst="line">
            <a:avLst/>
          </a:prstGeom>
          <a:ln>
            <a:solidFill>
              <a:schemeClr val="tx1"/>
            </a:solidFill>
            <a:headEnd type="none"/>
            <a:tailEnd type="none"/>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32B275E0-60C0-FB99-861A-30651F256A1A}"/>
              </a:ext>
            </a:extLst>
          </p:cNvPr>
          <p:cNvSpPr txBox="1"/>
          <p:nvPr/>
        </p:nvSpPr>
        <p:spPr>
          <a:xfrm>
            <a:off x="1007197" y="1325562"/>
            <a:ext cx="10177606" cy="3477875"/>
          </a:xfrm>
          <a:prstGeom prst="rect">
            <a:avLst/>
          </a:prstGeom>
          <a:noFill/>
        </p:spPr>
        <p:txBody>
          <a:bodyPr wrap="square">
            <a:spAutoFit/>
          </a:bodyPr>
          <a:lstStyle/>
          <a:p>
            <a:pPr algn="l"/>
            <a:r>
              <a:rPr lang="en-US" sz="2200" b="0" i="0" u="none" strike="noStrike" baseline="0" dirty="0">
                <a:latin typeface="Calibri body"/>
              </a:rPr>
              <a:t>Principal component analysis, or PCA, is a statistical technique to convert high dimensional data to low dimensional data by selecting the most important features</a:t>
            </a:r>
          </a:p>
          <a:p>
            <a:pPr algn="l"/>
            <a:r>
              <a:rPr lang="en-US" sz="2200" b="0" i="0" u="none" strike="noStrike" baseline="0" dirty="0">
                <a:latin typeface="Calibri body"/>
              </a:rPr>
              <a:t>that capture maximum information about the dataset.</a:t>
            </a:r>
          </a:p>
          <a:p>
            <a:pPr algn="l"/>
            <a:endParaRPr lang="en-US" sz="2200" b="0" i="0" u="none" strike="noStrike" baseline="0" dirty="0">
              <a:latin typeface="Calibri body"/>
            </a:endParaRPr>
          </a:p>
          <a:p>
            <a:pPr algn="l"/>
            <a:r>
              <a:rPr lang="en-US" sz="2200" b="0" i="0" u="none" strike="noStrike" baseline="0" dirty="0">
                <a:latin typeface="Calibri body"/>
              </a:rPr>
              <a:t>• The features are selected on the basis of variance that they cause in the output.</a:t>
            </a:r>
          </a:p>
          <a:p>
            <a:pPr algn="l"/>
            <a:r>
              <a:rPr lang="en-US" sz="2200" b="0" i="0" u="none" strike="noStrike" baseline="0" dirty="0">
                <a:latin typeface="Calibri body"/>
              </a:rPr>
              <a:t>• The feature that causes highest variance is the first principal component. The feature that is responsible for second highest variance is considered the second principal</a:t>
            </a:r>
          </a:p>
          <a:p>
            <a:pPr algn="l"/>
            <a:r>
              <a:rPr lang="en-US" sz="2200" b="0" i="0" u="none" strike="noStrike" baseline="0" dirty="0">
                <a:latin typeface="Calibri body"/>
              </a:rPr>
              <a:t>component, and so on.</a:t>
            </a:r>
          </a:p>
          <a:p>
            <a:pPr algn="l"/>
            <a:r>
              <a:rPr lang="en-US" sz="2200" b="0" i="0" u="none" strike="noStrike" baseline="0" dirty="0">
                <a:latin typeface="Calibri body"/>
              </a:rPr>
              <a:t>• It is important to mention that principal components do not have any correlation with each other.</a:t>
            </a:r>
            <a:endParaRPr lang="en-US" sz="2200" dirty="0">
              <a:latin typeface="Calibri body"/>
              <a:ea typeface="+mj-ea"/>
              <a:cs typeface="Times New Roman" pitchFamily="18" charset="0"/>
            </a:endParaRP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B3C9D347-C275-937B-5E3A-FB688112ED82}"/>
                  </a:ext>
                </a:extLst>
              </p14:cNvPr>
              <p14:cNvContentPartPr/>
              <p14:nvPr/>
            </p14:nvContentPartPr>
            <p14:xfrm>
              <a:off x="2320560" y="2011680"/>
              <a:ext cx="8504280" cy="2790360"/>
            </p14:xfrm>
          </p:contentPart>
        </mc:Choice>
        <mc:Fallback>
          <p:pic>
            <p:nvPicPr>
              <p:cNvPr id="4" name="Ink 3">
                <a:extLst>
                  <a:ext uri="{FF2B5EF4-FFF2-40B4-BE49-F238E27FC236}">
                    <a16:creationId xmlns:a16="http://schemas.microsoft.com/office/drawing/2014/main" id="{B3C9D347-C275-937B-5E3A-FB688112ED82}"/>
                  </a:ext>
                </a:extLst>
              </p:cNvPr>
              <p:cNvPicPr/>
              <p:nvPr/>
            </p:nvPicPr>
            <p:blipFill>
              <a:blip r:embed="rId3"/>
              <a:stretch>
                <a:fillRect/>
              </a:stretch>
            </p:blipFill>
            <p:spPr>
              <a:xfrm>
                <a:off x="2311200" y="2002320"/>
                <a:ext cx="8523000" cy="2809080"/>
              </a:xfrm>
              <a:prstGeom prst="rect">
                <a:avLst/>
              </a:prstGeom>
            </p:spPr>
          </p:pic>
        </mc:Fallback>
      </mc:AlternateContent>
    </p:spTree>
    <p:extLst>
      <p:ext uri="{BB962C8B-B14F-4D97-AF65-F5344CB8AC3E}">
        <p14:creationId xmlns:p14="http://schemas.microsoft.com/office/powerpoint/2010/main" val="175789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7197" y="0"/>
            <a:ext cx="9173266" cy="1325563"/>
          </a:xfrm>
        </p:spPr>
        <p:txBody>
          <a:bodyPr>
            <a:normAutofit/>
          </a:bodyPr>
          <a:lstStyle/>
          <a:p>
            <a:r>
              <a:rPr lang="en-IN" sz="3200" b="1" dirty="0">
                <a:solidFill>
                  <a:srgbClr val="C00000"/>
                </a:solidFill>
                <a:latin typeface="Times New Roman" pitchFamily="18" charset="0"/>
                <a:cs typeface="Times New Roman" pitchFamily="18" charset="0"/>
              </a:rPr>
              <a:t>Why PCA?</a:t>
            </a:r>
          </a:p>
        </p:txBody>
      </p:sp>
      <p:cxnSp>
        <p:nvCxnSpPr>
          <p:cNvPr id="3" name="Straight Connector 2">
            <a:extLst>
              <a:ext uri="{FF2B5EF4-FFF2-40B4-BE49-F238E27FC236}">
                <a16:creationId xmlns:a16="http://schemas.microsoft.com/office/drawing/2014/main" id="{9FFC9232-0F3D-BF13-4461-6E51D2C9C5C7}"/>
              </a:ext>
            </a:extLst>
          </p:cNvPr>
          <p:cNvCxnSpPr>
            <a:cxnSpLocks/>
          </p:cNvCxnSpPr>
          <p:nvPr/>
        </p:nvCxnSpPr>
        <p:spPr>
          <a:xfrm>
            <a:off x="876300" y="914400"/>
            <a:ext cx="10515600" cy="0"/>
          </a:xfrm>
          <a:prstGeom prst="line">
            <a:avLst/>
          </a:prstGeom>
          <a:ln>
            <a:solidFill>
              <a:schemeClr val="tx1"/>
            </a:solidFill>
            <a:headEnd type="none"/>
            <a:tailEnd type="none"/>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32B275E0-60C0-FB99-861A-30651F256A1A}"/>
              </a:ext>
            </a:extLst>
          </p:cNvPr>
          <p:cNvSpPr txBox="1"/>
          <p:nvPr/>
        </p:nvSpPr>
        <p:spPr>
          <a:xfrm>
            <a:off x="1007197" y="1325562"/>
            <a:ext cx="10177606" cy="2462213"/>
          </a:xfrm>
          <a:prstGeom prst="rect">
            <a:avLst/>
          </a:prstGeom>
          <a:noFill/>
        </p:spPr>
        <p:txBody>
          <a:bodyPr wrap="square">
            <a:spAutoFit/>
          </a:bodyPr>
          <a:lstStyle/>
          <a:p>
            <a:pPr marL="342900" indent="-342900" algn="l">
              <a:buFont typeface="Arial" panose="020B0604020202020204" pitchFamily="34" charset="0"/>
              <a:buChar char="•"/>
            </a:pPr>
            <a:r>
              <a:rPr lang="en-US" sz="2200" dirty="0">
                <a:latin typeface="Calibri body"/>
                <a:ea typeface="+mj-ea"/>
                <a:cs typeface="Times New Roman" pitchFamily="18" charset="0"/>
              </a:rPr>
              <a:t>Dimensionality reduction</a:t>
            </a:r>
          </a:p>
          <a:p>
            <a:pPr marL="342900" indent="-342900" algn="l">
              <a:buFont typeface="Arial" panose="020B0604020202020204" pitchFamily="34" charset="0"/>
              <a:buChar char="•"/>
            </a:pPr>
            <a:r>
              <a:rPr lang="en-US" sz="2200" dirty="0">
                <a:latin typeface="Calibri body"/>
                <a:ea typeface="+mj-ea"/>
                <a:cs typeface="Times New Roman" pitchFamily="18" charset="0"/>
              </a:rPr>
              <a:t>Noise reduction</a:t>
            </a:r>
          </a:p>
          <a:p>
            <a:pPr marL="342900" indent="-342900" algn="l">
              <a:buFont typeface="Arial" panose="020B0604020202020204" pitchFamily="34" charset="0"/>
              <a:buChar char="•"/>
            </a:pPr>
            <a:r>
              <a:rPr lang="en-US" sz="2200" dirty="0">
                <a:latin typeface="Calibri body"/>
                <a:ea typeface="+mj-ea"/>
                <a:cs typeface="Times New Roman" pitchFamily="18" charset="0"/>
              </a:rPr>
              <a:t>Visualization</a:t>
            </a:r>
          </a:p>
          <a:p>
            <a:pPr marL="342900" indent="-342900" algn="l">
              <a:buFont typeface="Arial" panose="020B0604020202020204" pitchFamily="34" charset="0"/>
              <a:buChar char="•"/>
            </a:pPr>
            <a:r>
              <a:rPr lang="en-US" sz="2200" dirty="0">
                <a:latin typeface="Calibri body"/>
                <a:ea typeface="+mj-ea"/>
                <a:cs typeface="Times New Roman" pitchFamily="18" charset="0"/>
              </a:rPr>
              <a:t>Feature Engineering</a:t>
            </a:r>
          </a:p>
          <a:p>
            <a:pPr marL="342900" indent="-342900" algn="l">
              <a:buFont typeface="Arial" panose="020B0604020202020204" pitchFamily="34" charset="0"/>
              <a:buChar char="•"/>
            </a:pPr>
            <a:r>
              <a:rPr lang="en-US" sz="2200" dirty="0">
                <a:latin typeface="Calibri body"/>
                <a:ea typeface="+mj-ea"/>
                <a:cs typeface="Times New Roman" pitchFamily="18" charset="0"/>
              </a:rPr>
              <a:t>Overfitting problem</a:t>
            </a:r>
          </a:p>
          <a:p>
            <a:pPr marL="342900" indent="-342900" algn="l">
              <a:buFont typeface="Arial" panose="020B0604020202020204" pitchFamily="34" charset="0"/>
              <a:buChar char="•"/>
            </a:pPr>
            <a:r>
              <a:rPr lang="en-US" sz="2200" dirty="0">
                <a:latin typeface="Calibri body"/>
                <a:ea typeface="+mj-ea"/>
                <a:cs typeface="Times New Roman" pitchFamily="18" charset="0"/>
              </a:rPr>
              <a:t>Data compression</a:t>
            </a:r>
          </a:p>
          <a:p>
            <a:pPr marL="342900" indent="-342900" algn="l">
              <a:buFont typeface="Arial" panose="020B0604020202020204" pitchFamily="34" charset="0"/>
              <a:buChar char="•"/>
            </a:pPr>
            <a:endParaRPr lang="en-US" sz="2200" dirty="0">
              <a:latin typeface="Calibri body"/>
              <a:ea typeface="+mj-ea"/>
              <a:cs typeface="Times New Roman" pitchFamily="18" charset="0"/>
            </a:endParaRP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2D3C92B7-BDDE-E05F-5D58-E4E028F06650}"/>
                  </a:ext>
                </a:extLst>
              </p14:cNvPr>
              <p14:cNvContentPartPr/>
              <p14:nvPr/>
            </p14:nvContentPartPr>
            <p14:xfrm>
              <a:off x="936000" y="1416960"/>
              <a:ext cx="3176640" cy="1927800"/>
            </p14:xfrm>
          </p:contentPart>
        </mc:Choice>
        <mc:Fallback>
          <p:pic>
            <p:nvPicPr>
              <p:cNvPr id="4" name="Ink 3">
                <a:extLst>
                  <a:ext uri="{FF2B5EF4-FFF2-40B4-BE49-F238E27FC236}">
                    <a16:creationId xmlns:a16="http://schemas.microsoft.com/office/drawing/2014/main" id="{2D3C92B7-BDDE-E05F-5D58-E4E028F06650}"/>
                  </a:ext>
                </a:extLst>
              </p:cNvPr>
              <p:cNvPicPr/>
              <p:nvPr/>
            </p:nvPicPr>
            <p:blipFill>
              <a:blip r:embed="rId3"/>
              <a:stretch>
                <a:fillRect/>
              </a:stretch>
            </p:blipFill>
            <p:spPr>
              <a:xfrm>
                <a:off x="926640" y="1407600"/>
                <a:ext cx="3195360" cy="1946520"/>
              </a:xfrm>
              <a:prstGeom prst="rect">
                <a:avLst/>
              </a:prstGeom>
            </p:spPr>
          </p:pic>
        </mc:Fallback>
      </mc:AlternateContent>
    </p:spTree>
    <p:extLst>
      <p:ext uri="{BB962C8B-B14F-4D97-AF65-F5344CB8AC3E}">
        <p14:creationId xmlns:p14="http://schemas.microsoft.com/office/powerpoint/2010/main" val="16016144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7197" y="0"/>
            <a:ext cx="9173266" cy="1325563"/>
          </a:xfrm>
        </p:spPr>
        <p:txBody>
          <a:bodyPr>
            <a:normAutofit/>
          </a:bodyPr>
          <a:lstStyle/>
          <a:p>
            <a:r>
              <a:rPr lang="en-IN" sz="3200" b="1" dirty="0">
                <a:solidFill>
                  <a:srgbClr val="C00000"/>
                </a:solidFill>
                <a:latin typeface="Times New Roman" pitchFamily="18" charset="0"/>
                <a:cs typeface="Times New Roman" pitchFamily="18" charset="0"/>
              </a:rPr>
              <a:t>Important terminologies</a:t>
            </a:r>
          </a:p>
        </p:txBody>
      </p:sp>
      <p:cxnSp>
        <p:nvCxnSpPr>
          <p:cNvPr id="3" name="Straight Connector 2">
            <a:extLst>
              <a:ext uri="{FF2B5EF4-FFF2-40B4-BE49-F238E27FC236}">
                <a16:creationId xmlns:a16="http://schemas.microsoft.com/office/drawing/2014/main" id="{9FFC9232-0F3D-BF13-4461-6E51D2C9C5C7}"/>
              </a:ext>
            </a:extLst>
          </p:cNvPr>
          <p:cNvCxnSpPr>
            <a:cxnSpLocks/>
          </p:cNvCxnSpPr>
          <p:nvPr/>
        </p:nvCxnSpPr>
        <p:spPr>
          <a:xfrm>
            <a:off x="876300" y="914400"/>
            <a:ext cx="10515600" cy="0"/>
          </a:xfrm>
          <a:prstGeom prst="line">
            <a:avLst/>
          </a:prstGeom>
          <a:ln>
            <a:solidFill>
              <a:schemeClr val="tx1"/>
            </a:solidFill>
            <a:headEnd type="none"/>
            <a:tailEnd type="none"/>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32B275E0-60C0-FB99-861A-30651F256A1A}"/>
              </a:ext>
            </a:extLst>
          </p:cNvPr>
          <p:cNvSpPr txBox="1"/>
          <p:nvPr/>
        </p:nvSpPr>
        <p:spPr>
          <a:xfrm>
            <a:off x="1007197" y="1325562"/>
            <a:ext cx="10177606" cy="1785104"/>
          </a:xfrm>
          <a:prstGeom prst="rect">
            <a:avLst/>
          </a:prstGeom>
          <a:noFill/>
        </p:spPr>
        <p:txBody>
          <a:bodyPr wrap="square">
            <a:spAutoFit/>
          </a:bodyPr>
          <a:lstStyle/>
          <a:p>
            <a:pPr marL="342900" indent="-342900" algn="l">
              <a:buFont typeface="Arial" panose="020B0604020202020204" pitchFamily="34" charset="0"/>
              <a:buChar char="•"/>
            </a:pPr>
            <a:r>
              <a:rPr lang="en-US" sz="2200" dirty="0">
                <a:latin typeface="Calibri body"/>
                <a:ea typeface="+mj-ea"/>
                <a:cs typeface="Times New Roman" pitchFamily="18" charset="0"/>
              </a:rPr>
              <a:t>Variance</a:t>
            </a:r>
          </a:p>
          <a:p>
            <a:pPr marL="342900" indent="-342900" algn="l">
              <a:buFont typeface="Arial" panose="020B0604020202020204" pitchFamily="34" charset="0"/>
              <a:buChar char="•"/>
            </a:pPr>
            <a:r>
              <a:rPr lang="en-US" sz="2200" dirty="0">
                <a:latin typeface="Calibri body"/>
                <a:ea typeface="+mj-ea"/>
                <a:cs typeface="Times New Roman" pitchFamily="18" charset="0"/>
              </a:rPr>
              <a:t>Covariance</a:t>
            </a:r>
          </a:p>
          <a:p>
            <a:pPr marL="342900" indent="-342900" algn="l">
              <a:buFont typeface="Arial" panose="020B0604020202020204" pitchFamily="34" charset="0"/>
              <a:buChar char="•"/>
            </a:pPr>
            <a:r>
              <a:rPr lang="en-US" sz="2200" dirty="0">
                <a:latin typeface="Calibri body"/>
                <a:ea typeface="+mj-ea"/>
                <a:cs typeface="Times New Roman" pitchFamily="18" charset="0"/>
              </a:rPr>
              <a:t>Eigen values</a:t>
            </a:r>
          </a:p>
          <a:p>
            <a:pPr marL="342900" indent="-342900" algn="l">
              <a:buFont typeface="Arial" panose="020B0604020202020204" pitchFamily="34" charset="0"/>
              <a:buChar char="•"/>
            </a:pPr>
            <a:r>
              <a:rPr lang="en-US" sz="2200" dirty="0">
                <a:latin typeface="Calibri body"/>
                <a:ea typeface="+mj-ea"/>
                <a:cs typeface="Times New Roman" pitchFamily="18" charset="0"/>
              </a:rPr>
              <a:t>Eigen vectors</a:t>
            </a:r>
          </a:p>
          <a:p>
            <a:pPr marL="342900" indent="-342900" algn="l">
              <a:buFont typeface="Arial" panose="020B0604020202020204" pitchFamily="34" charset="0"/>
              <a:buChar char="•"/>
            </a:pPr>
            <a:r>
              <a:rPr lang="en-US" sz="2200" dirty="0">
                <a:latin typeface="Calibri body"/>
                <a:ea typeface="+mj-ea"/>
                <a:cs typeface="Times New Roman" pitchFamily="18" charset="0"/>
              </a:rPr>
              <a:t>Principal Component</a:t>
            </a: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641A6235-51A0-D54E-B1EA-4D9E920B9539}"/>
                  </a:ext>
                </a:extLst>
              </p14:cNvPr>
              <p14:cNvContentPartPr/>
              <p14:nvPr/>
            </p14:nvContentPartPr>
            <p14:xfrm>
              <a:off x="2575800" y="1407960"/>
              <a:ext cx="1774800" cy="1534680"/>
            </p14:xfrm>
          </p:contentPart>
        </mc:Choice>
        <mc:Fallback>
          <p:pic>
            <p:nvPicPr>
              <p:cNvPr id="4" name="Ink 3">
                <a:extLst>
                  <a:ext uri="{FF2B5EF4-FFF2-40B4-BE49-F238E27FC236}">
                    <a16:creationId xmlns:a16="http://schemas.microsoft.com/office/drawing/2014/main" id="{641A6235-51A0-D54E-B1EA-4D9E920B9539}"/>
                  </a:ext>
                </a:extLst>
              </p:cNvPr>
              <p:cNvPicPr/>
              <p:nvPr/>
            </p:nvPicPr>
            <p:blipFill>
              <a:blip r:embed="rId3"/>
              <a:stretch>
                <a:fillRect/>
              </a:stretch>
            </p:blipFill>
            <p:spPr>
              <a:xfrm>
                <a:off x="2566440" y="1398600"/>
                <a:ext cx="1793520" cy="1553400"/>
              </a:xfrm>
              <a:prstGeom prst="rect">
                <a:avLst/>
              </a:prstGeom>
            </p:spPr>
          </p:pic>
        </mc:Fallback>
      </mc:AlternateContent>
    </p:spTree>
    <p:extLst>
      <p:ext uri="{BB962C8B-B14F-4D97-AF65-F5344CB8AC3E}">
        <p14:creationId xmlns:p14="http://schemas.microsoft.com/office/powerpoint/2010/main" val="21854694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7197" y="0"/>
            <a:ext cx="9173266" cy="1325563"/>
          </a:xfrm>
        </p:spPr>
        <p:txBody>
          <a:bodyPr>
            <a:normAutofit/>
          </a:bodyPr>
          <a:lstStyle/>
          <a:p>
            <a:r>
              <a:rPr lang="en-IN" sz="3200" b="1" dirty="0">
                <a:solidFill>
                  <a:srgbClr val="C00000"/>
                </a:solidFill>
                <a:latin typeface="Times New Roman" pitchFamily="18" charset="0"/>
                <a:cs typeface="Times New Roman" pitchFamily="18" charset="0"/>
              </a:rPr>
              <a:t>Variance</a:t>
            </a:r>
          </a:p>
        </p:txBody>
      </p:sp>
      <p:cxnSp>
        <p:nvCxnSpPr>
          <p:cNvPr id="3" name="Straight Connector 2">
            <a:extLst>
              <a:ext uri="{FF2B5EF4-FFF2-40B4-BE49-F238E27FC236}">
                <a16:creationId xmlns:a16="http://schemas.microsoft.com/office/drawing/2014/main" id="{9FFC9232-0F3D-BF13-4461-6E51D2C9C5C7}"/>
              </a:ext>
            </a:extLst>
          </p:cNvPr>
          <p:cNvCxnSpPr>
            <a:cxnSpLocks/>
          </p:cNvCxnSpPr>
          <p:nvPr/>
        </p:nvCxnSpPr>
        <p:spPr>
          <a:xfrm>
            <a:off x="876300" y="914400"/>
            <a:ext cx="10515600" cy="0"/>
          </a:xfrm>
          <a:prstGeom prst="line">
            <a:avLst/>
          </a:prstGeom>
          <a:ln>
            <a:solidFill>
              <a:schemeClr val="tx1"/>
            </a:solidFill>
            <a:headEnd type="none"/>
            <a:tailEnd type="none"/>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32B275E0-60C0-FB99-861A-30651F256A1A}"/>
              </a:ext>
            </a:extLst>
          </p:cNvPr>
          <p:cNvSpPr txBox="1"/>
          <p:nvPr/>
        </p:nvSpPr>
        <p:spPr>
          <a:xfrm>
            <a:off x="1007197" y="1325562"/>
            <a:ext cx="10177606" cy="2462213"/>
          </a:xfrm>
          <a:prstGeom prst="rect">
            <a:avLst/>
          </a:prstGeom>
          <a:noFill/>
        </p:spPr>
        <p:txBody>
          <a:bodyPr wrap="square">
            <a:spAutoFit/>
          </a:bodyPr>
          <a:lstStyle/>
          <a:p>
            <a:pPr marL="342900" indent="-342900" algn="l">
              <a:buFont typeface="Arial" panose="020B0604020202020204" pitchFamily="34" charset="0"/>
              <a:buChar char="•"/>
            </a:pPr>
            <a:r>
              <a:rPr lang="en-US" sz="2200" dirty="0">
                <a:latin typeface="Calibri body"/>
                <a:ea typeface="+mj-ea"/>
                <a:cs typeface="Times New Roman" pitchFamily="18" charset="0"/>
              </a:rPr>
              <a:t>Sum of squares of differences between  all numbers and means</a:t>
            </a:r>
          </a:p>
          <a:p>
            <a:pPr marL="342900" indent="-342900" algn="l">
              <a:buFont typeface="Arial" panose="020B0604020202020204" pitchFamily="34" charset="0"/>
              <a:buChar char="•"/>
            </a:pPr>
            <a:r>
              <a:rPr lang="en-US" sz="2200" dirty="0">
                <a:latin typeface="Calibri body"/>
                <a:ea typeface="+mj-ea"/>
                <a:cs typeface="Times New Roman" pitchFamily="18" charset="0"/>
              </a:rPr>
              <a:t>Variance (</a:t>
            </a:r>
            <a:r>
              <a:rPr lang="it-IT" sz="2200" dirty="0">
                <a:latin typeface="Calibri body"/>
                <a:ea typeface="+mj-ea"/>
                <a:cs typeface="Times New Roman" pitchFamily="18" charset="0"/>
              </a:rPr>
              <a:t>𝜎</a:t>
            </a:r>
            <a:r>
              <a:rPr lang="it-IT" sz="2200" baseline="30000" dirty="0">
                <a:latin typeface="Calibri body"/>
                <a:ea typeface="+mj-ea"/>
                <a:cs typeface="Times New Roman" pitchFamily="18" charset="0"/>
              </a:rPr>
              <a:t>2</a:t>
            </a:r>
            <a:r>
              <a:rPr lang="en-US" sz="2200" dirty="0">
                <a:latin typeface="Calibri body"/>
                <a:ea typeface="+mj-ea"/>
                <a:cs typeface="Times New Roman" pitchFamily="18" charset="0"/>
              </a:rPr>
              <a:t>): Sum of the squared differences from the mean / Total values</a:t>
            </a:r>
          </a:p>
          <a:p>
            <a:pPr marL="342900" indent="-342900" algn="l">
              <a:buFont typeface="Arial" panose="020B0604020202020204" pitchFamily="34" charset="0"/>
              <a:buChar char="•"/>
            </a:pPr>
            <a:endParaRPr lang="en-US" sz="2200" dirty="0">
              <a:latin typeface="Calibri body"/>
              <a:ea typeface="+mj-ea"/>
              <a:cs typeface="Times New Roman" pitchFamily="18" charset="0"/>
            </a:endParaRPr>
          </a:p>
          <a:p>
            <a:pPr marL="342900" indent="-342900" algn="l">
              <a:buFont typeface="Arial" panose="020B0604020202020204" pitchFamily="34" charset="0"/>
              <a:buChar char="•"/>
            </a:pPr>
            <a:endParaRPr lang="en-US" sz="2200" dirty="0">
              <a:latin typeface="Calibri body"/>
              <a:ea typeface="+mj-ea"/>
              <a:cs typeface="Times New Roman" pitchFamily="18" charset="0"/>
            </a:endParaRPr>
          </a:p>
          <a:p>
            <a:pPr marL="342900" indent="-342900" algn="l">
              <a:buFont typeface="Arial" panose="020B0604020202020204" pitchFamily="34" charset="0"/>
              <a:buChar char="•"/>
            </a:pPr>
            <a:endParaRPr lang="en-US" sz="2200" dirty="0">
              <a:latin typeface="Calibri body"/>
              <a:ea typeface="+mj-ea"/>
              <a:cs typeface="Times New Roman" pitchFamily="18" charset="0"/>
            </a:endParaRPr>
          </a:p>
          <a:p>
            <a:pPr marL="342900" indent="-342900" algn="l">
              <a:buFont typeface="Arial" panose="020B0604020202020204" pitchFamily="34" charset="0"/>
              <a:buChar char="•"/>
            </a:pPr>
            <a:endParaRPr lang="en-US" sz="2200" dirty="0">
              <a:latin typeface="Calibri body"/>
              <a:ea typeface="+mj-ea"/>
              <a:cs typeface="Times New Roman" pitchFamily="18" charset="0"/>
            </a:endParaRPr>
          </a:p>
          <a:p>
            <a:pPr marL="342900" indent="-342900" algn="l">
              <a:buFont typeface="Arial" panose="020B0604020202020204" pitchFamily="34" charset="0"/>
              <a:buChar char="•"/>
            </a:pPr>
            <a:r>
              <a:rPr lang="en-US" sz="2200" dirty="0">
                <a:latin typeface="Calibri body"/>
                <a:ea typeface="+mj-ea"/>
                <a:cs typeface="Times New Roman" pitchFamily="18" charset="0"/>
              </a:rPr>
              <a:t>Variance is the measure that indicates how much data is scattered around the mean</a:t>
            </a:r>
          </a:p>
        </p:txBody>
      </p:sp>
      <p:pic>
        <p:nvPicPr>
          <p:cNvPr id="5" name="Picture 4">
            <a:extLst>
              <a:ext uri="{FF2B5EF4-FFF2-40B4-BE49-F238E27FC236}">
                <a16:creationId xmlns:a16="http://schemas.microsoft.com/office/drawing/2014/main" id="{EB31B731-AB63-541C-04A6-D24CB04D8638}"/>
              </a:ext>
            </a:extLst>
          </p:cNvPr>
          <p:cNvPicPr>
            <a:picLocks noChangeAspect="1"/>
          </p:cNvPicPr>
          <p:nvPr/>
        </p:nvPicPr>
        <p:blipFill>
          <a:blip r:embed="rId2"/>
          <a:stretch>
            <a:fillRect/>
          </a:stretch>
        </p:blipFill>
        <p:spPr>
          <a:xfrm>
            <a:off x="4477956" y="2239963"/>
            <a:ext cx="2523849" cy="1071273"/>
          </a:xfrm>
          <a:prstGeom prst="rect">
            <a:avLst/>
          </a:prstGeom>
        </p:spPr>
      </p:pic>
      <p:pic>
        <p:nvPicPr>
          <p:cNvPr id="9" name="Picture 8">
            <a:extLst>
              <a:ext uri="{FF2B5EF4-FFF2-40B4-BE49-F238E27FC236}">
                <a16:creationId xmlns:a16="http://schemas.microsoft.com/office/drawing/2014/main" id="{3EF4F5A4-676E-EFAA-A043-B5B3F3FEBFCB}"/>
              </a:ext>
            </a:extLst>
          </p:cNvPr>
          <p:cNvPicPr>
            <a:picLocks noChangeAspect="1"/>
          </p:cNvPicPr>
          <p:nvPr/>
        </p:nvPicPr>
        <p:blipFill>
          <a:blip r:embed="rId3"/>
          <a:stretch>
            <a:fillRect/>
          </a:stretch>
        </p:blipFill>
        <p:spPr>
          <a:xfrm>
            <a:off x="2918169" y="4171227"/>
            <a:ext cx="6355662" cy="2336962"/>
          </a:xfrm>
          <a:prstGeom prst="rect">
            <a:avLst/>
          </a:prstGeom>
        </p:spPr>
      </p:pic>
      <mc:AlternateContent xmlns:mc="http://schemas.openxmlformats.org/markup-compatibility/2006">
        <mc:Choice xmlns:p14="http://schemas.microsoft.com/office/powerpoint/2010/main" Requires="p14">
          <p:contentPart p14:bwMode="auto" r:id="rId4">
            <p14:nvContentPartPr>
              <p14:cNvPr id="10" name="Ink 9">
                <a:extLst>
                  <a:ext uri="{FF2B5EF4-FFF2-40B4-BE49-F238E27FC236}">
                    <a16:creationId xmlns:a16="http://schemas.microsoft.com/office/drawing/2014/main" id="{7ABFEAB7-E200-D3DB-F5C9-B22801F5D817}"/>
                  </a:ext>
                </a:extLst>
              </p14:cNvPr>
              <p14:cNvContentPartPr/>
              <p14:nvPr/>
            </p14:nvContentPartPr>
            <p14:xfrm>
              <a:off x="3501720" y="127800"/>
              <a:ext cx="8302320" cy="6040080"/>
            </p14:xfrm>
          </p:contentPart>
        </mc:Choice>
        <mc:Fallback>
          <p:pic>
            <p:nvPicPr>
              <p:cNvPr id="10" name="Ink 9">
                <a:extLst>
                  <a:ext uri="{FF2B5EF4-FFF2-40B4-BE49-F238E27FC236}">
                    <a16:creationId xmlns:a16="http://schemas.microsoft.com/office/drawing/2014/main" id="{7ABFEAB7-E200-D3DB-F5C9-B22801F5D817}"/>
                  </a:ext>
                </a:extLst>
              </p:cNvPr>
              <p:cNvPicPr/>
              <p:nvPr/>
            </p:nvPicPr>
            <p:blipFill>
              <a:blip r:embed="rId5"/>
              <a:stretch>
                <a:fillRect/>
              </a:stretch>
            </p:blipFill>
            <p:spPr>
              <a:xfrm>
                <a:off x="3492360" y="118440"/>
                <a:ext cx="8321040" cy="6058800"/>
              </a:xfrm>
              <a:prstGeom prst="rect">
                <a:avLst/>
              </a:prstGeom>
            </p:spPr>
          </p:pic>
        </mc:Fallback>
      </mc:AlternateContent>
    </p:spTree>
    <p:extLst>
      <p:ext uri="{BB962C8B-B14F-4D97-AF65-F5344CB8AC3E}">
        <p14:creationId xmlns:p14="http://schemas.microsoft.com/office/powerpoint/2010/main" val="26878837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7197" y="0"/>
            <a:ext cx="9173266" cy="1325563"/>
          </a:xfrm>
        </p:spPr>
        <p:txBody>
          <a:bodyPr>
            <a:normAutofit/>
          </a:bodyPr>
          <a:lstStyle/>
          <a:p>
            <a:r>
              <a:rPr lang="en-IN" sz="3200" b="1" dirty="0" err="1">
                <a:solidFill>
                  <a:srgbClr val="C00000"/>
                </a:solidFill>
                <a:latin typeface="Times New Roman" pitchFamily="18" charset="0"/>
                <a:cs typeface="Times New Roman" pitchFamily="18" charset="0"/>
              </a:rPr>
              <a:t>CoVariance</a:t>
            </a:r>
            <a:endParaRPr lang="en-IN" sz="3200" b="1" dirty="0">
              <a:solidFill>
                <a:srgbClr val="C00000"/>
              </a:solidFill>
              <a:latin typeface="Times New Roman" pitchFamily="18" charset="0"/>
              <a:cs typeface="Times New Roman" pitchFamily="18" charset="0"/>
            </a:endParaRPr>
          </a:p>
        </p:txBody>
      </p:sp>
      <p:cxnSp>
        <p:nvCxnSpPr>
          <p:cNvPr id="3" name="Straight Connector 2">
            <a:extLst>
              <a:ext uri="{FF2B5EF4-FFF2-40B4-BE49-F238E27FC236}">
                <a16:creationId xmlns:a16="http://schemas.microsoft.com/office/drawing/2014/main" id="{9FFC9232-0F3D-BF13-4461-6E51D2C9C5C7}"/>
              </a:ext>
            </a:extLst>
          </p:cNvPr>
          <p:cNvCxnSpPr>
            <a:cxnSpLocks/>
          </p:cNvCxnSpPr>
          <p:nvPr/>
        </p:nvCxnSpPr>
        <p:spPr>
          <a:xfrm>
            <a:off x="876300" y="914400"/>
            <a:ext cx="10515600" cy="0"/>
          </a:xfrm>
          <a:prstGeom prst="line">
            <a:avLst/>
          </a:prstGeom>
          <a:ln>
            <a:solidFill>
              <a:schemeClr val="tx1"/>
            </a:solidFill>
            <a:headEnd type="none"/>
            <a:tailEnd type="none"/>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32B275E0-60C0-FB99-861A-30651F256A1A}"/>
              </a:ext>
            </a:extLst>
          </p:cNvPr>
          <p:cNvSpPr txBox="1"/>
          <p:nvPr/>
        </p:nvSpPr>
        <p:spPr>
          <a:xfrm>
            <a:off x="1007197" y="1325562"/>
            <a:ext cx="10177606" cy="2123658"/>
          </a:xfrm>
          <a:prstGeom prst="rect">
            <a:avLst/>
          </a:prstGeom>
          <a:noFill/>
        </p:spPr>
        <p:txBody>
          <a:bodyPr wrap="square">
            <a:spAutoFit/>
          </a:bodyPr>
          <a:lstStyle/>
          <a:p>
            <a:pPr marL="342900" indent="-342900" algn="l">
              <a:buFont typeface="Arial" panose="020B0604020202020204" pitchFamily="34" charset="0"/>
              <a:buChar char="•"/>
            </a:pPr>
            <a:r>
              <a:rPr lang="en-US" sz="2200" dirty="0">
                <a:latin typeface="Calibri body"/>
                <a:ea typeface="+mj-ea"/>
                <a:cs typeface="Times New Roman" pitchFamily="18" charset="0"/>
              </a:rPr>
              <a:t>It is the relationship between a pair of random variables  where change in one variable causes change in another variable</a:t>
            </a:r>
          </a:p>
          <a:p>
            <a:pPr marL="342900" indent="-342900" algn="l">
              <a:buFont typeface="Arial" panose="020B0604020202020204" pitchFamily="34" charset="0"/>
              <a:buChar char="•"/>
            </a:pPr>
            <a:r>
              <a:rPr lang="en-US" sz="2200" dirty="0">
                <a:latin typeface="Calibri body"/>
                <a:ea typeface="+mj-ea"/>
                <a:cs typeface="Times New Roman" pitchFamily="18" charset="0"/>
              </a:rPr>
              <a:t>Can take any value between –inf to +inf, where negative value represents the negative relationship and positive value represents positive relationship.</a:t>
            </a:r>
          </a:p>
          <a:p>
            <a:pPr marL="342900" indent="-342900" algn="l">
              <a:buFont typeface="Arial" panose="020B0604020202020204" pitchFamily="34" charset="0"/>
              <a:buChar char="•"/>
            </a:pPr>
            <a:r>
              <a:rPr lang="en-US" sz="2200" dirty="0">
                <a:latin typeface="Calibri body"/>
                <a:ea typeface="+mj-ea"/>
                <a:cs typeface="Times New Roman" pitchFamily="18" charset="0"/>
              </a:rPr>
              <a:t>Used for linear relationship between variables</a:t>
            </a:r>
          </a:p>
          <a:p>
            <a:pPr marL="342900" indent="-342900" algn="l">
              <a:buFont typeface="Arial" panose="020B0604020202020204" pitchFamily="34" charset="0"/>
              <a:buChar char="•"/>
            </a:pPr>
            <a:r>
              <a:rPr lang="en-US" sz="2200" dirty="0">
                <a:latin typeface="Calibri body"/>
                <a:ea typeface="+mj-ea"/>
                <a:cs typeface="Times New Roman" pitchFamily="18" charset="0"/>
              </a:rPr>
              <a:t>Gives the direction of relationship between variables.</a:t>
            </a: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9BC77A1A-4751-7676-93EB-E5936C8CEA38}"/>
                  </a:ext>
                </a:extLst>
              </p14:cNvPr>
              <p14:cNvContentPartPr/>
              <p14:nvPr/>
            </p14:nvContentPartPr>
            <p14:xfrm>
              <a:off x="1827360" y="1729080"/>
              <a:ext cx="9915120" cy="5075280"/>
            </p14:xfrm>
          </p:contentPart>
        </mc:Choice>
        <mc:Fallback>
          <p:pic>
            <p:nvPicPr>
              <p:cNvPr id="4" name="Ink 3">
                <a:extLst>
                  <a:ext uri="{FF2B5EF4-FFF2-40B4-BE49-F238E27FC236}">
                    <a16:creationId xmlns:a16="http://schemas.microsoft.com/office/drawing/2014/main" id="{9BC77A1A-4751-7676-93EB-E5936C8CEA38}"/>
                  </a:ext>
                </a:extLst>
              </p:cNvPr>
              <p:cNvPicPr/>
              <p:nvPr/>
            </p:nvPicPr>
            <p:blipFill>
              <a:blip r:embed="rId3"/>
              <a:stretch>
                <a:fillRect/>
              </a:stretch>
            </p:blipFill>
            <p:spPr>
              <a:xfrm>
                <a:off x="1818000" y="1719720"/>
                <a:ext cx="9933840" cy="5094000"/>
              </a:xfrm>
              <a:prstGeom prst="rect">
                <a:avLst/>
              </a:prstGeom>
            </p:spPr>
          </p:pic>
        </mc:Fallback>
      </mc:AlternateContent>
    </p:spTree>
    <p:extLst>
      <p:ext uri="{BB962C8B-B14F-4D97-AF65-F5344CB8AC3E}">
        <p14:creationId xmlns:p14="http://schemas.microsoft.com/office/powerpoint/2010/main" val="4952994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7197" y="0"/>
            <a:ext cx="9173266" cy="1325563"/>
          </a:xfrm>
        </p:spPr>
        <p:txBody>
          <a:bodyPr>
            <a:normAutofit/>
          </a:bodyPr>
          <a:lstStyle/>
          <a:p>
            <a:r>
              <a:rPr lang="en-IN" sz="3200" b="1" dirty="0" err="1">
                <a:solidFill>
                  <a:srgbClr val="C00000"/>
                </a:solidFill>
                <a:latin typeface="Times New Roman" pitchFamily="18" charset="0"/>
                <a:cs typeface="Times New Roman" pitchFamily="18" charset="0"/>
              </a:rPr>
              <a:t>CoVariance</a:t>
            </a:r>
            <a:endParaRPr lang="en-IN" sz="3200" b="1" dirty="0">
              <a:solidFill>
                <a:srgbClr val="C00000"/>
              </a:solidFill>
              <a:latin typeface="Times New Roman" pitchFamily="18" charset="0"/>
              <a:cs typeface="Times New Roman" pitchFamily="18" charset="0"/>
            </a:endParaRPr>
          </a:p>
        </p:txBody>
      </p:sp>
      <p:cxnSp>
        <p:nvCxnSpPr>
          <p:cNvPr id="3" name="Straight Connector 2">
            <a:extLst>
              <a:ext uri="{FF2B5EF4-FFF2-40B4-BE49-F238E27FC236}">
                <a16:creationId xmlns:a16="http://schemas.microsoft.com/office/drawing/2014/main" id="{9FFC9232-0F3D-BF13-4461-6E51D2C9C5C7}"/>
              </a:ext>
            </a:extLst>
          </p:cNvPr>
          <p:cNvCxnSpPr>
            <a:cxnSpLocks/>
          </p:cNvCxnSpPr>
          <p:nvPr/>
        </p:nvCxnSpPr>
        <p:spPr>
          <a:xfrm>
            <a:off x="876300" y="914400"/>
            <a:ext cx="10515600" cy="0"/>
          </a:xfrm>
          <a:prstGeom prst="line">
            <a:avLst/>
          </a:prstGeom>
          <a:ln>
            <a:solidFill>
              <a:schemeClr val="tx1"/>
            </a:solidFill>
            <a:headEnd type="none"/>
            <a:tailEnd type="none"/>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32B275E0-60C0-FB99-861A-30651F256A1A}"/>
              </a:ext>
            </a:extLst>
          </p:cNvPr>
          <p:cNvSpPr txBox="1"/>
          <p:nvPr/>
        </p:nvSpPr>
        <p:spPr>
          <a:xfrm>
            <a:off x="1007197" y="1325562"/>
            <a:ext cx="10177606" cy="769441"/>
          </a:xfrm>
          <a:prstGeom prst="rect">
            <a:avLst/>
          </a:prstGeom>
          <a:noFill/>
        </p:spPr>
        <p:txBody>
          <a:bodyPr wrap="square">
            <a:spAutoFit/>
          </a:bodyPr>
          <a:lstStyle/>
          <a:p>
            <a:pPr marL="342900" indent="-342900" algn="l">
              <a:buFont typeface="Arial" panose="020B0604020202020204" pitchFamily="34" charset="0"/>
              <a:buChar char="•"/>
            </a:pPr>
            <a:r>
              <a:rPr lang="en-US" sz="2200" dirty="0">
                <a:latin typeface="Calibri body"/>
                <a:ea typeface="+mj-ea"/>
                <a:cs typeface="Times New Roman" pitchFamily="18" charset="0"/>
              </a:rPr>
              <a:t>Covariance between two random variables X and Y, each with N data points can be shown as:</a:t>
            </a:r>
          </a:p>
        </p:txBody>
      </p:sp>
      <p:pic>
        <p:nvPicPr>
          <p:cNvPr id="5" name="Picture 4">
            <a:extLst>
              <a:ext uri="{FF2B5EF4-FFF2-40B4-BE49-F238E27FC236}">
                <a16:creationId xmlns:a16="http://schemas.microsoft.com/office/drawing/2014/main" id="{A11C44A7-6601-8458-056C-C04759025D9F}"/>
              </a:ext>
            </a:extLst>
          </p:cNvPr>
          <p:cNvPicPr>
            <a:picLocks noChangeAspect="1"/>
          </p:cNvPicPr>
          <p:nvPr/>
        </p:nvPicPr>
        <p:blipFill>
          <a:blip r:embed="rId2"/>
          <a:stretch>
            <a:fillRect/>
          </a:stretch>
        </p:blipFill>
        <p:spPr>
          <a:xfrm>
            <a:off x="3382491" y="2239963"/>
            <a:ext cx="5088891" cy="1193000"/>
          </a:xfrm>
          <a:prstGeom prst="rect">
            <a:avLst/>
          </a:prstGeom>
        </p:spPr>
      </p:pic>
      <mc:AlternateContent xmlns:mc="http://schemas.openxmlformats.org/markup-compatibility/2006">
        <mc:Choice xmlns:p14="http://schemas.microsoft.com/office/powerpoint/2010/main" Requires="p14">
          <p:contentPart p14:bwMode="auto" r:id="rId3">
            <p14:nvContentPartPr>
              <p14:cNvPr id="6" name="Ink 5">
                <a:extLst>
                  <a:ext uri="{FF2B5EF4-FFF2-40B4-BE49-F238E27FC236}">
                    <a16:creationId xmlns:a16="http://schemas.microsoft.com/office/drawing/2014/main" id="{BA75ED8D-AA70-00BA-61D7-6BD229DC79E2}"/>
                  </a:ext>
                </a:extLst>
              </p14:cNvPr>
              <p14:cNvContentPartPr/>
              <p14:nvPr/>
            </p14:nvContentPartPr>
            <p14:xfrm>
              <a:off x="3610440" y="1735920"/>
              <a:ext cx="7434000" cy="5042160"/>
            </p14:xfrm>
          </p:contentPart>
        </mc:Choice>
        <mc:Fallback>
          <p:pic>
            <p:nvPicPr>
              <p:cNvPr id="6" name="Ink 5">
                <a:extLst>
                  <a:ext uri="{FF2B5EF4-FFF2-40B4-BE49-F238E27FC236}">
                    <a16:creationId xmlns:a16="http://schemas.microsoft.com/office/drawing/2014/main" id="{BA75ED8D-AA70-00BA-61D7-6BD229DC79E2}"/>
                  </a:ext>
                </a:extLst>
              </p:cNvPr>
              <p:cNvPicPr/>
              <p:nvPr/>
            </p:nvPicPr>
            <p:blipFill>
              <a:blip r:embed="rId4"/>
              <a:stretch>
                <a:fillRect/>
              </a:stretch>
            </p:blipFill>
            <p:spPr>
              <a:xfrm>
                <a:off x="3601080" y="1726560"/>
                <a:ext cx="7452720" cy="5060880"/>
              </a:xfrm>
              <a:prstGeom prst="rect">
                <a:avLst/>
              </a:prstGeom>
            </p:spPr>
          </p:pic>
        </mc:Fallback>
      </mc:AlternateContent>
    </p:spTree>
    <p:extLst>
      <p:ext uri="{BB962C8B-B14F-4D97-AF65-F5344CB8AC3E}">
        <p14:creationId xmlns:p14="http://schemas.microsoft.com/office/powerpoint/2010/main" val="6973131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7197" y="0"/>
            <a:ext cx="9173266" cy="1325563"/>
          </a:xfrm>
        </p:spPr>
        <p:txBody>
          <a:bodyPr>
            <a:normAutofit/>
          </a:bodyPr>
          <a:lstStyle/>
          <a:p>
            <a:r>
              <a:rPr lang="en-IN" sz="3200" b="1" dirty="0">
                <a:solidFill>
                  <a:srgbClr val="C00000"/>
                </a:solidFill>
                <a:latin typeface="Times New Roman" pitchFamily="18" charset="0"/>
                <a:cs typeface="Times New Roman" pitchFamily="18" charset="0"/>
              </a:rPr>
              <a:t>Eigen values and Eigen vectors</a:t>
            </a:r>
          </a:p>
        </p:txBody>
      </p:sp>
      <p:cxnSp>
        <p:nvCxnSpPr>
          <p:cNvPr id="3" name="Straight Connector 2">
            <a:extLst>
              <a:ext uri="{FF2B5EF4-FFF2-40B4-BE49-F238E27FC236}">
                <a16:creationId xmlns:a16="http://schemas.microsoft.com/office/drawing/2014/main" id="{9FFC9232-0F3D-BF13-4461-6E51D2C9C5C7}"/>
              </a:ext>
            </a:extLst>
          </p:cNvPr>
          <p:cNvCxnSpPr>
            <a:cxnSpLocks/>
          </p:cNvCxnSpPr>
          <p:nvPr/>
        </p:nvCxnSpPr>
        <p:spPr>
          <a:xfrm>
            <a:off x="876300" y="914400"/>
            <a:ext cx="10515600" cy="0"/>
          </a:xfrm>
          <a:prstGeom prst="line">
            <a:avLst/>
          </a:prstGeom>
          <a:ln>
            <a:solidFill>
              <a:schemeClr val="tx1"/>
            </a:solidFill>
            <a:headEnd type="none"/>
            <a:tailEnd type="none"/>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32B275E0-60C0-FB99-861A-30651F256A1A}"/>
              </a:ext>
            </a:extLst>
          </p:cNvPr>
          <p:cNvSpPr txBox="1"/>
          <p:nvPr/>
        </p:nvSpPr>
        <p:spPr>
          <a:xfrm>
            <a:off x="1007197" y="1325562"/>
            <a:ext cx="10177606" cy="4154984"/>
          </a:xfrm>
          <a:prstGeom prst="rect">
            <a:avLst/>
          </a:prstGeom>
          <a:noFill/>
        </p:spPr>
        <p:txBody>
          <a:bodyPr wrap="square">
            <a:spAutoFit/>
          </a:bodyPr>
          <a:lstStyle/>
          <a:p>
            <a:pPr marL="342900" indent="-342900" algn="l">
              <a:buFont typeface="Arial" panose="020B0604020202020204" pitchFamily="34" charset="0"/>
              <a:buChar char="•"/>
            </a:pPr>
            <a:r>
              <a:rPr lang="en-US" sz="2200" dirty="0">
                <a:latin typeface="Calibri body"/>
                <a:ea typeface="+mj-ea"/>
                <a:cs typeface="Times New Roman" pitchFamily="18" charset="0"/>
              </a:rPr>
              <a:t>Eigenvalues and eigenvectors are fundamental concepts in linear algebra used to analyze linear transformations represented by square matrices. </a:t>
            </a:r>
          </a:p>
          <a:p>
            <a:pPr marL="342900" indent="-342900" algn="l">
              <a:buFont typeface="Arial" panose="020B0604020202020204" pitchFamily="34" charset="0"/>
              <a:buChar char="•"/>
            </a:pPr>
            <a:endParaRPr lang="en-US" sz="2200" dirty="0">
              <a:latin typeface="Calibri body"/>
              <a:ea typeface="+mj-ea"/>
              <a:cs typeface="Times New Roman" pitchFamily="18" charset="0"/>
            </a:endParaRPr>
          </a:p>
          <a:p>
            <a:pPr marL="342900" indent="-342900" algn="l">
              <a:buFont typeface="Arial" panose="020B0604020202020204" pitchFamily="34" charset="0"/>
              <a:buChar char="•"/>
            </a:pPr>
            <a:r>
              <a:rPr lang="en-US" sz="2200" dirty="0">
                <a:latin typeface="Calibri body"/>
                <a:ea typeface="+mj-ea"/>
                <a:cs typeface="Times New Roman" pitchFamily="18" charset="0"/>
              </a:rPr>
              <a:t>An eigenvector is a non-zero vector that, when a linear transformation is applied, does not change its direction, but is instead scaled by a scalar factor. This scaling factor is the eigenvalue. </a:t>
            </a:r>
          </a:p>
          <a:p>
            <a:pPr marL="342900" indent="-342900" algn="l">
              <a:buFont typeface="Arial" panose="020B0604020202020204" pitchFamily="34" charset="0"/>
              <a:buChar char="•"/>
            </a:pPr>
            <a:endParaRPr lang="en-US" sz="2200" dirty="0">
              <a:latin typeface="Calibri body"/>
              <a:ea typeface="+mj-ea"/>
              <a:cs typeface="Times New Roman" pitchFamily="18" charset="0"/>
            </a:endParaRPr>
          </a:p>
          <a:p>
            <a:pPr marL="342900" indent="-342900" algn="l">
              <a:buFont typeface="Arial" panose="020B0604020202020204" pitchFamily="34" charset="0"/>
              <a:buChar char="•"/>
            </a:pPr>
            <a:r>
              <a:rPr lang="en-US" sz="2200" dirty="0">
                <a:latin typeface="Calibri body"/>
                <a:ea typeface="+mj-ea"/>
                <a:cs typeface="Times New Roman" pitchFamily="18" charset="0"/>
              </a:rPr>
              <a:t>The relationship is defined by the equation:</a:t>
            </a:r>
          </a:p>
          <a:p>
            <a:pPr algn="l"/>
            <a:endParaRPr lang="en-US" sz="2200" dirty="0">
              <a:latin typeface="Calibri body"/>
              <a:ea typeface="+mj-ea"/>
              <a:cs typeface="Times New Roman" pitchFamily="18" charset="0"/>
            </a:endParaRPr>
          </a:p>
          <a:p>
            <a:pPr algn="ctr"/>
            <a:r>
              <a:rPr lang="en-US" sz="2200" i="1" dirty="0">
                <a:latin typeface="Calibri body"/>
                <a:ea typeface="+mj-ea"/>
                <a:cs typeface="Times New Roman" pitchFamily="18" charset="0"/>
              </a:rPr>
              <a:t>Ax = </a:t>
            </a:r>
            <a:r>
              <a:rPr lang="el-GR" sz="2200" i="1" dirty="0">
                <a:latin typeface="Calibri body"/>
                <a:ea typeface="+mj-ea"/>
                <a:cs typeface="Times New Roman" pitchFamily="18" charset="0"/>
              </a:rPr>
              <a:t>λ</a:t>
            </a:r>
            <a:r>
              <a:rPr lang="en-US" sz="2200" i="1" dirty="0">
                <a:latin typeface="Calibri body"/>
                <a:ea typeface="+mj-ea"/>
                <a:cs typeface="Times New Roman" pitchFamily="18" charset="0"/>
              </a:rPr>
              <a:t>x</a:t>
            </a:r>
          </a:p>
          <a:p>
            <a:pPr algn="ctr"/>
            <a:endParaRPr lang="en-US" sz="2200" i="1" dirty="0">
              <a:latin typeface="Calibri body"/>
              <a:ea typeface="+mj-ea"/>
              <a:cs typeface="Times New Roman" pitchFamily="18" charset="0"/>
            </a:endParaRPr>
          </a:p>
          <a:p>
            <a:r>
              <a:rPr lang="en-US" sz="2200" dirty="0">
                <a:latin typeface="Calibri body"/>
                <a:ea typeface="+mj-ea"/>
                <a:cs typeface="Times New Roman" pitchFamily="18" charset="0"/>
              </a:rPr>
              <a:t>Where </a:t>
            </a:r>
            <a:r>
              <a:rPr lang="en-US" sz="2200" i="1" dirty="0">
                <a:latin typeface="Calibri body"/>
                <a:ea typeface="+mj-ea"/>
                <a:cs typeface="Times New Roman" pitchFamily="18" charset="0"/>
              </a:rPr>
              <a:t>A</a:t>
            </a:r>
            <a:r>
              <a:rPr lang="en-US" sz="2200" dirty="0">
                <a:latin typeface="Calibri body"/>
                <a:ea typeface="+mj-ea"/>
                <a:cs typeface="Times New Roman" pitchFamily="18" charset="0"/>
              </a:rPr>
              <a:t> is the matrix, </a:t>
            </a:r>
            <a:r>
              <a:rPr lang="en-US" sz="2200" i="1" dirty="0">
                <a:latin typeface="Calibri body"/>
                <a:ea typeface="+mj-ea"/>
                <a:cs typeface="Times New Roman" pitchFamily="18" charset="0"/>
              </a:rPr>
              <a:t>x</a:t>
            </a:r>
            <a:r>
              <a:rPr lang="en-US" sz="2200" dirty="0">
                <a:latin typeface="Calibri body"/>
                <a:ea typeface="+mj-ea"/>
                <a:cs typeface="Times New Roman" pitchFamily="18" charset="0"/>
              </a:rPr>
              <a:t> is the eigen vector, and </a:t>
            </a:r>
            <a:r>
              <a:rPr lang="el-GR" sz="2200" i="1" dirty="0">
                <a:latin typeface="Calibri body"/>
                <a:ea typeface="+mj-ea"/>
                <a:cs typeface="Times New Roman" pitchFamily="18" charset="0"/>
              </a:rPr>
              <a:t>λ</a:t>
            </a:r>
            <a:r>
              <a:rPr lang="en-US" sz="2200" b="0" i="0" dirty="0">
                <a:solidFill>
                  <a:srgbClr val="0A0A0A"/>
                </a:solidFill>
                <a:effectLst/>
                <a:latin typeface="Calibri body"/>
              </a:rPr>
              <a:t> is the corresponding eigenvalue</a:t>
            </a:r>
            <a:endParaRPr lang="en-US" sz="2200" dirty="0">
              <a:latin typeface="Calibri body"/>
              <a:ea typeface="+mj-ea"/>
              <a:cs typeface="Times New Roman" pitchFamily="18" charset="0"/>
            </a:endParaRPr>
          </a:p>
        </p:txBody>
      </p:sp>
      <mc:AlternateContent xmlns:mc="http://schemas.openxmlformats.org/markup-compatibility/2006">
        <mc:Choice xmlns:p14="http://schemas.microsoft.com/office/powerpoint/2010/main" Requires="p14">
          <p:contentPart p14:bwMode="auto" r:id="rId2">
            <p14:nvContentPartPr>
              <p14:cNvPr id="6" name="Ink 5">
                <a:extLst>
                  <a:ext uri="{FF2B5EF4-FFF2-40B4-BE49-F238E27FC236}">
                    <a16:creationId xmlns:a16="http://schemas.microsoft.com/office/drawing/2014/main" id="{79F903D8-CB25-4C10-0A64-4157D4D8FF03}"/>
                  </a:ext>
                </a:extLst>
              </p14:cNvPr>
              <p14:cNvContentPartPr/>
              <p14:nvPr/>
            </p14:nvContentPartPr>
            <p14:xfrm>
              <a:off x="1684080" y="236520"/>
              <a:ext cx="9850320" cy="5847120"/>
            </p14:xfrm>
          </p:contentPart>
        </mc:Choice>
        <mc:Fallback>
          <p:pic>
            <p:nvPicPr>
              <p:cNvPr id="6" name="Ink 5">
                <a:extLst>
                  <a:ext uri="{FF2B5EF4-FFF2-40B4-BE49-F238E27FC236}">
                    <a16:creationId xmlns:a16="http://schemas.microsoft.com/office/drawing/2014/main" id="{79F903D8-CB25-4C10-0A64-4157D4D8FF03}"/>
                  </a:ext>
                </a:extLst>
              </p:cNvPr>
              <p:cNvPicPr/>
              <p:nvPr/>
            </p:nvPicPr>
            <p:blipFill>
              <a:blip r:embed="rId3"/>
              <a:stretch>
                <a:fillRect/>
              </a:stretch>
            </p:blipFill>
            <p:spPr>
              <a:xfrm>
                <a:off x="1674720" y="227160"/>
                <a:ext cx="9869040" cy="5865840"/>
              </a:xfrm>
              <a:prstGeom prst="rect">
                <a:avLst/>
              </a:prstGeom>
            </p:spPr>
          </p:pic>
        </mc:Fallback>
      </mc:AlternateContent>
    </p:spTree>
    <p:extLst>
      <p:ext uri="{BB962C8B-B14F-4D97-AF65-F5344CB8AC3E}">
        <p14:creationId xmlns:p14="http://schemas.microsoft.com/office/powerpoint/2010/main" val="3112090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7197" y="0"/>
            <a:ext cx="9173266" cy="1325563"/>
          </a:xfrm>
        </p:spPr>
        <p:txBody>
          <a:bodyPr>
            <a:normAutofit/>
          </a:bodyPr>
          <a:lstStyle/>
          <a:p>
            <a:r>
              <a:rPr lang="en-IN" sz="3200" b="1" dirty="0">
                <a:solidFill>
                  <a:srgbClr val="C00000"/>
                </a:solidFill>
                <a:latin typeface="Times New Roman" pitchFamily="18" charset="0"/>
                <a:cs typeface="Times New Roman" pitchFamily="18" charset="0"/>
              </a:rPr>
              <a:t>Eigen vectors</a:t>
            </a:r>
          </a:p>
        </p:txBody>
      </p:sp>
      <p:cxnSp>
        <p:nvCxnSpPr>
          <p:cNvPr id="3" name="Straight Connector 2">
            <a:extLst>
              <a:ext uri="{FF2B5EF4-FFF2-40B4-BE49-F238E27FC236}">
                <a16:creationId xmlns:a16="http://schemas.microsoft.com/office/drawing/2014/main" id="{9FFC9232-0F3D-BF13-4461-6E51D2C9C5C7}"/>
              </a:ext>
            </a:extLst>
          </p:cNvPr>
          <p:cNvCxnSpPr>
            <a:cxnSpLocks/>
          </p:cNvCxnSpPr>
          <p:nvPr/>
        </p:nvCxnSpPr>
        <p:spPr>
          <a:xfrm>
            <a:off x="876300" y="914400"/>
            <a:ext cx="10515600" cy="0"/>
          </a:xfrm>
          <a:prstGeom prst="line">
            <a:avLst/>
          </a:prstGeom>
          <a:ln>
            <a:solidFill>
              <a:schemeClr val="tx1"/>
            </a:solidFill>
            <a:headEnd type="none"/>
            <a:tailEnd type="none"/>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32B275E0-60C0-FB99-861A-30651F256A1A}"/>
              </a:ext>
            </a:extLst>
          </p:cNvPr>
          <p:cNvSpPr txBox="1"/>
          <p:nvPr/>
        </p:nvSpPr>
        <p:spPr>
          <a:xfrm>
            <a:off x="1007197" y="1325562"/>
            <a:ext cx="10177606" cy="1785104"/>
          </a:xfrm>
          <a:prstGeom prst="rect">
            <a:avLst/>
          </a:prstGeom>
          <a:noFill/>
        </p:spPr>
        <p:txBody>
          <a:bodyPr wrap="square">
            <a:spAutoFit/>
          </a:bodyPr>
          <a:lstStyle/>
          <a:p>
            <a:pPr marL="342900" indent="-342900" algn="l">
              <a:buFont typeface="Arial" panose="020B0604020202020204" pitchFamily="34" charset="0"/>
              <a:buChar char="•"/>
            </a:pPr>
            <a:r>
              <a:rPr lang="en-US" sz="2200" dirty="0">
                <a:latin typeface="Calibri body"/>
                <a:ea typeface="+mj-ea"/>
                <a:cs typeface="Times New Roman" pitchFamily="18" charset="0"/>
              </a:rPr>
              <a:t>A non-zero vector that, after a linear transformation, points in the same or opposite direction as the original vector. </a:t>
            </a:r>
          </a:p>
          <a:p>
            <a:pPr marL="342900" indent="-342900" algn="l">
              <a:buFont typeface="Arial" panose="020B0604020202020204" pitchFamily="34" charset="0"/>
              <a:buChar char="•"/>
            </a:pPr>
            <a:endParaRPr lang="en-US" sz="2200" dirty="0">
              <a:latin typeface="Calibri body"/>
              <a:ea typeface="+mj-ea"/>
              <a:cs typeface="Times New Roman" pitchFamily="18" charset="0"/>
            </a:endParaRPr>
          </a:p>
          <a:p>
            <a:pPr marL="342900" indent="-342900" algn="l">
              <a:buFont typeface="Arial" panose="020B0604020202020204" pitchFamily="34" charset="0"/>
              <a:buChar char="•"/>
            </a:pPr>
            <a:r>
              <a:rPr lang="en-US" sz="2200" dirty="0">
                <a:latin typeface="Calibri body"/>
                <a:ea typeface="+mj-ea"/>
                <a:cs typeface="Times New Roman" pitchFamily="18" charset="0"/>
              </a:rPr>
              <a:t>Represents a direction that is invariant under the transformation, meaning the transformation only scales the vector, it doesn't rotate or shear it. </a:t>
            </a: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E171E168-28C5-9E6D-B49C-C4E4FBAFB882}"/>
                  </a:ext>
                </a:extLst>
              </p14:cNvPr>
              <p14:cNvContentPartPr/>
              <p14:nvPr/>
            </p14:nvContentPartPr>
            <p14:xfrm>
              <a:off x="3682080" y="1724760"/>
              <a:ext cx="6495120" cy="1482840"/>
            </p14:xfrm>
          </p:contentPart>
        </mc:Choice>
        <mc:Fallback>
          <p:pic>
            <p:nvPicPr>
              <p:cNvPr id="4" name="Ink 3">
                <a:extLst>
                  <a:ext uri="{FF2B5EF4-FFF2-40B4-BE49-F238E27FC236}">
                    <a16:creationId xmlns:a16="http://schemas.microsoft.com/office/drawing/2014/main" id="{E171E168-28C5-9E6D-B49C-C4E4FBAFB882}"/>
                  </a:ext>
                </a:extLst>
              </p:cNvPr>
              <p:cNvPicPr/>
              <p:nvPr/>
            </p:nvPicPr>
            <p:blipFill>
              <a:blip r:embed="rId3"/>
              <a:stretch>
                <a:fillRect/>
              </a:stretch>
            </p:blipFill>
            <p:spPr>
              <a:xfrm>
                <a:off x="3672720" y="1715400"/>
                <a:ext cx="6513840" cy="1501560"/>
              </a:xfrm>
              <a:prstGeom prst="rect">
                <a:avLst/>
              </a:prstGeom>
            </p:spPr>
          </p:pic>
        </mc:Fallback>
      </mc:AlternateContent>
    </p:spTree>
    <p:extLst>
      <p:ext uri="{BB962C8B-B14F-4D97-AF65-F5344CB8AC3E}">
        <p14:creationId xmlns:p14="http://schemas.microsoft.com/office/powerpoint/2010/main" val="30626643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7197" y="0"/>
            <a:ext cx="9173266" cy="1325563"/>
          </a:xfrm>
        </p:spPr>
        <p:txBody>
          <a:bodyPr>
            <a:normAutofit/>
          </a:bodyPr>
          <a:lstStyle/>
          <a:p>
            <a:r>
              <a:rPr lang="en-IN" sz="3200" b="1" dirty="0">
                <a:solidFill>
                  <a:srgbClr val="C00000"/>
                </a:solidFill>
                <a:latin typeface="Times New Roman" pitchFamily="18" charset="0"/>
                <a:cs typeface="Times New Roman" pitchFamily="18" charset="0"/>
              </a:rPr>
              <a:t>Steps in PCA</a:t>
            </a:r>
          </a:p>
        </p:txBody>
      </p:sp>
      <p:cxnSp>
        <p:nvCxnSpPr>
          <p:cNvPr id="3" name="Straight Connector 2">
            <a:extLst>
              <a:ext uri="{FF2B5EF4-FFF2-40B4-BE49-F238E27FC236}">
                <a16:creationId xmlns:a16="http://schemas.microsoft.com/office/drawing/2014/main" id="{9FFC9232-0F3D-BF13-4461-6E51D2C9C5C7}"/>
              </a:ext>
            </a:extLst>
          </p:cNvPr>
          <p:cNvCxnSpPr>
            <a:cxnSpLocks/>
          </p:cNvCxnSpPr>
          <p:nvPr/>
        </p:nvCxnSpPr>
        <p:spPr>
          <a:xfrm>
            <a:off x="876300" y="914400"/>
            <a:ext cx="10515600" cy="0"/>
          </a:xfrm>
          <a:prstGeom prst="line">
            <a:avLst/>
          </a:prstGeom>
          <a:ln>
            <a:solidFill>
              <a:schemeClr val="tx1"/>
            </a:solidFill>
            <a:headEnd type="none"/>
            <a:tailEnd type="none"/>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32B275E0-60C0-FB99-861A-30651F256A1A}"/>
              </a:ext>
            </a:extLst>
          </p:cNvPr>
          <p:cNvSpPr txBox="1"/>
          <p:nvPr/>
        </p:nvSpPr>
        <p:spPr>
          <a:xfrm>
            <a:off x="1007197" y="1325562"/>
            <a:ext cx="10177606" cy="5509200"/>
          </a:xfrm>
          <a:prstGeom prst="rect">
            <a:avLst/>
          </a:prstGeom>
          <a:noFill/>
        </p:spPr>
        <p:txBody>
          <a:bodyPr wrap="square">
            <a:spAutoFit/>
          </a:bodyPr>
          <a:lstStyle/>
          <a:p>
            <a:pPr marL="342900" indent="-342900" algn="l">
              <a:buFont typeface="Arial" panose="020B0604020202020204" pitchFamily="34" charset="0"/>
              <a:buChar char="•"/>
            </a:pPr>
            <a:r>
              <a:rPr lang="en-US" sz="2200" b="1" i="0" u="none" strike="noStrike" baseline="0" dirty="0">
                <a:solidFill>
                  <a:srgbClr val="000000"/>
                </a:solidFill>
                <a:latin typeface="Calibri body"/>
              </a:rPr>
              <a:t>Standardization</a:t>
            </a:r>
            <a:r>
              <a:rPr lang="en-US" sz="2200" b="0" i="0" u="none" strike="noStrike" baseline="0" dirty="0">
                <a:solidFill>
                  <a:srgbClr val="000000"/>
                </a:solidFill>
                <a:latin typeface="Calibri body"/>
              </a:rPr>
              <a:t>: PCA requires standardized data, so the first step is to standardize the data to ensure that all variables have a mean of 0 and a standard deviation of 1.</a:t>
            </a:r>
          </a:p>
          <a:p>
            <a:pPr marL="342900" indent="-342900" algn="l">
              <a:buFont typeface="Arial" panose="020B0604020202020204" pitchFamily="34" charset="0"/>
              <a:buChar char="•"/>
            </a:pPr>
            <a:r>
              <a:rPr lang="en-US" sz="2200" b="1" i="0" u="none" strike="noStrike" baseline="0" dirty="0">
                <a:solidFill>
                  <a:srgbClr val="000000"/>
                </a:solidFill>
                <a:latin typeface="Calibri body"/>
              </a:rPr>
              <a:t>Calculate the covariance matrix</a:t>
            </a:r>
            <a:r>
              <a:rPr lang="en-US" sz="2200" b="0" i="0" u="none" strike="noStrike" baseline="0" dirty="0">
                <a:solidFill>
                  <a:srgbClr val="000000"/>
                </a:solidFill>
                <a:latin typeface="Calibri body"/>
              </a:rPr>
              <a:t>: The next step is to calculate the covariance matrix of the standardized data. This matrix shows how each variable is related to every other variable in the dataset.</a:t>
            </a:r>
          </a:p>
          <a:p>
            <a:pPr marL="342900" indent="-342900" algn="l">
              <a:buFont typeface="Arial" panose="020B0604020202020204" pitchFamily="34" charset="0"/>
              <a:buChar char="•"/>
            </a:pPr>
            <a:r>
              <a:rPr lang="en-US" sz="2200" b="1" i="0" u="none" strike="noStrike" baseline="0" dirty="0">
                <a:solidFill>
                  <a:srgbClr val="000000"/>
                </a:solidFill>
                <a:latin typeface="Calibri body"/>
              </a:rPr>
              <a:t>Calculate the eigenvectors and eigenvalues</a:t>
            </a:r>
            <a:r>
              <a:rPr lang="en-US" sz="2200" b="0" i="0" u="none" strike="noStrike" baseline="0" dirty="0">
                <a:solidFill>
                  <a:srgbClr val="000000"/>
                </a:solidFill>
                <a:latin typeface="Calibri body"/>
              </a:rPr>
              <a:t>: The eigenvectors and eigenvalues of the covariance matrix are then calculated. The eigenvectors represent the directions in which the data varies the most, while the eigenvalues represent the amount of variation along each eigenvector.</a:t>
            </a:r>
          </a:p>
          <a:p>
            <a:pPr marL="342900" indent="-342900" algn="l">
              <a:buFont typeface="Arial" panose="020B0604020202020204" pitchFamily="34" charset="0"/>
              <a:buChar char="•"/>
            </a:pPr>
            <a:r>
              <a:rPr lang="en-US" sz="2200" b="1" i="0" u="none" strike="noStrike" baseline="0" dirty="0">
                <a:solidFill>
                  <a:srgbClr val="000000"/>
                </a:solidFill>
                <a:latin typeface="Calibri body"/>
              </a:rPr>
              <a:t>Choose the principal components</a:t>
            </a:r>
            <a:r>
              <a:rPr lang="en-US" sz="2200" b="0" i="0" u="none" strike="noStrike" baseline="0" dirty="0">
                <a:solidFill>
                  <a:srgbClr val="000000"/>
                </a:solidFill>
                <a:latin typeface="Calibri body"/>
              </a:rPr>
              <a:t>: The principal components are the eigenvectors with the highest eigenvalues. These components represent the directions in which the data varies the most and are used to transform the original data into a lower-dimensional space.</a:t>
            </a:r>
          </a:p>
          <a:p>
            <a:pPr marL="342900" indent="-342900" algn="l">
              <a:buFont typeface="Arial" panose="020B0604020202020204" pitchFamily="34" charset="0"/>
              <a:buChar char="•"/>
            </a:pPr>
            <a:r>
              <a:rPr lang="en-US" sz="2200" b="1" i="0" u="none" strike="noStrike" baseline="0" dirty="0">
                <a:solidFill>
                  <a:srgbClr val="000000"/>
                </a:solidFill>
                <a:latin typeface="Calibri body"/>
              </a:rPr>
              <a:t>Transform the data</a:t>
            </a:r>
            <a:r>
              <a:rPr lang="en-US" sz="2200" b="0" i="0" u="none" strike="noStrike" baseline="0" dirty="0">
                <a:solidFill>
                  <a:srgbClr val="000000"/>
                </a:solidFill>
                <a:latin typeface="Calibri body"/>
              </a:rPr>
              <a:t>: The final step is to transform the original data into the lower-dimensional space defined by the principal components.</a:t>
            </a:r>
          </a:p>
          <a:p>
            <a:pPr marL="342900" indent="-342900" algn="l">
              <a:buFont typeface="Arial" panose="020B0604020202020204" pitchFamily="34" charset="0"/>
              <a:buChar char="•"/>
            </a:pPr>
            <a:endParaRPr lang="en-US" sz="2200" dirty="0">
              <a:latin typeface="Calibri body"/>
              <a:ea typeface="+mj-ea"/>
              <a:cs typeface="Times New Roman" pitchFamily="18" charset="0"/>
            </a:endParaRP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8EC14A67-BC49-15E7-0A87-CF13608BE36B}"/>
                  </a:ext>
                </a:extLst>
              </p14:cNvPr>
              <p14:cNvContentPartPr/>
              <p14:nvPr/>
            </p14:nvContentPartPr>
            <p14:xfrm>
              <a:off x="1386000" y="1695960"/>
              <a:ext cx="9610920" cy="4843440"/>
            </p14:xfrm>
          </p:contentPart>
        </mc:Choice>
        <mc:Fallback>
          <p:pic>
            <p:nvPicPr>
              <p:cNvPr id="4" name="Ink 3">
                <a:extLst>
                  <a:ext uri="{FF2B5EF4-FFF2-40B4-BE49-F238E27FC236}">
                    <a16:creationId xmlns:a16="http://schemas.microsoft.com/office/drawing/2014/main" id="{8EC14A67-BC49-15E7-0A87-CF13608BE36B}"/>
                  </a:ext>
                </a:extLst>
              </p:cNvPr>
              <p:cNvPicPr/>
              <p:nvPr/>
            </p:nvPicPr>
            <p:blipFill>
              <a:blip r:embed="rId3"/>
              <a:stretch>
                <a:fillRect/>
              </a:stretch>
            </p:blipFill>
            <p:spPr>
              <a:xfrm>
                <a:off x="1376640" y="1686600"/>
                <a:ext cx="9629640" cy="4862160"/>
              </a:xfrm>
              <a:prstGeom prst="rect">
                <a:avLst/>
              </a:prstGeom>
            </p:spPr>
          </p:pic>
        </mc:Fallback>
      </mc:AlternateContent>
    </p:spTree>
    <p:extLst>
      <p:ext uri="{BB962C8B-B14F-4D97-AF65-F5344CB8AC3E}">
        <p14:creationId xmlns:p14="http://schemas.microsoft.com/office/powerpoint/2010/main" val="26506607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7197" y="0"/>
            <a:ext cx="9173266" cy="1325563"/>
          </a:xfrm>
        </p:spPr>
        <p:txBody>
          <a:bodyPr>
            <a:normAutofit/>
          </a:bodyPr>
          <a:lstStyle/>
          <a:p>
            <a:r>
              <a:rPr lang="en-IN" sz="3200" b="1" dirty="0">
                <a:solidFill>
                  <a:srgbClr val="C00000"/>
                </a:solidFill>
                <a:latin typeface="Times New Roman" pitchFamily="18" charset="0"/>
                <a:cs typeface="Times New Roman" pitchFamily="18" charset="0"/>
              </a:rPr>
              <a:t>Standardization</a:t>
            </a:r>
          </a:p>
        </p:txBody>
      </p:sp>
      <p:cxnSp>
        <p:nvCxnSpPr>
          <p:cNvPr id="3" name="Straight Connector 2">
            <a:extLst>
              <a:ext uri="{FF2B5EF4-FFF2-40B4-BE49-F238E27FC236}">
                <a16:creationId xmlns:a16="http://schemas.microsoft.com/office/drawing/2014/main" id="{9FFC9232-0F3D-BF13-4461-6E51D2C9C5C7}"/>
              </a:ext>
            </a:extLst>
          </p:cNvPr>
          <p:cNvCxnSpPr>
            <a:cxnSpLocks/>
          </p:cNvCxnSpPr>
          <p:nvPr/>
        </p:nvCxnSpPr>
        <p:spPr>
          <a:xfrm>
            <a:off x="876300" y="914400"/>
            <a:ext cx="10515600" cy="0"/>
          </a:xfrm>
          <a:prstGeom prst="line">
            <a:avLst/>
          </a:prstGeom>
          <a:ln>
            <a:solidFill>
              <a:schemeClr val="tx1"/>
            </a:solidFill>
            <a:headEnd type="none"/>
            <a:tailEnd type="none"/>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32B275E0-60C0-FB99-861A-30651F256A1A}"/>
              </a:ext>
            </a:extLst>
          </p:cNvPr>
          <p:cNvSpPr txBox="1"/>
          <p:nvPr/>
        </p:nvSpPr>
        <p:spPr>
          <a:xfrm>
            <a:off x="1007197" y="1325562"/>
            <a:ext cx="10177606" cy="2800767"/>
          </a:xfrm>
          <a:prstGeom prst="rect">
            <a:avLst/>
          </a:prstGeom>
          <a:noFill/>
        </p:spPr>
        <p:txBody>
          <a:bodyPr wrap="square">
            <a:spAutoFit/>
          </a:bodyPr>
          <a:lstStyle/>
          <a:p>
            <a:pPr algn="l"/>
            <a:r>
              <a:rPr lang="en-US" sz="2200" b="0" i="0" u="none" strike="noStrike" baseline="0" dirty="0">
                <a:latin typeface="Calibri body"/>
              </a:rPr>
              <a:t>The aim of this step is to standardize the range of the continuous initial variables so that each one of them contributes equally to the analysis.</a:t>
            </a:r>
          </a:p>
          <a:p>
            <a:pPr algn="l"/>
            <a:endParaRPr lang="en-US" sz="2200" b="0" i="0" u="none" strike="noStrike" baseline="0" dirty="0">
              <a:latin typeface="Calibri body"/>
            </a:endParaRPr>
          </a:p>
          <a:p>
            <a:pPr algn="l"/>
            <a:r>
              <a:rPr lang="en-US" sz="2200" b="0" i="0" u="none" strike="noStrike" baseline="0" dirty="0">
                <a:latin typeface="Calibri body"/>
              </a:rPr>
              <a:t>• It is critical to perform standardization prior to PCA, since it is quite sensitive regarding the variances of the initial variables.</a:t>
            </a:r>
          </a:p>
          <a:p>
            <a:pPr algn="l"/>
            <a:endParaRPr lang="en-US" sz="2200" b="0" i="0" u="none" strike="noStrike" baseline="0" dirty="0">
              <a:latin typeface="Calibri body"/>
            </a:endParaRPr>
          </a:p>
          <a:p>
            <a:pPr algn="l"/>
            <a:r>
              <a:rPr lang="en-US" sz="2200" b="0" i="0" u="none" strike="noStrike" baseline="0" dirty="0">
                <a:latin typeface="Calibri body"/>
              </a:rPr>
              <a:t>• That is, if there are large differences between the ranges of initial variables, those variables with larger ranges will dominate over those with small ranges</a:t>
            </a:r>
            <a:endParaRPr lang="en-US" sz="2200" dirty="0">
              <a:latin typeface="Calibri body"/>
              <a:ea typeface="+mj-ea"/>
              <a:cs typeface="Times New Roman" pitchFamily="18" charset="0"/>
            </a:endParaRP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D9B5F4CC-8B12-46DF-A6A8-BB97AD267668}"/>
                  </a:ext>
                </a:extLst>
              </p14:cNvPr>
              <p14:cNvContentPartPr/>
              <p14:nvPr/>
            </p14:nvContentPartPr>
            <p14:xfrm>
              <a:off x="3904200" y="1762920"/>
              <a:ext cx="5918760" cy="2518200"/>
            </p14:xfrm>
          </p:contentPart>
        </mc:Choice>
        <mc:Fallback>
          <p:pic>
            <p:nvPicPr>
              <p:cNvPr id="4" name="Ink 3">
                <a:extLst>
                  <a:ext uri="{FF2B5EF4-FFF2-40B4-BE49-F238E27FC236}">
                    <a16:creationId xmlns:a16="http://schemas.microsoft.com/office/drawing/2014/main" id="{D9B5F4CC-8B12-46DF-A6A8-BB97AD267668}"/>
                  </a:ext>
                </a:extLst>
              </p:cNvPr>
              <p:cNvPicPr/>
              <p:nvPr/>
            </p:nvPicPr>
            <p:blipFill>
              <a:blip r:embed="rId3"/>
              <a:stretch>
                <a:fillRect/>
              </a:stretch>
            </p:blipFill>
            <p:spPr>
              <a:xfrm>
                <a:off x="3894840" y="1753560"/>
                <a:ext cx="5937480" cy="2536920"/>
              </a:xfrm>
              <a:prstGeom prst="rect">
                <a:avLst/>
              </a:prstGeom>
            </p:spPr>
          </p:pic>
        </mc:Fallback>
      </mc:AlternateContent>
    </p:spTree>
    <p:extLst>
      <p:ext uri="{BB962C8B-B14F-4D97-AF65-F5344CB8AC3E}">
        <p14:creationId xmlns:p14="http://schemas.microsoft.com/office/powerpoint/2010/main" val="39649636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7197" y="0"/>
            <a:ext cx="9173266" cy="1325563"/>
          </a:xfrm>
        </p:spPr>
        <p:txBody>
          <a:bodyPr>
            <a:normAutofit/>
          </a:bodyPr>
          <a:lstStyle/>
          <a:p>
            <a:r>
              <a:rPr lang="en-IN" sz="3200" b="1" dirty="0">
                <a:solidFill>
                  <a:srgbClr val="C00000"/>
                </a:solidFill>
                <a:latin typeface="Times New Roman" pitchFamily="18" charset="0"/>
                <a:cs typeface="Times New Roman" pitchFamily="18" charset="0"/>
              </a:rPr>
              <a:t>Standardization</a:t>
            </a:r>
          </a:p>
        </p:txBody>
      </p:sp>
      <p:cxnSp>
        <p:nvCxnSpPr>
          <p:cNvPr id="3" name="Straight Connector 2">
            <a:extLst>
              <a:ext uri="{FF2B5EF4-FFF2-40B4-BE49-F238E27FC236}">
                <a16:creationId xmlns:a16="http://schemas.microsoft.com/office/drawing/2014/main" id="{9FFC9232-0F3D-BF13-4461-6E51D2C9C5C7}"/>
              </a:ext>
            </a:extLst>
          </p:cNvPr>
          <p:cNvCxnSpPr>
            <a:cxnSpLocks/>
          </p:cNvCxnSpPr>
          <p:nvPr/>
        </p:nvCxnSpPr>
        <p:spPr>
          <a:xfrm>
            <a:off x="876300" y="914400"/>
            <a:ext cx="10515600" cy="0"/>
          </a:xfrm>
          <a:prstGeom prst="line">
            <a:avLst/>
          </a:prstGeom>
          <a:ln>
            <a:solidFill>
              <a:schemeClr val="tx1"/>
            </a:solidFill>
            <a:headEnd type="none"/>
            <a:tailEnd type="none"/>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32B275E0-60C0-FB99-861A-30651F256A1A}"/>
              </a:ext>
            </a:extLst>
          </p:cNvPr>
          <p:cNvSpPr txBox="1"/>
          <p:nvPr/>
        </p:nvSpPr>
        <p:spPr>
          <a:xfrm>
            <a:off x="1007197" y="1325562"/>
            <a:ext cx="10177606" cy="3139321"/>
          </a:xfrm>
          <a:prstGeom prst="rect">
            <a:avLst/>
          </a:prstGeom>
          <a:noFill/>
        </p:spPr>
        <p:txBody>
          <a:bodyPr wrap="square">
            <a:spAutoFit/>
          </a:bodyPr>
          <a:lstStyle/>
          <a:p>
            <a:pPr algn="l"/>
            <a:r>
              <a:rPr lang="en-US" sz="2200" b="0" i="0" u="none" strike="noStrike" baseline="0" dirty="0">
                <a:latin typeface="Calibri body"/>
              </a:rPr>
              <a:t>• Mathematically, this can be done by subtracting the mean and dividing by the standard deviation for each value of each variable.</a:t>
            </a:r>
          </a:p>
          <a:p>
            <a:pPr algn="l"/>
            <a:endParaRPr lang="en-US" sz="2200" b="0" i="0" u="none" strike="noStrike" baseline="0" dirty="0">
              <a:latin typeface="Calibri body"/>
            </a:endParaRPr>
          </a:p>
          <a:p>
            <a:pPr algn="l"/>
            <a:endParaRPr lang="en-US" sz="2200" b="0" i="0" u="none" strike="noStrike" baseline="0" dirty="0">
              <a:latin typeface="Calibri body"/>
            </a:endParaRPr>
          </a:p>
          <a:p>
            <a:pPr algn="l"/>
            <a:endParaRPr lang="en-US" sz="2200" dirty="0">
              <a:latin typeface="Calibri body"/>
            </a:endParaRPr>
          </a:p>
          <a:p>
            <a:pPr algn="l"/>
            <a:endParaRPr lang="en-US" sz="2200" b="0" i="0" u="none" strike="noStrike" baseline="0" dirty="0">
              <a:latin typeface="Calibri body"/>
            </a:endParaRPr>
          </a:p>
          <a:p>
            <a:pPr algn="l"/>
            <a:endParaRPr lang="en-US" sz="2200" dirty="0">
              <a:latin typeface="Calibri body"/>
            </a:endParaRPr>
          </a:p>
          <a:p>
            <a:pPr algn="l"/>
            <a:r>
              <a:rPr lang="en-US" sz="2200" b="0" i="0" u="none" strike="noStrike" baseline="0" dirty="0">
                <a:latin typeface="Calibri body"/>
              </a:rPr>
              <a:t>• Once the standardization is done, all the variables will be transformed to the same scale.</a:t>
            </a:r>
            <a:endParaRPr lang="en-US" sz="2200" dirty="0">
              <a:latin typeface="Calibri body"/>
              <a:ea typeface="+mj-ea"/>
              <a:cs typeface="Times New Roman" pitchFamily="18" charset="0"/>
            </a:endParaRPr>
          </a:p>
        </p:txBody>
      </p:sp>
      <p:pic>
        <p:nvPicPr>
          <p:cNvPr id="5" name="Picture 4">
            <a:extLst>
              <a:ext uri="{FF2B5EF4-FFF2-40B4-BE49-F238E27FC236}">
                <a16:creationId xmlns:a16="http://schemas.microsoft.com/office/drawing/2014/main" id="{45D8DD08-167C-E3D5-4E8B-54E574F0B330}"/>
              </a:ext>
            </a:extLst>
          </p:cNvPr>
          <p:cNvPicPr>
            <a:picLocks noChangeAspect="1"/>
          </p:cNvPicPr>
          <p:nvPr/>
        </p:nvPicPr>
        <p:blipFill>
          <a:blip r:embed="rId2"/>
          <a:stretch>
            <a:fillRect/>
          </a:stretch>
        </p:blipFill>
        <p:spPr>
          <a:xfrm>
            <a:off x="4630388" y="2509918"/>
            <a:ext cx="3782091" cy="773609"/>
          </a:xfrm>
          <a:prstGeom prst="rect">
            <a:avLst/>
          </a:prstGeom>
        </p:spPr>
      </p:pic>
      <mc:AlternateContent xmlns:mc="http://schemas.openxmlformats.org/markup-compatibility/2006">
        <mc:Choice xmlns:p14="http://schemas.microsoft.com/office/powerpoint/2010/main" Requires="p14">
          <p:contentPart p14:bwMode="auto" r:id="rId3">
            <p14:nvContentPartPr>
              <p14:cNvPr id="6" name="Ink 5">
                <a:extLst>
                  <a:ext uri="{FF2B5EF4-FFF2-40B4-BE49-F238E27FC236}">
                    <a16:creationId xmlns:a16="http://schemas.microsoft.com/office/drawing/2014/main" id="{38309D04-0E8A-AE9E-68AF-5A124DCDF696}"/>
                  </a:ext>
                </a:extLst>
              </p14:cNvPr>
              <p14:cNvContentPartPr/>
              <p14:nvPr/>
            </p14:nvContentPartPr>
            <p14:xfrm>
              <a:off x="4145040" y="2420640"/>
              <a:ext cx="5817240" cy="1983600"/>
            </p14:xfrm>
          </p:contentPart>
        </mc:Choice>
        <mc:Fallback>
          <p:pic>
            <p:nvPicPr>
              <p:cNvPr id="6" name="Ink 5">
                <a:extLst>
                  <a:ext uri="{FF2B5EF4-FFF2-40B4-BE49-F238E27FC236}">
                    <a16:creationId xmlns:a16="http://schemas.microsoft.com/office/drawing/2014/main" id="{38309D04-0E8A-AE9E-68AF-5A124DCDF696}"/>
                  </a:ext>
                </a:extLst>
              </p:cNvPr>
              <p:cNvPicPr/>
              <p:nvPr/>
            </p:nvPicPr>
            <p:blipFill>
              <a:blip r:embed="rId4"/>
              <a:stretch>
                <a:fillRect/>
              </a:stretch>
            </p:blipFill>
            <p:spPr>
              <a:xfrm>
                <a:off x="4135680" y="2411280"/>
                <a:ext cx="5835960" cy="2002320"/>
              </a:xfrm>
              <a:prstGeom prst="rect">
                <a:avLst/>
              </a:prstGeom>
            </p:spPr>
          </p:pic>
        </mc:Fallback>
      </mc:AlternateContent>
    </p:spTree>
    <p:extLst>
      <p:ext uri="{BB962C8B-B14F-4D97-AF65-F5344CB8AC3E}">
        <p14:creationId xmlns:p14="http://schemas.microsoft.com/office/powerpoint/2010/main" val="26947112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7197" y="0"/>
            <a:ext cx="9173266" cy="1325563"/>
          </a:xfrm>
        </p:spPr>
        <p:txBody>
          <a:bodyPr>
            <a:normAutofit/>
          </a:bodyPr>
          <a:lstStyle/>
          <a:p>
            <a:r>
              <a:rPr lang="en-IN" sz="3200" b="1" dirty="0">
                <a:solidFill>
                  <a:srgbClr val="C00000"/>
                </a:solidFill>
                <a:latin typeface="Times New Roman" pitchFamily="18" charset="0"/>
                <a:cs typeface="Times New Roman" pitchFamily="18" charset="0"/>
              </a:rPr>
              <a:t>Covariance matrix computation</a:t>
            </a:r>
          </a:p>
        </p:txBody>
      </p:sp>
      <p:cxnSp>
        <p:nvCxnSpPr>
          <p:cNvPr id="3" name="Straight Connector 2">
            <a:extLst>
              <a:ext uri="{FF2B5EF4-FFF2-40B4-BE49-F238E27FC236}">
                <a16:creationId xmlns:a16="http://schemas.microsoft.com/office/drawing/2014/main" id="{9FFC9232-0F3D-BF13-4461-6E51D2C9C5C7}"/>
              </a:ext>
            </a:extLst>
          </p:cNvPr>
          <p:cNvCxnSpPr>
            <a:cxnSpLocks/>
          </p:cNvCxnSpPr>
          <p:nvPr/>
        </p:nvCxnSpPr>
        <p:spPr>
          <a:xfrm>
            <a:off x="876300" y="914400"/>
            <a:ext cx="10515600" cy="0"/>
          </a:xfrm>
          <a:prstGeom prst="line">
            <a:avLst/>
          </a:prstGeom>
          <a:ln>
            <a:solidFill>
              <a:schemeClr val="tx1"/>
            </a:solidFill>
            <a:headEnd type="none"/>
            <a:tailEnd type="none"/>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32B275E0-60C0-FB99-861A-30651F256A1A}"/>
              </a:ext>
            </a:extLst>
          </p:cNvPr>
          <p:cNvSpPr txBox="1"/>
          <p:nvPr/>
        </p:nvSpPr>
        <p:spPr>
          <a:xfrm>
            <a:off x="1007197" y="1325562"/>
            <a:ext cx="10177606" cy="2800767"/>
          </a:xfrm>
          <a:prstGeom prst="rect">
            <a:avLst/>
          </a:prstGeom>
          <a:noFill/>
        </p:spPr>
        <p:txBody>
          <a:bodyPr wrap="square">
            <a:spAutoFit/>
          </a:bodyPr>
          <a:lstStyle/>
          <a:p>
            <a:pPr algn="l"/>
            <a:r>
              <a:rPr lang="en-US" sz="2200" b="0" i="0" u="none" strike="noStrike" baseline="0" dirty="0">
                <a:latin typeface="Calibri body"/>
              </a:rPr>
              <a:t>The aim of this step is to understand how the variables of the input data set are varying from the mean with respect to each other, or in other words, to see if there is any relationship between them.</a:t>
            </a:r>
          </a:p>
          <a:p>
            <a:pPr algn="l"/>
            <a:endParaRPr lang="en-US" sz="2200" b="0" i="0" u="none" strike="noStrike" baseline="0" dirty="0">
              <a:latin typeface="Calibri body"/>
            </a:endParaRPr>
          </a:p>
          <a:p>
            <a:pPr algn="l"/>
            <a:r>
              <a:rPr lang="en-US" sz="2200" b="0" i="0" u="none" strike="noStrike" baseline="0" dirty="0">
                <a:latin typeface="Calibri body"/>
              </a:rPr>
              <a:t>• Because sometimes, variables are highly correlated in such a way that they contain</a:t>
            </a:r>
          </a:p>
          <a:p>
            <a:pPr algn="l"/>
            <a:r>
              <a:rPr lang="en-US" sz="2200" b="0" i="0" u="none" strike="noStrike" baseline="0" dirty="0">
                <a:latin typeface="Calibri body"/>
              </a:rPr>
              <a:t>redundant information.</a:t>
            </a:r>
          </a:p>
          <a:p>
            <a:pPr algn="l"/>
            <a:endParaRPr lang="en-US" sz="2200" b="0" i="0" u="none" strike="noStrike" baseline="0" dirty="0">
              <a:latin typeface="Calibri body"/>
            </a:endParaRPr>
          </a:p>
          <a:p>
            <a:pPr algn="l"/>
            <a:r>
              <a:rPr lang="en-US" sz="2200" b="0" i="0" u="none" strike="noStrike" baseline="0" dirty="0">
                <a:latin typeface="Calibri body"/>
              </a:rPr>
              <a:t>• So, in order to identify these correlations, we compute the covariance matrix.</a:t>
            </a:r>
            <a:endParaRPr lang="en-US" sz="2200" dirty="0">
              <a:latin typeface="Calibri body"/>
              <a:ea typeface="+mj-ea"/>
              <a:cs typeface="Times New Roman" pitchFamily="18" charset="0"/>
            </a:endParaRPr>
          </a:p>
        </p:txBody>
      </p:sp>
      <p:pic>
        <p:nvPicPr>
          <p:cNvPr id="6" name="Picture 5">
            <a:extLst>
              <a:ext uri="{FF2B5EF4-FFF2-40B4-BE49-F238E27FC236}">
                <a16:creationId xmlns:a16="http://schemas.microsoft.com/office/drawing/2014/main" id="{3A0D42EA-CB81-418A-B378-F904231B86DB}"/>
              </a:ext>
            </a:extLst>
          </p:cNvPr>
          <p:cNvPicPr>
            <a:picLocks noChangeAspect="1"/>
          </p:cNvPicPr>
          <p:nvPr/>
        </p:nvPicPr>
        <p:blipFill>
          <a:blip r:embed="rId2"/>
          <a:stretch>
            <a:fillRect/>
          </a:stretch>
        </p:blipFill>
        <p:spPr>
          <a:xfrm>
            <a:off x="3044442" y="4537490"/>
            <a:ext cx="6103115" cy="1406110"/>
          </a:xfrm>
          <a:prstGeom prst="rect">
            <a:avLst/>
          </a:prstGeom>
        </p:spPr>
      </p:pic>
      <mc:AlternateContent xmlns:mc="http://schemas.openxmlformats.org/markup-compatibility/2006">
        <mc:Choice xmlns:p14="http://schemas.microsoft.com/office/powerpoint/2010/main" Requires="p14">
          <p:contentPart p14:bwMode="auto" r:id="rId3">
            <p14:nvContentPartPr>
              <p14:cNvPr id="8" name="Ink 7">
                <a:extLst>
                  <a:ext uri="{FF2B5EF4-FFF2-40B4-BE49-F238E27FC236}">
                    <a16:creationId xmlns:a16="http://schemas.microsoft.com/office/drawing/2014/main" id="{5C72A3B5-A47C-B375-E629-61F0557232F9}"/>
                  </a:ext>
                </a:extLst>
              </p14:cNvPr>
              <p14:cNvContentPartPr/>
              <p14:nvPr/>
            </p14:nvContentPartPr>
            <p14:xfrm>
              <a:off x="2521080" y="1756800"/>
              <a:ext cx="9297360" cy="4417920"/>
            </p14:xfrm>
          </p:contentPart>
        </mc:Choice>
        <mc:Fallback>
          <p:pic>
            <p:nvPicPr>
              <p:cNvPr id="8" name="Ink 7">
                <a:extLst>
                  <a:ext uri="{FF2B5EF4-FFF2-40B4-BE49-F238E27FC236}">
                    <a16:creationId xmlns:a16="http://schemas.microsoft.com/office/drawing/2014/main" id="{5C72A3B5-A47C-B375-E629-61F0557232F9}"/>
                  </a:ext>
                </a:extLst>
              </p:cNvPr>
              <p:cNvPicPr/>
              <p:nvPr/>
            </p:nvPicPr>
            <p:blipFill>
              <a:blip r:embed="rId4"/>
              <a:stretch>
                <a:fillRect/>
              </a:stretch>
            </p:blipFill>
            <p:spPr>
              <a:xfrm>
                <a:off x="2511720" y="1747440"/>
                <a:ext cx="9316080" cy="4436640"/>
              </a:xfrm>
              <a:prstGeom prst="rect">
                <a:avLst/>
              </a:prstGeom>
            </p:spPr>
          </p:pic>
        </mc:Fallback>
      </mc:AlternateContent>
    </p:spTree>
    <p:extLst>
      <p:ext uri="{BB962C8B-B14F-4D97-AF65-F5344CB8AC3E}">
        <p14:creationId xmlns:p14="http://schemas.microsoft.com/office/powerpoint/2010/main" val="23481727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7197" y="0"/>
            <a:ext cx="9173266" cy="1325563"/>
          </a:xfrm>
        </p:spPr>
        <p:txBody>
          <a:bodyPr>
            <a:normAutofit/>
          </a:bodyPr>
          <a:lstStyle/>
          <a:p>
            <a:r>
              <a:rPr lang="en-IN" sz="3200" b="1" dirty="0">
                <a:solidFill>
                  <a:srgbClr val="C00000"/>
                </a:solidFill>
                <a:latin typeface="Times New Roman" pitchFamily="18" charset="0"/>
                <a:cs typeface="Times New Roman" pitchFamily="18" charset="0"/>
              </a:rPr>
              <a:t>Covariance matrix computation</a:t>
            </a:r>
          </a:p>
        </p:txBody>
      </p:sp>
      <p:cxnSp>
        <p:nvCxnSpPr>
          <p:cNvPr id="3" name="Straight Connector 2">
            <a:extLst>
              <a:ext uri="{FF2B5EF4-FFF2-40B4-BE49-F238E27FC236}">
                <a16:creationId xmlns:a16="http://schemas.microsoft.com/office/drawing/2014/main" id="{9FFC9232-0F3D-BF13-4461-6E51D2C9C5C7}"/>
              </a:ext>
            </a:extLst>
          </p:cNvPr>
          <p:cNvCxnSpPr>
            <a:cxnSpLocks/>
          </p:cNvCxnSpPr>
          <p:nvPr/>
        </p:nvCxnSpPr>
        <p:spPr>
          <a:xfrm>
            <a:off x="876300" y="914400"/>
            <a:ext cx="10515600" cy="0"/>
          </a:xfrm>
          <a:prstGeom prst="line">
            <a:avLst/>
          </a:prstGeom>
          <a:ln>
            <a:solidFill>
              <a:schemeClr val="tx1"/>
            </a:solidFill>
            <a:headEnd type="none"/>
            <a:tailEnd type="none"/>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32B275E0-60C0-FB99-861A-30651F256A1A}"/>
              </a:ext>
            </a:extLst>
          </p:cNvPr>
          <p:cNvSpPr txBox="1"/>
          <p:nvPr/>
        </p:nvSpPr>
        <p:spPr>
          <a:xfrm>
            <a:off x="1007197" y="1325562"/>
            <a:ext cx="10177606" cy="2800767"/>
          </a:xfrm>
          <a:prstGeom prst="rect">
            <a:avLst/>
          </a:prstGeom>
          <a:noFill/>
        </p:spPr>
        <p:txBody>
          <a:bodyPr wrap="square">
            <a:spAutoFit/>
          </a:bodyPr>
          <a:lstStyle/>
          <a:p>
            <a:pPr marL="342900" indent="-342900" algn="l">
              <a:buFont typeface="Arial" panose="020B0604020202020204" pitchFamily="34" charset="0"/>
              <a:buChar char="•"/>
            </a:pPr>
            <a:r>
              <a:rPr lang="en-US" sz="2200" b="0" i="0" u="none" strike="noStrike" baseline="0" dirty="0">
                <a:latin typeface="Calibri body"/>
              </a:rPr>
              <a:t>Covariances tell us about the correlations between the variables</a:t>
            </a:r>
          </a:p>
          <a:p>
            <a:pPr marL="342900" indent="-342900" algn="l">
              <a:buFont typeface="Arial" panose="020B0604020202020204" pitchFamily="34" charset="0"/>
              <a:buChar char="•"/>
            </a:pPr>
            <a:endParaRPr lang="en-US" sz="2200" b="0" i="0" u="none" strike="noStrike" baseline="0" dirty="0">
              <a:latin typeface="Calibri body"/>
            </a:endParaRPr>
          </a:p>
          <a:p>
            <a:pPr marL="342900" indent="-342900" algn="l">
              <a:buFont typeface="Arial" panose="020B0604020202020204" pitchFamily="34" charset="0"/>
              <a:buChar char="•"/>
            </a:pPr>
            <a:r>
              <a:rPr lang="en-US" sz="2200" b="0" i="0" u="none" strike="noStrike" baseline="0" dirty="0">
                <a:latin typeface="Calibri body"/>
              </a:rPr>
              <a:t>It’s actually the sign of the covariance that matters :</a:t>
            </a:r>
          </a:p>
          <a:p>
            <a:pPr lvl="1"/>
            <a:r>
              <a:rPr lang="en-US" sz="2200" b="0" i="0" u="none" strike="noStrike" baseline="0" dirty="0">
                <a:latin typeface="Calibri body"/>
              </a:rPr>
              <a:t>– if positive then : the two variables increase or decrease together (correlated)</a:t>
            </a:r>
          </a:p>
          <a:p>
            <a:pPr lvl="1"/>
            <a:r>
              <a:rPr lang="en-US" sz="2200" b="0" i="0" u="none" strike="noStrike" baseline="0" dirty="0">
                <a:latin typeface="Calibri body"/>
              </a:rPr>
              <a:t>– if negative then : One increases when the other decreases (Inversely correlated)</a:t>
            </a:r>
          </a:p>
          <a:p>
            <a:pPr lvl="1"/>
            <a:endParaRPr lang="en-US" sz="2200" b="0" i="0" u="none" strike="noStrike" baseline="0" dirty="0">
              <a:latin typeface="Calibri body"/>
            </a:endParaRPr>
          </a:p>
          <a:p>
            <a:pPr marL="342900" indent="-342900" algn="l">
              <a:buFont typeface="Arial" panose="020B0604020202020204" pitchFamily="34" charset="0"/>
              <a:buChar char="•"/>
            </a:pPr>
            <a:r>
              <a:rPr lang="en-US" sz="2200" b="0" i="0" u="none" strike="noStrike" baseline="0" dirty="0">
                <a:latin typeface="Calibri body"/>
              </a:rPr>
              <a:t>Covariance matrix is a table that summaries the correlations between all the possible pairs of variables</a:t>
            </a:r>
            <a:endParaRPr lang="en-US" sz="2200" dirty="0">
              <a:latin typeface="Calibri body"/>
              <a:ea typeface="+mj-ea"/>
              <a:cs typeface="Times New Roman" pitchFamily="18" charset="0"/>
            </a:endParaRP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608FB04F-4E4E-D692-A052-605D242B7E3C}"/>
                  </a:ext>
                </a:extLst>
              </p14:cNvPr>
              <p14:cNvContentPartPr/>
              <p14:nvPr/>
            </p14:nvContentPartPr>
            <p14:xfrm>
              <a:off x="2256120" y="1971720"/>
              <a:ext cx="7630200" cy="2321640"/>
            </p14:xfrm>
          </p:contentPart>
        </mc:Choice>
        <mc:Fallback>
          <p:pic>
            <p:nvPicPr>
              <p:cNvPr id="4" name="Ink 3">
                <a:extLst>
                  <a:ext uri="{FF2B5EF4-FFF2-40B4-BE49-F238E27FC236}">
                    <a16:creationId xmlns:a16="http://schemas.microsoft.com/office/drawing/2014/main" id="{608FB04F-4E4E-D692-A052-605D242B7E3C}"/>
                  </a:ext>
                </a:extLst>
              </p:cNvPr>
              <p:cNvPicPr/>
              <p:nvPr/>
            </p:nvPicPr>
            <p:blipFill>
              <a:blip r:embed="rId3"/>
              <a:stretch>
                <a:fillRect/>
              </a:stretch>
            </p:blipFill>
            <p:spPr>
              <a:xfrm>
                <a:off x="2246760" y="1962360"/>
                <a:ext cx="7648920" cy="2340360"/>
              </a:xfrm>
              <a:prstGeom prst="rect">
                <a:avLst/>
              </a:prstGeom>
            </p:spPr>
          </p:pic>
        </mc:Fallback>
      </mc:AlternateContent>
    </p:spTree>
    <p:extLst>
      <p:ext uri="{BB962C8B-B14F-4D97-AF65-F5344CB8AC3E}">
        <p14:creationId xmlns:p14="http://schemas.microsoft.com/office/powerpoint/2010/main" val="39049108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7197" y="0"/>
            <a:ext cx="9173266" cy="1325563"/>
          </a:xfrm>
        </p:spPr>
        <p:txBody>
          <a:bodyPr>
            <a:normAutofit/>
          </a:bodyPr>
          <a:lstStyle/>
          <a:p>
            <a:r>
              <a:rPr lang="en-IN" sz="3200" b="1" dirty="0">
                <a:solidFill>
                  <a:srgbClr val="C00000"/>
                </a:solidFill>
                <a:latin typeface="Times New Roman" pitchFamily="18" charset="0"/>
                <a:cs typeface="Times New Roman" pitchFamily="18" charset="0"/>
              </a:rPr>
              <a:t>Principal Components</a:t>
            </a:r>
          </a:p>
        </p:txBody>
      </p:sp>
      <p:cxnSp>
        <p:nvCxnSpPr>
          <p:cNvPr id="3" name="Straight Connector 2">
            <a:extLst>
              <a:ext uri="{FF2B5EF4-FFF2-40B4-BE49-F238E27FC236}">
                <a16:creationId xmlns:a16="http://schemas.microsoft.com/office/drawing/2014/main" id="{9FFC9232-0F3D-BF13-4461-6E51D2C9C5C7}"/>
              </a:ext>
            </a:extLst>
          </p:cNvPr>
          <p:cNvCxnSpPr>
            <a:cxnSpLocks/>
          </p:cNvCxnSpPr>
          <p:nvPr/>
        </p:nvCxnSpPr>
        <p:spPr>
          <a:xfrm>
            <a:off x="876300" y="914400"/>
            <a:ext cx="10515600" cy="0"/>
          </a:xfrm>
          <a:prstGeom prst="line">
            <a:avLst/>
          </a:prstGeom>
          <a:ln>
            <a:solidFill>
              <a:schemeClr val="tx1"/>
            </a:solidFill>
            <a:headEnd type="none"/>
            <a:tailEnd type="none"/>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32B275E0-60C0-FB99-861A-30651F256A1A}"/>
              </a:ext>
            </a:extLst>
          </p:cNvPr>
          <p:cNvSpPr txBox="1"/>
          <p:nvPr/>
        </p:nvSpPr>
        <p:spPr>
          <a:xfrm>
            <a:off x="508433" y="1325563"/>
            <a:ext cx="6460403" cy="5170646"/>
          </a:xfrm>
          <a:prstGeom prst="rect">
            <a:avLst/>
          </a:prstGeom>
          <a:noFill/>
        </p:spPr>
        <p:txBody>
          <a:bodyPr wrap="square">
            <a:spAutoFit/>
          </a:bodyPr>
          <a:lstStyle/>
          <a:p>
            <a:pPr algn="l"/>
            <a:r>
              <a:rPr lang="en-US" sz="2200" b="0" i="0" u="none" strike="noStrike" baseline="0" dirty="0">
                <a:latin typeface="Calibri body"/>
              </a:rPr>
              <a:t>• Principal components are new variables that are constructed as linear combinations or mixtures of the initial variables.</a:t>
            </a:r>
          </a:p>
          <a:p>
            <a:pPr algn="l"/>
            <a:endParaRPr lang="en-US" sz="2200" b="0" i="0" u="none" strike="noStrike" baseline="0" dirty="0">
              <a:latin typeface="Calibri body"/>
            </a:endParaRPr>
          </a:p>
          <a:p>
            <a:pPr algn="l"/>
            <a:r>
              <a:rPr lang="en-US" sz="2200" b="0" i="0" u="none" strike="noStrike" baseline="0" dirty="0">
                <a:latin typeface="Calibri body"/>
              </a:rPr>
              <a:t>• These combinations are done in such a way that the new variables (i.e., principal components) are uncorrelated and most of the information within the initial variables is squeezed or compressed into the first components.</a:t>
            </a:r>
          </a:p>
          <a:p>
            <a:pPr algn="l"/>
            <a:endParaRPr lang="en-US" sz="2200" b="0" i="0" u="none" strike="noStrike" baseline="0" dirty="0">
              <a:latin typeface="Calibri body"/>
            </a:endParaRPr>
          </a:p>
          <a:p>
            <a:pPr algn="l"/>
            <a:r>
              <a:rPr lang="en-US" sz="2200" b="0" i="0" u="none" strike="noStrike" baseline="0" dirty="0">
                <a:latin typeface="Calibri body"/>
              </a:rPr>
              <a:t>• So, the idea is 10-dimensional data gives you 10 principal components, but PCA tries to put maximum possible information in the first component, then maximum remaining information in the second and so on</a:t>
            </a:r>
            <a:endParaRPr lang="en-US" sz="2200" dirty="0">
              <a:latin typeface="Calibri body"/>
              <a:ea typeface="+mj-ea"/>
              <a:cs typeface="Times New Roman" pitchFamily="18" charset="0"/>
            </a:endParaRPr>
          </a:p>
        </p:txBody>
      </p:sp>
      <p:pic>
        <p:nvPicPr>
          <p:cNvPr id="4" name="Picture 3">
            <a:extLst>
              <a:ext uri="{FF2B5EF4-FFF2-40B4-BE49-F238E27FC236}">
                <a16:creationId xmlns:a16="http://schemas.microsoft.com/office/drawing/2014/main" id="{6D110EA4-DD01-C254-D11B-3C55004E0EAA}"/>
              </a:ext>
            </a:extLst>
          </p:cNvPr>
          <p:cNvPicPr>
            <a:picLocks noChangeAspect="1"/>
          </p:cNvPicPr>
          <p:nvPr/>
        </p:nvPicPr>
        <p:blipFill>
          <a:blip r:embed="rId2"/>
          <a:stretch>
            <a:fillRect/>
          </a:stretch>
        </p:blipFill>
        <p:spPr>
          <a:xfrm>
            <a:off x="6840682" y="1828801"/>
            <a:ext cx="5351318" cy="3692409"/>
          </a:xfrm>
          <a:prstGeom prst="rect">
            <a:avLst/>
          </a:prstGeom>
        </p:spPr>
      </p:pic>
      <mc:AlternateContent xmlns:mc="http://schemas.openxmlformats.org/markup-compatibility/2006">
        <mc:Choice xmlns:p14="http://schemas.microsoft.com/office/powerpoint/2010/main" Requires="p14">
          <p:contentPart p14:bwMode="auto" r:id="rId3">
            <p14:nvContentPartPr>
              <p14:cNvPr id="5" name="Ink 4">
                <a:extLst>
                  <a:ext uri="{FF2B5EF4-FFF2-40B4-BE49-F238E27FC236}">
                    <a16:creationId xmlns:a16="http://schemas.microsoft.com/office/drawing/2014/main" id="{52F9E270-93AE-6A4D-B62A-02D2979BC78E}"/>
                  </a:ext>
                </a:extLst>
              </p14:cNvPr>
              <p14:cNvContentPartPr/>
              <p14:nvPr/>
            </p14:nvContentPartPr>
            <p14:xfrm>
              <a:off x="1218240" y="208080"/>
              <a:ext cx="9972360" cy="5933160"/>
            </p14:xfrm>
          </p:contentPart>
        </mc:Choice>
        <mc:Fallback>
          <p:pic>
            <p:nvPicPr>
              <p:cNvPr id="5" name="Ink 4">
                <a:extLst>
                  <a:ext uri="{FF2B5EF4-FFF2-40B4-BE49-F238E27FC236}">
                    <a16:creationId xmlns:a16="http://schemas.microsoft.com/office/drawing/2014/main" id="{52F9E270-93AE-6A4D-B62A-02D2979BC78E}"/>
                  </a:ext>
                </a:extLst>
              </p:cNvPr>
              <p:cNvPicPr/>
              <p:nvPr/>
            </p:nvPicPr>
            <p:blipFill>
              <a:blip r:embed="rId4"/>
              <a:stretch>
                <a:fillRect/>
              </a:stretch>
            </p:blipFill>
            <p:spPr>
              <a:xfrm>
                <a:off x="1208880" y="198720"/>
                <a:ext cx="9991080" cy="5951880"/>
              </a:xfrm>
              <a:prstGeom prst="rect">
                <a:avLst/>
              </a:prstGeom>
            </p:spPr>
          </p:pic>
        </mc:Fallback>
      </mc:AlternateContent>
    </p:spTree>
    <p:extLst>
      <p:ext uri="{BB962C8B-B14F-4D97-AF65-F5344CB8AC3E}">
        <p14:creationId xmlns:p14="http://schemas.microsoft.com/office/powerpoint/2010/main" val="42895494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7197" y="0"/>
            <a:ext cx="9173266" cy="1325563"/>
          </a:xfrm>
        </p:spPr>
        <p:txBody>
          <a:bodyPr>
            <a:normAutofit/>
          </a:bodyPr>
          <a:lstStyle/>
          <a:p>
            <a:r>
              <a:rPr lang="en-IN" sz="3200" b="1" dirty="0">
                <a:solidFill>
                  <a:srgbClr val="C00000"/>
                </a:solidFill>
                <a:latin typeface="Times New Roman" pitchFamily="18" charset="0"/>
                <a:cs typeface="Times New Roman" pitchFamily="18" charset="0"/>
              </a:rPr>
              <a:t>Principal components</a:t>
            </a:r>
          </a:p>
        </p:txBody>
      </p:sp>
      <p:cxnSp>
        <p:nvCxnSpPr>
          <p:cNvPr id="3" name="Straight Connector 2">
            <a:extLst>
              <a:ext uri="{FF2B5EF4-FFF2-40B4-BE49-F238E27FC236}">
                <a16:creationId xmlns:a16="http://schemas.microsoft.com/office/drawing/2014/main" id="{9FFC9232-0F3D-BF13-4461-6E51D2C9C5C7}"/>
              </a:ext>
            </a:extLst>
          </p:cNvPr>
          <p:cNvCxnSpPr>
            <a:cxnSpLocks/>
          </p:cNvCxnSpPr>
          <p:nvPr/>
        </p:nvCxnSpPr>
        <p:spPr>
          <a:xfrm>
            <a:off x="876300" y="914400"/>
            <a:ext cx="10515600" cy="0"/>
          </a:xfrm>
          <a:prstGeom prst="line">
            <a:avLst/>
          </a:prstGeom>
          <a:ln>
            <a:solidFill>
              <a:schemeClr val="tx1"/>
            </a:solidFill>
            <a:headEnd type="none"/>
            <a:tailEnd type="none"/>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32B275E0-60C0-FB99-861A-30651F256A1A}"/>
              </a:ext>
            </a:extLst>
          </p:cNvPr>
          <p:cNvSpPr txBox="1"/>
          <p:nvPr/>
        </p:nvSpPr>
        <p:spPr>
          <a:xfrm>
            <a:off x="1007197" y="1325562"/>
            <a:ext cx="10177606" cy="3477875"/>
          </a:xfrm>
          <a:prstGeom prst="rect">
            <a:avLst/>
          </a:prstGeom>
          <a:noFill/>
        </p:spPr>
        <p:txBody>
          <a:bodyPr wrap="square">
            <a:spAutoFit/>
          </a:bodyPr>
          <a:lstStyle/>
          <a:p>
            <a:pPr algn="l"/>
            <a:r>
              <a:rPr lang="en-US" sz="2200" b="0" i="0" u="none" strike="noStrike" baseline="0" dirty="0">
                <a:latin typeface="Calibri body"/>
              </a:rPr>
              <a:t>• Organizing information in principal components this way allows to reduce dimensionality without losing much information, by discarding the components with low information and considering the remaining components as your new variables.</a:t>
            </a:r>
          </a:p>
          <a:p>
            <a:pPr algn="l"/>
            <a:endParaRPr lang="en-US" sz="2200" b="0" i="0" u="none" strike="noStrike" baseline="0" dirty="0">
              <a:latin typeface="Calibri body"/>
            </a:endParaRPr>
          </a:p>
          <a:p>
            <a:pPr algn="l"/>
            <a:r>
              <a:rPr lang="en-US" sz="2200" b="0" i="0" u="none" strike="noStrike" baseline="0" dirty="0">
                <a:latin typeface="Calibri body"/>
              </a:rPr>
              <a:t>• Note: The principal components are less interpretable and don’t have any real meaning since they are constructed as linear combinations of the initial variables.</a:t>
            </a:r>
          </a:p>
          <a:p>
            <a:pPr algn="l"/>
            <a:endParaRPr lang="en-US" sz="2200" b="0" i="0" u="none" strike="noStrike" baseline="0" dirty="0">
              <a:latin typeface="Calibri body"/>
            </a:endParaRPr>
          </a:p>
          <a:p>
            <a:pPr algn="l"/>
            <a:r>
              <a:rPr lang="en-US" sz="2200" b="0" i="0" u="none" strike="noStrike" baseline="0" dirty="0">
                <a:latin typeface="Calibri body"/>
              </a:rPr>
              <a:t>• Geometrically speaking, principal components represent the directions of the data that explain a maximal amount of variance, that is to say, the lines that capture most</a:t>
            </a:r>
          </a:p>
          <a:p>
            <a:pPr algn="l"/>
            <a:r>
              <a:rPr lang="en-US" sz="2200" b="0" i="0" u="none" strike="noStrike" baseline="0" dirty="0">
                <a:latin typeface="Calibri body"/>
              </a:rPr>
              <a:t>information of the data.</a:t>
            </a:r>
            <a:endParaRPr lang="en-US" sz="2200" dirty="0">
              <a:latin typeface="Calibri body"/>
              <a:ea typeface="+mj-ea"/>
              <a:cs typeface="Times New Roman" pitchFamily="18" charset="0"/>
            </a:endParaRP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907C3555-EF38-344E-8D69-852535234605}"/>
                  </a:ext>
                </a:extLst>
              </p14:cNvPr>
              <p14:cNvContentPartPr/>
              <p14:nvPr/>
            </p14:nvContentPartPr>
            <p14:xfrm>
              <a:off x="1820160" y="119880"/>
              <a:ext cx="10088640" cy="4881960"/>
            </p14:xfrm>
          </p:contentPart>
        </mc:Choice>
        <mc:Fallback>
          <p:pic>
            <p:nvPicPr>
              <p:cNvPr id="4" name="Ink 3">
                <a:extLst>
                  <a:ext uri="{FF2B5EF4-FFF2-40B4-BE49-F238E27FC236}">
                    <a16:creationId xmlns:a16="http://schemas.microsoft.com/office/drawing/2014/main" id="{907C3555-EF38-344E-8D69-852535234605}"/>
                  </a:ext>
                </a:extLst>
              </p:cNvPr>
              <p:cNvPicPr/>
              <p:nvPr/>
            </p:nvPicPr>
            <p:blipFill>
              <a:blip r:embed="rId3"/>
              <a:stretch>
                <a:fillRect/>
              </a:stretch>
            </p:blipFill>
            <p:spPr>
              <a:xfrm>
                <a:off x="1810800" y="110520"/>
                <a:ext cx="10107360" cy="4900680"/>
              </a:xfrm>
              <a:prstGeom prst="rect">
                <a:avLst/>
              </a:prstGeom>
            </p:spPr>
          </p:pic>
        </mc:Fallback>
      </mc:AlternateContent>
    </p:spTree>
    <p:extLst>
      <p:ext uri="{BB962C8B-B14F-4D97-AF65-F5344CB8AC3E}">
        <p14:creationId xmlns:p14="http://schemas.microsoft.com/office/powerpoint/2010/main" val="35004385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7197" y="0"/>
            <a:ext cx="9173266" cy="1325563"/>
          </a:xfrm>
        </p:spPr>
        <p:txBody>
          <a:bodyPr>
            <a:normAutofit/>
          </a:bodyPr>
          <a:lstStyle/>
          <a:p>
            <a:r>
              <a:rPr lang="en-IN" sz="3200" b="1" dirty="0">
                <a:solidFill>
                  <a:srgbClr val="C00000"/>
                </a:solidFill>
                <a:latin typeface="Times New Roman" pitchFamily="18" charset="0"/>
                <a:cs typeface="Times New Roman" pitchFamily="18" charset="0"/>
              </a:rPr>
              <a:t>Principal components</a:t>
            </a:r>
          </a:p>
        </p:txBody>
      </p:sp>
      <p:cxnSp>
        <p:nvCxnSpPr>
          <p:cNvPr id="3" name="Straight Connector 2">
            <a:extLst>
              <a:ext uri="{FF2B5EF4-FFF2-40B4-BE49-F238E27FC236}">
                <a16:creationId xmlns:a16="http://schemas.microsoft.com/office/drawing/2014/main" id="{9FFC9232-0F3D-BF13-4461-6E51D2C9C5C7}"/>
              </a:ext>
            </a:extLst>
          </p:cNvPr>
          <p:cNvCxnSpPr>
            <a:cxnSpLocks/>
          </p:cNvCxnSpPr>
          <p:nvPr/>
        </p:nvCxnSpPr>
        <p:spPr>
          <a:xfrm>
            <a:off x="876300" y="914400"/>
            <a:ext cx="10515600" cy="0"/>
          </a:xfrm>
          <a:prstGeom prst="line">
            <a:avLst/>
          </a:prstGeom>
          <a:ln>
            <a:solidFill>
              <a:schemeClr val="tx1"/>
            </a:solidFill>
            <a:headEnd type="none"/>
            <a:tailEnd type="none"/>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32B275E0-60C0-FB99-861A-30651F256A1A}"/>
              </a:ext>
            </a:extLst>
          </p:cNvPr>
          <p:cNvSpPr txBox="1"/>
          <p:nvPr/>
        </p:nvSpPr>
        <p:spPr>
          <a:xfrm>
            <a:off x="1007197" y="1325562"/>
            <a:ext cx="5587567" cy="4493538"/>
          </a:xfrm>
          <a:prstGeom prst="rect">
            <a:avLst/>
          </a:prstGeom>
          <a:noFill/>
        </p:spPr>
        <p:txBody>
          <a:bodyPr wrap="square">
            <a:spAutoFit/>
          </a:bodyPr>
          <a:lstStyle/>
          <a:p>
            <a:pPr algn="l"/>
            <a:r>
              <a:rPr lang="en-US" sz="2200" b="0" i="0" u="none" strike="noStrike" baseline="0" dirty="0">
                <a:latin typeface="Calibri body"/>
              </a:rPr>
              <a:t>For example, let’s assume that the scatter plot of our data set is as shown here, can we guess the first principal component?</a:t>
            </a:r>
          </a:p>
          <a:p>
            <a:pPr algn="l"/>
            <a:endParaRPr lang="en-US" sz="2200" b="0" i="0" u="none" strike="noStrike" baseline="0" dirty="0">
              <a:latin typeface="Calibri body"/>
            </a:endParaRPr>
          </a:p>
          <a:p>
            <a:pPr algn="l"/>
            <a:r>
              <a:rPr lang="en-US" sz="2200" b="0" i="0" u="none" strike="noStrike" baseline="0" dirty="0">
                <a:latin typeface="Calibri body"/>
              </a:rPr>
              <a:t>• Yes, it’s approximately the line that matches the purple marks because it goes through the origin and it’s the line in which the projection of the points (red dots) is the most spread out.</a:t>
            </a:r>
          </a:p>
          <a:p>
            <a:pPr algn="l"/>
            <a:endParaRPr lang="en-US" sz="2200" b="0" i="0" u="none" strike="noStrike" baseline="0" dirty="0">
              <a:latin typeface="Calibri body"/>
            </a:endParaRPr>
          </a:p>
          <a:p>
            <a:pPr algn="l"/>
            <a:r>
              <a:rPr lang="en-US" sz="2200" b="0" i="0" u="none" strike="noStrike" baseline="0" dirty="0">
                <a:latin typeface="Calibri body"/>
              </a:rPr>
              <a:t>• Or mathematically speaking, it’s the line that maximizes the variance (the average of the squared distances from the projected points (red dots) to the origin).</a:t>
            </a:r>
            <a:endParaRPr lang="en-US" sz="2200" dirty="0">
              <a:latin typeface="Calibri body"/>
              <a:ea typeface="+mj-ea"/>
              <a:cs typeface="Times New Roman" pitchFamily="18" charset="0"/>
            </a:endParaRPr>
          </a:p>
        </p:txBody>
      </p:sp>
      <p:pic>
        <p:nvPicPr>
          <p:cNvPr id="4" name="Picture 3">
            <a:extLst>
              <a:ext uri="{FF2B5EF4-FFF2-40B4-BE49-F238E27FC236}">
                <a16:creationId xmlns:a16="http://schemas.microsoft.com/office/drawing/2014/main" id="{06D524CF-F932-21CF-6F80-E07C5EBFADBD}"/>
              </a:ext>
            </a:extLst>
          </p:cNvPr>
          <p:cNvPicPr>
            <a:picLocks noChangeAspect="1"/>
          </p:cNvPicPr>
          <p:nvPr/>
        </p:nvPicPr>
        <p:blipFill rotWithShape="1">
          <a:blip r:embed="rId2"/>
          <a:srcRect l="30620" r="29051"/>
          <a:stretch/>
        </p:blipFill>
        <p:spPr>
          <a:xfrm>
            <a:off x="6903027" y="1491345"/>
            <a:ext cx="4488873" cy="4452255"/>
          </a:xfrm>
          <a:prstGeom prst="rect">
            <a:avLst/>
          </a:prstGeom>
        </p:spPr>
      </p:pic>
      <mc:AlternateContent xmlns:mc="http://schemas.openxmlformats.org/markup-compatibility/2006">
        <mc:Choice xmlns:p14="http://schemas.microsoft.com/office/powerpoint/2010/main" Requires="p14">
          <p:contentPart p14:bwMode="auto" r:id="rId3">
            <p14:nvContentPartPr>
              <p14:cNvPr id="5" name="Ink 4">
                <a:extLst>
                  <a:ext uri="{FF2B5EF4-FFF2-40B4-BE49-F238E27FC236}">
                    <a16:creationId xmlns:a16="http://schemas.microsoft.com/office/drawing/2014/main" id="{70AAF9F8-77F0-B9F8-20C3-D55A2E37152B}"/>
                  </a:ext>
                </a:extLst>
              </p14:cNvPr>
              <p14:cNvContentPartPr/>
              <p14:nvPr/>
            </p14:nvContentPartPr>
            <p14:xfrm>
              <a:off x="2814840" y="2011680"/>
              <a:ext cx="8845920" cy="3891960"/>
            </p14:xfrm>
          </p:contentPart>
        </mc:Choice>
        <mc:Fallback>
          <p:pic>
            <p:nvPicPr>
              <p:cNvPr id="5" name="Ink 4">
                <a:extLst>
                  <a:ext uri="{FF2B5EF4-FFF2-40B4-BE49-F238E27FC236}">
                    <a16:creationId xmlns:a16="http://schemas.microsoft.com/office/drawing/2014/main" id="{70AAF9F8-77F0-B9F8-20C3-D55A2E37152B}"/>
                  </a:ext>
                </a:extLst>
              </p:cNvPr>
              <p:cNvPicPr/>
              <p:nvPr/>
            </p:nvPicPr>
            <p:blipFill>
              <a:blip r:embed="rId4"/>
              <a:stretch>
                <a:fillRect/>
              </a:stretch>
            </p:blipFill>
            <p:spPr>
              <a:xfrm>
                <a:off x="2805480" y="2002320"/>
                <a:ext cx="8864640" cy="3910680"/>
              </a:xfrm>
              <a:prstGeom prst="rect">
                <a:avLst/>
              </a:prstGeom>
            </p:spPr>
          </p:pic>
        </mc:Fallback>
      </mc:AlternateContent>
    </p:spTree>
    <p:extLst>
      <p:ext uri="{BB962C8B-B14F-4D97-AF65-F5344CB8AC3E}">
        <p14:creationId xmlns:p14="http://schemas.microsoft.com/office/powerpoint/2010/main" val="26328250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a:spLocks noChangeArrowheads="1"/>
          </p:cNvSpPr>
          <p:nvPr/>
        </p:nvSpPr>
        <p:spPr bwMode="auto">
          <a:xfrm rot="20995170">
            <a:off x="2045159" y="2362983"/>
            <a:ext cx="7793037" cy="1462088"/>
          </a:xfrm>
          <a:prstGeom prst="rect">
            <a:avLst/>
          </a:prstGeom>
          <a:noFill/>
          <a:ln w="9525">
            <a:noFill/>
            <a:miter lim="800000"/>
            <a:headEnd/>
            <a:tailEnd/>
          </a:ln>
        </p:spPr>
        <p:txBody>
          <a:bodyPr anchor="ctr"/>
          <a:lstStyle/>
          <a:p>
            <a:pPr algn="ctr">
              <a:defRPr/>
            </a:pPr>
            <a:r>
              <a:rPr lang="en-US" sz="11100" b="1" i="1" dirty="0">
                <a:solidFill>
                  <a:srgbClr val="008000"/>
                </a:solidFill>
                <a:effectLst>
                  <a:outerShdw blurRad="38100" dist="38100" dir="2700000" algn="tl">
                    <a:srgbClr val="C0C0C0"/>
                  </a:outerShdw>
                </a:effectLst>
                <a:latin typeface="Monotype Corsiva" pitchFamily="66" charset="0"/>
              </a:rPr>
              <a:t>Thank You </a:t>
            </a:r>
          </a:p>
        </p:txBody>
      </p:sp>
      <p:sp>
        <p:nvSpPr>
          <p:cNvPr id="3" name="Slide Number Placeholder 2"/>
          <p:cNvSpPr>
            <a:spLocks noGrp="1"/>
          </p:cNvSpPr>
          <p:nvPr>
            <p:ph type="sldNum" sz="quarter" idx="12"/>
          </p:nvPr>
        </p:nvSpPr>
        <p:spPr/>
        <p:txBody>
          <a:bodyPr/>
          <a:lstStyle/>
          <a:p>
            <a:fld id="{B6F15528-21DE-4FAA-801E-634DDDAF4B2B}" type="slidenum">
              <a:rPr lang="en-US" smtClean="0"/>
              <a:pPr/>
              <a:t>20</a:t>
            </a:fld>
            <a:endParaRPr lang="en-US"/>
          </a:p>
        </p:txBody>
      </p:sp>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1000" fill="hold"/>
                                        <p:tgtEl>
                                          <p:spTgt spid="6"/>
                                        </p:tgtEl>
                                        <p:attrNameLst>
                                          <p:attrName>ppt_w</p:attrName>
                                        </p:attrNameLst>
                                      </p:cBhvr>
                                      <p:tavLst>
                                        <p:tav tm="0">
                                          <p:val>
                                            <p:strVal val="#ppt_w*0.70"/>
                                          </p:val>
                                        </p:tav>
                                        <p:tav tm="100000">
                                          <p:val>
                                            <p:strVal val="#ppt_w"/>
                                          </p:val>
                                        </p:tav>
                                      </p:tavLst>
                                    </p:anim>
                                    <p:anim calcmode="lin" valueType="num">
                                      <p:cBhvr>
                                        <p:cTn id="8" dur="1000" fill="hold"/>
                                        <p:tgtEl>
                                          <p:spTgt spid="6"/>
                                        </p:tgtEl>
                                        <p:attrNameLst>
                                          <p:attrName>ppt_h</p:attrName>
                                        </p:attrNameLst>
                                      </p:cBhvr>
                                      <p:tavLst>
                                        <p:tav tm="0">
                                          <p:val>
                                            <p:strVal val="#ppt_h"/>
                                          </p:val>
                                        </p:tav>
                                        <p:tav tm="100000">
                                          <p:val>
                                            <p:strVal val="#ppt_h"/>
                                          </p:val>
                                        </p:tav>
                                      </p:tavLst>
                                    </p:anim>
                                    <p:animEffect transition="in" filter="fade">
                                      <p:cBhvr>
                                        <p:cTn id="9"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2013 - 2022 Theme</Template>
  <TotalTime>4717</TotalTime>
  <Words>1325</Words>
  <Application>Microsoft Office PowerPoint</Application>
  <PresentationFormat>Widescreen</PresentationFormat>
  <Paragraphs>129</Paragraphs>
  <Slides>20</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20</vt:i4>
      </vt:variant>
    </vt:vector>
  </HeadingPairs>
  <TitlesOfParts>
    <vt:vector size="28" baseType="lpstr">
      <vt:lpstr>Aptos</vt:lpstr>
      <vt:lpstr>Arial</vt:lpstr>
      <vt:lpstr>Calibri</vt:lpstr>
      <vt:lpstr>Calibri body</vt:lpstr>
      <vt:lpstr>Calibri Light</vt:lpstr>
      <vt:lpstr>Monotype Corsiva</vt:lpstr>
      <vt:lpstr>Times New Roman</vt:lpstr>
      <vt:lpstr>Office 2013 - 2022 Theme</vt:lpstr>
      <vt:lpstr>PowerPoint Presentation</vt:lpstr>
      <vt:lpstr>Principal Component Analysis (PCA)</vt:lpstr>
      <vt:lpstr>Dimensionality reduction</vt:lpstr>
      <vt:lpstr>Principal Component Analysis (PCA)</vt:lpstr>
      <vt:lpstr>Why PCA?</vt:lpstr>
      <vt:lpstr>Important terminologies</vt:lpstr>
      <vt:lpstr>Variance</vt:lpstr>
      <vt:lpstr>CoVariance</vt:lpstr>
      <vt:lpstr>CoVariance</vt:lpstr>
      <vt:lpstr>Eigen values and Eigen vectors</vt:lpstr>
      <vt:lpstr>Eigen vectors</vt:lpstr>
      <vt:lpstr>Steps in PCA</vt:lpstr>
      <vt:lpstr>Standardization</vt:lpstr>
      <vt:lpstr>Standardization</vt:lpstr>
      <vt:lpstr>Covariance matrix computation</vt:lpstr>
      <vt:lpstr>Covariance matrix computation</vt:lpstr>
      <vt:lpstr>Principal Components</vt:lpstr>
      <vt:lpstr>Principal components</vt:lpstr>
      <vt:lpstr>Principal components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Hoor Fatima</dc:creator>
  <cp:lastModifiedBy>Deepika Vatsa</cp:lastModifiedBy>
  <cp:revision>1</cp:revision>
  <dcterms:created xsi:type="dcterms:W3CDTF">2025-07-21T17:24:10Z</dcterms:created>
  <dcterms:modified xsi:type="dcterms:W3CDTF">2025-10-29T11:31:36Z</dcterms:modified>
</cp:coreProperties>
</file>