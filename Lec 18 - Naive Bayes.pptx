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notesSlides/notesSlide2.xml" ContentType="application/vnd.openxmlformats-officedocument.presentationml.notesSlide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notesSlides/notesSlide3.xml" ContentType="application/vnd.openxmlformats-officedocument.presentationml.notesSlide+xml"/>
  <Override PartName="/ppt/ink/ink278.xml" ContentType="application/inkml+xml"/>
  <Override PartName="/ppt/ink/ink279.xml" ContentType="application/inkml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ink/ink280.xml" ContentType="application/inkml+xml"/>
  <Override PartName="/ppt/notesSlides/notesSlide4.xml" ContentType="application/vnd.openxmlformats-officedocument.presentationml.notesSlide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8"/>
  </p:notesMasterIdLst>
  <p:handoutMasterIdLst>
    <p:handoutMasterId r:id="rId29"/>
  </p:handoutMasterIdLst>
  <p:sldIdLst>
    <p:sldId id="259" r:id="rId3"/>
    <p:sldId id="383" r:id="rId4"/>
    <p:sldId id="266" r:id="rId5"/>
    <p:sldId id="260" r:id="rId6"/>
    <p:sldId id="384" r:id="rId7"/>
    <p:sldId id="416" r:id="rId8"/>
    <p:sldId id="417" r:id="rId9"/>
    <p:sldId id="385" r:id="rId10"/>
    <p:sldId id="386" r:id="rId11"/>
    <p:sldId id="387" r:id="rId12"/>
    <p:sldId id="388" r:id="rId13"/>
    <p:sldId id="390" r:id="rId14"/>
    <p:sldId id="392" r:id="rId15"/>
    <p:sldId id="268" r:id="rId16"/>
    <p:sldId id="391" r:id="rId17"/>
    <p:sldId id="411" r:id="rId18"/>
    <p:sldId id="412" r:id="rId19"/>
    <p:sldId id="413" r:id="rId20"/>
    <p:sldId id="414" r:id="rId21"/>
    <p:sldId id="393" r:id="rId22"/>
    <p:sldId id="396" r:id="rId23"/>
    <p:sldId id="397" r:id="rId24"/>
    <p:sldId id="415" r:id="rId25"/>
    <p:sldId id="398" r:id="rId26"/>
    <p:sldId id="400" r:id="rId2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00CBF8-4A67-47D7-9141-F2E3DE90E052}" v="48" dt="2025-09-09T06:39:53.9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0" autoAdjust="0"/>
    <p:restoredTop sz="93978" autoAdjust="0"/>
  </p:normalViewPr>
  <p:slideViewPr>
    <p:cSldViewPr>
      <p:cViewPr varScale="1">
        <p:scale>
          <a:sx n="85" d="100"/>
          <a:sy n="85" d="100"/>
        </p:scale>
        <p:origin x="906" y="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84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wetang Dubey" userId="S::shwetang.dubey@bennett.edu.in::55a3b5c5-8607-4858-be78-bdf9b3b73eb1" providerId="AD" clId="Web-{1F2EB74D-CE09-10F2-E1D4-E77A245A0F67}"/>
    <pc:docChg chg="sldOrd">
      <pc:chgData name="Shwetang Dubey" userId="S::shwetang.dubey@bennett.edu.in::55a3b5c5-8607-4858-be78-bdf9b3b73eb1" providerId="AD" clId="Web-{1F2EB74D-CE09-10F2-E1D4-E77A245A0F67}" dt="2025-02-17T17:37:30.668" v="0"/>
      <pc:docMkLst>
        <pc:docMk/>
      </pc:docMkLst>
      <pc:sldChg chg="ord">
        <pc:chgData name="Shwetang Dubey" userId="S::shwetang.dubey@bennett.edu.in::55a3b5c5-8607-4858-be78-bdf9b3b73eb1" providerId="AD" clId="Web-{1F2EB74D-CE09-10F2-E1D4-E77A245A0F67}" dt="2025-02-17T17:37:30.668" v="0"/>
        <pc:sldMkLst>
          <pc:docMk/>
          <pc:sldMk cId="1277888765" sldId="259"/>
        </pc:sldMkLst>
      </pc:sldChg>
    </pc:docChg>
  </pc:docChgLst>
  <pc:docChgLst>
    <pc:chgData name="Deepika Vatsa" userId="f7100972-27fe-4ee6-8fb4-ec9b7931b409" providerId="ADAL" clId="{D200CBF8-4A67-47D7-9141-F2E3DE90E052}"/>
    <pc:docChg chg="undo custSel addSld modSld sldOrd">
      <pc:chgData name="Deepika Vatsa" userId="f7100972-27fe-4ee6-8fb4-ec9b7931b409" providerId="ADAL" clId="{D200CBF8-4A67-47D7-9141-F2E3DE90E052}" dt="2025-09-09T06:39:53.942" v="771"/>
      <pc:docMkLst>
        <pc:docMk/>
      </pc:docMkLst>
      <pc:sldChg chg="modSp mod ord">
        <pc:chgData name="Deepika Vatsa" userId="f7100972-27fe-4ee6-8fb4-ec9b7931b409" providerId="ADAL" clId="{D200CBF8-4A67-47D7-9141-F2E3DE90E052}" dt="2025-09-09T05:47:46.103" v="27" actId="20577"/>
        <pc:sldMkLst>
          <pc:docMk/>
          <pc:sldMk cId="1485554503" sldId="260"/>
        </pc:sldMkLst>
        <pc:spChg chg="mod">
          <ac:chgData name="Deepika Vatsa" userId="f7100972-27fe-4ee6-8fb4-ec9b7931b409" providerId="ADAL" clId="{D200CBF8-4A67-47D7-9141-F2E3DE90E052}" dt="2025-09-09T05:47:46.103" v="27" actId="20577"/>
          <ac:spMkLst>
            <pc:docMk/>
            <pc:sldMk cId="1485554503" sldId="260"/>
            <ac:spMk id="2" creationId="{00000000-0000-0000-0000-000000000000}"/>
          </ac:spMkLst>
        </pc:spChg>
        <pc:graphicFrameChg chg="modGraphic">
          <ac:chgData name="Deepika Vatsa" userId="f7100972-27fe-4ee6-8fb4-ec9b7931b409" providerId="ADAL" clId="{D200CBF8-4A67-47D7-9141-F2E3DE90E052}" dt="2025-09-09T05:47:32.626" v="10" actId="403"/>
          <ac:graphicFrameMkLst>
            <pc:docMk/>
            <pc:sldMk cId="1485554503" sldId="260"/>
            <ac:graphicFrameMk id="5" creationId="{AFE4EDAF-F34B-C77B-E532-75575348F9D5}"/>
          </ac:graphicFrameMkLst>
        </pc:graphicFrameChg>
      </pc:sldChg>
      <pc:sldChg chg="ord modNotesTx">
        <pc:chgData name="Deepika Vatsa" userId="f7100972-27fe-4ee6-8fb4-ec9b7931b409" providerId="ADAL" clId="{D200CBF8-4A67-47D7-9141-F2E3DE90E052}" dt="2025-09-09T05:59:28.802" v="281" actId="20577"/>
        <pc:sldMkLst>
          <pc:docMk/>
          <pc:sldMk cId="297439467" sldId="383"/>
        </pc:sldMkLst>
      </pc:sldChg>
      <pc:sldChg chg="addSp modSp mod">
        <pc:chgData name="Deepika Vatsa" userId="f7100972-27fe-4ee6-8fb4-ec9b7931b409" providerId="ADAL" clId="{D200CBF8-4A67-47D7-9141-F2E3DE90E052}" dt="2025-09-09T06:13:28.837" v="464"/>
        <pc:sldMkLst>
          <pc:docMk/>
          <pc:sldMk cId="1056570403" sldId="384"/>
        </pc:sldMkLst>
        <pc:spChg chg="mod">
          <ac:chgData name="Deepika Vatsa" userId="f7100972-27fe-4ee6-8fb4-ec9b7931b409" providerId="ADAL" clId="{D200CBF8-4A67-47D7-9141-F2E3DE90E052}" dt="2025-09-09T06:00:25.756" v="298" actId="20577"/>
          <ac:spMkLst>
            <pc:docMk/>
            <pc:sldMk cId="1056570403" sldId="384"/>
            <ac:spMk id="2" creationId="{00000000-0000-0000-0000-000000000000}"/>
          </ac:spMkLst>
        </pc:spChg>
        <pc:spChg chg="mod">
          <ac:chgData name="Deepika Vatsa" userId="f7100972-27fe-4ee6-8fb4-ec9b7931b409" providerId="ADAL" clId="{D200CBF8-4A67-47D7-9141-F2E3DE90E052}" dt="2025-09-09T06:01:16.411" v="463" actId="113"/>
          <ac:spMkLst>
            <pc:docMk/>
            <pc:sldMk cId="1056570403" sldId="384"/>
            <ac:spMk id="18" creationId="{00000000-0000-0000-0000-000000000000}"/>
          </ac:spMkLst>
        </pc:spChg>
        <pc:inkChg chg="add">
          <ac:chgData name="Deepika Vatsa" userId="f7100972-27fe-4ee6-8fb4-ec9b7931b409" providerId="ADAL" clId="{D200CBF8-4A67-47D7-9141-F2E3DE90E052}" dt="2025-09-09T06:13:28.837" v="464"/>
          <ac:inkMkLst>
            <pc:docMk/>
            <pc:sldMk cId="1056570403" sldId="384"/>
            <ac:inkMk id="3" creationId="{12CADED0-396E-F347-87ED-5C53BFA33264}"/>
          </ac:inkMkLst>
        </pc:inkChg>
      </pc:sldChg>
      <pc:sldChg chg="addSp delSp modSp mod">
        <pc:chgData name="Deepika Vatsa" userId="f7100972-27fe-4ee6-8fb4-ec9b7931b409" providerId="ADAL" clId="{D200CBF8-4A67-47D7-9141-F2E3DE90E052}" dt="2025-09-09T06:17:12.487" v="633" actId="9405"/>
        <pc:sldMkLst>
          <pc:docMk/>
          <pc:sldMk cId="2632741699" sldId="385"/>
        </pc:sldMkLst>
        <pc:spChg chg="mod">
          <ac:chgData name="Deepika Vatsa" userId="f7100972-27fe-4ee6-8fb4-ec9b7931b409" providerId="ADAL" clId="{D200CBF8-4A67-47D7-9141-F2E3DE90E052}" dt="2025-09-09T05:49:43.282" v="92" actId="255"/>
          <ac:spMkLst>
            <pc:docMk/>
            <pc:sldMk cId="2632741699" sldId="385"/>
            <ac:spMk id="18" creationId="{00000000-0000-0000-0000-000000000000}"/>
          </ac:spMkLst>
        </pc:spChg>
        <pc:grpChg chg="mod">
          <ac:chgData name="Deepika Vatsa" userId="f7100972-27fe-4ee6-8fb4-ec9b7931b409" providerId="ADAL" clId="{D200CBF8-4A67-47D7-9141-F2E3DE90E052}" dt="2025-09-09T06:16:23.507" v="612"/>
          <ac:grpSpMkLst>
            <pc:docMk/>
            <pc:sldMk cId="2632741699" sldId="385"/>
            <ac:grpSpMk id="17" creationId="{29E4A03A-4529-0211-347C-F65EB6E58CF0}"/>
          </ac:grpSpMkLst>
        </pc:grpChg>
        <pc:grpChg chg="del mod">
          <ac:chgData name="Deepika Vatsa" userId="f7100972-27fe-4ee6-8fb4-ec9b7931b409" providerId="ADAL" clId="{D200CBF8-4A67-47D7-9141-F2E3DE90E052}" dt="2025-09-09T06:16:31.073" v="623"/>
          <ac:grpSpMkLst>
            <pc:docMk/>
            <pc:sldMk cId="2632741699" sldId="385"/>
            <ac:grpSpMk id="26" creationId="{7780674C-6A8C-CB46-CF88-B6BF189B96F8}"/>
          </ac:grpSpMkLst>
        </pc:grpChg>
        <pc:grpChg chg="mod">
          <ac:chgData name="Deepika Vatsa" userId="f7100972-27fe-4ee6-8fb4-ec9b7931b409" providerId="ADAL" clId="{D200CBF8-4A67-47D7-9141-F2E3DE90E052}" dt="2025-09-09T06:16:31.073" v="623"/>
          <ac:grpSpMkLst>
            <pc:docMk/>
            <pc:sldMk cId="2632741699" sldId="385"/>
            <ac:grpSpMk id="32" creationId="{46A9EEBB-BDF4-E2C9-21C3-CD05D67C442F}"/>
          </ac:grpSpMkLst>
        </pc:grpChg>
        <pc:grpChg chg="mod">
          <ac:chgData name="Deepika Vatsa" userId="f7100972-27fe-4ee6-8fb4-ec9b7931b409" providerId="ADAL" clId="{D200CBF8-4A67-47D7-9141-F2E3DE90E052}" dt="2025-09-09T06:16:41.136" v="632"/>
          <ac:grpSpMkLst>
            <pc:docMk/>
            <pc:sldMk cId="2632741699" sldId="385"/>
            <ac:grpSpMk id="41" creationId="{90DE6C6A-E93D-2B96-0A72-6508CA5CDEE2}"/>
          </ac:grpSpMkLst>
        </pc:grpChg>
        <pc:inkChg chg="add">
          <ac:chgData name="Deepika Vatsa" userId="f7100972-27fe-4ee6-8fb4-ec9b7931b409" providerId="ADAL" clId="{D200CBF8-4A67-47D7-9141-F2E3DE90E052}" dt="2025-09-09T06:15:51.361" v="598" actId="9405"/>
          <ac:inkMkLst>
            <pc:docMk/>
            <pc:sldMk cId="2632741699" sldId="385"/>
            <ac:inkMk id="3" creationId="{F4345D7F-8EAF-2D2B-B644-5F351B4D61AA}"/>
          </ac:inkMkLst>
        </pc:inkChg>
        <pc:inkChg chg="add">
          <ac:chgData name="Deepika Vatsa" userId="f7100972-27fe-4ee6-8fb4-ec9b7931b409" providerId="ADAL" clId="{D200CBF8-4A67-47D7-9141-F2E3DE90E052}" dt="2025-09-09T06:15:51.799" v="599" actId="9405"/>
          <ac:inkMkLst>
            <pc:docMk/>
            <pc:sldMk cId="2632741699" sldId="385"/>
            <ac:inkMk id="4" creationId="{5B2C0E9A-C344-F9B3-2228-07AAD5B94E71}"/>
          </ac:inkMkLst>
        </pc:inkChg>
        <pc:inkChg chg="add">
          <ac:chgData name="Deepika Vatsa" userId="f7100972-27fe-4ee6-8fb4-ec9b7931b409" providerId="ADAL" clId="{D200CBF8-4A67-47D7-9141-F2E3DE90E052}" dt="2025-09-09T06:16:04.699" v="600" actId="9405"/>
          <ac:inkMkLst>
            <pc:docMk/>
            <pc:sldMk cId="2632741699" sldId="385"/>
            <ac:inkMk id="5" creationId="{4911CF9C-9A43-D2FC-D349-769CF14F91F0}"/>
          </ac:inkMkLst>
        </pc:inkChg>
        <pc:inkChg chg="add">
          <ac:chgData name="Deepika Vatsa" userId="f7100972-27fe-4ee6-8fb4-ec9b7931b409" providerId="ADAL" clId="{D200CBF8-4A67-47D7-9141-F2E3DE90E052}" dt="2025-09-09T06:16:05.335" v="601" actId="9405"/>
          <ac:inkMkLst>
            <pc:docMk/>
            <pc:sldMk cId="2632741699" sldId="385"/>
            <ac:inkMk id="6" creationId="{3570463E-F36A-5E0C-FBD0-7820367D9281}"/>
          </ac:inkMkLst>
        </pc:inkChg>
        <pc:inkChg chg="add">
          <ac:chgData name="Deepika Vatsa" userId="f7100972-27fe-4ee6-8fb4-ec9b7931b409" providerId="ADAL" clId="{D200CBF8-4A67-47D7-9141-F2E3DE90E052}" dt="2025-09-09T06:16:09.595" v="602" actId="9405"/>
          <ac:inkMkLst>
            <pc:docMk/>
            <pc:sldMk cId="2632741699" sldId="385"/>
            <ac:inkMk id="7" creationId="{C8C20BB7-9A64-90B6-9597-7EEF7B3E9CFF}"/>
          </ac:inkMkLst>
        </pc:inkChg>
        <pc:inkChg chg="add">
          <ac:chgData name="Deepika Vatsa" userId="f7100972-27fe-4ee6-8fb4-ec9b7931b409" providerId="ADAL" clId="{D200CBF8-4A67-47D7-9141-F2E3DE90E052}" dt="2025-09-09T06:16:13.488" v="603" actId="9405"/>
          <ac:inkMkLst>
            <pc:docMk/>
            <pc:sldMk cId="2632741699" sldId="385"/>
            <ac:inkMk id="8" creationId="{1208D8D0-0202-F1A3-FA87-934E1B49D7BB}"/>
          </ac:inkMkLst>
        </pc:inkChg>
        <pc:inkChg chg="add mod">
          <ac:chgData name="Deepika Vatsa" userId="f7100972-27fe-4ee6-8fb4-ec9b7931b409" providerId="ADAL" clId="{D200CBF8-4A67-47D7-9141-F2E3DE90E052}" dt="2025-09-09T06:16:23.507" v="612"/>
          <ac:inkMkLst>
            <pc:docMk/>
            <pc:sldMk cId="2632741699" sldId="385"/>
            <ac:inkMk id="9" creationId="{3B029CAE-9740-B0F3-7C12-5FBB672ADE1F}"/>
          </ac:inkMkLst>
        </pc:inkChg>
        <pc:inkChg chg="add mod">
          <ac:chgData name="Deepika Vatsa" userId="f7100972-27fe-4ee6-8fb4-ec9b7931b409" providerId="ADAL" clId="{D200CBF8-4A67-47D7-9141-F2E3DE90E052}" dt="2025-09-09T06:16:23.507" v="612"/>
          <ac:inkMkLst>
            <pc:docMk/>
            <pc:sldMk cId="2632741699" sldId="385"/>
            <ac:inkMk id="10" creationId="{F7EFD792-5E25-1D59-E134-0D3E74386183}"/>
          </ac:inkMkLst>
        </pc:inkChg>
        <pc:inkChg chg="add mod">
          <ac:chgData name="Deepika Vatsa" userId="f7100972-27fe-4ee6-8fb4-ec9b7931b409" providerId="ADAL" clId="{D200CBF8-4A67-47D7-9141-F2E3DE90E052}" dt="2025-09-09T06:16:23.507" v="612"/>
          <ac:inkMkLst>
            <pc:docMk/>
            <pc:sldMk cId="2632741699" sldId="385"/>
            <ac:inkMk id="11" creationId="{9B3A9C02-3CA5-FAE8-7176-601AF97A483B}"/>
          </ac:inkMkLst>
        </pc:inkChg>
        <pc:inkChg chg="add mod">
          <ac:chgData name="Deepika Vatsa" userId="f7100972-27fe-4ee6-8fb4-ec9b7931b409" providerId="ADAL" clId="{D200CBF8-4A67-47D7-9141-F2E3DE90E052}" dt="2025-09-09T06:16:23.507" v="612"/>
          <ac:inkMkLst>
            <pc:docMk/>
            <pc:sldMk cId="2632741699" sldId="385"/>
            <ac:inkMk id="12" creationId="{F06B4158-9EF4-A728-718E-7A23CD37B746}"/>
          </ac:inkMkLst>
        </pc:inkChg>
        <pc:inkChg chg="add mod">
          <ac:chgData name="Deepika Vatsa" userId="f7100972-27fe-4ee6-8fb4-ec9b7931b409" providerId="ADAL" clId="{D200CBF8-4A67-47D7-9141-F2E3DE90E052}" dt="2025-09-09T06:16:23.507" v="612"/>
          <ac:inkMkLst>
            <pc:docMk/>
            <pc:sldMk cId="2632741699" sldId="385"/>
            <ac:inkMk id="13" creationId="{421D748F-C0F9-6449-6D2F-7E30B110FD43}"/>
          </ac:inkMkLst>
        </pc:inkChg>
        <pc:inkChg chg="add mod">
          <ac:chgData name="Deepika Vatsa" userId="f7100972-27fe-4ee6-8fb4-ec9b7931b409" providerId="ADAL" clId="{D200CBF8-4A67-47D7-9141-F2E3DE90E052}" dt="2025-09-09T06:16:23.507" v="612"/>
          <ac:inkMkLst>
            <pc:docMk/>
            <pc:sldMk cId="2632741699" sldId="385"/>
            <ac:inkMk id="14" creationId="{F1314878-30E3-99F6-673D-E8022BB89E1E}"/>
          </ac:inkMkLst>
        </pc:inkChg>
        <pc:inkChg chg="add mod">
          <ac:chgData name="Deepika Vatsa" userId="f7100972-27fe-4ee6-8fb4-ec9b7931b409" providerId="ADAL" clId="{D200CBF8-4A67-47D7-9141-F2E3DE90E052}" dt="2025-09-09T06:16:23.507" v="612"/>
          <ac:inkMkLst>
            <pc:docMk/>
            <pc:sldMk cId="2632741699" sldId="385"/>
            <ac:inkMk id="15" creationId="{93F3C510-256C-047A-07E9-3EC8F08B74D4}"/>
          </ac:inkMkLst>
        </pc:inkChg>
        <pc:inkChg chg="add mod">
          <ac:chgData name="Deepika Vatsa" userId="f7100972-27fe-4ee6-8fb4-ec9b7931b409" providerId="ADAL" clId="{D200CBF8-4A67-47D7-9141-F2E3DE90E052}" dt="2025-09-09T06:16:23.507" v="612"/>
          <ac:inkMkLst>
            <pc:docMk/>
            <pc:sldMk cId="2632741699" sldId="385"/>
            <ac:inkMk id="16" creationId="{2C35EA76-6177-85D4-349A-51B0730136B1}"/>
          </ac:inkMkLst>
        </pc:inkChg>
        <pc:inkChg chg="add mod">
          <ac:chgData name="Deepika Vatsa" userId="f7100972-27fe-4ee6-8fb4-ec9b7931b409" providerId="ADAL" clId="{D200CBF8-4A67-47D7-9141-F2E3DE90E052}" dt="2025-09-09T06:16:31.073" v="623"/>
          <ac:inkMkLst>
            <pc:docMk/>
            <pc:sldMk cId="2632741699" sldId="385"/>
            <ac:inkMk id="19" creationId="{589A864A-66A3-D971-6587-6265079D0599}"/>
          </ac:inkMkLst>
        </pc:inkChg>
        <pc:inkChg chg="add mod">
          <ac:chgData name="Deepika Vatsa" userId="f7100972-27fe-4ee6-8fb4-ec9b7931b409" providerId="ADAL" clId="{D200CBF8-4A67-47D7-9141-F2E3DE90E052}" dt="2025-09-09T06:16:31.073" v="623"/>
          <ac:inkMkLst>
            <pc:docMk/>
            <pc:sldMk cId="2632741699" sldId="385"/>
            <ac:inkMk id="20" creationId="{FA08EF28-C83D-CC8D-C7FE-CBD18E42C291}"/>
          </ac:inkMkLst>
        </pc:inkChg>
        <pc:inkChg chg="add mod">
          <ac:chgData name="Deepika Vatsa" userId="f7100972-27fe-4ee6-8fb4-ec9b7931b409" providerId="ADAL" clId="{D200CBF8-4A67-47D7-9141-F2E3DE90E052}" dt="2025-09-09T06:16:31.073" v="623"/>
          <ac:inkMkLst>
            <pc:docMk/>
            <pc:sldMk cId="2632741699" sldId="385"/>
            <ac:inkMk id="21" creationId="{FE2F1DF2-47BC-A446-ED8E-45D47478C4BD}"/>
          </ac:inkMkLst>
        </pc:inkChg>
        <pc:inkChg chg="add mod">
          <ac:chgData name="Deepika Vatsa" userId="f7100972-27fe-4ee6-8fb4-ec9b7931b409" providerId="ADAL" clId="{D200CBF8-4A67-47D7-9141-F2E3DE90E052}" dt="2025-09-09T06:16:31.073" v="623"/>
          <ac:inkMkLst>
            <pc:docMk/>
            <pc:sldMk cId="2632741699" sldId="385"/>
            <ac:inkMk id="22" creationId="{4065D712-03CF-7B23-4DD7-2D878DD2CC95}"/>
          </ac:inkMkLst>
        </pc:inkChg>
        <pc:inkChg chg="add mod">
          <ac:chgData name="Deepika Vatsa" userId="f7100972-27fe-4ee6-8fb4-ec9b7931b409" providerId="ADAL" clId="{D200CBF8-4A67-47D7-9141-F2E3DE90E052}" dt="2025-09-09T06:16:31.073" v="623"/>
          <ac:inkMkLst>
            <pc:docMk/>
            <pc:sldMk cId="2632741699" sldId="385"/>
            <ac:inkMk id="24" creationId="{84D62F9B-697B-7B58-1F8B-7F73C7950A68}"/>
          </ac:inkMkLst>
        </pc:inkChg>
        <pc:inkChg chg="add mod">
          <ac:chgData name="Deepika Vatsa" userId="f7100972-27fe-4ee6-8fb4-ec9b7931b409" providerId="ADAL" clId="{D200CBF8-4A67-47D7-9141-F2E3DE90E052}" dt="2025-09-09T06:16:31.073" v="623"/>
          <ac:inkMkLst>
            <pc:docMk/>
            <pc:sldMk cId="2632741699" sldId="385"/>
            <ac:inkMk id="28" creationId="{F9D27FEB-D356-760F-12C8-76903C142604}"/>
          </ac:inkMkLst>
        </pc:inkChg>
        <pc:inkChg chg="add mod">
          <ac:chgData name="Deepika Vatsa" userId="f7100972-27fe-4ee6-8fb4-ec9b7931b409" providerId="ADAL" clId="{D200CBF8-4A67-47D7-9141-F2E3DE90E052}" dt="2025-09-09T06:16:31.073" v="623"/>
          <ac:inkMkLst>
            <pc:docMk/>
            <pc:sldMk cId="2632741699" sldId="385"/>
            <ac:inkMk id="29" creationId="{5DF9C45C-3C3E-227D-6B6C-D71E10225135}"/>
          </ac:inkMkLst>
        </pc:inkChg>
        <pc:inkChg chg="add mod">
          <ac:chgData name="Deepika Vatsa" userId="f7100972-27fe-4ee6-8fb4-ec9b7931b409" providerId="ADAL" clId="{D200CBF8-4A67-47D7-9141-F2E3DE90E052}" dt="2025-09-09T06:16:31.073" v="623"/>
          <ac:inkMkLst>
            <pc:docMk/>
            <pc:sldMk cId="2632741699" sldId="385"/>
            <ac:inkMk id="30" creationId="{A36327EE-11C2-CE80-A804-B16B4661CABC}"/>
          </ac:inkMkLst>
        </pc:inkChg>
        <pc:inkChg chg="add mod">
          <ac:chgData name="Deepika Vatsa" userId="f7100972-27fe-4ee6-8fb4-ec9b7931b409" providerId="ADAL" clId="{D200CBF8-4A67-47D7-9141-F2E3DE90E052}" dt="2025-09-09T06:16:31.073" v="623"/>
          <ac:inkMkLst>
            <pc:docMk/>
            <pc:sldMk cId="2632741699" sldId="385"/>
            <ac:inkMk id="31" creationId="{59164375-262B-B7AD-11C5-735293A328A6}"/>
          </ac:inkMkLst>
        </pc:inkChg>
        <pc:inkChg chg="add mod">
          <ac:chgData name="Deepika Vatsa" userId="f7100972-27fe-4ee6-8fb4-ec9b7931b409" providerId="ADAL" clId="{D200CBF8-4A67-47D7-9141-F2E3DE90E052}" dt="2025-09-09T06:16:41.136" v="632"/>
          <ac:inkMkLst>
            <pc:docMk/>
            <pc:sldMk cId="2632741699" sldId="385"/>
            <ac:inkMk id="33" creationId="{FFB16875-6F42-DB78-3CE1-B533C28ED442}"/>
          </ac:inkMkLst>
        </pc:inkChg>
        <pc:inkChg chg="add mod">
          <ac:chgData name="Deepika Vatsa" userId="f7100972-27fe-4ee6-8fb4-ec9b7931b409" providerId="ADAL" clId="{D200CBF8-4A67-47D7-9141-F2E3DE90E052}" dt="2025-09-09T06:16:41.136" v="632"/>
          <ac:inkMkLst>
            <pc:docMk/>
            <pc:sldMk cId="2632741699" sldId="385"/>
            <ac:inkMk id="34" creationId="{1DA3BBC9-E74A-FE45-B909-D0500AFE9405}"/>
          </ac:inkMkLst>
        </pc:inkChg>
        <pc:inkChg chg="add mod">
          <ac:chgData name="Deepika Vatsa" userId="f7100972-27fe-4ee6-8fb4-ec9b7931b409" providerId="ADAL" clId="{D200CBF8-4A67-47D7-9141-F2E3DE90E052}" dt="2025-09-09T06:16:41.136" v="632"/>
          <ac:inkMkLst>
            <pc:docMk/>
            <pc:sldMk cId="2632741699" sldId="385"/>
            <ac:inkMk id="35" creationId="{2F5E22F9-66E4-A4B2-E675-B63EB6F1C531}"/>
          </ac:inkMkLst>
        </pc:inkChg>
        <pc:inkChg chg="add mod">
          <ac:chgData name="Deepika Vatsa" userId="f7100972-27fe-4ee6-8fb4-ec9b7931b409" providerId="ADAL" clId="{D200CBF8-4A67-47D7-9141-F2E3DE90E052}" dt="2025-09-09T06:16:41.136" v="632"/>
          <ac:inkMkLst>
            <pc:docMk/>
            <pc:sldMk cId="2632741699" sldId="385"/>
            <ac:inkMk id="36" creationId="{AC1154E1-FDEC-50FE-21A4-AF09A54A4F9E}"/>
          </ac:inkMkLst>
        </pc:inkChg>
        <pc:inkChg chg="add mod">
          <ac:chgData name="Deepika Vatsa" userId="f7100972-27fe-4ee6-8fb4-ec9b7931b409" providerId="ADAL" clId="{D200CBF8-4A67-47D7-9141-F2E3DE90E052}" dt="2025-09-09T06:16:41.136" v="632"/>
          <ac:inkMkLst>
            <pc:docMk/>
            <pc:sldMk cId="2632741699" sldId="385"/>
            <ac:inkMk id="37" creationId="{EA6B6325-F2B5-3A20-05C4-A3EF832981DA}"/>
          </ac:inkMkLst>
        </pc:inkChg>
        <pc:inkChg chg="add mod">
          <ac:chgData name="Deepika Vatsa" userId="f7100972-27fe-4ee6-8fb4-ec9b7931b409" providerId="ADAL" clId="{D200CBF8-4A67-47D7-9141-F2E3DE90E052}" dt="2025-09-09T06:16:41.136" v="632"/>
          <ac:inkMkLst>
            <pc:docMk/>
            <pc:sldMk cId="2632741699" sldId="385"/>
            <ac:inkMk id="38" creationId="{25B66908-2D9C-7D68-BE8D-1AA38174A81F}"/>
          </ac:inkMkLst>
        </pc:inkChg>
        <pc:inkChg chg="add mod">
          <ac:chgData name="Deepika Vatsa" userId="f7100972-27fe-4ee6-8fb4-ec9b7931b409" providerId="ADAL" clId="{D200CBF8-4A67-47D7-9141-F2E3DE90E052}" dt="2025-09-09T06:16:41.136" v="632"/>
          <ac:inkMkLst>
            <pc:docMk/>
            <pc:sldMk cId="2632741699" sldId="385"/>
            <ac:inkMk id="39" creationId="{E87E3429-2748-87F1-D9D1-FF1BC4C19BB6}"/>
          </ac:inkMkLst>
        </pc:inkChg>
        <pc:inkChg chg="add mod">
          <ac:chgData name="Deepika Vatsa" userId="f7100972-27fe-4ee6-8fb4-ec9b7931b409" providerId="ADAL" clId="{D200CBF8-4A67-47D7-9141-F2E3DE90E052}" dt="2025-09-09T06:16:41.136" v="632"/>
          <ac:inkMkLst>
            <pc:docMk/>
            <pc:sldMk cId="2632741699" sldId="385"/>
            <ac:inkMk id="40" creationId="{594B894E-EA11-1D0B-D82E-43CC34F67099}"/>
          </ac:inkMkLst>
        </pc:inkChg>
        <pc:inkChg chg="add">
          <ac:chgData name="Deepika Vatsa" userId="f7100972-27fe-4ee6-8fb4-ec9b7931b409" providerId="ADAL" clId="{D200CBF8-4A67-47D7-9141-F2E3DE90E052}" dt="2025-09-09T06:17:12.487" v="633" actId="9405"/>
          <ac:inkMkLst>
            <pc:docMk/>
            <pc:sldMk cId="2632741699" sldId="385"/>
            <ac:inkMk id="42" creationId="{D167B06A-ED52-95F0-BF86-F77BA2DCC362}"/>
          </ac:inkMkLst>
        </pc:inkChg>
      </pc:sldChg>
      <pc:sldChg chg="addSp modSp mod">
        <pc:chgData name="Deepika Vatsa" userId="f7100972-27fe-4ee6-8fb4-ec9b7931b409" providerId="ADAL" clId="{D200CBF8-4A67-47D7-9141-F2E3DE90E052}" dt="2025-09-09T06:18:55.055" v="679" actId="9405"/>
        <pc:sldMkLst>
          <pc:docMk/>
          <pc:sldMk cId="3818415419" sldId="386"/>
        </pc:sldMkLst>
        <pc:grpChg chg="mod">
          <ac:chgData name="Deepika Vatsa" userId="f7100972-27fe-4ee6-8fb4-ec9b7931b409" providerId="ADAL" clId="{D200CBF8-4A67-47D7-9141-F2E3DE90E052}" dt="2025-09-09T06:17:30.452" v="639"/>
          <ac:grpSpMkLst>
            <pc:docMk/>
            <pc:sldMk cId="3818415419" sldId="386"/>
            <ac:grpSpMk id="8" creationId="{E651DAF9-49D4-A6B3-7D19-977F430A9B8C}"/>
          </ac:grpSpMkLst>
        </pc:grpChg>
        <pc:grpChg chg="mod">
          <ac:chgData name="Deepika Vatsa" userId="f7100972-27fe-4ee6-8fb4-ec9b7931b409" providerId="ADAL" clId="{D200CBF8-4A67-47D7-9141-F2E3DE90E052}" dt="2025-09-09T06:17:39.933" v="644"/>
          <ac:grpSpMkLst>
            <pc:docMk/>
            <pc:sldMk cId="3818415419" sldId="386"/>
            <ac:grpSpMk id="13" creationId="{FC573DCA-A70A-EE7E-91D9-4F98CDADC01C}"/>
          </ac:grpSpMkLst>
        </pc:grpChg>
        <pc:grpChg chg="mod">
          <ac:chgData name="Deepika Vatsa" userId="f7100972-27fe-4ee6-8fb4-ec9b7931b409" providerId="ADAL" clId="{D200CBF8-4A67-47D7-9141-F2E3DE90E052}" dt="2025-09-09T06:17:54.188" v="655"/>
          <ac:grpSpMkLst>
            <pc:docMk/>
            <pc:sldMk cId="3818415419" sldId="386"/>
            <ac:grpSpMk id="27" creationId="{9C3935BB-1995-8CAC-A8F8-CBE49CDE269C}"/>
          </ac:grpSpMkLst>
        </pc:grpChg>
        <pc:grpChg chg="mod">
          <ac:chgData name="Deepika Vatsa" userId="f7100972-27fe-4ee6-8fb4-ec9b7931b409" providerId="ADAL" clId="{D200CBF8-4A67-47D7-9141-F2E3DE90E052}" dt="2025-09-09T06:17:54.188" v="655"/>
          <ac:grpSpMkLst>
            <pc:docMk/>
            <pc:sldMk cId="3818415419" sldId="386"/>
            <ac:grpSpMk id="28" creationId="{95A7EDBA-4934-393E-0B8E-4024E882BE12}"/>
          </ac:grpSpMkLst>
        </pc:grpChg>
        <pc:grpChg chg="mod">
          <ac:chgData name="Deepika Vatsa" userId="f7100972-27fe-4ee6-8fb4-ec9b7931b409" providerId="ADAL" clId="{D200CBF8-4A67-47D7-9141-F2E3DE90E052}" dt="2025-09-09T06:18:02.844" v="664"/>
          <ac:grpSpMkLst>
            <pc:docMk/>
            <pc:sldMk cId="3818415419" sldId="386"/>
            <ac:grpSpMk id="37" creationId="{F38ED91D-302C-44FA-F4E1-F478706C0F49}"/>
          </ac:grpSpMkLst>
        </pc:grpChg>
        <pc:inkChg chg="add">
          <ac:chgData name="Deepika Vatsa" userId="f7100972-27fe-4ee6-8fb4-ec9b7931b409" providerId="ADAL" clId="{D200CBF8-4A67-47D7-9141-F2E3DE90E052}" dt="2025-09-09T06:17:20.818" v="634" actId="9405"/>
          <ac:inkMkLst>
            <pc:docMk/>
            <pc:sldMk cId="3818415419" sldId="386"/>
            <ac:inkMk id="3" creationId="{D4E3568E-9C25-006B-697E-7588F3200B5B}"/>
          </ac:inkMkLst>
        </pc:inkChg>
        <pc:inkChg chg="add mod">
          <ac:chgData name="Deepika Vatsa" userId="f7100972-27fe-4ee6-8fb4-ec9b7931b409" providerId="ADAL" clId="{D200CBF8-4A67-47D7-9141-F2E3DE90E052}" dt="2025-09-09T06:17:30.452" v="639"/>
          <ac:inkMkLst>
            <pc:docMk/>
            <pc:sldMk cId="3818415419" sldId="386"/>
            <ac:inkMk id="4" creationId="{FC0842AD-20AA-F9A7-B88A-F056337A948C}"/>
          </ac:inkMkLst>
        </pc:inkChg>
        <pc:inkChg chg="add mod">
          <ac:chgData name="Deepika Vatsa" userId="f7100972-27fe-4ee6-8fb4-ec9b7931b409" providerId="ADAL" clId="{D200CBF8-4A67-47D7-9141-F2E3DE90E052}" dt="2025-09-09T06:17:30.452" v="639"/>
          <ac:inkMkLst>
            <pc:docMk/>
            <pc:sldMk cId="3818415419" sldId="386"/>
            <ac:inkMk id="5" creationId="{0A19817D-1CF6-0BD2-CDB1-431835A32764}"/>
          </ac:inkMkLst>
        </pc:inkChg>
        <pc:inkChg chg="add">
          <ac:chgData name="Deepika Vatsa" userId="f7100972-27fe-4ee6-8fb4-ec9b7931b409" providerId="ADAL" clId="{D200CBF8-4A67-47D7-9141-F2E3DE90E052}" dt="2025-09-09T06:17:29.071" v="637" actId="9405"/>
          <ac:inkMkLst>
            <pc:docMk/>
            <pc:sldMk cId="3818415419" sldId="386"/>
            <ac:inkMk id="6" creationId="{D8CBAD0E-DE9D-CC4C-CF4F-32DC6782BB7C}"/>
          </ac:inkMkLst>
        </pc:inkChg>
        <pc:inkChg chg="add">
          <ac:chgData name="Deepika Vatsa" userId="f7100972-27fe-4ee6-8fb4-ec9b7931b409" providerId="ADAL" clId="{D200CBF8-4A67-47D7-9141-F2E3DE90E052}" dt="2025-09-09T06:17:29.569" v="638" actId="9405"/>
          <ac:inkMkLst>
            <pc:docMk/>
            <pc:sldMk cId="3818415419" sldId="386"/>
            <ac:inkMk id="7" creationId="{E691B866-9ACF-58E0-E2B1-2F86FF3B9C6A}"/>
          </ac:inkMkLst>
        </pc:inkChg>
        <pc:inkChg chg="add">
          <ac:chgData name="Deepika Vatsa" userId="f7100972-27fe-4ee6-8fb4-ec9b7931b409" providerId="ADAL" clId="{D200CBF8-4A67-47D7-9141-F2E3DE90E052}" dt="2025-09-09T06:17:31.969" v="640" actId="9405"/>
          <ac:inkMkLst>
            <pc:docMk/>
            <pc:sldMk cId="3818415419" sldId="386"/>
            <ac:inkMk id="9" creationId="{05D32161-38EF-982A-C561-5282471E48DA}"/>
          </ac:inkMkLst>
        </pc:inkChg>
        <pc:inkChg chg="add">
          <ac:chgData name="Deepika Vatsa" userId="f7100972-27fe-4ee6-8fb4-ec9b7931b409" providerId="ADAL" clId="{D200CBF8-4A67-47D7-9141-F2E3DE90E052}" dt="2025-09-09T06:17:34.780" v="641" actId="9405"/>
          <ac:inkMkLst>
            <pc:docMk/>
            <pc:sldMk cId="3818415419" sldId="386"/>
            <ac:inkMk id="10" creationId="{4ABF1F1D-C65E-7E39-F056-42EC8B038CE2}"/>
          </ac:inkMkLst>
        </pc:inkChg>
        <pc:inkChg chg="add mod">
          <ac:chgData name="Deepika Vatsa" userId="f7100972-27fe-4ee6-8fb4-ec9b7931b409" providerId="ADAL" clId="{D200CBF8-4A67-47D7-9141-F2E3DE90E052}" dt="2025-09-09T06:17:39.933" v="644"/>
          <ac:inkMkLst>
            <pc:docMk/>
            <pc:sldMk cId="3818415419" sldId="386"/>
            <ac:inkMk id="11" creationId="{997961D8-AC2B-1C60-4365-FE40D6030D04}"/>
          </ac:inkMkLst>
        </pc:inkChg>
        <pc:inkChg chg="add mod">
          <ac:chgData name="Deepika Vatsa" userId="f7100972-27fe-4ee6-8fb4-ec9b7931b409" providerId="ADAL" clId="{D200CBF8-4A67-47D7-9141-F2E3DE90E052}" dt="2025-09-09T06:17:39.933" v="644"/>
          <ac:inkMkLst>
            <pc:docMk/>
            <pc:sldMk cId="3818415419" sldId="386"/>
            <ac:inkMk id="12" creationId="{17DD7881-96A5-4DBA-529F-A42696D48C9D}"/>
          </ac:inkMkLst>
        </pc:inkChg>
        <pc:inkChg chg="add">
          <ac:chgData name="Deepika Vatsa" userId="f7100972-27fe-4ee6-8fb4-ec9b7931b409" providerId="ADAL" clId="{D200CBF8-4A67-47D7-9141-F2E3DE90E052}" dt="2025-09-09T06:17:42.928" v="645" actId="9405"/>
          <ac:inkMkLst>
            <pc:docMk/>
            <pc:sldMk cId="3818415419" sldId="386"/>
            <ac:inkMk id="14" creationId="{02AAEB23-440C-861B-D18E-435218C8B72C}"/>
          </ac:inkMkLst>
        </pc:inkChg>
        <pc:inkChg chg="add">
          <ac:chgData name="Deepika Vatsa" userId="f7100972-27fe-4ee6-8fb4-ec9b7931b409" providerId="ADAL" clId="{D200CBF8-4A67-47D7-9141-F2E3DE90E052}" dt="2025-09-09T06:17:48.084" v="646" actId="9405"/>
          <ac:inkMkLst>
            <pc:docMk/>
            <pc:sldMk cId="3818415419" sldId="386"/>
            <ac:inkMk id="15" creationId="{93F39463-7BA4-E1B6-C8D5-27FD5B9343EE}"/>
          </ac:inkMkLst>
        </pc:inkChg>
        <pc:inkChg chg="add mod">
          <ac:chgData name="Deepika Vatsa" userId="f7100972-27fe-4ee6-8fb4-ec9b7931b409" providerId="ADAL" clId="{D200CBF8-4A67-47D7-9141-F2E3DE90E052}" dt="2025-09-09T06:17:54.188" v="655"/>
          <ac:inkMkLst>
            <pc:docMk/>
            <pc:sldMk cId="3818415419" sldId="386"/>
            <ac:inkMk id="16" creationId="{1AAB4C08-2BC5-C02C-651D-95B0DC862875}"/>
          </ac:inkMkLst>
        </pc:inkChg>
        <pc:inkChg chg="add mod">
          <ac:chgData name="Deepika Vatsa" userId="f7100972-27fe-4ee6-8fb4-ec9b7931b409" providerId="ADAL" clId="{D200CBF8-4A67-47D7-9141-F2E3DE90E052}" dt="2025-09-09T06:17:54.188" v="655"/>
          <ac:inkMkLst>
            <pc:docMk/>
            <pc:sldMk cId="3818415419" sldId="386"/>
            <ac:inkMk id="17" creationId="{7DB60397-6CD1-87CC-E352-A72A40465EE8}"/>
          </ac:inkMkLst>
        </pc:inkChg>
        <pc:inkChg chg="add mod">
          <ac:chgData name="Deepika Vatsa" userId="f7100972-27fe-4ee6-8fb4-ec9b7931b409" providerId="ADAL" clId="{D200CBF8-4A67-47D7-9141-F2E3DE90E052}" dt="2025-09-09T06:17:54.188" v="655"/>
          <ac:inkMkLst>
            <pc:docMk/>
            <pc:sldMk cId="3818415419" sldId="386"/>
            <ac:inkMk id="19" creationId="{854A3708-36E4-41CF-B76C-34AF67851245}"/>
          </ac:inkMkLst>
        </pc:inkChg>
        <pc:inkChg chg="add mod">
          <ac:chgData name="Deepika Vatsa" userId="f7100972-27fe-4ee6-8fb4-ec9b7931b409" providerId="ADAL" clId="{D200CBF8-4A67-47D7-9141-F2E3DE90E052}" dt="2025-09-09T06:17:54.188" v="655"/>
          <ac:inkMkLst>
            <pc:docMk/>
            <pc:sldMk cId="3818415419" sldId="386"/>
            <ac:inkMk id="20" creationId="{ED061657-2790-3916-7038-64C8026ADF45}"/>
          </ac:inkMkLst>
        </pc:inkChg>
        <pc:inkChg chg="add mod">
          <ac:chgData name="Deepika Vatsa" userId="f7100972-27fe-4ee6-8fb4-ec9b7931b409" providerId="ADAL" clId="{D200CBF8-4A67-47D7-9141-F2E3DE90E052}" dt="2025-09-09T06:17:54.188" v="655"/>
          <ac:inkMkLst>
            <pc:docMk/>
            <pc:sldMk cId="3818415419" sldId="386"/>
            <ac:inkMk id="21" creationId="{313DA8E3-D480-DAE0-90A2-3A8F3EE8CDED}"/>
          </ac:inkMkLst>
        </pc:inkChg>
        <pc:inkChg chg="add mod">
          <ac:chgData name="Deepika Vatsa" userId="f7100972-27fe-4ee6-8fb4-ec9b7931b409" providerId="ADAL" clId="{D200CBF8-4A67-47D7-9141-F2E3DE90E052}" dt="2025-09-09T06:17:54.188" v="655"/>
          <ac:inkMkLst>
            <pc:docMk/>
            <pc:sldMk cId="3818415419" sldId="386"/>
            <ac:inkMk id="22" creationId="{A8282CC4-31D2-C795-63DF-97CE7091984E}"/>
          </ac:inkMkLst>
        </pc:inkChg>
        <pc:inkChg chg="add mod">
          <ac:chgData name="Deepika Vatsa" userId="f7100972-27fe-4ee6-8fb4-ec9b7931b409" providerId="ADAL" clId="{D200CBF8-4A67-47D7-9141-F2E3DE90E052}" dt="2025-09-09T06:17:54.188" v="655"/>
          <ac:inkMkLst>
            <pc:docMk/>
            <pc:sldMk cId="3818415419" sldId="386"/>
            <ac:inkMk id="24" creationId="{5E192EB5-C286-82C7-F5BD-80C43BC030C9}"/>
          </ac:inkMkLst>
        </pc:inkChg>
        <pc:inkChg chg="add mod">
          <ac:chgData name="Deepika Vatsa" userId="f7100972-27fe-4ee6-8fb4-ec9b7931b409" providerId="ADAL" clId="{D200CBF8-4A67-47D7-9141-F2E3DE90E052}" dt="2025-09-09T06:17:54.188" v="655"/>
          <ac:inkMkLst>
            <pc:docMk/>
            <pc:sldMk cId="3818415419" sldId="386"/>
            <ac:inkMk id="26" creationId="{3F67E7C8-F9A3-B359-9C74-3B36EC230C23}"/>
          </ac:inkMkLst>
        </pc:inkChg>
        <pc:inkChg chg="add mod">
          <ac:chgData name="Deepika Vatsa" userId="f7100972-27fe-4ee6-8fb4-ec9b7931b409" providerId="ADAL" clId="{D200CBF8-4A67-47D7-9141-F2E3DE90E052}" dt="2025-09-09T06:18:02.844" v="664"/>
          <ac:inkMkLst>
            <pc:docMk/>
            <pc:sldMk cId="3818415419" sldId="386"/>
            <ac:inkMk id="29" creationId="{7BE9EA4E-C3F6-0792-4581-A717EE5DD566}"/>
          </ac:inkMkLst>
        </pc:inkChg>
        <pc:inkChg chg="add mod">
          <ac:chgData name="Deepika Vatsa" userId="f7100972-27fe-4ee6-8fb4-ec9b7931b409" providerId="ADAL" clId="{D200CBF8-4A67-47D7-9141-F2E3DE90E052}" dt="2025-09-09T06:18:02.844" v="664"/>
          <ac:inkMkLst>
            <pc:docMk/>
            <pc:sldMk cId="3818415419" sldId="386"/>
            <ac:inkMk id="30" creationId="{53CD4306-A736-C19F-27AC-E78AFFC94076}"/>
          </ac:inkMkLst>
        </pc:inkChg>
        <pc:inkChg chg="add mod">
          <ac:chgData name="Deepika Vatsa" userId="f7100972-27fe-4ee6-8fb4-ec9b7931b409" providerId="ADAL" clId="{D200CBF8-4A67-47D7-9141-F2E3DE90E052}" dt="2025-09-09T06:18:02.844" v="664"/>
          <ac:inkMkLst>
            <pc:docMk/>
            <pc:sldMk cId="3818415419" sldId="386"/>
            <ac:inkMk id="31" creationId="{E94EBF18-C443-6114-E7B1-15425D81C056}"/>
          </ac:inkMkLst>
        </pc:inkChg>
        <pc:inkChg chg="add mod">
          <ac:chgData name="Deepika Vatsa" userId="f7100972-27fe-4ee6-8fb4-ec9b7931b409" providerId="ADAL" clId="{D200CBF8-4A67-47D7-9141-F2E3DE90E052}" dt="2025-09-09T06:18:02.844" v="664"/>
          <ac:inkMkLst>
            <pc:docMk/>
            <pc:sldMk cId="3818415419" sldId="386"/>
            <ac:inkMk id="32" creationId="{D15DA7EF-D213-A6AA-8FDF-4D540A82A885}"/>
          </ac:inkMkLst>
        </pc:inkChg>
        <pc:inkChg chg="add mod">
          <ac:chgData name="Deepika Vatsa" userId="f7100972-27fe-4ee6-8fb4-ec9b7931b409" providerId="ADAL" clId="{D200CBF8-4A67-47D7-9141-F2E3DE90E052}" dt="2025-09-09T06:18:02.844" v="664"/>
          <ac:inkMkLst>
            <pc:docMk/>
            <pc:sldMk cId="3818415419" sldId="386"/>
            <ac:inkMk id="33" creationId="{59B82533-4B0F-6DDE-EDAB-ED6A900289DB}"/>
          </ac:inkMkLst>
        </pc:inkChg>
        <pc:inkChg chg="add mod">
          <ac:chgData name="Deepika Vatsa" userId="f7100972-27fe-4ee6-8fb4-ec9b7931b409" providerId="ADAL" clId="{D200CBF8-4A67-47D7-9141-F2E3DE90E052}" dt="2025-09-09T06:18:02.844" v="664"/>
          <ac:inkMkLst>
            <pc:docMk/>
            <pc:sldMk cId="3818415419" sldId="386"/>
            <ac:inkMk id="34" creationId="{5BB23C45-9AD0-4C8A-2A0C-DC8554ACBE66}"/>
          </ac:inkMkLst>
        </pc:inkChg>
        <pc:inkChg chg="add mod">
          <ac:chgData name="Deepika Vatsa" userId="f7100972-27fe-4ee6-8fb4-ec9b7931b409" providerId="ADAL" clId="{D200CBF8-4A67-47D7-9141-F2E3DE90E052}" dt="2025-09-09T06:18:02.844" v="664"/>
          <ac:inkMkLst>
            <pc:docMk/>
            <pc:sldMk cId="3818415419" sldId="386"/>
            <ac:inkMk id="35" creationId="{8F33525A-C900-9086-66E7-2431F5445727}"/>
          </ac:inkMkLst>
        </pc:inkChg>
        <pc:inkChg chg="add mod">
          <ac:chgData name="Deepika Vatsa" userId="f7100972-27fe-4ee6-8fb4-ec9b7931b409" providerId="ADAL" clId="{D200CBF8-4A67-47D7-9141-F2E3DE90E052}" dt="2025-09-09T06:18:02.844" v="664"/>
          <ac:inkMkLst>
            <pc:docMk/>
            <pc:sldMk cId="3818415419" sldId="386"/>
            <ac:inkMk id="36" creationId="{16209AD0-49CA-1C8F-770D-EEBFE92DB1F2}"/>
          </ac:inkMkLst>
        </pc:inkChg>
        <pc:inkChg chg="add">
          <ac:chgData name="Deepika Vatsa" userId="f7100972-27fe-4ee6-8fb4-ec9b7931b409" providerId="ADAL" clId="{D200CBF8-4A67-47D7-9141-F2E3DE90E052}" dt="2025-09-09T06:18:07.641" v="665" actId="9405"/>
          <ac:inkMkLst>
            <pc:docMk/>
            <pc:sldMk cId="3818415419" sldId="386"/>
            <ac:inkMk id="38" creationId="{EE1CE1DD-B0A0-8623-A84A-2F5B54EEFFCF}"/>
          </ac:inkMkLst>
        </pc:inkChg>
        <pc:inkChg chg="add">
          <ac:chgData name="Deepika Vatsa" userId="f7100972-27fe-4ee6-8fb4-ec9b7931b409" providerId="ADAL" clId="{D200CBF8-4A67-47D7-9141-F2E3DE90E052}" dt="2025-09-09T06:18:55.055" v="679" actId="9405"/>
          <ac:inkMkLst>
            <pc:docMk/>
            <pc:sldMk cId="3818415419" sldId="386"/>
            <ac:inkMk id="39" creationId="{327A8E56-8BAB-F0E2-2CF0-12C2F1222926}"/>
          </ac:inkMkLst>
        </pc:inkChg>
      </pc:sldChg>
      <pc:sldChg chg="addSp modSp mod">
        <pc:chgData name="Deepika Vatsa" userId="f7100972-27fe-4ee6-8fb4-ec9b7931b409" providerId="ADAL" clId="{D200CBF8-4A67-47D7-9141-F2E3DE90E052}" dt="2025-09-09T06:19:16.385" v="684" actId="9405"/>
        <pc:sldMkLst>
          <pc:docMk/>
          <pc:sldMk cId="136814441" sldId="387"/>
        </pc:sldMkLst>
        <pc:grpChg chg="mod">
          <ac:chgData name="Deepika Vatsa" userId="f7100972-27fe-4ee6-8fb4-ec9b7931b409" providerId="ADAL" clId="{D200CBF8-4A67-47D7-9141-F2E3DE90E052}" dt="2025-09-09T06:18:24.076" v="670"/>
          <ac:grpSpMkLst>
            <pc:docMk/>
            <pc:sldMk cId="136814441" sldId="387"/>
            <ac:grpSpMk id="7" creationId="{B4720B0F-6614-30C3-BC27-88380DA351E2}"/>
          </ac:grpSpMkLst>
        </pc:grpChg>
        <pc:grpChg chg="mod">
          <ac:chgData name="Deepika Vatsa" userId="f7100972-27fe-4ee6-8fb4-ec9b7931b409" providerId="ADAL" clId="{D200CBF8-4A67-47D7-9141-F2E3DE90E052}" dt="2025-09-09T06:18:28.497" v="678"/>
          <ac:grpSpMkLst>
            <pc:docMk/>
            <pc:sldMk cId="136814441" sldId="387"/>
            <ac:grpSpMk id="15" creationId="{21229778-A815-3D7A-C32A-4CC5EE45BD3F}"/>
          </ac:grpSpMkLst>
        </pc:grpChg>
        <pc:inkChg chg="add">
          <ac:chgData name="Deepika Vatsa" userId="f7100972-27fe-4ee6-8fb4-ec9b7931b409" providerId="ADAL" clId="{D200CBF8-4A67-47D7-9141-F2E3DE90E052}" dt="2025-09-09T06:18:20.656" v="666" actId="9405"/>
          <ac:inkMkLst>
            <pc:docMk/>
            <pc:sldMk cId="136814441" sldId="387"/>
            <ac:inkMk id="2" creationId="{A764F6DF-2144-BBC7-AC2F-F5C761929F9A}"/>
          </ac:inkMkLst>
        </pc:inkChg>
        <pc:inkChg chg="add">
          <ac:chgData name="Deepika Vatsa" userId="f7100972-27fe-4ee6-8fb4-ec9b7931b409" providerId="ADAL" clId="{D200CBF8-4A67-47D7-9141-F2E3DE90E052}" dt="2025-09-09T06:18:21.544" v="667" actId="9405"/>
          <ac:inkMkLst>
            <pc:docMk/>
            <pc:sldMk cId="136814441" sldId="387"/>
            <ac:inkMk id="4" creationId="{6A27D2E7-38C5-7628-D415-151501E2EF26}"/>
          </ac:inkMkLst>
        </pc:inkChg>
        <pc:inkChg chg="add mod">
          <ac:chgData name="Deepika Vatsa" userId="f7100972-27fe-4ee6-8fb4-ec9b7931b409" providerId="ADAL" clId="{D200CBF8-4A67-47D7-9141-F2E3DE90E052}" dt="2025-09-09T06:18:24.076" v="670"/>
          <ac:inkMkLst>
            <pc:docMk/>
            <pc:sldMk cId="136814441" sldId="387"/>
            <ac:inkMk id="5" creationId="{4773A50D-DD5E-0BE9-387F-E4B481A65BAE}"/>
          </ac:inkMkLst>
        </pc:inkChg>
        <pc:inkChg chg="add mod">
          <ac:chgData name="Deepika Vatsa" userId="f7100972-27fe-4ee6-8fb4-ec9b7931b409" providerId="ADAL" clId="{D200CBF8-4A67-47D7-9141-F2E3DE90E052}" dt="2025-09-09T06:18:24.076" v="670"/>
          <ac:inkMkLst>
            <pc:docMk/>
            <pc:sldMk cId="136814441" sldId="387"/>
            <ac:inkMk id="6" creationId="{6B4EBBA4-E06C-AE91-B9B2-964A05BDC1C2}"/>
          </ac:inkMkLst>
        </pc:inkChg>
        <pc:inkChg chg="add">
          <ac:chgData name="Deepika Vatsa" userId="f7100972-27fe-4ee6-8fb4-ec9b7931b409" providerId="ADAL" clId="{D200CBF8-4A67-47D7-9141-F2E3DE90E052}" dt="2025-09-09T06:18:25.001" v="671" actId="9405"/>
          <ac:inkMkLst>
            <pc:docMk/>
            <pc:sldMk cId="136814441" sldId="387"/>
            <ac:inkMk id="8" creationId="{1F185BF5-DD83-4FED-E7F2-409EEBF7B92F}"/>
          </ac:inkMkLst>
        </pc:inkChg>
        <pc:inkChg chg="add mod">
          <ac:chgData name="Deepika Vatsa" userId="f7100972-27fe-4ee6-8fb4-ec9b7931b409" providerId="ADAL" clId="{D200CBF8-4A67-47D7-9141-F2E3DE90E052}" dt="2025-09-09T06:18:28.497" v="678"/>
          <ac:inkMkLst>
            <pc:docMk/>
            <pc:sldMk cId="136814441" sldId="387"/>
            <ac:inkMk id="9" creationId="{DB97DC35-22FD-EC9E-E050-F80C4BCC960E}"/>
          </ac:inkMkLst>
        </pc:inkChg>
        <pc:inkChg chg="add mod">
          <ac:chgData name="Deepika Vatsa" userId="f7100972-27fe-4ee6-8fb4-ec9b7931b409" providerId="ADAL" clId="{D200CBF8-4A67-47D7-9141-F2E3DE90E052}" dt="2025-09-09T06:18:28.497" v="678"/>
          <ac:inkMkLst>
            <pc:docMk/>
            <pc:sldMk cId="136814441" sldId="387"/>
            <ac:inkMk id="10" creationId="{2D6A1603-8EBD-1D04-1EC6-71CFD4978C7E}"/>
          </ac:inkMkLst>
        </pc:inkChg>
        <pc:inkChg chg="add mod">
          <ac:chgData name="Deepika Vatsa" userId="f7100972-27fe-4ee6-8fb4-ec9b7931b409" providerId="ADAL" clId="{D200CBF8-4A67-47D7-9141-F2E3DE90E052}" dt="2025-09-09T06:18:28.497" v="678"/>
          <ac:inkMkLst>
            <pc:docMk/>
            <pc:sldMk cId="136814441" sldId="387"/>
            <ac:inkMk id="11" creationId="{36D16C4F-84E0-6795-AD1C-D1FA41DE0F6A}"/>
          </ac:inkMkLst>
        </pc:inkChg>
        <pc:inkChg chg="add mod">
          <ac:chgData name="Deepika Vatsa" userId="f7100972-27fe-4ee6-8fb4-ec9b7931b409" providerId="ADAL" clId="{D200CBF8-4A67-47D7-9141-F2E3DE90E052}" dt="2025-09-09T06:18:28.497" v="678"/>
          <ac:inkMkLst>
            <pc:docMk/>
            <pc:sldMk cId="136814441" sldId="387"/>
            <ac:inkMk id="12" creationId="{2989BB18-4765-FEDA-85B1-DEF5A49EAE11}"/>
          </ac:inkMkLst>
        </pc:inkChg>
        <pc:inkChg chg="add mod">
          <ac:chgData name="Deepika Vatsa" userId="f7100972-27fe-4ee6-8fb4-ec9b7931b409" providerId="ADAL" clId="{D200CBF8-4A67-47D7-9141-F2E3DE90E052}" dt="2025-09-09T06:18:28.497" v="678"/>
          <ac:inkMkLst>
            <pc:docMk/>
            <pc:sldMk cId="136814441" sldId="387"/>
            <ac:inkMk id="13" creationId="{1D4A8664-95AE-F411-2CC1-14D024D2FBEA}"/>
          </ac:inkMkLst>
        </pc:inkChg>
        <pc:inkChg chg="add mod">
          <ac:chgData name="Deepika Vatsa" userId="f7100972-27fe-4ee6-8fb4-ec9b7931b409" providerId="ADAL" clId="{D200CBF8-4A67-47D7-9141-F2E3DE90E052}" dt="2025-09-09T06:18:28.497" v="678"/>
          <ac:inkMkLst>
            <pc:docMk/>
            <pc:sldMk cId="136814441" sldId="387"/>
            <ac:inkMk id="14" creationId="{603A9057-0165-8C5E-7923-D1B570365316}"/>
          </ac:inkMkLst>
        </pc:inkChg>
        <pc:inkChg chg="add">
          <ac:chgData name="Deepika Vatsa" userId="f7100972-27fe-4ee6-8fb4-ec9b7931b409" providerId="ADAL" clId="{D200CBF8-4A67-47D7-9141-F2E3DE90E052}" dt="2025-09-09T06:19:01.502" v="680" actId="9405"/>
          <ac:inkMkLst>
            <pc:docMk/>
            <pc:sldMk cId="136814441" sldId="387"/>
            <ac:inkMk id="16" creationId="{D6CA6902-9880-FD25-F295-415477AA0F69}"/>
          </ac:inkMkLst>
        </pc:inkChg>
        <pc:inkChg chg="add">
          <ac:chgData name="Deepika Vatsa" userId="f7100972-27fe-4ee6-8fb4-ec9b7931b409" providerId="ADAL" clId="{D200CBF8-4A67-47D7-9141-F2E3DE90E052}" dt="2025-09-09T06:19:08.497" v="681" actId="9405"/>
          <ac:inkMkLst>
            <pc:docMk/>
            <pc:sldMk cId="136814441" sldId="387"/>
            <ac:inkMk id="17" creationId="{9C53B917-7EDD-BF53-53C5-1A4E56F2AFAA}"/>
          </ac:inkMkLst>
        </pc:inkChg>
        <pc:inkChg chg="add">
          <ac:chgData name="Deepika Vatsa" userId="f7100972-27fe-4ee6-8fb4-ec9b7931b409" providerId="ADAL" clId="{D200CBF8-4A67-47D7-9141-F2E3DE90E052}" dt="2025-09-09T06:19:14.020" v="682" actId="9405"/>
          <ac:inkMkLst>
            <pc:docMk/>
            <pc:sldMk cId="136814441" sldId="387"/>
            <ac:inkMk id="19" creationId="{FEDBD706-9524-38A3-1823-554C5361A811}"/>
          </ac:inkMkLst>
        </pc:inkChg>
        <pc:inkChg chg="add">
          <ac:chgData name="Deepika Vatsa" userId="f7100972-27fe-4ee6-8fb4-ec9b7931b409" providerId="ADAL" clId="{D200CBF8-4A67-47D7-9141-F2E3DE90E052}" dt="2025-09-09T06:19:14.985" v="683" actId="9405"/>
          <ac:inkMkLst>
            <pc:docMk/>
            <pc:sldMk cId="136814441" sldId="387"/>
            <ac:inkMk id="20" creationId="{6165D60F-64E8-5834-EDAE-B6A9575ACEFE}"/>
          </ac:inkMkLst>
        </pc:inkChg>
        <pc:inkChg chg="add">
          <ac:chgData name="Deepika Vatsa" userId="f7100972-27fe-4ee6-8fb4-ec9b7931b409" providerId="ADAL" clId="{D200CBF8-4A67-47D7-9141-F2E3DE90E052}" dt="2025-09-09T06:19:16.385" v="684" actId="9405"/>
          <ac:inkMkLst>
            <pc:docMk/>
            <pc:sldMk cId="136814441" sldId="387"/>
            <ac:inkMk id="21" creationId="{549F48B3-826D-8017-1D17-F08834459D22}"/>
          </ac:inkMkLst>
        </pc:inkChg>
      </pc:sldChg>
      <pc:sldChg chg="addSp delSp modSp mod">
        <pc:chgData name="Deepika Vatsa" userId="f7100972-27fe-4ee6-8fb4-ec9b7931b409" providerId="ADAL" clId="{D200CBF8-4A67-47D7-9141-F2E3DE90E052}" dt="2025-09-09T06:21:19.998" v="736" actId="9405"/>
        <pc:sldMkLst>
          <pc:docMk/>
          <pc:sldMk cId="2510601824" sldId="388"/>
        </pc:sldMkLst>
        <pc:grpChg chg="del mod">
          <ac:chgData name="Deepika Vatsa" userId="f7100972-27fe-4ee6-8fb4-ec9b7931b409" providerId="ADAL" clId="{D200CBF8-4A67-47D7-9141-F2E3DE90E052}" dt="2025-09-09T06:20:11.390" v="703"/>
          <ac:grpSpMkLst>
            <pc:docMk/>
            <pc:sldMk cId="2510601824" sldId="388"/>
            <ac:grpSpMk id="19" creationId="{878B3993-C626-5789-93F5-B0722092BB41}"/>
          </ac:grpSpMkLst>
        </pc:grpChg>
        <pc:grpChg chg="del mod">
          <ac:chgData name="Deepika Vatsa" userId="f7100972-27fe-4ee6-8fb4-ec9b7931b409" providerId="ADAL" clId="{D200CBF8-4A67-47D7-9141-F2E3DE90E052}" dt="2025-09-09T06:20:19.448" v="715"/>
          <ac:grpSpMkLst>
            <pc:docMk/>
            <pc:sldMk cId="2510601824" sldId="388"/>
            <ac:grpSpMk id="22" creationId="{A4A443CF-324E-143F-59B2-DF5CA7A4965B}"/>
          </ac:grpSpMkLst>
        </pc:grpChg>
        <pc:grpChg chg="del mod">
          <ac:chgData name="Deepika Vatsa" userId="f7100972-27fe-4ee6-8fb4-ec9b7931b409" providerId="ADAL" clId="{D200CBF8-4A67-47D7-9141-F2E3DE90E052}" dt="2025-09-09T06:20:49.939" v="725"/>
          <ac:grpSpMkLst>
            <pc:docMk/>
            <pc:sldMk cId="2510601824" sldId="388"/>
            <ac:grpSpMk id="36" creationId="{82DCEBD8-29B6-2870-2FAD-7A76F4B0C168}"/>
          </ac:grpSpMkLst>
        </pc:grpChg>
        <pc:grpChg chg="del mod">
          <ac:chgData name="Deepika Vatsa" userId="f7100972-27fe-4ee6-8fb4-ec9b7931b409" providerId="ADAL" clId="{D200CBF8-4A67-47D7-9141-F2E3DE90E052}" dt="2025-09-09T06:20:52.517" v="729"/>
          <ac:grpSpMkLst>
            <pc:docMk/>
            <pc:sldMk cId="2510601824" sldId="388"/>
            <ac:grpSpMk id="46" creationId="{10430010-F338-8089-3547-51974C28A9A5}"/>
          </ac:grpSpMkLst>
        </pc:grpChg>
        <pc:grpChg chg="del mod">
          <ac:chgData name="Deepika Vatsa" userId="f7100972-27fe-4ee6-8fb4-ec9b7931b409" providerId="ADAL" clId="{D200CBF8-4A67-47D7-9141-F2E3DE90E052}" dt="2025-09-09T06:20:58.842" v="732"/>
          <ac:grpSpMkLst>
            <pc:docMk/>
            <pc:sldMk cId="2510601824" sldId="388"/>
            <ac:grpSpMk id="50" creationId="{E1FA85C6-FA94-DE82-CB30-63B16EA7553B}"/>
          </ac:grpSpMkLst>
        </pc:grpChg>
        <pc:grpChg chg="del mod">
          <ac:chgData name="Deepika Vatsa" userId="f7100972-27fe-4ee6-8fb4-ec9b7931b409" providerId="ADAL" clId="{D200CBF8-4A67-47D7-9141-F2E3DE90E052}" dt="2025-09-09T06:21:06.913" v="735"/>
          <ac:grpSpMkLst>
            <pc:docMk/>
            <pc:sldMk cId="2510601824" sldId="388"/>
            <ac:grpSpMk id="53" creationId="{CB0B9EE2-776C-A5A1-ECBF-1EF075D104C9}"/>
          </ac:grpSpMkLst>
        </pc:grpChg>
        <pc:grpChg chg="mod">
          <ac:chgData name="Deepika Vatsa" userId="f7100972-27fe-4ee6-8fb4-ec9b7931b409" providerId="ADAL" clId="{D200CBF8-4A67-47D7-9141-F2E3DE90E052}" dt="2025-09-09T06:21:06.913" v="735"/>
          <ac:grpSpMkLst>
            <pc:docMk/>
            <pc:sldMk cId="2510601824" sldId="388"/>
            <ac:grpSpMk id="56" creationId="{A61B5DBA-05DF-BEBE-50DE-28F89A35D716}"/>
          </ac:grpSpMkLst>
        </pc:grp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3" creationId="{0DEA8695-56D2-DDE0-372A-2B353E1734E7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4" creationId="{2668272D-D563-7C61-4B70-EC1941259488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5" creationId="{FB49E7FF-039B-13BB-A7B1-537C9305FBEA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6" creationId="{ABFE61C9-354B-B586-EA9A-7C99F3F76DD7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7" creationId="{2C0CB0A1-4381-F142-E36E-7A73D9F30609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8" creationId="{C284AFCA-B4D3-BEE1-03CB-35B5FB7B51B8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9" creationId="{CCD44425-A2A8-73AD-5422-C91CCBEC5251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10" creationId="{3AA445A0-F9EF-5DD5-3FA9-6EE58E489D82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11" creationId="{48046F05-A92A-81FD-6536-C3DEF61B6FE5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12" creationId="{82D37900-78AE-3E53-1FB0-730BD5FABC8F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13" creationId="{4ADE9415-6AF5-F34C-C36B-36A592F85572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14" creationId="{2DE87E05-313A-39EC-2612-A352D97CDDDC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15" creationId="{39B92A8F-27C8-BB97-352D-6B3753B9A8FA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16" creationId="{AAD254D6-15DE-85DC-862E-24510F7F6F9F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17" creationId="{4221A8CE-E204-2D26-6E01-F81B8FF3704B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20" creationId="{56947D7A-D055-5201-3CB4-736E0236314D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21" creationId="{36FA9C63-3A2E-10F6-43A9-4676D1105FD1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24" creationId="{2E1C8E9E-48DB-5CAF-2690-FBF987B7FF2F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26" creationId="{66F16B11-5030-C4CC-2E15-34641264B1DF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27" creationId="{6D55C119-8A14-7159-AD16-2FCD50504FC1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28" creationId="{27529556-4176-BAD1-F221-F89E12CA72F0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29" creationId="{94BD6D0A-DB13-941A-A1E1-BCD0969389F6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30" creationId="{CE6B0A1B-7870-F61D-981A-E5D0CA490D8D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31" creationId="{937550F9-E87A-21D4-E95A-7F0210B03F68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32" creationId="{EBB4E934-DA26-39F4-D262-74E6B749AACC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33" creationId="{46FAE6BF-17D6-AD71-D3AC-F343A738A2C3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34" creationId="{BF2EE056-782A-0964-3E7C-DBCDD264A736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35" creationId="{506C2C85-BE2A-E28F-F84D-9F7AA7E94566}"/>
          </ac:inkMkLst>
        </pc:inkChg>
        <pc:inkChg chg="add">
          <ac:chgData name="Deepika Vatsa" userId="f7100972-27fe-4ee6-8fb4-ec9b7931b409" providerId="ADAL" clId="{D200CBF8-4A67-47D7-9141-F2E3DE90E052}" dt="2025-09-09T06:20:34.107" v="716" actId="9405"/>
          <ac:inkMkLst>
            <pc:docMk/>
            <pc:sldMk cId="2510601824" sldId="388"/>
            <ac:inkMk id="37" creationId="{913D601E-016E-D0D3-75C7-126C205D6CE7}"/>
          </ac:inkMkLst>
        </pc:inkChg>
        <pc:inkChg chg="add">
          <ac:chgData name="Deepika Vatsa" userId="f7100972-27fe-4ee6-8fb4-ec9b7931b409" providerId="ADAL" clId="{D200CBF8-4A67-47D7-9141-F2E3DE90E052}" dt="2025-09-09T06:20:35.857" v="717" actId="9405"/>
          <ac:inkMkLst>
            <pc:docMk/>
            <pc:sldMk cId="2510601824" sldId="388"/>
            <ac:inkMk id="38" creationId="{8CC3E10F-D127-9C74-95EB-BF842A739231}"/>
          </ac:inkMkLst>
        </pc:inkChg>
        <pc:inkChg chg="add">
          <ac:chgData name="Deepika Vatsa" userId="f7100972-27fe-4ee6-8fb4-ec9b7931b409" providerId="ADAL" clId="{D200CBF8-4A67-47D7-9141-F2E3DE90E052}" dt="2025-09-09T06:20:37.536" v="718" actId="9405"/>
          <ac:inkMkLst>
            <pc:docMk/>
            <pc:sldMk cId="2510601824" sldId="388"/>
            <ac:inkMk id="39" creationId="{8FD995BE-46FA-206C-C3C8-3E9F41EFADB8}"/>
          </ac:inkMkLst>
        </pc:inkChg>
        <pc:inkChg chg="add">
          <ac:chgData name="Deepika Vatsa" userId="f7100972-27fe-4ee6-8fb4-ec9b7931b409" providerId="ADAL" clId="{D200CBF8-4A67-47D7-9141-F2E3DE90E052}" dt="2025-09-09T06:20:44.442" v="719" actId="9405"/>
          <ac:inkMkLst>
            <pc:docMk/>
            <pc:sldMk cId="2510601824" sldId="388"/>
            <ac:inkMk id="40" creationId="{164C42A1-54F8-3E49-85E3-BC5E773E2E90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41" creationId="{51226F83-343E-F01F-C423-59ADF7E2ADB9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42" creationId="{418E9A61-92AC-5A89-AC78-3B7606299C90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43" creationId="{30EECC6C-061B-C7A0-EA67-57403061282F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44" creationId="{75B0D80D-5F8E-FF53-EE98-F6358F849A96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45" creationId="{3C6716BB-36DB-84B6-7175-55477FA24F50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47" creationId="{20695B1E-0B33-9D02-2E56-B26B54E210B4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48" creationId="{1221E676-6BC5-9647-8567-7CB6C31A3DAF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49" creationId="{7579F10C-1C9F-FEE2-F996-0C4A8AB0B758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51" creationId="{73A3BE57-E37D-53A6-C37A-F7AEE57C5731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52" creationId="{71F02B8B-10E8-ECE7-EEA1-F0B5BB149EE8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54" creationId="{5D201C4A-8BCD-0522-EC2B-E16C0FA2FD5E}"/>
          </ac:inkMkLst>
        </pc:inkChg>
        <pc:inkChg chg="add mod">
          <ac:chgData name="Deepika Vatsa" userId="f7100972-27fe-4ee6-8fb4-ec9b7931b409" providerId="ADAL" clId="{D200CBF8-4A67-47D7-9141-F2E3DE90E052}" dt="2025-09-09T06:21:06.913" v="735"/>
          <ac:inkMkLst>
            <pc:docMk/>
            <pc:sldMk cId="2510601824" sldId="388"/>
            <ac:inkMk id="55" creationId="{BCA5A56B-8FAF-7814-2876-E766FD08216A}"/>
          </ac:inkMkLst>
        </pc:inkChg>
        <pc:inkChg chg="add">
          <ac:chgData name="Deepika Vatsa" userId="f7100972-27fe-4ee6-8fb4-ec9b7931b409" providerId="ADAL" clId="{D200CBF8-4A67-47D7-9141-F2E3DE90E052}" dt="2025-09-09T06:21:19.998" v="736" actId="9405"/>
          <ac:inkMkLst>
            <pc:docMk/>
            <pc:sldMk cId="2510601824" sldId="388"/>
            <ac:inkMk id="57" creationId="{3C40DEE1-9DA5-626E-5D1B-37BFF693CE34}"/>
          </ac:inkMkLst>
        </pc:inkChg>
      </pc:sldChg>
      <pc:sldChg chg="addSp delSp modSp mod">
        <pc:chgData name="Deepika Vatsa" userId="f7100972-27fe-4ee6-8fb4-ec9b7931b409" providerId="ADAL" clId="{D200CBF8-4A67-47D7-9141-F2E3DE90E052}" dt="2025-09-09T06:22:42.994" v="751"/>
        <pc:sldMkLst>
          <pc:docMk/>
          <pc:sldMk cId="683241838" sldId="390"/>
        </pc:sldMkLst>
        <pc:grpChg chg="mod">
          <ac:chgData name="Deepika Vatsa" userId="f7100972-27fe-4ee6-8fb4-ec9b7931b409" providerId="ADAL" clId="{D200CBF8-4A67-47D7-9141-F2E3DE90E052}" dt="2025-09-09T06:22:35.312" v="747"/>
          <ac:grpSpMkLst>
            <pc:docMk/>
            <pc:sldMk cId="683241838" sldId="390"/>
            <ac:grpSpMk id="13" creationId="{3EE93B5D-1ECF-5086-8956-2543575C7DDF}"/>
          </ac:grpSpMkLst>
        </pc:grpChg>
        <pc:grpChg chg="del mod">
          <ac:chgData name="Deepika Vatsa" userId="f7100972-27fe-4ee6-8fb4-ec9b7931b409" providerId="ADAL" clId="{D200CBF8-4A67-47D7-9141-F2E3DE90E052}" dt="2025-09-09T06:22:42.994" v="751"/>
          <ac:grpSpMkLst>
            <pc:docMk/>
            <pc:sldMk cId="683241838" sldId="390"/>
            <ac:grpSpMk id="17" creationId="{70AB8983-9398-1CF8-AA3D-71ABB5AF3436}"/>
          </ac:grpSpMkLst>
        </pc:grpChg>
        <pc:grpChg chg="mod">
          <ac:chgData name="Deepika Vatsa" userId="f7100972-27fe-4ee6-8fb4-ec9b7931b409" providerId="ADAL" clId="{D200CBF8-4A67-47D7-9141-F2E3DE90E052}" dt="2025-09-09T06:22:42.994" v="751"/>
          <ac:grpSpMkLst>
            <pc:docMk/>
            <pc:sldMk cId="683241838" sldId="390"/>
            <ac:grpSpMk id="19" creationId="{EDB0D26A-7925-9284-62C4-6ACF660EE9C7}"/>
          </ac:grpSpMkLst>
        </pc:grpChg>
        <pc:inkChg chg="add">
          <ac:chgData name="Deepika Vatsa" userId="f7100972-27fe-4ee6-8fb4-ec9b7931b409" providerId="ADAL" clId="{D200CBF8-4A67-47D7-9141-F2E3DE90E052}" dt="2025-09-09T06:22:03.721" v="737" actId="9405"/>
          <ac:inkMkLst>
            <pc:docMk/>
            <pc:sldMk cId="683241838" sldId="390"/>
            <ac:inkMk id="3" creationId="{DD06674E-C87E-4C53-EE07-EE02341974F8}"/>
          </ac:inkMkLst>
        </pc:inkChg>
        <pc:inkChg chg="add">
          <ac:chgData name="Deepika Vatsa" userId="f7100972-27fe-4ee6-8fb4-ec9b7931b409" providerId="ADAL" clId="{D200CBF8-4A67-47D7-9141-F2E3DE90E052}" dt="2025-09-09T06:22:24.852" v="738" actId="9405"/>
          <ac:inkMkLst>
            <pc:docMk/>
            <pc:sldMk cId="683241838" sldId="390"/>
            <ac:inkMk id="4" creationId="{2C9E0217-E2EB-FF8C-3CE5-AAA7D5CA61C3}"/>
          </ac:inkMkLst>
        </pc:inkChg>
        <pc:inkChg chg="add">
          <ac:chgData name="Deepika Vatsa" userId="f7100972-27fe-4ee6-8fb4-ec9b7931b409" providerId="ADAL" clId="{D200CBF8-4A67-47D7-9141-F2E3DE90E052}" dt="2025-09-09T06:22:26.094" v="739" actId="9405"/>
          <ac:inkMkLst>
            <pc:docMk/>
            <pc:sldMk cId="683241838" sldId="390"/>
            <ac:inkMk id="5" creationId="{B0027ED0-96B3-4B67-99ED-FE1C02BBAC26}"/>
          </ac:inkMkLst>
        </pc:inkChg>
        <pc:inkChg chg="add">
          <ac:chgData name="Deepika Vatsa" userId="f7100972-27fe-4ee6-8fb4-ec9b7931b409" providerId="ADAL" clId="{D200CBF8-4A67-47D7-9141-F2E3DE90E052}" dt="2025-09-09T06:22:30.870" v="740" actId="9405"/>
          <ac:inkMkLst>
            <pc:docMk/>
            <pc:sldMk cId="683241838" sldId="390"/>
            <ac:inkMk id="6" creationId="{0AA6B73B-3362-AED3-0826-0E9BDDA2BF37}"/>
          </ac:inkMkLst>
        </pc:inkChg>
        <pc:inkChg chg="add mod">
          <ac:chgData name="Deepika Vatsa" userId="f7100972-27fe-4ee6-8fb4-ec9b7931b409" providerId="ADAL" clId="{D200CBF8-4A67-47D7-9141-F2E3DE90E052}" dt="2025-09-09T06:22:35.312" v="747"/>
          <ac:inkMkLst>
            <pc:docMk/>
            <pc:sldMk cId="683241838" sldId="390"/>
            <ac:inkMk id="7" creationId="{2C05FDB9-48B5-F1E9-5888-1AB453F0E417}"/>
          </ac:inkMkLst>
        </pc:inkChg>
        <pc:inkChg chg="add mod">
          <ac:chgData name="Deepika Vatsa" userId="f7100972-27fe-4ee6-8fb4-ec9b7931b409" providerId="ADAL" clId="{D200CBF8-4A67-47D7-9141-F2E3DE90E052}" dt="2025-09-09T06:22:35.312" v="747"/>
          <ac:inkMkLst>
            <pc:docMk/>
            <pc:sldMk cId="683241838" sldId="390"/>
            <ac:inkMk id="8" creationId="{B560EF23-6698-8D13-4DE8-133175C4E4E8}"/>
          </ac:inkMkLst>
        </pc:inkChg>
        <pc:inkChg chg="add mod">
          <ac:chgData name="Deepika Vatsa" userId="f7100972-27fe-4ee6-8fb4-ec9b7931b409" providerId="ADAL" clId="{D200CBF8-4A67-47D7-9141-F2E3DE90E052}" dt="2025-09-09T06:22:35.312" v="747"/>
          <ac:inkMkLst>
            <pc:docMk/>
            <pc:sldMk cId="683241838" sldId="390"/>
            <ac:inkMk id="9" creationId="{1A145EF4-FD58-89A8-3E31-536F398E1563}"/>
          </ac:inkMkLst>
        </pc:inkChg>
        <pc:inkChg chg="add mod">
          <ac:chgData name="Deepika Vatsa" userId="f7100972-27fe-4ee6-8fb4-ec9b7931b409" providerId="ADAL" clId="{D200CBF8-4A67-47D7-9141-F2E3DE90E052}" dt="2025-09-09T06:22:35.312" v="747"/>
          <ac:inkMkLst>
            <pc:docMk/>
            <pc:sldMk cId="683241838" sldId="390"/>
            <ac:inkMk id="10" creationId="{D0954B22-84CC-05D5-CA8C-7926C2BF2B85}"/>
          </ac:inkMkLst>
        </pc:inkChg>
        <pc:inkChg chg="add mod">
          <ac:chgData name="Deepika Vatsa" userId="f7100972-27fe-4ee6-8fb4-ec9b7931b409" providerId="ADAL" clId="{D200CBF8-4A67-47D7-9141-F2E3DE90E052}" dt="2025-09-09T06:22:35.312" v="747"/>
          <ac:inkMkLst>
            <pc:docMk/>
            <pc:sldMk cId="683241838" sldId="390"/>
            <ac:inkMk id="11" creationId="{ADB83756-6089-A5EC-470A-30EEF046546C}"/>
          </ac:inkMkLst>
        </pc:inkChg>
        <pc:inkChg chg="add mod">
          <ac:chgData name="Deepika Vatsa" userId="f7100972-27fe-4ee6-8fb4-ec9b7931b409" providerId="ADAL" clId="{D200CBF8-4A67-47D7-9141-F2E3DE90E052}" dt="2025-09-09T06:22:35.312" v="747"/>
          <ac:inkMkLst>
            <pc:docMk/>
            <pc:sldMk cId="683241838" sldId="390"/>
            <ac:inkMk id="12" creationId="{0476B9A7-DA26-7A5C-B6C2-C299C821A135}"/>
          </ac:inkMkLst>
        </pc:inkChg>
        <pc:inkChg chg="add mod">
          <ac:chgData name="Deepika Vatsa" userId="f7100972-27fe-4ee6-8fb4-ec9b7931b409" providerId="ADAL" clId="{D200CBF8-4A67-47D7-9141-F2E3DE90E052}" dt="2025-09-09T06:22:42.994" v="751"/>
          <ac:inkMkLst>
            <pc:docMk/>
            <pc:sldMk cId="683241838" sldId="390"/>
            <ac:inkMk id="14" creationId="{5982DED7-A6DD-7E81-9F58-00ABC1AA1E1D}"/>
          </ac:inkMkLst>
        </pc:inkChg>
        <pc:inkChg chg="add mod">
          <ac:chgData name="Deepika Vatsa" userId="f7100972-27fe-4ee6-8fb4-ec9b7931b409" providerId="ADAL" clId="{D200CBF8-4A67-47D7-9141-F2E3DE90E052}" dt="2025-09-09T06:22:42.994" v="751"/>
          <ac:inkMkLst>
            <pc:docMk/>
            <pc:sldMk cId="683241838" sldId="390"/>
            <ac:inkMk id="15" creationId="{78B0ECE5-2F97-5EFC-DB87-C6558248EB64}"/>
          </ac:inkMkLst>
        </pc:inkChg>
        <pc:inkChg chg="add mod">
          <ac:chgData name="Deepika Vatsa" userId="f7100972-27fe-4ee6-8fb4-ec9b7931b409" providerId="ADAL" clId="{D200CBF8-4A67-47D7-9141-F2E3DE90E052}" dt="2025-09-09T06:22:42.994" v="751"/>
          <ac:inkMkLst>
            <pc:docMk/>
            <pc:sldMk cId="683241838" sldId="390"/>
            <ac:inkMk id="16" creationId="{90AF6B94-8C88-D542-9E61-8CCA46F1BDF9}"/>
          </ac:inkMkLst>
        </pc:inkChg>
      </pc:sldChg>
      <pc:sldChg chg="addSp mod">
        <pc:chgData name="Deepika Vatsa" userId="f7100972-27fe-4ee6-8fb4-ec9b7931b409" providerId="ADAL" clId="{D200CBF8-4A67-47D7-9141-F2E3DE90E052}" dt="2025-09-09T06:39:53.942" v="771"/>
        <pc:sldMkLst>
          <pc:docMk/>
          <pc:sldMk cId="1566875664" sldId="391"/>
        </pc:sldMkLst>
        <pc:inkChg chg="add">
          <ac:chgData name="Deepika Vatsa" userId="f7100972-27fe-4ee6-8fb4-ec9b7931b409" providerId="ADAL" clId="{D200CBF8-4A67-47D7-9141-F2E3DE90E052}" dt="2025-09-09T06:23:44.156" v="760" actId="9405"/>
          <ac:inkMkLst>
            <pc:docMk/>
            <pc:sldMk cId="1566875664" sldId="391"/>
            <ac:inkMk id="2" creationId="{3039F2D1-A7ED-0CA0-CC35-C3B5547A752E}"/>
          </ac:inkMkLst>
        </pc:inkChg>
        <pc:inkChg chg="add">
          <ac:chgData name="Deepika Vatsa" userId="f7100972-27fe-4ee6-8fb4-ec9b7931b409" providerId="ADAL" clId="{D200CBF8-4A67-47D7-9141-F2E3DE90E052}" dt="2025-09-09T06:23:45.166" v="761" actId="9405"/>
          <ac:inkMkLst>
            <pc:docMk/>
            <pc:sldMk cId="1566875664" sldId="391"/>
            <ac:inkMk id="3" creationId="{0D965083-AFA4-03FB-2B8A-DF3B8681CBF6}"/>
          </ac:inkMkLst>
        </pc:inkChg>
        <pc:inkChg chg="add">
          <ac:chgData name="Deepika Vatsa" userId="f7100972-27fe-4ee6-8fb4-ec9b7931b409" providerId="ADAL" clId="{D200CBF8-4A67-47D7-9141-F2E3DE90E052}" dt="2025-09-09T06:23:46.178" v="762" actId="9405"/>
          <ac:inkMkLst>
            <pc:docMk/>
            <pc:sldMk cId="1566875664" sldId="391"/>
            <ac:inkMk id="4" creationId="{67C902E1-21DA-11F5-63C5-7688A02969AE}"/>
          </ac:inkMkLst>
        </pc:inkChg>
        <pc:inkChg chg="add">
          <ac:chgData name="Deepika Vatsa" userId="f7100972-27fe-4ee6-8fb4-ec9b7931b409" providerId="ADAL" clId="{D200CBF8-4A67-47D7-9141-F2E3DE90E052}" dt="2025-09-09T06:23:47.280" v="763" actId="9405"/>
          <ac:inkMkLst>
            <pc:docMk/>
            <pc:sldMk cId="1566875664" sldId="391"/>
            <ac:inkMk id="6" creationId="{221C2F33-0615-D30A-5FE1-A6AABCDFB242}"/>
          </ac:inkMkLst>
        </pc:inkChg>
        <pc:inkChg chg="add">
          <ac:chgData name="Deepika Vatsa" userId="f7100972-27fe-4ee6-8fb4-ec9b7931b409" providerId="ADAL" clId="{D200CBF8-4A67-47D7-9141-F2E3DE90E052}" dt="2025-09-09T06:23:48.633" v="764" actId="9405"/>
          <ac:inkMkLst>
            <pc:docMk/>
            <pc:sldMk cId="1566875664" sldId="391"/>
            <ac:inkMk id="7" creationId="{630D9EEE-929A-3683-6ACC-416DA291C9D1}"/>
          </ac:inkMkLst>
        </pc:inkChg>
        <pc:inkChg chg="add">
          <ac:chgData name="Deepika Vatsa" userId="f7100972-27fe-4ee6-8fb4-ec9b7931b409" providerId="ADAL" clId="{D200CBF8-4A67-47D7-9141-F2E3DE90E052}" dt="2025-09-09T06:23:49.518" v="765" actId="9405"/>
          <ac:inkMkLst>
            <pc:docMk/>
            <pc:sldMk cId="1566875664" sldId="391"/>
            <ac:inkMk id="8" creationId="{69DBBDAC-AC0D-4344-5E16-D214B1A78AB2}"/>
          </ac:inkMkLst>
        </pc:inkChg>
        <pc:inkChg chg="add">
          <ac:chgData name="Deepika Vatsa" userId="f7100972-27fe-4ee6-8fb4-ec9b7931b409" providerId="ADAL" clId="{D200CBF8-4A67-47D7-9141-F2E3DE90E052}" dt="2025-09-09T06:39:53.942" v="771"/>
          <ac:inkMkLst>
            <pc:docMk/>
            <pc:sldMk cId="1566875664" sldId="391"/>
            <ac:inkMk id="9" creationId="{6F538F2B-7F26-CF9E-2C51-E2600F8E7A4F}"/>
          </ac:inkMkLst>
        </pc:inkChg>
      </pc:sldChg>
      <pc:sldChg chg="addSp modSp mod">
        <pc:chgData name="Deepika Vatsa" userId="f7100972-27fe-4ee6-8fb4-ec9b7931b409" providerId="ADAL" clId="{D200CBF8-4A67-47D7-9141-F2E3DE90E052}" dt="2025-09-09T06:23:26.106" v="759" actId="9405"/>
        <pc:sldMkLst>
          <pc:docMk/>
          <pc:sldMk cId="1236308607" sldId="392"/>
        </pc:sldMkLst>
        <pc:spChg chg="mod">
          <ac:chgData name="Deepika Vatsa" userId="f7100972-27fe-4ee6-8fb4-ec9b7931b409" providerId="ADAL" clId="{D200CBF8-4A67-47D7-9141-F2E3DE90E052}" dt="2025-09-09T05:54:48.638" v="94" actId="20577"/>
          <ac:spMkLst>
            <pc:docMk/>
            <pc:sldMk cId="1236308607" sldId="392"/>
            <ac:spMk id="5" creationId="{00000000-0000-0000-0000-000000000000}"/>
          </ac:spMkLst>
        </pc:spChg>
        <pc:grpChg chg="mod">
          <ac:chgData name="Deepika Vatsa" userId="f7100972-27fe-4ee6-8fb4-ec9b7931b409" providerId="ADAL" clId="{D200CBF8-4A67-47D7-9141-F2E3DE90E052}" dt="2025-09-09T06:23:18.070" v="758"/>
          <ac:grpSpMkLst>
            <pc:docMk/>
            <pc:sldMk cId="1236308607" sldId="392"/>
            <ac:grpSpMk id="11" creationId="{34AF113D-4535-A9D6-719C-61476FBD7D48}"/>
          </ac:grpSpMkLst>
        </pc:grpChg>
        <pc:inkChg chg="add">
          <ac:chgData name="Deepika Vatsa" userId="f7100972-27fe-4ee6-8fb4-ec9b7931b409" providerId="ADAL" clId="{D200CBF8-4A67-47D7-9141-F2E3DE90E052}" dt="2025-09-09T06:22:57.645" v="752" actId="9405"/>
          <ac:inkMkLst>
            <pc:docMk/>
            <pc:sldMk cId="1236308607" sldId="392"/>
            <ac:inkMk id="2" creationId="{2B626E48-D538-2F88-0B57-0FC9B81D6328}"/>
          </ac:inkMkLst>
        </pc:inkChg>
        <pc:inkChg chg="add">
          <ac:chgData name="Deepika Vatsa" userId="f7100972-27fe-4ee6-8fb4-ec9b7931b409" providerId="ADAL" clId="{D200CBF8-4A67-47D7-9141-F2E3DE90E052}" dt="2025-09-09T06:22:58.833" v="753" actId="9405"/>
          <ac:inkMkLst>
            <pc:docMk/>
            <pc:sldMk cId="1236308607" sldId="392"/>
            <ac:inkMk id="3" creationId="{91A30B97-A570-3C08-AC86-8A30C1472D79}"/>
          </ac:inkMkLst>
        </pc:inkChg>
        <pc:inkChg chg="add">
          <ac:chgData name="Deepika Vatsa" userId="f7100972-27fe-4ee6-8fb4-ec9b7931b409" providerId="ADAL" clId="{D200CBF8-4A67-47D7-9141-F2E3DE90E052}" dt="2025-09-09T06:23:09.656" v="754" actId="9405"/>
          <ac:inkMkLst>
            <pc:docMk/>
            <pc:sldMk cId="1236308607" sldId="392"/>
            <ac:inkMk id="6" creationId="{05E8A000-CA72-3512-9DAA-18029C40E1EE}"/>
          </ac:inkMkLst>
        </pc:inkChg>
        <pc:inkChg chg="add mod">
          <ac:chgData name="Deepika Vatsa" userId="f7100972-27fe-4ee6-8fb4-ec9b7931b409" providerId="ADAL" clId="{D200CBF8-4A67-47D7-9141-F2E3DE90E052}" dt="2025-09-09T06:23:18.070" v="758"/>
          <ac:inkMkLst>
            <pc:docMk/>
            <pc:sldMk cId="1236308607" sldId="392"/>
            <ac:inkMk id="7" creationId="{84003518-6030-A0B3-D9AF-94EFCBDC825D}"/>
          </ac:inkMkLst>
        </pc:inkChg>
        <pc:inkChg chg="add mod">
          <ac:chgData name="Deepika Vatsa" userId="f7100972-27fe-4ee6-8fb4-ec9b7931b409" providerId="ADAL" clId="{D200CBF8-4A67-47D7-9141-F2E3DE90E052}" dt="2025-09-09T06:23:18.070" v="758"/>
          <ac:inkMkLst>
            <pc:docMk/>
            <pc:sldMk cId="1236308607" sldId="392"/>
            <ac:inkMk id="8" creationId="{2B577A3D-7725-87FC-EBBC-C8D014DD88AC}"/>
          </ac:inkMkLst>
        </pc:inkChg>
        <pc:inkChg chg="add mod">
          <ac:chgData name="Deepika Vatsa" userId="f7100972-27fe-4ee6-8fb4-ec9b7931b409" providerId="ADAL" clId="{D200CBF8-4A67-47D7-9141-F2E3DE90E052}" dt="2025-09-09T06:23:18.070" v="758"/>
          <ac:inkMkLst>
            <pc:docMk/>
            <pc:sldMk cId="1236308607" sldId="392"/>
            <ac:inkMk id="9" creationId="{55750DAE-4533-84FE-C7A5-7D0B18C8C8CD}"/>
          </ac:inkMkLst>
        </pc:inkChg>
        <pc:inkChg chg="add">
          <ac:chgData name="Deepika Vatsa" userId="f7100972-27fe-4ee6-8fb4-ec9b7931b409" providerId="ADAL" clId="{D200CBF8-4A67-47D7-9141-F2E3DE90E052}" dt="2025-09-09T06:23:26.106" v="759" actId="9405"/>
          <ac:inkMkLst>
            <pc:docMk/>
            <pc:sldMk cId="1236308607" sldId="392"/>
            <ac:inkMk id="13" creationId="{4FE241B5-78E0-7E4A-970D-554F5F3F48DD}"/>
          </ac:inkMkLst>
        </pc:inkChg>
      </pc:sldChg>
      <pc:sldChg chg="addSp">
        <pc:chgData name="Deepika Vatsa" userId="f7100972-27fe-4ee6-8fb4-ec9b7931b409" providerId="ADAL" clId="{D200CBF8-4A67-47D7-9141-F2E3DE90E052}" dt="2025-09-09T06:39:53.942" v="771"/>
        <pc:sldMkLst>
          <pc:docMk/>
          <pc:sldMk cId="1156521667" sldId="396"/>
        </pc:sldMkLst>
        <pc:inkChg chg="add">
          <ac:chgData name="Deepika Vatsa" userId="f7100972-27fe-4ee6-8fb4-ec9b7931b409" providerId="ADAL" clId="{D200CBF8-4A67-47D7-9141-F2E3DE90E052}" dt="2025-09-09T06:39:53.942" v="771"/>
          <ac:inkMkLst>
            <pc:docMk/>
            <pc:sldMk cId="1156521667" sldId="396"/>
            <ac:inkMk id="3" creationId="{7971E2F3-6EB7-B501-2501-AC165CC3BF43}"/>
          </ac:inkMkLst>
        </pc:inkChg>
      </pc:sldChg>
      <pc:sldChg chg="addSp">
        <pc:chgData name="Deepika Vatsa" userId="f7100972-27fe-4ee6-8fb4-ec9b7931b409" providerId="ADAL" clId="{D200CBF8-4A67-47D7-9141-F2E3DE90E052}" dt="2025-09-09T06:39:53.942" v="771"/>
        <pc:sldMkLst>
          <pc:docMk/>
          <pc:sldMk cId="1432525518" sldId="397"/>
        </pc:sldMkLst>
        <pc:inkChg chg="add">
          <ac:chgData name="Deepika Vatsa" userId="f7100972-27fe-4ee6-8fb4-ec9b7931b409" providerId="ADAL" clId="{D200CBF8-4A67-47D7-9141-F2E3DE90E052}" dt="2025-09-09T06:39:53.942" v="771"/>
          <ac:inkMkLst>
            <pc:docMk/>
            <pc:sldMk cId="1432525518" sldId="397"/>
            <ac:inkMk id="3" creationId="{056BD10D-125F-9AB4-A10D-CA02381E633E}"/>
          </ac:inkMkLst>
        </pc:inkChg>
      </pc:sldChg>
      <pc:sldChg chg="addSp">
        <pc:chgData name="Deepika Vatsa" userId="f7100972-27fe-4ee6-8fb4-ec9b7931b409" providerId="ADAL" clId="{D200CBF8-4A67-47D7-9141-F2E3DE90E052}" dt="2025-09-09T06:39:53.942" v="771"/>
        <pc:sldMkLst>
          <pc:docMk/>
          <pc:sldMk cId="1482880142" sldId="398"/>
        </pc:sldMkLst>
        <pc:inkChg chg="add">
          <ac:chgData name="Deepika Vatsa" userId="f7100972-27fe-4ee6-8fb4-ec9b7931b409" providerId="ADAL" clId="{D200CBF8-4A67-47D7-9141-F2E3DE90E052}" dt="2025-09-09T06:39:53.942" v="771"/>
          <ac:inkMkLst>
            <pc:docMk/>
            <pc:sldMk cId="1482880142" sldId="398"/>
            <ac:inkMk id="3" creationId="{4F17827C-0551-00D4-BE48-8CD8B196491B}"/>
          </ac:inkMkLst>
        </pc:inkChg>
      </pc:sldChg>
      <pc:sldChg chg="addSp modSp mod">
        <pc:chgData name="Deepika Vatsa" userId="f7100972-27fe-4ee6-8fb4-ec9b7931b409" providerId="ADAL" clId="{D200CBF8-4A67-47D7-9141-F2E3DE90E052}" dt="2025-09-09T06:39:53.942" v="771"/>
        <pc:sldMkLst>
          <pc:docMk/>
          <pc:sldMk cId="1234074456" sldId="411"/>
        </pc:sldMkLst>
        <pc:grpChg chg="mod">
          <ac:chgData name="Deepika Vatsa" userId="f7100972-27fe-4ee6-8fb4-ec9b7931b409" providerId="ADAL" clId="{D200CBF8-4A67-47D7-9141-F2E3DE90E052}" dt="2025-09-09T06:24:19.397" v="770"/>
          <ac:grpSpMkLst>
            <pc:docMk/>
            <pc:sldMk cId="1234074456" sldId="411"/>
            <ac:grpSpMk id="8" creationId="{7646CF2C-D696-480E-DC53-D82C5D4C04F6}"/>
          </ac:grpSpMkLst>
        </pc:grpChg>
        <pc:inkChg chg="add mod">
          <ac:chgData name="Deepika Vatsa" userId="f7100972-27fe-4ee6-8fb4-ec9b7931b409" providerId="ADAL" clId="{D200CBF8-4A67-47D7-9141-F2E3DE90E052}" dt="2025-09-09T06:24:19.397" v="770"/>
          <ac:inkMkLst>
            <pc:docMk/>
            <pc:sldMk cId="1234074456" sldId="411"/>
            <ac:inkMk id="2" creationId="{AA92F6A2-FABB-DE8B-56EF-28391D93244A}"/>
          </ac:inkMkLst>
        </pc:inkChg>
        <pc:inkChg chg="add mod">
          <ac:chgData name="Deepika Vatsa" userId="f7100972-27fe-4ee6-8fb4-ec9b7931b409" providerId="ADAL" clId="{D200CBF8-4A67-47D7-9141-F2E3DE90E052}" dt="2025-09-09T06:24:19.397" v="770"/>
          <ac:inkMkLst>
            <pc:docMk/>
            <pc:sldMk cId="1234074456" sldId="411"/>
            <ac:inkMk id="3" creationId="{275F021C-7D04-F6AD-F96C-5683182D184F}"/>
          </ac:inkMkLst>
        </pc:inkChg>
        <pc:inkChg chg="add mod">
          <ac:chgData name="Deepika Vatsa" userId="f7100972-27fe-4ee6-8fb4-ec9b7931b409" providerId="ADAL" clId="{D200CBF8-4A67-47D7-9141-F2E3DE90E052}" dt="2025-09-09T06:24:19.397" v="770"/>
          <ac:inkMkLst>
            <pc:docMk/>
            <pc:sldMk cId="1234074456" sldId="411"/>
            <ac:inkMk id="5" creationId="{AF8AD1C7-1976-8421-4F0F-BB7FD9CBD3BE}"/>
          </ac:inkMkLst>
        </pc:inkChg>
        <pc:inkChg chg="add mod">
          <ac:chgData name="Deepika Vatsa" userId="f7100972-27fe-4ee6-8fb4-ec9b7931b409" providerId="ADAL" clId="{D200CBF8-4A67-47D7-9141-F2E3DE90E052}" dt="2025-09-09T06:24:19.397" v="770"/>
          <ac:inkMkLst>
            <pc:docMk/>
            <pc:sldMk cId="1234074456" sldId="411"/>
            <ac:inkMk id="6" creationId="{64B31BF5-4982-9732-8B63-7A3A15696C01}"/>
          </ac:inkMkLst>
        </pc:inkChg>
        <pc:inkChg chg="add">
          <ac:chgData name="Deepika Vatsa" userId="f7100972-27fe-4ee6-8fb4-ec9b7931b409" providerId="ADAL" clId="{D200CBF8-4A67-47D7-9141-F2E3DE90E052}" dt="2025-09-09T06:39:53.942" v="771"/>
          <ac:inkMkLst>
            <pc:docMk/>
            <pc:sldMk cId="1234074456" sldId="411"/>
            <ac:inkMk id="9" creationId="{92EC2928-5118-0307-D8DC-1CD435865324}"/>
          </ac:inkMkLst>
        </pc:inkChg>
      </pc:sldChg>
      <pc:sldChg chg="addSp">
        <pc:chgData name="Deepika Vatsa" userId="f7100972-27fe-4ee6-8fb4-ec9b7931b409" providerId="ADAL" clId="{D200CBF8-4A67-47D7-9141-F2E3DE90E052}" dt="2025-09-09T06:39:53.942" v="771"/>
        <pc:sldMkLst>
          <pc:docMk/>
          <pc:sldMk cId="341721914" sldId="412"/>
        </pc:sldMkLst>
        <pc:inkChg chg="add">
          <ac:chgData name="Deepika Vatsa" userId="f7100972-27fe-4ee6-8fb4-ec9b7931b409" providerId="ADAL" clId="{D200CBF8-4A67-47D7-9141-F2E3DE90E052}" dt="2025-09-09T06:39:53.942" v="771"/>
          <ac:inkMkLst>
            <pc:docMk/>
            <pc:sldMk cId="341721914" sldId="412"/>
            <ac:inkMk id="2" creationId="{90CD7822-E903-946F-A48F-F96A5A248B82}"/>
          </ac:inkMkLst>
        </pc:inkChg>
      </pc:sldChg>
      <pc:sldChg chg="addSp">
        <pc:chgData name="Deepika Vatsa" userId="f7100972-27fe-4ee6-8fb4-ec9b7931b409" providerId="ADAL" clId="{D200CBF8-4A67-47D7-9141-F2E3DE90E052}" dt="2025-09-09T06:39:53.942" v="771"/>
        <pc:sldMkLst>
          <pc:docMk/>
          <pc:sldMk cId="1175791229" sldId="413"/>
        </pc:sldMkLst>
        <pc:inkChg chg="add">
          <ac:chgData name="Deepika Vatsa" userId="f7100972-27fe-4ee6-8fb4-ec9b7931b409" providerId="ADAL" clId="{D200CBF8-4A67-47D7-9141-F2E3DE90E052}" dt="2025-09-09T06:39:53.942" v="771"/>
          <ac:inkMkLst>
            <pc:docMk/>
            <pc:sldMk cId="1175791229" sldId="413"/>
            <ac:inkMk id="3" creationId="{0A2B9C52-F061-6DB1-BCC2-4B91940047DF}"/>
          </ac:inkMkLst>
        </pc:inkChg>
      </pc:sldChg>
      <pc:sldChg chg="addSp">
        <pc:chgData name="Deepika Vatsa" userId="f7100972-27fe-4ee6-8fb4-ec9b7931b409" providerId="ADAL" clId="{D200CBF8-4A67-47D7-9141-F2E3DE90E052}" dt="2025-09-09T06:39:53.942" v="771"/>
        <pc:sldMkLst>
          <pc:docMk/>
          <pc:sldMk cId="3370910048" sldId="414"/>
        </pc:sldMkLst>
        <pc:inkChg chg="add">
          <ac:chgData name="Deepika Vatsa" userId="f7100972-27fe-4ee6-8fb4-ec9b7931b409" providerId="ADAL" clId="{D200CBF8-4A67-47D7-9141-F2E3DE90E052}" dt="2025-09-09T06:39:53.942" v="771"/>
          <ac:inkMkLst>
            <pc:docMk/>
            <pc:sldMk cId="3370910048" sldId="414"/>
            <ac:inkMk id="2" creationId="{F901D024-0EBA-ACDE-4820-CB617BB1FEBF}"/>
          </ac:inkMkLst>
        </pc:inkChg>
      </pc:sldChg>
      <pc:sldChg chg="addSp">
        <pc:chgData name="Deepika Vatsa" userId="f7100972-27fe-4ee6-8fb4-ec9b7931b409" providerId="ADAL" clId="{D200CBF8-4A67-47D7-9141-F2E3DE90E052}" dt="2025-09-09T06:39:53.942" v="771"/>
        <pc:sldMkLst>
          <pc:docMk/>
          <pc:sldMk cId="1441259426" sldId="415"/>
        </pc:sldMkLst>
        <pc:inkChg chg="add">
          <ac:chgData name="Deepika Vatsa" userId="f7100972-27fe-4ee6-8fb4-ec9b7931b409" providerId="ADAL" clId="{D200CBF8-4A67-47D7-9141-F2E3DE90E052}" dt="2025-09-09T06:39:53.942" v="771"/>
          <ac:inkMkLst>
            <pc:docMk/>
            <pc:sldMk cId="1441259426" sldId="415"/>
            <ac:inkMk id="3" creationId="{30EE18BC-C0B6-9B1D-3895-A809B540D2D8}"/>
          </ac:inkMkLst>
        </pc:inkChg>
      </pc:sldChg>
      <pc:sldChg chg="addSp add">
        <pc:chgData name="Deepika Vatsa" userId="f7100972-27fe-4ee6-8fb4-ec9b7931b409" providerId="ADAL" clId="{D200CBF8-4A67-47D7-9141-F2E3DE90E052}" dt="2025-09-09T06:13:28.837" v="464"/>
        <pc:sldMkLst>
          <pc:docMk/>
          <pc:sldMk cId="608139934" sldId="416"/>
        </pc:sldMkLst>
        <pc:inkChg chg="add">
          <ac:chgData name="Deepika Vatsa" userId="f7100972-27fe-4ee6-8fb4-ec9b7931b409" providerId="ADAL" clId="{D200CBF8-4A67-47D7-9141-F2E3DE90E052}" dt="2025-09-09T06:13:28.837" v="464"/>
          <ac:inkMkLst>
            <pc:docMk/>
            <pc:sldMk cId="608139934" sldId="416"/>
            <ac:inkMk id="3" creationId="{13C52F10-6E48-6A16-4F6A-769C81767F8E}"/>
          </ac:inkMkLst>
        </pc:inkChg>
      </pc:sldChg>
      <pc:sldChg chg="addSp delSp modSp new mod">
        <pc:chgData name="Deepika Vatsa" userId="f7100972-27fe-4ee6-8fb4-ec9b7931b409" providerId="ADAL" clId="{D200CBF8-4A67-47D7-9141-F2E3DE90E052}" dt="2025-09-09T06:15:36.289" v="597" actId="9405"/>
        <pc:sldMkLst>
          <pc:docMk/>
          <pc:sldMk cId="3956410023" sldId="417"/>
        </pc:sldMkLst>
        <pc:grpChg chg="mod">
          <ac:chgData name="Deepika Vatsa" userId="f7100972-27fe-4ee6-8fb4-ec9b7931b409" providerId="ADAL" clId="{D200CBF8-4A67-47D7-9141-F2E3DE90E052}" dt="2025-09-09T06:13:40.899" v="474"/>
          <ac:grpSpMkLst>
            <pc:docMk/>
            <pc:sldMk cId="3956410023" sldId="417"/>
            <ac:grpSpMk id="12" creationId="{BD203A53-739B-009A-BFFE-AA3733D737D7}"/>
          </ac:grpSpMkLst>
        </pc:grpChg>
        <pc:grpChg chg="mod">
          <ac:chgData name="Deepika Vatsa" userId="f7100972-27fe-4ee6-8fb4-ec9b7931b409" providerId="ADAL" clId="{D200CBF8-4A67-47D7-9141-F2E3DE90E052}" dt="2025-09-09T06:13:51.143" v="483"/>
          <ac:grpSpMkLst>
            <pc:docMk/>
            <pc:sldMk cId="3956410023" sldId="417"/>
            <ac:grpSpMk id="21" creationId="{E78F3234-539B-E673-6BF2-428D42290F43}"/>
          </ac:grpSpMkLst>
        </pc:grpChg>
        <pc:grpChg chg="mod">
          <ac:chgData name="Deepika Vatsa" userId="f7100972-27fe-4ee6-8fb4-ec9b7931b409" providerId="ADAL" clId="{D200CBF8-4A67-47D7-9141-F2E3DE90E052}" dt="2025-09-09T06:14:09.653" v="508"/>
          <ac:grpSpMkLst>
            <pc:docMk/>
            <pc:sldMk cId="3956410023" sldId="417"/>
            <ac:grpSpMk id="46" creationId="{C207E87B-EE8D-A151-E266-187431C6772C}"/>
          </ac:grpSpMkLst>
        </pc:grpChg>
        <pc:grpChg chg="mod">
          <ac:chgData name="Deepika Vatsa" userId="f7100972-27fe-4ee6-8fb4-ec9b7931b409" providerId="ADAL" clId="{D200CBF8-4A67-47D7-9141-F2E3DE90E052}" dt="2025-09-09T06:14:09.653" v="508"/>
          <ac:grpSpMkLst>
            <pc:docMk/>
            <pc:sldMk cId="3956410023" sldId="417"/>
            <ac:grpSpMk id="47" creationId="{48ECD83F-AB76-2F76-9DD4-20539C946CB1}"/>
          </ac:grpSpMkLst>
        </pc:grpChg>
        <pc:grpChg chg="mod">
          <ac:chgData name="Deepika Vatsa" userId="f7100972-27fe-4ee6-8fb4-ec9b7931b409" providerId="ADAL" clId="{D200CBF8-4A67-47D7-9141-F2E3DE90E052}" dt="2025-09-09T06:14:09.653" v="508"/>
          <ac:grpSpMkLst>
            <pc:docMk/>
            <pc:sldMk cId="3956410023" sldId="417"/>
            <ac:grpSpMk id="48" creationId="{6F4BFEF2-2A1A-BA88-A84B-1AB2200DB723}"/>
          </ac:grpSpMkLst>
        </pc:grpChg>
        <pc:grpChg chg="mod">
          <ac:chgData name="Deepika Vatsa" userId="f7100972-27fe-4ee6-8fb4-ec9b7931b409" providerId="ADAL" clId="{D200CBF8-4A67-47D7-9141-F2E3DE90E052}" dt="2025-09-09T06:14:09.653" v="508"/>
          <ac:grpSpMkLst>
            <pc:docMk/>
            <pc:sldMk cId="3956410023" sldId="417"/>
            <ac:grpSpMk id="49" creationId="{06EF86FD-CD2F-94D8-C13F-9494CF18B7F5}"/>
          </ac:grpSpMkLst>
        </pc:grpChg>
        <pc:grpChg chg="mod">
          <ac:chgData name="Deepika Vatsa" userId="f7100972-27fe-4ee6-8fb4-ec9b7931b409" providerId="ADAL" clId="{D200CBF8-4A67-47D7-9141-F2E3DE90E052}" dt="2025-09-09T06:14:17.852" v="511"/>
          <ac:grpSpMkLst>
            <pc:docMk/>
            <pc:sldMk cId="3956410023" sldId="417"/>
            <ac:grpSpMk id="52" creationId="{9D51B9D8-33C0-4CED-4C8E-7C74F5242A07}"/>
          </ac:grpSpMkLst>
        </pc:grpChg>
        <pc:grpChg chg="mod">
          <ac:chgData name="Deepika Vatsa" userId="f7100972-27fe-4ee6-8fb4-ec9b7931b409" providerId="ADAL" clId="{D200CBF8-4A67-47D7-9141-F2E3DE90E052}" dt="2025-09-09T06:14:31.127" v="539"/>
          <ac:grpSpMkLst>
            <pc:docMk/>
            <pc:sldMk cId="3956410023" sldId="417"/>
            <ac:grpSpMk id="80" creationId="{D3826C87-6D75-5C88-8B0B-FF4FB9EAC86E}"/>
          </ac:grpSpMkLst>
        </pc:grpChg>
        <pc:grpChg chg="mod">
          <ac:chgData name="Deepika Vatsa" userId="f7100972-27fe-4ee6-8fb4-ec9b7931b409" providerId="ADAL" clId="{D200CBF8-4A67-47D7-9141-F2E3DE90E052}" dt="2025-09-09T06:14:31.127" v="539"/>
          <ac:grpSpMkLst>
            <pc:docMk/>
            <pc:sldMk cId="3956410023" sldId="417"/>
            <ac:grpSpMk id="81" creationId="{F4912523-ECF4-83B0-303E-0A188C9289D9}"/>
          </ac:grpSpMkLst>
        </pc:grpChg>
        <pc:grpChg chg="del mod">
          <ac:chgData name="Deepika Vatsa" userId="f7100972-27fe-4ee6-8fb4-ec9b7931b409" providerId="ADAL" clId="{D200CBF8-4A67-47D7-9141-F2E3DE90E052}" dt="2025-09-09T06:14:56.087" v="560"/>
          <ac:grpSpMkLst>
            <pc:docMk/>
            <pc:sldMk cId="3956410023" sldId="417"/>
            <ac:grpSpMk id="82" creationId="{C3E1F070-1727-5038-37D6-F23BF1690F9D}"/>
          </ac:grpSpMkLst>
        </pc:grpChg>
        <pc:grpChg chg="mod">
          <ac:chgData name="Deepika Vatsa" userId="f7100972-27fe-4ee6-8fb4-ec9b7931b409" providerId="ADAL" clId="{D200CBF8-4A67-47D7-9141-F2E3DE90E052}" dt="2025-09-09T06:14:31.127" v="539"/>
          <ac:grpSpMkLst>
            <pc:docMk/>
            <pc:sldMk cId="3956410023" sldId="417"/>
            <ac:grpSpMk id="83" creationId="{89EE28A4-3F65-34F0-4479-B99FCDB7B1E4}"/>
          </ac:grpSpMkLst>
        </pc:grpChg>
        <pc:grpChg chg="mod">
          <ac:chgData name="Deepika Vatsa" userId="f7100972-27fe-4ee6-8fb4-ec9b7931b409" providerId="ADAL" clId="{D200CBF8-4A67-47D7-9141-F2E3DE90E052}" dt="2025-09-09T06:14:47.913" v="547"/>
          <ac:grpSpMkLst>
            <pc:docMk/>
            <pc:sldMk cId="3956410023" sldId="417"/>
            <ac:grpSpMk id="91" creationId="{3914A1DC-3E08-0033-C75F-D27CC798E1EA}"/>
          </ac:grpSpMkLst>
        </pc:grpChg>
        <pc:grpChg chg="mod">
          <ac:chgData name="Deepika Vatsa" userId="f7100972-27fe-4ee6-8fb4-ec9b7931b409" providerId="ADAL" clId="{D200CBF8-4A67-47D7-9141-F2E3DE90E052}" dt="2025-09-09T06:14:52.940" v="558"/>
          <ac:grpSpMkLst>
            <pc:docMk/>
            <pc:sldMk cId="3956410023" sldId="417"/>
            <ac:grpSpMk id="102" creationId="{A3FCA899-7782-8730-BFAB-012D8FACF226}"/>
          </ac:grpSpMkLst>
        </pc:grpChg>
        <pc:grpChg chg="mod">
          <ac:chgData name="Deepika Vatsa" userId="f7100972-27fe-4ee6-8fb4-ec9b7931b409" providerId="ADAL" clId="{D200CBF8-4A67-47D7-9141-F2E3DE90E052}" dt="2025-09-09T06:14:56.087" v="560"/>
          <ac:grpSpMkLst>
            <pc:docMk/>
            <pc:sldMk cId="3956410023" sldId="417"/>
            <ac:grpSpMk id="104" creationId="{F4B74CFD-794E-4693-04C1-E054B0C18BCD}"/>
          </ac:grpSpMkLst>
        </pc:grpChg>
        <pc:grpChg chg="del mod">
          <ac:chgData name="Deepika Vatsa" userId="f7100972-27fe-4ee6-8fb4-ec9b7931b409" providerId="ADAL" clId="{D200CBF8-4A67-47D7-9141-F2E3DE90E052}" dt="2025-09-09T06:15:27.336" v="590"/>
          <ac:grpSpMkLst>
            <pc:docMk/>
            <pc:sldMk cId="3956410023" sldId="417"/>
            <ac:grpSpMk id="121" creationId="{C6D90E1F-A86F-6E1B-E568-F7144FBE2A24}"/>
          </ac:grpSpMkLst>
        </pc:grpChg>
        <pc:grpChg chg="mod">
          <ac:chgData name="Deepika Vatsa" userId="f7100972-27fe-4ee6-8fb4-ec9b7931b409" providerId="ADAL" clId="{D200CBF8-4A67-47D7-9141-F2E3DE90E052}" dt="2025-09-09T06:15:19.171" v="577"/>
          <ac:grpSpMkLst>
            <pc:docMk/>
            <pc:sldMk cId="3956410023" sldId="417"/>
            <ac:grpSpMk id="122" creationId="{4A1610D8-F64A-B420-6AD3-E11AB73F50D2}"/>
          </ac:grpSpMkLst>
        </pc:grpChg>
        <pc:grpChg chg="del mod">
          <ac:chgData name="Deepika Vatsa" userId="f7100972-27fe-4ee6-8fb4-ec9b7931b409" providerId="ADAL" clId="{D200CBF8-4A67-47D7-9141-F2E3DE90E052}" dt="2025-09-09T06:15:27.336" v="590"/>
          <ac:grpSpMkLst>
            <pc:docMk/>
            <pc:sldMk cId="3956410023" sldId="417"/>
            <ac:grpSpMk id="127" creationId="{D199C2FA-909B-7C2E-BB6A-EA40DC88AD2B}"/>
          </ac:grpSpMkLst>
        </pc:grpChg>
        <pc:grpChg chg="mod">
          <ac:chgData name="Deepika Vatsa" userId="f7100972-27fe-4ee6-8fb4-ec9b7931b409" providerId="ADAL" clId="{D200CBF8-4A67-47D7-9141-F2E3DE90E052}" dt="2025-09-09T06:15:27.336" v="590"/>
          <ac:grpSpMkLst>
            <pc:docMk/>
            <pc:sldMk cId="3956410023" sldId="417"/>
            <ac:grpSpMk id="135" creationId="{45602E6F-4158-06AB-FFEE-976921310B37}"/>
          </ac:grpSpMkLst>
        </pc:grpChg>
        <pc:inkChg chg="add mod">
          <ac:chgData name="Deepika Vatsa" userId="f7100972-27fe-4ee6-8fb4-ec9b7931b409" providerId="ADAL" clId="{D200CBF8-4A67-47D7-9141-F2E3DE90E052}" dt="2025-09-09T06:13:40.899" v="474"/>
          <ac:inkMkLst>
            <pc:docMk/>
            <pc:sldMk cId="3956410023" sldId="417"/>
            <ac:inkMk id="4" creationId="{F395AD31-445C-A298-B8A6-1EFA6DA6AB8F}"/>
          </ac:inkMkLst>
        </pc:inkChg>
        <pc:inkChg chg="add mod">
          <ac:chgData name="Deepika Vatsa" userId="f7100972-27fe-4ee6-8fb4-ec9b7931b409" providerId="ADAL" clId="{D200CBF8-4A67-47D7-9141-F2E3DE90E052}" dt="2025-09-09T06:13:40.899" v="474"/>
          <ac:inkMkLst>
            <pc:docMk/>
            <pc:sldMk cId="3956410023" sldId="417"/>
            <ac:inkMk id="5" creationId="{A44802DB-801C-B8D6-3C87-C84D05283F4D}"/>
          </ac:inkMkLst>
        </pc:inkChg>
        <pc:inkChg chg="add mod">
          <ac:chgData name="Deepika Vatsa" userId="f7100972-27fe-4ee6-8fb4-ec9b7931b409" providerId="ADAL" clId="{D200CBF8-4A67-47D7-9141-F2E3DE90E052}" dt="2025-09-09T06:13:40.899" v="474"/>
          <ac:inkMkLst>
            <pc:docMk/>
            <pc:sldMk cId="3956410023" sldId="417"/>
            <ac:inkMk id="6" creationId="{FC64337B-C914-899B-2F4D-1B7A0FC373EA}"/>
          </ac:inkMkLst>
        </pc:inkChg>
        <pc:inkChg chg="add mod">
          <ac:chgData name="Deepika Vatsa" userId="f7100972-27fe-4ee6-8fb4-ec9b7931b409" providerId="ADAL" clId="{D200CBF8-4A67-47D7-9141-F2E3DE90E052}" dt="2025-09-09T06:13:40.899" v="474"/>
          <ac:inkMkLst>
            <pc:docMk/>
            <pc:sldMk cId="3956410023" sldId="417"/>
            <ac:inkMk id="7" creationId="{4BEF6E84-245A-BCF1-F024-1F2A10541F0B}"/>
          </ac:inkMkLst>
        </pc:inkChg>
        <pc:inkChg chg="add mod">
          <ac:chgData name="Deepika Vatsa" userId="f7100972-27fe-4ee6-8fb4-ec9b7931b409" providerId="ADAL" clId="{D200CBF8-4A67-47D7-9141-F2E3DE90E052}" dt="2025-09-09T06:13:40.899" v="474"/>
          <ac:inkMkLst>
            <pc:docMk/>
            <pc:sldMk cId="3956410023" sldId="417"/>
            <ac:inkMk id="8" creationId="{9220ED81-D364-5E4F-5C10-B5DC6CB56549}"/>
          </ac:inkMkLst>
        </pc:inkChg>
        <pc:inkChg chg="add mod">
          <ac:chgData name="Deepika Vatsa" userId="f7100972-27fe-4ee6-8fb4-ec9b7931b409" providerId="ADAL" clId="{D200CBF8-4A67-47D7-9141-F2E3DE90E052}" dt="2025-09-09T06:13:40.899" v="474"/>
          <ac:inkMkLst>
            <pc:docMk/>
            <pc:sldMk cId="3956410023" sldId="417"/>
            <ac:inkMk id="9" creationId="{90000A4A-EACC-D4B8-34AB-B6BB93D612F6}"/>
          </ac:inkMkLst>
        </pc:inkChg>
        <pc:inkChg chg="add mod">
          <ac:chgData name="Deepika Vatsa" userId="f7100972-27fe-4ee6-8fb4-ec9b7931b409" providerId="ADAL" clId="{D200CBF8-4A67-47D7-9141-F2E3DE90E052}" dt="2025-09-09T06:13:40.899" v="474"/>
          <ac:inkMkLst>
            <pc:docMk/>
            <pc:sldMk cId="3956410023" sldId="417"/>
            <ac:inkMk id="10" creationId="{454A0308-5F5B-8830-76AA-FA8C5DDEF6B6}"/>
          </ac:inkMkLst>
        </pc:inkChg>
        <pc:inkChg chg="add mod">
          <ac:chgData name="Deepika Vatsa" userId="f7100972-27fe-4ee6-8fb4-ec9b7931b409" providerId="ADAL" clId="{D200CBF8-4A67-47D7-9141-F2E3DE90E052}" dt="2025-09-09T06:13:40.899" v="474"/>
          <ac:inkMkLst>
            <pc:docMk/>
            <pc:sldMk cId="3956410023" sldId="417"/>
            <ac:inkMk id="11" creationId="{3098EC24-4F13-DF20-8430-5604E3FAF4E9}"/>
          </ac:inkMkLst>
        </pc:inkChg>
        <pc:inkChg chg="add mod">
          <ac:chgData name="Deepika Vatsa" userId="f7100972-27fe-4ee6-8fb4-ec9b7931b409" providerId="ADAL" clId="{D200CBF8-4A67-47D7-9141-F2E3DE90E052}" dt="2025-09-09T06:13:51.143" v="483"/>
          <ac:inkMkLst>
            <pc:docMk/>
            <pc:sldMk cId="3956410023" sldId="417"/>
            <ac:inkMk id="13" creationId="{4EDA41ED-9936-9DD3-9A30-D1503FB95B16}"/>
          </ac:inkMkLst>
        </pc:inkChg>
        <pc:inkChg chg="add mod">
          <ac:chgData name="Deepika Vatsa" userId="f7100972-27fe-4ee6-8fb4-ec9b7931b409" providerId="ADAL" clId="{D200CBF8-4A67-47D7-9141-F2E3DE90E052}" dt="2025-09-09T06:13:51.143" v="483"/>
          <ac:inkMkLst>
            <pc:docMk/>
            <pc:sldMk cId="3956410023" sldId="417"/>
            <ac:inkMk id="14" creationId="{74409FF3-ED59-90BD-5B77-759AD782F504}"/>
          </ac:inkMkLst>
        </pc:inkChg>
        <pc:inkChg chg="add mod">
          <ac:chgData name="Deepika Vatsa" userId="f7100972-27fe-4ee6-8fb4-ec9b7931b409" providerId="ADAL" clId="{D200CBF8-4A67-47D7-9141-F2E3DE90E052}" dt="2025-09-09T06:13:51.143" v="483"/>
          <ac:inkMkLst>
            <pc:docMk/>
            <pc:sldMk cId="3956410023" sldId="417"/>
            <ac:inkMk id="15" creationId="{DE9F0319-5B5F-76C6-5D1D-F49AB5470EF5}"/>
          </ac:inkMkLst>
        </pc:inkChg>
        <pc:inkChg chg="add mod">
          <ac:chgData name="Deepika Vatsa" userId="f7100972-27fe-4ee6-8fb4-ec9b7931b409" providerId="ADAL" clId="{D200CBF8-4A67-47D7-9141-F2E3DE90E052}" dt="2025-09-09T06:13:51.143" v="483"/>
          <ac:inkMkLst>
            <pc:docMk/>
            <pc:sldMk cId="3956410023" sldId="417"/>
            <ac:inkMk id="16" creationId="{2E61BB46-A0FF-6203-86FA-0898A42E220E}"/>
          </ac:inkMkLst>
        </pc:inkChg>
        <pc:inkChg chg="add mod">
          <ac:chgData name="Deepika Vatsa" userId="f7100972-27fe-4ee6-8fb4-ec9b7931b409" providerId="ADAL" clId="{D200CBF8-4A67-47D7-9141-F2E3DE90E052}" dt="2025-09-09T06:13:51.143" v="483"/>
          <ac:inkMkLst>
            <pc:docMk/>
            <pc:sldMk cId="3956410023" sldId="417"/>
            <ac:inkMk id="17" creationId="{5228EDA3-AB7B-7C00-4E47-1F98144E27C1}"/>
          </ac:inkMkLst>
        </pc:inkChg>
        <pc:inkChg chg="add mod">
          <ac:chgData name="Deepika Vatsa" userId="f7100972-27fe-4ee6-8fb4-ec9b7931b409" providerId="ADAL" clId="{D200CBF8-4A67-47D7-9141-F2E3DE90E052}" dt="2025-09-09T06:13:51.143" v="483"/>
          <ac:inkMkLst>
            <pc:docMk/>
            <pc:sldMk cId="3956410023" sldId="417"/>
            <ac:inkMk id="18" creationId="{7761185C-1DD5-1834-3467-FF27D424BED6}"/>
          </ac:inkMkLst>
        </pc:inkChg>
        <pc:inkChg chg="add mod">
          <ac:chgData name="Deepika Vatsa" userId="f7100972-27fe-4ee6-8fb4-ec9b7931b409" providerId="ADAL" clId="{D200CBF8-4A67-47D7-9141-F2E3DE90E052}" dt="2025-09-09T06:13:51.143" v="483"/>
          <ac:inkMkLst>
            <pc:docMk/>
            <pc:sldMk cId="3956410023" sldId="417"/>
            <ac:inkMk id="19" creationId="{990AADA3-0B4B-0DE2-F8B8-A88F07D37E8C}"/>
          </ac:inkMkLst>
        </pc:inkChg>
        <pc:inkChg chg="add">
          <ac:chgData name="Deepika Vatsa" userId="f7100972-27fe-4ee6-8fb4-ec9b7931b409" providerId="ADAL" clId="{D200CBF8-4A67-47D7-9141-F2E3DE90E052}" dt="2025-09-09T06:13:50.504" v="482" actId="9405"/>
          <ac:inkMkLst>
            <pc:docMk/>
            <pc:sldMk cId="3956410023" sldId="417"/>
            <ac:inkMk id="20" creationId="{C3FE47C0-E436-0535-83F0-37193B788852}"/>
          </ac:inkMkLst>
        </pc:inkChg>
        <pc:inkChg chg="add">
          <ac:chgData name="Deepika Vatsa" userId="f7100972-27fe-4ee6-8fb4-ec9b7931b409" providerId="ADAL" clId="{D200CBF8-4A67-47D7-9141-F2E3DE90E052}" dt="2025-09-09T06:13:55.909" v="484" actId="9405"/>
          <ac:inkMkLst>
            <pc:docMk/>
            <pc:sldMk cId="3956410023" sldId="417"/>
            <ac:inkMk id="22" creationId="{B189BEA0-FDBB-D23D-238D-4403DAB20B4B}"/>
          </ac:inkMkLst>
        </pc:inkChg>
        <pc:inkChg chg="add mod">
          <ac:chgData name="Deepika Vatsa" userId="f7100972-27fe-4ee6-8fb4-ec9b7931b409" providerId="ADAL" clId="{D200CBF8-4A67-47D7-9141-F2E3DE90E052}" dt="2025-09-09T06:14:09.653" v="508"/>
          <ac:inkMkLst>
            <pc:docMk/>
            <pc:sldMk cId="3956410023" sldId="417"/>
            <ac:inkMk id="23" creationId="{58535B49-57A1-27F5-6419-381C24BB2623}"/>
          </ac:inkMkLst>
        </pc:inkChg>
        <pc:inkChg chg="add mod">
          <ac:chgData name="Deepika Vatsa" userId="f7100972-27fe-4ee6-8fb4-ec9b7931b409" providerId="ADAL" clId="{D200CBF8-4A67-47D7-9141-F2E3DE90E052}" dt="2025-09-09T06:14:09.653" v="508"/>
          <ac:inkMkLst>
            <pc:docMk/>
            <pc:sldMk cId="3956410023" sldId="417"/>
            <ac:inkMk id="24" creationId="{EC7EDEC3-7944-0558-4CB4-BC4722B0C102}"/>
          </ac:inkMkLst>
        </pc:inkChg>
        <pc:inkChg chg="add mod">
          <ac:chgData name="Deepika Vatsa" userId="f7100972-27fe-4ee6-8fb4-ec9b7931b409" providerId="ADAL" clId="{D200CBF8-4A67-47D7-9141-F2E3DE90E052}" dt="2025-09-09T06:14:09.653" v="508"/>
          <ac:inkMkLst>
            <pc:docMk/>
            <pc:sldMk cId="3956410023" sldId="417"/>
            <ac:inkMk id="25" creationId="{00A80606-6568-464E-8D5A-208158F351DB}"/>
          </ac:inkMkLst>
        </pc:inkChg>
        <pc:inkChg chg="add mod">
          <ac:chgData name="Deepika Vatsa" userId="f7100972-27fe-4ee6-8fb4-ec9b7931b409" providerId="ADAL" clId="{D200CBF8-4A67-47D7-9141-F2E3DE90E052}" dt="2025-09-09T06:14:09.653" v="508"/>
          <ac:inkMkLst>
            <pc:docMk/>
            <pc:sldMk cId="3956410023" sldId="417"/>
            <ac:inkMk id="26" creationId="{E447F352-13DF-D347-0154-E1597DA91554}"/>
          </ac:inkMkLst>
        </pc:inkChg>
        <pc:inkChg chg="add mod">
          <ac:chgData name="Deepika Vatsa" userId="f7100972-27fe-4ee6-8fb4-ec9b7931b409" providerId="ADAL" clId="{D200CBF8-4A67-47D7-9141-F2E3DE90E052}" dt="2025-09-09T06:14:09.653" v="508"/>
          <ac:inkMkLst>
            <pc:docMk/>
            <pc:sldMk cId="3956410023" sldId="417"/>
            <ac:inkMk id="27" creationId="{C32218BD-6D56-7466-F562-85F1F3E95702}"/>
          </ac:inkMkLst>
        </pc:inkChg>
        <pc:inkChg chg="add mod">
          <ac:chgData name="Deepika Vatsa" userId="f7100972-27fe-4ee6-8fb4-ec9b7931b409" providerId="ADAL" clId="{D200CBF8-4A67-47D7-9141-F2E3DE90E052}" dt="2025-09-09T06:14:09.653" v="508"/>
          <ac:inkMkLst>
            <pc:docMk/>
            <pc:sldMk cId="3956410023" sldId="417"/>
            <ac:inkMk id="28" creationId="{887D68C4-CCE6-5505-70C7-20386A92821A}"/>
          </ac:inkMkLst>
        </pc:inkChg>
        <pc:inkChg chg="add mod">
          <ac:chgData name="Deepika Vatsa" userId="f7100972-27fe-4ee6-8fb4-ec9b7931b409" providerId="ADAL" clId="{D200CBF8-4A67-47D7-9141-F2E3DE90E052}" dt="2025-09-09T06:14:09.653" v="508"/>
          <ac:inkMkLst>
            <pc:docMk/>
            <pc:sldMk cId="3956410023" sldId="417"/>
            <ac:inkMk id="29" creationId="{ADB57E22-680A-F6D2-8154-61B450453474}"/>
          </ac:inkMkLst>
        </pc:inkChg>
        <pc:inkChg chg="add mod">
          <ac:chgData name="Deepika Vatsa" userId="f7100972-27fe-4ee6-8fb4-ec9b7931b409" providerId="ADAL" clId="{D200CBF8-4A67-47D7-9141-F2E3DE90E052}" dt="2025-09-09T06:14:09.653" v="508"/>
          <ac:inkMkLst>
            <pc:docMk/>
            <pc:sldMk cId="3956410023" sldId="417"/>
            <ac:inkMk id="30" creationId="{D7026EF3-375B-7717-0B00-B168339FF627}"/>
          </ac:inkMkLst>
        </pc:inkChg>
        <pc:inkChg chg="add mod">
          <ac:chgData name="Deepika Vatsa" userId="f7100972-27fe-4ee6-8fb4-ec9b7931b409" providerId="ADAL" clId="{D200CBF8-4A67-47D7-9141-F2E3DE90E052}" dt="2025-09-09T06:14:09.653" v="508"/>
          <ac:inkMkLst>
            <pc:docMk/>
            <pc:sldMk cId="3956410023" sldId="417"/>
            <ac:inkMk id="31" creationId="{598037CE-06B1-430D-644D-A3D20999E7BE}"/>
          </ac:inkMkLst>
        </pc:inkChg>
        <pc:inkChg chg="add mod">
          <ac:chgData name="Deepika Vatsa" userId="f7100972-27fe-4ee6-8fb4-ec9b7931b409" providerId="ADAL" clId="{D200CBF8-4A67-47D7-9141-F2E3DE90E052}" dt="2025-09-09T06:14:09.653" v="508"/>
          <ac:inkMkLst>
            <pc:docMk/>
            <pc:sldMk cId="3956410023" sldId="417"/>
            <ac:inkMk id="32" creationId="{86E3BE59-F034-E249-D88F-CE7CCFC239DB}"/>
          </ac:inkMkLst>
        </pc:inkChg>
        <pc:inkChg chg="add mod">
          <ac:chgData name="Deepika Vatsa" userId="f7100972-27fe-4ee6-8fb4-ec9b7931b409" providerId="ADAL" clId="{D200CBF8-4A67-47D7-9141-F2E3DE90E052}" dt="2025-09-09T06:14:09.653" v="508"/>
          <ac:inkMkLst>
            <pc:docMk/>
            <pc:sldMk cId="3956410023" sldId="417"/>
            <ac:inkMk id="33" creationId="{DF54813A-339B-4D2E-9BD1-7C231005F912}"/>
          </ac:inkMkLst>
        </pc:inkChg>
        <pc:inkChg chg="add">
          <ac:chgData name="Deepika Vatsa" userId="f7100972-27fe-4ee6-8fb4-ec9b7931b409" providerId="ADAL" clId="{D200CBF8-4A67-47D7-9141-F2E3DE90E052}" dt="2025-09-09T06:14:03.001" v="496" actId="9405"/>
          <ac:inkMkLst>
            <pc:docMk/>
            <pc:sldMk cId="3956410023" sldId="417"/>
            <ac:inkMk id="34" creationId="{DF6D1308-5052-72E1-FC2C-89496C525C53}"/>
          </ac:inkMkLst>
        </pc:inkChg>
        <pc:inkChg chg="add mod">
          <ac:chgData name="Deepika Vatsa" userId="f7100972-27fe-4ee6-8fb4-ec9b7931b409" providerId="ADAL" clId="{D200CBF8-4A67-47D7-9141-F2E3DE90E052}" dt="2025-09-09T06:14:09.653" v="508"/>
          <ac:inkMkLst>
            <pc:docMk/>
            <pc:sldMk cId="3956410023" sldId="417"/>
            <ac:inkMk id="35" creationId="{4F1740F0-5542-D3BF-361C-E14479BC1304}"/>
          </ac:inkMkLst>
        </pc:inkChg>
        <pc:inkChg chg="add mod">
          <ac:chgData name="Deepika Vatsa" userId="f7100972-27fe-4ee6-8fb4-ec9b7931b409" providerId="ADAL" clId="{D200CBF8-4A67-47D7-9141-F2E3DE90E052}" dt="2025-09-09T06:14:09.653" v="508"/>
          <ac:inkMkLst>
            <pc:docMk/>
            <pc:sldMk cId="3956410023" sldId="417"/>
            <ac:inkMk id="36" creationId="{CBDFFC5F-CDCB-BBBE-5CBE-D76972021A42}"/>
          </ac:inkMkLst>
        </pc:inkChg>
        <pc:inkChg chg="add mod">
          <ac:chgData name="Deepika Vatsa" userId="f7100972-27fe-4ee6-8fb4-ec9b7931b409" providerId="ADAL" clId="{D200CBF8-4A67-47D7-9141-F2E3DE90E052}" dt="2025-09-09T06:14:09.653" v="508"/>
          <ac:inkMkLst>
            <pc:docMk/>
            <pc:sldMk cId="3956410023" sldId="417"/>
            <ac:inkMk id="37" creationId="{D28EE13F-CBE6-5EAD-8DD8-BB073EF085A8}"/>
          </ac:inkMkLst>
        </pc:inkChg>
        <pc:inkChg chg="add mod">
          <ac:chgData name="Deepika Vatsa" userId="f7100972-27fe-4ee6-8fb4-ec9b7931b409" providerId="ADAL" clId="{D200CBF8-4A67-47D7-9141-F2E3DE90E052}" dt="2025-09-09T06:14:09.653" v="508"/>
          <ac:inkMkLst>
            <pc:docMk/>
            <pc:sldMk cId="3956410023" sldId="417"/>
            <ac:inkMk id="38" creationId="{E40B1984-A8A2-6251-9943-9C2139DE0799}"/>
          </ac:inkMkLst>
        </pc:inkChg>
        <pc:inkChg chg="add mod">
          <ac:chgData name="Deepika Vatsa" userId="f7100972-27fe-4ee6-8fb4-ec9b7931b409" providerId="ADAL" clId="{D200CBF8-4A67-47D7-9141-F2E3DE90E052}" dt="2025-09-09T06:14:09.653" v="508"/>
          <ac:inkMkLst>
            <pc:docMk/>
            <pc:sldMk cId="3956410023" sldId="417"/>
            <ac:inkMk id="39" creationId="{4D153574-CE9D-E385-BC21-59150AC38AB5}"/>
          </ac:inkMkLst>
        </pc:inkChg>
        <pc:inkChg chg="add mod">
          <ac:chgData name="Deepika Vatsa" userId="f7100972-27fe-4ee6-8fb4-ec9b7931b409" providerId="ADAL" clId="{D200CBF8-4A67-47D7-9141-F2E3DE90E052}" dt="2025-09-09T06:14:09.653" v="508"/>
          <ac:inkMkLst>
            <pc:docMk/>
            <pc:sldMk cId="3956410023" sldId="417"/>
            <ac:inkMk id="40" creationId="{504CCCDC-E22D-754A-D5DF-80D417D3941E}"/>
          </ac:inkMkLst>
        </pc:inkChg>
        <pc:inkChg chg="add mod">
          <ac:chgData name="Deepika Vatsa" userId="f7100972-27fe-4ee6-8fb4-ec9b7931b409" providerId="ADAL" clId="{D200CBF8-4A67-47D7-9141-F2E3DE90E052}" dt="2025-09-09T06:14:09.653" v="508"/>
          <ac:inkMkLst>
            <pc:docMk/>
            <pc:sldMk cId="3956410023" sldId="417"/>
            <ac:inkMk id="41" creationId="{D7F7A95E-618A-655E-4FA8-4459F6B4B3B8}"/>
          </ac:inkMkLst>
        </pc:inkChg>
        <pc:inkChg chg="add mod">
          <ac:chgData name="Deepika Vatsa" userId="f7100972-27fe-4ee6-8fb4-ec9b7931b409" providerId="ADAL" clId="{D200CBF8-4A67-47D7-9141-F2E3DE90E052}" dt="2025-09-09T06:14:09.653" v="508"/>
          <ac:inkMkLst>
            <pc:docMk/>
            <pc:sldMk cId="3956410023" sldId="417"/>
            <ac:inkMk id="42" creationId="{24F429D6-023F-857F-6502-BCB61D525F68}"/>
          </ac:inkMkLst>
        </pc:inkChg>
        <pc:inkChg chg="add mod">
          <ac:chgData name="Deepika Vatsa" userId="f7100972-27fe-4ee6-8fb4-ec9b7931b409" providerId="ADAL" clId="{D200CBF8-4A67-47D7-9141-F2E3DE90E052}" dt="2025-09-09T06:14:09.653" v="508"/>
          <ac:inkMkLst>
            <pc:docMk/>
            <pc:sldMk cId="3956410023" sldId="417"/>
            <ac:inkMk id="43" creationId="{DE628AC1-8788-9BB7-084E-3D33F6759067}"/>
          </ac:inkMkLst>
        </pc:inkChg>
        <pc:inkChg chg="add mod">
          <ac:chgData name="Deepika Vatsa" userId="f7100972-27fe-4ee6-8fb4-ec9b7931b409" providerId="ADAL" clId="{D200CBF8-4A67-47D7-9141-F2E3DE90E052}" dt="2025-09-09T06:14:09.653" v="508"/>
          <ac:inkMkLst>
            <pc:docMk/>
            <pc:sldMk cId="3956410023" sldId="417"/>
            <ac:inkMk id="44" creationId="{D942AE13-6866-086B-4D79-03341650871C}"/>
          </ac:inkMkLst>
        </pc:inkChg>
        <pc:inkChg chg="add mod">
          <ac:chgData name="Deepika Vatsa" userId="f7100972-27fe-4ee6-8fb4-ec9b7931b409" providerId="ADAL" clId="{D200CBF8-4A67-47D7-9141-F2E3DE90E052}" dt="2025-09-09T06:14:09.653" v="508"/>
          <ac:inkMkLst>
            <pc:docMk/>
            <pc:sldMk cId="3956410023" sldId="417"/>
            <ac:inkMk id="45" creationId="{1EA47FC6-8BF0-DD16-14C7-6F944EAB2ECD}"/>
          </ac:inkMkLst>
        </pc:inkChg>
        <pc:inkChg chg="add mod">
          <ac:chgData name="Deepika Vatsa" userId="f7100972-27fe-4ee6-8fb4-ec9b7931b409" providerId="ADAL" clId="{D200CBF8-4A67-47D7-9141-F2E3DE90E052}" dt="2025-09-09T06:14:17.852" v="511"/>
          <ac:inkMkLst>
            <pc:docMk/>
            <pc:sldMk cId="3956410023" sldId="417"/>
            <ac:inkMk id="50" creationId="{6E75787E-1B7B-0255-9D99-441E34807FB2}"/>
          </ac:inkMkLst>
        </pc:inkChg>
        <pc:inkChg chg="add mod">
          <ac:chgData name="Deepika Vatsa" userId="f7100972-27fe-4ee6-8fb4-ec9b7931b409" providerId="ADAL" clId="{D200CBF8-4A67-47D7-9141-F2E3DE90E052}" dt="2025-09-09T06:14:17.852" v="511"/>
          <ac:inkMkLst>
            <pc:docMk/>
            <pc:sldMk cId="3956410023" sldId="417"/>
            <ac:inkMk id="51" creationId="{1FE70314-D4A2-7665-EEE2-A11DE6938F7D}"/>
          </ac:inkMkLst>
        </pc:inkChg>
        <pc:inkChg chg="add mod">
          <ac:chgData name="Deepika Vatsa" userId="f7100972-27fe-4ee6-8fb4-ec9b7931b409" providerId="ADAL" clId="{D200CBF8-4A67-47D7-9141-F2E3DE90E052}" dt="2025-09-09T06:14:31.127" v="539"/>
          <ac:inkMkLst>
            <pc:docMk/>
            <pc:sldMk cId="3956410023" sldId="417"/>
            <ac:inkMk id="53" creationId="{719E3AA1-183F-F88A-9496-AE9BE8B2125B}"/>
          </ac:inkMkLst>
        </pc:inkChg>
        <pc:inkChg chg="add mod">
          <ac:chgData name="Deepika Vatsa" userId="f7100972-27fe-4ee6-8fb4-ec9b7931b409" providerId="ADAL" clId="{D200CBF8-4A67-47D7-9141-F2E3DE90E052}" dt="2025-09-09T06:14:31.127" v="539"/>
          <ac:inkMkLst>
            <pc:docMk/>
            <pc:sldMk cId="3956410023" sldId="417"/>
            <ac:inkMk id="54" creationId="{688BC330-202B-8CB5-D4CF-32376CEAE254}"/>
          </ac:inkMkLst>
        </pc:inkChg>
        <pc:inkChg chg="add mod">
          <ac:chgData name="Deepika Vatsa" userId="f7100972-27fe-4ee6-8fb4-ec9b7931b409" providerId="ADAL" clId="{D200CBF8-4A67-47D7-9141-F2E3DE90E052}" dt="2025-09-09T06:14:31.127" v="539"/>
          <ac:inkMkLst>
            <pc:docMk/>
            <pc:sldMk cId="3956410023" sldId="417"/>
            <ac:inkMk id="55" creationId="{12DBC9BC-B783-506A-543A-66D2EA520BC7}"/>
          </ac:inkMkLst>
        </pc:inkChg>
        <pc:inkChg chg="add mod">
          <ac:chgData name="Deepika Vatsa" userId="f7100972-27fe-4ee6-8fb4-ec9b7931b409" providerId="ADAL" clId="{D200CBF8-4A67-47D7-9141-F2E3DE90E052}" dt="2025-09-09T06:14:31.127" v="539"/>
          <ac:inkMkLst>
            <pc:docMk/>
            <pc:sldMk cId="3956410023" sldId="417"/>
            <ac:inkMk id="56" creationId="{BFA3763A-EC87-FA5F-7CB4-B936A7820A4C}"/>
          </ac:inkMkLst>
        </pc:inkChg>
        <pc:inkChg chg="add mod">
          <ac:chgData name="Deepika Vatsa" userId="f7100972-27fe-4ee6-8fb4-ec9b7931b409" providerId="ADAL" clId="{D200CBF8-4A67-47D7-9141-F2E3DE90E052}" dt="2025-09-09T06:14:31.127" v="539"/>
          <ac:inkMkLst>
            <pc:docMk/>
            <pc:sldMk cId="3956410023" sldId="417"/>
            <ac:inkMk id="57" creationId="{A71CB2A9-D86A-E133-7982-AB3B393C95BD}"/>
          </ac:inkMkLst>
        </pc:inkChg>
        <pc:inkChg chg="add mod">
          <ac:chgData name="Deepika Vatsa" userId="f7100972-27fe-4ee6-8fb4-ec9b7931b409" providerId="ADAL" clId="{D200CBF8-4A67-47D7-9141-F2E3DE90E052}" dt="2025-09-09T06:14:31.127" v="539"/>
          <ac:inkMkLst>
            <pc:docMk/>
            <pc:sldMk cId="3956410023" sldId="417"/>
            <ac:inkMk id="58" creationId="{C06ECBBF-19AB-42C3-7CC9-FE681B2E6B69}"/>
          </ac:inkMkLst>
        </pc:inkChg>
        <pc:inkChg chg="add mod">
          <ac:chgData name="Deepika Vatsa" userId="f7100972-27fe-4ee6-8fb4-ec9b7931b409" providerId="ADAL" clId="{D200CBF8-4A67-47D7-9141-F2E3DE90E052}" dt="2025-09-09T06:14:31.127" v="539"/>
          <ac:inkMkLst>
            <pc:docMk/>
            <pc:sldMk cId="3956410023" sldId="417"/>
            <ac:inkMk id="59" creationId="{D35AE74A-A9D5-F969-7496-708680584BD9}"/>
          </ac:inkMkLst>
        </pc:inkChg>
        <pc:inkChg chg="add mod">
          <ac:chgData name="Deepika Vatsa" userId="f7100972-27fe-4ee6-8fb4-ec9b7931b409" providerId="ADAL" clId="{D200CBF8-4A67-47D7-9141-F2E3DE90E052}" dt="2025-09-09T06:14:31.127" v="539"/>
          <ac:inkMkLst>
            <pc:docMk/>
            <pc:sldMk cId="3956410023" sldId="417"/>
            <ac:inkMk id="60" creationId="{3623421C-BAF9-6783-BDBD-DB4E9BE1DF92}"/>
          </ac:inkMkLst>
        </pc:inkChg>
        <pc:inkChg chg="add mod">
          <ac:chgData name="Deepika Vatsa" userId="f7100972-27fe-4ee6-8fb4-ec9b7931b409" providerId="ADAL" clId="{D200CBF8-4A67-47D7-9141-F2E3DE90E052}" dt="2025-09-09T06:14:31.127" v="539"/>
          <ac:inkMkLst>
            <pc:docMk/>
            <pc:sldMk cId="3956410023" sldId="417"/>
            <ac:inkMk id="61" creationId="{7B676775-E547-0B5F-E400-CF0D5B27634A}"/>
          </ac:inkMkLst>
        </pc:inkChg>
        <pc:inkChg chg="add mod">
          <ac:chgData name="Deepika Vatsa" userId="f7100972-27fe-4ee6-8fb4-ec9b7931b409" providerId="ADAL" clId="{D200CBF8-4A67-47D7-9141-F2E3DE90E052}" dt="2025-09-09T06:14:31.127" v="539"/>
          <ac:inkMkLst>
            <pc:docMk/>
            <pc:sldMk cId="3956410023" sldId="417"/>
            <ac:inkMk id="62" creationId="{A7F26051-FBB6-C068-5EE9-BA6076FA42DB}"/>
          </ac:inkMkLst>
        </pc:inkChg>
        <pc:inkChg chg="add mod">
          <ac:chgData name="Deepika Vatsa" userId="f7100972-27fe-4ee6-8fb4-ec9b7931b409" providerId="ADAL" clId="{D200CBF8-4A67-47D7-9141-F2E3DE90E052}" dt="2025-09-09T06:14:56.087" v="560"/>
          <ac:inkMkLst>
            <pc:docMk/>
            <pc:sldMk cId="3956410023" sldId="417"/>
            <ac:inkMk id="63" creationId="{ADC252FD-49F0-1F96-3B52-9C347DC79F56}"/>
          </ac:inkMkLst>
        </pc:inkChg>
        <pc:inkChg chg="add mod">
          <ac:chgData name="Deepika Vatsa" userId="f7100972-27fe-4ee6-8fb4-ec9b7931b409" providerId="ADAL" clId="{D200CBF8-4A67-47D7-9141-F2E3DE90E052}" dt="2025-09-09T06:14:56.087" v="560"/>
          <ac:inkMkLst>
            <pc:docMk/>
            <pc:sldMk cId="3956410023" sldId="417"/>
            <ac:inkMk id="64" creationId="{D4E7E8BE-6B78-2B9B-896A-DCD36EA7150D}"/>
          </ac:inkMkLst>
        </pc:inkChg>
        <pc:inkChg chg="add mod">
          <ac:chgData name="Deepika Vatsa" userId="f7100972-27fe-4ee6-8fb4-ec9b7931b409" providerId="ADAL" clId="{D200CBF8-4A67-47D7-9141-F2E3DE90E052}" dt="2025-09-09T06:14:56.087" v="560"/>
          <ac:inkMkLst>
            <pc:docMk/>
            <pc:sldMk cId="3956410023" sldId="417"/>
            <ac:inkMk id="65" creationId="{690D3AC7-2DBA-B329-3D6B-6B7804A264F9}"/>
          </ac:inkMkLst>
        </pc:inkChg>
        <pc:inkChg chg="add mod">
          <ac:chgData name="Deepika Vatsa" userId="f7100972-27fe-4ee6-8fb4-ec9b7931b409" providerId="ADAL" clId="{D200CBF8-4A67-47D7-9141-F2E3DE90E052}" dt="2025-09-09T06:14:56.087" v="560"/>
          <ac:inkMkLst>
            <pc:docMk/>
            <pc:sldMk cId="3956410023" sldId="417"/>
            <ac:inkMk id="66" creationId="{EBCD4CB8-F482-89C3-3711-3044304464AE}"/>
          </ac:inkMkLst>
        </pc:inkChg>
        <pc:inkChg chg="add mod">
          <ac:chgData name="Deepika Vatsa" userId="f7100972-27fe-4ee6-8fb4-ec9b7931b409" providerId="ADAL" clId="{D200CBF8-4A67-47D7-9141-F2E3DE90E052}" dt="2025-09-09T06:14:56.087" v="560"/>
          <ac:inkMkLst>
            <pc:docMk/>
            <pc:sldMk cId="3956410023" sldId="417"/>
            <ac:inkMk id="67" creationId="{BC7E7B99-CA15-53E5-F2CD-D93BE704BC17}"/>
          </ac:inkMkLst>
        </pc:inkChg>
        <pc:inkChg chg="add">
          <ac:chgData name="Deepika Vatsa" userId="f7100972-27fe-4ee6-8fb4-ec9b7931b409" providerId="ADAL" clId="{D200CBF8-4A67-47D7-9141-F2E3DE90E052}" dt="2025-09-09T06:14:25.203" v="527" actId="9405"/>
          <ac:inkMkLst>
            <pc:docMk/>
            <pc:sldMk cId="3956410023" sldId="417"/>
            <ac:inkMk id="68" creationId="{711AA1B9-4943-C59D-9B56-9A70392CBE8B}"/>
          </ac:inkMkLst>
        </pc:inkChg>
        <pc:inkChg chg="add mod">
          <ac:chgData name="Deepika Vatsa" userId="f7100972-27fe-4ee6-8fb4-ec9b7931b409" providerId="ADAL" clId="{D200CBF8-4A67-47D7-9141-F2E3DE90E052}" dt="2025-09-09T06:14:31.127" v="539"/>
          <ac:inkMkLst>
            <pc:docMk/>
            <pc:sldMk cId="3956410023" sldId="417"/>
            <ac:inkMk id="69" creationId="{976A4EAD-7A05-AAA7-2776-BE7982B8958C}"/>
          </ac:inkMkLst>
        </pc:inkChg>
        <pc:inkChg chg="add mod">
          <ac:chgData name="Deepika Vatsa" userId="f7100972-27fe-4ee6-8fb4-ec9b7931b409" providerId="ADAL" clId="{D200CBF8-4A67-47D7-9141-F2E3DE90E052}" dt="2025-09-09T06:14:31.127" v="539"/>
          <ac:inkMkLst>
            <pc:docMk/>
            <pc:sldMk cId="3956410023" sldId="417"/>
            <ac:inkMk id="70" creationId="{463E4748-9B32-757F-B222-B3446528AEF4}"/>
          </ac:inkMkLst>
        </pc:inkChg>
        <pc:inkChg chg="add mod">
          <ac:chgData name="Deepika Vatsa" userId="f7100972-27fe-4ee6-8fb4-ec9b7931b409" providerId="ADAL" clId="{D200CBF8-4A67-47D7-9141-F2E3DE90E052}" dt="2025-09-09T06:14:31.127" v="539"/>
          <ac:inkMkLst>
            <pc:docMk/>
            <pc:sldMk cId="3956410023" sldId="417"/>
            <ac:inkMk id="71" creationId="{0627E3A8-FD18-0A0A-AB13-BECCC699560D}"/>
          </ac:inkMkLst>
        </pc:inkChg>
        <pc:inkChg chg="add mod">
          <ac:chgData name="Deepika Vatsa" userId="f7100972-27fe-4ee6-8fb4-ec9b7931b409" providerId="ADAL" clId="{D200CBF8-4A67-47D7-9141-F2E3DE90E052}" dt="2025-09-09T06:14:31.127" v="539"/>
          <ac:inkMkLst>
            <pc:docMk/>
            <pc:sldMk cId="3956410023" sldId="417"/>
            <ac:inkMk id="72" creationId="{EA55D340-C7A9-F8C9-57A7-B13A09878922}"/>
          </ac:inkMkLst>
        </pc:inkChg>
        <pc:inkChg chg="add mod">
          <ac:chgData name="Deepika Vatsa" userId="f7100972-27fe-4ee6-8fb4-ec9b7931b409" providerId="ADAL" clId="{D200CBF8-4A67-47D7-9141-F2E3DE90E052}" dt="2025-09-09T06:14:31.127" v="539"/>
          <ac:inkMkLst>
            <pc:docMk/>
            <pc:sldMk cId="3956410023" sldId="417"/>
            <ac:inkMk id="73" creationId="{0AAE2A0F-A77D-AC33-78F1-B51FDD286DB2}"/>
          </ac:inkMkLst>
        </pc:inkChg>
        <pc:inkChg chg="add mod">
          <ac:chgData name="Deepika Vatsa" userId="f7100972-27fe-4ee6-8fb4-ec9b7931b409" providerId="ADAL" clId="{D200CBF8-4A67-47D7-9141-F2E3DE90E052}" dt="2025-09-09T06:14:31.127" v="539"/>
          <ac:inkMkLst>
            <pc:docMk/>
            <pc:sldMk cId="3956410023" sldId="417"/>
            <ac:inkMk id="74" creationId="{46847E51-E82E-EA3A-3D31-047CE40311C3}"/>
          </ac:inkMkLst>
        </pc:inkChg>
        <pc:inkChg chg="add mod">
          <ac:chgData name="Deepika Vatsa" userId="f7100972-27fe-4ee6-8fb4-ec9b7931b409" providerId="ADAL" clId="{D200CBF8-4A67-47D7-9141-F2E3DE90E052}" dt="2025-09-09T06:14:31.127" v="539"/>
          <ac:inkMkLst>
            <pc:docMk/>
            <pc:sldMk cId="3956410023" sldId="417"/>
            <ac:inkMk id="75" creationId="{649D402F-9463-E940-5BE8-E1DAA5C28C93}"/>
          </ac:inkMkLst>
        </pc:inkChg>
        <pc:inkChg chg="add mod">
          <ac:chgData name="Deepika Vatsa" userId="f7100972-27fe-4ee6-8fb4-ec9b7931b409" providerId="ADAL" clId="{D200CBF8-4A67-47D7-9141-F2E3DE90E052}" dt="2025-09-09T06:14:31.127" v="539"/>
          <ac:inkMkLst>
            <pc:docMk/>
            <pc:sldMk cId="3956410023" sldId="417"/>
            <ac:inkMk id="76" creationId="{B220F60F-9F89-8467-7522-97DCC6A6C045}"/>
          </ac:inkMkLst>
        </pc:inkChg>
        <pc:inkChg chg="add mod">
          <ac:chgData name="Deepika Vatsa" userId="f7100972-27fe-4ee6-8fb4-ec9b7931b409" providerId="ADAL" clId="{D200CBF8-4A67-47D7-9141-F2E3DE90E052}" dt="2025-09-09T06:14:31.127" v="539"/>
          <ac:inkMkLst>
            <pc:docMk/>
            <pc:sldMk cId="3956410023" sldId="417"/>
            <ac:inkMk id="77" creationId="{CA724C05-03FE-748D-04FE-7DA636B66451}"/>
          </ac:inkMkLst>
        </pc:inkChg>
        <pc:inkChg chg="add mod">
          <ac:chgData name="Deepika Vatsa" userId="f7100972-27fe-4ee6-8fb4-ec9b7931b409" providerId="ADAL" clId="{D200CBF8-4A67-47D7-9141-F2E3DE90E052}" dt="2025-09-09T06:14:31.127" v="539"/>
          <ac:inkMkLst>
            <pc:docMk/>
            <pc:sldMk cId="3956410023" sldId="417"/>
            <ac:inkMk id="78" creationId="{0627716C-D335-C2FA-7AAF-4BA846820B3D}"/>
          </ac:inkMkLst>
        </pc:inkChg>
        <pc:inkChg chg="add mod">
          <ac:chgData name="Deepika Vatsa" userId="f7100972-27fe-4ee6-8fb4-ec9b7931b409" providerId="ADAL" clId="{D200CBF8-4A67-47D7-9141-F2E3DE90E052}" dt="2025-09-09T06:14:31.127" v="539"/>
          <ac:inkMkLst>
            <pc:docMk/>
            <pc:sldMk cId="3956410023" sldId="417"/>
            <ac:inkMk id="79" creationId="{22B5D96B-BD0E-ED8B-FD0A-2E83EDDCF11E}"/>
          </ac:inkMkLst>
        </pc:inkChg>
        <pc:inkChg chg="add mod">
          <ac:chgData name="Deepika Vatsa" userId="f7100972-27fe-4ee6-8fb4-ec9b7931b409" providerId="ADAL" clId="{D200CBF8-4A67-47D7-9141-F2E3DE90E052}" dt="2025-09-09T06:14:47.913" v="547"/>
          <ac:inkMkLst>
            <pc:docMk/>
            <pc:sldMk cId="3956410023" sldId="417"/>
            <ac:inkMk id="84" creationId="{90B566CF-42A0-F64E-90A1-45789100E02C}"/>
          </ac:inkMkLst>
        </pc:inkChg>
        <pc:inkChg chg="add mod">
          <ac:chgData name="Deepika Vatsa" userId="f7100972-27fe-4ee6-8fb4-ec9b7931b409" providerId="ADAL" clId="{D200CBF8-4A67-47D7-9141-F2E3DE90E052}" dt="2025-09-09T06:14:47.913" v="547"/>
          <ac:inkMkLst>
            <pc:docMk/>
            <pc:sldMk cId="3956410023" sldId="417"/>
            <ac:inkMk id="85" creationId="{FAB527B1-EFA6-4441-261D-6625841390E3}"/>
          </ac:inkMkLst>
        </pc:inkChg>
        <pc:inkChg chg="add mod">
          <ac:chgData name="Deepika Vatsa" userId="f7100972-27fe-4ee6-8fb4-ec9b7931b409" providerId="ADAL" clId="{D200CBF8-4A67-47D7-9141-F2E3DE90E052}" dt="2025-09-09T06:14:47.913" v="547"/>
          <ac:inkMkLst>
            <pc:docMk/>
            <pc:sldMk cId="3956410023" sldId="417"/>
            <ac:inkMk id="86" creationId="{29A5C471-5D2B-6C28-2B9A-5A0852FDDB53}"/>
          </ac:inkMkLst>
        </pc:inkChg>
        <pc:inkChg chg="add mod">
          <ac:chgData name="Deepika Vatsa" userId="f7100972-27fe-4ee6-8fb4-ec9b7931b409" providerId="ADAL" clId="{D200CBF8-4A67-47D7-9141-F2E3DE90E052}" dt="2025-09-09T06:14:47.913" v="547"/>
          <ac:inkMkLst>
            <pc:docMk/>
            <pc:sldMk cId="3956410023" sldId="417"/>
            <ac:inkMk id="87" creationId="{5A6997D2-0583-F470-46AF-7FF91544B2E3}"/>
          </ac:inkMkLst>
        </pc:inkChg>
        <pc:inkChg chg="add mod">
          <ac:chgData name="Deepika Vatsa" userId="f7100972-27fe-4ee6-8fb4-ec9b7931b409" providerId="ADAL" clId="{D200CBF8-4A67-47D7-9141-F2E3DE90E052}" dt="2025-09-09T06:14:47.913" v="547"/>
          <ac:inkMkLst>
            <pc:docMk/>
            <pc:sldMk cId="3956410023" sldId="417"/>
            <ac:inkMk id="88" creationId="{3CA20993-FBE1-98B3-9B1F-BF518F3F852E}"/>
          </ac:inkMkLst>
        </pc:inkChg>
        <pc:inkChg chg="add mod">
          <ac:chgData name="Deepika Vatsa" userId="f7100972-27fe-4ee6-8fb4-ec9b7931b409" providerId="ADAL" clId="{D200CBF8-4A67-47D7-9141-F2E3DE90E052}" dt="2025-09-09T06:14:47.913" v="547"/>
          <ac:inkMkLst>
            <pc:docMk/>
            <pc:sldMk cId="3956410023" sldId="417"/>
            <ac:inkMk id="89" creationId="{7B122821-7BA7-8ADA-28E0-57B22AC08938}"/>
          </ac:inkMkLst>
        </pc:inkChg>
        <pc:inkChg chg="add mod">
          <ac:chgData name="Deepika Vatsa" userId="f7100972-27fe-4ee6-8fb4-ec9b7931b409" providerId="ADAL" clId="{D200CBF8-4A67-47D7-9141-F2E3DE90E052}" dt="2025-09-09T06:14:47.913" v="547"/>
          <ac:inkMkLst>
            <pc:docMk/>
            <pc:sldMk cId="3956410023" sldId="417"/>
            <ac:inkMk id="90" creationId="{237D45D8-2C56-E24E-68CC-36998E2DB143}"/>
          </ac:inkMkLst>
        </pc:inkChg>
        <pc:inkChg chg="add mod">
          <ac:chgData name="Deepika Vatsa" userId="f7100972-27fe-4ee6-8fb4-ec9b7931b409" providerId="ADAL" clId="{D200CBF8-4A67-47D7-9141-F2E3DE90E052}" dt="2025-09-09T06:14:52.940" v="558"/>
          <ac:inkMkLst>
            <pc:docMk/>
            <pc:sldMk cId="3956410023" sldId="417"/>
            <ac:inkMk id="92" creationId="{3E9359F5-B3A8-5DB1-33F4-FCDE04129093}"/>
          </ac:inkMkLst>
        </pc:inkChg>
        <pc:inkChg chg="add mod">
          <ac:chgData name="Deepika Vatsa" userId="f7100972-27fe-4ee6-8fb4-ec9b7931b409" providerId="ADAL" clId="{D200CBF8-4A67-47D7-9141-F2E3DE90E052}" dt="2025-09-09T06:14:52.940" v="558"/>
          <ac:inkMkLst>
            <pc:docMk/>
            <pc:sldMk cId="3956410023" sldId="417"/>
            <ac:inkMk id="93" creationId="{DD3AA392-73FE-5526-0185-F0858B8BAEAE}"/>
          </ac:inkMkLst>
        </pc:inkChg>
        <pc:inkChg chg="add mod">
          <ac:chgData name="Deepika Vatsa" userId="f7100972-27fe-4ee6-8fb4-ec9b7931b409" providerId="ADAL" clId="{D200CBF8-4A67-47D7-9141-F2E3DE90E052}" dt="2025-09-09T06:14:52.940" v="558"/>
          <ac:inkMkLst>
            <pc:docMk/>
            <pc:sldMk cId="3956410023" sldId="417"/>
            <ac:inkMk id="94" creationId="{58E38A17-BECC-F18D-594D-E8586C10D581}"/>
          </ac:inkMkLst>
        </pc:inkChg>
        <pc:inkChg chg="add mod">
          <ac:chgData name="Deepika Vatsa" userId="f7100972-27fe-4ee6-8fb4-ec9b7931b409" providerId="ADAL" clId="{D200CBF8-4A67-47D7-9141-F2E3DE90E052}" dt="2025-09-09T06:14:52.940" v="558"/>
          <ac:inkMkLst>
            <pc:docMk/>
            <pc:sldMk cId="3956410023" sldId="417"/>
            <ac:inkMk id="95" creationId="{D907F5F0-F944-6BC5-62D8-2EE4437AB3EC}"/>
          </ac:inkMkLst>
        </pc:inkChg>
        <pc:inkChg chg="add mod">
          <ac:chgData name="Deepika Vatsa" userId="f7100972-27fe-4ee6-8fb4-ec9b7931b409" providerId="ADAL" clId="{D200CBF8-4A67-47D7-9141-F2E3DE90E052}" dt="2025-09-09T06:14:52.940" v="558"/>
          <ac:inkMkLst>
            <pc:docMk/>
            <pc:sldMk cId="3956410023" sldId="417"/>
            <ac:inkMk id="96" creationId="{ED70A9A1-F03E-260A-6750-C9559929B1F0}"/>
          </ac:inkMkLst>
        </pc:inkChg>
        <pc:inkChg chg="add mod">
          <ac:chgData name="Deepika Vatsa" userId="f7100972-27fe-4ee6-8fb4-ec9b7931b409" providerId="ADAL" clId="{D200CBF8-4A67-47D7-9141-F2E3DE90E052}" dt="2025-09-09T06:14:52.940" v="558"/>
          <ac:inkMkLst>
            <pc:docMk/>
            <pc:sldMk cId="3956410023" sldId="417"/>
            <ac:inkMk id="97" creationId="{07498E1D-F8EF-09FE-CD18-564DB393900B}"/>
          </ac:inkMkLst>
        </pc:inkChg>
        <pc:inkChg chg="add mod">
          <ac:chgData name="Deepika Vatsa" userId="f7100972-27fe-4ee6-8fb4-ec9b7931b409" providerId="ADAL" clId="{D200CBF8-4A67-47D7-9141-F2E3DE90E052}" dt="2025-09-09T06:14:52.940" v="558"/>
          <ac:inkMkLst>
            <pc:docMk/>
            <pc:sldMk cId="3956410023" sldId="417"/>
            <ac:inkMk id="98" creationId="{26FD5241-E4D5-04F1-6667-DDECAB0601C2}"/>
          </ac:inkMkLst>
        </pc:inkChg>
        <pc:inkChg chg="add mod">
          <ac:chgData name="Deepika Vatsa" userId="f7100972-27fe-4ee6-8fb4-ec9b7931b409" providerId="ADAL" clId="{D200CBF8-4A67-47D7-9141-F2E3DE90E052}" dt="2025-09-09T06:14:52.940" v="558"/>
          <ac:inkMkLst>
            <pc:docMk/>
            <pc:sldMk cId="3956410023" sldId="417"/>
            <ac:inkMk id="99" creationId="{7656EBF3-299D-18F1-39EF-E6A23ED5B615}"/>
          </ac:inkMkLst>
        </pc:inkChg>
        <pc:inkChg chg="add mod">
          <ac:chgData name="Deepika Vatsa" userId="f7100972-27fe-4ee6-8fb4-ec9b7931b409" providerId="ADAL" clId="{D200CBF8-4A67-47D7-9141-F2E3DE90E052}" dt="2025-09-09T06:14:52.940" v="558"/>
          <ac:inkMkLst>
            <pc:docMk/>
            <pc:sldMk cId="3956410023" sldId="417"/>
            <ac:inkMk id="100" creationId="{D94ED0A9-F542-0A41-E51D-595E83370474}"/>
          </ac:inkMkLst>
        </pc:inkChg>
        <pc:inkChg chg="add mod">
          <ac:chgData name="Deepika Vatsa" userId="f7100972-27fe-4ee6-8fb4-ec9b7931b409" providerId="ADAL" clId="{D200CBF8-4A67-47D7-9141-F2E3DE90E052}" dt="2025-09-09T06:14:52.940" v="558"/>
          <ac:inkMkLst>
            <pc:docMk/>
            <pc:sldMk cId="3956410023" sldId="417"/>
            <ac:inkMk id="101" creationId="{FC264AA9-05AC-3106-B4F7-EC874F5A919C}"/>
          </ac:inkMkLst>
        </pc:inkChg>
        <pc:inkChg chg="add mod">
          <ac:chgData name="Deepika Vatsa" userId="f7100972-27fe-4ee6-8fb4-ec9b7931b409" providerId="ADAL" clId="{D200CBF8-4A67-47D7-9141-F2E3DE90E052}" dt="2025-09-09T06:14:56.087" v="560"/>
          <ac:inkMkLst>
            <pc:docMk/>
            <pc:sldMk cId="3956410023" sldId="417"/>
            <ac:inkMk id="103" creationId="{98407DBA-9185-3FCD-C078-6803CF0F87AD}"/>
          </ac:inkMkLst>
        </pc:inkChg>
        <pc:inkChg chg="add">
          <ac:chgData name="Deepika Vatsa" userId="f7100972-27fe-4ee6-8fb4-ec9b7931b409" providerId="ADAL" clId="{D200CBF8-4A67-47D7-9141-F2E3DE90E052}" dt="2025-09-09T06:14:56.598" v="561" actId="9405"/>
          <ac:inkMkLst>
            <pc:docMk/>
            <pc:sldMk cId="3956410023" sldId="417"/>
            <ac:inkMk id="105" creationId="{255AEBD2-4079-6F6C-BCE5-B0FC2694A507}"/>
          </ac:inkMkLst>
        </pc:inkChg>
        <pc:inkChg chg="add">
          <ac:chgData name="Deepika Vatsa" userId="f7100972-27fe-4ee6-8fb4-ec9b7931b409" providerId="ADAL" clId="{D200CBF8-4A67-47D7-9141-F2E3DE90E052}" dt="2025-09-09T06:14:57.499" v="562" actId="9405"/>
          <ac:inkMkLst>
            <pc:docMk/>
            <pc:sldMk cId="3956410023" sldId="417"/>
            <ac:inkMk id="106" creationId="{E36DFC15-F2E4-9C4D-0EB4-D17F7BE3AAD0}"/>
          </ac:inkMkLst>
        </pc:inkChg>
        <pc:inkChg chg="add mod">
          <ac:chgData name="Deepika Vatsa" userId="f7100972-27fe-4ee6-8fb4-ec9b7931b409" providerId="ADAL" clId="{D200CBF8-4A67-47D7-9141-F2E3DE90E052}" dt="2025-09-09T06:15:19.171" v="577"/>
          <ac:inkMkLst>
            <pc:docMk/>
            <pc:sldMk cId="3956410023" sldId="417"/>
            <ac:inkMk id="107" creationId="{B5D2B7B2-19EA-A7B2-9683-C1DB80A9E204}"/>
          </ac:inkMkLst>
        </pc:inkChg>
        <pc:inkChg chg="add mod">
          <ac:chgData name="Deepika Vatsa" userId="f7100972-27fe-4ee6-8fb4-ec9b7931b409" providerId="ADAL" clId="{D200CBF8-4A67-47D7-9141-F2E3DE90E052}" dt="2025-09-09T06:15:19.171" v="577"/>
          <ac:inkMkLst>
            <pc:docMk/>
            <pc:sldMk cId="3956410023" sldId="417"/>
            <ac:inkMk id="108" creationId="{78C6711D-D8B2-7E4F-6EA2-5929C1676496}"/>
          </ac:inkMkLst>
        </pc:inkChg>
        <pc:inkChg chg="add mod">
          <ac:chgData name="Deepika Vatsa" userId="f7100972-27fe-4ee6-8fb4-ec9b7931b409" providerId="ADAL" clId="{D200CBF8-4A67-47D7-9141-F2E3DE90E052}" dt="2025-09-09T06:15:19.171" v="577"/>
          <ac:inkMkLst>
            <pc:docMk/>
            <pc:sldMk cId="3956410023" sldId="417"/>
            <ac:inkMk id="109" creationId="{9F1F63C1-3F97-90D8-718E-DD1A4C6368D2}"/>
          </ac:inkMkLst>
        </pc:inkChg>
        <pc:inkChg chg="add mod">
          <ac:chgData name="Deepika Vatsa" userId="f7100972-27fe-4ee6-8fb4-ec9b7931b409" providerId="ADAL" clId="{D200CBF8-4A67-47D7-9141-F2E3DE90E052}" dt="2025-09-09T06:15:19.171" v="577"/>
          <ac:inkMkLst>
            <pc:docMk/>
            <pc:sldMk cId="3956410023" sldId="417"/>
            <ac:inkMk id="110" creationId="{BE16D38B-4183-A81F-8AE3-A0DB3125A306}"/>
          </ac:inkMkLst>
        </pc:inkChg>
        <pc:inkChg chg="add mod">
          <ac:chgData name="Deepika Vatsa" userId="f7100972-27fe-4ee6-8fb4-ec9b7931b409" providerId="ADAL" clId="{D200CBF8-4A67-47D7-9141-F2E3DE90E052}" dt="2025-09-09T06:15:19.171" v="577"/>
          <ac:inkMkLst>
            <pc:docMk/>
            <pc:sldMk cId="3956410023" sldId="417"/>
            <ac:inkMk id="111" creationId="{55E44942-C493-109A-2502-ADA9A56E36E9}"/>
          </ac:inkMkLst>
        </pc:inkChg>
        <pc:inkChg chg="add mod">
          <ac:chgData name="Deepika Vatsa" userId="f7100972-27fe-4ee6-8fb4-ec9b7931b409" providerId="ADAL" clId="{D200CBF8-4A67-47D7-9141-F2E3DE90E052}" dt="2025-09-09T06:15:19.171" v="577"/>
          <ac:inkMkLst>
            <pc:docMk/>
            <pc:sldMk cId="3956410023" sldId="417"/>
            <ac:inkMk id="112" creationId="{FC108875-D0B2-CDB5-9F05-97C6761AA45F}"/>
          </ac:inkMkLst>
        </pc:inkChg>
        <pc:inkChg chg="add mod">
          <ac:chgData name="Deepika Vatsa" userId="f7100972-27fe-4ee6-8fb4-ec9b7931b409" providerId="ADAL" clId="{D200CBF8-4A67-47D7-9141-F2E3DE90E052}" dt="2025-09-09T06:15:19.171" v="577"/>
          <ac:inkMkLst>
            <pc:docMk/>
            <pc:sldMk cId="3956410023" sldId="417"/>
            <ac:inkMk id="113" creationId="{94DC9C73-8166-C1CA-2CAE-54177D5FEA5E}"/>
          </ac:inkMkLst>
        </pc:inkChg>
        <pc:inkChg chg="add mod">
          <ac:chgData name="Deepika Vatsa" userId="f7100972-27fe-4ee6-8fb4-ec9b7931b409" providerId="ADAL" clId="{D200CBF8-4A67-47D7-9141-F2E3DE90E052}" dt="2025-09-09T06:15:19.171" v="577"/>
          <ac:inkMkLst>
            <pc:docMk/>
            <pc:sldMk cId="3956410023" sldId="417"/>
            <ac:inkMk id="114" creationId="{712E178F-AFBA-DF0B-C6BB-7F2165D393F5}"/>
          </ac:inkMkLst>
        </pc:inkChg>
        <pc:inkChg chg="add mod">
          <ac:chgData name="Deepika Vatsa" userId="f7100972-27fe-4ee6-8fb4-ec9b7931b409" providerId="ADAL" clId="{D200CBF8-4A67-47D7-9141-F2E3DE90E052}" dt="2025-09-09T06:15:27.336" v="590"/>
          <ac:inkMkLst>
            <pc:docMk/>
            <pc:sldMk cId="3956410023" sldId="417"/>
            <ac:inkMk id="115" creationId="{25F6E9C7-6877-6377-F0B2-A630885B2734}"/>
          </ac:inkMkLst>
        </pc:inkChg>
        <pc:inkChg chg="add mod">
          <ac:chgData name="Deepika Vatsa" userId="f7100972-27fe-4ee6-8fb4-ec9b7931b409" providerId="ADAL" clId="{D200CBF8-4A67-47D7-9141-F2E3DE90E052}" dt="2025-09-09T06:15:27.336" v="590"/>
          <ac:inkMkLst>
            <pc:docMk/>
            <pc:sldMk cId="3956410023" sldId="417"/>
            <ac:inkMk id="116" creationId="{7D90BAAB-C86C-C13B-E00C-36E2BB6FBD54}"/>
          </ac:inkMkLst>
        </pc:inkChg>
        <pc:inkChg chg="add mod">
          <ac:chgData name="Deepika Vatsa" userId="f7100972-27fe-4ee6-8fb4-ec9b7931b409" providerId="ADAL" clId="{D200CBF8-4A67-47D7-9141-F2E3DE90E052}" dt="2025-09-09T06:15:27.336" v="590"/>
          <ac:inkMkLst>
            <pc:docMk/>
            <pc:sldMk cId="3956410023" sldId="417"/>
            <ac:inkMk id="117" creationId="{1E2C9103-F1EC-0FFA-0CD5-74D0575372E5}"/>
          </ac:inkMkLst>
        </pc:inkChg>
        <pc:inkChg chg="add mod">
          <ac:chgData name="Deepika Vatsa" userId="f7100972-27fe-4ee6-8fb4-ec9b7931b409" providerId="ADAL" clId="{D200CBF8-4A67-47D7-9141-F2E3DE90E052}" dt="2025-09-09T06:15:27.336" v="590"/>
          <ac:inkMkLst>
            <pc:docMk/>
            <pc:sldMk cId="3956410023" sldId="417"/>
            <ac:inkMk id="118" creationId="{F0B32F4D-DF50-A02B-6F26-3D9A48E0B153}"/>
          </ac:inkMkLst>
        </pc:inkChg>
        <pc:inkChg chg="add mod">
          <ac:chgData name="Deepika Vatsa" userId="f7100972-27fe-4ee6-8fb4-ec9b7931b409" providerId="ADAL" clId="{D200CBF8-4A67-47D7-9141-F2E3DE90E052}" dt="2025-09-09T06:15:27.336" v="590"/>
          <ac:inkMkLst>
            <pc:docMk/>
            <pc:sldMk cId="3956410023" sldId="417"/>
            <ac:inkMk id="119" creationId="{AABE0E84-BBF1-8A33-C6FB-95E70F617876}"/>
          </ac:inkMkLst>
        </pc:inkChg>
        <pc:inkChg chg="add mod">
          <ac:chgData name="Deepika Vatsa" userId="f7100972-27fe-4ee6-8fb4-ec9b7931b409" providerId="ADAL" clId="{D200CBF8-4A67-47D7-9141-F2E3DE90E052}" dt="2025-09-09T06:15:27.336" v="590"/>
          <ac:inkMkLst>
            <pc:docMk/>
            <pc:sldMk cId="3956410023" sldId="417"/>
            <ac:inkMk id="120" creationId="{1F6E6EA6-2D23-D32C-4AB1-D388B07312A3}"/>
          </ac:inkMkLst>
        </pc:inkChg>
        <pc:inkChg chg="add mod">
          <ac:chgData name="Deepika Vatsa" userId="f7100972-27fe-4ee6-8fb4-ec9b7931b409" providerId="ADAL" clId="{D200CBF8-4A67-47D7-9141-F2E3DE90E052}" dt="2025-09-09T06:15:27.336" v="590"/>
          <ac:inkMkLst>
            <pc:docMk/>
            <pc:sldMk cId="3956410023" sldId="417"/>
            <ac:inkMk id="123" creationId="{94DFE3D3-048F-A459-665A-8B69C1C21985}"/>
          </ac:inkMkLst>
        </pc:inkChg>
        <pc:inkChg chg="add mod">
          <ac:chgData name="Deepika Vatsa" userId="f7100972-27fe-4ee6-8fb4-ec9b7931b409" providerId="ADAL" clId="{D200CBF8-4A67-47D7-9141-F2E3DE90E052}" dt="2025-09-09T06:15:27.336" v="590"/>
          <ac:inkMkLst>
            <pc:docMk/>
            <pc:sldMk cId="3956410023" sldId="417"/>
            <ac:inkMk id="124" creationId="{480C73D1-CECF-12B2-DC21-A1902212E9AB}"/>
          </ac:inkMkLst>
        </pc:inkChg>
        <pc:inkChg chg="add mod">
          <ac:chgData name="Deepika Vatsa" userId="f7100972-27fe-4ee6-8fb4-ec9b7931b409" providerId="ADAL" clId="{D200CBF8-4A67-47D7-9141-F2E3DE90E052}" dt="2025-09-09T06:15:27.336" v="590"/>
          <ac:inkMkLst>
            <pc:docMk/>
            <pc:sldMk cId="3956410023" sldId="417"/>
            <ac:inkMk id="125" creationId="{C5DD4DC6-F7A8-8F30-F952-9DC12B1C82A6}"/>
          </ac:inkMkLst>
        </pc:inkChg>
        <pc:inkChg chg="add mod">
          <ac:chgData name="Deepika Vatsa" userId="f7100972-27fe-4ee6-8fb4-ec9b7931b409" providerId="ADAL" clId="{D200CBF8-4A67-47D7-9141-F2E3DE90E052}" dt="2025-09-09T06:15:27.336" v="590"/>
          <ac:inkMkLst>
            <pc:docMk/>
            <pc:sldMk cId="3956410023" sldId="417"/>
            <ac:inkMk id="126" creationId="{6552B1C2-96D4-06D4-4F54-FF5F22958E67}"/>
          </ac:inkMkLst>
        </pc:inkChg>
        <pc:inkChg chg="add mod">
          <ac:chgData name="Deepika Vatsa" userId="f7100972-27fe-4ee6-8fb4-ec9b7931b409" providerId="ADAL" clId="{D200CBF8-4A67-47D7-9141-F2E3DE90E052}" dt="2025-09-09T06:15:27.336" v="590"/>
          <ac:inkMkLst>
            <pc:docMk/>
            <pc:sldMk cId="3956410023" sldId="417"/>
            <ac:inkMk id="128" creationId="{9B45EDEB-A800-8CD1-0FB2-EA7B5893C667}"/>
          </ac:inkMkLst>
        </pc:inkChg>
        <pc:inkChg chg="add mod">
          <ac:chgData name="Deepika Vatsa" userId="f7100972-27fe-4ee6-8fb4-ec9b7931b409" providerId="ADAL" clId="{D200CBF8-4A67-47D7-9141-F2E3DE90E052}" dt="2025-09-09T06:15:27.336" v="590"/>
          <ac:inkMkLst>
            <pc:docMk/>
            <pc:sldMk cId="3956410023" sldId="417"/>
            <ac:inkMk id="129" creationId="{241A10AD-8BE2-499E-A44C-89B400D0BE07}"/>
          </ac:inkMkLst>
        </pc:inkChg>
        <pc:inkChg chg="add mod">
          <ac:chgData name="Deepika Vatsa" userId="f7100972-27fe-4ee6-8fb4-ec9b7931b409" providerId="ADAL" clId="{D200CBF8-4A67-47D7-9141-F2E3DE90E052}" dt="2025-09-09T06:15:27.336" v="590"/>
          <ac:inkMkLst>
            <pc:docMk/>
            <pc:sldMk cId="3956410023" sldId="417"/>
            <ac:inkMk id="130" creationId="{F5074B9D-3E47-18C7-905E-382351A9367E}"/>
          </ac:inkMkLst>
        </pc:inkChg>
        <pc:inkChg chg="add mod">
          <ac:chgData name="Deepika Vatsa" userId="f7100972-27fe-4ee6-8fb4-ec9b7931b409" providerId="ADAL" clId="{D200CBF8-4A67-47D7-9141-F2E3DE90E052}" dt="2025-09-09T06:15:27.336" v="590"/>
          <ac:inkMkLst>
            <pc:docMk/>
            <pc:sldMk cId="3956410023" sldId="417"/>
            <ac:inkMk id="131" creationId="{39A6CB8D-7444-275A-A9E0-AD1E6EB3B20C}"/>
          </ac:inkMkLst>
        </pc:inkChg>
        <pc:inkChg chg="add mod">
          <ac:chgData name="Deepika Vatsa" userId="f7100972-27fe-4ee6-8fb4-ec9b7931b409" providerId="ADAL" clId="{D200CBF8-4A67-47D7-9141-F2E3DE90E052}" dt="2025-09-09T06:15:27.336" v="590"/>
          <ac:inkMkLst>
            <pc:docMk/>
            <pc:sldMk cId="3956410023" sldId="417"/>
            <ac:inkMk id="132" creationId="{C9B3952A-B374-F6E4-86A5-1335AE8E4CB9}"/>
          </ac:inkMkLst>
        </pc:inkChg>
        <pc:inkChg chg="add mod">
          <ac:chgData name="Deepika Vatsa" userId="f7100972-27fe-4ee6-8fb4-ec9b7931b409" providerId="ADAL" clId="{D200CBF8-4A67-47D7-9141-F2E3DE90E052}" dt="2025-09-09T06:15:27.336" v="590"/>
          <ac:inkMkLst>
            <pc:docMk/>
            <pc:sldMk cId="3956410023" sldId="417"/>
            <ac:inkMk id="133" creationId="{4F204D15-9FA7-2F42-9E98-E2825D2D8189}"/>
          </ac:inkMkLst>
        </pc:inkChg>
        <pc:inkChg chg="add mod">
          <ac:chgData name="Deepika Vatsa" userId="f7100972-27fe-4ee6-8fb4-ec9b7931b409" providerId="ADAL" clId="{D200CBF8-4A67-47D7-9141-F2E3DE90E052}" dt="2025-09-09T06:15:27.336" v="590"/>
          <ac:inkMkLst>
            <pc:docMk/>
            <pc:sldMk cId="3956410023" sldId="417"/>
            <ac:inkMk id="134" creationId="{516859BE-1428-E420-016E-E2C77CD5E857}"/>
          </ac:inkMkLst>
        </pc:inkChg>
        <pc:inkChg chg="add">
          <ac:chgData name="Deepika Vatsa" userId="f7100972-27fe-4ee6-8fb4-ec9b7931b409" providerId="ADAL" clId="{D200CBF8-4A67-47D7-9141-F2E3DE90E052}" dt="2025-09-09T06:15:30.725" v="591" actId="9405"/>
          <ac:inkMkLst>
            <pc:docMk/>
            <pc:sldMk cId="3956410023" sldId="417"/>
            <ac:inkMk id="136" creationId="{372E880C-AE58-CBFB-25A1-DC0AAE7F1330}"/>
          </ac:inkMkLst>
        </pc:inkChg>
        <pc:inkChg chg="add">
          <ac:chgData name="Deepika Vatsa" userId="f7100972-27fe-4ee6-8fb4-ec9b7931b409" providerId="ADAL" clId="{D200CBF8-4A67-47D7-9141-F2E3DE90E052}" dt="2025-09-09T06:15:31.702" v="592" actId="9405"/>
          <ac:inkMkLst>
            <pc:docMk/>
            <pc:sldMk cId="3956410023" sldId="417"/>
            <ac:inkMk id="137" creationId="{49CEA18B-9661-4D49-8E57-88613B4ED88D}"/>
          </ac:inkMkLst>
        </pc:inkChg>
        <pc:inkChg chg="add">
          <ac:chgData name="Deepika Vatsa" userId="f7100972-27fe-4ee6-8fb4-ec9b7931b409" providerId="ADAL" clId="{D200CBF8-4A67-47D7-9141-F2E3DE90E052}" dt="2025-09-09T06:15:32.275" v="593" actId="9405"/>
          <ac:inkMkLst>
            <pc:docMk/>
            <pc:sldMk cId="3956410023" sldId="417"/>
            <ac:inkMk id="138" creationId="{192E71B8-3C83-9390-1C05-FC743F352840}"/>
          </ac:inkMkLst>
        </pc:inkChg>
        <pc:inkChg chg="add">
          <ac:chgData name="Deepika Vatsa" userId="f7100972-27fe-4ee6-8fb4-ec9b7931b409" providerId="ADAL" clId="{D200CBF8-4A67-47D7-9141-F2E3DE90E052}" dt="2025-09-09T06:15:33.516" v="594" actId="9405"/>
          <ac:inkMkLst>
            <pc:docMk/>
            <pc:sldMk cId="3956410023" sldId="417"/>
            <ac:inkMk id="139" creationId="{E632E295-91C7-68F9-24ED-B3517A6B578D}"/>
          </ac:inkMkLst>
        </pc:inkChg>
        <pc:inkChg chg="add">
          <ac:chgData name="Deepika Vatsa" userId="f7100972-27fe-4ee6-8fb4-ec9b7931b409" providerId="ADAL" clId="{D200CBF8-4A67-47D7-9141-F2E3DE90E052}" dt="2025-09-09T06:15:33.944" v="595" actId="9405"/>
          <ac:inkMkLst>
            <pc:docMk/>
            <pc:sldMk cId="3956410023" sldId="417"/>
            <ac:inkMk id="140" creationId="{AC97107B-F1E1-B9BA-1D8D-BA1D17FC6C12}"/>
          </ac:inkMkLst>
        </pc:inkChg>
        <pc:inkChg chg="add">
          <ac:chgData name="Deepika Vatsa" userId="f7100972-27fe-4ee6-8fb4-ec9b7931b409" providerId="ADAL" clId="{D200CBF8-4A67-47D7-9141-F2E3DE90E052}" dt="2025-09-09T06:15:34.332" v="596" actId="9405"/>
          <ac:inkMkLst>
            <pc:docMk/>
            <pc:sldMk cId="3956410023" sldId="417"/>
            <ac:inkMk id="141" creationId="{5115DBC2-DF94-83BA-BF95-BE0F48EEA918}"/>
          </ac:inkMkLst>
        </pc:inkChg>
        <pc:inkChg chg="add">
          <ac:chgData name="Deepika Vatsa" userId="f7100972-27fe-4ee6-8fb4-ec9b7931b409" providerId="ADAL" clId="{D200CBF8-4A67-47D7-9141-F2E3DE90E052}" dt="2025-09-09T06:15:36.289" v="597" actId="9405"/>
          <ac:inkMkLst>
            <pc:docMk/>
            <pc:sldMk cId="3956410023" sldId="417"/>
            <ac:inkMk id="142" creationId="{5539A879-5930-55CB-3214-6DF54D1984AD}"/>
          </ac:inkMkLst>
        </pc:ink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8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29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8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29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CCE76D-006D-4F8B-B8A4-DDC0E0C4766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1C39F74-09EF-46DA-9ED7-A79739A4AA92}">
      <dgm:prSet/>
      <dgm:spPr/>
      <dgm:t>
        <a:bodyPr/>
        <a:lstStyle/>
        <a:p>
          <a:r>
            <a:rPr lang="en-US"/>
            <a:t>Supervised form of learning.</a:t>
          </a:r>
        </a:p>
      </dgm:t>
    </dgm:pt>
    <dgm:pt modelId="{067130D8-BCAA-4975-AD26-F2871B7684C5}" type="parTrans" cxnId="{B6703736-1764-44C4-9F1D-67CD605E86DC}">
      <dgm:prSet/>
      <dgm:spPr/>
      <dgm:t>
        <a:bodyPr/>
        <a:lstStyle/>
        <a:p>
          <a:endParaRPr lang="en-US"/>
        </a:p>
      </dgm:t>
    </dgm:pt>
    <dgm:pt modelId="{6A9914FA-570C-42A8-8E92-745F2DD0AB11}" type="sibTrans" cxnId="{B6703736-1764-44C4-9F1D-67CD605E86DC}">
      <dgm:prSet/>
      <dgm:spPr/>
      <dgm:t>
        <a:bodyPr/>
        <a:lstStyle/>
        <a:p>
          <a:endParaRPr lang="en-US"/>
        </a:p>
      </dgm:t>
    </dgm:pt>
    <dgm:pt modelId="{DE2C5C06-996E-4174-ADD3-9412D10FAC3D}">
      <dgm:prSet/>
      <dgm:spPr/>
      <dgm:t>
        <a:bodyPr/>
        <a:lstStyle/>
        <a:p>
          <a:r>
            <a:rPr lang="en-US"/>
            <a:t>A probabilistic framework to solve classification problems.</a:t>
          </a:r>
        </a:p>
      </dgm:t>
    </dgm:pt>
    <dgm:pt modelId="{2C259AF2-A2BB-49A3-802D-652222649DCD}" type="parTrans" cxnId="{857F0902-889B-403E-BC7D-11BC6ECEF324}">
      <dgm:prSet/>
      <dgm:spPr/>
      <dgm:t>
        <a:bodyPr/>
        <a:lstStyle/>
        <a:p>
          <a:endParaRPr lang="en-US"/>
        </a:p>
      </dgm:t>
    </dgm:pt>
    <dgm:pt modelId="{F59F4B8D-82BF-4770-AA78-26D5CFB37BB9}" type="sibTrans" cxnId="{857F0902-889B-403E-BC7D-11BC6ECEF324}">
      <dgm:prSet/>
      <dgm:spPr/>
      <dgm:t>
        <a:bodyPr/>
        <a:lstStyle/>
        <a:p>
          <a:endParaRPr lang="en-US"/>
        </a:p>
      </dgm:t>
    </dgm:pt>
    <dgm:pt modelId="{EF28B603-BB39-4245-89E8-90AACA2A1E96}">
      <dgm:prSet/>
      <dgm:spPr/>
      <dgm:t>
        <a:bodyPr/>
        <a:lstStyle/>
        <a:p>
          <a:r>
            <a:rPr lang="en-US"/>
            <a:t>Works on Conditional probability.</a:t>
          </a:r>
        </a:p>
      </dgm:t>
    </dgm:pt>
    <dgm:pt modelId="{68EFBF20-CC74-4E0E-96F8-54A5D7160A1A}" type="parTrans" cxnId="{3AF0FF9E-CCAB-4525-888E-825D98D48BBF}">
      <dgm:prSet/>
      <dgm:spPr/>
      <dgm:t>
        <a:bodyPr/>
        <a:lstStyle/>
        <a:p>
          <a:endParaRPr lang="en-US"/>
        </a:p>
      </dgm:t>
    </dgm:pt>
    <dgm:pt modelId="{53A06A0F-8375-4D7A-8213-F21541CEAD38}" type="sibTrans" cxnId="{3AF0FF9E-CCAB-4525-888E-825D98D48BBF}">
      <dgm:prSet/>
      <dgm:spPr/>
      <dgm:t>
        <a:bodyPr/>
        <a:lstStyle/>
        <a:p>
          <a:endParaRPr lang="en-US"/>
        </a:p>
      </dgm:t>
    </dgm:pt>
    <dgm:pt modelId="{4849B63C-7CC9-4C4D-B752-4D9BB431C286}">
      <dgm:prSet/>
      <dgm:spPr/>
      <dgm:t>
        <a:bodyPr/>
        <a:lstStyle/>
        <a:p>
          <a:r>
            <a:rPr lang="en-US"/>
            <a:t>Based on Bayes theorem.</a:t>
          </a:r>
        </a:p>
      </dgm:t>
    </dgm:pt>
    <dgm:pt modelId="{BAEC4A46-86A5-494A-9FE8-5CA3B7E64090}" type="parTrans" cxnId="{00E38D1E-5DA9-4E8D-887A-E20F6B00693E}">
      <dgm:prSet/>
      <dgm:spPr/>
      <dgm:t>
        <a:bodyPr/>
        <a:lstStyle/>
        <a:p>
          <a:endParaRPr lang="en-US"/>
        </a:p>
      </dgm:t>
    </dgm:pt>
    <dgm:pt modelId="{F46F9CB5-6AD1-4E84-9063-B7F9F3AA21D8}" type="sibTrans" cxnId="{00E38D1E-5DA9-4E8D-887A-E20F6B00693E}">
      <dgm:prSet/>
      <dgm:spPr/>
      <dgm:t>
        <a:bodyPr/>
        <a:lstStyle/>
        <a:p>
          <a:endParaRPr lang="en-US"/>
        </a:p>
      </dgm:t>
    </dgm:pt>
    <dgm:pt modelId="{CAB4EF3C-97BB-4577-AFE3-48207AABEE2E}" type="pres">
      <dgm:prSet presAssocID="{CCCCE76D-006D-4F8B-B8A4-DDC0E0C4766D}" presName="root" presStyleCnt="0">
        <dgm:presLayoutVars>
          <dgm:dir/>
          <dgm:resizeHandles val="exact"/>
        </dgm:presLayoutVars>
      </dgm:prSet>
      <dgm:spPr/>
    </dgm:pt>
    <dgm:pt modelId="{A3E78361-0EB4-47FF-9BE4-73D524410177}" type="pres">
      <dgm:prSet presAssocID="{CCCCE76D-006D-4F8B-B8A4-DDC0E0C4766D}" presName="container" presStyleCnt="0">
        <dgm:presLayoutVars>
          <dgm:dir/>
          <dgm:resizeHandles val="exact"/>
        </dgm:presLayoutVars>
      </dgm:prSet>
      <dgm:spPr/>
    </dgm:pt>
    <dgm:pt modelId="{3CF5E642-8BB5-4F17-9308-1107E1F034A3}" type="pres">
      <dgm:prSet presAssocID="{71C39F74-09EF-46DA-9ED7-A79739A4AA92}" presName="compNode" presStyleCnt="0"/>
      <dgm:spPr/>
    </dgm:pt>
    <dgm:pt modelId="{950048D0-1D69-4F30-A79C-FE98F0FEDD0C}" type="pres">
      <dgm:prSet presAssocID="{71C39F74-09EF-46DA-9ED7-A79739A4AA92}" presName="iconBgRect" presStyleLbl="bgShp" presStyleIdx="0" presStyleCnt="4"/>
      <dgm:spPr/>
    </dgm:pt>
    <dgm:pt modelId="{F46FC288-4E3C-4F34-A413-4C8CF5594F6A}" type="pres">
      <dgm:prSet presAssocID="{71C39F74-09EF-46DA-9ED7-A79739A4AA9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9293B9E6-1DEB-48C1-BDB5-12EF33079A8A}" type="pres">
      <dgm:prSet presAssocID="{71C39F74-09EF-46DA-9ED7-A79739A4AA92}" presName="spaceRect" presStyleCnt="0"/>
      <dgm:spPr/>
    </dgm:pt>
    <dgm:pt modelId="{450423BC-EC68-4076-A95A-6E3F27577231}" type="pres">
      <dgm:prSet presAssocID="{71C39F74-09EF-46DA-9ED7-A79739A4AA92}" presName="textRect" presStyleLbl="revTx" presStyleIdx="0" presStyleCnt="4">
        <dgm:presLayoutVars>
          <dgm:chMax val="1"/>
          <dgm:chPref val="1"/>
        </dgm:presLayoutVars>
      </dgm:prSet>
      <dgm:spPr/>
    </dgm:pt>
    <dgm:pt modelId="{2D9527C3-2E6A-4E50-8263-2BBA16E1034D}" type="pres">
      <dgm:prSet presAssocID="{6A9914FA-570C-42A8-8E92-745F2DD0AB11}" presName="sibTrans" presStyleLbl="sibTrans2D1" presStyleIdx="0" presStyleCnt="0"/>
      <dgm:spPr/>
    </dgm:pt>
    <dgm:pt modelId="{96923720-6DD9-478D-97B4-39B848C121AA}" type="pres">
      <dgm:prSet presAssocID="{DE2C5C06-996E-4174-ADD3-9412D10FAC3D}" presName="compNode" presStyleCnt="0"/>
      <dgm:spPr/>
    </dgm:pt>
    <dgm:pt modelId="{B48BBC49-818D-4F13-A2AF-D35CD2231C93}" type="pres">
      <dgm:prSet presAssocID="{DE2C5C06-996E-4174-ADD3-9412D10FAC3D}" presName="iconBgRect" presStyleLbl="bgShp" presStyleIdx="1" presStyleCnt="4"/>
      <dgm:spPr/>
    </dgm:pt>
    <dgm:pt modelId="{F9FBE052-3FC9-430C-9A42-ACF4F8EC8FA9}" type="pres">
      <dgm:prSet presAssocID="{DE2C5C06-996E-4174-ADD3-9412D10FAC3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774C2D3-7E39-42FA-B55F-65AB40236048}" type="pres">
      <dgm:prSet presAssocID="{DE2C5C06-996E-4174-ADD3-9412D10FAC3D}" presName="spaceRect" presStyleCnt="0"/>
      <dgm:spPr/>
    </dgm:pt>
    <dgm:pt modelId="{D92A41FE-8BB7-4F8F-93FF-954CAAF35056}" type="pres">
      <dgm:prSet presAssocID="{DE2C5C06-996E-4174-ADD3-9412D10FAC3D}" presName="textRect" presStyleLbl="revTx" presStyleIdx="1" presStyleCnt="4">
        <dgm:presLayoutVars>
          <dgm:chMax val="1"/>
          <dgm:chPref val="1"/>
        </dgm:presLayoutVars>
      </dgm:prSet>
      <dgm:spPr/>
    </dgm:pt>
    <dgm:pt modelId="{1606AB31-E89D-4305-8FF2-7C79EF9A05E2}" type="pres">
      <dgm:prSet presAssocID="{F59F4B8D-82BF-4770-AA78-26D5CFB37BB9}" presName="sibTrans" presStyleLbl="sibTrans2D1" presStyleIdx="0" presStyleCnt="0"/>
      <dgm:spPr/>
    </dgm:pt>
    <dgm:pt modelId="{C96D7AD3-EF5F-4F49-BA58-490FA1CF6615}" type="pres">
      <dgm:prSet presAssocID="{EF28B603-BB39-4245-89E8-90AACA2A1E96}" presName="compNode" presStyleCnt="0"/>
      <dgm:spPr/>
    </dgm:pt>
    <dgm:pt modelId="{D823C105-1F4D-4067-AA3C-2B3F9DFCA1A7}" type="pres">
      <dgm:prSet presAssocID="{EF28B603-BB39-4245-89E8-90AACA2A1E96}" presName="iconBgRect" presStyleLbl="bgShp" presStyleIdx="2" presStyleCnt="4"/>
      <dgm:spPr/>
    </dgm:pt>
    <dgm:pt modelId="{4B8E6971-197A-4387-B312-92AD10377E10}" type="pres">
      <dgm:prSet presAssocID="{EF28B603-BB39-4245-89E8-90AACA2A1E9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F7174C45-90CA-45B7-A6E4-226D6531C70C}" type="pres">
      <dgm:prSet presAssocID="{EF28B603-BB39-4245-89E8-90AACA2A1E96}" presName="spaceRect" presStyleCnt="0"/>
      <dgm:spPr/>
    </dgm:pt>
    <dgm:pt modelId="{BA2E9288-A877-4D8F-8DEA-1E99B2F05885}" type="pres">
      <dgm:prSet presAssocID="{EF28B603-BB39-4245-89E8-90AACA2A1E96}" presName="textRect" presStyleLbl="revTx" presStyleIdx="2" presStyleCnt="4">
        <dgm:presLayoutVars>
          <dgm:chMax val="1"/>
          <dgm:chPref val="1"/>
        </dgm:presLayoutVars>
      </dgm:prSet>
      <dgm:spPr/>
    </dgm:pt>
    <dgm:pt modelId="{B25CA714-153D-4D48-B5E6-B50223D1AB97}" type="pres">
      <dgm:prSet presAssocID="{53A06A0F-8375-4D7A-8213-F21541CEAD38}" presName="sibTrans" presStyleLbl="sibTrans2D1" presStyleIdx="0" presStyleCnt="0"/>
      <dgm:spPr/>
    </dgm:pt>
    <dgm:pt modelId="{D38E3623-F38E-4AD3-8211-78119193F164}" type="pres">
      <dgm:prSet presAssocID="{4849B63C-7CC9-4C4D-B752-4D9BB431C286}" presName="compNode" presStyleCnt="0"/>
      <dgm:spPr/>
    </dgm:pt>
    <dgm:pt modelId="{DADD9654-D688-4155-B805-1C7E8CAFE6EA}" type="pres">
      <dgm:prSet presAssocID="{4849B63C-7CC9-4C4D-B752-4D9BB431C286}" presName="iconBgRect" presStyleLbl="bgShp" presStyleIdx="3" presStyleCnt="4"/>
      <dgm:spPr/>
    </dgm:pt>
    <dgm:pt modelId="{EEE1C828-A890-4DC5-A63E-465362C0334B}" type="pres">
      <dgm:prSet presAssocID="{4849B63C-7CC9-4C4D-B752-4D9BB431C28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7481E150-5E50-44B6-9386-A81F2726E70C}" type="pres">
      <dgm:prSet presAssocID="{4849B63C-7CC9-4C4D-B752-4D9BB431C286}" presName="spaceRect" presStyleCnt="0"/>
      <dgm:spPr/>
    </dgm:pt>
    <dgm:pt modelId="{D823F17C-EA66-4009-973F-A04EEDA58F0D}" type="pres">
      <dgm:prSet presAssocID="{4849B63C-7CC9-4C4D-B752-4D9BB431C28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57F0902-889B-403E-BC7D-11BC6ECEF324}" srcId="{CCCCE76D-006D-4F8B-B8A4-DDC0E0C4766D}" destId="{DE2C5C06-996E-4174-ADD3-9412D10FAC3D}" srcOrd="1" destOrd="0" parTransId="{2C259AF2-A2BB-49A3-802D-652222649DCD}" sibTransId="{F59F4B8D-82BF-4770-AA78-26D5CFB37BB9}"/>
    <dgm:cxn modelId="{3446941C-518E-43D1-B8F2-043D4FED100B}" type="presOf" srcId="{F59F4B8D-82BF-4770-AA78-26D5CFB37BB9}" destId="{1606AB31-E89D-4305-8FF2-7C79EF9A05E2}" srcOrd="0" destOrd="0" presId="urn:microsoft.com/office/officeart/2018/2/layout/IconCircleList"/>
    <dgm:cxn modelId="{00E38D1E-5DA9-4E8D-887A-E20F6B00693E}" srcId="{CCCCE76D-006D-4F8B-B8A4-DDC0E0C4766D}" destId="{4849B63C-7CC9-4C4D-B752-4D9BB431C286}" srcOrd="3" destOrd="0" parTransId="{BAEC4A46-86A5-494A-9FE8-5CA3B7E64090}" sibTransId="{F46F9CB5-6AD1-4E84-9063-B7F9F3AA21D8}"/>
    <dgm:cxn modelId="{B6703736-1764-44C4-9F1D-67CD605E86DC}" srcId="{CCCCE76D-006D-4F8B-B8A4-DDC0E0C4766D}" destId="{71C39F74-09EF-46DA-9ED7-A79739A4AA92}" srcOrd="0" destOrd="0" parTransId="{067130D8-BCAA-4975-AD26-F2871B7684C5}" sibTransId="{6A9914FA-570C-42A8-8E92-745F2DD0AB11}"/>
    <dgm:cxn modelId="{5FE56E60-4A40-47FF-B914-407FC5DF8CCA}" type="presOf" srcId="{71C39F74-09EF-46DA-9ED7-A79739A4AA92}" destId="{450423BC-EC68-4076-A95A-6E3F27577231}" srcOrd="0" destOrd="0" presId="urn:microsoft.com/office/officeart/2018/2/layout/IconCircleList"/>
    <dgm:cxn modelId="{82F27B64-B2A2-4E50-9A00-B83077CDC978}" type="presOf" srcId="{CCCCE76D-006D-4F8B-B8A4-DDC0E0C4766D}" destId="{CAB4EF3C-97BB-4577-AFE3-48207AABEE2E}" srcOrd="0" destOrd="0" presId="urn:microsoft.com/office/officeart/2018/2/layout/IconCircleList"/>
    <dgm:cxn modelId="{063BB866-8CFF-46A0-9B84-7D995683C039}" type="presOf" srcId="{4849B63C-7CC9-4C4D-B752-4D9BB431C286}" destId="{D823F17C-EA66-4009-973F-A04EEDA58F0D}" srcOrd="0" destOrd="0" presId="urn:microsoft.com/office/officeart/2018/2/layout/IconCircleList"/>
    <dgm:cxn modelId="{EBF64374-FAEC-417C-BEA8-331F9370CD44}" type="presOf" srcId="{EF28B603-BB39-4245-89E8-90AACA2A1E96}" destId="{BA2E9288-A877-4D8F-8DEA-1E99B2F05885}" srcOrd="0" destOrd="0" presId="urn:microsoft.com/office/officeart/2018/2/layout/IconCircleList"/>
    <dgm:cxn modelId="{748B5189-2E2D-4411-B352-F04831B938AF}" type="presOf" srcId="{53A06A0F-8375-4D7A-8213-F21541CEAD38}" destId="{B25CA714-153D-4D48-B5E6-B50223D1AB97}" srcOrd="0" destOrd="0" presId="urn:microsoft.com/office/officeart/2018/2/layout/IconCircleList"/>
    <dgm:cxn modelId="{3AF0FF9E-CCAB-4525-888E-825D98D48BBF}" srcId="{CCCCE76D-006D-4F8B-B8A4-DDC0E0C4766D}" destId="{EF28B603-BB39-4245-89E8-90AACA2A1E96}" srcOrd="2" destOrd="0" parTransId="{68EFBF20-CC74-4E0E-96F8-54A5D7160A1A}" sibTransId="{53A06A0F-8375-4D7A-8213-F21541CEAD38}"/>
    <dgm:cxn modelId="{F850EBA1-5A21-42A5-8608-0AE58DC1BC2B}" type="presOf" srcId="{DE2C5C06-996E-4174-ADD3-9412D10FAC3D}" destId="{D92A41FE-8BB7-4F8F-93FF-954CAAF35056}" srcOrd="0" destOrd="0" presId="urn:microsoft.com/office/officeart/2018/2/layout/IconCircleList"/>
    <dgm:cxn modelId="{733D2BC0-0BF8-4346-B7C8-0FE30E34ABF2}" type="presOf" srcId="{6A9914FA-570C-42A8-8E92-745F2DD0AB11}" destId="{2D9527C3-2E6A-4E50-8263-2BBA16E1034D}" srcOrd="0" destOrd="0" presId="urn:microsoft.com/office/officeart/2018/2/layout/IconCircleList"/>
    <dgm:cxn modelId="{90D13AAC-C519-4ED1-A5E1-96FDF7693759}" type="presParOf" srcId="{CAB4EF3C-97BB-4577-AFE3-48207AABEE2E}" destId="{A3E78361-0EB4-47FF-9BE4-73D524410177}" srcOrd="0" destOrd="0" presId="urn:microsoft.com/office/officeart/2018/2/layout/IconCircleList"/>
    <dgm:cxn modelId="{FA05C4F2-3F32-49A9-A03A-FEC447B40C4E}" type="presParOf" srcId="{A3E78361-0EB4-47FF-9BE4-73D524410177}" destId="{3CF5E642-8BB5-4F17-9308-1107E1F034A3}" srcOrd="0" destOrd="0" presId="urn:microsoft.com/office/officeart/2018/2/layout/IconCircleList"/>
    <dgm:cxn modelId="{74D2D3B5-9738-46D4-926E-74DEB0C9D90D}" type="presParOf" srcId="{3CF5E642-8BB5-4F17-9308-1107E1F034A3}" destId="{950048D0-1D69-4F30-A79C-FE98F0FEDD0C}" srcOrd="0" destOrd="0" presId="urn:microsoft.com/office/officeart/2018/2/layout/IconCircleList"/>
    <dgm:cxn modelId="{3ADD2E8A-3A90-4E69-8B31-919A39901951}" type="presParOf" srcId="{3CF5E642-8BB5-4F17-9308-1107E1F034A3}" destId="{F46FC288-4E3C-4F34-A413-4C8CF5594F6A}" srcOrd="1" destOrd="0" presId="urn:microsoft.com/office/officeart/2018/2/layout/IconCircleList"/>
    <dgm:cxn modelId="{F9E34806-A3B2-401D-812E-2D879226297F}" type="presParOf" srcId="{3CF5E642-8BB5-4F17-9308-1107E1F034A3}" destId="{9293B9E6-1DEB-48C1-BDB5-12EF33079A8A}" srcOrd="2" destOrd="0" presId="urn:microsoft.com/office/officeart/2018/2/layout/IconCircleList"/>
    <dgm:cxn modelId="{E7F35F28-F983-41FC-B00B-D30B0EA56AF3}" type="presParOf" srcId="{3CF5E642-8BB5-4F17-9308-1107E1F034A3}" destId="{450423BC-EC68-4076-A95A-6E3F27577231}" srcOrd="3" destOrd="0" presId="urn:microsoft.com/office/officeart/2018/2/layout/IconCircleList"/>
    <dgm:cxn modelId="{AD063B91-A2A4-4643-9381-966FBAC1056C}" type="presParOf" srcId="{A3E78361-0EB4-47FF-9BE4-73D524410177}" destId="{2D9527C3-2E6A-4E50-8263-2BBA16E1034D}" srcOrd="1" destOrd="0" presId="urn:microsoft.com/office/officeart/2018/2/layout/IconCircleList"/>
    <dgm:cxn modelId="{69B0B54D-53D9-4E1D-BDCB-1972A5E57CC8}" type="presParOf" srcId="{A3E78361-0EB4-47FF-9BE4-73D524410177}" destId="{96923720-6DD9-478D-97B4-39B848C121AA}" srcOrd="2" destOrd="0" presId="urn:microsoft.com/office/officeart/2018/2/layout/IconCircleList"/>
    <dgm:cxn modelId="{4A667E7E-AF82-432D-AC2A-2B2DADCD9224}" type="presParOf" srcId="{96923720-6DD9-478D-97B4-39B848C121AA}" destId="{B48BBC49-818D-4F13-A2AF-D35CD2231C93}" srcOrd="0" destOrd="0" presId="urn:microsoft.com/office/officeart/2018/2/layout/IconCircleList"/>
    <dgm:cxn modelId="{FE1DB181-874A-48AC-A012-47E7836518E1}" type="presParOf" srcId="{96923720-6DD9-478D-97B4-39B848C121AA}" destId="{F9FBE052-3FC9-430C-9A42-ACF4F8EC8FA9}" srcOrd="1" destOrd="0" presId="urn:microsoft.com/office/officeart/2018/2/layout/IconCircleList"/>
    <dgm:cxn modelId="{8B3FCA88-3F50-40F4-B22C-006FB7BA9367}" type="presParOf" srcId="{96923720-6DD9-478D-97B4-39B848C121AA}" destId="{C774C2D3-7E39-42FA-B55F-65AB40236048}" srcOrd="2" destOrd="0" presId="urn:microsoft.com/office/officeart/2018/2/layout/IconCircleList"/>
    <dgm:cxn modelId="{EF9DB15A-F097-4E85-9BC5-7F9727E9DC86}" type="presParOf" srcId="{96923720-6DD9-478D-97B4-39B848C121AA}" destId="{D92A41FE-8BB7-4F8F-93FF-954CAAF35056}" srcOrd="3" destOrd="0" presId="urn:microsoft.com/office/officeart/2018/2/layout/IconCircleList"/>
    <dgm:cxn modelId="{88B5D9FF-06B6-475D-B1CD-9050BC6276B9}" type="presParOf" srcId="{A3E78361-0EB4-47FF-9BE4-73D524410177}" destId="{1606AB31-E89D-4305-8FF2-7C79EF9A05E2}" srcOrd="3" destOrd="0" presId="urn:microsoft.com/office/officeart/2018/2/layout/IconCircleList"/>
    <dgm:cxn modelId="{28C437C5-2B56-47F9-B8B9-E43C48E5472D}" type="presParOf" srcId="{A3E78361-0EB4-47FF-9BE4-73D524410177}" destId="{C96D7AD3-EF5F-4F49-BA58-490FA1CF6615}" srcOrd="4" destOrd="0" presId="urn:microsoft.com/office/officeart/2018/2/layout/IconCircleList"/>
    <dgm:cxn modelId="{BDC4D468-B394-4FCE-BD05-8A775BACC590}" type="presParOf" srcId="{C96D7AD3-EF5F-4F49-BA58-490FA1CF6615}" destId="{D823C105-1F4D-4067-AA3C-2B3F9DFCA1A7}" srcOrd="0" destOrd="0" presId="urn:microsoft.com/office/officeart/2018/2/layout/IconCircleList"/>
    <dgm:cxn modelId="{D91696B0-BB55-4BC9-A793-28CC862AC436}" type="presParOf" srcId="{C96D7AD3-EF5F-4F49-BA58-490FA1CF6615}" destId="{4B8E6971-197A-4387-B312-92AD10377E10}" srcOrd="1" destOrd="0" presId="urn:microsoft.com/office/officeart/2018/2/layout/IconCircleList"/>
    <dgm:cxn modelId="{1ADC5623-362C-4439-B7EF-C6064997452D}" type="presParOf" srcId="{C96D7AD3-EF5F-4F49-BA58-490FA1CF6615}" destId="{F7174C45-90CA-45B7-A6E4-226D6531C70C}" srcOrd="2" destOrd="0" presId="urn:microsoft.com/office/officeart/2018/2/layout/IconCircleList"/>
    <dgm:cxn modelId="{33E36B46-D7D6-4ADD-92F2-AA1FCC80662D}" type="presParOf" srcId="{C96D7AD3-EF5F-4F49-BA58-490FA1CF6615}" destId="{BA2E9288-A877-4D8F-8DEA-1E99B2F05885}" srcOrd="3" destOrd="0" presId="urn:microsoft.com/office/officeart/2018/2/layout/IconCircleList"/>
    <dgm:cxn modelId="{2AC27BC6-9E20-45B2-943A-7548AF1FC7EB}" type="presParOf" srcId="{A3E78361-0EB4-47FF-9BE4-73D524410177}" destId="{B25CA714-153D-4D48-B5E6-B50223D1AB97}" srcOrd="5" destOrd="0" presId="urn:microsoft.com/office/officeart/2018/2/layout/IconCircleList"/>
    <dgm:cxn modelId="{2709A545-2934-4D23-A620-A44E6610D786}" type="presParOf" srcId="{A3E78361-0EB4-47FF-9BE4-73D524410177}" destId="{D38E3623-F38E-4AD3-8211-78119193F164}" srcOrd="6" destOrd="0" presId="urn:microsoft.com/office/officeart/2018/2/layout/IconCircleList"/>
    <dgm:cxn modelId="{4AE099B3-D3F2-48EB-8D9B-316E05F46C2A}" type="presParOf" srcId="{D38E3623-F38E-4AD3-8211-78119193F164}" destId="{DADD9654-D688-4155-B805-1C7E8CAFE6EA}" srcOrd="0" destOrd="0" presId="urn:microsoft.com/office/officeart/2018/2/layout/IconCircleList"/>
    <dgm:cxn modelId="{309E0EE6-995C-4BBA-8060-0F514D1C185B}" type="presParOf" srcId="{D38E3623-F38E-4AD3-8211-78119193F164}" destId="{EEE1C828-A890-4DC5-A63E-465362C0334B}" srcOrd="1" destOrd="0" presId="urn:microsoft.com/office/officeart/2018/2/layout/IconCircleList"/>
    <dgm:cxn modelId="{6863ECD6-FA36-468B-8DE3-99F587862F1A}" type="presParOf" srcId="{D38E3623-F38E-4AD3-8211-78119193F164}" destId="{7481E150-5E50-44B6-9386-A81F2726E70C}" srcOrd="2" destOrd="0" presId="urn:microsoft.com/office/officeart/2018/2/layout/IconCircleList"/>
    <dgm:cxn modelId="{AC109C69-BF07-4BEF-BD96-5C94F03F7541}" type="presParOf" srcId="{D38E3623-F38E-4AD3-8211-78119193F164}" destId="{D823F17C-EA66-4009-973F-A04EEDA58F0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C1A92C-6F48-4A4E-92AB-FCA55CDDD90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A818969-AE1D-47BB-BBC7-9B0989207350}">
      <dgm:prSet/>
      <dgm:spPr/>
      <dgm:t>
        <a:bodyPr/>
        <a:lstStyle/>
        <a:p>
          <a:r>
            <a:rPr lang="en-US"/>
            <a:t>Relationship between features and the class variable is non- deterministic.</a:t>
          </a:r>
        </a:p>
      </dgm:t>
    </dgm:pt>
    <dgm:pt modelId="{5FE2B782-39FF-4A97-A03F-2C1AD1B8C5FA}" type="parTrans" cxnId="{35B0954E-BB50-4E37-B2CC-FFA187E72682}">
      <dgm:prSet/>
      <dgm:spPr/>
      <dgm:t>
        <a:bodyPr/>
        <a:lstStyle/>
        <a:p>
          <a:endParaRPr lang="en-US"/>
        </a:p>
      </dgm:t>
    </dgm:pt>
    <dgm:pt modelId="{1CC533DA-E6EF-47C7-89E0-1CECCE767262}" type="sibTrans" cxnId="{35B0954E-BB50-4E37-B2CC-FFA187E72682}">
      <dgm:prSet/>
      <dgm:spPr/>
      <dgm:t>
        <a:bodyPr/>
        <a:lstStyle/>
        <a:p>
          <a:endParaRPr lang="en-US"/>
        </a:p>
      </dgm:t>
    </dgm:pt>
    <dgm:pt modelId="{8D234FA3-D80F-4825-99C3-E5B5971F13C2}">
      <dgm:prSet/>
      <dgm:spPr/>
      <dgm:t>
        <a:bodyPr/>
        <a:lstStyle/>
        <a:p>
          <a:r>
            <a:rPr lang="en-US"/>
            <a:t>Need an approach to model probabilistic relationship between the features and class variable. </a:t>
          </a:r>
        </a:p>
      </dgm:t>
    </dgm:pt>
    <dgm:pt modelId="{E686E040-82B4-406C-92B7-06CD8E9E84D2}" type="parTrans" cxnId="{810032EC-129E-4EE3-8681-8F8778C71477}">
      <dgm:prSet/>
      <dgm:spPr/>
      <dgm:t>
        <a:bodyPr/>
        <a:lstStyle/>
        <a:p>
          <a:endParaRPr lang="en-US"/>
        </a:p>
      </dgm:t>
    </dgm:pt>
    <dgm:pt modelId="{20D76ED9-7031-42DB-98FB-E5E794AE2A01}" type="sibTrans" cxnId="{810032EC-129E-4EE3-8681-8F8778C71477}">
      <dgm:prSet/>
      <dgm:spPr/>
      <dgm:t>
        <a:bodyPr/>
        <a:lstStyle/>
        <a:p>
          <a:endParaRPr lang="en-US"/>
        </a:p>
      </dgm:t>
    </dgm:pt>
    <dgm:pt modelId="{4A5B30F4-6E91-4B8D-B12A-4157567C6E72}" type="pres">
      <dgm:prSet presAssocID="{3AC1A92C-6F48-4A4E-92AB-FCA55CDDD900}" presName="root" presStyleCnt="0">
        <dgm:presLayoutVars>
          <dgm:dir/>
          <dgm:resizeHandles val="exact"/>
        </dgm:presLayoutVars>
      </dgm:prSet>
      <dgm:spPr/>
    </dgm:pt>
    <dgm:pt modelId="{CC90A7AC-86C8-4A7E-B406-7AE05CA78CC4}" type="pres">
      <dgm:prSet presAssocID="{1A818969-AE1D-47BB-BBC7-9B0989207350}" presName="compNode" presStyleCnt="0"/>
      <dgm:spPr/>
    </dgm:pt>
    <dgm:pt modelId="{007C5EE9-9D3D-46E8-A364-9830C7E4F7B0}" type="pres">
      <dgm:prSet presAssocID="{1A818969-AE1D-47BB-BBC7-9B098920735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8352A84B-223A-4ADF-890A-0F5EE74A21D3}" type="pres">
      <dgm:prSet presAssocID="{1A818969-AE1D-47BB-BBC7-9B0989207350}" presName="spaceRect" presStyleCnt="0"/>
      <dgm:spPr/>
    </dgm:pt>
    <dgm:pt modelId="{37005706-AC12-4FF3-B969-529340ACDE4E}" type="pres">
      <dgm:prSet presAssocID="{1A818969-AE1D-47BB-BBC7-9B0989207350}" presName="textRect" presStyleLbl="revTx" presStyleIdx="0" presStyleCnt="2">
        <dgm:presLayoutVars>
          <dgm:chMax val="1"/>
          <dgm:chPref val="1"/>
        </dgm:presLayoutVars>
      </dgm:prSet>
      <dgm:spPr/>
    </dgm:pt>
    <dgm:pt modelId="{EAF146A3-F047-46FE-B40D-C9AB92F6C674}" type="pres">
      <dgm:prSet presAssocID="{1CC533DA-E6EF-47C7-89E0-1CECCE767262}" presName="sibTrans" presStyleCnt="0"/>
      <dgm:spPr/>
    </dgm:pt>
    <dgm:pt modelId="{719D417C-DD2C-471A-80C5-F1B8D79E994C}" type="pres">
      <dgm:prSet presAssocID="{8D234FA3-D80F-4825-99C3-E5B5971F13C2}" presName="compNode" presStyleCnt="0"/>
      <dgm:spPr/>
    </dgm:pt>
    <dgm:pt modelId="{F3E52328-0A6A-4D03-ACAE-65C4A9AF46D3}" type="pres">
      <dgm:prSet presAssocID="{8D234FA3-D80F-4825-99C3-E5B5971F13C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65F3F7DF-6C84-4890-88C1-7F990D89BAEB}" type="pres">
      <dgm:prSet presAssocID="{8D234FA3-D80F-4825-99C3-E5B5971F13C2}" presName="spaceRect" presStyleCnt="0"/>
      <dgm:spPr/>
    </dgm:pt>
    <dgm:pt modelId="{0B10E49F-D195-47AB-AA23-1B7CB91FBE20}" type="pres">
      <dgm:prSet presAssocID="{8D234FA3-D80F-4825-99C3-E5B5971F13C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9DC540D-8198-4549-9D61-084E8CE604E0}" type="presOf" srcId="{1A818969-AE1D-47BB-BBC7-9B0989207350}" destId="{37005706-AC12-4FF3-B969-529340ACDE4E}" srcOrd="0" destOrd="0" presId="urn:microsoft.com/office/officeart/2018/2/layout/IconLabelList"/>
    <dgm:cxn modelId="{42616F47-290A-451B-AF66-7A12D8EBED9B}" type="presOf" srcId="{8D234FA3-D80F-4825-99C3-E5B5971F13C2}" destId="{0B10E49F-D195-47AB-AA23-1B7CB91FBE20}" srcOrd="0" destOrd="0" presId="urn:microsoft.com/office/officeart/2018/2/layout/IconLabelList"/>
    <dgm:cxn modelId="{35B0954E-BB50-4E37-B2CC-FFA187E72682}" srcId="{3AC1A92C-6F48-4A4E-92AB-FCA55CDDD900}" destId="{1A818969-AE1D-47BB-BBC7-9B0989207350}" srcOrd="0" destOrd="0" parTransId="{5FE2B782-39FF-4A97-A03F-2C1AD1B8C5FA}" sibTransId="{1CC533DA-E6EF-47C7-89E0-1CECCE767262}"/>
    <dgm:cxn modelId="{810032EC-129E-4EE3-8681-8F8778C71477}" srcId="{3AC1A92C-6F48-4A4E-92AB-FCA55CDDD900}" destId="{8D234FA3-D80F-4825-99C3-E5B5971F13C2}" srcOrd="1" destOrd="0" parTransId="{E686E040-82B4-406C-92B7-06CD8E9E84D2}" sibTransId="{20D76ED9-7031-42DB-98FB-E5E794AE2A01}"/>
    <dgm:cxn modelId="{4D4DCDF9-FF2E-4953-8964-BE75C3FC8D80}" type="presOf" srcId="{3AC1A92C-6F48-4A4E-92AB-FCA55CDDD900}" destId="{4A5B30F4-6E91-4B8D-B12A-4157567C6E72}" srcOrd="0" destOrd="0" presId="urn:microsoft.com/office/officeart/2018/2/layout/IconLabelList"/>
    <dgm:cxn modelId="{48A4D57F-D2E2-43AE-893D-A21C4AEB9F7D}" type="presParOf" srcId="{4A5B30F4-6E91-4B8D-B12A-4157567C6E72}" destId="{CC90A7AC-86C8-4A7E-B406-7AE05CA78CC4}" srcOrd="0" destOrd="0" presId="urn:microsoft.com/office/officeart/2018/2/layout/IconLabelList"/>
    <dgm:cxn modelId="{D235B139-B07E-4794-8BC2-70E09EB4F5A1}" type="presParOf" srcId="{CC90A7AC-86C8-4A7E-B406-7AE05CA78CC4}" destId="{007C5EE9-9D3D-46E8-A364-9830C7E4F7B0}" srcOrd="0" destOrd="0" presId="urn:microsoft.com/office/officeart/2018/2/layout/IconLabelList"/>
    <dgm:cxn modelId="{2AD20F1D-940F-4C38-8961-229B7B55AC93}" type="presParOf" srcId="{CC90A7AC-86C8-4A7E-B406-7AE05CA78CC4}" destId="{8352A84B-223A-4ADF-890A-0F5EE74A21D3}" srcOrd="1" destOrd="0" presId="urn:microsoft.com/office/officeart/2018/2/layout/IconLabelList"/>
    <dgm:cxn modelId="{6A9A8737-7BF6-4AE3-B63A-D122958AD556}" type="presParOf" srcId="{CC90A7AC-86C8-4A7E-B406-7AE05CA78CC4}" destId="{37005706-AC12-4FF3-B969-529340ACDE4E}" srcOrd="2" destOrd="0" presId="urn:microsoft.com/office/officeart/2018/2/layout/IconLabelList"/>
    <dgm:cxn modelId="{72B96909-4B40-4056-B982-C99303A972E6}" type="presParOf" srcId="{4A5B30F4-6E91-4B8D-B12A-4157567C6E72}" destId="{EAF146A3-F047-46FE-B40D-C9AB92F6C674}" srcOrd="1" destOrd="0" presId="urn:microsoft.com/office/officeart/2018/2/layout/IconLabelList"/>
    <dgm:cxn modelId="{FD8ACE6D-A5DA-4350-9115-B12990D5D7C0}" type="presParOf" srcId="{4A5B30F4-6E91-4B8D-B12A-4157567C6E72}" destId="{719D417C-DD2C-471A-80C5-F1B8D79E994C}" srcOrd="2" destOrd="0" presId="urn:microsoft.com/office/officeart/2018/2/layout/IconLabelList"/>
    <dgm:cxn modelId="{E9903BF7-1569-47A0-8475-4D6C81EF8172}" type="presParOf" srcId="{719D417C-DD2C-471A-80C5-F1B8D79E994C}" destId="{F3E52328-0A6A-4D03-ACAE-65C4A9AF46D3}" srcOrd="0" destOrd="0" presId="urn:microsoft.com/office/officeart/2018/2/layout/IconLabelList"/>
    <dgm:cxn modelId="{45AAA20D-5643-4630-BD07-4052EF3C8B4D}" type="presParOf" srcId="{719D417C-DD2C-471A-80C5-F1B8D79E994C}" destId="{65F3F7DF-6C84-4890-88C1-7F990D89BAEB}" srcOrd="1" destOrd="0" presId="urn:microsoft.com/office/officeart/2018/2/layout/IconLabelList"/>
    <dgm:cxn modelId="{B75E066D-8495-4BDD-8107-D4DA5B66604C}" type="presParOf" srcId="{719D417C-DD2C-471A-80C5-F1B8D79E994C}" destId="{0B10E49F-D195-47AB-AA23-1B7CB91FBE2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769DDC-A533-44AF-B2A8-4765A8C0A4E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FA05339-7AEF-467C-A156-11569E298BA1}">
      <dgm:prSet custT="1"/>
      <dgm:spPr/>
      <dgm:t>
        <a:bodyPr/>
        <a:lstStyle/>
        <a:p>
          <a:r>
            <a:rPr lang="en-US" sz="1600" b="1" dirty="0"/>
            <a:t>Medical Diagnosis:</a:t>
          </a:r>
          <a:r>
            <a:rPr lang="en-US" sz="1600" dirty="0"/>
            <a:t> predict whether a person is suffering from diabetes based on his diet and daily workout. </a:t>
          </a:r>
        </a:p>
      </dgm:t>
    </dgm:pt>
    <dgm:pt modelId="{9833069D-12FE-4985-A54C-EC01C31AE09E}" type="parTrans" cxnId="{751EC04D-DDE8-4C31-AB3E-0BF20418BCCD}">
      <dgm:prSet/>
      <dgm:spPr/>
      <dgm:t>
        <a:bodyPr/>
        <a:lstStyle/>
        <a:p>
          <a:endParaRPr lang="en-US"/>
        </a:p>
      </dgm:t>
    </dgm:pt>
    <dgm:pt modelId="{3D30B907-CFD3-412D-A09A-405F910E5A1F}" type="sibTrans" cxnId="{751EC04D-DDE8-4C31-AB3E-0BF20418BCCD}">
      <dgm:prSet/>
      <dgm:spPr/>
      <dgm:t>
        <a:bodyPr/>
        <a:lstStyle/>
        <a:p>
          <a:endParaRPr lang="en-US"/>
        </a:p>
      </dgm:t>
    </dgm:pt>
    <dgm:pt modelId="{3407BDF6-3651-429B-ADB2-6EE28BA86844}">
      <dgm:prSet custT="1"/>
      <dgm:spPr/>
      <dgm:t>
        <a:bodyPr/>
        <a:lstStyle/>
        <a:p>
          <a:r>
            <a:rPr lang="en-US" sz="1600" b="1" dirty="0"/>
            <a:t>Spam Classification: </a:t>
          </a:r>
          <a:r>
            <a:rPr lang="en-US" sz="1600" dirty="0"/>
            <a:t>predict whether an email is spam or not.</a:t>
          </a:r>
        </a:p>
      </dgm:t>
    </dgm:pt>
    <dgm:pt modelId="{AAFC219D-2ADF-4890-80CD-B5F4A6422070}" type="parTrans" cxnId="{5759791A-2303-437E-BCA9-FF54DD5CDE10}">
      <dgm:prSet/>
      <dgm:spPr/>
      <dgm:t>
        <a:bodyPr/>
        <a:lstStyle/>
        <a:p>
          <a:endParaRPr lang="en-US"/>
        </a:p>
      </dgm:t>
    </dgm:pt>
    <dgm:pt modelId="{86D2769F-2858-44BB-A64D-9B20A2B0F588}" type="sibTrans" cxnId="{5759791A-2303-437E-BCA9-FF54DD5CDE10}">
      <dgm:prSet/>
      <dgm:spPr/>
      <dgm:t>
        <a:bodyPr/>
        <a:lstStyle/>
        <a:p>
          <a:endParaRPr lang="en-US"/>
        </a:p>
      </dgm:t>
    </dgm:pt>
    <dgm:pt modelId="{5FFFE7C8-39C9-438F-9969-EF02230E7175}">
      <dgm:prSet custT="1"/>
      <dgm:spPr/>
      <dgm:t>
        <a:bodyPr/>
        <a:lstStyle/>
        <a:p>
          <a:r>
            <a:rPr lang="en-US" sz="1600" b="1" dirty="0"/>
            <a:t>Weather: </a:t>
          </a:r>
          <a:r>
            <a:rPr lang="en-US" sz="1600" dirty="0"/>
            <a:t>predict whether it will rain tomorrow based on temperature, humidity, wind speed, etc.</a:t>
          </a:r>
        </a:p>
      </dgm:t>
    </dgm:pt>
    <dgm:pt modelId="{0577F0F7-C3A5-444B-826F-9A93670592A5}" type="parTrans" cxnId="{E3A653FA-F12C-4E26-B0F1-00CEC5CE9B25}">
      <dgm:prSet/>
      <dgm:spPr/>
      <dgm:t>
        <a:bodyPr/>
        <a:lstStyle/>
        <a:p>
          <a:endParaRPr lang="en-US"/>
        </a:p>
      </dgm:t>
    </dgm:pt>
    <dgm:pt modelId="{9D604C4E-E3EF-432F-855C-EAE139A651E1}" type="sibTrans" cxnId="{E3A653FA-F12C-4E26-B0F1-00CEC5CE9B25}">
      <dgm:prSet/>
      <dgm:spPr/>
      <dgm:t>
        <a:bodyPr/>
        <a:lstStyle/>
        <a:p>
          <a:endParaRPr lang="en-US"/>
        </a:p>
      </dgm:t>
    </dgm:pt>
    <dgm:pt modelId="{D48414E7-35E3-4678-8C02-8E6871FF513C}" type="pres">
      <dgm:prSet presAssocID="{70769DDC-A533-44AF-B2A8-4765A8C0A4EC}" presName="root" presStyleCnt="0">
        <dgm:presLayoutVars>
          <dgm:dir/>
          <dgm:resizeHandles val="exact"/>
        </dgm:presLayoutVars>
      </dgm:prSet>
      <dgm:spPr/>
    </dgm:pt>
    <dgm:pt modelId="{E061C915-5C8E-4623-A285-F6A41A31D610}" type="pres">
      <dgm:prSet presAssocID="{70769DDC-A533-44AF-B2A8-4765A8C0A4EC}" presName="container" presStyleCnt="0">
        <dgm:presLayoutVars>
          <dgm:dir/>
          <dgm:resizeHandles val="exact"/>
        </dgm:presLayoutVars>
      </dgm:prSet>
      <dgm:spPr/>
    </dgm:pt>
    <dgm:pt modelId="{FA3A6831-3785-410F-B384-C36C7D25F6CF}" type="pres">
      <dgm:prSet presAssocID="{BFA05339-7AEF-467C-A156-11569E298BA1}" presName="compNode" presStyleCnt="0"/>
      <dgm:spPr/>
    </dgm:pt>
    <dgm:pt modelId="{3275761C-DAF0-4B6B-B05C-20CD96A30EF9}" type="pres">
      <dgm:prSet presAssocID="{BFA05339-7AEF-467C-A156-11569E298BA1}" presName="iconBgRect" presStyleLbl="bgShp" presStyleIdx="0" presStyleCnt="3"/>
      <dgm:spPr/>
    </dgm:pt>
    <dgm:pt modelId="{C1560621-BC28-4BE4-9FE6-8604D8C29458}" type="pres">
      <dgm:prSet presAssocID="{BFA05339-7AEF-467C-A156-11569E298BA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D8CA2145-95BD-404A-9B53-850D56B632F2}" type="pres">
      <dgm:prSet presAssocID="{BFA05339-7AEF-467C-A156-11569E298BA1}" presName="spaceRect" presStyleCnt="0"/>
      <dgm:spPr/>
    </dgm:pt>
    <dgm:pt modelId="{A058E7FC-0A5D-485A-9DD7-BBDF64B3A711}" type="pres">
      <dgm:prSet presAssocID="{BFA05339-7AEF-467C-A156-11569E298BA1}" presName="textRect" presStyleLbl="revTx" presStyleIdx="0" presStyleCnt="3">
        <dgm:presLayoutVars>
          <dgm:chMax val="1"/>
          <dgm:chPref val="1"/>
        </dgm:presLayoutVars>
      </dgm:prSet>
      <dgm:spPr/>
    </dgm:pt>
    <dgm:pt modelId="{9114F681-3D0A-4157-9C42-18E89C7843C3}" type="pres">
      <dgm:prSet presAssocID="{3D30B907-CFD3-412D-A09A-405F910E5A1F}" presName="sibTrans" presStyleLbl="sibTrans2D1" presStyleIdx="0" presStyleCnt="0"/>
      <dgm:spPr/>
    </dgm:pt>
    <dgm:pt modelId="{691B7892-46F8-4869-9C57-4F92029490F9}" type="pres">
      <dgm:prSet presAssocID="{3407BDF6-3651-429B-ADB2-6EE28BA86844}" presName="compNode" presStyleCnt="0"/>
      <dgm:spPr/>
    </dgm:pt>
    <dgm:pt modelId="{4F5B9915-9A72-419E-93AF-147C9A25562E}" type="pres">
      <dgm:prSet presAssocID="{3407BDF6-3651-429B-ADB2-6EE28BA86844}" presName="iconBgRect" presStyleLbl="bgShp" presStyleIdx="1" presStyleCnt="3"/>
      <dgm:spPr/>
    </dgm:pt>
    <dgm:pt modelId="{8474DEB8-5F61-47DD-B799-9BB61FBCB5D7}" type="pres">
      <dgm:prSet presAssocID="{3407BDF6-3651-429B-ADB2-6EE28BA8684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93E79BB0-06C9-413B-B8C3-D942D355CF8F}" type="pres">
      <dgm:prSet presAssocID="{3407BDF6-3651-429B-ADB2-6EE28BA86844}" presName="spaceRect" presStyleCnt="0"/>
      <dgm:spPr/>
    </dgm:pt>
    <dgm:pt modelId="{87050132-9803-4BB1-9FAD-11040A5D1883}" type="pres">
      <dgm:prSet presAssocID="{3407BDF6-3651-429B-ADB2-6EE28BA86844}" presName="textRect" presStyleLbl="revTx" presStyleIdx="1" presStyleCnt="3">
        <dgm:presLayoutVars>
          <dgm:chMax val="1"/>
          <dgm:chPref val="1"/>
        </dgm:presLayoutVars>
      </dgm:prSet>
      <dgm:spPr/>
    </dgm:pt>
    <dgm:pt modelId="{F1259660-EEE5-429F-8FAB-E8B57E24A8BB}" type="pres">
      <dgm:prSet presAssocID="{86D2769F-2858-44BB-A64D-9B20A2B0F588}" presName="sibTrans" presStyleLbl="sibTrans2D1" presStyleIdx="0" presStyleCnt="0"/>
      <dgm:spPr/>
    </dgm:pt>
    <dgm:pt modelId="{F582290E-2B37-423F-89F0-926F4D2C058C}" type="pres">
      <dgm:prSet presAssocID="{5FFFE7C8-39C9-438F-9969-EF02230E7175}" presName="compNode" presStyleCnt="0"/>
      <dgm:spPr/>
    </dgm:pt>
    <dgm:pt modelId="{C0EDE6E2-FA96-40AB-B368-04EA349657CB}" type="pres">
      <dgm:prSet presAssocID="{5FFFE7C8-39C9-438F-9969-EF02230E7175}" presName="iconBgRect" presStyleLbl="bgShp" presStyleIdx="2" presStyleCnt="3"/>
      <dgm:spPr/>
    </dgm:pt>
    <dgm:pt modelId="{D3F6FFBD-D87A-43B3-997F-AC56EB7ABEEB}" type="pres">
      <dgm:prSet presAssocID="{5FFFE7C8-39C9-438F-9969-EF02230E717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21A8A4B6-D034-4499-BAE6-0A83A25EF74C}" type="pres">
      <dgm:prSet presAssocID="{5FFFE7C8-39C9-438F-9969-EF02230E7175}" presName="spaceRect" presStyleCnt="0"/>
      <dgm:spPr/>
    </dgm:pt>
    <dgm:pt modelId="{8EEFA067-4AC1-45B3-A821-D88344ED5BBE}" type="pres">
      <dgm:prSet presAssocID="{5FFFE7C8-39C9-438F-9969-EF02230E717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759791A-2303-437E-BCA9-FF54DD5CDE10}" srcId="{70769DDC-A533-44AF-B2A8-4765A8C0A4EC}" destId="{3407BDF6-3651-429B-ADB2-6EE28BA86844}" srcOrd="1" destOrd="0" parTransId="{AAFC219D-2ADF-4890-80CD-B5F4A6422070}" sibTransId="{86D2769F-2858-44BB-A64D-9B20A2B0F588}"/>
    <dgm:cxn modelId="{6ABD372E-A9A2-418D-9588-B04F91939E40}" type="presOf" srcId="{5FFFE7C8-39C9-438F-9969-EF02230E7175}" destId="{8EEFA067-4AC1-45B3-A821-D88344ED5BBE}" srcOrd="0" destOrd="0" presId="urn:microsoft.com/office/officeart/2018/2/layout/IconCircleList"/>
    <dgm:cxn modelId="{751EC04D-DDE8-4C31-AB3E-0BF20418BCCD}" srcId="{70769DDC-A533-44AF-B2A8-4765A8C0A4EC}" destId="{BFA05339-7AEF-467C-A156-11569E298BA1}" srcOrd="0" destOrd="0" parTransId="{9833069D-12FE-4985-A54C-EC01C31AE09E}" sibTransId="{3D30B907-CFD3-412D-A09A-405F910E5A1F}"/>
    <dgm:cxn modelId="{12603B7D-4B16-41FD-A9F0-127B0E5486E7}" type="presOf" srcId="{70769DDC-A533-44AF-B2A8-4765A8C0A4EC}" destId="{D48414E7-35E3-4678-8C02-8E6871FF513C}" srcOrd="0" destOrd="0" presId="urn:microsoft.com/office/officeart/2018/2/layout/IconCircleList"/>
    <dgm:cxn modelId="{1DB8FE91-A97B-4599-85D0-8B9C7D00894A}" type="presOf" srcId="{3D30B907-CFD3-412D-A09A-405F910E5A1F}" destId="{9114F681-3D0A-4157-9C42-18E89C7843C3}" srcOrd="0" destOrd="0" presId="urn:microsoft.com/office/officeart/2018/2/layout/IconCircleList"/>
    <dgm:cxn modelId="{ECC35BB8-B963-44E2-A3E1-FFEE25827922}" type="presOf" srcId="{BFA05339-7AEF-467C-A156-11569E298BA1}" destId="{A058E7FC-0A5D-485A-9DD7-BBDF64B3A711}" srcOrd="0" destOrd="0" presId="urn:microsoft.com/office/officeart/2018/2/layout/IconCircleList"/>
    <dgm:cxn modelId="{E3308BDF-8FEA-44A3-B03F-11E31F95F117}" type="presOf" srcId="{3407BDF6-3651-429B-ADB2-6EE28BA86844}" destId="{87050132-9803-4BB1-9FAD-11040A5D1883}" srcOrd="0" destOrd="0" presId="urn:microsoft.com/office/officeart/2018/2/layout/IconCircleList"/>
    <dgm:cxn modelId="{11BFAFDF-8442-479B-89A8-FADA81091781}" type="presOf" srcId="{86D2769F-2858-44BB-A64D-9B20A2B0F588}" destId="{F1259660-EEE5-429F-8FAB-E8B57E24A8BB}" srcOrd="0" destOrd="0" presId="urn:microsoft.com/office/officeart/2018/2/layout/IconCircleList"/>
    <dgm:cxn modelId="{E3A653FA-F12C-4E26-B0F1-00CEC5CE9B25}" srcId="{70769DDC-A533-44AF-B2A8-4765A8C0A4EC}" destId="{5FFFE7C8-39C9-438F-9969-EF02230E7175}" srcOrd="2" destOrd="0" parTransId="{0577F0F7-C3A5-444B-826F-9A93670592A5}" sibTransId="{9D604C4E-E3EF-432F-855C-EAE139A651E1}"/>
    <dgm:cxn modelId="{437E7F56-599B-42FF-BF03-027731C558F1}" type="presParOf" srcId="{D48414E7-35E3-4678-8C02-8E6871FF513C}" destId="{E061C915-5C8E-4623-A285-F6A41A31D610}" srcOrd="0" destOrd="0" presId="urn:microsoft.com/office/officeart/2018/2/layout/IconCircleList"/>
    <dgm:cxn modelId="{D882C402-03E8-48BE-8266-558D6267A06E}" type="presParOf" srcId="{E061C915-5C8E-4623-A285-F6A41A31D610}" destId="{FA3A6831-3785-410F-B384-C36C7D25F6CF}" srcOrd="0" destOrd="0" presId="urn:microsoft.com/office/officeart/2018/2/layout/IconCircleList"/>
    <dgm:cxn modelId="{F21B00BD-FA5D-48A3-AF19-5656F98916A1}" type="presParOf" srcId="{FA3A6831-3785-410F-B384-C36C7D25F6CF}" destId="{3275761C-DAF0-4B6B-B05C-20CD96A30EF9}" srcOrd="0" destOrd="0" presId="urn:microsoft.com/office/officeart/2018/2/layout/IconCircleList"/>
    <dgm:cxn modelId="{2AB76D3E-30A0-4B71-A006-29C041C870B8}" type="presParOf" srcId="{FA3A6831-3785-410F-B384-C36C7D25F6CF}" destId="{C1560621-BC28-4BE4-9FE6-8604D8C29458}" srcOrd="1" destOrd="0" presId="urn:microsoft.com/office/officeart/2018/2/layout/IconCircleList"/>
    <dgm:cxn modelId="{0A8EAEEA-C43D-4213-BC88-3658B29F8EEB}" type="presParOf" srcId="{FA3A6831-3785-410F-B384-C36C7D25F6CF}" destId="{D8CA2145-95BD-404A-9B53-850D56B632F2}" srcOrd="2" destOrd="0" presId="urn:microsoft.com/office/officeart/2018/2/layout/IconCircleList"/>
    <dgm:cxn modelId="{2DD47828-2D4E-408D-BF96-568D9E79D425}" type="presParOf" srcId="{FA3A6831-3785-410F-B384-C36C7D25F6CF}" destId="{A058E7FC-0A5D-485A-9DD7-BBDF64B3A711}" srcOrd="3" destOrd="0" presId="urn:microsoft.com/office/officeart/2018/2/layout/IconCircleList"/>
    <dgm:cxn modelId="{92E088C0-E942-4B09-9DEA-152A2567B5C4}" type="presParOf" srcId="{E061C915-5C8E-4623-A285-F6A41A31D610}" destId="{9114F681-3D0A-4157-9C42-18E89C7843C3}" srcOrd="1" destOrd="0" presId="urn:microsoft.com/office/officeart/2018/2/layout/IconCircleList"/>
    <dgm:cxn modelId="{254C88E2-8A4C-4567-A374-996E03293A90}" type="presParOf" srcId="{E061C915-5C8E-4623-A285-F6A41A31D610}" destId="{691B7892-46F8-4869-9C57-4F92029490F9}" srcOrd="2" destOrd="0" presId="urn:microsoft.com/office/officeart/2018/2/layout/IconCircleList"/>
    <dgm:cxn modelId="{83AB826B-CE91-45F7-9D95-D5809010A78F}" type="presParOf" srcId="{691B7892-46F8-4869-9C57-4F92029490F9}" destId="{4F5B9915-9A72-419E-93AF-147C9A25562E}" srcOrd="0" destOrd="0" presId="urn:microsoft.com/office/officeart/2018/2/layout/IconCircleList"/>
    <dgm:cxn modelId="{A344C536-E487-483A-B440-0648C7E03110}" type="presParOf" srcId="{691B7892-46F8-4869-9C57-4F92029490F9}" destId="{8474DEB8-5F61-47DD-B799-9BB61FBCB5D7}" srcOrd="1" destOrd="0" presId="urn:microsoft.com/office/officeart/2018/2/layout/IconCircleList"/>
    <dgm:cxn modelId="{0DFDF4E3-C891-47FB-A57E-1844BA5BA93E}" type="presParOf" srcId="{691B7892-46F8-4869-9C57-4F92029490F9}" destId="{93E79BB0-06C9-413B-B8C3-D942D355CF8F}" srcOrd="2" destOrd="0" presId="urn:microsoft.com/office/officeart/2018/2/layout/IconCircleList"/>
    <dgm:cxn modelId="{6A88A7BD-F8AA-4BF8-85EC-9FF7AC969E0A}" type="presParOf" srcId="{691B7892-46F8-4869-9C57-4F92029490F9}" destId="{87050132-9803-4BB1-9FAD-11040A5D1883}" srcOrd="3" destOrd="0" presId="urn:microsoft.com/office/officeart/2018/2/layout/IconCircleList"/>
    <dgm:cxn modelId="{85483F1F-506A-477F-B2DA-A78C2E4C1BFA}" type="presParOf" srcId="{E061C915-5C8E-4623-A285-F6A41A31D610}" destId="{F1259660-EEE5-429F-8FAB-E8B57E24A8BB}" srcOrd="3" destOrd="0" presId="urn:microsoft.com/office/officeart/2018/2/layout/IconCircleList"/>
    <dgm:cxn modelId="{BE2A79B5-B11E-461F-8945-3EBD1ECFCE9C}" type="presParOf" srcId="{E061C915-5C8E-4623-A285-F6A41A31D610}" destId="{F582290E-2B37-423F-89F0-926F4D2C058C}" srcOrd="4" destOrd="0" presId="urn:microsoft.com/office/officeart/2018/2/layout/IconCircleList"/>
    <dgm:cxn modelId="{032E3A96-E9B2-4F8E-93BF-E80EF3E5E6F5}" type="presParOf" srcId="{F582290E-2B37-423F-89F0-926F4D2C058C}" destId="{C0EDE6E2-FA96-40AB-B368-04EA349657CB}" srcOrd="0" destOrd="0" presId="urn:microsoft.com/office/officeart/2018/2/layout/IconCircleList"/>
    <dgm:cxn modelId="{B996DB94-52D8-4425-BF2E-26F9ED8DDF68}" type="presParOf" srcId="{F582290E-2B37-423F-89F0-926F4D2C058C}" destId="{D3F6FFBD-D87A-43B3-997F-AC56EB7ABEEB}" srcOrd="1" destOrd="0" presId="urn:microsoft.com/office/officeart/2018/2/layout/IconCircleList"/>
    <dgm:cxn modelId="{67AC23FF-DBA8-4825-A29A-1903EA42DB7D}" type="presParOf" srcId="{F582290E-2B37-423F-89F0-926F4D2C058C}" destId="{21A8A4B6-D034-4499-BAE6-0A83A25EF74C}" srcOrd="2" destOrd="0" presId="urn:microsoft.com/office/officeart/2018/2/layout/IconCircleList"/>
    <dgm:cxn modelId="{62C791DB-DBDA-4819-87E8-9CD724DEE36F}" type="presParOf" srcId="{F582290E-2B37-423F-89F0-926F4D2C058C}" destId="{8EEFA067-4AC1-45B3-A821-D88344ED5BB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827B5E6-2E6E-4C95-BAB8-7D1F5F2A11F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97EFFCD-3ADE-472A-AAB9-6E46AC34455E}">
      <dgm:prSet/>
      <dgm:spPr/>
      <dgm:t>
        <a:bodyPr/>
        <a:lstStyle/>
        <a:p>
          <a:pPr>
            <a:defRPr b="1"/>
          </a:pPr>
          <a:r>
            <a:rPr lang="en-US"/>
            <a:t>Final class C</a:t>
          </a:r>
          <a:r>
            <a:rPr lang="en-US" baseline="-25000"/>
            <a:t>i </a:t>
          </a:r>
          <a:r>
            <a:rPr lang="en-US"/>
            <a:t> is that maximizes P(X| C</a:t>
          </a:r>
          <a:r>
            <a:rPr lang="en-US" baseline="-25000"/>
            <a:t>i</a:t>
          </a:r>
          <a:r>
            <a:rPr lang="en-US"/>
            <a:t>).P(C</a:t>
          </a:r>
          <a:r>
            <a:rPr lang="en-US" baseline="-25000"/>
            <a:t>i</a:t>
          </a:r>
          <a:r>
            <a:rPr lang="en-US"/>
            <a:t>)</a:t>
          </a:r>
        </a:p>
      </dgm:t>
    </dgm:pt>
    <dgm:pt modelId="{57B51A23-3E94-4CDA-BE52-A1CC5CF5A8B4}" type="parTrans" cxnId="{39798AF0-14B6-401D-9D8C-27D8944FBB15}">
      <dgm:prSet/>
      <dgm:spPr/>
      <dgm:t>
        <a:bodyPr/>
        <a:lstStyle/>
        <a:p>
          <a:endParaRPr lang="en-US"/>
        </a:p>
      </dgm:t>
    </dgm:pt>
    <dgm:pt modelId="{83A34C72-19B9-46ED-9608-2CE332A30F5F}" type="sibTrans" cxnId="{39798AF0-14B6-401D-9D8C-27D8944FBB15}">
      <dgm:prSet/>
      <dgm:spPr/>
      <dgm:t>
        <a:bodyPr/>
        <a:lstStyle/>
        <a:p>
          <a:endParaRPr lang="en-US"/>
        </a:p>
      </dgm:t>
    </dgm:pt>
    <dgm:pt modelId="{809AFAE4-4DE0-4353-8906-C60FC4CCCCB7}">
      <dgm:prSet/>
      <dgm:spPr/>
      <dgm:t>
        <a:bodyPr/>
        <a:lstStyle/>
        <a:p>
          <a:pPr>
            <a:defRPr b="1"/>
          </a:pPr>
          <a:r>
            <a:rPr lang="en-US"/>
            <a:t>P(X| C</a:t>
          </a:r>
          <a:r>
            <a:rPr lang="en-US" baseline="-25000"/>
            <a:t>1</a:t>
          </a:r>
          <a:r>
            <a:rPr lang="en-US"/>
            <a:t>).P(C</a:t>
          </a:r>
          <a:r>
            <a:rPr lang="en-US" baseline="-25000"/>
            <a:t>1</a:t>
          </a:r>
          <a:r>
            <a:rPr lang="en-US"/>
            <a:t>) &gt; P(X| C</a:t>
          </a:r>
          <a:r>
            <a:rPr lang="en-US" baseline="-25000"/>
            <a:t>2</a:t>
          </a:r>
          <a:r>
            <a:rPr lang="en-US"/>
            <a:t>).P(C</a:t>
          </a:r>
          <a:r>
            <a:rPr lang="en-US" baseline="-25000"/>
            <a:t>2</a:t>
          </a:r>
          <a:r>
            <a:rPr lang="en-US"/>
            <a:t>), so tuple X  class label is C</a:t>
          </a:r>
          <a:r>
            <a:rPr lang="en-US" baseline="-25000"/>
            <a:t>1 </a:t>
          </a:r>
          <a:endParaRPr lang="en-US"/>
        </a:p>
      </dgm:t>
    </dgm:pt>
    <dgm:pt modelId="{B321D798-0C3F-4505-B395-328C4EE42398}" type="parTrans" cxnId="{55C95C8B-ED06-4580-AC9B-4A88BBCC1919}">
      <dgm:prSet/>
      <dgm:spPr/>
      <dgm:t>
        <a:bodyPr/>
        <a:lstStyle/>
        <a:p>
          <a:endParaRPr lang="en-US"/>
        </a:p>
      </dgm:t>
    </dgm:pt>
    <dgm:pt modelId="{7A9F970B-1558-4962-A2FE-86F0BE38BACE}" type="sibTrans" cxnId="{55C95C8B-ED06-4580-AC9B-4A88BBCC1919}">
      <dgm:prSet/>
      <dgm:spPr/>
      <dgm:t>
        <a:bodyPr/>
        <a:lstStyle/>
        <a:p>
          <a:endParaRPr lang="en-US"/>
        </a:p>
      </dgm:t>
    </dgm:pt>
    <dgm:pt modelId="{5C964C38-2102-4E47-AA26-6908A88C302D}" type="pres">
      <dgm:prSet presAssocID="{C827B5E6-2E6E-4C95-BAB8-7D1F5F2A11F5}" presName="root" presStyleCnt="0">
        <dgm:presLayoutVars>
          <dgm:dir/>
          <dgm:resizeHandles val="exact"/>
        </dgm:presLayoutVars>
      </dgm:prSet>
      <dgm:spPr/>
    </dgm:pt>
    <dgm:pt modelId="{5A85C0A6-450D-4242-89C4-A92BC51E31A8}" type="pres">
      <dgm:prSet presAssocID="{997EFFCD-3ADE-472A-AAB9-6E46AC34455E}" presName="compNode" presStyleCnt="0"/>
      <dgm:spPr/>
    </dgm:pt>
    <dgm:pt modelId="{BD084075-5A47-44D7-8533-19586D492F31}" type="pres">
      <dgm:prSet presAssocID="{997EFFCD-3ADE-472A-AAB9-6E46AC34455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E856665C-575B-4E77-BE6B-2402F06F8ABD}" type="pres">
      <dgm:prSet presAssocID="{997EFFCD-3ADE-472A-AAB9-6E46AC34455E}" presName="iconSpace" presStyleCnt="0"/>
      <dgm:spPr/>
    </dgm:pt>
    <dgm:pt modelId="{3685A1C1-AF98-43CD-B477-D0B522DCAFE6}" type="pres">
      <dgm:prSet presAssocID="{997EFFCD-3ADE-472A-AAB9-6E46AC34455E}" presName="parTx" presStyleLbl="revTx" presStyleIdx="0" presStyleCnt="4">
        <dgm:presLayoutVars>
          <dgm:chMax val="0"/>
          <dgm:chPref val="0"/>
        </dgm:presLayoutVars>
      </dgm:prSet>
      <dgm:spPr/>
    </dgm:pt>
    <dgm:pt modelId="{6FDD5567-8B29-46BC-AD39-E3832B46E03D}" type="pres">
      <dgm:prSet presAssocID="{997EFFCD-3ADE-472A-AAB9-6E46AC34455E}" presName="txSpace" presStyleCnt="0"/>
      <dgm:spPr/>
    </dgm:pt>
    <dgm:pt modelId="{F4D9F86C-0E5A-4FD0-A4B7-661A5AFF25DE}" type="pres">
      <dgm:prSet presAssocID="{997EFFCD-3ADE-472A-AAB9-6E46AC34455E}" presName="desTx" presStyleLbl="revTx" presStyleIdx="1" presStyleCnt="4">
        <dgm:presLayoutVars/>
      </dgm:prSet>
      <dgm:spPr/>
    </dgm:pt>
    <dgm:pt modelId="{30C56D7B-819E-44C4-8B27-2AC6E1F5A02B}" type="pres">
      <dgm:prSet presAssocID="{83A34C72-19B9-46ED-9608-2CE332A30F5F}" presName="sibTrans" presStyleCnt="0"/>
      <dgm:spPr/>
    </dgm:pt>
    <dgm:pt modelId="{73874A86-852D-4AD3-92A3-31D00B3382A6}" type="pres">
      <dgm:prSet presAssocID="{809AFAE4-4DE0-4353-8906-C60FC4CCCCB7}" presName="compNode" presStyleCnt="0"/>
      <dgm:spPr/>
    </dgm:pt>
    <dgm:pt modelId="{572E6277-93EC-4803-85FD-B39F18E04AE7}" type="pres">
      <dgm:prSet presAssocID="{809AFAE4-4DE0-4353-8906-C60FC4CCCCB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BAC4A88-A9B2-413F-9CBB-6920AFFA100D}" type="pres">
      <dgm:prSet presAssocID="{809AFAE4-4DE0-4353-8906-C60FC4CCCCB7}" presName="iconSpace" presStyleCnt="0"/>
      <dgm:spPr/>
    </dgm:pt>
    <dgm:pt modelId="{CA30763C-0865-4A91-BCD1-902F60D2EDE3}" type="pres">
      <dgm:prSet presAssocID="{809AFAE4-4DE0-4353-8906-C60FC4CCCCB7}" presName="parTx" presStyleLbl="revTx" presStyleIdx="2" presStyleCnt="4">
        <dgm:presLayoutVars>
          <dgm:chMax val="0"/>
          <dgm:chPref val="0"/>
        </dgm:presLayoutVars>
      </dgm:prSet>
      <dgm:spPr/>
    </dgm:pt>
    <dgm:pt modelId="{D1F16425-AFE7-4593-B6AC-6EB098315B88}" type="pres">
      <dgm:prSet presAssocID="{809AFAE4-4DE0-4353-8906-C60FC4CCCCB7}" presName="txSpace" presStyleCnt="0"/>
      <dgm:spPr/>
    </dgm:pt>
    <dgm:pt modelId="{D2271B09-C435-4D65-A1B3-30C328ADA602}" type="pres">
      <dgm:prSet presAssocID="{809AFAE4-4DE0-4353-8906-C60FC4CCCCB7}" presName="desTx" presStyleLbl="revTx" presStyleIdx="3" presStyleCnt="4">
        <dgm:presLayoutVars/>
      </dgm:prSet>
      <dgm:spPr/>
    </dgm:pt>
  </dgm:ptLst>
  <dgm:cxnLst>
    <dgm:cxn modelId="{F5967107-8A1A-494E-BC82-902E9C0E48E6}" type="presOf" srcId="{809AFAE4-4DE0-4353-8906-C60FC4CCCCB7}" destId="{CA30763C-0865-4A91-BCD1-902F60D2EDE3}" srcOrd="0" destOrd="0" presId="urn:microsoft.com/office/officeart/2018/2/layout/IconLabelDescriptionList"/>
    <dgm:cxn modelId="{55C95C8B-ED06-4580-AC9B-4A88BBCC1919}" srcId="{C827B5E6-2E6E-4C95-BAB8-7D1F5F2A11F5}" destId="{809AFAE4-4DE0-4353-8906-C60FC4CCCCB7}" srcOrd="1" destOrd="0" parTransId="{B321D798-0C3F-4505-B395-328C4EE42398}" sibTransId="{7A9F970B-1558-4962-A2FE-86F0BE38BACE}"/>
    <dgm:cxn modelId="{DF6ED0C0-3FB4-4345-894E-6D9FAA85D3C0}" type="presOf" srcId="{C827B5E6-2E6E-4C95-BAB8-7D1F5F2A11F5}" destId="{5C964C38-2102-4E47-AA26-6908A88C302D}" srcOrd="0" destOrd="0" presId="urn:microsoft.com/office/officeart/2018/2/layout/IconLabelDescriptionList"/>
    <dgm:cxn modelId="{62DFEBDC-0DE5-480C-8D00-431D16A70213}" type="presOf" srcId="{997EFFCD-3ADE-472A-AAB9-6E46AC34455E}" destId="{3685A1C1-AF98-43CD-B477-D0B522DCAFE6}" srcOrd="0" destOrd="0" presId="urn:microsoft.com/office/officeart/2018/2/layout/IconLabelDescriptionList"/>
    <dgm:cxn modelId="{39798AF0-14B6-401D-9D8C-27D8944FBB15}" srcId="{C827B5E6-2E6E-4C95-BAB8-7D1F5F2A11F5}" destId="{997EFFCD-3ADE-472A-AAB9-6E46AC34455E}" srcOrd="0" destOrd="0" parTransId="{57B51A23-3E94-4CDA-BE52-A1CC5CF5A8B4}" sibTransId="{83A34C72-19B9-46ED-9608-2CE332A30F5F}"/>
    <dgm:cxn modelId="{CE5F3597-494D-4364-8257-5F58E98DE4F0}" type="presParOf" srcId="{5C964C38-2102-4E47-AA26-6908A88C302D}" destId="{5A85C0A6-450D-4242-89C4-A92BC51E31A8}" srcOrd="0" destOrd="0" presId="urn:microsoft.com/office/officeart/2018/2/layout/IconLabelDescriptionList"/>
    <dgm:cxn modelId="{D37BB7FE-FE13-46AE-B467-F2A297300FC9}" type="presParOf" srcId="{5A85C0A6-450D-4242-89C4-A92BC51E31A8}" destId="{BD084075-5A47-44D7-8533-19586D492F31}" srcOrd="0" destOrd="0" presId="urn:microsoft.com/office/officeart/2018/2/layout/IconLabelDescriptionList"/>
    <dgm:cxn modelId="{F304E553-3E1D-4705-8F97-B547E55942E0}" type="presParOf" srcId="{5A85C0A6-450D-4242-89C4-A92BC51E31A8}" destId="{E856665C-575B-4E77-BE6B-2402F06F8ABD}" srcOrd="1" destOrd="0" presId="urn:microsoft.com/office/officeart/2018/2/layout/IconLabelDescriptionList"/>
    <dgm:cxn modelId="{C6D98654-0D9F-4192-A3B1-412FE2BBFAE5}" type="presParOf" srcId="{5A85C0A6-450D-4242-89C4-A92BC51E31A8}" destId="{3685A1C1-AF98-43CD-B477-D0B522DCAFE6}" srcOrd="2" destOrd="0" presId="urn:microsoft.com/office/officeart/2018/2/layout/IconLabelDescriptionList"/>
    <dgm:cxn modelId="{A264ADBA-F6B4-4D90-B120-87EFDBEE6BD2}" type="presParOf" srcId="{5A85C0A6-450D-4242-89C4-A92BC51E31A8}" destId="{6FDD5567-8B29-46BC-AD39-E3832B46E03D}" srcOrd="3" destOrd="0" presId="urn:microsoft.com/office/officeart/2018/2/layout/IconLabelDescriptionList"/>
    <dgm:cxn modelId="{5E510850-9AEC-45A8-B8FA-A28867B56555}" type="presParOf" srcId="{5A85C0A6-450D-4242-89C4-A92BC51E31A8}" destId="{F4D9F86C-0E5A-4FD0-A4B7-661A5AFF25DE}" srcOrd="4" destOrd="0" presId="urn:microsoft.com/office/officeart/2018/2/layout/IconLabelDescriptionList"/>
    <dgm:cxn modelId="{84968611-11DF-4FE5-8466-7529415101FF}" type="presParOf" srcId="{5C964C38-2102-4E47-AA26-6908A88C302D}" destId="{30C56D7B-819E-44C4-8B27-2AC6E1F5A02B}" srcOrd="1" destOrd="0" presId="urn:microsoft.com/office/officeart/2018/2/layout/IconLabelDescriptionList"/>
    <dgm:cxn modelId="{5DF66F74-D872-4426-A603-FD7523E2BE60}" type="presParOf" srcId="{5C964C38-2102-4E47-AA26-6908A88C302D}" destId="{73874A86-852D-4AD3-92A3-31D00B3382A6}" srcOrd="2" destOrd="0" presId="urn:microsoft.com/office/officeart/2018/2/layout/IconLabelDescriptionList"/>
    <dgm:cxn modelId="{4F3291B0-7D2F-495B-AF8B-363E893EB671}" type="presParOf" srcId="{73874A86-852D-4AD3-92A3-31D00B3382A6}" destId="{572E6277-93EC-4803-85FD-B39F18E04AE7}" srcOrd="0" destOrd="0" presId="urn:microsoft.com/office/officeart/2018/2/layout/IconLabelDescriptionList"/>
    <dgm:cxn modelId="{38EFD08A-574A-4DBA-B423-2A20B8CD6B33}" type="presParOf" srcId="{73874A86-852D-4AD3-92A3-31D00B3382A6}" destId="{7BAC4A88-A9B2-413F-9CBB-6920AFFA100D}" srcOrd="1" destOrd="0" presId="urn:microsoft.com/office/officeart/2018/2/layout/IconLabelDescriptionList"/>
    <dgm:cxn modelId="{2448114F-A05D-419F-9897-EE0E1C2CD868}" type="presParOf" srcId="{73874A86-852D-4AD3-92A3-31D00B3382A6}" destId="{CA30763C-0865-4A91-BCD1-902F60D2EDE3}" srcOrd="2" destOrd="0" presId="urn:microsoft.com/office/officeart/2018/2/layout/IconLabelDescriptionList"/>
    <dgm:cxn modelId="{4CAABA00-85C1-4080-9CEF-044AD874694C}" type="presParOf" srcId="{73874A86-852D-4AD3-92A3-31D00B3382A6}" destId="{D1F16425-AFE7-4593-B6AC-6EB098315B88}" srcOrd="3" destOrd="0" presId="urn:microsoft.com/office/officeart/2018/2/layout/IconLabelDescriptionList"/>
    <dgm:cxn modelId="{08DD8A2D-6032-45C7-99A9-80DF129890C0}" type="presParOf" srcId="{73874A86-852D-4AD3-92A3-31D00B3382A6}" destId="{D2271B09-C435-4D65-A1B3-30C328ADA60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0048D0-1D69-4F30-A79C-FE98F0FEDD0C}">
      <dsp:nvSpPr>
        <dsp:cNvPr id="0" name=""/>
        <dsp:cNvSpPr/>
      </dsp:nvSpPr>
      <dsp:spPr>
        <a:xfrm>
          <a:off x="18535" y="68202"/>
          <a:ext cx="1080124" cy="108012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6FC288-4E3C-4F34-A413-4C8CF5594F6A}">
      <dsp:nvSpPr>
        <dsp:cNvPr id="0" name=""/>
        <dsp:cNvSpPr/>
      </dsp:nvSpPr>
      <dsp:spPr>
        <a:xfrm>
          <a:off x="245361" y="295028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0423BC-EC68-4076-A95A-6E3F27577231}">
      <dsp:nvSpPr>
        <dsp:cNvPr id="0" name=""/>
        <dsp:cNvSpPr/>
      </dsp:nvSpPr>
      <dsp:spPr>
        <a:xfrm>
          <a:off x="1330115" y="68202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Supervised form of learning.</a:t>
          </a:r>
        </a:p>
      </dsp:txBody>
      <dsp:txXfrm>
        <a:off x="1330115" y="68202"/>
        <a:ext cx="2546008" cy="1080124"/>
      </dsp:txXfrm>
    </dsp:sp>
    <dsp:sp modelId="{B48BBC49-818D-4F13-A2AF-D35CD2231C93}">
      <dsp:nvSpPr>
        <dsp:cNvPr id="0" name=""/>
        <dsp:cNvSpPr/>
      </dsp:nvSpPr>
      <dsp:spPr>
        <a:xfrm>
          <a:off x="4319746" y="68202"/>
          <a:ext cx="1080124" cy="108012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FBE052-3FC9-430C-9A42-ACF4F8EC8FA9}">
      <dsp:nvSpPr>
        <dsp:cNvPr id="0" name=""/>
        <dsp:cNvSpPr/>
      </dsp:nvSpPr>
      <dsp:spPr>
        <a:xfrm>
          <a:off x="4546573" y="295028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2A41FE-8BB7-4F8F-93FF-954CAAF35056}">
      <dsp:nvSpPr>
        <dsp:cNvPr id="0" name=""/>
        <dsp:cNvSpPr/>
      </dsp:nvSpPr>
      <dsp:spPr>
        <a:xfrm>
          <a:off x="5631327" y="68202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 probabilistic framework to solve classification problems.</a:t>
          </a:r>
        </a:p>
      </dsp:txBody>
      <dsp:txXfrm>
        <a:off x="5631327" y="68202"/>
        <a:ext cx="2546008" cy="1080124"/>
      </dsp:txXfrm>
    </dsp:sp>
    <dsp:sp modelId="{D823C105-1F4D-4067-AA3C-2B3F9DFCA1A7}">
      <dsp:nvSpPr>
        <dsp:cNvPr id="0" name=""/>
        <dsp:cNvSpPr/>
      </dsp:nvSpPr>
      <dsp:spPr>
        <a:xfrm>
          <a:off x="18535" y="1618726"/>
          <a:ext cx="1080124" cy="108012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8E6971-197A-4387-B312-92AD10377E10}">
      <dsp:nvSpPr>
        <dsp:cNvPr id="0" name=""/>
        <dsp:cNvSpPr/>
      </dsp:nvSpPr>
      <dsp:spPr>
        <a:xfrm>
          <a:off x="245361" y="1845552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E9288-A877-4D8F-8DEA-1E99B2F05885}">
      <dsp:nvSpPr>
        <dsp:cNvPr id="0" name=""/>
        <dsp:cNvSpPr/>
      </dsp:nvSpPr>
      <dsp:spPr>
        <a:xfrm>
          <a:off x="1330115" y="1618726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Works on Conditional probability.</a:t>
          </a:r>
        </a:p>
      </dsp:txBody>
      <dsp:txXfrm>
        <a:off x="1330115" y="1618726"/>
        <a:ext cx="2546008" cy="1080124"/>
      </dsp:txXfrm>
    </dsp:sp>
    <dsp:sp modelId="{DADD9654-D688-4155-B805-1C7E8CAFE6EA}">
      <dsp:nvSpPr>
        <dsp:cNvPr id="0" name=""/>
        <dsp:cNvSpPr/>
      </dsp:nvSpPr>
      <dsp:spPr>
        <a:xfrm>
          <a:off x="4319746" y="1618726"/>
          <a:ext cx="1080124" cy="108012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E1C828-A890-4DC5-A63E-465362C0334B}">
      <dsp:nvSpPr>
        <dsp:cNvPr id="0" name=""/>
        <dsp:cNvSpPr/>
      </dsp:nvSpPr>
      <dsp:spPr>
        <a:xfrm>
          <a:off x="4546573" y="1845552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23F17C-EA66-4009-973F-A04EEDA58F0D}">
      <dsp:nvSpPr>
        <dsp:cNvPr id="0" name=""/>
        <dsp:cNvSpPr/>
      </dsp:nvSpPr>
      <dsp:spPr>
        <a:xfrm>
          <a:off x="5631327" y="1618726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Based on Bayes theorem.</a:t>
          </a:r>
        </a:p>
      </dsp:txBody>
      <dsp:txXfrm>
        <a:off x="5631327" y="1618726"/>
        <a:ext cx="2546008" cy="10801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7C5EE9-9D3D-46E8-A364-9830C7E4F7B0}">
      <dsp:nvSpPr>
        <dsp:cNvPr id="0" name=""/>
        <dsp:cNvSpPr/>
      </dsp:nvSpPr>
      <dsp:spPr>
        <a:xfrm>
          <a:off x="1099810" y="1720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005706-AC12-4FF3-B969-529340ACDE4E}">
      <dsp:nvSpPr>
        <dsp:cNvPr id="0" name=""/>
        <dsp:cNvSpPr/>
      </dsp:nvSpPr>
      <dsp:spPr>
        <a:xfrm>
          <a:off x="85060" y="2252601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Relationship between features and the class variable is non- deterministic.</a:t>
          </a:r>
        </a:p>
      </dsp:txBody>
      <dsp:txXfrm>
        <a:off x="85060" y="2252601"/>
        <a:ext cx="3690000" cy="720000"/>
      </dsp:txXfrm>
    </dsp:sp>
    <dsp:sp modelId="{F3E52328-0A6A-4D03-ACAE-65C4A9AF46D3}">
      <dsp:nvSpPr>
        <dsp:cNvPr id="0" name=""/>
        <dsp:cNvSpPr/>
      </dsp:nvSpPr>
      <dsp:spPr>
        <a:xfrm>
          <a:off x="5435560" y="1720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10E49F-D195-47AB-AA23-1B7CB91FBE20}">
      <dsp:nvSpPr>
        <dsp:cNvPr id="0" name=""/>
        <dsp:cNvSpPr/>
      </dsp:nvSpPr>
      <dsp:spPr>
        <a:xfrm>
          <a:off x="4420810" y="2252601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Need an approach to model probabilistic relationship between the features and class variable. </a:t>
          </a:r>
        </a:p>
      </dsp:txBody>
      <dsp:txXfrm>
        <a:off x="4420810" y="2252601"/>
        <a:ext cx="369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75761C-DAF0-4B6B-B05C-20CD96A30EF9}">
      <dsp:nvSpPr>
        <dsp:cNvPr id="0" name=""/>
        <dsp:cNvSpPr/>
      </dsp:nvSpPr>
      <dsp:spPr>
        <a:xfrm>
          <a:off x="289" y="1217088"/>
          <a:ext cx="710427" cy="71042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560621-BC28-4BE4-9FE6-8604D8C29458}">
      <dsp:nvSpPr>
        <dsp:cNvPr id="0" name=""/>
        <dsp:cNvSpPr/>
      </dsp:nvSpPr>
      <dsp:spPr>
        <a:xfrm>
          <a:off x="149479" y="1366277"/>
          <a:ext cx="412048" cy="412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8E7FC-0A5D-485A-9DD7-BBDF64B3A711}">
      <dsp:nvSpPr>
        <dsp:cNvPr id="0" name=""/>
        <dsp:cNvSpPr/>
      </dsp:nvSpPr>
      <dsp:spPr>
        <a:xfrm>
          <a:off x="862952" y="1217088"/>
          <a:ext cx="1674579" cy="710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Medical Diagnosis:</a:t>
          </a:r>
          <a:r>
            <a:rPr lang="en-US" sz="1600" kern="1200" dirty="0"/>
            <a:t> predict whether a person is suffering from diabetes based on his diet and daily workout. </a:t>
          </a:r>
        </a:p>
      </dsp:txBody>
      <dsp:txXfrm>
        <a:off x="862952" y="1217088"/>
        <a:ext cx="1674579" cy="710427"/>
      </dsp:txXfrm>
    </dsp:sp>
    <dsp:sp modelId="{4F5B9915-9A72-419E-93AF-147C9A25562E}">
      <dsp:nvSpPr>
        <dsp:cNvPr id="0" name=""/>
        <dsp:cNvSpPr/>
      </dsp:nvSpPr>
      <dsp:spPr>
        <a:xfrm>
          <a:off x="2829314" y="1217088"/>
          <a:ext cx="710427" cy="71042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74DEB8-5F61-47DD-B799-9BB61FBCB5D7}">
      <dsp:nvSpPr>
        <dsp:cNvPr id="0" name=""/>
        <dsp:cNvSpPr/>
      </dsp:nvSpPr>
      <dsp:spPr>
        <a:xfrm>
          <a:off x="2978504" y="1366277"/>
          <a:ext cx="412048" cy="412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050132-9803-4BB1-9FAD-11040A5D1883}">
      <dsp:nvSpPr>
        <dsp:cNvPr id="0" name=""/>
        <dsp:cNvSpPr/>
      </dsp:nvSpPr>
      <dsp:spPr>
        <a:xfrm>
          <a:off x="3691976" y="1217088"/>
          <a:ext cx="1674579" cy="710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Spam Classification: </a:t>
          </a:r>
          <a:r>
            <a:rPr lang="en-US" sz="1600" kern="1200" dirty="0"/>
            <a:t>predict whether an email is spam or not.</a:t>
          </a:r>
        </a:p>
      </dsp:txBody>
      <dsp:txXfrm>
        <a:off x="3691976" y="1217088"/>
        <a:ext cx="1674579" cy="710427"/>
      </dsp:txXfrm>
    </dsp:sp>
    <dsp:sp modelId="{C0EDE6E2-FA96-40AB-B368-04EA349657CB}">
      <dsp:nvSpPr>
        <dsp:cNvPr id="0" name=""/>
        <dsp:cNvSpPr/>
      </dsp:nvSpPr>
      <dsp:spPr>
        <a:xfrm>
          <a:off x="5658339" y="1217088"/>
          <a:ext cx="710427" cy="71042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F6FFBD-D87A-43B3-997F-AC56EB7ABEEB}">
      <dsp:nvSpPr>
        <dsp:cNvPr id="0" name=""/>
        <dsp:cNvSpPr/>
      </dsp:nvSpPr>
      <dsp:spPr>
        <a:xfrm>
          <a:off x="5807529" y="1366277"/>
          <a:ext cx="412048" cy="412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FA067-4AC1-45B3-A821-D88344ED5BBE}">
      <dsp:nvSpPr>
        <dsp:cNvPr id="0" name=""/>
        <dsp:cNvSpPr/>
      </dsp:nvSpPr>
      <dsp:spPr>
        <a:xfrm>
          <a:off x="6521001" y="1217088"/>
          <a:ext cx="1674579" cy="710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Weather: </a:t>
          </a:r>
          <a:r>
            <a:rPr lang="en-US" sz="1600" kern="1200" dirty="0"/>
            <a:t>predict whether it will rain tomorrow based on temperature, humidity, wind speed, etc.</a:t>
          </a:r>
        </a:p>
      </dsp:txBody>
      <dsp:txXfrm>
        <a:off x="6521001" y="1217088"/>
        <a:ext cx="1674579" cy="7104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84075-5A47-44D7-8533-19586D492F31}">
      <dsp:nvSpPr>
        <dsp:cNvPr id="0" name=""/>
        <dsp:cNvSpPr/>
      </dsp:nvSpPr>
      <dsp:spPr>
        <a:xfrm>
          <a:off x="2351" y="432079"/>
          <a:ext cx="1268367" cy="12683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85A1C1-AF98-43CD-B477-D0B522DCAFE6}">
      <dsp:nvSpPr>
        <dsp:cNvPr id="0" name=""/>
        <dsp:cNvSpPr/>
      </dsp:nvSpPr>
      <dsp:spPr>
        <a:xfrm>
          <a:off x="2351" y="1803618"/>
          <a:ext cx="3623906" cy="543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Final class C</a:t>
          </a:r>
          <a:r>
            <a:rPr lang="en-US" sz="1900" kern="1200" baseline="-25000"/>
            <a:t>i </a:t>
          </a:r>
          <a:r>
            <a:rPr lang="en-US" sz="1900" kern="1200"/>
            <a:t> is that maximizes P(X| C</a:t>
          </a:r>
          <a:r>
            <a:rPr lang="en-US" sz="1900" kern="1200" baseline="-25000"/>
            <a:t>i</a:t>
          </a:r>
          <a:r>
            <a:rPr lang="en-US" sz="1900" kern="1200"/>
            <a:t>).P(C</a:t>
          </a:r>
          <a:r>
            <a:rPr lang="en-US" sz="1900" kern="1200" baseline="-25000"/>
            <a:t>i</a:t>
          </a:r>
          <a:r>
            <a:rPr lang="en-US" sz="1900" kern="1200"/>
            <a:t>)</a:t>
          </a:r>
        </a:p>
      </dsp:txBody>
      <dsp:txXfrm>
        <a:off x="2351" y="1803618"/>
        <a:ext cx="3623906" cy="543585"/>
      </dsp:txXfrm>
    </dsp:sp>
    <dsp:sp modelId="{F4D9F86C-0E5A-4FD0-A4B7-661A5AFF25DE}">
      <dsp:nvSpPr>
        <dsp:cNvPr id="0" name=""/>
        <dsp:cNvSpPr/>
      </dsp:nvSpPr>
      <dsp:spPr>
        <a:xfrm>
          <a:off x="2351" y="2395191"/>
          <a:ext cx="3623906" cy="4362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2E6277-93EC-4803-85FD-B39F18E04AE7}">
      <dsp:nvSpPr>
        <dsp:cNvPr id="0" name=""/>
        <dsp:cNvSpPr/>
      </dsp:nvSpPr>
      <dsp:spPr>
        <a:xfrm>
          <a:off x="4260441" y="432079"/>
          <a:ext cx="1268367" cy="12683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30763C-0865-4A91-BCD1-902F60D2EDE3}">
      <dsp:nvSpPr>
        <dsp:cNvPr id="0" name=""/>
        <dsp:cNvSpPr/>
      </dsp:nvSpPr>
      <dsp:spPr>
        <a:xfrm>
          <a:off x="4260441" y="1803618"/>
          <a:ext cx="3623906" cy="543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P(X| C</a:t>
          </a:r>
          <a:r>
            <a:rPr lang="en-US" sz="1900" kern="1200" baseline="-25000"/>
            <a:t>1</a:t>
          </a:r>
          <a:r>
            <a:rPr lang="en-US" sz="1900" kern="1200"/>
            <a:t>).P(C</a:t>
          </a:r>
          <a:r>
            <a:rPr lang="en-US" sz="1900" kern="1200" baseline="-25000"/>
            <a:t>1</a:t>
          </a:r>
          <a:r>
            <a:rPr lang="en-US" sz="1900" kern="1200"/>
            <a:t>) &gt; P(X| C</a:t>
          </a:r>
          <a:r>
            <a:rPr lang="en-US" sz="1900" kern="1200" baseline="-25000"/>
            <a:t>2</a:t>
          </a:r>
          <a:r>
            <a:rPr lang="en-US" sz="1900" kern="1200"/>
            <a:t>).P(C</a:t>
          </a:r>
          <a:r>
            <a:rPr lang="en-US" sz="1900" kern="1200" baseline="-25000"/>
            <a:t>2</a:t>
          </a:r>
          <a:r>
            <a:rPr lang="en-US" sz="1900" kern="1200"/>
            <a:t>), so tuple X  class label is C</a:t>
          </a:r>
          <a:r>
            <a:rPr lang="en-US" sz="1900" kern="1200" baseline="-25000"/>
            <a:t>1 </a:t>
          </a:r>
          <a:endParaRPr lang="en-US" sz="1900" kern="1200"/>
        </a:p>
      </dsp:txBody>
      <dsp:txXfrm>
        <a:off x="4260441" y="1803618"/>
        <a:ext cx="3623906" cy="543585"/>
      </dsp:txXfrm>
    </dsp:sp>
    <dsp:sp modelId="{D2271B09-C435-4D65-A1B3-30C328ADA602}">
      <dsp:nvSpPr>
        <dsp:cNvPr id="0" name=""/>
        <dsp:cNvSpPr/>
      </dsp:nvSpPr>
      <dsp:spPr>
        <a:xfrm>
          <a:off x="4260441" y="2395191"/>
          <a:ext cx="3623906" cy="4362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AB7C8-D09B-4A0D-960C-DA59EA11975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FBF0A-65EB-4E60-942F-E3405B29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020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09T06:10:34.0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14429 1250 946 0,'0'0'184'0,"0"0"-46"0,0 0-15 0,0 0-22 0,0 0-32 0,0 0-18 0,-30-115-12 0,30 115-5 0,0 0-16 0,0 0-17 0,0 12-1 16,18 21 0-16,30 13 2 0,3 8 6 0,2 4-4 0,-2 2-2 0,-9-3 0 0,-3-2 1 0,-6-9-2 16,-7-4-1-16,1-9-9 15,-3-8-45-15,-6-8-31 16,0-7-47-16,-6-7-14 15,-3-3-16-15,0-5-30 0,-3-23-48 16,-6-11-95-16</inkml:trace>
  <inkml:trace contextRef="#ctx0" brushRef="#br0" timeOffset="215.94">14892 1407 241 0,'0'0'322'16,"0"0"-143"-16,0-138-19 16,-9 110-4-16,0 8-29 15,3 13-35-15,6 7 7 16,-9 0-29-16,0 2-59 15,0 28-6-15,-9 7 2 16,-3 11 23-16,-12-1-3 16,1 3-14-16,-4 2-8 0,0-1-3 15,0-4-2-15,9-2-10 16,0-6-47 0,9-8-41-16,3-7-6 0,6-9-24 15,6-4-64-15,3-6-61 16</inkml:trace>
  <inkml:trace contextRef="#ctx0" brushRef="#br0" timeOffset="466.86">15074 1491 678 0,'0'0'424'0,"0"0"-244"15,0 0-37 1,0 0-58-16,0 0-33 0,0 0-47 16,9 4-5-16,0 19 24 15,3 7 3-15,-3 2-13 16,0 4-14-16,-3 1 0 16,-6 0 0-16,3-2-35 15,6 2-102-15,15-9-69 16,20-11-211-16</inkml:trace>
  <inkml:trace contextRef="#ctx0" brushRef="#br0" timeOffset="832.39">16454 1333 1107 0,'0'0'168'0,"0"0"-12"16,0 0-14-16,0 0-61 15,0 0-52-15,0 0-29 16,26-9-8-16,40 38 8 15,0 9 11-15,0 4-10 16,-13 1 4-16,1 2-3 16,-12-6 0-16,-3-6-2 15,-15-8-18-15,2-5-48 16,-2-9-55-16,-6-7-64 16,-6-4-2-16,3-5-119 15,-12-25-183-15</inkml:trace>
  <inkml:trace contextRef="#ctx0" brushRef="#br0" timeOffset="1015.56">16943 1428 645 0,'0'0'211'0,"0"0"-8"16,0 0-30-16,0 0-61 0,0 0-6 15,0 0-18-15,-116-114-25 16,98 114-48-16,-15 24-14 16,0 11 4-1,-12 10 3-15,-8 3-8 0,2 2 0 16,3-3 2-16,6-3-4 15,9-6-4-15,16-12-48 16,14-4-71-16,3-10-42 16,0-7-82-16,20-5-65 15</inkml:trace>
  <inkml:trace contextRef="#ctx0" brushRef="#br0" timeOffset="1450.29">17084 1498 136 0,'0'0'664'15,"0"0"-470"-15,0 0-46 16,0 0-87-16,0 0-3 16,0 0-30-16,185-15-13 15,-170 23 0-15,-6 8 0 16,-9 8-10-16,0 1 10 16,0 6 2-16,-27 3-2 15,-9-2-11-15,9-4 8 16,3-7-6-16,15-6 3 15,9-4-6-15,0-7-3 16,0 0 0-16,0-2-1 0,0 0 2 16,0 1 2-16,27-1 5 15,6 1 2-15,-3-3-7 16,3 0-3-16,8 1 4 16,-5 2-3-16,0 1-2 15,-18 4 1-15,0 1-1 16,-9 1 1-16,0 0-3 15,-9-2-2-15,0 3 5 16,0-2 1-16,0 2 1 16,-9 4-2-16,-18 0 7 15,-15 1-7-15,3 0-9 16,-2-1-52-16,5-2-40 0,9-9-66 16,9-2-125-1,9-2-303-15</inkml:trace>
  <inkml:trace contextRef="#ctx0" brushRef="#br0" timeOffset="2482.31">17099 1536 606 0,'0'0'173'0,"0"0"9"0,0 0-32 0,0 0-49 16,0 0-29-16,0 0-28 15,0-75 3-15,9 67-13 16,17 0-23-16,1 5-5 16,15 3 1-16,3 0-5 0,-9 0-2 15,9 11 0-15,-10 7 5 16,-11 9-5-16,-15 0-6 15,-9 10 6-15,0-1 6 16,-9 2-5-16,-33-1 2 16,-11 2-2-16,-1-3 3 15,-6-1-2-15,6-6-2 16,13-3 1-16,5-4-1 16,18-11-2-16,18-1 2 15,0-8 2-15,0 0-1 16,0 1 0-16,27-3 4 15,24 0 10-15,20 0 8 16,16 0-8-16,-1 0-7 16,4 0-3-16,-3-5 2 0,-10-5-4 15,-14 1-2 1,-9 0 8-16,-13-1-3 16,-14 4-6-16,-9 5 0 15,-9-5 0-15,-9 5-23 0,0-2-55 16,9-2-66-16,9 0-91 15,15-1-348-15</inkml:trace>
  <inkml:trace contextRef="#ctx0" brushRef="#br0" timeOffset="2849.68">19299 1386 427 0,'0'0'845'0,"0"0"-755"0,0 0 17 16,0 0-22-16,0 0-62 16,0 0-22-16,33 28-1 15,33 7 22-15,3 3 1 0,2 0-9 16,-11-1-13-16,0-5 0 16,-15 2-1-16,-13-7-15 15,-5-9-63-15,-15-4-65 16,3-11-38-16,-6-3-106 15,3 0-229-15</inkml:trace>
  <inkml:trace contextRef="#ctx0" brushRef="#br0" timeOffset="3066.02">19783 1338 747 0,'0'0'251'0,"0"0"-52"15,0 0-66-15,0 0-33 0,0 0-63 16,0 0-21-16,-122 71 24 15,83-17 12-15,-12 4-20 16,6-1-22-16,-14 3-10 16,5-4-1-16,3-2-9 15,6-12-33-15,27-9-76 16,18-13-61-16,0-13-57 16,9-7-82-16</inkml:trace>
  <inkml:trace contextRef="#ctx0" brushRef="#br0" timeOffset="3416.05">20219 1505 764 0,'0'0'233'16,"0"0"-86"-16,0 0-54 0,0 0-51 16,0 0-21-16,0 0-4 15,212-19-4-15,-197 33 7 16,-6 2-12-16,-9 4 5 15,0-1 0-15,0-2-6 16,0 4-2-16,0-4-2 16,3-4-1-16,15 2 0 15,6-4 0-15,3 2 0 16,-3 1-1-16,2-4 0 16,-8-2-1-16,-6 3 0 0,-3-6 1 15,-9 0-1-15,0-3 7 16,0 0 3-16,0 2 8 15,-27 1 11-15,-11-1-22 16,-22 4-2-16,15-5-5 16,-6 2-3-16,10-4-87 15,14 2-116-15,18-3-351 16</inkml:trace>
  <inkml:trace contextRef="#ctx0" brushRef="#br0" timeOffset="4250.02">22680 1618 587 0,'0'0'516'0,"0"0"-368"0,0 0 3 0,0 0-23 15,0 0-55-15,0 0-65 16,-42-38-8-16,60 63-4 16,27 6 4-16,8-1 2 15,4 2 0-15,-9-7-2 16,3-3 0-16,-1-5 1 16,-14-9-2-16,-9-2-1 0,-9-6-2 15,9 0-2 1,-3-12 6-16,3-20 5 0,3-10-3 15,-16-5 1-15,4-2-1 16,-3 8 4-16,-12 6 1 16,-3 17 15-16,0 9 32 15,0 9 4-15,0 0-19 16,0 0-29-16,0 12-10 16,0 18-10-16,-3 15 10 15,-12 8 3-15,-3 9-1 16,1 9-2-16,-7 8-4 15,6 4-54-15,6 0-58 16,-3-2-58-16,3-4-77 16,-3-10-200-16</inkml:trace>
  <inkml:trace contextRef="#ctx0" brushRef="#br0" timeOffset="8282.81">14760 360 693 0,'0'0'164'0,"0"0"-31"0,0 0-17 0,0 0-33 0,0 0-31 15,0 0 9-15,-32-61 0 16,29 50 14-16,-3 3-33 16,3 3 12-16,-3 3-3 15,3 2-17-15,3 0-8 0,0 0-10 16,-6 0-14 0,6 0-2-16,0 0-3 0,0 10-5 15,0 13 8-15,0 8 2 16,0 10 0-16,0 9 2 15,0 12-3-15,0 12 0 16,0 2 0-16,0-4 3 16,0-13-3-16,0-11-1 15,0-10 0-15,0-11 0 16,0-7 1-16,0-7 1 16,0-10-1-16,0 1-1 15,0-4 2-15,0 0 4 16,-9 0 9-16,-3 0 3 15,-6-11 5-15,-6-6-15 16,6 2-2-16,3-4-2 0,-3-1 1 16,6 2-1-16,3 1 3 15,3 6-1-15,3 4 1 16,-3 5-3-16,6 2 8 16,0 0-3-16,0 0-9 15,0 0 0-15,0 0-8 16,0 0-4-16,0 0-1 15,0 17 8-15,0 3 5 16,9 3 1-16,9 1 0 16,0-6-1-16,0 2-1 15,-3-9 1-15,-6-3-2 16,0-5 1-16,0-3-1 16,-3 0-4-16,6 0 3 15,3-12 3-15,6-15 4 0,3-3-3 16,-7-1-1-1,1 4-9-15,-9 2-8 0,0 4-20 16,6 7-33-16,-12 8-13 16,3 6-40-16,-3 0-66 15,6 0-236-15</inkml:trace>
  <inkml:trace contextRef="#ctx0" brushRef="#br0" timeOffset="11949.41">16916 321 616 0,'0'0'219'0,"0"0"-67"0,0 0-17 16,0 0-37-16,0 0-30 0,0 0 1 15,0 0-3-15,-26-86-14 16,26 81-2-16,0 5-10 16,-6 0-9-16,6 0-23 15,0 0-8-15,0 3-3 16,0 19-6-16,0 7 9 15,0 9 0-15,0 11 5 16,0 6-3-16,0 9 6 16,0 5-2-16,0 5-1 15,0 2-2-15,0-4-3 16,0-11 0-16,0-8 0 16,0-14 0-16,0-16 0 15,0-9 1-15,-3-9-1 0,3-5 2 16,0 0-1-16,0 0 4 15,-6 0 4-15,3 0 6 16,-12-10 10-16,-3-6-14 16,-3-3-3-16,-3-3-3 15,-3-1 0-15,9-1 3 16,0 4-5-16,9 6 5 16,0 5-1-16,3 3 5 15,6 6 1-15,0 0-7 16,0 0-6-16,0 0 0 15,0 0-15-15,0 0 6 16,0 15-2-16,0 4 9 0,0 5 2 16,18 1 1-1,6-1-1-15,-6-2 0 0,0-6 0 16,6-1 0 0,-15-7 0-16,0-3-1 0,-6-5-2 15,-3 0 3-15,6 0 0 16,3 0 0-16,3-5 4 15,6-18-1-15,5-1-3 16,-14-3 0-16,0 1 2 16,9-1-4-16,-12 7-7 15,3-1-4-15,-6 4-5 16,3 6-29-16,-6 5-19 16,3 6-45-16,3 0-69 15,6 0-112-15,3 0-567 0</inkml:trace>
  <inkml:trace contextRef="#ctx0" brushRef="#br0" timeOffset="15699.38">19867 284 875 0,'0'0'179'0,"0"0"-61"0,0 0-13 0,0 0-21 0,0 0-13 16,0 0-30-16,0 0-22 16,-48-54-17-16,48 54-2 15,0 22-8-15,0 9 8 16,15 14 16-16,12 12-11 16,-9 15 1-16,-3 13-4 0,-6 3 8 15,-9 1-3 1,0-12-5-16,0-9 0 15,0-12-1-15,0-10 0 0,0-16 2 16,0-10-3-16,0-12-1 16,0-6 1-16,-6-2 4 15,3 0 10-15,-6 0-6 16,-15-7 18-16,-3-10-15 16,-6-6-4-16,3 1 3 15,3 3-6-15,9 0-4 16,-5 4 17-16,14 6-13 15,3 3 13-15,6 5-14 16,0 1 4-16,0 0-7 16,0 0-6-16,0 0-6 15,0 16 4-15,0 6 8 0,0 2-1 16,23-1-1-16,10-1 2 16,-6-1 0-16,3-4 0 15,3-3-1-15,-6-7 0 16,-12-3 0-16,3-4-2 15,0 0 3-15,2-11 2 16,13-17 1-16,0-10-1 16,-3-8-2-16,3 3-7 15,-6 1-13-15,-9 9-27 16,-9 3-18-16,0 12-16 16,-3 6-63-16,-3 10-60 15,-3 2-317-15</inkml:trace>
  <inkml:trace contextRef="#ctx0" brushRef="#br0" timeOffset="32155.35">14760 6494 485 0,'0'0'227'0,"0"0"-109"0,0 0-9 0,0 0-7 0,0 0-16 16,0 0-29-16,0 0 10 16,0 0-4-16,-53-1-6 15,47 1 6-15,3 0-12 16,3 0-12-16,-6 0-10 15,3 0-9-15,3 0-11 16,0 0-3-16,0 0-4 16,0 0-1-16,18 0 1 15,26 1 5-15,25 5 15 0,12-1-1 16,14-2-11-16,13 0-8 16,11 1 6-16,4-2-3 15,-7 1-8 1,-2 3 5-16,-1 1-2 0,1 3 0 15,-7 2-1-15,4-3 1 16,-4 4 0-16,-2-2-1 16,-1 1 1-16,-8-3 4 15,-16-1-4-15,1-3-3 16,-12-1 3-16,-10 2 0 16,-14-1 0-16,-3-1 0 15,-15 0 0-15,-6-2 0 0,3 4-3 16,-7-4 5-1,1-1-2-15,-3-1 1 16,-12 0-1-16,3 0-3 0,-3 0-3 16,-3 0-52-16,6 0-103 15,-6 0-115-15,0 0-607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09T06:11:40.6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21387 2998 788 0,'0'0'220'0,"0"0"-134"15,0 0 32-15,0 0-29 0,0 0-13 0,0 0-16 0,0 0-23 16,0 0 6-16,-108 12-14 16,108-12-13-16,0 0-11 15,9 0 1-15,54 0-2 16,6-7 2-16,11-3-4 15,-2-2-1-15,-1 2 1 16,-14 5-2-16,-9 1 2 0,-18 4-1 16,-3 0-1-16,-15 0 0 15,-10 0-1-15,-2 0 0 16,-6 0 0-16,0 0-11 16,9 0-53-16,3 0-80 15,6 0 22-15,9 9-104 16,15-5-174-16</inkml:trace>
  <inkml:trace contextRef="#ctx0" brushRef="#br0" timeOffset="563.85">23023 2966 872 0,'0'0'219'0,"0"0"-72"0,0 0-56 0,0 0 9 0,0 0-38 0,0 0-25 15,-33 9-18-15,33-9-2 16,0 0-5-16,0 0-7 16,0 0-5-16,6 0 3 15,30 0-3-15,18 0 1 16,18 0 0-16,-4 0 0 16,1 0-1-16,0 0 0 0,-13-1-1 15,1-4 1 1,-18 2 1-16,-6-1-1 15,-15 2-1-15,-9 2-15 0,-9 0-46 16,0 0-49-16,0 0-26 16,0 0-116-16,0 0-512 15</inkml:trace>
  <inkml:trace contextRef="#ctx0" brushRef="#br0" timeOffset="15929.96">20527 3917 701 0,'0'0'220'0,"0"0"-70"0,0 0-47 0,0 0-33 0,0 0-13 16,0 0-22-16,0 0-1 15,0 0 5-15,0 0-18 16,0 0 10-16,0-3-19 16,0-4 10-16,0-3-17 15,44-1-2-15,7-3 3 16,27-2-6-16,3 3-6 15,8 1 6-15,13-1 0 16,-4 6 0-16,-2 1-1 16,-7 1 1-16,-2 5 0 15,-9 0 0-15,-16 0 4 0,-17 0-9 16,-3 0 5-16,-18 0 0 16,-6 0 0-16,-6 0 1 15,-6 0-1-15,-6 0-2 16,0 0 2-16,0 0 5 15,0 0-4-15,0 0 7 16,0-5 3-16,0-2 1 16,-24-2-11-16,-3-1-1 15,9 1 6-15,0-2-6 16,0 2 8-16,3 0 1 16,3 0-2-16,3 4 0 15,3-2 3-15,6 4-3 16,0 0 0-16,0 1-3 0,0 2-2 15,0-2-2 1,0 2 0-16,0-2-6 0,27 2 5 16,9 0 0-16,6 0 1 15,0 0-1-15,-7 0 0 16,-8 0 1-16,-9 12-4 16,-9 2 3-16,-9 1-1 15,0 1 0-15,0 2-5 16,0 2-4-16,-18-2-5 15,-9 5-24-15,-5-5-32 16,5 3-51-16,-9 1-4 16,18-3-160-16,12-9-346 0</inkml:trace>
  <inkml:trace contextRef="#ctx0" brushRef="#br0" timeOffset="16882.78">22023 3627 704 0,'0'0'246'0,"0"0"-65"0,0 0-56 16,0 0-45-16,0 0-2 0,0 0-23 0,0 0-41 16,-69-32-13-16,69 26-1 15,45 5-1-15,15-6 1 16,2 3 1-16,1-1-1 0,-3 2 0 15,-1-1 1-15,-20 4 0 16,-15 0-1 0,-6 0-2-16,-18 0 1 0,0 0 1 15,0 0 0-15,0-3 0 16,0 1 2-16,0-1-7 16,0 1 7-16,-9 2-2 15,0 0 0-15,-6 0-1 16,6 0 1-16,-3 0-1 15,-3 0-4-15,-2 14-1 16,8 6 6-16,6 6 1 16,3 4 4-16,0 2-3 15,0 2-2-15,0 4-7 16,0 1 7-16,0-1 1 0,0 0-1 16,0 0 8-1,-9-7-8-15,-15-5 1 16,15-9-1-16,-9-5 0 0,3-7 5 15,-3-3-3-15,-3-2 9 16,-12 0 11-16,-12 0-1 16,10-9 2-16,-1-5-5 15,3-2-13-15,15 6-5 16,3 3 1-16,12-1-2 16,3 6-2-16,0-1-39 15,0 3-73-15,9 0-117 16,27 0-174-16</inkml:trace>
  <inkml:trace contextRef="#ctx0" brushRef="#br0" timeOffset="18212.84">22578 3791 706 0,'0'0'233'0,"0"0"-133"0,0 0-35 0,0 0-3 15,0 0-17-15,0 0-3 16,-9 58-27-16,9-38 0 16,15-5-4-16,3-4-8 0,3-1 1 15,3-5-4-15,0-4 0 16,-12 2 4-16,3-3-3 15,3 0 0-15,-9 0 4 16,2-9 1-16,-2-10 1 16,-3-3-1-16,-3-3-5 15,-3-3 6-15,0 5 8 16,0-1 11-16,-3 7 15 16,-15 4-8-16,-5 3-4 15,2 5 0-15,6 3-6 16,-3 2-2-16,0 0-10 15,9 0-8-15,3 0-3 0,3 0-1 16,-6 5 1-16,3 8-6 16,3 1 6-16,3 4-4 15,0-1 1-15,0-5 3 16,0 2-1-16,18-2 0 16,0-3-1-16,9 1 2 15,-3-4-4-15,-3 2 4 16,2-3 0-16,-2-1-1 15,-6-4-2-15,12 0 3 16,-3 0 1-16,-3 0-1 16,3 0 0-16,-3 0 0 15,3-2 1-15,0-11-1 16,-7 3 1-16,4-5-2 0,-6 1 6 16,-6 4-2-16,3-2-3 15,-6 4 0-15,3 7 1 16,-9-5 0-16,0 6-2 15,0 0 1-15,9 0-7 16,0 0 6-16,0 4 0 16,15 7 0-16,-6 1 1 15,0 5-2-15,-6-8 1 16,6 4 1-16,-3-7-1 16,-7-2 4-16,1-1-3 15,0-3 0-15,-9 0 1 16,9 0 0-16,0 0 0 15,9-3 0-15,6-11 3 0,-3-3 0 16,-3 4-3-16,-3 1-1 16,-6 5 1-16,0 5-1 15,-9 2 0-15,15 0-1 16,-3 0-3-16,6 0 2 16,5 0-3-16,-2 7 5 15,3 2 1-15,3 1 0 16,-3-6-2-16,-6 0 3 15,0 2-4-15,-6-4 2 16,-3-2 0-16,-3 0 1 16,6 0 3-16,3 0-4 15,3-15 2-15,-1 4-2 0,-2-1 2 16,-3 4-1-16,-3 5 0 16,-3-1-1-16,-6 4 0 15,0 0-1-15,0 0 0 16,3 0 0-16,12 0-3 15,-3 0-3-15,6 15 7 16,-3-1-1-16,9 2 0 16,-6 0 1-16,0-3 0 15,-6-4 0-15,3 2 0 16,-3-9-10-16,5-2 3 16,-2 0-11-16,3 0 5 15,0 0 9-15,6-13-20 16,-6-4-13-16,0-5-10 15,-6-2 2-15,-3-5 30 16,6 0 14-16,-6-2 1 0,-9-1 8 16,15 0 1-16,-15 7 28 15,0 5 15-15,0 10-6 16,0 6 2-16,0 2-11 16,0 2-10-16,0 0-18 15,0 0-3-15,0 2-2 16,3 19-2-16,6 9-2 15,9 3-2-15,-1 0 2 16,1 4 1-16,0 1-1 16,-3-1 0-16,12-6-17 0,-3-10-46 15,-6-6-63-15,0-6-17 16,-9-9-92-16,0 0-142 16</inkml:trace>
  <inkml:trace contextRef="#ctx0" brushRef="#br0" timeOffset="18380.75">24197 3747 401 0,'0'0'403'0,"0"0"-160"0,0 0-100 0,0 0-89 0,0 0-27 16,0 0-14-16,45-43-6 16,-4 37-6-16,-2-2-1 15,-6-1 0-15,-6 1-22 16,-9 1-102-16,-3 1-182 15</inkml:trace>
  <inkml:trace contextRef="#ctx0" brushRef="#br0" timeOffset="18597.25">23271 3538 754 0,'0'0'454'15,"0"0"-240"-15,0 0-72 16,0 0-67-16,0 0-46 16,0 0-15-16,-143-43-14 15,143 43-4-15,0 0-41 0,0 17-125 16,0 5-102 0,21 4-664-16</inkml:trace>
  <inkml:trace contextRef="#ctx0" brushRef="#br0" timeOffset="19479.39">22990 4388 659 0,'0'0'375'0,"0"0"-173"0,0 0-81 0,0 0-15 16,0 0-44-16,0 0-32 0,-44-42-19 16,44 51-11-16,0 24 3 15,0 17 10-15,0 12 6 16,8 7-2-16,-2 5-6 15,-3-8-3-15,-3-6-5 0,0-13-3 16,0-5-1-16,0-12 1 16,0-8 0-16,0-5 1 15,0-11 0-15,0-3 0 16,0-3 2-16,0 0 2 16,0 0 8-16,0-9 3 15,-12-20-7-15,-20-9 2 16,14-14 0-16,9-9-6 15,3-7-4-15,6-6 2 16,0 0-3-16,6 6-2 16,21 3 2-16,14 13-4 15,-2 8 3-15,-6 16 1 0,9 11-2 16,-12 8-1 0,-3 7-1-16,0 2 2 0,-4 0-4 15,1 16-4-15,-12 17 10 16,-12 5-3-16,0 3 10 15,0-1-6-15,-21-4-1 16,-12-3 0-16,-2-3-4 16,-1-5-6-16,9-1-14 15,3-10-36-15,15-2-36 16,0-7-19-16,9 0-23 16,0-3-60-16,0-2-138 15</inkml:trace>
  <inkml:trace contextRef="#ctx0" brushRef="#br0" timeOffset="20513.58">23250 4474 268 0,'0'0'441'0,"0"0"-243"0,0 0-83 0,0 0-53 0,0 0-27 0,0 0 4 0,221-28-3 16,-185 28-6-16,-3 1-8 15,-6 15-3-15,-9 2-7 16,-4 1 11-16,-14 0-17 16,0 2 2-16,0 1-6 0,0-6 0 15,0-3-1 1,0-8-2-16,-5-5 1 0,5 0 0 16,-9 0 16-16,9 0-14 15,0-18 3-15,0 0-5 16,0-4-5-16,9 0 4 15,14 4 1-15,-5-2 0 16,3 6 0-16,-3 8 0 16,-3 1 0-16,3 5 0 15,0 0-3-15,-3 0-2 16,3 2 4-16,-6 13-2 16,6 6 2-16,0-3 1 15,5-1 0-15,-5-3 0 16,0 1 0-16,6-5 0 15,-6-6-2-15,0-3 4 0,0-1-2 16,0 0 1-16,0 0 2 16,-3-3 5-16,-6-14-4 15,-6-7 4-15,-3 0-8 16,0-8 6-16,0 2 4 16,-3 4 24-16,-30 5-13 15,0 12 4-15,3 1 5 16,3 8-25-16,9 0-4 15,-6 0-1-15,15 5-1 16,9 5-3-16,0 4 4 0,0-5-8 16,0 2-1-1,42-2-2-15,-3-7-2 0,3 0 0 16,0-2-6 0,2 0-7-16,-5 0 9 0,-6-17 6 15,9-3-7-15,-21-5 5 16,-3 0 13-16,-3-5 0 15,-6 2 5-15,0 2-2 16,-9 5 9-16,0 6 9 16,0 8 19-16,0 4 0 15,0 3-8-15,0 0-16 16,0 0-16-16,0 0 0 16,0 17-6-16,0 8 6 15,0 5 5-15,0-4-5 16,0 1-7-16,0-10 6 0,0 1 2 15,0-11-3 1,0-4 3-16,0-3-1 0,0 0 1 16,0 0 0-16,0 0-1 15,18 0-1-15,8 0-1 16,1-5 2 0,6 3 0-16,3 2-1 0,-9 0 1 15,6 0 0-15,-12 7-6 16,-7 10 3-16,-11 0-3 15,-3 5-1-15,0 1 0 16,0 0 7-16,-17-7 2 16,-19-2-1-16,0-5 0 0,-9-3 4 15,3-6-2-15,6 0 3 16,1 0-1-16,11-6 10 16,6-3-11-16,6 5-4 15,6 0 1-15,6-2-2 16,0 6-19-16,0 0-99 15,0 0-184-15</inkml:trace>
  <inkml:trace contextRef="#ctx0" brushRef="#br0" timeOffset="25413.64">16749 5060 601 0,'0'0'123'0,"0"0"9"0,0 0-48 0,0 0 2 0,0 0-38 15,0 0-23-15,0 0 11 16,9 0 1-16,-9 0-23 16,0 0-4-16,0 0 15 15,0 0 2-15,0 0-8 16,0 0 5-16,0 0-14 15,0 0-1-15,0 0-3 0,0 0 9 16,0 0-10 0,0 0 7-16,0 0-4 0,0 0 0 15,0 0 3 1,0 0-6-16,0 0 5 16,0 0 6-16,0 0 0 0,0 0-2 15,0 0-6-15,0 0 12 16,0 0-8-16,0 0-7 15,0 0-2-15,0 0 1 16,0 0-2-16,0 0-2 16,0 0 2-16,0 0 1 15,0 0-2-15,0 0-1 16,0 1-9-16,-15 14 8 16,-15 7 1-16,-14 7 5 15,2-4-5-15,-3 7-1 0,-6-4-1 16,6-2 2-1,-5 1 0-15,-4-3 0 0,-6-3 0 16,6-4 0 0,1-6 5-16,17-4-5 0,9-4-4 15,12-1 3-15,12-2 1 16,-3 0 4-16,6 0-2 16,0 0-2-16,-9 0 2 15,9-2-2-15,0-8 0 16,0-4 0-16,0-4-1 15,0 3-7-15,0-8 7 16,9 5 1-16,9-3-2 0,6 2 2 16,-6 2-2-1,-6 3 2-15,3 4 0 0,-15 2 1 16,9 4-1-16,-9 4 0 16,0 0 0-16,0 0 2 15,0 0-6-15,0 0 4 16,0 0-3-16,-9 19 1 15,-15 4 2-15,-12 2 0 16,9 3 0-16,0 2 0 16,9-2 0-16,3 3 0 15,3-5 1-15,6-2 0 16,6-3-1-16,0-3-2 16,0-3 1-16,9 2 1 15,24-2 0-15,3-3 0 16,6 0-3-16,-6-7-5 0,0 2-29 15,-4-1-73 1,-2-4-49-16,-3-2-334 0</inkml:trace>
  <inkml:trace contextRef="#ctx0" brushRef="#br0" timeOffset="26189.19">14112 5305 602 0,'0'0'135'0,"0"0"48"0,0 0-51 0,0 0-13 15,0 0-43-15,0 0-7 16,0 0 2-16,51-107-5 0,-51 102-8 16,0 5-4-16,0 0-17 15,0 0-2-15,0 0-20 16,0 0-4-16,0 0-4 16,-18 13-7-16,-15 17 1 15,7 6-1-15,-1 2-2 16,3 3 2-16,15-1-1 15,0-4 0-15,9-8 1 16,0-4-1-16,0-5-5 16,6-5 5-16,15-5 2 15,3-2-5-15,2-4 3 16,10 0-2-16,-3-3 3 16,-3 0 4-16,-6 0-4 15,-6 0-2-15,9 0-1 16,-9-7-10-16,6-1-17 0,-13-1-17 15,4 4-13-15,-6-2-14 16,0 5-28-16,9 0-16 16,0 2-54-16,-9 0-98 15,0 0-36-15</inkml:trace>
  <inkml:trace contextRef="#ctx0" brushRef="#br0" timeOffset="26396.95">14611 5445 455 0,'0'0'405'0,"0"0"-186"0,0 0-71 0,0 0-50 0,0 0-8 0,0 0-35 16,0-24-29-16,0 22-16 15,0 2-8-15,0 0-2 16,0 0-13-16,0 0-110 15,0 5-100-15,0 10-197 16</inkml:trace>
  <inkml:trace contextRef="#ctx0" brushRef="#br0" timeOffset="27564.48">15008 5250 690 0,'0'0'225'0,"0"0"-90"0,0 0-5 0,0 0-65 0,0 0-39 16,0 0-26-16,-12-6 0 15,12 30 9-15,0 10 6 16,3 8 30-16,6 0-2 16,-3 2-11-16,-6 0-14 15,9-5-15-15,-9-7-3 0,0-5-1 16,9-9 1-1,-9-5 2-15,0-9 5 0,0-1-5 16,0-3 0-16,0 0 9 16,0 0-5-16,0 0 21 15,0 0 38-15,0-16-12 16,-9-14-40-16,-9-6 0 16,-6-6-6-16,12-3 0 15,-3-5-5-15,7 0 1 16,8-5-2-16,0 5-2 15,0 3 0-15,14 6 0 16,13 10-1-16,0 9 1 0,0 6-2 16,0 11 1-16,0 5-5 15,-3 0 0-15,-3 0 2 16,-6 21 4 0,-6 6-4-16,-9 3 5 0,0 2 0 15,0-2 0-15,-15 0 0 16,-15 0 0-16,6-9-6 15,3 1-7-15,6-5-30 16,6-3-34-16,9 0-44 16,0 3-6-16,0-7-63 15,0-1-134-15</inkml:trace>
  <inkml:trace contextRef="#ctx0" brushRef="#br0" timeOffset="27780.46">15507 5402 558 0,'0'0'371'0,"0"0"-191"0,0 0-47 0,0 0-81 0,0 0-27 0,0 0-25 16,0 0-1-16,0 0-1 15,0 0-78-15,0 3-216 16</inkml:trace>
  <inkml:trace contextRef="#ctx0" brushRef="#br0" timeOffset="37137.29">14946 8991 748 0,'0'0'190'0,"0"0"-72"0,0 0-6 0,0 0-34 0,0 0-30 0,0 0-28 16,0 0-9-16,-45 27 3 15,45-26-4-15,42-1 18 16,2 4 4-16,10-2-8 16,24 0-6-16,-1 0-10 15,4 2-8-15,6 3 2 16,2 4-2-16,16-5 8 16,8 1-7-16,10-3 18 15,2-4-2-15,-3 0 1 16,1 0-11-16,-10 0 0 15,-17 0 2-15,-6 0-4 0,-16 0 2 16,-20 0 7-16,-27 0-13 16,0 0 4-16,-18 0-3 15,-9 0-2 1,9 0 1-16,-9 0 3 0,6 0-1 16,-6 0-3-16,3 0 0 15,-3-4-15-15,0 4-53 16,0 0-64-16,-36-3-78 15,3-7-395-15</inkml:trace>
  <inkml:trace contextRef="#ctx0" brushRef="#br0" timeOffset="39050.62">16689 8325 544 0,'0'0'261'0,"0"0"-168"0,0 0-9 16,0 0-15-16,0 0-31 0,0 0-14 16,0 0 33-16,209-97-14 15,-113 79-3-15,18-3 5 16,26-3-15-16,18 1 4 15,18-2-9-15,9 2-4 16,7 1-19-16,-1 2-1 0,12 4 3 16,9 0-4-1,21-1 0-15,-3 3 1 0,6-3 0 16,-27 0 0 0,-12 3-1-16,-15 0 0 0,-9 1-1 15,-30 4 1 1,-23 2 0-16,-22-3-7 0,-17-2 7 15,-3-1 1-15,-1-2-1 16,-8-1 2-16,-6-2-1 16,-19 7-1-16,-17 4 4 15,-18 4-3-15,-9 0 12 16,0-1 28-16,0 0 10 16,-3-3-35-16,-39-3-13 15,1 0-3-15,-7 0-3 16,6 2 2-16,6 5 2 15,12 0-1-15,6 2 1 16,7 1-1-16,11 0 3 0,0 0-1 16,0 0-2-16,0 0 1 15,0 0-1-15,20 0 6 16,22 0-12-16,3 0 8 16,0 7-2-16,-3 8 0 15,-16 2 0-15,-8 0 0 16,-9 4 6-16,-9-1-12 15,0 4 2-15,0 0-26 0,-35-1-63 16,2-4-38 0,3-7-61-16,12-12-135 15</inkml:trace>
  <inkml:trace contextRef="#ctx0" brushRef="#br0" timeOffset="39546.31">21315 7634 515 0,'0'0'453'15,"0"0"-249"-15,0 0-85 0,0 0-59 0,0 0-31 0,0 0-29 16,0 38 23-16,0-9 19 15,0-3-16-15,0-1-10 0,0 3-3 16,0-7-5-16,0-4 0 16,0-8 0-16,0-4-5 15,0-5 4-15,0 0-6 16,0 0 14-16,0 0 43 16,0-12 2-16,-9-15-44 15,-15-11-12-15,3-12 11 16,6-7-15-16,15-8 0 15,0 2 1-15,0 3 5 16,42 7-5-16,0 14-1 16,-6 9-4-16,-6 14 3 15,-12 7 2-15,-3 9-2 0,2 0-5 16,-2 0 2-16,3 14 1 16,-9 12 3-16,-9 5 0 15,0 5 0-15,-18 2-3 16,-29 2 1-16,2-4-10 15,6-5-35-15,15-7-54 16,15-6-68-16,9-5-15 16,0-11-162-16</inkml:trace>
  <inkml:trace contextRef="#ctx0" brushRef="#br0" timeOffset="39850.08">21850 7317 434 0,'0'0'523'0,"0"0"-268"0,0 0-98 0,0 0-9 0,0 0-44 0,0 0-58 0,0 0-35 16,-33-19-6-16,12 59-5 15,-3 11 11-15,6 3 6 16,9 6-12-16,9-5-4 15,0 0 3-15,0-10-1 0,24-10-3 16,15-8-3 0,12-11-7-16,2-7-29 0,-2-3-31 15,3-6-47-15,-3 0-40 16,-7-14 18-16,-2-13-119 16,-3-7-29-1,-6-5-122-15</inkml:trace>
  <inkml:trace contextRef="#ctx0" brushRef="#br0" timeOffset="40229.6">22295 7520 492 0,'0'0'285'0,"0"0"-73"16,0 0-9-16,0 0-98 16,0 0-79-16,0 0-26 15,-42 10 20-15,24 20 8 16,9 1-17-16,0 0 2 16,0-1 10-16,0-3-10 15,0-8-10-15,3-10-1 16,6-3 4-16,-3-6-3 15,3 0 7-15,-6 0 59 0,6-22 11 16,0-9-61-16,0-9-2 16,0-5-3-16,0-4-3 15,9 4-6-15,9 2 0 16,6 8-1-16,3 8-1 16,-9 13 6-16,-3 8-2 15,-6 6-2-15,8 0-4 16,4 2-1-16,3 25-1 15,3 8 1-15,0 5 1 16,-9 0-1-16,0 3 0 16,0-3-2-16,-12 2-9 15,-3-7-34-15,-3-7-43 16,0-3-46-16,0-13-39 0,0-10-108 16,0-2-197-16</inkml:trace>
  <inkml:trace contextRef="#ctx0" brushRef="#br0" timeOffset="40396.5">22136 7651 762 0,'0'0'234'15,"0"0"-49"-15,0 0-86 0,0 0-50 0,0 0-28 0,0 0-17 0,108-65-4 0,-57 62 3 0,2 3-3 16,-2 0-15-16,3 0-77 0,-9 0-127 15,8 0-239-15</inkml:trace>
  <inkml:trace contextRef="#ctx0" brushRef="#br0" timeOffset="40573.97">22865 7592 528 0,'0'0'354'15,"0"0"-143"-15,0 0-67 16,0 0-80-16,0 0-14 15,0 0 3-15,0 63-17 16,0-35-11-16,0 3-18 16,0 6-7-16,-15-2-2 15,-12 0-63-15,0-5-88 16,9-9-194-16</inkml:trace>
  <inkml:trace contextRef="#ctx0" brushRef="#br0" timeOffset="40831.94">23083 7553 754 0,'0'0'359'16,"0"0"-192"-16,0 0-75 15,0 0-60-15,0 0-25 16,0 0 22-16,3 54-9 15,6-25-5-15,0-2-6 0,-3-4-7 16,3-4-2-16,-6-2-1 16,6-8-34-16,0-4-63 15,6-5-39-15,-7 0-148 16,10 0-69-16</inkml:trace>
  <inkml:trace contextRef="#ctx0" brushRef="#br0" timeOffset="41247.01">23083 7553 501 0,'66'12'342'16,"-78"-32"-97"-16,3-1-79 16,9 0-64-16,0-1-11 15,0 1-33-15,0 4-37 0,21 0 4 16,2 6 2 0,1 3-7-16,3 4-10 0,-9 4-10 15,0 0 0-15,0 0 0 16,-9 4-1-16,-9 18 0 15,0 0 1-15,0 3 0 16,0-1-6-16,-18 0-1 16,3-3-4-16,12-4 0 15,-3 0 0-15,6-5 0 16,0 0 2-16,0-2-6 16,0-1-2-16,18-2 3 15,9 1 12-15,6 3-13 16,3-4 3-16,-10 1 9 0,-2-2 2 15,-12 4 0 1,-6-1-3-16,-6 6 3 0,0-4 1 16,0 5 4-16,-24-1 4 15,-14-2 0-15,-4 1-7 16,-3-3 0-16,-6-1-2 16,6 0-16-16,13-3-61 15,11-7-51-15,12 0-166 16,9 0-329-16</inkml:trace>
  <inkml:trace contextRef="#ctx0" brushRef="#br0" timeOffset="41557.26">23707 7189 1027 0,'0'0'250'0,"0"0"-65"0,0 0-31 0,0 0-102 16,0 0-29-16,0 0-16 16,90-4 18-16,-25 30-11 15,-8 4-2-15,-6 5-7 0,-6 6 0 16,-22 4-5-1,-20 8-1-15,-3 4-13 0,-12 5-59 16,-47 7-37-16,-22 3-70 16,-23 1-78-16,-25-1-276 15</inkml:trace>
  <inkml:trace contextRef="#ctx0" brushRef="#br0" timeOffset="51096.5">22295 9500 941 0,'0'0'94'0,"0"0"-13"16,0 0-12-16,0 0 25 0,0 0-36 0,0 0-26 15,0 0-18-15,0 0-10 16,-6-35-4-16,6 52 4 16,14 1 14-16,7 6 7 15,-3-2-4-15,-3-3 0 16,-6-7-7-16,0-4-2 15,0-8 2-15,0 0 5 16,18 0-5-16,18-15 22 16,29-16-21-16,10-8-15 15,3 1-7-15,-4 3-31 0,-11 6-77 16,-3 2-57-16,-13 3-126 16,-5 1-365-16</inkml:trace>
  <inkml:trace contextRef="#ctx0" brushRef="#br0" timeOffset="56163.44">20315 10853 714 0,'0'0'100'0,"0"0"28"0,0 0-31 0,0 0-4 0,0 0-23 16,0 0-30-16,0 0-29 15,0-12 5-15,0 12-11 16,3 1 6-16,15 16-2 16,5 9 29-16,-5-1 3 15,6 5-20-15,-12-7-3 16,6-5 3-16,-9-5 0 16,6-9-18-16,6-4 7 15,12 0 5-15,21-11 16 16,32-26-15-16,19-10-16 0,17-8-1 15,9-2-63 1,-14 5-137-16,-22 2-274 0</inkml:trace>
  <inkml:trace contextRef="#ctx0" brushRef="#br0" timeOffset="67663.17">13016 340 875 0,'0'0'218'0,"0"0"-70"0,0 0-66 0,0 0-46 0,0 0-17 16,0 0-7-16,0 0-12 15,0 0 7-15,-6 53 13 16,-5-23 17-16,-4 9 5 16,3 5-12-16,-3 1-13 15,6 1 12-15,0-3-12 16,6-4-12-16,-3-9-2 16,-3-4 0-16,9-10 1 15,0-9 3-15,-9-3-5 16,9-4 3-16,0 0-2 15,0 0 5-15,0 0 7 16,0-5 15-16,-18-14 7 16,3-7-18-16,-3-12-17 15,6-10 1-15,3-3-3 0,3-5 0 16,6-3 0-16,0-2 0 16,9 2 0-16,33 7 0 15,3 1-2-15,9 12-2 16,-4 5 4-16,1 13-2 15,-6 8-1-15,-9 13-4 16,6 0-3-16,-7 10 4 16,-5 17 4-16,-6 8 0 15,-15-2 1-15,-9 3 1 16,0-1-1-16,0 2 0 16,-27-2 2-16,0-1-2 15,-8-3 1-15,2-6-18 16,6-3-38-16,9-7-56 0,9-7-35 15,9-4-33-15,0-4-123 16,0 0-446-16</inkml:trace>
  <inkml:trace contextRef="#ctx0" brushRef="#br0" timeOffset="68054">13787 212 594 0,'0'0'381'0,"0"0"-160"0,0 0-96 0,0 0-14 0,0 0-34 16,0 0-15-16,-33-28-40 16,6 36-10-16,-9 14-5 15,-5 9 3-15,2 8 9 0,6 6 0 16,6 4-5 0,18 1-5-16,3-3-7 0,6-3-2 15,0-4 0-15,0-7-1 16,24-6-9-16,12-6-22 15,6-6-30-15,-4-8-52 16,13-5-10-16,-6-2-37 16,-3 0-61-16,9-9-74 15</inkml:trace>
  <inkml:trace contextRef="#ctx0" brushRef="#br0" timeOffset="68530.05">14035 421 435 0,'0'0'400'0,"0"0"-150"15,0 0-83-15,0 0-61 16,0 0-39-16,0 0-26 0,0-15-40 16,0 42 1-1,-3 7 39-15,-6 4 6 0,0 7-9 16,0 0-16 0,0-2-3-16,3-6-3 0,6-6-5 15,-9-9 1-15,9-10-8 16,0-8-1-16,0-4-2 15,0 0 7-15,0 0 26 16,0-23 34-16,0-9-27 16,0-13-35-16,0-7-6 15,0 0 0-15,0-3 4 16,0 7-4-16,15 4-1 16,6 6 0-16,-3 11-2 15,0 5 3-15,0 9 0 16,-9 8 0-16,-3 5-3 15,2 0-5-15,10 0-7 0,15 14 5 16,-3 12 6-16,6 7 3 16,-12 8 1-16,9 4 0 15,-12 3-1-15,-4-3-8 16,-2 0 8-16,-3-6-14 16,-3-8-21-16,-3-11-5 15,-6-6-34-15,0-1-31 16,0-10-35-16,0-2-5 15,0-1-91-15,0 0-178 16</inkml:trace>
  <inkml:trace contextRef="#ctx0" brushRef="#br0" timeOffset="68747.46">14035 626 954 0,'0'0'245'0,"0"0"-128"0,0 0-42 0,0 0-34 0,0 0-9 0,0 0-11 16,0-58-4-16,24 52-3 15,3-1-12-15,-1-1-2 16,7 3 0-16,-3 3-1 16,6-1-58-16,-3 3-66 15,9 0-79-15,-7 0-192 0</inkml:trace>
  <inkml:trace contextRef="#ctx0" brushRef="#br0" timeOffset="69397.41">14716 617 480 0,'0'0'193'0,"0"0"-54"15,0 0-23-15,0 0-34 16,0 0-9-16,0 0 2 16,-24 7-12-16,21-5-12 15,3-2-3-15,-6 0 5 16,6 0 20-16,0 0 4 0,0 0-5 15,0-5-8-15,0-11-3 16,-3-1-32-16,3-9-24 16,0-7 4-1,0-1-8-15,0-4-1 0,0 2 2 16,21 5-1-16,3 5-1 16,-7 6 8-16,1 5-8 15,-9 7 0-15,0 5-1 16,9 3 0-16,-3 0-9 15,6 3 8-15,6 19-4 16,6 6 7-16,-6 7-2 16,0 3 1-16,-1 0 0 0,-11 1 0 15,3-9 0-15,-9 1-3 16,0-7 3 0,-9-6-2-16,9-4-9 0,0-2-19 15,0-7-43-15,6-1-72 16,-12-1-23-16,15-3-56 15,9 0-160-15</inkml:trace>
  <inkml:trace contextRef="#ctx0" brushRef="#br0" timeOffset="69747.02">15707 375 701 0,'0'0'357'0,"0"0"-135"0,0 0-78 0,0 0-13 0,0 0-64 0,0 0-19 16,-90-38-25-16,58 38-16 15,-13 13-3-15,0 17-4 16,-6 4 2-16,18-1 0 15,4 2 2-15,11 0-3 16,9-5-1-16,9 1-2 0,0-7 2 16,0-2 2-1,27-8-2-15,8-2-6 0,25-7 0 16,3-5-5-16,-1 0-21 16,7 0-31-16,0-4-50 15,-6-12-47-15,-1-6-62 16,-2 1-211-16</inkml:trace>
  <inkml:trace contextRef="#ctx0" brushRef="#br0" timeOffset="70037.36">16074 188 1009 0,'0'0'281'0,"0"0"-105"15,0 0-31-15,0 0-73 16,0 0-32-16,0 0-21 16,-15-24-15-16,48 43-3 15,30 8 4-15,-3 6 1 16,8 7 0-16,-14 5-2 16,-18 9-4-16,-3 4 0 15,-30 7-2-15,-3-2-7 16,0-1-33-16,-45-4-50 15,-15-8-42-15,-29-9-41 16,-7-7-88-16,-26-7-355 16</inkml:trace>
  <inkml:trace contextRef="#ctx0" brushRef="#br0" timeOffset="70830.27">13008 517 143 0,'0'0'158'0,"0"0"-59"0,0 0-13 0,0 0-20 16,0 0 20-16,0 0-2 15,-6 0 78-15,6 0-41 16,0 0-21-16,0 0-7 16,0 0-9-16,0 0-30 15,0-4-13-15,0 4-8 16,0 0-20-16,0 0-13 15,0 0 0-15,0 0-8 0,14 0 8 16,13-1 0 0,0-5 0-16,0 0-1 0,6-1-6 15,-6 4-70-15,0 1-139 16,6 2-249-16</inkml:trace>
  <inkml:trace contextRef="#ctx0" brushRef="#br0" timeOffset="71804.39">16907 464 524 0,'0'0'428'0,"0"0"-224"0,0 0-59 0,0 0-33 0,0 0-49 16,0 0-39-16,0 0-5 0,-9 0-6 15,54 0 0-15,0 0-12 16,-3 0 4-16,0 0-5 15,-6 0-32-15,-10 0-109 16,-8 4-39-16,-9 10-88 16,-9 4-168-16</inkml:trace>
  <inkml:trace contextRef="#ctx0" brushRef="#br0" timeOffset="71947.31">16967 644 588 0,'-15'6'224'0,"12"-5"-57"16,3-1-53-16,0 0-44 15,0 0-41-15,21 0 23 16,15 0-13-16,6 0-27 16,9 0-12-16,-7 0-8 15,-8 0-123-15,15 0-276 0</inkml:trace>
  <inkml:trace contextRef="#ctx0" brushRef="#br0" timeOffset="72795.87">18081 410 707 0,'0'0'295'0,"0"0"-141"0,0 0-36 0,0 0-72 16,0 0-22-16,0 0-18 16,-33 16-5-16,30 13 7 0,3 6 8 15,0 8 26-15,0 4-12 16,0 1 10-16,-6-7 2 15,6-10-18-15,0-5-14 16,0-10 1-16,0-7-11 16,0-3 3-16,0-6 5 15,0 0 10-15,0 0 27 16,0-15 42-16,-12-15-49 16,-6-10-23-16,3-13-12 15,-2-4 3-15,8-5-11 16,9 2 14-16,0 8-18 15,0 7 15-15,0 7-8 16,26 6 2-16,-2 9-8 16,3 8 8-16,-9 10 0 15,3 5-7-15,-6 0-6 0,12 0 5 16,-9 7 4-16,-9 13-4 16,-3 6 8-16,-6 3-11 15,0 2 8-15,-33 1 1 16,-18 3-16-16,3-5-22 15,6 2-27-15,7-7-68 16,17-3-22-16,9-12-77 16,9 1-155-16</inkml:trace>
  <inkml:trace contextRef="#ctx0" brushRef="#br0" timeOffset="73299.92">18783 207 755 0,'0'0'325'0,"0"0"-113"0,0 0-67 0,0 0-29 0,0 0-75 15,0 0-20-15,-63-9-21 16,36 32 7-16,-15 13-5 16,1 12 5-16,5 8-4 15,6 9 7-15,6-1-10 16,15-3 3-16,9-6-3 16,0-10 0-16,0-8 1 0,24-12-2 15,6-5-1 1,6-9-7-16,5-4-22 0,13-7-32 15,-3 0-65-15,9 0-44 16,-7 0-149-16,10-9-293 16</inkml:trace>
  <inkml:trace contextRef="#ctx0" brushRef="#br0" timeOffset="74079.74">19159 500 837 0,'0'0'252'16,"0"0"-100"-16,0 0-70 0,0 0-24 16,0 0-1-16,0 0-29 15,-18-36 4-15,18 36-17 16,-6 0 16-16,6 0-7 16,0 0 0-16,0 0 3 15,0-2 3-15,0 2-10 16,0 0-11-16,0 0-1 15,0 0-6-15,-3 0-2 16,3 0-1-16,0 0 0 16,-6 0-2-16,6 0-4 15,0 0 6-15,0 0-2 16,0 0 1-16,0 0 2 0,0 0-1 16,0 0 1-16,0 0 0 15,0 0 0-15,-3 0 0 16,3 0-1-16,0 0-1 15,0 0 1-15,0 0 1 16,0 0-2-16,0 0 2 16,0 0 2-16,0 0-2 15,0 0 0-15,0 0 0 16,0 0 1-16,0 0-1 16,0 0 0-16,0 0 0 15,0 0-1-15,0 0-1 16,0 0-2-16,0 0 0 15,0 0 2-15,0 0 2 0,0 0-2 16,0 0 2-16,0 0 0 16,0 2 0-16,0 1 0 15,0-3 0-15,0 0 1 16,0 0-1-16,0 0 4 16,0 0 6-16,0 0-3 15,0 0-1-15,0 0 0 16,0-3-5-16,-6-4 0 15,-6 0-1-15,-6 1 1 16,0 5 0-16,-5 1-1 16,5 0-2-16,-15 0 1 15,-3 1-5-15,0 22 0 0,0 3 1 16,3 2 5 0,16 6 0-16,5-4-1 0,12-2 0 15,0-3-3-15,0-12 3 16,29 3 0-16,13-9-6 15,18-2-9-15,-6-5-8 16,-1 0-7-16,-2 0-34 16,-6 0-16-16,-3-10-21 15,-6-2-29-15,-9-3-101 16,-1 1-204-16</inkml:trace>
  <inkml:trace contextRef="#ctx0" brushRef="#br0" timeOffset="74380.66">19499 293 680 0,'0'0'368'0,"0"0"-146"0,0 0-93 0,0 0-16 0,0 0-41 15,0 0-42-15,-41-22-18 16,41 24-12-16,0 22-1 16,0 14 1-16,0 7 13 0,0 4 1 15,0 4-7 1,-18 7-7-16,9-2-1 0,-6-3 1 16,6-5-4-16,6-11-34 15,3-4-114-15,0-12-16 16,0-8-110-16,27-6-268 15</inkml:trace>
  <inkml:trace contextRef="#ctx0" brushRef="#br0" timeOffset="74846.09">19783 559 915 0,'0'0'263'15,"0"0"-124"-15,0 0-81 0,0 0-58 16,0 0 3-16,0 0-2 16,-12 105 9-16,-3-72 10 15,6-2-7-15,-3-2 2 16,3-11-5-16,3-4-5 16,-3-7 4-16,9-7-8 15,0 0 5-15,0 0 22 16,0 0 63-16,0-15-11 15,0-19-50-15,0-11-13 16,0-13-7-16,0-6-1 16,18 5-6-16,15 10-3 15,-6 10 0-15,0 16 1 0,-18 6 4 16,9 12 3 0,-18 5 9-16,0 0-11 0,9 0-6 15,15 7-7-15,6 17 3 16,5 9 2-16,7 10 1 15,-9 4-3-15,-3 0 1 16,-3-1-13-16,-12-9-12 16,3-9-21-16,-9-9-14 15,-9-5-60-15,0-3-17 16,0-4-53-16,0-3-113 16,0-4-379-16</inkml:trace>
  <inkml:trace contextRef="#ctx0" brushRef="#br0" timeOffset="75013.1">19679 681 699 0,'0'0'313'0,"0"0"-145"0,0 0-70 0,0 0-58 0,0 0-32 0,0 0-8 0,137-60-7 15,-65 52 3-15,5 4-16 16,1-3-129-16,3-3-178 15</inkml:trace>
  <inkml:trace contextRef="#ctx0" brushRef="#br0" timeOffset="75313.03">20527 207 1018 0,'0'0'279'0,"0"0"-84"16,0 0-62-16,0 0-81 15,0 0-43-15,0 0-9 16,24 26 0-16,23 8 1 16,-5 13 3-16,0 6 2 15,-24 6-3-15,-15 3-1 16,-3 0-2-16,0-6 0 15,-21-7-1-15,-30-9-2 16,15-9-26-16,-5-6-62 0,5-5-98 16,18-2-75-16,3 0-271 15</inkml:trace>
  <inkml:trace contextRef="#ctx0" brushRef="#br0" timeOffset="75829.03">21094 747 650 0,'0'0'260'15,"0"0"-145"-15,0 0-8 16,0 0-40-16,0 0-11 16,0 0-11-16,-24 32-12 15,21-32 11-15,3 0 2 16,0 0 20-16,0 0 2 15,0 0-17-15,0 0 10 16,0 0-33-16,0-5 3 0,0 0-14 16,0 2-9-1,0 1-1-15,0 2 7 0,0 0-2 16,0 0-11-16,0 0 5 16,0 0-6-16,0 0 0 15,0 0-7-15,0 0 7 16,0 0 0-16,0 0 2 15,0-2 5-15,0-2 1 16,0 3 3-16,0-5 3 16,0 2-14-16,0 1 0 15,0-1-5-15,0 2-40 16,0-1-116-16,0-4-300 0</inkml:trace>
  <inkml:trace contextRef="#ctx0" brushRef="#br0" timeOffset="76747.2">21578 557 615 0,'0'0'258'0,"0"0"-77"0,0 0-14 0,0 0-69 0,0 0-9 15,0 0-17-15,-33-72-7 16,30 72-39-16,3 0-26 0,0 15-8 16,0 14 0-1,0 14 8-15,0-3 1 0,0 3 0 16,3-10-1-16,6-4-2 16,-3-8 2-16,-6-8 2 15,0-2-2-15,0-9 0 16,0-2 3-16,0 0-3 15,0 0 9-15,0 0 12 16,0-13 19-16,0-14 0 16,0-12-21-16,-9-11-4 15,-6-11-3-15,6 0-10 16,6 0 8-16,3 6-9 16,0 13 0-16,0 4 4 15,27 9-5-15,0 8 0 0,6 9-5 16,-12 5 5-1,2 7-4-15,-5 0-9 0,0 0 5 16,0 12 7-16,-9 11-3 16,0 6 4-16,-9-1-1 15,0 3-5-15,-9 0 0 16,-24-4 1-16,-5 6-9 16,2-7-61-16,3 3-73 15,15-9-31-15,3-2-110 16,12-9-362-16</inkml:trace>
  <inkml:trace contextRef="#ctx0" brushRef="#br0" timeOffset="77048.72">22130 265 716 0,'0'0'429'0,"0"0"-209"0,0 0-53 0,0 0-102 0,0 0-54 0,0 0-11 15,-18 8-3-15,0 18 3 16,4 12 11-16,-4 5-3 0,6 12-8 16,3 3 2-16,9 0-2 15,0-3 0 1,0-6-1-16,18-15-21 0,26-10-92 15,7-11-29-15,6-11-47 16,3-2-57-16,2-4-194 16</inkml:trace>
  <inkml:trace contextRef="#ctx0" brushRef="#br0" timeOffset="77463.64">22647 426 679 0,'0'0'328'0,"0"0"-120"15,0 0-106-15,0 0-77 16,0 0-23-16,0 0 6 0,-42 86 11 16,30-48-3-16,3 0 4 15,-6-2-10-15,6-13-6 16,6-3 4-16,-3-13-1 16,6-6-5-16,0-1 5 15,0 0 18-15,0-3 72 16,-3-27-15-16,3-12-74 15,0-14 12-15,0-6-7 16,0 3 0-16,27 4-6 16,3 9 8-16,3 17-14 15,-9 7 13-15,-15 12 2 16,-6 9 5-16,3 1-7 16,-3 0-14-16,15 5-3 15,6 20-6-15,5 7 7 0,4 13 2 16,0 7-1-1,-12 2 1-15,3 6 0 0,-12-5-10 16,-3-10-14-16,-3-11-32 16,-6-12-21-16,0-9-63 15,0-9-19-15,0-4-77 16,0 0-137-16,-18 0-198 16</inkml:trace>
  <inkml:trace contextRef="#ctx0" brushRef="#br0" timeOffset="77613.11">22551 533 646 0,'0'0'306'0,"0"0"-108"15,0 0-76-15,0 0-65 0,0 0-48 0,0 0-9 0,191-78-2 16,-119 70 2-16,0 1 0 16,-4 7-48-16,-5-3-167 15,3-1-310-15</inkml:trace>
  <inkml:trace contextRef="#ctx0" brushRef="#br0" timeOffset="77847.23">23331 171 1104 0,'0'0'279'0,"0"0"-90"0,0 0-104 16,0 0-51-16,0 0-28 15,0 0 4-15,95 77 16 16,-44-30-13-16,-12 8-5 16,-12 7-7-16,-21 1-1 15,-6 6-1-15,-18-1-18 16,-45-5-58-16,-21-3-76 16,-14-6-82-16,-16-3-262 15</inkml:trace>
  <inkml:trace contextRef="#ctx0" brushRef="#br0" timeOffset="86680.07">18872 1752 148 0,'0'0'8'0,"0"0"14"0,0 0 0 0,0 0 9 0,0 0-5 16,-262-131-26-16,181 100-13 15</inkml:trace>
  <inkml:trace contextRef="#ctx0" brushRef="#br0" timeOffset="88120.15">16818 1355 717 0,'0'0'213'0,"0"0"-79"0,0 0-27 0,0 0-38 0,0 0-36 16,0 0 0-16,0 0-6 16,0 0 7-16,0 0-7 15,0 0-4-15,0 0-4 16,3 0-6-16,24 0-1 15,9 0-5-15,5 0-1 16,1 0-1-16,-6 0-4 0,-9 0 0 16,9 0-2-1,-9 0-20-15,5 0-44 0,-11 0-37 16,3 0-35-16,-6 0-48 16,0 0-105-1,-3 4-228-15</inkml:trace>
  <inkml:trace contextRef="#ctx0" brushRef="#br0" timeOffset="88364.41">17072 1476 551 0,'0'0'163'16,"0"0"19"-16,0 0-43 0,0 0-28 15,0 0-23-15,0 0-21 16,-9 7-12-16,9-7 8 15,0 0-31-15,0 0-13 16,0 0-10-16,0 0-5 16,12 0 14-16,6 0-13 15,0 0-5-15,-1 0-4 16,1 0 3-16,-3 0-81 16,3 0-63-16,6 0-110 15,3-3-285-15</inkml:trace>
  <inkml:trace contextRef="#ctx0" brushRef="#br0" timeOffset="90263.74">12831 1307 763 0,'0'0'272'0,"0"0"-137"0,0 0-25 0,0 0-57 0,0 0-28 16,0 0-7-16,0-4-14 15,0 8 7-15,0 15-7 16,0 10 64-16,0 9-35 0,0 2-8 16,3 3-2-16,6 4 16 15,-3-4-25-15,-3 1-4 16,3-9 13-16,-6-4-15 16,0-9-7-16,0-10 9 15,0-7-7-15,0-3 5 16,0-2-5-16,0 0 6 15,0 0 12-15,0-7 22 16,0-16-10-16,0-9-33 16,-18-18 3-16,-9-10-4 15,4-11 1-15,5-5-1 16,18 2-1-16,0 4-3 0,0 13 1 16,26 12-2-1,16 7 0-15,3 10-6 0,0 6 2 16,0 10-6-1,-4 5 6-15,-5 7 0 0,6 0-7 16,-6 12-12-16,-9 19 5 16,-9 7 6-16,-9 7 3 15,-9-2 7-15,0-1 7 16,-9-5 1-16,-18-9-4 16,3-4 2-16,6-8-23 15,6 1-43-15,6-4-74 16,3-6-21-16,3-2-82 15,0-5-255-15</inkml:trace>
  <inkml:trace contextRef="#ctx0" brushRef="#br0" timeOffset="90713.89">13620 1003 686 0,'0'0'274'0,"0"0"-146"0,0 0-34 0,0 0-9 15,0 0-27-15,0 0-8 16,-33-7-17-16,6 14 0 16,3 18 4-16,-3 11 11 15,0 11-9-15,6 11-1 16,-2 6-15-16,14 6-15 16,0 3 3-16,9-7-11 15,0-5 0-15,0-15 0 16,0-9 0-16,18-9 3 15,14-6-3-15,-11-5-9 16,6-6-7-16,6-6-38 16,3-5-69-16,0 0 5 15,5 0-8-15,-5-9-22 0,-9-8-70 16,6-5-37-16,-12 1-125 16</inkml:trace>
  <inkml:trace contextRef="#ctx0" brushRef="#br0" timeOffset="91196.22">13900 1424 408 0,'0'0'277'0,"0"0"-31"16,0 0-96-16,0 0-68 15,0 0-36-15,0 0-26 16,0 12-9-16,0 13 33 16,0 5-23-16,0 0 20 15,-6 2-5-15,-3-5 4 0,6 0-20 16,-6-9 4-1,9 0-7-15,-5-12 1 0,5 0-14 16,0-6 1-16,0 0 29 16,0 0 22-16,-3-2 9 15,-3-20-6-15,-3-9-41 16,0-9-18-16,0-10 1 16,9-3-1-16,0-1 0 15,0 4-2-15,0 6 1 16,0 11 0-16,0 5-1 15,0 6 2-15,18 5-2 16,-3 7-2-16,-7 8 0 16,-5 1 2-16,6 1-4 0,6 0 0 15,3 0 0 1,3 20 2-16,3 12-1 16,9 3 3-16,-6 8-1 15,-6 2 3-15,-6-2-6 0,3 0 6 16,-9-7 0-16,-1-6 0 15,-8-5-4-15,9-4-10 16,-9-10-9-16,9-4-30 16,-9-4-59-16,0-3-32 15,0 0-55-15,0 0-108 16</inkml:trace>
  <inkml:trace contextRef="#ctx0" brushRef="#br0" timeOffset="91413.54">13873 1457 638 0,'0'0'354'0,"0"0"-185"16,0 0-94-16,0 0-18 0,0 0-33 0,0 0-6 0,-5-21 7 15,22 16-25-15,7-1 0 16,-3 5-1-16,3-5-11 15,3 4-69-15,6 0-80 16,-6 2-119-16,0-4-488 0</inkml:trace>
  <inkml:trace contextRef="#ctx0" brushRef="#br0" timeOffset="92324">14348 1648 539 0,'0'0'135'0,"0"0"-9"0,0 0-15 0,0 0-18 0,0 0-6 16,0 0-5-16,0 0 29 15,0 0-30-15,-6 0 13 16,3 0 8-16,-3-10-34 16,3-5-41-16,-3-1-2 15,3-4-11-15,-3 4-9 16,3-2-2-16,-3-2 5 0,6 1-3 15,0-4 2-15,0-2-6 16,0 1 0-16,0 6-1 16,0 3-2-16,0 4 2 15,0-1-1-15,0 4 1 16,0 3 0-16,0 1-1 16,6-1 1-16,-6 5-2 15,3-3 2-15,-3 3 0 16,0 0 1-16,0 0-3 15,0 0 2-15,0 0 0 16,0 0 0-16,0 0-3 16,0 0 3-16,0 0-1 15,0 0 1-15,0 0 0 0,0 0-2 16,0 0 2-16,0 0-1 16,0 0 0-16,0 0 1 15,0 0-1-15,0 0 1 16,0 0-2-16,0 0-12 15,0 0-16-15,0 0-15 16,0 0-57-16,0 0 12 16,0 0-5-16,0 0-32 0,0 0-19 15,0 0-154 1</inkml:trace>
  <inkml:trace contextRef="#ctx0" brushRef="#br0" timeOffset="93946.8">14312 1431 416 0,'0'0'242'0,"0"0"-105"0,0 0-40 0,0 0-47 15,0 0-35-15,0 0-14 16,0 0-1-16,36-33-4 15,-27 33 4-15,0 0 10 16,0 0 1-16,9 0 9 16,-3 0 4-16,-3 0 9 15,-3 0-9-15,0 0-2 0,0 0-7 16,0 0-5-16,0 0 17 16,0 6-6-16,6 4 2 15,-6 0 14-15,0 4-7 16,0 1-14-16,5 1 4 15,-5 2-11-15,3 2-4 16,3 1 12-16,-6 0-9 16,3 1 9-16,-3-3-3 15,-3 1-6-15,3-7 10 16,-6 4-17-16,3-2 4 16,3 1-2-16,-9-1 7 15,9-1-10-15,-9-2-2 0,0-3 2 16,0-5 0-16,0-1 0 15,0-3 1-15,0 0-1 16,0 0-19-16,0 0-30 16,0 0-15-16,0 0-54 15,9 0-112-15,9-7-329 16</inkml:trace>
  <inkml:trace contextRef="#ctx0" brushRef="#br0" timeOffset="94430.09">15065 1380 514 0,'0'0'376'0,"0"0"-222"0,0 0-54 0,0 0-60 16,0 0-15-16,0 0-22 0,-51-9 5 0,42 9 33 15,0 0 10-15,0 0-13 16,-6 5-1-16,12 5-11 16,-6-1-9-16,3 5-5 15,4-2-2-15,-4 0-5 16,3 3 3-16,3-6-6 16,0-5-1-16,0 1 1 15,0-5-2-15,0 0 0 16,0 0 0-16,0 0 0 15,0 0 0-15,0 0-11 16,0 0-67-16,0 0-62 0,0 0-131 16</inkml:trace>
  <inkml:trace contextRef="#ctx0" brushRef="#br0" timeOffset="96612.94">15104 1431 541 0,'0'0'121'15,"0"0"-20"-15,0 0 47 0,0 0-54 0,0 0-4 0,0 0-13 0,0 0-4 16,15-53 2-16,-15 51-13 0,0 2 10 15,0 0-11-15,0 0-10 16,0 0-21-16,0 0-7 16,-15 0-15-16,-6 0-8 15,-21 7 1-15,6 13-2 16,-15 2-1-16,7 6 2 16,8 2 1-16,0 1-1 15,9 0 1-15,3 2-1 16,15-4 0-16,9-4-2 15,0-2 2-15,0-7 0 0,18-1 1 16,9-7 2-16,15 0-3 16,-6-5 0-16,9-3 7 15,5 0-7-15,4 0-10 16,6 0-34-16,2-15-72 16,1-2-24-16,6-1-73 15,0-1-96-15,-16-1-303 16</inkml:trace>
  <inkml:trace contextRef="#ctx0" brushRef="#br0" timeOffset="96900.3">15576 1173 733 0,'0'0'346'16,"0"0"-121"-16,0 0-83 15,0 0-44-15,0 0-51 16,0 0-40-16,-27-4-7 16,63 32 1-16,14 10 16 15,-11 7 1-15,3 8-5 16,-15 7-4-16,-9 4-3 16,-12 2-5-16,-6 1-1 15,0-2 0-15,-42-8-5 16,-9-5-21-16,-6-7-42 15,-20-9-78-15,-19-5-70 16,-17-6-170-16</inkml:trace>
  <inkml:trace contextRef="#ctx0" brushRef="#br0" timeOffset="97563.39">12727 1431 248 0,'0'0'179'0,"0"0"-45"0,0 0-22 0,0 0 1 0,0 0-7 15,0 0-2 1,-6 0-30-16,6 0-10 0,0 0-28 16,0 0-20-16,0 0 23 15,15 0-5-15,12 0 1 16,8 0-11-16,7 0-11 15,-3 0-5-15,3-3-8 16,9 0 0-16,-13 2-5 16,4 1-56-16,3 0-193 15,-9 0-349-15</inkml:trace>
  <inkml:trace contextRef="#ctx0" brushRef="#br0" timeOffset="98698.99">18478 1487 659 0,'0'0'233'15,"0"0"-47"-15,0 0-82 0,0 0-28 0,0 0-49 16,0 0-21-16,-3 6-6 16,3 17 2-16,0 10 30 15,0 5 8-15,0 0 0 16,0 6-14-16,0-1-5 0,0-7-18 15,0-6 18 1,0-7-9-16,0-9 2 0,0-8-10 16,0-4-4-16,0-2 10 15,0 0 26-15,0 0 26 16,0-8 12-16,0-20-31 16,0-4-32-16,0-11-9 15,0-9 5-15,0-8-1 16,0-2-4-16,0 0-1 15,0 4-1-15,9 9 0 16,27 4 0-16,0 9-3 16,6 9 0-16,2 8 0 15,-2 10 2-15,3 5-1 16,-18 4-4-16,9 0 5 16,-9 6-9-16,-12 20 9 15,-12 4-13-15,-3 3 14 16,0-1-4-16,-39-1 4 0,-9 0 0 15,0-1 0-15,-3-2-7 16,16-4-23-16,-1-3-32 16,12-2-62-16,12-6-50 15,12-6-14-15,0-7-109 16,0 0-177-16</inkml:trace>
  <inkml:trace contextRef="#ctx0" brushRef="#br0" timeOffset="99142.23">19490 1207 658 0,'0'0'284'0,"0"0"-148"16,0 0-2-16,0 0-33 0,0 0-19 0,0 0 28 0,0-55-23 16,0 55-25-16,0 0-21 15,-17 0-22-15,-16 12-16 16,-3 15-3-16,-15 13 3 15,-3 7-1-15,19 8-2 16,-1 7-1-16,12 0 1 16,6-1 0-16,18-7 2 15,0-8-4-15,0-9 1 16,24-11-13-16,12-7 0 16,8-7-4-16,1-3 1 15,6-7-19-15,-6-2-57 16,23 0-58-16,-5 0-4 0,6-8-120 15,3-13-315 1</inkml:trace>
  <inkml:trace contextRef="#ctx0" brushRef="#br0" timeOffset="99546.83">20327 1309 853 0,'0'0'253'0,"0"0"-93"16,0 0-55-16,0 0-2 0,0 0-23 15,0 0-40-15,-72-40-11 16,36 40-16-16,-18 9-8 15,-5 16 2-15,5 8 2 16,0 4 1-16,12 0 0 16,7 2-7-16,11-2-3 15,15-5 3-15,9-2-3 16,0-9-4-16,9-3-2 16,26-7 6-16,7-2-1 15,18-5 0-15,3-4-7 0,-1 0-4 16,7 0-21-1,0 0-38-15,-7-4-75 0,7-5 6 16,-12-3-50 0,-6 2-169-16</inkml:trace>
  <inkml:trace contextRef="#ctx0" brushRef="#br0" timeOffset="100446.75">20921 1353 125 0,'0'0'627'0,"0"0"-386"0,0 0-105 0,0 0-32 0,0 0-39 16,0 0-1-16,0-17-8 16,0 17 10-16,0 0-7 15,-9 0-14-15,9 0-2 16,0 0-25-16,0 0-10 16,0 0-8-16,0 0 0 15,0 0-1-15,0 0-2 16,-9 0 3-16,9 0-1 15,-9 0 1-15,9 6 3 16,0 1-1-16,-9-1 4 0,3 0-3 16,3 4 2-16,-3-1-2 15,3 4-3-15,-3-2 2 16,-3 6 3-16,0 3-4 16,6 2 1-16,-12 6-2 15,6-3 1-15,-3 7-1 16,3-4 0-16,-5 1 0 15,14-3-1-15,-9-4 2 16,9-9-1-16,0-6 0 16,0-2 1-16,0-5 1 15,0 0 3-15,0 0 5 16,0 0 9-16,0 0 17 16,0-5-12-16,0-6-21 0,-9-3 1 15,9-6 0 1,-9-3-4-16,9-6 2 0,0-9-2 15,0-7 0-15,0-3-1 16,9 3 1-16,9 1-1 16,8 9 1-16,1 5-1 15,-3 3 0-15,-3 4-1 16,3 3 1-16,3 1 1 16,6 5-3-16,-6 6 1 15,-1 7 2-15,-8 1-4 0,9 0-10 16,0 4 12-16,0 20 2 15,-3 4-4-15,-6 6 4 16,0 0 0 0,-9 5 0-16,9 2-2 15,-12 1 0-15,3-1 2 0,-9 0 2 16,0-6-2-16,0-1 1 16,0-5-2-16,0-9 1 15,0 0 0-15,2-9 0 16,-2-1 2-16,6-7-4 15,-6-1-8-15,3-2-2 16,3 0-32-16,-6 0-53 16,9 0-59-16,3 0-38 15,12 0-96-15,12-5-520 16</inkml:trace>
  <inkml:trace contextRef="#ctx0" brushRef="#br0" timeOffset="100846.15">21873 1349 675 0,'0'0'237'0,"0"0"-90"0,0 0-15 0,0 0-33 0,0 0-2 16,0 0 6-16,0-63-26 0,-6 63-40 16,-11 0-1-16,-1 0-24 15,-9 0-12-15,-9 17 0 16,-6 7 1-16,0 10-1 16,12 3-4-16,4-2 3 15,11 1 1-15,6 0 0 16,9-5 7-16,0-1-7 15,0-6 0-15,15-4-4 16,20-7 2-16,1-5 1 16,24-7-14-16,-3-1 6 15,8 0-11-15,-2 0-58 16,-3-9-46-16,-3-4-31 16,-16-3-90-16,1 2-215 0</inkml:trace>
  <inkml:trace contextRef="#ctx0" brushRef="#br0" timeOffset="101165.51">22253 1035 765 0,'0'0'323'0,"0"0"-118"15,0 0-59-15,0 0-51 0,0 0-58 16,0 0-22 0,-9-9 3-16,9 9-16 0,27 17 6 15,8 5 12-15,7 9 3 16,-6 4-23-16,15 7 15 16,-12 3-14-16,-6 2 0 15,-7 6-2-15,-17 2 2 16,-9 0-5-16,0 3 3 15,-35-4-22-15,-25 4-40 16,-21 0-87-16,1 1-108 16,-16-4-259-16</inkml:trace>
  <inkml:trace contextRef="#ctx0" brushRef="#br0" timeOffset="102129.84">21682 1778 568 0,'0'0'148'0,"0"0"-4"0,0 0-19 0,0 0-41 0,0 0-11 0,0 0-32 15,-53 57 16-15,47-54-7 16,6-3 1-16,0 0 22 15,0 0-17-15,0 0-3 16,0 0 24-16,0 0-22 16,0-6-9-16,0-9 11 15,0-9-53-15,0-5 7 16,0-10-9-16,0-3 2 16,18-1-4-16,14-3 3 15,-5 5 6-15,9-2-9 16,-3 9 1-16,-6 6 6 15,0 1-3-15,-9 6-2 16,6 4 5-16,-13 3-5 16,7 1-2-16,-9 10 7 0,-3-2-6 15,-3 5 0-15,-3 0-1 16,0 0-9-16,0 0 5 16,6 0 3-16,-3 0-1 15,6 0-8-15,6 8 10 16,3 7 0-16,-9 1 1 15,15 1 3-15,-12 4-8 16,3 3 4-16,-6 3 0 16,-6 2 1-16,-3 4 0 15,0-2 0-15,0 2-1 16,0-3 0-16,0 2 3 16,0-2-3-16,0-1-2 0,0-3 2 15,-3-2 1-15,3-3-1 16,-6-6 0-16,3-1 0 15,3-6 1-15,-6-1 0 16,6-6-1-16,0-1-2 16,0 0 2-16,0 0 1 15,0 0-1-15,0 0-1 16,0 0-3-16,0 0-6 16,0 0-32-16,0 0-27 15,0 0-34-15,0-7-105 16,0-4-47-16,0-1-145 15</inkml:trace>
  <inkml:trace contextRef="#ctx0" brushRef="#br0" timeOffset="102447.18">21551 1632 594 0,'0'0'209'0,"0"0"-30"0,0 0-68 0,0 0-12 15,0 0-23-15,0 0-33 0,-27-4 0 16,27 4-11 0,0 0-24-16,18 0-6 0,18 0 12 15,15 0-6-15,-4 0-5 16,4 0-3-16,-6 0-4 15,-3 0 4-15,-6 0 0 16,-1 0-30-16,-8 0-75 16,-3 0-60-16,-3-3-110 15,3-1-535-15</inkml:trace>
  <inkml:trace contextRef="#ctx0" brushRef="#br0" timeOffset="103034.95">22268 1138 583 0,'0'0'231'0,"0"0"-32"0,0 0-47 0,0 0-36 0,0 0-31 15,0 0-6-15,-33-18-17 16,33 18-16-16,0 0-16 16,0 0-19-16,0 0-7 15,18 0 3-15,27 15 3 16,8 7-1-16,4 4 4 0,-9 7-13 15,3 5 2 1,-10 6-2-16,-5 6 0 0,-9 0 0 16,-15 1 1-16,-6 3-1 15,-6-2 0-15,0-2 2 16,-6-2-1-16,-15-3-1 16,-6-5-7-16,-9-2 5 15,4-2-9-15,-10-9-6 16,3 3-26-16,-3-6-28 15,0 0-25-15,-2-3-40 16,-10-3-69-16,3 3-183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3:37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17 251 14279,'0'0'10772,"0"6"-10409,6 326 2279,-24-586-1818,16 194-836,0 30 25,2 0 0,5-52 1,-4 75-21,0 0 1,1-1 0,0 1 0,0 0-1,1 0 1,-1 0 0,2 0 0,-1 1-1,1-1 1,0 1 0,0 0 0,1 0 0,-1 0-1,1 1 1,11-10 0,-14 13 3,0 0 0,0 1 1,0-1-1,1 0 0,-1 1 1,0 0-1,1-1 0,-1 1 1,1 0-1,-1 0 0,1 1 1,-1-1-1,1 0 0,0 1 1,-1-1-1,1 1 0,0 0 0,-1 0 1,1 0-1,0 1 0,-1-1 1,1 0-1,0 1 0,-1 0 1,4 1-1,-4-1-5,1 1-1,-1 1 1,0-1-1,0 0 1,0 0-1,0 1 1,-1-1-1,1 1 1,0 0-1,-1-1 1,0 1-1,0 0 1,0 0-1,0 0 1,0 0 0,0 0-1,-1 0 1,0 0-1,1 0 1,-1 0-1,0 4 1,0 4-7,0 1 1,-1-1 0,0 0-1,-1 1 1,0-1 0,-1 0-1,0 0 1,0 0 0,-1 0-1,-1-1 1,0 0 0,0 1-1,-1-2 1,-1 1 0,-9 12-1,-6 6-514,-10 15-4995,30-36 1773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3:37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53 11045,'0'0'13430,"0"-10"-11986,0-31-231,-2 40-169,-3 10-798,-4 13-167,-4 28 147,3 1-1,1 0 1,3 0 0,1 81 0,5-128-380,0 0 1,0 0-1,1 0 1,-1 0 0,1 0-1,0 0 1,0 0 0,1-1-1,-1 1 1,1 0-1,-1-1 1,1 1 0,1-1-1,-1 1 1,0-1-1,1 0 1,-1 0 0,1 0-1,0-1 1,0 1 0,0-1-1,0 1 1,1-1-1,5 3 1,-5-4-554,-1 1 0,1-1 0,0 0 0,0-1 0,0 1-1,0-1 1,-1 1 0,1-1 0,0 0 0,0-1 0,0 1 0,0-1 0,0 0 0,-1 0 0,1 0-1,0 0 1,5-3 0,14-10-7286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3:38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42 242 9524,'0'0'14415,"-1"0"-14365,0 1-1,1-1 1,-1 1-1,0-1 1,1 1-1,-1-1 1,1 1 0,-1 0-1,1-1 1,-1 1-1,1 0 1,-1 0-1,1-1 1,0 1 0,-1 0-1,1 0 1,0-1-1,0 1 1,-1 0 0,1 0-1,0 0 1,0 0-1,0 1 1,-5 32 802,-1 0 0,-12 38 0,19-84-261,0 0 0,-1 0 1,-2-24-1,-1-14-473,5 32-111,0 1-1,1-1 0,1 0 1,1 1-1,0 0 0,1 0 1,1 0-1,1 1 0,0 0 0,1 1 1,1 0-1,0 0 0,20-21 1,-29 34-6,0 0 1,0 0 0,1 1-1,-1-1 1,1 1 0,-1-1 0,1 1-1,0-1 1,-1 1 0,1 0 0,0 0-1,0-1 1,0 2 0,0-1-1,0 0 1,0 0 0,0 1 0,0-1-1,0 1 1,1-1 0,-1 1 0,0 0-1,0 0 1,0 0 0,1 0-1,-1 0 1,0 1 0,0-1 0,0 1-1,0-1 1,0 1 0,0 0 0,0 0-1,0 0 1,0 0 0,0 0-1,0 0 1,0 0 0,-1 1 0,1-1-1,0 1 1,-1-1 0,3 4 0,1 2 4,1 1 0,-1 0 0,-1 0 0,0 0 0,0 0 0,0 1 0,-1 0 0,0 0 0,1 9 0,2 32-55,-2-1 1,-2 1-1,-5 54 1,1-6-5358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3:38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8404,'0'0'15895,"75"-77"-15783,-43 73-48,-3 4-64,1 0-64,-2 0-160,2 0-1825,1 2-1761,1 4-3121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3:38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24 384 8932,'0'0'10584,"-3"3"-9629,-9 6 992,6-12 2715,3-13-474,3-1-5087,0 16 664,1-18 295,1 1 0,1 1 0,0-1-1,1 0 1,1 1 0,1-1 0,0 1 0,1 1 0,1-1 0,1 1 0,0 1 0,18-23 0,-16 20-20,31-42 0,-39 57-39,-1-1 0,1 1 0,0 0 0,0 1 0,0-1 0,0 0 0,1 1 0,-1 0-1,1 0 1,-1 0 0,1 0 0,0 0 0,7-1 0,-9 3-5,-1 0 0,1 0-1,-1 0 1,1 0 0,-1 1 0,1-1-1,-1 0 1,0 1 0,1 0 0,-1-1-1,1 1 1,-1 0 0,0-1 0,0 1-1,1 0 1,-1 0 0,0 0 0,0 0-1,0 0 1,0 0 0,0 1 0,0-1-1,-1 0 1,1 0 0,0 1 0,0 1-1,16 41 40,-15-38-32,5 30-11,-1 1 0,-1 0 0,-2 0 0,-2 0 0,-4 45 0,2-4-520,11-82-5399,0-5 3309,-5 5 1099,12-12-4043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3:39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13654,'0'0'13462,"-11"1"-12928,6-1-500,0 0-1,1 1 1,-1 0-1,1 0 1,-1 1 0,1-1-1,0 1 1,-1 0-1,1 0 1,0 0 0,0 0-1,-6 6 1,4-2 22,0 0 0,0 0 0,1 1 0,0 0 0,1 0 0,-1 0 1,1 0-1,-3 10 0,0 0-23,1 0 0,0 0 0,2 1 0,0 0 0,1-1 0,0 2 0,2-1 0,0 0 0,2 28 1,0-44-53,0 1 1,-1-1-1,1 0 1,0 1-1,0-1 1,0 0-1,0 0 1,1 0-1,-1 0 1,0 0-1,1 0 1,0 0-1,-1-1 1,1 1-1,0-1 0,0 1 1,0-1-1,0 1 1,0-1-1,0 0 1,0 0-1,1 0 1,-1 0-1,0 0 1,0-1-1,1 1 1,-1-1-1,1 0 1,3 1-1,9 0-475,1 0 0,-1 0 0,22-4-1,-28 3 104,2-2-328,0 1 1,-1-1 0,1-1-1,0 0 1,-1 0 0,0-1-1,16-8 1,24-16-4951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3:39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13574,'0'0'13641,"14"-10"-12945,-6 3-580,-4 3-68,0 1 1,1-1-1,-1 1 1,1 0 0,0 0-1,9-3 1,-13 6-32,1-1 0,0 1 0,0-1 0,-1 1 1,1 0-1,0 0 0,0 0 0,0 0 0,-1 0 0,1 0 0,0 1 0,0-1 0,-1 0 0,1 1 1,0 0-1,-1-1 0,1 1 0,0 0 0,-1 0 0,1 0 0,-1 0 0,1 0 0,-1 0 0,0 0 0,1 0 1,-1 1-1,0-1 0,0 0 0,1 3 0,8 10 54,0 1 0,-1 0-1,-1 1 1,-1 0 0,0 0 0,-1 0 0,-1 1 0,0 0 0,-1 0-1,-1 1 1,1 27 0,-3-24-150,-1 1 0,-1-1 0,-2 1 0,0-1-1,-1 0 1,-1 0 0,0 0 0,-2-1 0,-10 22 0,9-24-366,0-3-1345,1 0 1,1 1-1,-7 26 0,11-19-3762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3:39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14679,'0'0'12229,"101"-27"-12229,-69 27-96,-4 0 96,-5 0-1392,-7 0-1938,-2 7-2513</inkml:trace>
  <inkml:trace contextRef="#ctx0" brushRef="#br0" timeOffset="1">47 173 11829,'0'0'12134,"79"0"-12102,-47-9-64,-1 2-256,-3 0-2722,0-4-4097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3:46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28 349 12374,'0'0'12163,"-5"6"-11384,4 9-452,0 1 0,0-1 0,1 1 0,1-1 1,1 1-1,6 29 0,0 1 80,-3-27 661,-11-46-10,-3 1-1027,1 0 0,2-1-1,1 0 1,0 0 0,2 0 0,2 0 0,0 0-1,5-41 1,-3 55-36,1 0 0,1 1 0,0-1-1,1 1 1,0 0 0,1 0 0,0 0 0,1 0-1,0 1 1,1 0 0,0 0 0,1 1 0,0 0 0,0 0-1,1 1 1,1 0 0,0 1 0,0 0 0,0 0-1,13-6 1,-19 11-10,-1 1-1,1 0 1,0 0-1,0 0 1,0 1-1,0-1 1,1 1-1,-1 0 1,0 0-1,1 1 1,-1-1-1,0 1 1,1 0 0,-1 0-1,0 0 1,1 1-1,-1-1 1,0 1-1,7 2 1,-8-1 7,0 0 0,-1 0 0,1 0 0,0 1 0,-1-1 0,0 1 0,1-1 0,-1 1 1,0 0-1,-1 0 0,1 0 0,0 0 0,-1 0 0,1 0 0,-1 0 0,0 0 0,0 1 1,-1-1-1,1 0 0,-1 1 0,1-1 0,-1 1 0,0-1 0,-1 6 0,1-2 59,-1 0-1,0 0 1,0 1 0,0-1-1,-1 0 1,0 0-1,-1 0 1,0-1-1,0 1 1,0 0 0,-1-1-1,0 0 1,0 0-1,0 0 1,-1-1-1,-9 10 1,-42 28-2425,-7-10-9689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3:46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44 10565,'0'0'13265,"1"-8"-12100,4-24-367,-5 32-788,0 0 0,0 0 0,0 0 0,0 1 0,-1-1 0,1 0 0,0 0 0,0 0 0,0 0 0,0 0 0,0 0 0,0 0 0,-1 1 0,1-1 0,0 0 0,0 0 0,0 0 0,0 0 0,0 0 0,-1 0 0,1 0 0,0 0 0,0 0 0,0 0 0,0 0 0,-1 0 0,1 0 0,0 0 0,0 0 0,0 0 0,0 0 0,-1 0 0,1 0 0,0 0 0,0 0-1,0 0 1,0 0 0,0 0 0,-1 0 0,1-1 0,0 1 0,0 0 0,0 0 0,0 0 0,0 0 0,0 0 0,-1 0 0,1-1 0,0 1 0,0 0 0,0 0 0,0 0 0,0 0 0,0 0 0,0-1 0,0 1 0,0 0 0,0 0 0,0 0 0,0 0 0,0-1 0,0 1 0,0 0 0,0 0 0,0 0 0,0 0 0,0-1 0,0 1 0,0 0 0,-10 8 89,1 4 28,0 0-1,0 0 1,2 1 0,-1 0-1,2 1 1,0-1 0,0 1 0,1 0-1,1 1 1,-5 24 0,5-10-97,0 0 1,2 0 0,1 0 0,5 48-1,-4-72-101,1-1 1,0 1-1,0-1 0,0 1 0,1-1 1,-1 0-1,1 0 0,0 1 0,0-1 1,0-1-1,1 1 0,0 0 0,-1-1 1,1 1-1,0-1 0,1 0 0,-1 0 1,1 0-1,-1 0 0,1 0 0,0-1 1,0 0-1,0 0 0,0 0 0,6 2 1,-4-2-490,0-1 0,0 0 0,0 0 1,0 0-1,0-1 0,1 1 0,-1-2 0,6 0 1,-5 0-550,0 0 1,-1 0-1,1-1 1,0 0-1,-1-1 0,0 1 1,9-6-1,15-11-6065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3:47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81 11509,'0'0'11662,"1"19"-9235,1-22-2460,-1 0 0,1-1 0,-1 1 0,1 0 0,0 0 0,0 0 0,0 0 0,1 0-1,-1 0 1,1 1 0,-1-1 0,1 1 0,0 0 0,0 0 0,0 0 0,0 0 0,1 0-1,-1 0 1,0 1 0,1 0 0,3-1 0,2 2-295,-8 0 453,1 0 0,0 0 1,-1 0-1,1 0 0,0 0 1,-1 0-1,1 0 0,-1 0 1,1-1-1,0 1 0,-1-1 1,1 1-1,2-2 0,-4 1-14,1-1-1,-1 1 0,1-1 0,-1 1 1,1-1-1,-1 1 0,0-1 0,0 1 0,0-1 1,0 1-1,0-1 0,0 0 0,0 1 1,0-1-1,-1 1 0,0-3 0,1 3-91,-1 0 0,0 0 0,0 0 0,1 0 0,-1 0 0,0 1-1,0-1 1,0 0 0,0 0 0,0 1 0,0-1 0,0 0 0,0 1 0,0-1 0,-1 1-1,1 0 1,0-1 0,0 1 0,0 0 0,-1 0 0,1 0 0,0-1 0,0 1 0,0 1-1,-1-1 1,0 0 0,-36 4 72,33-1-82,1-1 0,-1 1 1,1 0-1,-1 0 1,1 0-1,0 1 1,0-1-1,1 1 1,-1 0-1,1 0 1,0 1-1,0-1 1,0 1-1,1-1 1,-1 1-1,1 0 1,0 0-1,1 0 0,-3 8 1,0 6 25,1-1-1,0 1 1,1 0 0,1 21-1,1-37-37,0-1-1,1 1 0,-1 0 1,1-1-1,0 1 0,-1-1 1,1 1-1,0-1 0,1 0 1,-1 1-1,0-1 0,1 0 1,-1 0-1,1 0 1,-1 0-1,1 0 0,0 0 1,0 0-1,0 0 0,0-1 1,1 1-1,-1-1 0,0 0 1,0 1-1,1-1 0,-1 0 1,1 0-1,-1-1 0,1 1 1,-1-1-1,5 1 0,9 2-69,0-1 0,0-1-1,30-2 1,-40 1 43,2-1-283,0 0-1,0-1 1,0 0-1,-1 0 0,1-1 1,-1 0-1,12-6 1,23-8-8934,-28 13 1753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3:48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22 307 10117,'0'0'10511,"-3"5"-9433,1 1-1728,-8 15 4234,5-18-1297,3-16-1260,4-1-874,-1 0 0,2 0 0,0 0 0,0 0 0,1 1 0,1 0 0,0-1 0,1 2 0,1-1 0,11-17 0,-1 5-93,1 0 0,1 1 0,40-38 1,-56 59-68,0 0 1,1 0 0,-1 0 0,1 1 0,-1-1-1,1 1 1,0 0 0,0 0 0,8-2 0,-11 3 3,0 1 1,1 0 0,-1 0 0,1 0-1,-1 0 1,0 0 0,1 1 0,-1-1-1,0 0 1,1 0 0,-1 1 0,0-1-1,1 1 1,-1 0 0,0-1 0,0 1 0,1 0-1,-1 0 1,0-1 0,0 1 0,0 0-1,0 0 1,0 0 0,0 0 0,-1 1-1,1-1 1,0 0 0,0 0 0,-1 0-1,1 1 1,-1-1 0,1 2 0,7 17-33,-2 1 1,-1-1-1,0 1 1,-1 1-1,-2-1 1,0 0-1,-1 1 1,-3 26-1,2-9-95,5 43 0,-2-68-906,-3-13 599,0-1 0,1 1 0,-1-1-1,1 1 1,-1 0 0,0-1 0,1 1-1,-1-1 1,1 1 0,0-1 0,-1 1 0,1-1-1,-1 0 1,1 1 0,-1-1 0,1 0-1,0 1 1,-1-1 0,1 0 0,0 0-1,-1 0 1,1 1 0,0-1 0,0 0 0,-1 0-1,2 0 1,13 0-6737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3:48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13 351 8724,'0'0'12833,"-1"5"-11876,-4 21 873,3-32 1995,-2-24-3330,5 14-357,0 0 0,1 1 1,1-1-1,1 1 0,0 0 1,1 0-1,1 0 0,10-20 1,2 3-55,0 1 0,38-47-1,-52 73-78,0-1-1,1 1 1,0 0-1,0 1 0,0-1 1,0 1-1,9-5 0,-13 8-7,0 1 0,1-1 1,-1 1-1,0-1 0,0 1 0,1 0 0,-1-1 0,0 1 0,0 0 0,1 0 0,-1 0 0,0 0 0,1 0 0,-1 0 0,0 1 0,1-1 0,-1 0 0,0 1 0,0-1 0,1 1 0,-1-1 0,0 1 0,0 0 0,0-1 0,0 1 0,0 0 0,0 0 0,0 0 0,0-1 0,0 1 0,0 0 0,0 0 0,-1 1 0,1-1 0,0 0 0,-1 0 0,1 0 0,-1 0 0,1 1 0,-1-1 0,1 0 0,-1 0 0,0 2 0,6 16 12,0-1 0,-2 1 0,0 0 0,-2 0 0,2 21 0,-5 102-174,-2-59-415,3-33-139,0-40-4241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3:48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13094,'0'0'11429,"16"-39"-11429,7 33 0,5 3 0,0-3-16,2 3-640,-1-4-1697,-1-1-480,2 0-2834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3:49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45 13350,'0'0'13940,"3"-9"-13148,-2 3-717,11-21 145,-12 27-213,1 0 0,0-1 1,0 1-1,-1-1 0,1 1 0,0 0 0,0 0 1,0 0-1,0-1 0,-1 1 0,1 0 0,0 0 1,0 0-1,0 0 0,0 0 0,-1 0 0,1 0 1,0 1-1,0-1 0,0 0 0,-1 0 0,1 1 1,0-1-1,0 0 0,0 1 0,-1-1 0,1 1 0,0-1 1,-1 1-1,1-1 0,-1 1 0,1 0 0,0-1 1,-1 1-1,1 0 0,-1-1 0,1 2 0,10 9-26,0 1-1,-1 0 1,0 0-1,-1 1 0,0 1 1,-1-1-1,-1 2 0,0-1 1,-1 1-1,0-1 1,-1 2-1,-1-1 0,-1 0 1,0 1-1,-1 0 0,0 0 1,-2-1-1,1 1 1,-2 0-1,0 0 0,-1 0 1,-1-1-1,0 1 0,-1-1 1,-1 0-1,0 0 0,-9 16 1,-1-1-1709,-29 45 0,-7-14-4543,1-16-3859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3:50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73 10741,'0'0'11464,"2"-12"-10437,4-49 4133,-14 96-9786,-3-24 1208,-5-1-1211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3:55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150 243 4066,'0'0'9143,"-2"-16"-8170,2 12-981,-5-66 1710,5 55-632,1 1 1,0-1-1,1 0 1,4-17-1,0 14 461,4-25 2736,4 96-3843,-7 25-163,-3-1 1,-6 81-1,-1-33-175,-22 228 135,25-353-214,0 0-1,0 1 1,0-1-1,0 0 1,0 0-1,0 1 1,0-1-1,0 0 1,0 0-1,0 0 1,0 1-1,0-1 1,0 0 0,0 0-1,-1 0 1,1 1-1,0-1 1,0 0-1,0 0 1,0 0-1,0 0 1,0 1-1,-1-1 1,1 0-1,0 0 1,0 0 0,0 0-1,0 0 1,-1 0-1,1 0 1,0 1-1,0-1 1,0 0-1,-1 0 1,1 0-1,0 0 1,0 0-1,0 0 1,-1 0-1,1 0 1,0 0 0,0 0-1,0 0 1,-1 0-1,1 0 1,0 0-1,0 0 1,-12-9 281,-8-14-31,-4-11-58,2-1 0,1-1 0,1-1 0,-18-51 0,50 140 97,6-15-282,1-2 0,2-1 0,26 34 0,-47-67-13,1 0-1,-1 0 0,1 0 0,0 0 0,0 0 0,-1 0 0,1-1 1,0 1-1,0 0 0,0 0 0,0-1 0,0 1 0,0 0 0,0-1 0,0 1 1,0-1-1,0 1 0,1-1 0,-1 0 0,0 1 0,0-1 0,0 0 1,0 0-1,1 0 0,-1 0 0,0 0 0,0 0 0,0 0 0,1 0 1,-1-1-1,0 1 0,0 0 0,0-1 0,0 1 0,0-1 0,1 1 0,-1-1 1,0 1-1,0-1 0,0 0 0,-1 0 0,1 1 0,0-1 0,0 0 1,0 0-1,0 0 0,-1 0 0,1 0 0,-1 0 0,1 0 0,0-2 0,5-7 10,-1 0-1,0-1 0,-1 0 0,4-13 0,-5 15-30,38-109-1998,-41 117 1861,0 0 27,0 1-1,0 0 1,0-1-1,0 1 1,0 0 0,0 0-1,0-1 1,1 1-1,-1 0 1,0-1-1,0 1 1,0 0 0,0 0-1,0-1 1,0 1-1,1 0 1,-1 0 0,0 0-1,0-1 1,0 1-1,1 0 1,-1 0-1,0 0 1,0 0 0,1-1-1,-1 1 1,0 0-1,0 0 1,1 0 0,-1 0-1,0 0 1,1 0-1,-1 0 1,0 0-1,0 0 1,1 0 0,-1 0-1,0 0 1,0 0-1,1 0 1,-1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3:57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49 252 12294,'0'0'10919,"0"-11"-9745,0-34-237,-6 170 250,-7 242-1043,-5-447 331,12 35-428,3-1-1,1 1 1,7-76 0,-2 92-25,2 0-1,1 1 1,1-1 0,1 1-1,1 1 1,24-47 0,-26 60-25,1 1 0,0 0 1,15-17-1,-20 26 1,-1 1 1,1 0-1,0 1 1,0-1-1,1 0 1,-1 1 0,1 0-1,-1 0 1,1 0-1,0 0 1,-1 0-1,1 1 1,0 0-1,0-1 1,0 1-1,0 1 1,7-1-1,-9 1 0,0 0-1,-1 0 0,1 1 1,0-1-1,0 1 1,-1 0-1,1-1 0,0 1 1,-1 0-1,1 0 1,-1 0-1,1 0 0,-1 0 1,0 0-1,1 0 1,-1 1-1,0-1 0,0 1 1,0-1-1,0 0 1,0 1-1,0 0 0,0-1 1,0 1-1,-1-1 1,1 1-1,-1 0 0,1 0 1,-1-1-1,1 4 1,4 61-8,-5-61 10,-1 9 7,0 0 0,0-1 0,-1 1 1,-1 0-1,0-1 0,-1 0 1,-1 0-1,0 0 0,-10 17 1,-6 6-840,-48 59 0,59-82 336,-3 7-1286,7-10-677,-1 0-3302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3:57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70 9204,'0'0'15127,"1"-15"-13929,-1 7-1054,0-34 458,0 41-596,0 1-1,-1 0 0,1 0 0,0 0 0,0-1 0,0 1 0,0 0 1,0 0-1,0 0 0,0 0 0,0-1 0,0 1 0,0 0 0,0 0 1,-1 0-1,1 0 0,0 0 0,0 0 0,0-1 0,0 1 0,0 0 1,-1 0-1,1 0 0,0 0 0,0 0 0,0 0 0,0 0 0,-1 0 1,1 0-1,0 0 0,0 0 0,0 0 0,-1 0 0,1 0 0,0 0 1,0 0-1,0 0 0,0 0 0,-1 0 0,1 0 0,0 0 0,0 0 1,0 0-1,-1 0 0,1 0 0,0 0 0,0 0 0,0 0 0,0 1 1,0-1-1,-1 0 0,1 0 0,0 0 0,0 0 0,0 0 0,0 0 1,0 1-1,0-1 0,-18 29 324,6 0-217,2 0 0,1 0 0,1 1-1,1 0 1,2 1 0,1-1 0,2 1-1,1 51 1,2-75-124,-1 0 1,1 0-1,0 0 0,0 0 1,1 0-1,0-1 0,0 1 0,1 0 1,0-1-1,0 0 0,0 0 1,1 0-1,0 0 0,0 0 0,1-1 1,-1 0-1,1 0 0,0 0 1,9 6-1,-8-7-318,0 0 0,0-1 0,0 0 0,1 0 0,-1 0 0,1-1 0,0 0 0,0 0-1,0-1 1,0 1 0,0-2 0,9 1 0,-4-1-720,-8 1 497,-1-1 1,1 0-1,0 0 0,0 0 1,-1 0-1,1-1 0,0 0 0,0 0 1,-1 0-1,1 0 0,-1 0 1,1-1-1,5-3 0,8-10-5052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3:58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93 125 9428,'0'0'13012,"-8"6"-12292,1 12-118,1 0 0,0 1 1,-4 29-1,-1 1-63,9-40-472,-2 6-3,0 0 0,1-1 0,1 1 0,-1 17 0,3-32-87,0 0 1,-1 0 0,1 0-1,-1 1 1,1-1-1,-1 0 1,1 0-1,-1-1 1,1 1 0,-1 0-1,1 0 1,0 0-1,-1 0 1,1 0-1,-1 0 1,1 0 0,-1-1-1,1 1 1,0 0-1,-1 0 1,1-1-1,0 1 1,-1 0 0,1-1-1,0 1 1,-1 0-1,1-1 1,0 1-1,0 0 1,-1-1 0,1 0-1,-4-12-530,1-1 0,0 0 0,1 0 0,0-17 0,1 17 816,1 0 0,1 0 0,0 0 0,1 0 0,1 0 0,0 0 0,0 0 0,2 1 0,0 0 0,0-1 0,1 2 0,14-23 0,-13 26-185,0 0-1,1 1 1,-1 0 0,2 1 0,-1-1 0,1 2 0,0-1-1,0 1 1,21-9 0,-27 13-60,1 1 0,0-1 0,-1 1 0,1 0 0,0 1 0,0-1 0,0 1 0,0-1 0,0 1 0,0 0 0,0 0 0,-1 1 0,1-1 0,0 1 0,0 0 0,0 0 0,0 0 0,-1 1 0,1-1 0,-1 1 0,1 0 0,-1 0 0,1 0 0,-1 1 0,0-1 0,0 1 0,0-1 0,-1 1 0,1 0 0,4 6 0,-6-7-18,2 2 2,1 0-1,-1 0 1,0 1-1,0-1 1,-1 1-1,0 0 0,1 0 1,-1 0-1,-1 0 1,1 0-1,-1 0 1,1 7-1,-2-12 162,-9-21-35,6 17-124,0 1 1,0 0-1,-1 0 1,1 1 0,-1-1-1,0 1 1,0 0-1,0 0 1,0 0-1,0 0 1,-1 1-1,1 0 1,0 0-1,-1 0 1,1 0-1,-1 0 1,1 1-1,-1 0 1,1 0-1,-1 0 1,1 1 0,-1 0-1,1-1 1,0 2-1,-7 1 1,5-1 0,-1 1 0,1 0 0,-1 0 0,1 1 0,0 0 0,1 0-1,-1 0 1,1 0 0,-1 1 0,1 0 0,1 0 0,-1 1 0,1-1 0,0 1 0,-5 9 0,3-1-4,1 0 0,0 0 1,1 0-1,1 1 0,0 0 0,1-1 0,0 1 0,1 0 0,1 0 0,1 0 1,2 17-1,-2-28 0,0-1 1,0 1-1,1 0 1,0-1-1,0 1 1,0-1-1,0 1 1,0-1-1,0 0 1,1 0-1,0 0 1,0 0-1,-1-1 1,2 1-1,-1-1 1,0 1-1,0-1 1,1 0-1,-1-1 1,1 1-1,0 0 1,-1-1-1,1 0 1,0 0-1,7 1 1,10 2-94,1-1 1,-1-1-1,30-1 1,-48-1 55,6-1-289,-1 1 1,1-1-1,-1-1 1,0 1-1,0-1 1,1-1-1,10-5 1,30-16-5763,-43 21 4944,18-9-5319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3:59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50 13350,'0'0'14111,"-4"-10"-13442,2 2-574,-8-21 119,6 27-83,2 22 43,-16 243 1440,1 2-3065,37-283-8751,-3 6 3583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3:59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22 307 13334,'0'0'7163,"0"16"-6362,1 4-503,0-1 209,0 1 1,-1-1-1,0 1 1,-6 27 0,6-46-379,0 0 0,0 0 1,0-1-1,0 1 0,0 0 1,0 0-1,0-1 0,-1 1 1,1 0-1,0 0 0,0-1 0,-1 1 1,1 0-1,-1 0 0,1-1 1,0 1-1,-1-1 0,1 1 1,-1 0-1,1-1 0,-1 1 1,0-1-1,1 1 0,-1-1 0,0 1 1,-5-19 1237,2-37-736,4 22-545,1-1 0,2 0 1,2 1-1,0 0 1,3 0-1,0 0 1,2 1-1,2 0 0,30-58 1,-42 88-81,1 1 0,-1 0-1,1-1 1,-1 1 0,1 0 0,0-1 0,0 1 0,0 0-1,-1 0 1,1 0 0,0-1 0,1 1 0,-1 0 0,0 0 0,0 1-1,0-1 1,1 0 0,-1 0 0,0 1 0,1-1 0,-1 0-1,0 1 1,1 0 0,2-1 0,-3 1-4,1 1 0,-1 0 0,0-1 0,1 1 0,-1 0 0,0 0 0,1 0 0,-1 0 0,0 0 0,0 0 0,0 0 0,0 0 0,0 1 0,0-1 0,0 0 0,0 1 0,-1-1 0,2 3 0,4 11 0,0 1 0,-1-1 0,3 20 0,-7-33 3,28 154 319,-6-29-1504,-4-45-4801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3:59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11669,'0'0'11622,"99"-93"-11446,-63 86-80,-4 3-96,-1 4-304,-1 0-1441,-2 0-1665,6 0-5922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00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13 14807,'0'0'13011,"9"-4"-12765,-8 3-234,1 0 0,0 0 0,0 0 0,-1 0 0,1 0 0,0 1 1,0-1-1,0 1 0,0-1 0,0 1 0,0 0 0,0 0 1,0-1-1,0 1 0,0 1 0,0-1 0,0 0 0,0 1 1,0-1-1,0 1 0,0-1 0,0 1 0,0 0 0,3 1 1,-2 2 16,1 0 1,0 0-1,-1 0 1,0 0-1,0 0 1,0 1 0,-1 0-1,1-1 1,-1 1-1,0 0 1,2 8-1,4 16 9,-1 0-1,-2 0 1,-1 1-1,-1 0 0,-1-1 1,-2 1-1,-6 53 0,4-71-52,-1-1 0,0 1 0,0 0 0,-2-1 0,1 0 0,-1 0 0,-1 0-1,-10 16 1,-3-1-2525,-42 45 1,54-63-1341</inkml:trace>
  <inkml:trace contextRef="#ctx0" brushRef="#br0" timeOffset="1">467 433 19273,'0'0'9780,"-4"-27"-9844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00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13 319 14215,'0'0'9604,"0"13"-9119,13 180 2063,-25-297 248,7 65-2663,1 0-1,2-67 0,3 88-102,1 0 1,0 0-1,1 0 0,1 1 1,1 0-1,0 0 0,1 0 1,10-18-1,-12 28-44,0 1 0,1 0 0,0 0 0,0 1 0,1-1 0,-1 1 0,10-6 1,-14 10 7,1 0 0,0 0 1,0 0-1,0 0 1,-1 0-1,1 0 1,0 1-1,0-1 1,0 1-1,0-1 0,0 1 1,0 0-1,4 0 1,-5 0 3,0 0 1,0 0 0,0 1-1,0-1 1,1 1-1,-1-1 1,0 1 0,0 0-1,-1-1 1,1 1-1,0 0 1,0 0 0,0 0-1,0-1 1,-1 1-1,1 0 1,0 0 0,-1 0-1,1 0 1,-1 0 0,1 0-1,-1 1 1,1-1-1,-1 0 1,0 0 0,1 1-1,1 7-1,0-1 1,-1 0-1,1 1 0,-2-1 0,1 1 0,-1 0 1,-1-1-1,1 1 0,-1-1 0,-1 1 0,0-1 1,0 0-1,-5 14 0,-4 1-86,-1-1 0,0-1 0,-21 26 0,16-23-1153,2 1-1,-15 27 1,23-32-1213,5-8-2077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01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15143,'0'0'13772,"-2"2"-13444,-1 2-252,0 0 0,0 1 0,0-1 0,1 1 0,-1 0 0,1-1 0,0 1 0,1 0 0,-1 0 0,1 1 0,-1 6 0,-8 69 114,8-62-150,-1 38-26,2 59 1,1-112-88,1 0 0,-1 0 0,1 0 0,-1 1 1,1-1-1,0 0 0,1 0 0,-1-1 0,1 1 0,0 0 0,0 0 0,0-1 1,0 1-1,0-1 0,1 0 0,0 1 0,-1-1 0,1 0 0,0-1 1,1 1-1,-1 0 0,0-1 0,1 0 0,0 0 0,-1 0 0,7 2 0,1 0-904,1-1-1,-1-1 0,1 0 0,-1-1 0,1 0 1,0 0-1,-1-1 0,17-3 0,7-5-4285,-4-11-1452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01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65 230 8292,'0'0'15049,"-2"6"-14126,-35 109 1358,13-38-1718,24-80 334,-1-8-568,1 0 1,0 0-1,3-22 1,15-20-124,1 2 0,3 1 0,2 0 0,48-74 0,-70 121-173,0 0 0,-1 1 0,2-1 0,-1 0 1,0 0-1,0 1 0,1 0 0,0-1 1,5-2-1,-7 4-23,0 1-1,0 0 1,0 0 0,0 0 0,0 0 0,0 0 0,0 0 0,0 0-1,0 0 1,-1 1 0,1-1 0,0 0 0,0 0 0,0 1-1,0-1 1,0 1 0,0-1 0,0 1 0,0-1 0,-1 1-1,1-1 1,0 1 0,-1 0 0,1 0 0,0-1 0,-1 1-1,1 0 1,-1 0 0,1 0 0,-1 0 0,1-1 0,-1 1 0,1 0-1,-1 0 1,0 0 0,1 1 0,13 29 123,-1 1 1,-2 1-1,-1-1 1,11 64-1,-8 22-1935,-9 0-7612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02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1 338 11861,'0'0'12518,"113"-64"-12518,-80 62-32,1 2-256,-4 0-1585,-3 0-1600,3-6-4339</inkml:trace>
  <inkml:trace contextRef="#ctx0" brushRef="#br0" timeOffset="1">407 1 9412,'0'0'18905,"13"7"-18606,-11-5-286,4 1 48,1 1-1,-1 0 1,0 1-1,0 0 1,0-1-1,-1 2 0,1-1 1,-1 1-1,-1 0 1,1 0-1,-1 0 1,0 1-1,0-1 1,4 11-1,2 14 66,-2 0 1,0 1-1,-3 0 0,3 34 0,-6-49-156,-2 0-1,0 0 1,-1 0-1,0 0 1,-2 0-1,0 0 0,-1 0 1,0-1-1,-10 23 1,5-19-547,-1-1 0,-1-1 1,-1 0-1,-15 19 0,20-30-472,0 1 0,-1-1 0,0 0 1,0-1-1,0 1 0,-13 5 0,-18 5-7910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9 161 8148,'0'0'4853,"0"-18"-1671,0-71 2,0 37 2004,0 51-4198,0 4-528,-8 446 450,8-439-911,0 1 0,1-1-1,0 0 1,1 1 0,0-1 0,0 0 0,1 0 0,5 10-1,-5-14-5,0-1-1,0 1 1,1-1 0,-1 0-1,1 0 1,0 0-1,1-1 1,-1 0-1,1 1 1,0-1-1,0-1 1,0 1-1,1-1 1,11 5-1,1-1 4,1-1 0,0 0 0,0-2 1,1 0-1,-1-1 0,21 0 0,128-4 9,-84-1-19,690-54-72,-753 54 88,-19 2-3,0 0 1,0 0 0,0 0-1,0 0 1,0 0 0,0-1-1,0 1 1,0-1 0,0 1-1,-1-1 1,1 0 0,0 1-1,0-1 1,0 0 0,-1 0-1,1 0 1,-1 0 0,1-1-1,-1 1 1,3-3 0,-4 2 4,0 0 0,0 1 0,-1-1 0,1 0 0,-1 1 0,1-1 0,-1 0 0,0 1 0,0-1 0,0 1 0,0-1 0,0 1 0,0-1 0,0 1 0,0 0 0,0-1 0,-1 1 1,1 0-1,0 0 0,-1 0 0,-2-1 0,2 0 40,-11-8 185,1 0 1,0-1-1,1 0 0,0-1 1,0 0-1,1-1 1,1 0-1,-8-16 1,22 29-91,1 0 0,-1 0 1,1 1-1,-1-1 1,1 1-1,6 2 0,-2 1-128,-1 1-1,0 0 1,-1 0-1,1 0 0,-1 1 1,0 0-1,0 1 1,-1 0-1,0 0 1,0 1-1,-1 0 0,10 15 1,-14-20-61,0 1-1,0 0 1,0 0 0,0 0 0,-1 0 0,0 0 0,0 0 0,0 1-1,0-1 1,-1 0 0,1 0 0,-1 1 0,0-1 0,-1 0 0,1 1-1,-1-1 1,0 0 0,0 0 0,0 1 0,0-1 0,-1 0 0,1 0-1,-1 0 1,0-1 0,-1 1 0,1 0 0,-1-1 0,1 1 0,-1-1-1,0 0 1,-6 5 0,-64 45-5610,30-28-433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03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50 424 6963,'0'0'13612,"-4"5"-13087,-1 3-291,1-1-1,1 0 1,-1 1-1,1 0 1,1 0-1,0 0 1,0 0-1,0 0 0,0 11 1,-1 86 1533,3-72-938,-4-156 3230,0-2-3930,4 87-88,2 1 0,2-1 0,10-47 0,-10 69-40,0-1 0,2 1 0,0 0 0,0 0 0,2 1 0,0 0 0,0 0 0,2 1 0,17-22 0,-25 33-5,0 0 0,0 1 0,1-1 0,-1 1 0,1 0 0,-1-1 0,1 1 1,0 0-1,0 1 0,0-1 0,0 1 0,0-1 0,0 1 0,0 0 0,1 0 0,-1 0 1,0 0-1,1 1 0,-1-1 0,0 1 0,1 0 0,3 0 0,-4 2 1,-1-1 0,1 0 0,-1 0 0,0 1 0,1 0 0,-1-1 0,0 1 0,0 0 0,0 0 0,-1 0 0,1 0 0,0 0 0,-1 1 0,1-1 0,-1 1 0,0-1 0,0 0 0,0 1 0,0 0 0,0-1 0,0 1 0,-1 0 0,1-1 0,-1 1 0,0 0 0,0 4 0,1 1 0,-1 1 1,0 0-1,0 0 0,-1-1 1,0 1-1,0-1 1,-1 1-1,0-1 1,-1 1-1,1-1 0,-2 0 1,-6 13-1,0-5-27,-1-1-1,-1-1 0,0 0 1,-28 25-1,12-15-415,-28 29-1521,52-48 1065,0 0 1,1-1-1,0 1 1,0 1-1,0-1 1,-2 7-1,1 5-6034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04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78 9748,'0'0'14623,"-1"-13"-13126,-4-41-355,6 54-1125,-1 0 0,0 0 0,0-1 0,0 1 0,0 0 0,1 0 0,-1-1 0,0 1 1,0 0-1,0-1 0,0 1 0,0 0 0,0-1 0,0 1 0,0 0 0,0-1 0,0 1 0,0 0 1,0 0-1,0-1 0,-1 1 0,1 0 0,0-1 0,0 1 0,0 0 0,0-1 0,0 1 0,-1 0 1,1 0-1,0-1 0,0 1 0,0 0 0,-1 0 0,1 0 0,0-1 0,0 1 0,-1 0 0,1 0 0,0 0 1,0 0-1,-1 0 0,1-1 0,0 1 0,-1 0 0,1 0 0,0 0 0,-1 0 0,1 0 0,0 0 1,-1 0-1,-5 9 106,6-8-59,-17 36 561,2 2 0,-16 66 0,19-61-553,-34 144 120,41-162-176,2 2 1,0-1 0,2 0-1,2 0 1,3 31-1,-3-50-217,0-1-1,1 1 0,1 0 1,-1-1-1,1 1 0,0-1 0,1 0 1,0 1-1,0-2 0,0 1 1,1 0-1,0-1 0,0 0 1,1 0-1,0-1 0,0 0 1,0 0-1,0 0 0,1 0 1,12 5-1,-3-3-627,-1 0 0,1-2 0,1 0 0,-1-1 0,1 0 0,-1-1 0,1-1 0,31-1 0,-2-1-6817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05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37 330 10309,'0'0'13083,"1"-8"-12010,0 2-915,2-15 124,-1 20-177,-1 16 22,-2 26 293,-1 1 1,-2-2-1,-2 1 1,-15 51-1,13-67-171,8-25-230,0 0 0,0 0 0,0 0 0,0 0 0,0 0 1,0 0-1,0 0 0,0 0 0,0 0 0,0 0 0,0-1 0,0 1 0,0 0 0,0 0 1,0 0-1,0 0 0,0 0 0,0 0 0,0 0 0,-1 0 0,1 0 0,0 0 1,0 0-1,0 0 0,0 0 0,0 0 0,0 0 0,0-1 0,0 1 0,0 0 0,0 0 1,0 0-1,-1 0 0,1 0 0,0 0 0,0 0 0,0 0 0,0 0 0,0 0 0,0 0 1,0 0-1,0 0 0,0 0 0,0 0 0,-1 1 0,6-48 1041,8-7-982,2 1 0,3 0 0,32-67 1,-30 73-64,-2 3-21,2 0 0,47-73-1,-67 116 9,0 1-1,0-1 0,1 1 1,-1-1-1,0 1 0,0-1 1,1 1-1,-1-1 0,1 1 1,-1 0-1,0-1 0,1 1 1,-1-1-1,1 1 0,-1 0 1,1-1-1,-1 1 0,1 0 1,-1 0-1,1 0 0,-1-1 1,1 1-1,0 0 0,-1 0 1,1 0-1,-1 0 1,1 0-1,-1 0 0,1 0 1,0 0-1,-1 0 0,1 0 1,-1 0-1,2 0 0,10 21 10,2 44-29,-12-53 18,36 360-161,-33-304-150,0-40-382,-1-14-976,-3 1-4231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05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12710,'0'0'11077,"125"-87"-10933,-85 83-128,-2 4-16,1 0-528,-1 0-1313,2 0-896,3 0-1922,7 0-7554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06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27 13974,'0'0'12355,"0"-7"-11861,-3-13-402,2 38 104,1 66 354,0-42-236,1 23 103,0 28-168,-16 130 1,14-214 508,-1 24-4441,2-33 3432,0 1-1,0 0 1,0-1-1,0 1 1,1 0 0,-1-1-1,0 1 1,1-1 0,-1 1-1,0-1 1,1 1-1,-1 0 1,1-1 0,-1 1-1,1-1 1,-1 0-1,1 1 1,-1-1 0,1 1-1,-1-1 1,1 0 0,0 1-1,-1-1 1,1 0-1,-1 0 1,1 0 0,0 1-1,-1-1 1,1 0-1,0 0 1,-1 0 0,1 0-1,0 0 1,-1 0 0,1 0-1,0 0 1,-1-1-1,2 1 1,16-5-6467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06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211 220 8900,'0'0'17581,"-9"-12"-16660,4 4-811,3 4-70,-1 0 0,0 0 0,0 0 0,0 0 0,0 0 1,-8-5-1,10 8-30,0 0 1,0 1 0,-1-1-1,1 1 1,0-1 0,0 1 0,-1-1-1,1 1 1,-1 0 0,1-1-1,0 1 1,-1 0 0,1 0 0,-1 0-1,1 0 1,0 0 0,-1 1-1,1-1 1,0 0 0,-1 1 0,1-1-1,0 1 1,-1-1 0,1 1-1,0-1 1,0 1 0,-1 0 0,1 0-1,0 0 1,0 0 0,0 0-1,-1 1 1,-13 12 68,2 1 0,0 0 0,0 0 1,2 2-1,-18 31 0,24-39-83,0 1 0,1-1 0,0 1-1,1 0 1,0 0 0,1 0 0,0 1 0,0-1 0,1 1 0,1-1 0,0 1 0,2 18 0,-1-26-4,0 0 1,0 0-1,1 0 0,-1 0 1,1-1-1,-1 1 0,1-1 1,0 1-1,0-1 1,1 0-1,-1 0 0,0 0 1,1 0-1,-1 0 1,1 0-1,-1 0 0,1-1 1,0 0-1,0 1 0,0-1 1,0 0-1,0-1 1,0 1-1,0 0 0,6 0 1,11 2-456,0-1 0,37-2 0,-42 0-61,4 0-71,68-4-4791,-39-10 5</inkml:trace>
  <inkml:trace contextRef="#ctx0" brushRef="#br0" timeOffset="1">536 1 14823,'0'0'11280,"12"1"-10838,-8-1-407,0 1 0,0-1 0,1 1 0,-1 0 0,0 0 0,0 1 0,0-1 0,0 1 0,-1 0-1,1 0 1,0 0 0,-1 1 0,1-1 0,-1 1 0,4 3 0,-1 1 9,-1 1 0,1 0 0,-1 0 0,0 0-1,-1 0 1,0 1 0,5 13 0,-2-2-13,-1 0-1,-1 1 1,0-1-1,-1 1 1,-2 0-1,1 42 0,-4-50-85,0 0 0,-1 0-1,0 0 1,-1 0-1,0 0 1,-1-1 0,-1 1-1,0-1 1,0 0 0,-1 0-1,-1-1 1,-9 13-1,-43 46-2926,17-27-2752,21-21-1853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06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14615,'0'0'9041,"1"5"-7742,2 2-1773,0-1 3851,7-13-667,-9 6-2771,6 0-5445,0 1-766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07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1 448 13446,'0'0'9786,"1"8"-9594,2 10 349,13 79-162,-11-63 672,-4-28 65,-3-12 538,-5-30-1416,2 0-1,1 0 1,1-1 0,2 1 0,7-63 0,-3 77-223,1 1 1,0 0 0,2 0 0,0 0 0,2 1 0,0 0-1,1 0 1,1 1 0,1 0 0,25-33 0,-32 46-15,1 0 0,-1 1 0,1 0 0,0 0 0,1 0 0,0 1 0,-1 0-1,1 0 1,0 0 0,1 1 0,-1 0 0,1 0 0,-1 0 0,1 1 0,0 0 0,0 1 0,0-1 0,13 0 0,-19 2-5,0 0-1,1 1 0,-1-1 0,1 0 1,-1 0-1,0 1 0,1-1 0,-1 1 0,0-1 1,1 1-1,-1 0 0,0-1 0,0 1 1,0 0-1,0 0 0,1 0 0,-1 0 1,0 0-1,0 0 0,-1 0 0,1 0 1,0 0-1,1 2 0,0 1 0,-1 0-1,1 0 1,-1 1-1,1-1 1,-1 0 0,0 1-1,0 7 1,0-1-4,-1 1 1,-1-1-1,1 0 1,-2 1 0,-4 17-1,1-17-23,0 0 1,-2 0-1,1-1 0,-1 0 0,-1 0 0,0 0 1,-1-1-1,0-1 0,0 1 0,-1-2 1,-12 10-1,5-4-1995,0 2 0,-21 26 1,32-33-2160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07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0 14551,'0'0'13240,"-13"5"-12818,5-2-371,1 0 0,0 0 0,1 0 0,-1 1 0,1 0 0,-1 0 0,1 1 0,1 0 0,-1 0 0,1 0 0,-1 1 0,2-1 0,-1 1 0,0 1 0,-3 6 0,-6 20-3,0 2-1,3 0 1,0 0-1,3 1 0,0 0 1,3 0-1,1 1 1,1 62-1,3-94-77,0 0 0,0 0 0,1 1 0,-1-1 0,1 0-1,0 0 1,1 0 0,-1 0 0,1 0 0,0 0 0,0 0 0,0 0 0,1-1-1,0 1 1,0-1 0,5 6 0,-4-6-181,1-1 0,0 1 0,0-1 0,0 0 0,0 0 0,1-1 0,-1 1 0,1-1 0,0 0 1,-1-1-1,1 0 0,0 0 0,0 0 0,9 0 0,92-1-6875,-51-6 1166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08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0 12726,'0'0'12608,"-16"3"-12157,4-1-361,6-1-25,0 0-1,-1 0 1,1 1-1,0-1 1,0 1 0,0 0-1,0 1 1,0 0-1,1 0 1,-1 0-1,1 0 1,0 1 0,0 0-1,0 0 1,-7 8-1,-1 4 124,1 0 0,1 1 1,-13 25-1,21-37-157,1 1 0,-1 0 0,1 1-1,0-1 1,0 0 0,1 0 0,0 1 0,0-1 0,0 1 0,1-1 0,0 1 0,1-1 0,-1 1 0,3 9 0,-2-14-33,0 0-1,0 1 1,0-1 0,1 0-1,-1 0 1,1 0 0,-1-1 0,1 1-1,0 0 1,0-1 0,-1 1-1,1-1 1,0 1 0,1-1 0,-1 0-1,0 0 1,0 0 0,0 0-1,1 0 1,-1 0 0,0-1-1,5 1 1,60 5-306,-58-6 213,-8 0 76,25 1-1657,0-1 1,0-2 0,42-6-1,-22-4-3361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08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41 8900,'0'0'19121,"4"-9"-18633,-1 4-462,-3 3-16,1-1 0,1 1 0,-1 0 0,0 0 0,1-1 0,-1 1 0,1 0 0,-1 0 0,1 0 0,2-1 0,-3 3-3,0-1 0,0 1 0,0 0 0,0 0 0,0 0 0,0 0 0,0 0 0,0 0 1,0 0-1,0 0 0,0 1 0,0-1 0,0 0 0,0 0 0,0 1 0,0-1 0,0 1 0,0-1 1,0 1-1,0-1 0,0 1 0,-1 0 0,1-1 0,0 1 0,0 0 0,-1 0 0,1 0 0,-1-1 1,1 1-1,0 0 0,-1 0 0,0 0 0,1 0 0,0 1 0,10 16 87,-1 0-1,0 0 0,-1 1 1,-1 0-1,-1 0 0,0 1 1,-2 0-1,0 0 1,-1 1-1,-2-1 0,0 1 1,-1 0-1,-2 36 0,-1-45-305,0 1-1,-1 0 0,-1-1 0,0 0 0,0 0 0,-1 0 0,-1 0 0,0-1 0,0 0 0,-1 0 0,-1 0 0,-11 12 0,-15 15-2580,-67 57 1,101-95 2784,-76 64-6672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16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30 565 10965,'0'0'10709,"-5"0"-10146,-15 0-83,15 0-10,43-2 441,-1-1 1,1-1-1,54-15 0,107-40-1025,-79 21 352,1040-296-342,-1151 332 120,4-1-6,0-1 0,-1 1 0,1-2 1,-1 0-1,0 0 0,-1-1 0,1-1 0,-1 0 0,16-14 1,-26 21-1,-1 0-1,0 0 1,1-1 0,-1 1 0,0 0 0,1-1 0,-1 1 0,0-1 0,0 1 0,1 0 0,-1-1 0,0 1-1,0-1 1,0 1 0,0 0 0,0-1 0,1 1 0,-1-1 0,0 1 0,0-1 0,0 1 0,0-1 0,0 1-1,0 0 1,-1-1 0,1 1 0,0-1 0,0 1 0,0-1 0,0 1 0,0 0 0,-1-1 0,1 1 0,0-1-1,0 1 1,-1 0 0,1-1 0,0 1 0,-1-1 0,-22-9 12,-27 1-80,-51 6-14,59 4 104,33-1 55,12 0 66,196 0 212,-197 0-365,0 0 0,0-1-1,-1 1 1,1 1 0,0-1-1,0 0 1,-1 0 0,1 1-1,0-1 1,0 1-1,-1-1 1,1 1 0,0 0-1,-1 0 1,1-1 0,-1 1-1,1 0 1,-1 1 0,0-1-1,1 0 1,-1 0 0,0 0-1,0 1 1,1-1-1,-1 1 1,0-1 0,-1 1-1,1-1 1,0 1 0,0 0-1,-1-1 1,1 1 0,-1 0-1,1 0 1,-1-1-1,0 1 1,0 0 0,0 2-1,0 0-4,0 1 0,-1 0 0,0-1-1,0 1 1,0-1 0,0 1-1,-1-1 1,1 0 0,-1 1 0,0-1-1,-1 0 1,1 0 0,-6 6-1,-74 69-2459,-7-7-5549,39-34-1967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17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22 10901,'0'0'10322,"0"-5"-9297,0 4-993,1 1 0,-1-1 0,0 1 0,0-1 1,0 1-1,0-1 0,0 1 0,0-1 0,0 0 1,0 1-1,0-1 0,0 1 0,0-1 0,0 0 0,0 1 1,0-1-1,-1 1 0,1-1 0,0 1 0,0-1 1,-1 1-1,1-1 0,0 1 0,-1-1 0,1 1 1,0-1-1,-1 1 0,0-1 0,-11 15 1120,-11 14-335,-62 49 323,56-52-908,-53 55 0,81-79-221,-1 1 0,1-1 0,-1 1 0,1-1 0,0 1 0,-1-1 0,1 1 0,0 0 0,0-1 1,0 1-1,0 0 0,1 0 0,-1 0 0,0 0 0,1 0 0,-1 0 0,1 0 0,0 0 0,0 0 0,0 0 1,0 0-1,0 0 0,0 0 0,0 0 0,1 0 0,-1 0 0,1 0 0,-1 0 0,1 0 0,0 0 0,0 0 1,0 0-1,0-1 0,0 1 0,0 0 0,0-1 0,1 1 0,-1-1 0,0 1 0,1-1 0,0 0 1,-1 1-1,1-1 0,2 1 0,9 5 47,0 0-1,1-1 1,0-1 0,1 0-1,15 2 1,-4 0-42,14 4-609,35 10 1730,-42-4-4122,-9 6-5253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18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20 363 14695,'0'0'10274,"-2"-10"-9284,0-1-825,-2-14 103,2 53 128,-2 273 1893,2-335-2070,-2-43 31,11-133 0,-5 189-259,1-1 0,1 0 0,1 1 0,1 0 0,1 0 0,1 0 0,0 1 0,2 1-1,0-1 1,25-33 0,-31 48 1,-1 0 0,1 0 0,0 0-1,1 1 1,-1 0 0,1 0 0,-1 0-1,1 1 1,0-1 0,1 1 0,-1 0-1,0 1 1,1-1 0,0 1 0,0 0-1,-1 1 1,1-1 0,0 1 0,0 0 0,0 1-1,0-1 1,10 2 0,-15-1 2,1 1 0,-1-1 0,1 1-1,-1 0 1,0 0 0,1 0 0,-1 0 0,0 0 0,0 0 0,0 0 0,1 0 0,-1 1 0,-1-1 0,1 0-1,0 0 1,0 1 0,0-1 0,-1 1 0,1-1 0,-1 1 0,1-1 0,-1 1 0,1-1 0,-1 1 0,0 0-1,0 1 1,1 50-8,-2-42 9,0-3 5,0-1 1,-1 1-1,0-1 1,0 0-1,-1 0 0,1 0 1,-2 0-1,1-1 1,-1 1-1,0-1 1,0 0-1,-1 0 1,-7 8-1,-12 11-167,-43 35 0,44-41-175,10-9-46,11-8 62,-1 0 1,0 0 0,1 0-1,-1 0 1,1 0 0,0 0-1,0 1 1,0-1 0,0 1-1,-2 4 1,25-9-12238,7-8 584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18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13990,'0'0'11776,"-10"4"-10842,4-1-788,-1 1 0,0-1 1,1 1-1,0 1 0,0-1 0,1 1 0,-1 0 0,1 1 0,0-1 0,0 1 0,1 0 1,-1 0-1,1 0 0,1 1 0,-1-1 0,-3 12 0,-7 14-15,1 0 0,2 0 0,2 1 0,1 0 0,1 1 0,2 0 0,-2 47 1,7-77-176,0 0 0,0 0 1,1-1-1,-1 1 0,1 0 1,0-1-1,0 1 1,0 0-1,1-1 0,-1 1 1,1-1-1,0 0 1,-1 0-1,2 1 0,-1-1 1,0-1-1,1 1 1,4 4-1,-2-3-175,0 0 1,1-1-1,-1 0 0,1 0 0,0 0 1,0-1-1,0 0 0,0 0 0,0-1 1,9 2-1,3-1-1171,0-1 0,0-1 0,0 0 1,0-1-1,1-1 0,-1-1 0,18-5 0,12-9-6277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19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0 11589,'0'0'12745,"-16"1"-11651,-54 5-126,64-4-861,1 0 0,0 0 0,0 1 0,0 0 1,0 0-1,0 0 0,1 0 0,-1 1 0,1-1 0,0 1 0,0 0 0,1 1 0,-1-1 0,1 1 0,0 0 0,-5 9 1,0-2 67,3-5-143,0 0-1,1 1 1,0 0 0,0 0 0,0 0 0,1 0 0,1 1-1,-1-1 1,1 1 0,1-1 0,-1 1 0,2 0 0,-1 0 0,1 0-1,1 12 1,1-18-53,-1 0 0,0 0 0,1 0 0,0 0 0,-1-1-1,1 1 1,0-1 0,0 0 0,1 1 0,-1-1 0,0 0 0,1 0 0,-1 0-1,1-1 1,0 1 0,-1 0 0,1-1 0,0 0 0,0 0 0,0 0 0,0 0-1,0 0 1,5 0 0,9 3-800,1-2 1,30 2-1,43-3-5809,-43-1 854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19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12486,'0'0'12926,"0"12"-12209,-3 19-264,0-1 1,-2 0-1,-16 53 0,10-43-350,-8 61 1,18-93-989,-1 16 2314,1-15-4634,1 0-4419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20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1 330 11829,'0'0'11945,"0"-8"-8768,1-10-2790,0 0-1,2-1 1,0 1-1,1 0 1,1 1-1,14-35 1,-6 25-222,0 1 0,2 0 1,28-38-1,-43 63-161,1-1 0,0 1 1,0 0-1,-1 0 0,1 0 0,0 0 1,0 0-1,0 0 0,0 0 0,1 0 1,-1 0-1,0 0 0,0 1 1,0-1-1,1 0 0,-1 1 0,0-1 1,1 1-1,-1-1 0,0 1 0,1 0 1,-1 0-1,1-1 0,-1 1 0,3 0 1,-2 1 4,0 0 0,0 0 0,-1 0 0,1 0 1,0 1-1,-1-1 0,1 0 0,-1 1 0,1-1 0,-1 1 1,0 0-1,0-1 0,0 1 0,0 0 0,2 3 1,3 11 41,0-1 0,0 2 0,3 22 0,-8-34-49,7 40-1477,4 69-1,-3-16-1010,-9-96 1671,1 6-401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20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15191,'0'0'7892,"129"-39"-7908,-91 39-16,-3 0-1441,-3-2-1649,-2-1-4481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20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4098,'0'0'24168,"10"0"-23898,-6 0-247,0 0 0,-1 1 1,1-1-1,0 1 0,0-1 0,-1 1 1,1 0-1,0 1 0,-1-1 0,1 1 1,-1-1-1,0 1 0,1 0 0,3 4 1,-2-2 7,0 1 1,-1 0-1,0 0 1,0 1-1,0-1 1,-1 1-1,0 0 1,0 0-1,4 11 1,0 4-17,-2 0-1,0 0 1,-1 1-1,-1 0 1,-1-1-1,0 1 0,-4 36 1,-1-29-386,0 0 0,-2-1 0,-2 1 0,0-1 0,-14 32 0,15-46-513,0-2 0,0 1 1,-1-1-1,-14 19 1,16-25-294,0-1 1,-1 1 0,1-1 0,-1 0 0,-12 8 0,-17 2-9765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21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3 326 2449,'0'0'17459,"-1"-9"-15955,0-225 3927,1 151-7100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22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113 149 6499,'0'0'7323,"-5"-14"-6290,-14-55 957,13 5 3007,6 63-4346,-9 39-24,-15 82 396,4 1 0,-6 189 0,24-277-984,2-28-708,-2 18 2195,4-15-3430,24-15-12744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22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10965,'0'0'16728,"12"-58"-16632,-9 53-96,-3 2 0,2 1-705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25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14134,'0'0'12918,"74"-25"-12806,-35 21 16,5 3-128,-4 1 0,-3 0-128,-7 0-80,-10 0-1552,-10 3-1346,-10 8-832,0 1-3665</inkml:trace>
  <inkml:trace contextRef="#ctx0" brushRef="#br0" timeOffset="1">105 165 9925,'0'0'12725,"44"16"-12180,-14-16-385,2 0-160,3 0-64,1 0-1041,2-2-1776,-5-5-4499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26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0 488 1665,'0'0'19473,"0"-9"-17947,0-19-728,0 49 359,0 64 348,0 27 859,1-194-1544,17-119 1,-11 161-796,0 1 0,3 1-1,1-1 1,2 2 0,20-40 0,-33 75-24,8-13 7,0 0 0,1 0 0,17-21 0,-24 33-14,-1 1 1,1-1 0,1 1-1,-1 0 1,0-1 0,0 1-1,1 1 1,-1-1-1,1 0 1,0 0 0,0 1-1,-1 0 1,1-1 0,0 1-1,0 0 1,0 0 0,0 1-1,0-1 1,0 1-1,1-1 1,-1 1 0,0 0-1,0 0 1,0 1 0,0-1-1,0 0 1,5 2-1,-6 0 5,1-1-1,-1 1 0,0 0 0,1 0 0,-1 0 0,0 0 0,0 0 0,0 0 0,-1 1 1,1-1-1,-1 0 0,1 1 0,-1 0 0,0-1 0,1 1 0,-2 0 0,1-1 0,0 1 0,0 0 1,-1 0-1,0 0 0,1 3 0,0 68-13,-2-67 11,0 0 1,0 1 0,-1-1-1,1 0 1,-2 0 0,1 0-1,-1-1 1,0 1-1,0-1 1,-1 1 0,-6 8-1,-4 1-10,1-1 0,-28 23 0,24-23-841,1 0 1,-17 22-1,29-28-4359,14-8-1676,-9-1 6685,26 0-10235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26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45 14967,'0'0'11979,"-1"-10"-11064,0 4-820,-5-22 250,-1 28-148,-6 17 70,-2 16-132,0 0 0,3 1 0,1 1 0,1 0 0,2 0 0,1 1 0,2-1 0,1 2 0,3 69 0,1-99-256,1 0 0,0 1 0,0-1-1,1 0 1,-1 0 0,2 0 0,-1 0 0,1 0-1,0-1 1,0 1 0,1-1 0,0 0 0,0 0-1,0 0 1,1 0 0,0-1 0,0 1 0,0-1-1,1-1 1,0 1 0,-1-1 0,2 0 0,-1 0-1,0-1 1,1 0 0,13 5 0,-12-6-537,0 0 1,0-1-1,1 1 1,-1-2-1,0 1 1,0-1-1,1 0 1,-1-1-1,0 0 0,0 0 1,1-1-1,-1 0 1,0 0-1,-1-1 1,13-6-1,20-14-5771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26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58 316 11333,'0'0'13697,"-1"4"-12995,-4 10-199,0 1-1,1 0 1,-2 21 0,5-22-339,-2-1 0,0 1 0,0-1 1,-1 1-1,-10 21 0,14-35 111,-2-4 898,-2-21-940,2-1 0,1 1 0,1-1 0,1 1 0,2-1-1,0 1 1,12-42 0,-6 34-214,3-1 1,0 1 0,2 1-1,2 0 1,19-30-1,-34 61-6,0-1-1,0 0 1,0 0-1,0 0 1,0 1-1,1-1 1,-1 1-1,0-1 1,1 1-1,-1-1 1,1 1-1,0 0 1,-1 0-1,1 0 1,0 0 0,0 0-1,0 0 1,-1 0-1,1 1 1,3-2-1,-3 3-7,0-1 0,0 1-1,0 0 1,0 0 0,0 0-1,0 0 1,0 0 0,0 0-1,-1 0 1,1 0 0,0 1-1,-1-1 1,1 1 0,-1-1-1,0 1 1,1 0 0,-1 0 0,2 3-1,9 14 105,0 1 0,-1 0 0,-2 0 0,0 1-1,-1 1 1,-1 0 0,0 0 0,4 36 0,0 61-2467,-10-57-2285,-1 1-3358,0-62 7817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27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13030,'0'0'10389,"57"-29"-10325,-25 29-128,0 0 64,3 0-593,-3 0-1568,0 0-464,-4 0-3922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27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11 10773,'0'0'17549,"-2"-5"-17071,-2 0-437,2 8 47,-1 23 180,3 59 280,1-55-463,-2 43-47,-3 1 0,-17 90 0,7-71-1469,10-32-5611,4-50 1274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27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229 222 16808,'0'0'11930,"-14"-6"-11511,6 3-381,5 1-21,0 0-1,0 1 1,0-1-1,-1 1 1,1 0-1,0 0 1,-1 0-1,1 0 1,-1 0-1,1 1 1,-1 0-1,1-1 1,-1 1-1,1 1 1,-1-1-1,1 0 1,-1 1-1,1 0 1,0 0-1,-1 0 1,1 0-1,0 0 1,0 1-1,-1-1 1,1 1-1,0 0 1,0 0-1,1 0 1,-1 0-1,-3 4 1,-6 8 4,2 0 1,-1 0-1,2 1 0,0 0 1,0 1-1,2-1 0,0 2 1,1-1-1,0 1 0,1 0 1,1 0-1,1 0 0,1 1 1,0-1-1,1 31 0,1-45-33,1 0 0,-1-1 0,0 1-1,1 0 1,0 0 0,0 0-1,0 0 1,0-1 0,0 1 0,1-1-1,-1 1 1,1-1 0,-1 1-1,1-1 1,0 0 0,0 1-1,5 2 1,-3-1-77,1-1-1,0-1 1,0 1 0,0-1-1,0 1 1,0-2 0,1 1-1,10 2 1,6-2-893,1 0 0,-1-1 1,38-3-1,-57 1 799,15-1-1620,-1 0 1,0-2-1,0 0 1,25-9 0,17-9-10625</inkml:trace>
  <inkml:trace contextRef="#ctx0" brushRef="#br0" timeOffset="1">561 63 18617,'0'0'9737,"9"-13"-9336,-5 6-360,-1 1-28,0 2 1,0-1-1,0 0 1,1 1-1,7-8 1,-10 11-13,0 0 1,-1 1 0,1-1 0,0 1 0,0-1 0,0 1 0,0 0 0,0-1 0,0 1 0,0 0 0,0-1 0,0 1 0,0 0 0,-1 0 0,1 0 0,0 0 0,0 0 0,0 0 0,0 0 0,0 0 0,0 0 0,0 1 0,0-1 0,0 0 0,0 1 0,0-1 0,0 1 0,0-1 0,0 1 0,-1-1 0,1 1 0,0-1 0,0 1 0,-1 0 0,1-1 0,0 1 0,-1 0-1,1 0 1,-1-1 0,1 1 0,-1 0 0,1 0 0,-1 0 0,1 1 0,11 18 29,-1 0-1,-1 1 0,-1 1 1,-1-1-1,0 1 1,-2 1-1,-1-1 0,0 1 1,1 28-1,-5-33-44,-1 0-1,0 0 1,-1 0-1,-1 0 0,-1-1 1,0 1-1,-1-1 1,-1 1-1,-1-1 1,-1-1-1,0 1 1,-13 21-1,-5-4-1045,-1-1 0,-1-1 0,-57 50 0,46-45-3403,30-28-1089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28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12534,'0'0'13721,"26"-16"-8129,-18 11-6638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29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0 398 1585,'0'0'19924,"2"-9"-18233,-1 0-1444,6-14 970,-6 24-1173,0 1-1,1-1 1,-1 1-1,0 0 1,0 0-1,0 0 1,0 0-1,-1 0 1,1 0 0,-1 0-1,1 0 1,-1 0-1,1 0 1,-1 0-1,0 3 1,11 51 229,-2 0 0,-2 1-1,-2 69 1,-5-125-225,-36-148 2647,32 108-2635,1 0-1,2-1 1,2 1 0,9-70 0,-7 92-48,1 0 0,0 1 0,1-1 0,1 1 0,0 1 0,1-1 0,1 1 0,0 0 0,1 1 0,1-1 0,0 2 0,1 0 0,20-19 0,-26 27-22,0 1 0,1 0 0,-1 0 0,1 1 0,0-1 1,0 1-1,1 1 0,-1-1 0,1 1 0,-1 0 0,1 0 1,0 1-1,-1 0 0,1 0 0,7 1 0,-13 0 5,0 0 1,1 0-1,-1 0 0,0 0 1,0 0-1,0 1 0,0-1 0,0 0 1,0 1-1,-1-1 0,1 1 0,0-1 1,0 1-1,0-1 0,0 1 1,0 0-1,-1-1 0,1 1 0,0 0 1,0 0-1,-1-1 0,1 1 0,-1 0 1,1 0-1,0 1 0,5 31-43,-7-26 45,1 0 0,-1 0 0,0 0-1,-1 0 1,1-1 0,-1 1 0,-1 0-1,-3 6 1,-3 0-79,-1 0-1,0-1 0,-2 0 1,1-1-1,-14 11 1,-37 38-4436,55-49 1736,5-3-2557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29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36 10229,'0'0'15746,"-6"-8"-14815,5 5-893,-1 1-7,1-1 0,-1 1 0,1 0 0,-1 0 0,0 0 0,0 0 1,0 0-1,0 0 0,0 1 0,-3-3 0,3 4-14,1 0 0,0 0 0,-1 0 1,1-1-1,-1 2 0,1-1 0,0 0 0,-1 0 0,1 0 0,0 1 1,-1-1-1,1 0 0,0 1 0,-1 0 0,1-1 0,0 1 1,0 0-1,0-1 0,0 1 0,0 0 0,-1 0 0,1 0 0,1 0 1,-1 0-1,0 0 0,0 0 0,0 0 0,0 2 0,-13 14 118,2 1 0,0 1 0,1 0 0,1 0 0,0 1 0,2 0 0,0 1 0,-9 41 0,11-28-139,1-1 0,1 1 0,2 0-1,2 0 1,4 38 0,-4-65-36,1 0 0,0 0-1,1-1 1,0 1 0,0 0 0,1 0-1,-1-1 1,1 0 0,1 1-1,-1-1 1,1 0 0,0-1 0,0 1-1,1-1 1,0 1 0,0-1-1,8 6 1,-8-8-309,1 1 0,-1-1 0,1 0 0,0 0 1,0-1-1,1 1 0,-1-1 0,0-1 0,1 1 0,-1-1 0,1-1 0,6 1 0,60-2-9397,-33-8-2475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2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25 10549,'0'0'9759,"-1"-3"-8625,1 2-1059,0 0 1,0 0-1,-1 0 1,1 0-1,0 0 1,-1 0-1,1 0 1,-1 0-1,1 0 1,-1 0-1,1 0 1,-1 0 0,1 1-1,-1-1 1,0 0-1,0 0 1,1 1-1,-1-1 1,0 0-1,0 1 1,0-1-1,0 1 1,0 0-1,0-1 1,0 1-1,0-1 1,0 1-1,-1 0 1,-2-1 68,1 1 1,0 0-1,-1 1 1,1-1-1,-1 0 1,1 1-1,0 0 0,-1 0 1,-3 1-1,-3 2 83,0 1 0,1 0-1,-1 0 1,1 1-1,-13 10 1,11-6-181,0 1 0,1 0-1,1 0 1,0 1 0,0 0 0,1 0 0,1 1-1,0 0 1,0 0 0,2 1 0,-1 0-1,2 0 1,0 0 0,1 1 0,0-1 0,1 1-1,1 0 1,0 23 0,2-35-55,-1-1 0,1 1 0,0 0 0,0-1 0,0 1 0,0-1 0,0 1 0,0-1 0,1 1 0,-1-1 0,1 0 0,0 0 0,0 0 0,0 0 1,0 0-1,0 0 0,0 0 0,0 0 0,1-1 0,-1 0 0,0 1 0,1-1 0,-1 0 0,1 0 0,0 0 0,-1 0 0,1-1 0,0 1 0,3 0 0,12 2-493,0-1-1,0 0 0,23-2 1,-34 0 132,24 0-1239,46 0-7190,-45-3 457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30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17512,'0'0'9724,"18"5"-9054,-6-1-566,-4-3-53,0 1-1,1 0 0,-1 1 1,-1 0-1,1 1 0,0-1 0,-1 1 1,0 1-1,0-1 0,0 1 1,0 0-1,-1 1 0,9 9 0,-3 0 17,-1 1-1,-1 0 0,-1 0 0,0 1 0,-1 1 0,-1-1 0,0 1 0,4 23 1,-5-11-70,-1 0 0,-1 1 0,-2-1 1,-2 43-1,-2-57-204,0-1 0,0 0 0,-1 0-1,-1 0 1,-1 0 0,0-1 0,-1 0 0,0 0 0,-1 0 0,-17 24-1,8-17-1270,-1 0 0,0-1 1,-2-1-1,0-1 0,-35 25 0,-25 10-6507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44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2 404 16151,'0'0'8989,"4"-1"-8747,-4 1-227,1 0 1,0 0-1,-1 0 0,1 0 0,0 0 0,-1 0 0,1 0 1,0 0-1,0 0 0,-1 0 0,1 1 0,0-1 0,-1 0 1,1 0-1,0 1 0,-1-1 0,1 0 0,-1 1 0,1-1 1,0 0-1,-1 1 0,1-1 0,-1 1 0,1-1 0,-1 1 1,0-1-1,1 2 0,9 24 297,-6 42 106,-4-58-348,1 47 181,-3-1-1,-2 0 1,-14 68 0,11-186 2089,2-51-2194,5 102-137,-2-63 37,3 1 0,16-99 0,-14 151-49,1 0 1,1 0-1,1 1 0,1 0 1,1 0-1,1 1 0,0 0 1,1 0-1,1 1 0,1 0 1,1 1-1,29-30 0,-40 45-1,0 0 0,-1 0-1,1 0 1,0 0-1,1 1 1,-1-1-1,0 1 1,0 0-1,1-1 1,-1 1-1,1 0 1,-1 0-1,1 0 1,0 1-1,-1-1 1,1 1 0,-1-1-1,1 1 1,0 0-1,0 0 1,-1 0-1,5 1 1,-3 1-7,-1-1 1,0 1-1,0 0 0,0 0 1,0 0-1,0 0 1,-1 0-1,1 1 0,-1-1 1,1 1-1,-1-1 1,0 1-1,0 0 1,3 6-1,3 6-4,-2 1 0,1 0 0,-2 0 0,0 0-1,4 31 1,-6-28 28,-1 0-1,0-1 0,-2 1 1,0 0-1,-2 0 1,-6 35-1,6-44-10,-1 0 1,-1 0-1,0 0 0,-1-1 1,1 1-1,-2-1 1,1 0-1,-2-1 0,1 1 1,-1-1-1,0 0 1,0-1-1,-15 11 0,-54 32-329,21-23-4975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45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21 8964,'0'0'17648,"-1"-6"-17069,-5-9-491,-1 17 69,-11 34 274,-13 69 286,17-40-621,2 0 0,3 0 0,0 116 0,9-175-193,0 0 1,0 0-1,1-1 0,-1 1 1,2 0-1,-1 0 1,0 0-1,1-1 0,0 1 1,0-1-1,1 1 1,0-1-1,0 0 0,0 0 1,0 0-1,1 0 1,0-1-1,0 1 0,5 4 1,-2-5-146,-1 1 0,1-1 0,1-1 1,-1 1-1,0-1 0,1-1 0,0 1 0,-1-1 1,1-1-1,0 1 0,0-1 0,0-1 1,12 0-1,-13 0-235,2 1-971,0-1 1,0-1 0,1 0-1,-1 0 1,15-4-1,11-13-7759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45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57 327 15879,'0'0'9671,"-3"14"-9452,-7 43 91,-26 120 1360,33-175-449,1-13-442,-1-38-156,4-69-416,3 77-182,2 1-1,2 0 0,12-39 1,-13 55-19,2 1 0,0 0-1,2 1 1,0 0 0,1 0 0,19-24 0,-30 45-7,0-1-1,1 1 1,-1-1 0,0 1 0,1 0-1,-1 0 1,0-1 0,1 1-1,0 0 1,-1 0 0,1 0-1,2 0 1,-3 0-1,-1 1 1,1 0-1,0 0 1,-1 0-1,1 0 0,0 0 1,-1 0-1,1 0 0,0 0 1,-1 1-1,1-1 0,0 0 1,-1 0-1,1 0 0,-1 1 1,1-1-1,0 0 0,-1 1 1,1-1-1,-1 1 0,1-1 1,-1 0-1,1 2 0,2 2-9,0 1-1,0-1 1,0 1-1,-1 0 1,0 0-1,3 10 1,1 0 1,9 29 13,-2 1 1,-1 0-1,6 54 0,5 144-1342,-23-231 864,0-7-2191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45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16247,'0'0'8708,"111"-57"-8820,-76 55 96,-3 2-16,-6 0-304,0 0-1681,-5 0-400,3 0-2369,2 0-7540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46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12662,'0'0'14132,"0"0"-14126,-1 0 0,1 0 0,-1 0 0,1 0 0,0-1 1,-1 1-1,1 0 0,-1 0 0,1 0 0,0 1 0,-1-1 0,1 0 1,-1 0-1,1 0 0,0 0 0,-1 0 0,1 0 0,0 0 1,-1 1-1,1-1 0,-1 0 0,1 0 0,0 1 0,-1-1 0,1 0 1,0 0-1,0 1 0,-1-1 0,1 0 0,0 1 0,0-1 1,-1 0-1,1 1 0,0-1 0,0 1 0,0-1 0,0 0 1,0 1-1,0-1 0,-1 1 0,1-1 0,0 0 0,0 1 0,0-1 1,0 1-1,0-1 0,1 0 0,-1 1 0,0-1 0,0 1 1,0 0-1,0 12 92,0 0 0,1 0 0,1 0 0,0 0 1,1 0-1,4 13 0,9 48 250,-9 0-263,-3 0 0,-4 1-1,-2-1 1,-20 116 0,21-186-306,-5 35 378,5-13-4967,21-26-5171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46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1 15463,'0'0'11963,"-19"2"-11614,13-1-322,-1-1 8,0 1 1,0 0-1,0 0 1,0 0-1,0 1 0,0 0 1,1 1-1,-1-1 1,1 1-1,0 0 0,0 1 1,0 0-1,0 0 0,0 0 1,1 0-1,0 1 1,0 0-1,-7 10 0,-8 13 160,3 0 0,-28 60 0,40-76-179,0 0 0,1 0-1,1 1 1,0 0 0,0 0-1,1 0 1,1 0 0,0 0 0,1 0-1,2 20 1,-1-30-20,0-1 0,-1 1-1,1-1 1,0 1 0,0-1 0,0 1 0,0-1-1,1 0 1,-1 0 0,1 0 0,-1 0 0,1 0 0,0 0-1,0 0 1,0 0 0,0-1 0,0 1 0,3 1-1,1 0 5,-1 0-1,1 0 0,1-1 1,-1 0-1,0 0 0,1-1 1,6 2-1,10-1-196,-1-1 0,1-1 1,28-3-1,-32 0-1057,0-1 0,0-1 0,0 0 0,-1-2 0,28-13 0,-2-1-4455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46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34 15879,'0'0'12558,"-3"-8"-11966,-2-12-463,8 15-33,20 27 29,35 60 48,-43-55-153,-1 1 0,-1 0 0,-2 1 0,-1 0 0,-1 1 0,-2 0 0,-1 0-1,-1 1 1,-2 0 0,-1-1 0,-1 1 0,-6 55 0,2-70-139,0-1 0,-2 0 0,0 0 0,0 0 0,-1 0 0,-1-1 0,-1 0 0,0-1-1,-13 17 1,3-6-1965,-2-1-1,-1-1 0,-44 37 0,9-18-5518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48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12 10773,'0'0'14903,"-15"-2"-13865,-41-5-363,41 5-209,18 2-180,28 0-105,91-1-49,184 23 0,-303-21-372,1-1 0,-1 1-1,0 0 1,1 0-1,-1 0 1,0 1 0,0-1-1,0 1 1,1 0-1,-2-1 1,1 1 0,5 5-1,-7-6 62,-1-1-1,1 1 1,-1 0 0,1-1-1,-1 1 1,0 0-1,1-1 1,-1 1-1,0 0 1,0 0 0,1-1-1,-1 1 1,0 0-1,0 0 1,0 0 0,0-1-1,0 1 1,0 0-1,0 0 1,0 0-1,0-1 1,-1 2 0,0 0-124,1 0 0,-1-1 0,0 1 0,0-1 0,-1 1 0,1-1 0,0 1 0,-1-1 0,1 0 0,0 0 0,-1 1 0,1-1 0,-4 1 0,-22 12-4910,-7 1-2601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49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34 10901,'0'0'3847,"-17"6"-645,-52 17-927,57-15 2158,28-4-3290,35-2-1572,-47-2 773,50 0-361,161-5 589,-181 2-1048,-1-2 0,-1-1 0,1-1 0,46-17 0,-79 24 442,15-8-2753,-10-2-2281,-5 1-1089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49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56 16039,'0'0'11067,"-4"-13"-10592,2 6-428,-9-25-2,5 28-52,1 22 2,-3 31 48,-1 0 1,-3-1 0,-23 62 0,-68 136 240,8-24-234,94-220-79,-4 9-512,1 0 0,0 1-1,1-1 1,0 1 0,1 0 0,-1 19-1,3-30 353,0 0 0,0 0 0,0-1-1,0 1 1,0 0 0,1-1-1,-1 1 1,0 0 0,0-1 0,1 1-1,-1 0 1,1-1 0,-1 1-1,0-1 1,1 1 0,-1-1-1,1 1 1,-1-1 0,1 1 0,0-1-1,-1 1 1,1-1 0,-1 0-1,1 1 1,0-1 0,-1 0-1,1 1 1,0-1 0,0 0 0,-1 0-1,1 0 1,0 0 0,-1 0-1,1 0 1,0 0 0,0 0-1,-1 0 1,1 0 0,0 0 0,-1 0-1,1 0 1,0-1 0,1 1-1,6-1-2096,33 1-11339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50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66 403 12774,'0'0'11189,"-1"12"-11048,-11 61 1213,-40 126 0,51-209 1497,4-63-2001,10 12-777,2 0-1,2 1 1,4 1 0,2 0 0,56-102 0,-28 82-86,-46 73 13,0-1-1,1 1 1,-1 0 0,1 0-1,0 1 1,1-1 0,-1 2-1,15-9 1,-20 12-6,0 1-1,0-1 0,0 1 1,-1 0-1,1-1 0,0 1 1,0 0-1,0-1 0,0 1 1,0 0-1,0 0 0,0 0 1,0 0-1,0 0 0,0 0 1,0 0-1,0 0 0,0 1 1,0-1-1,0 0 1,0 1-1,0-1 0,0 0 1,0 1-1,0-1 0,0 1 1,0-1-1,-1 1 0,1 0 1,0-1-1,0 1 0,-1 0 1,1 0-1,0-1 0,-1 1 1,1 0-1,-1 0 1,1 0-1,-1 0 0,0 0 1,1 0-1,-1 0 0,0 0 1,1 0-1,-1 1 0,5 52-152,-5-43 120,0 3-18,-1 0 0,0 0 0,0 1 0,-1-1 0,-1 0 0,-1-1 1,0 1-1,0 0 0,-2-1 0,1 0 0,-2 0 0,0-1 0,0 0 0,-1 0 0,-1 0 0,0-1 0,-16 15 0,3-6-759,-15 15-1351,25-11-5086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50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15 17192,'0'0'11461,"-15"-4"-11079,9 2-363,3 1-13,0-1-1,0 1 0,-1 0 0,1 0 0,0 0 1,-1 1-1,1-1 0,-1 1 0,1 0 1,-1 0-1,1 0 0,-1 0 0,1 0 0,-1 1 1,1 0-1,-1 0 0,1 0 0,0 0 1,-1 0-1,1 1 0,0-1 0,0 1 1,0 0-1,0 0 0,0 0 0,1 0 0,-1 0 1,1 1-1,-1 0 0,1-1 0,0 1 1,-2 3-1,-19 27 41,3 2 1,0 0 0,3 1-1,1 1 1,1 1 0,2 0 0,2 1-1,2 0 1,1 0 0,2 1-1,-1 43 1,7-77-57,0-1 1,0 1-1,1 0 1,0 0-1,0 0 1,0-1-1,1 1 1,-1 0-1,1-1 1,1 1-1,-1-1 1,5 7-1,-4-8-42,0-1 1,1 1-1,-1-1 0,1 0 0,0 0 0,-1 0 0,1-1 0,1 1 0,-1-1 0,0 0 0,0 0 0,1 0 0,-1-1 0,1 0 0,8 2 0,6 0-1034,1-1 1,0 0-1,0-1 1,30-3-1,-33 0-1988,0-1 0,33-9 1,9-9-8293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50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0 15543,'0'0'11267,"-12"4"-11019,4-1-191,0 0 0,0 1-1,1 0 1,-1 0 0,1 0 0,0 1 0,0 0 0,0 1 0,1-1 0,-1 1 0,2 1 0,-1-1 0,1 1 0,0 0-1,0 0 1,0 1 0,1-1 0,0 1 0,1 0 0,0 0 0,0 0 0,1 0 0,-2 10 0,4-14-60,-1 0-1,1-1 1,0 1 0,0 0 0,0 0 0,1 0 0,-1 0-1,1-1 1,0 1 0,0 0 0,0 0 0,1-1 0,-1 1 0,1-1-1,0 1 1,4 5 0,-3-6-30,1 0 0,-1-1-1,1 1 1,0-1 0,0 1 0,0-1-1,0 0 1,0-1 0,0 1 0,1-1-1,-1 0 1,0 0 0,1 0 0,5 0-1,66 4-2583,-71-5 1746,1 0-1,-1 0 0,1-1 1,0 1-1,-1-1 0,1-1 1,-1 1-1,1-1 0,-1 0 1,10-5-1,-1-5-5030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51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39 18889,'0'0'10903,"0"-10"-10543,-1-15-338,0 21-10,1 6 1,-1 45 66,-3 72 260,-4-64-478,-3 1 1,-2-2-1,-3 1 1,-43 99-1,36-95-1324,22-57 1147,-7 23-2520,8-11-2701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51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72 304 16263,'0'0'7308,"-6"17"-6262,-2 8-810,-6 20 642,-25 54 1,35-114 1578,3-14-2084,2-3-132,1 0 0,2-1 0,1 1 0,2 0 0,14-41 0,-14 50-200,2 1-1,1 0 0,0 1 1,2 0-1,0 1 0,2 0 0,0 0 1,17-17-1,-30 37-39,0-1 1,-1 1-1,1-1 0,-1 1 1,1-1-1,0 1 0,-1-1 0,1 1 1,0 0-1,-1-1 0,1 1 1,0 0-1,0 0 0,-1 0 1,1 0-1,0-1 0,0 1 1,0 0-1,-1 0 0,1 0 0,0 1 1,0-1-1,-1 0 0,1 0 1,0 0-1,0 0 0,-1 1 1,1-1-1,0 0 0,-1 1 1,1-1-1,0 1 0,-1-1 1,1 1-1,0-1 0,-1 1 0,1-1 1,-1 1-1,1-1 0,-1 1 1,1 0-1,-1-1 0,0 1 1,1 0-1,-1-1 0,0 1 1,1 0-1,-1 0 0,0 0 0,20 50 35,-16-38-33,6 20-480,-1 0-1,-1 0 1,5 66-1,-7 104-2916,-6-199 3322,0 0-856,-1 3-1631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51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11381,'0'0'13494,"69"-32"-13494,-31 30-112,-2 0 80,0 0-480,-1-1-2033,-3-6-1841,0-5-4018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52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0 18232,'0'0'10944,"3"6"-10821,13 25-81,-1 2 1,-1 0 0,-1 0-1,-3 1 1,0 1 0,-2 0 0,-2 0-1,3 60 1,-8-59-74,-1 0 1,-6 39-1,4-61-118,-1-1 1,0 0-1,-1 0 0,0-1 0,-1 1 1,0-1-1,-1 0 0,-1 0 0,-8 11 1,1-4-912,-1-2 1,-1 0 0,0-1 0,-1 0 0,-30 20 0,-38 19-4955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23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14 408 13750,'0'0'10450,"-8"14"-9937,6 2-286,0 0 1,1 1 0,1-1 0,3 28-1,-1 11 497,-2-69 1018,6-183-295,-2 165-1421,1 0 1,1 1-1,1-1 1,14-33-1,-17 54-19,34-80 37,-35 84-55,1 0 0,0 0 0,1 0-1,0 0 1,0 0 0,0 1 0,1 0 0,0 0-1,8-6 1,-13 11 4,0 0-1,0 0 1,0 1 0,0-1 0,0 0-1,1 1 1,-1-1 0,0 1-1,0-1 1,0 1 0,0 0 0,1-1-1,-1 1 1,0 0 0,0 0-1,1 0 1,-1 0 0,0 0-1,0 0 1,1 0 0,-1 0 0,0 0-1,0 1 1,1-1 0,-1 1-1,2 0 1,-2 0 1,1 1-1,-1-1 1,0 1-1,0 0 1,0-1 0,1 1-1,-2 0 1,1 0-1,0-1 1,0 1 0,0 0-1,-1 0 1,1 0-1,-1 4 1,2 7-18,-1 1 1,-1 0-1,-1 21 1,1-35 20,-2 10-52,0-1 0,-1 1 0,0-1 0,0 0-1,-1 0 1,0 0 0,-1-1 0,0 1 0,0-1-1,-1 0 1,-9 10 0,7-8-850,0 1 0,1 0 0,0 0-1,0 0 1,-6 17 0,10-11-3043,3-7-1802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23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12486,'0'0'12883,"-11"12"-11875,5-5-875,0 0-42,0 1 0,0-1 0,0 1-1,1 0 1,0 1 0,1-1 0,0 1-1,0 0 1,1 0 0,-4 17 0,0 18-6,3 1 0,1 67 1,3-108-181,0 0 1,0 0-1,1-1 1,0 1-1,0 0 1,0 0 0,0-1-1,0 1 1,1 0-1,-1-1 1,1 0-1,0 1 1,0-1-1,1 0 1,-1 0 0,0 0-1,1 0 1,0 0-1,0-1 1,0 1-1,0-1 1,0 0-1,0 0 1,1 0-1,3 1 1,43 13-4094,4-13-3599,-18-3-3130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24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35 388 12422,'0'0'7846,"-4"8"-7385,-23 49 6229,26-69-5597,-1-14-1040,3 1 77,1 1 0,1-1 1,1 1-1,1 0 0,1 0 0,1 0 0,14-30 0,-13 37-123,0 1 0,1 0 0,0 0 0,2 1 0,0 0 0,0 0 0,1 2 0,1-1 0,0 2 0,24-19 0,-34 30-7,-1-1 0,0 1 1,0 0-1,1 0 0,-1 0 0,1 0 1,-1 1-1,0-1 0,1 0 0,0 1 1,-1 0-1,1 0 0,-1 0 0,1 0 1,-1 0-1,1 0 0,-1 0 0,1 1 1,-1 0-1,1-1 0,-1 1 1,1 0-1,-1 0 0,0 0 0,1 0 1,-1 1-1,0-1 0,0 1 0,0-1 1,0 1-1,0 0 0,0 0 0,-1 0 1,1 0-1,-1 0 0,3 4 0,6 8-26,-1 1 0,-1 0 1,0 0-1,6 20 0,-12-31 13,8 22-285,-2 0 1,-1 0 0,6 43-1,-6-19-2793,-3 1-3826,-2-41 490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24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13382,'0'0'9236,"125"-82"-9188,-87 77-48,-1 3-720,3-2-2065,0 1-3954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24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16760,'0'0'10981,"12"12"-10576,-2-2-310,0 1-1,-1 1 1,0-1-1,-1 1 1,-1 1-1,0-1 1,0 2-1,-1-1 1,-1 0-1,0 1 1,4 20-1,-6-13-110,0 1-1,-2-1 1,0 1 0,-1 0-1,-1-1 1,-1 1-1,-1-1 1,-1 1 0,-1-1-1,-1-1 1,-1 1-1,0-1 1,-12 22 0,-18 24-820,-8 17-2485,20-26-2530,17-25-2707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5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9 6915,'0'0'14212,"-10"1"-13094,-2 1-1087,-13 1 1445,51-2-38,157-9-715,-104 4-3714,-62 1-1187,-10 3-728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56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56 12838,'0'0'10226,"-10"-1"-9012,-21-7-554,45 3-126,81-3 168,-34 3-499,506-23-192,-539 32-747,-17 8-5142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4:57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18248,'0'0'11398,"14"-25"-11126,35 15-272,9-1 0,3 2 16,-3 4-16,-5-1 0,-1 5-32,-6 1-545,-7 0-447,-5 0-1073,-10 0-2545,-8 0-2065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13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50 475 15591,'0'0'10034,"-2"9"-9767,-3 19-10,1 1 1,2 0 0,1 0-1,1 0 1,5 30-1,-2 34 265,-4-89 586,-2-11-425,-8-29-212,-7-59-462,11 22-3,4 0 0,6-78 0,-2 128-6,2 0 1,0 0-1,2 0 1,0 1 0,2 0-1,0 0 1,2 1-1,0-1 1,1 2-1,25-37 1,-30 50-16,1 0-1,0 0 1,1 1 0,0 0-1,0 1 1,0-1 0,1 1 0,-1 1-1,14-7 1,-19 10 10,0 0 0,1 0 0,-1 0 1,1 0-1,-1 1 0,1-1 0,-1 1 0,1-1 0,-1 1 0,1 0 0,0 0 0,-1 0 1,1 0-1,-1 1 0,1-1 0,-1 1 0,1 0 0,-1-1 0,1 1 0,-1 0 1,0 0-1,1 0 0,-1 1 0,0-1 0,0 1 0,0-1 0,0 1 0,0 0 0,0-1 1,0 1-1,-1 0 0,1 0 0,-1 1 0,1-1 0,-1 0 0,1 3 0,3 5 7,0 1 0,-2-1 0,1 1 0,-1-1 0,-1 1 0,0 0 0,0 0 0,-1 0 0,-1 0 0,0 0-1,0 1 1,-1-1 0,-1 0 0,0 0 0,0-1 0,-1 1 0,-4 10 0,-8 15-93,-1-2 0,-2 0-1,-36 51 1,-15 28-4077,67-106 2370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14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32 13510,'0'0'11896,"-7"-7"-10871,3 3-924,-22-16 317,25 20-396,-1 0 1,1-1-1,0 1 0,-1 0 1,1 0-1,0 0 0,0 0 0,-1 1 1,1-1-1,0 0 0,-1 0 1,1 1-1,0-1 0,0 1 1,-1-1-1,1 1 0,0-1 0,0 1 1,0 0-1,0 0 0,0 0 1,0-1-1,0 1 0,0 0 0,0 0 1,0 0-1,1 0 0,-2 2 1,-12 16 174,1 1 1,1 0 0,1 0-1,1 1 1,1 1 0,0-1-1,-7 35 1,8-23-147,2 1 1,2 0-1,1 1 0,2 47 1,1-75-51,0 0 0,1 0 0,0 0 0,0-1 0,1 1 0,0 0 0,0-1 0,0 1 1,1-1-1,0 0 0,0 0 0,1 0 0,0 0 0,0 0 0,0-1 0,0 0 0,1 0 0,7 7 0,-4-7-68,0 0-1,1 0 0,-1 0 1,1-1-1,0 0 0,0-1 1,0 0-1,1 0 0,-1-1 1,1 0-1,-1-1 0,16 0 1,-3 0-1327,0-1 0,43-6 0,-53 4-363,-1-1 0,1 0 0,21-10-1,0-5-6083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14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54 13686,'0'0'11448,"-7"-9"-10170,-22-26-304,28 33-941,0 2 1,-1-1-1,1 0 0,-1 0 1,1 0-1,0 0 1,-1 1-1,1-1 0,-1 1 1,1-1-1,-1 1 1,0 0-1,1 0 0,-1-1 1,1 1-1,-1 0 1,0 0-1,1 1 0,-1-1 1,1 0-1,-1 0 1,1 1-1,-1-1 0,0 1 1,1-1-1,0 1 1,-1 0-1,1 0 0,-2 1 1,-36 28 196,35-26-163,-7 8-29,1 1 1,0 0-1,1 0 0,0 1 1,1 0-1,1 0 0,0 1 1,1 0-1,0 0 0,1 1 1,1-1-1,1 1 0,0 0 1,1 0-1,1 1 0,0-1 1,1 0-1,4 32 0,-3-44-35,1 0-1,-1 0 0,0 0 0,1 0 0,0 0 1,0 0-1,0 0 0,1-1 0,-1 1 0,1-1 1,0 1-1,0-1 0,0 0 0,0 0 0,1 0 1,-1-1-1,1 1 0,0-1 0,0 0 0,-1 0 1,1 0-1,0-1 0,1 1 0,-1-1 0,0 0 1,9 1-1,12 2-210,-1-1 1,1-1 0,37-2 0,-39 0-344,-4 0-683,-1-2 0,28-4 0,7-7-5589,-18 2-2805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14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15607,'0'0'10877,"-5"13"-10165,0 123 634,-1 20-960,-18 78-256,21-132-4681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15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48 375 16023,'0'0'8012,"-1"16"-6964,1-12-1020,0 22 486,-2 0 0,-1-1 0,-1 1 0,-1-1-1,-12 36 1,17-61-491,0 1 0,0-1 0,1 0 0,-1 0 1,0 1-1,0-1 0,-1 0 0,1 0 0,0 0 0,0 1 0,0-1 0,0 0 0,0 0 0,0 0 0,0 1 0,0-1 0,0 0 0,0 0 0,0 0 0,-1 0 0,1 1 1,0-1-1,0 0 0,0 0 0,0 0 0,0 0 0,-1 0 0,1 0 0,0 1 0,0-1 0,0 0 0,0 0 0,-1 0 0,1 0 0,0 0 0,0 0 0,0 0 1,-1 0-1,1 0 0,0 0 0,0 0 0,0 0 0,-1 0 0,1 0 0,0 0 0,0 0 0,-1 0 0,1 0 0,0 0 0,0 0 0,0 0 0,0 0 0,-1-1 0,-4-14 565,2-23-265,2-5-292,3 1-1,1-1 1,2 1 0,2 0 0,2 0 0,1 1 0,3 0-1,1 1 1,2 0 0,35-62 0,-51 101-29,1 0 1,-1 0-1,1 0 1,-1 0-1,1 0 1,-1 0 0,1 0-1,0 0 1,-1 1-1,1-1 1,0 0-1,0 0 1,-1 1-1,1-1 1,0 1-1,0-1 1,0 1-1,0-1 1,0 1 0,0-1-1,0 1 1,0 0-1,0-1 1,0 1-1,0 0 1,0 0-1,0 0 1,0 0-1,0 0 1,0 0-1,2 0 1,-1 2-3,1-1 0,-1 0 0,0 1 0,0-1-1,0 1 1,0 0 0,0 0 0,0 0 0,-1 0 0,1 0 0,-1 0 0,3 3 0,4 11-8,1 1 1,9 29 0,-18-45 10,12 41 12,-2-1 0,-2 2 0,5 79 0,-8-66-917,16 78-1,-18-122 58,3 15-534,-4-8-6716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15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1 155 10229,'0'0'13126,"32"-99"-13126,1 86 48,5 4-48,2 2 0,3 2-32,3-1-929,0-1-1840,-7-2-2449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15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18969,'0'0'7667,"18"18"-7285,-4-3-281,-3-5-23,0 1 0,-2 0-1,1 0 1,-1 1-1,-1 0 1,0 0 0,0 1-1,-2 0 1,10 25-1,-3 7 19,-3 1 1,-1 0-1,-2 0 0,-3 1 0,-1-1 0,-6 82 0,0-107-86,-1-1 0,0 0 1,-1 0-1,-2 0 0,0-1 0,-1 0 1,0 0-1,-2-1 0,0 0 1,-19 25-1,15-25-1208,-1 0 1,-28 26 0</inkml:trace>
  <inkml:trace contextRef="#ctx0" brushRef="#br0" timeOffset="1">584 564 16343,'0'0'4739,"109"-18"-4691,-77 18-48,-6 0-96,-7 0-737,-11 0-2144,-8 12-2610,0 4-2336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16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10517,'0'0'11845,"81"-12"-11829,-45-4-16,-3-1-80,3 1-1745,-4 0-4097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16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44 381 7892,'0'0'15236,"1"2"-14884,3 9-96,0-1-1,-2 1 1,1 0-1,-1 0 1,-1 0-1,0 0 1,0 1-1,-3 17 1,3 3 29,5 148 1105,-6-179-1320,0-8 719,-2-108 157,0 27-674,10-103 0,-5 164-275,1 0 0,1 0 0,2 1 0,0 0 0,2 0-1,1 1 1,1 0 0,16-26 0,-24 46-2,0 1 0,0-1-1,0 1 1,1 0 0,0 0 0,-1 0-1,2 1 1,-1-1 0,0 1-1,8-4 1,-10 6 1,-1 0 0,1 1 0,-1-1 0,0 1 0,1 0 0,-1-1 0,1 1 0,-1 0 0,1 0 0,0 0 0,-1 0 0,1 0-1,-1 0 1,1 1 0,-1-1 0,1 0 0,-1 1 0,0-1 0,1 1 0,-1 0 0,1-1 0,-1 1 0,0 0 0,0 0 0,1 0 0,-1 0 0,0 0 0,0 0 0,0 0 0,0 0 0,0 0 0,0 0 0,0 1 0,-1-1-1,1 0 1,0 1 0,-1-1 0,1 1 0,-1-1 0,1 3 0,2 4 3,-1 0-1,1 1 1,-2-1-1,1 1 1,-1-1-1,-1 1 1,0-1 0,0 1-1,0-1 1,-1 1-1,0 0 1,-1-1-1,0 0 1,0 1-1,-1-1 1,0 0-1,-1 0 1,1-1 0,-9 13-1,-9 12-25,-1-1 0,-2-1 0,-34 33 0,13-14-303,30-33-522,-21 27-835,34-41 895,1 0 0,0 0-1,0 1 1,0-1-1,0 0 1,0 0-1,0 1 1,1-1-1,-1 0 1,0 5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17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16327,'0'0'11006,"-16"9"-10500,6-4-426,4-2-46,1-1 0,-1 1 0,1 0 1,0 1-1,-1-1 0,1 1 0,1 0 0,-1 0 0,1 1 0,-1-1 0,1 1 0,1 0 0,-1 0 0,1 0 0,0 0 0,0 1 0,0 0 0,1-1 0,-3 9 0,-2 15 30,1 1 1,2-1-1,1 1 0,1 0 1,1 0-1,7 54 1,-5-78-93,1 1-1,1 0 1,-1-1 0,1 0 0,0 0 0,0 0 0,1 0 0,0 0-1,0 0 1,0-1 0,1 0 0,-1 0 0,1 0 0,1-1 0,-1 1 0,1-1-1,-1 0 1,1-1 0,0 0 0,0 0 0,1 0 0,-1 0 0,14 2-1,-5 0-756,0-2 0,1 0 0,30 2 0,-27-5-1552,-1 0 0,32-6 0,0-9-4586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17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98 298 10229,'0'0'14590,"-2"3"-13896,-10 26-102,2 1 1,0 0-1,-6 39 0,-9 31-312,15-67-265,1-2 168,6-36-21,2-22 46,4-10-104,2 0 0,1 1 0,2-1-1,17-46 1,-8 23-76,-9 31 5,4-17 2,1 1 0,3 0 1,33-68-1,-49 112-13,0 0-1,1-1 1,0 1 0,-1 0-1,1 0 1,0 0 0,-1-1 0,1 1-1,0 0 1,0 0 0,0 0-1,0 1 1,0-1 0,0 0-1,0 0 1,0 0 0,0 1 0,0-1-1,1 0 1,-1 1 0,0-1-1,0 1 1,1 0 0,-1-1 0,0 1-1,1 0 1,-1 0 0,2 0-1,-1 1-8,0 0-1,0 0 0,0 0 1,0 0-1,0 1 0,-1-1 1,1 1-1,0-1 0,-1 1 0,1 0 1,-1-1-1,0 1 0,0 0 1,0 0-1,2 3 0,5 12-10,-1 1-1,9 35 1,-15-51 10,27 117-630,24 226 1,-50-301-1693,-1-15-5075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17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15863,'0'0'9413,"103"-66"-9413,-60 61 48,1 1-144,2 1 0,1-1-1585,1-1-2145,-1 1-2849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18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17128,'0'0'11965,"0"8"-11802,6 156 824,-23 260 0,12-393-1328,-2 43-1142,12-31-3464,5-32-202,10-10-3964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18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199 210 18136,'0'0'9426,"-19"2"-9085,7-1-279,6-1-26,1 0 0,-1 0 0,1 0 0,-1 1 0,1 0 0,0 0 0,-1 0-1,1 1 1,0 0 0,0 0 0,0 0 0,0 0 0,0 1 0,1 0-1,-1 0 1,1 0 0,-1 1 0,1-1 0,0 1 0,1 0 0,-7 8 0,1 4 95,1 1 0,0-1 0,1 1 0,-6 27 1,10-35-120,1 0 1,1 0 0,-1 0 0,1 0 0,1 1 0,0-1 0,0 0 0,1 1-1,0-1 1,4 16 0,-2-21-10,-1 1 1,1-1-1,0 0 0,-1 0 1,2 0-1,-1 0 0,0 0 0,1-1 1,0 0-1,0 1 0,0-1 1,0-1-1,0 1 0,1-1 0,-1 1 1,1-1-1,0-1 0,-1 1 0,1 0 1,0-1-1,0 0 0,10 0 1,4 2-259,1-2 1,0 0 0,0-1 0,30-5 0,-35 3-709,-1-1-1,1-1 1,-1-1 0,18-7 0,23-17-7742,-18 5-5923</inkml:trace>
  <inkml:trace contextRef="#ctx0" brushRef="#br0" timeOffset="1">455 2 10517,'0'0'17829,"8"-1"-17391,-5 1-411,0 0 0,0 0 0,0 0 0,0 1 0,0-1 0,0 1 0,0 0 0,-1 0 0,1 0 0,0 0 0,0 0 0,-1 1-1,1-1 1,0 1 0,-1-1 0,0 1 0,1 0 0,2 4 0,1 0 14,-1 1-1,0-1 0,-1 1 0,1 0 1,-2 0-1,7 15 0,-1 6 22,-1 0-1,-1 1 1,4 37-1,-6-28-26,-2 0-1,-1 0 0,-5 48 0,1-66-235,-1-1 0,-1 1 0,-1-1 0,0-1 0,-2 1 0,0-1 0,-1 0 0,-11 19 0,-46 59-6960,35-57-112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19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15 13574,'0'0'10330,"-1"4"-8897,0 11 444,0-32 2407,1 16-4271,0 0 1,0 1-1,0-1 0,-1 0 0,1 0 0,0 1 0,0-1 0,0 0 0,-1 1 0,1-1 1,0 0-1,-1 1 0,1-1 0,-1 1 0,1-1 0,-1 0 0,1 1 0,-1-1 0,1 1 1,-1-1-1,1 1 0,-1 0 0,1-1 0,-1 1 0,0-1 0,1 1 0,-1 0 0,-1-1 1,1 2-380,1 0 1,-1 0-1,1 0 1,-1 0 0,1 0-1,0 0 1,-1 1-1,1-1 1,0 0 0,0 0-1,0 0 1,0 0-1,0 0 1,0 0 0,0 1-1,0-1 1,0 0-1,0 0 1,1 0 0,-1 0-1,0 0 1,1 0-1,-1 0 1,1 0 0,0 2-1,21 7-8246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19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0 471 14983,'0'0'7441,"2"-16"-4896,5-45-1025,-6 45-596,1 33-444,4 242 1574,-3-322-1914,3 0-1,3 0 1,2 1 0,3 0-1,35-93 1,-48 152-140,7-21 3,2 0 0,23-41 1,-31 60-10,1 0 1,0 0 0,0 1-1,1-1 1,0 1 0,-1 0-1,1 0 1,1 0 0,-1 0 0,0 1-1,1 0 1,0 0 0,0 0-1,0 1 1,0-1 0,0 1 0,0 0-1,1 1 1,8-3 0,-13 4-5,1 0 0,0 0 0,0 0 1,0 0-1,-1 1 0,1-1 0,0 0 1,0 1-1,-1-1 0,1 1 0,0-1 0,-1 1 1,1 0-1,-1 0 0,1 0 0,-1 0 1,1 0-1,-1 0 0,1 0 0,-1 1 0,0-1 1,0 0-1,2 3 0,0 0-3,-1 0 1,0 1-1,0-1 0,-1 1 0,1-1 0,-1 1 1,0 0-1,0-1 0,0 6 0,0 3 11,-1 1 0,0-1-1,-1 0 1,-1 1 0,-5 25 0,3-29-1,0 1 0,0-1 1,-1-1-1,0 1 0,-1-1 1,0 0-1,0 0 0,-9 9 1,-9 6-9,-34 27 0,-12 12-2315,67-58 997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20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31 14038,'0'0'14263,"-11"-8"-13383,7 5-825,1 1-14,0 0 1,0-1-1,-1 1 1,1 0 0,-1 1-1,1-1 1,-1 1 0,0-1-1,-4 0 1,6 2-19,-1 0 0,1 0 0,0 0 0,-1 1 1,1-1-1,0 1 0,0-1 0,-1 1 0,1 0 0,0 0 1,0 0-1,0 0 0,0 0 0,0 1 0,0-1 0,0 0 1,0 1-1,1 0 0,-1-1 0,0 1 0,1 0 0,-2 2 1,-16 21 124,1 0 0,1 0 0,1 2 1,2 0-1,0 1 0,-15 47 1,22-51-146,0 1 0,1 0 0,2 0 1,1 0-1,0 1 0,2-1 0,1 1 0,5 37 1,-4-57-31,1 1 0,0 0 0,0 0 0,0 0 0,1-1 0,0 1 0,0-1 0,1 0 0,-1 0 0,1 0 0,1-1 0,-1 1 0,1-1 0,0 0 0,0 0 0,1-1 0,-1 0-1,1 0 1,0 0 0,0 0 0,1-1 0,-1 0 0,1 0 0,-1-1 0,1 0 0,0 0 0,8 1 0,2 0-735,1 0 0,-1-1 0,1-1 0,20-1-1,-14-1-2470,0-2-1,29-6 1,5-7-8341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20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217 229 16295,'0'0'8140,"-19"0"-6392,7-1-1461,7 0-230,0 0-1,1 0 1,-1 1 0,0 0-1,1 0 1,-1 0 0,0 0 0,1 1-1,-1 0 1,1 0 0,-1 0 0,0 0-1,1 1 1,0-1 0,-1 1 0,1 0-1,0 1 1,0-1 0,0 1-1,1 0 1,-1 0 0,1 0 0,-5 4-1,-2 9 36,0 0-1,1 0 0,1 1 1,0 0-1,2 1 0,0-1 1,0 1-1,2 0 0,0 1 1,1-1-1,1 1 0,1 26 1,1-43-92,0 1 0,0-1 0,0 1 0,1-1 0,-1 0 0,1 1 0,-1-1 0,1 1 0,0-1 0,0 0 0,0 0 0,0 0 0,1 0 0,-1 0 0,1 0 0,-1 0 0,1 0 0,-1 0 0,4 2 0,-1-1-30,0-1 0,0 1 0,1-1 0,-1 0 0,0 0 1,1-1-1,0 1 0,-1-1 0,7 1 0,9 1-940,0-2-1,-1 0 1,36-4-1,0-7-3602,0-9-1718</inkml:trace>
  <inkml:trace contextRef="#ctx0" brushRef="#br0" timeOffset="1">489 1 17208,'0'0'11837,"19"0"-11551,-8 1-264,-6-2-18,0 0 1,0 1 0,0 0 0,0 0 0,0 1-1,0-1 1,0 1 0,0 0 0,0 1 0,0-1-1,-1 1 1,1 0 0,-1 0 0,1 0 0,-1 1-1,0-1 1,0 1 0,0 0 0,0 0 0,0 1-1,-1-1 1,1 1 0,-1 0 0,0 0 0,3 4 0,6 20 0,-1 0 1,-1 0 0,-1 1 0,-2 0 0,-1 0-1,-1 1 1,-1 0 0,-2 0 0,-1 0 0,-4 37 0,2-55-186,0-1 0,-1 0 1,-1 1-1,0-1 0,0 0 1,-1-1-1,-1 1 0,0-1 0,0 1 1,-1-2-1,0 1 0,-13 15 1,7-11-1009,-1-1 0,-1-1 0,0 0 0,0-1 0,-1 0 0,-1-1-1,-20 10 1,-41 14-7837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23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7 6371,'0'0'4989,"-25"-2"7697,700-3-11046,-591 11-1623,0 4 1,115 28-1,56 7 27,177-22-8,3-32 16,-21-1-38,160 23 10,-4-1 0,-449-12-11,772-16 371,-771 7-1624,-205 19-9066,19-2-4285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23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66 454 15223,'0'0'8863,"0"15"-8282,-1 76 960,-22 163 0,17-243-1284,-1-19 330,-4-21 209,4-9-690,2-1 0,2 0-1,1 0 1,2 0 0,5-42-1,-5 78-104,4-39 8,1 0 0,2 0-1,21-71 1,-20 89-12,1 0 1,1 1-1,0 0 0,2 1 1,1 0-1,1 1 0,26-32 1,-33 46-10,-1 1 0,2 0 1,-1 0-1,0 1 1,1-1-1,0 2 0,16-8 1,-22 11 8,-1 0 0,1 0 0,0 1 0,1-1 0,-1 0 0,0 1 0,0-1 0,0 1 0,0 0 0,0-1 0,1 1 0,-1 0 0,0 0 0,0 1 0,0-1 0,0 0 0,0 1 1,1-1-1,-1 1 0,0 0 0,0 0 0,0 0 0,0 0 0,-1 0 0,1 0 0,0 0 0,0 1 0,-1-1 0,1 1 0,0-1 0,-1 1 0,0-1 0,1 1 0,-1 0 0,0 0 0,0 0 0,1 2 0,1 4 2,0 1-1,0-1 0,-1 1 0,0-1 1,-1 1-1,0-1 0,0 1 0,-1 0 1,0-1-1,-1 1 0,0 0 1,0-1-1,0 1 0,-1-1 0,-1 1 1,0-1-1,0 0 0,0 0 0,-9 15 1,-7 7-237,-2-1 0,-1-1 0,-42 43 0,-14 17-3535,62-61 51,10-10-2398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24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 17512,'0'0'9989,"-113"116"-9445,95-57-384,4 7 0,8 0-96,6-2-48,0-9-16,4-7-16,20-10-288,9-11-1041,13-11-1280,8-11-977,3-5-1600,3-2-4610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24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121 189 14102,'0'0'9949,"-9"17"-8634,-12 23-706,3 1 1,-15 46-1,26-64-435,2-5-95,0-1 0,-2 1 0,-9 18 1,16-102 832,9 19-839,1 0 0,3 1 0,2 0 0,1 1 0,30-56 0,-39 86-36,-4 8 10,0 0 1,0 0-1,0 0 1,1 1-1,0 0 1,1-1-1,-1 1 1,1 1-1,8-8 1,-12 12-32,0 1-1,-1 0 1,1 0 0,0-1 0,0 1-1,0 0 1,-1 0 0,1 0 0,0 0 0,0 0-1,0 0 1,0 0 0,-1 0 0,1 1-1,0-1 1,0 0 0,0 0 0,-1 1-1,1-1 1,0 1 0,0-1 0,-1 0 0,1 1-1,0-1 1,-1 1 0,1-1 0,-1 1-1,1 0 1,0-1 0,-1 1 0,1 0-1,-1-1 1,0 1 0,1 0 0,-1 0-1,0-1 1,1 1 0,-1 0 0,0 1 0,15 39-79,-12-32 116,56 188 897,-39-95-2745,-12 0-8309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25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1 427 16856,'0'0'6659,"137"-48"-6659,-96 43 0,3-2-112,-1 0-2081,-1-6-2257,0-1-3986</inkml:trace>
  <inkml:trace contextRef="#ctx0" brushRef="#br0" timeOffset="1">506 1 16760,'0'0'12325,"68"66"-11973,-48-11-175,-3 15-113,-9 3-48,-8 5 80,0-3-96,-6-9-160,-15-5-129,-3-7-751,0-8-1409,4-9-1201,10-13-5618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25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12070,'0'0'11266,"0"-6"-10372,0 4-867,1 0 1,-1 0 0,1 1-1,0-1 1,0 0-1,0 0 1,0 1-1,0-1 1,1 1 0,-1-1-1,0 1 1,1-1-1,-1 1 1,1 0 0,-1 0-1,1 0 1,-1 0-1,1 0 1,0 0 0,0 0-1,0 0 1,-1 1-1,1-1 1,0 1-1,0-1 1,0 1 0,0 0-1,0-1 1,3 2-1,85-9 182,-48 6-149,-13 0-56,129-13 6,252 10 0,-409 4-22,-1 1 0,0 0 0,1 0-1,-1 0 1,0 0 0,1 0 0,-1 0-1,0 0 1,1 0 0,-1 0 0,0 0-1,1 1 1,-1-1 0,0 0 0,1 0-1,-1 0 1,0 0 0,1 0 0,-1 1-1,0-1 1,1 0 0,-1 0 0,0 0-1,0 1 1,1-1 0,-1 0 0,0 0 0,0 1-1,0-1 1,1 0 0,-1 1 0,0-1-1,0 0 1,0 1 0,0-1 0,0 0-1,1 1 1,-1-1 0,0 0 0,0 1-1,0-1 1,0 0 0,0 1 0,0-1-1,0 0 1,0 1 0,-1-1 0,1 0-1,0 1 1,0 0 0,-13 12-2597,-2-9-2524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26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84 14038,'0'0'7591,"-7"-11"-6948,3 6-608,3 3-11,-1-1-1,0 1 1,1 0 0,-1-1-1,1 1 1,0-1-1,0 0 1,0 1-1,0-1 1,1 0 0,-2-5-1,2 8-14,1-1-1,-1 0 0,0 0 1,0 1-1,1-1 0,-1 0 1,0 0-1,1 1 0,-1-1 1,0 0-1,1 1 0,-1-1 1,1 1-1,-1-1 0,1 1 1,0-1-1,-1 1 1,1-1-1,-1 1 0,2-1 1,30-7 193,8 3-61,0 1-1,0 3 1,68 5 0,-103-3-136,-1 0 0,1 0 0,0 1 0,-1-1 0,0 1 1,1 0-1,-1 0 0,0 1 0,0-1 0,0 1 0,0 0 0,0 0 0,-1 0 1,0 0-1,1 1 0,-1-1 0,0 1 0,-1 0 0,1 0 0,-1 0 0,1 0 1,-1 1-1,0-1 0,-1 0 0,1 1 0,0 4 0,2 12 32,0 1 0,-2-1-1,0 1 1,-2 30 0,0-30 25,-26 401 1632,2-72-1019,16 593 803,8-768-1241,0-154-220,-3 70 82,2-83-83,0-1 0,0 1 0,-1-1 0,-1 0 0,1 0 0,-1 0-1,-1 0 1,-5 9 0,7-14-9,0-1 0,-1 1 0,0-1 0,1 1 0,-1-1 0,0 0 0,0 0 0,0 0 0,0-1 0,0 1 0,-1-1-1,1 0 1,0 0 0,-1 0 0,1 0 0,-1 0 0,1-1 0,-1 1 0,0-1 0,1 0 0,-1 0 0,-6-2 0,-2 1-122,-1-1 0,1-1 0,-1 0-1,1 0 1,-14-7 0,-3-4-1785,1 0 0,-41-28-1,0-9-4454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30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11408 345 9941,'0'0'7198,"-3"-3"-6998,-1 0-66,-1-1 0,1 1 1,-1 0-1,0 1 0,0-1 0,-1 1 1,1 0-1,-1 0 0,1 0 1,-11-1-1,-72-7 324,28 4-275,23-2 79,-66-24 0,66 19-119,-60-12 1,3 7-120,-85-14-16,68 24 1,1 5-1,-162 17 1,193-8-40,-381 29-97,-339 17 234,554-43-95,-450 1-142,407-37 250,51 3-94,-422-1-98,-126-9 125,552 19-39,-291-29-39,357 31 48,-224 9 0,192 7-80,192-3 63,-936-29-4,728-2-5,-64-3 112,-160 28-97,388 6-36,-11 4 52,0 2 0,-97 23 0,44-7-150,4-3 112,-68 13 60,-362 18 1,510-51-2,-48-9 1,-13-2-18,-16 6-39,-157-4-46,238 11 54,1 2-1,0 0 0,0 2 0,0 0 0,0 2 0,1 1 0,0 1 1,1 1-1,-29 17 0,15-5 3,1 1-1,2 2 1,0 2 0,-57 57-1,85-77 26,1 1 0,1 0 0,-1 1-1,1-1 1,1 1 0,0 0-1,0 0 1,0 0 0,1 0 0,1 1-1,0-1 1,-2 12 0,0 19 257,1 67 0,3-61-181,0 85 127,19 140-1,-13-180-89,-5 92 0,-2-89-78,-4 7-13,-31 177 0,-5 57-43,32 144 327,9-464-332,-1-7 0,0 0 0,1 0 0,0 0 1,1 0-1,2 13 0,-2-19 1,0 1-1,0-1 0,0 0 1,0 0-1,0 1 1,0-1-1,1 0 0,-1 0 1,1-1-1,0 1 1,-1 0-1,1 0 0,0-1 1,0 1-1,0-1 1,0 1-1,0-1 0,0 0 1,1 0-1,-1 0 1,0 0-1,4 1 0,17 2 26,0-1-1,0 0 1,1-2-1,-1-1 0,30-3 1,-16 2-20,342-29 182,33-11-235,30 0-14,1034 34 92,-1387 6-38,47-1 35,194 20 1,447 41 240,-275-31 548,-66 30-54,-179-20-44,208 28-301,-218-17-146,48 5-184,-246-49-44,969 67 473,178-81 147,-563-41-691,-281 15 94,655-3-150,-620 28 135,-349 7-17,1-2-1,-1-2 1,0-2-1,68-24 1,139-73 232,-238 102-250,5-2 4,0 0 0,0-1 0,0 0 0,16-15 0,-26 21-38,0 0 1,0-1-1,0 1 0,-1-1 0,1 1 0,-1-1 1,1 0-1,-1 1 0,0-1 0,0 0 0,1 0 0,-1 0 1,0 0-1,-1 0 0,1 0 0,0-1 0,-1 1 1,1 0-1,-1 0 0,0 0 0,1-1 0,-1 1 0,0 0 1,0 0-1,-1 0 0,1-1 0,0 1 0,-1 0 1,0 0-1,1 0 0,-1 0 0,0-1 0,0 1 0,0 0 1,0 1-1,0-1 0,-1 0 0,-1-2 0,-5-3-875,-1 0 0,0 1 0,-1 0 0,1 0 0,-18-6 0,11 4-1235,-34-17-6724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31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0 232 13958,'0'0'9669,"30"-14"-9114,4-2-419,2 2 0,0 1 0,0 1 0,1 2 0,55-7 0,407-10 344,-583 16-1035,43 4 462,38 6 90,-39-4-17,0-3 0,0-1 0,-68-25 0,82 17 168,22 6-39,19 6-46,9 4-33,-1 2 0,0 0 0,0 1 0,0 2 0,0 0 0,-1 1 0,1 1 0,23 10 0,-31-11 5,-1 0 1,1 1-1,-1 1 1,0 0-1,-1 1 0,0 0 1,0 0-1,-1 1 1,0 1-1,0 0 1,-1 0-1,0 1 1,13 21-1,-19-25-3,0-1 0,0 1 0,-1-1 0,0 1-1,0 0 1,0 0 0,-1 0 0,0 0 0,0 0 0,-1 0-1,0 0 1,0 0 0,-1 1 0,-2 11 0,0-10 23,-1 0 0,1 1 0,-1-2 0,-1 1 0,1 0 0,-2-1 0,1 0 0,-1 0 0,-11 11 0,-10 6-393,-1-1 1,-1-2-1,-1-1 0,-48 26 1,67-41 13,-24 13-3254,14-13-2038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32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56 405 16824,'0'0'1003,"0"16"19,0 251 5506,-1-267-6447,0-1 1,-1 0-1,1 1 1,0-1-1,-1 0 1,1 0-1,0 0 1,0 0-1,0 0 1,0 0-1,0 0 0,0-1 1,0 1-1,-1-2 1,-4-9-18,0 0 0,2-1 0,-1 0 0,1 0 0,1 0 0,1-1 0,-2-15 0,1-99 7,3 86-17,0 13-52,2 0 0,1 1 0,1-1 0,14-48 0,-13 62-6,0 0 0,1 0 0,1 0 1,0 1-1,1 0 0,0 0 0,2 1 0,-1 0 0,23-23 0,-29 33-2,0 0 0,1 1 0,-1-1 0,1 1 0,-1 0 0,1 0 0,0 0 0,0 0 0,0 1 0,0 0 0,6-2 0,-9 3 2,1 0 0,-1 0 0,0 0 0,0 0 1,1 0-1,-1 0 0,0 0 0,0 0 0,1 0 0,-1 1 0,0-1 0,0 1 0,0-1 0,0 1 1,1-1-1,-1 1 0,0-1 0,0 1 0,0 0 0,0 0 0,0 0 0,-1-1 0,1 1 0,0 0 1,0 0-1,0 0 0,-1 0 0,1 0 0,-1 1 0,1-1 0,-1 0 0,1 0 0,-1 0 1,1 0-1,-1 1 0,0-1 0,0 0 0,0 2 0,2 9 0,-1-1 0,-1 0 0,0 1 0,0-1 0,-1 1 0,-1-1 0,0 0 0,0 0 0,-2 0 0,-6 19 0,-4 0 1,-2-2-1,-26 39 1,8-15-26,29-44-3,0 1-1,0 0 1,1 0-1,-6 18 1,9-25 26,1 0-1,-1 1 1,1-1-1,-1 0 1,1 0 0,0 0-1,0 0 1,0 0-1,0 0 1,0 0-1,1 0 1,-1 0 0,1 0-1,-1 0 1,1 0-1,0 0 1,-1 0 0,1 0-1,0 0 1,0 0-1,1 0 1,-1-1-1,0 1 1,1 0 0,-1-1-1,1 1 1,-1-1-1,1 0 1,2 2-1,59 27-13,-50-25 14,-1 0-1,0 1 1,0 0 0,0 1-1,17 13 1,-28-19 5,1 0 0,-1 0 0,0 0 1,0 0-1,0 0 0,0 0 0,0 0 0,0 1 0,0-1 1,0 0-1,0 1 0,-1-1 0,1 1 0,0-1 0,-1 1 1,1-1-1,-1 1 0,0-1 0,0 1 0,1-1 1,-1 1-1,0-1 0,0 1 0,0 0 0,-1 2 0,0-2 4,0 0-1,-1 0 1,1 1-1,0-1 0,-1 0 1,0-1-1,1 1 1,-1 0-1,0 0 1,0-1-1,0 1 0,0-1 1,0 1-1,-3 0 1,-8 5 5,-1-2 1,1 0 0,-1 0 0,-16 2-1,-36-2-1076,54-5-1118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33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94 11317,'0'0'7428,"-1"-15"-5710,-10-45-531,10 58-1155,1 1 1,-1 0 0,0 0-1,0 0 1,0 0-1,1 0 1,-1 0-1,0 0 1,0 0 0,0 0-1,0 0 1,-1 0-1,1 1 1,0-1-1,0 0 1,0 1 0,-1-1-1,1 1 1,0-1-1,-1 1 1,1 0-1,0 0 1,-1-1-1,1 1 1,0 0 0,-1 0-1,1 0 1,0 0-1,-1 1 1,1-1-1,0 0 1,-1 1 0,1-1-1,-3 1 1,-1 1 25,-1 0 1,1 1-1,0-1 1,-1 1 0,-8 6-1,6-2-23,0-1 0,1 1 0,0 1 0,1-1 0,-1 1 0,-8 16 0,12-20-33,1 0 0,0 1 0,0-1 0,0 1 1,1-1-1,-1 1 0,1 0 0,0 0 1,0 0-1,1-1 0,0 1 0,-1 0 1,2 0-1,-1 0 0,2 9 0,-1-12 1,0-1-1,0 0 1,0 0 0,0 0-1,0 1 1,0-1-1,0 0 1,0 0-1,1-1 1,-1 1-1,0 0 1,1 0-1,-1-1 1,0 1 0,1 0-1,-1-1 1,1 0-1,-1 1 1,1-1-1,-1 0 1,1 0-1,-1 0 1,1 0 0,3 0-1,39-2 46,-37 0-39,0 0-1,0 0 0,0-1 0,-1 1 0,1-2 0,-1 1 1,0-1-1,0 1 0,0-2 0,0 1 0,-1-1 0,1 0 1,4-5-1,2-4 36,1-1 0,-2 0 0,17-30 0,-29 51 22,0-1 0,1 1 1,-1 0-1,1-1 0,0 1 0,0 0 0,2 8 0,0 6 19,-3-13-66,1-1 0,1 1 0,-1 0 0,1 0 1,0-1-1,1 1 0,3 10 0,-4-15-11,0 0-1,1 0 1,-1 0 0,0 0-1,1 0 1,0-1 0,-1 1-1,1 0 1,0-1 0,0 1-1,0-1 1,0 0-1,0 1 1,0-1 0,0 0-1,0 0 1,0 0 0,1-1-1,-1 1 1,0-1 0,1 1-1,-1-1 1,0 0 0,1 1-1,2-2 1,2 1 13,0 0 0,0-1 0,0 0 0,0 0 0,-1-1 0,1 1 0,0-2 0,-1 1-1,1-1 1,-1 0 0,0 0 0,0-1 0,0 0 0,0 0 0,-1 0 0,0 0 0,0-1 0,6-6 0,-3 1 140,-1 1 1,1-1 0,-2-1-1,1 1 1,-2-1 0,1 0-1,-1 0 1,-1-1 0,5-20-1,-8 30 141,-2 15 23,-4 32-319,3-33-1,0 1 0,1-1 0,1 0 1,0 0-1,2 21 0,-1-29-4,0-1 0,0 1 0,0-1 0,1 0 0,-1 1 0,1-1 1,-1 0-1,1 0 0,0 0 0,1 0 0,-1 0 0,0-1 0,1 1 0,-1-1 0,1 1 0,0-1 1,0 0-1,0 0 0,0 0 0,0-1 0,1 1 0,-1-1 0,0 0 0,5 2 0,-1-1 11,-1 0-1,0-1 0,1 0 1,-1 0-1,0 0 1,1-1-1,-1 1 0,1-2 1,-1 1-1,1-1 0,-1 0 1,1 0-1,8-3 1,-11 2-10,0 0 1,0 0 0,0-1 0,0 1 0,0-1 0,-1 0-1,1 0 1,-1 0 0,0 0 0,0-1 0,0 1 0,0-1-1,-1 0 1,1 0 0,-1 0 0,0 0 0,0 0 0,-1-1 0,2-4-1,2-8 123,-1 0-1,-1-1 0,-1 1 1,1-33-1,-3 49 95,0 30-166,9 330 809,-1 99 458,-8-446-1301,-1-1 0,0 1 0,-1-1-1,0 1 1,0-1 0,-1 0-1,-1 0 1,0 0 0,0-1 0,-9 15-1,10-21-8,1-1 0,-1 1-1,0-1 1,0 0 0,0 0 0,0 0-1,-1-1 1,1 1 0,-1-1-1,1 0 1,-1 0 0,0 0 0,0 0-1,0-1 1,0 1 0,0-1-1,-1 0 1,1 0 0,0-1 0,0 1-1,-1-1 1,1 0 0,0 0-1,-1 0 1,1-1 0,0 0 0,0 1-1,-1-2 1,1 1 0,-6-3-1,2 1-3,0-1 0,0 0 0,0-1-1,1 0 1,-1 0 0,1 0 0,1-1 0,-1 0-1,1 0 1,0-1 0,0 0 0,1 0 0,0 0-1,0-1 1,1 1 0,0-1 0,-4-12-1,2 6-2,1 0-1,1 0 0,0-1 0,1 0 0,0 0 0,1 0 0,1 0 0,1 0 1,1-24-1,2 27-3,0 1 0,0 0 0,1 0 0,0 0 0,1 0 1,0 1-1,1 0 0,0 0 0,0 0 0,1 1 0,1 0 0,9-10 1,17-14 1,62-48 1,-59 52 6,73-57-23,-41 34-147,98-97 0,-160 143 148,-1 0 1,1-1-1,-2 0 1,1 0-1,-1-1 1,0 0-1,0 0 1,-1 0-1,0 0 1,0-1-1,-1 1 1,0-1-1,-1 0 1,2-14-1,-4 22 13,0 0 0,0 0 1,0 0-1,0 1 0,-1-1 0,1 0 0,0 0 0,0 0 1,-1 0-1,1 1 0,-1-1 0,1 0 0,-1 0 0,1 1 0,-1-1 1,0 0-1,1 1 0,-1-1 0,0 1 0,1-1 0,-1 1 1,0-1-1,0 1 0,1-1 0,-1 1 0,0 0 0,0-1 0,0 1 1,0 0-1,1 0 0,-1 0 0,0-1 0,0 1 0,0 0 1,0 0-1,0 0 0,0 1 0,1-1 0,-1 0 0,0 0 0,0 0 1,0 1-1,0-1 0,0 0 0,1 1 0,-1-1 0,-1 1 1,-2 0-10,1 1 1,-1-1 0,1 0 0,0 1 0,-1 0 0,1 0-1,0 0 1,0 0 0,0 0 0,-4 5 0,4-2-3,0 1 1,0-1-1,1 1 1,0 0-1,0-1 1,0 1-1,1 0 1,-1 0 0,1 0-1,1 0 1,-1 0-1,1 1 1,0-1-1,1 0 1,1 10-1,-1-13 12,0 1 0,0 0-1,0-1 1,0 0 0,1 1-1,-1-1 1,1 0 0,0 1-1,0-1 1,0 0 0,1 0-1,-1-1 1,1 1 0,-1 0-1,1-1 1,0 0 0,0 1 0,0-1-1,0 0 1,0-1 0,0 1-1,1-1 1,-1 1 0,1-1-1,-1 0 1,6 1 0,0-1-6,0 1 0,-1-2 0,1 1 0,0-1 0,0-1 0,-1 0 1,1 0-1,0 0 0,-1-1 0,1-1 0,-1 1 0,0-1 0,15-8 1,-7 1 0,-1-1 0,0 0 0,0-1 0,-1-1 0,17-19 0,-27 27 13,2-1-10,0-1-1,0 1 0,1 0 1,-1 1-1,10-6 0,-15 10-1,0 0 0,0 1 0,1-1 0,-1 1 0,0 0 0,0-1-1,0 1 1,0 0 0,0 0 0,1-1 0,-1 1 0,0 0 0,0 0 0,0 0-1,0 0 1,1 1 0,-1-1 0,0 0 0,0 0 0,0 1 0,0-1 0,0 1-1,0-1 1,0 1 0,0-1 0,0 1 0,0 0 0,0-1 0,0 1-1,0 0 1,0 0 0,0 0 0,-1 0 0,1 0 0,0 0 0,-1 0 0,1 0-1,-1 0 1,1 0 0,-1 0 0,1 0 0,-1 0 0,0 0 0,1 0 0,-1 1-1,0-1 1,0 2 0,3 7 8,-1 0 0,0 1 0,0-1-1,-1 1 1,0 0 0,-1-1 0,0 1-1,-1-1 1,0 1 0,-3 10 0,3-17 5,0 0 1,0-1 0,-1 1-1,1-1 1,-1 1-1,1-1 1,-1 0 0,0 1-1,0-1 1,-1 0-1,1 0 1,-1 0-1,1-1 1,-1 1 0,0-1-1,0 1 1,0-1-1,0 0 1,-1 0 0,1 0-1,-1-1 1,1 1-1,-1-1 1,1 0-1,-1 0 1,0 0 0,1 0-1,-1-1 1,0 0-1,-6 1 1,7-1-243,-36-3 702,39 3-590,-1 1 0,0-1 0,1 0 0,-1 0 0,0 0 1,0 0-1,1-1 0,-1 1 0,0 0 0,1 0 0,-1 0 0,0 0 0,1-1 0,-1 1 0,0 0 0,1-1 0,-1 1 0,1-1 0,-1 1 0,1 0 1,-1-1-1,1 1 0,-1-1 0,1 1 0,-1-1 0,1 0 0,-1 1 0,1-1 0,0 1 0,-1-1 0,1 0 0,0 1 0,0-1 0,0 0 0,-1 1 0,1-1 1,0 0-1,0 0 0,0 1 0,0-1 0,0 0 0,0 1 0,0-1 0,0 0 0,1 1 0,-1-2 0,9-5-5095,17-3-3241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33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 18504,'0'0'6566,"17"-3"-5928,82-3-415,-42 4-95,0-2 1,62-14-1,-117 18-126,1-1-1,-1 1 0,0-1 1,0 1-1,1-1 1,-1 0-1,0 0 1,0 0-1,0 0 1,0 0-1,0-1 1,0 1-1,0-1 1,0 1-1,0-1 1,-1 0-1,1 1 1,-1-1-1,1 0 1,-1 0-1,0 0 0,0 0 1,0 0-1,2-5 1,-3 5-3,-1 0-1,1 1 1,0-1 0,-1 0 0,0 0 0,1 0 0,-1 1-1,0-1 1,0 0 0,1 1 0,-1-1 0,-1 1-1,1-1 1,0 1 0,0-1 0,0 1 0,-1 0-1,1-1 1,-1 1 0,1 0 0,-1 0 0,0 0 0,1 0-1,-1 1 1,0-1 0,1 0 0,-1 1 0,0-1-1,0 1 1,-3-1 0,-1-1 1,-1 0 0,0 1-1,0-1 1,0 1 0,0 1 0,0-1 0,0 1 0,0 0-1,-1 1 1,-7 1 0,10 0 26,1-1 0,0 1-1,0-1 1,1 1 0,-1 0 0,0 0 0,1 1-1,-1-1 1,1 1 0,0 0 0,-1 0 0,1 0-1,1 0 1,-1 0 0,0 1 0,1-1 0,0 1-1,-2 4 1,-4 8 192,1 1-1,1 0 0,0 1 0,2 0 1,0 0-1,-3 32 0,3 118 131,4-73-344,-1-83-224,0 29-501,1-40 425,0 0 0,0 0 1,0 1-1,0-1 0,1 0 1,-1 0-1,0 0 1,0 0-1,1 1 0,-1-1 1,1 0-1,-1 0 0,1 0 1,-1 0-1,1 0 0,0 0 1,-1 0-1,1 0 1,0-1-1,0 1 0,0 0 1,0 0-1,0-1 0,0 1 1,1 0-1,16 1-6659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34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14279,'0'0'12160,"0"6"-11960,0 30 239,-2-1 1,-1 0-1,-13 54 1,9-65-430,4-16-14,1 1-1,0-1 0,0 1 0,0 16 1,11-32 150,33-43 38,-34 37-176,1 1 0,0 1-1,1 0 1,0 0 0,1 1-1,0 0 1,20-13 0,-30 23 6,-1 0 0,1 0 1,-1 0-1,1 0 0,-1 0 0,1 0 0,-1 0 1,1 0-1,-1 0 0,0 0 0,1 0 1,-1 0-1,1 1 0,-1-1 0,1 0 0,-1 0 1,1 0-1,-1 1 0,1-1 0,-1 0 1,0 0-1,1 1 0,-1-1 0,0 0 0,1 1 1,-1-1-1,0 1 0,1-1 0,-1 0 1,0 1-1,0-1 0,0 1 0,1-1 1,-1 1-1,0-1 0,0 1 0,0-1 0,0 1 1,0-1-1,0 1 0,7 26-82,-6-19 116,3 5-649,0 8 927,2-1-1,0 0 0,12 24 1,-16-39-715,1 0 1,0 0 0,0-1 0,1 1 0,-1-1 0,1 1-1,5 3 1,-7-6-371,1 0 0,-1 0 0,1 0-1,0-1 1,0 0 0,-1 1 0,1-1-1,0 0 1,0 0 0,0-1 0,0 1-1,0 0 1,0-1 0,4 0 0,9 0-5295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36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9124,'0'0'12355,"3"-4"-11448,-3 5-881,0-1 1,0 0-1,0 0 0,0 1 0,0-1 1,0 0-1,0 0 0,0 1 0,0-1 1,0 0-1,0 0 0,0 1 0,0-1 0,1 0 1,-1 0-1,0 1 0,0-1 0,0 0 1,0 0-1,0 1 0,1-1 0,-1 0 1,0 0-1,0 0 0,0 1 0,0-1 1,1 0-1,-1 0 0,0 0 0,0 0 0,1 1 1,-1-1-1,0 0 0,0 0 0,1 0 1,-1 0-1,0 0 0,0 0 0,1 0 1,-1 0-1,0 0 0,1 0 0,-1 0 0,0 0 1,0 0-1,1 0 0,-1 0 0,0 0 1,0 0-1,1 0 0,-1 0 0,0-1 1,0 1-1,1 0 0,-1 0 0,0 0 0,0 0 1,0 0-1,1-1 0,-1 1 0,0 0 1,0 0-1,0 0 0,1-1 0,-1 1 1,0 0-1,0 0 0,0-1 0,0 1 0,2 39 1116,1 18-550,-3-55-590,0 1 0,1 0 1,-1-1-1,1 1 0,-1 0 1,1-1-1,0 1 0,0-1 1,0 0-1,1 1 0,-1-1 1,0 0-1,1 1 0,2 2 1,1-2 11,1-1 0,-1 1 1,0-1-1,1 0 1,-1-1-1,1 1 1,0-1-1,-1 0 0,1 0 1,0-1-1,0 0 1,-1 0-1,1 0 1,0-1-1,0 0 0,-1 0 1,1 0-1,0-1 1,-1 1-1,0-2 0,1 1 1,-1 0-1,0-1 1,0 0-1,0 0 1,0-1-1,-1 1 0,0-1 1,1 0-1,-1 0 1,3-5-1,-5 2 8,0 0 0,0-1 0,-1 1 0,0-1 0,-1 1 0,1-1 0,-1 1-1,-1-1 1,-1-8 0,1-12 119,1 23-146,0 2 53,0 0 0,0-1-1,0 1 1,0 0 0,0-1 0,-1 1 0,1 0-1,-1 0 1,0 0 0,-2-6 0,1 8-31,1 0 0,-1 0 1,1 0-1,-1 0 0,1 0 0,-1 1 0,0-1 1,1 0-1,-1 1 0,0-1 0,0 1 0,0-1 1,0 1-1,1 0 0,-1 0 0,0 0 0,0 0 1,0 0-1,0 0 0,1 1 0,-3 0 0,-1 0-12,0 0-1,0 0 0,1 1 1,-1 0-1,1 0 1,-1 0-1,1 0 0,0 1 1,0 0-1,0-1 1,0 2-1,0-1 0,1 0 1,0 1-1,-1-1 0,1 1 1,0 0-1,1 0 1,-1 1-1,1-1 0,0 0 1,-3 7-1,0 3 9,0-1-1,1 0 1,0 1 0,1 0-1,0 0 1,-1 23 0,4-31-18,-1-1 1,1 1 0,0 0-1,0-1 1,1 1-1,0 0 1,0-1 0,0 1-1,0-1 1,1 1-1,0-1 1,0 0 0,1 0-1,-1 0 1,1 0-1,0 0 1,1-1 0,-1 1-1,1-1 1,0 0 0,0 0-1,0 0 1,0 0-1,1-1 1,-1 0 0,1 0-1,0 0 1,0 0-1,0-1 1,0 0 0,1 0-1,-1 0 1,12 1-1,-9 0-39,1-1-1,0 0 1,0-1-1,0 0 0,0 0 1,1-1-1,-1 0 0,0-1 1,0 0-1,0 0 1,0-1-1,0 0 0,0-1 1,-1 1-1,1-2 0,-1 1 1,0-1-1,0-1 1,0 0-1,0 0 0,-1 0 1,0-1-1,0 0 1,0 0-1,-1-1 0,0 0 1,0 0-1,6-10 0,-3 4 52,-2 4 13,-1 0 0,1 0-1,-2-1 1,1 0-1,-2 0 1,7-17 0,-20 31 934,-4 7-1100,7-3 152,1-1 0,-1 1 0,1 0 0,1 0 0,0 0 0,0 1 0,0 0 0,1-1 0,1 1 0,-1 1 0,1-1 0,1 0 0,0 0 1,0 17-1,2-23-11,-1 0 0,1 0 0,0-1 0,0 1 0,0 0 0,1-1 0,-1 1 1,1-1-1,-1 0 0,1 1 0,0-1 0,0 0 0,0 0 0,0 0 0,0 0 0,0 0 1,0 0-1,1-1 0,-1 1 0,1-1 0,-1 0 0,1 0 0,0 0 0,0 0 1,-1 0-1,1 0 0,0-1 0,0 1 0,0-1 0,5 0 0,-5 1-11,0-1-1,1 1 0,-1-1 0,1 0 1,-1 0-1,0 0 0,1 0 0,-1-1 1,1 1-1,-1-1 0,0 0 1,0 0-1,1 0 0,-1-1 0,0 1 1,0-1-1,0 1 0,0-1 0,0 0 1,-1 0-1,1 0 0,-1-1 1,1 1-1,-1-1 0,0 1 0,3-5 1,-3 3-1,-1-1 1,1 1 0,-1 0-1,0-1 1,0 1-1,-1-1 1,0 1 0,1-1-1,-1 1 1,-1-1 0,1 1-1,-1-1 1,-1-5 0,-2-2-11,0 1 0,-1 0 0,-10-17 1,14 26 31,0 1-1,0 0 0,1 0 0,-1 0 0,0 0 0,1 0 0,-1 0 0,1-1 0,0 1 0,-1 0 0,1 0 0,0-1 0,-1 1 0,1 0-1,0 0 1,0-1 0,0 1 0,0 0 0,1-1 0,-1 1 0,0 0 0,0 0 0,1-1 0,-1 1 0,1 0 0,-1 0 0,1 0 0,-1-1 0,1 1 0,1-1 0,0 0-4,0 0-1,1 1 1,-1-1-1,1 1 1,-1 0-1,1 0 1,-1 0-1,1 0 1,0 0 0,-1 0-1,1 1 1,0 0-1,3-1 1,1 0-9,0 1 0,0 0 0,-1 0 1,1 1-1,0-1 0,0 1 1,-1 1-1,1-1 0,0 1 0,-1 1 1,8 3-1,-5 2 0,-1 1 1,0 1-1,-1-1 0,0 2 0,0-1 1,-1 0-1,0 1 0,-1 0 1,0 1-1,-1-1 0,-1 1 1,0 0-1,0 0 0,-1 0 1,1 18-1,-3-29 3,0-1 0,0 1 0,0 0 1,0 0-1,0-1 0,0 1 0,0 0 0,0 0 0,-1-1 0,1 1 0,0 0 1,-1-1-1,1 1 0,0 0 0,-1-1 0,1 1 0,-1 0 0,1-1 0,-1 1 0,1-1 1,-1 1-1,1-1 0,-1 1 0,1-1 0,-1 1 0,0-1 0,1 0 0,-1 1 1,0-1-1,0 0 0,1 0 0,-1 1 0,0-1 0,1 0 0,-1 0 0,0 0 0,0 0 1,1 0-1,-1 0 0,0 0 0,-1 0 0,1-1 8,0 1-1,0 0 1,-1 0 0,1-1 0,0 1-1,0 0 1,0-1 0,0 1 0,0-1-1,0 0 1,0 1 0,0-1 0,0 0-1,0 1 1,1-1 0,-1 0 0,0 0-1,0 0 1,1 0 0,-1 0 0,0 0-1,1 0 1,-1 0 0,1 0-1,-1 0 1,1-2 0,-1-3 3,1 0 0,0 0 0,0 0 0,1 0 1,0 0-1,0 0 0,0 0 0,1 1 0,0-1 0,0 0 0,0 1 0,1-1 0,-1 1 1,1 0-1,1 0 0,-1 0 0,1 0 0,6-6 0,-1 1-4,1 2-1,0-1 1,0 1-1,0 1 1,1 0-1,0 1 1,23-11-1,-30 16-13,1-1-1,-1 1 1,1 0-1,0 0 1,-1 0-1,1 0 1,0 1 0,0 0-1,-1 0 1,1 0-1,0 1 1,0-1-1,-1 1 1,1 0-1,0 1 1,-1-1-1,1 1 1,-1 0-1,1 0 1,-1 0-1,7 5 1,3 4-1579,0 1 0,-1 0 0,0 1 0,15 21 0,2 0-3792,-30-34 5606,0 1-1,1-1 1,-1 0-1,0 0 1,0 0 0,1 0-1,-1 0 1,0 0-1,1 1 1,-1-1-1,0 0 1,1 0-1,-1 0 1,0 0-1,1 0 1,-1 0-1,0 0 1,0 0 0,1-1-1,-1 1 1,0 0-1,1 0 1,-1 0-1,0 0 1,1 0-1,-1 0 1,0 0-1,0-1 1,1 1 0,8-14 1702,-1-18-526,-8 31-1362,0 0-1,0 0 0,0 0 0,0 1 0,-1-1 0,1 0 1,0 0-1,0 0 0,-1 0 0,1 0 0,-1 1 0,1-1 1,-1 0-1,1 0 0,-1 1 0,1-1 0,-1 0 0,0 1 1,1-1-1,-1 0 0,0 1 0,0-1 0,1 1 0,-1 0 1,0-1-1,-1 0 0,-32-3 276,29 4-295,0 0-1,0 1 1,0-1 0,0 1-1,1 1 1,-1-1 0,0 1-1,0-1 1,1 2 0,-1-1-1,-4 3 1,4 0-17,1-1 1,-1 1-1,1 1 0,1-1 1,-1 0-1,1 1 1,0 0-1,0 0 0,0 0 1,1 0-1,0 0 0,0 0 1,1 0-1,-1 1 1,1-1-1,1 1 0,-1-1 1,1 1-1,1-1 0,0 9 1,0-13 0,-1-1 1,1 1-1,-1-1 1,1 1 0,0-1-1,-1 0 1,1 0-1,0 1 1,0-1-1,0 0 1,0 0-1,0 0 1,0 0 0,0 0-1,1 0 1,-1 0-1,0 0 1,1-1-1,-1 1 1,0 0 0,1-1-1,-1 1 1,1-1-1,-1 1 1,1-1-1,-1 0 1,1 0 0,-1 1-1,1-1 1,-1 0-1,1-1 1,-1 1-1,2 0 1,2 0 26,-1-1-1,1 1 1,-1-1-1,1 0 1,-1 0 0,1 0-1,-1 0 1,0-1 0,0 0-1,6-3 1,0-3 106,0 1 1,0-2-1,-1 1 0,0-1 1,-1-1-1,14-20 1,-23 70 1039,1-39-1175,0 1-1,0-1 0,0 1 1,0-1-1,0 1 0,0-1 1,1 1-1,-1-1 0,1 1 1,-1-1-1,1 0 0,-1 1 1,1-1-1,0 0 0,0 1 1,-1-1-1,1 0 0,0 0 1,0 0-1,0 0 0,1 0 1,-1 0-1,0 0 0,0 0 1,3 1-1,4-2 31,1 0-1,-1 0 1,1-1-1,-1-1 1,1 1-1,-1-1 0,16-7 1,28-5-8,-45 13-22,-1 1 0,0 0 0,0 1 0,0-1 0,0 1 0,0 0 0,0 1 0,10 3 0,-9-3-2,1 0-1,0 0 1,-1 0 0,15 0-1,28-5 39,-36 2-14,1 0-1,0 0 1,27 4-1,-7 15 383,-1 1-1811,-10-20-10822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51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22 15687,'0'0'4869,"-17"1"-2836,-52 3-600,67-2 267,16-1-1223,25 2-144,712-34 817,-748 31-1817,2-1 1441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5:51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7 16167,'0'0'10984,"-4"-1"-10146,3-2-11,11 2-251,31 0 17,57 1-247,254 15-383,-343-15-1439,-30 2-9000,-15-2 1354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04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12710,'0'0'11144,"-5"0"-10939,34 1 891,291 22-402,-225-5-690,-38-6-2160,1-2-4811,-23-6-1007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05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26 14423,'0'0'11215,"-3"-4"-10470,2 4-735,1 0 0,-1 0 0,1 0 0,0-1 0,-1 1 0,1 0 1,0-1-1,-1 1 0,1 0 0,0-1 0,-1 1 0,1 0 0,0-1 0,0 1 1,-1 0-1,1-1 0,0 1 0,0-1 0,0 1 0,0 0 0,0-1 0,-1 1 0,1-1 1,0 1-1,0-1 0,0 1 0,0-1 0,0 1 0,0 0 0,0-1 0,0 1 0,1-1 1,-1 1-1,0-1 0,0 1 0,0-1 0,20-6 146,47 6-132,-46 2 6,89 0-72,22 1-201,-44-5-8412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09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34 2977,'0'0'13921,"-18"-4"-11909,-89-18 1675,127 24-2926,-1-1 1,32-3-1,1 0-433,1222-5 574,-1274 7-902,140 5-1,-122-3 115,1 1 1,-1 1 0,1 1 0,-1 0 0,23 10 0,-41-15-109,0 0-1,0 1 1,1-1-1,-1 0 1,0 0 0,0 0-1,1 0 1,-1 1-1,0-1 1,0 0 0,1 0-1,-1 0 1,0 1 0,0-1-1,0 0 1,0 0-1,1 1 1,-1-1 0,0 0-1,0 0 1,0 1-1,0-1 1,0 0 0,0 1-1,0-1 1,0 0-1,0 0 1,0 1 0,0-1-1,0 0 1,0 1 0,0-1-1,0 0 1,0 1-1,0-1 1,0 0 0,0 0-1,0 1 1,-1-1-1,-10 14-434,-15 5-2167,7-8-1737,3-4-3407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13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36 4098,'0'0'12576,"-16"-6"-11194,-48-22-203,86 26 4323,116 3-4387,593 19 88,3-3-1072,-590-8-143,71 2 13,-238-4-5094,-4 4-37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18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36 167 8900,'0'0'13740,"-6"0"-12593,-18 0-77,18 0 947,11 0-1665,283-16-63,9 0-354,-297 15 68,0 1 1,1 0-1,-1 0 0,0 0 0,1 0 1,-1 0-1,0 0 0,0 0 1,1-1-1,-1 1 0,0 0 1,0 0-1,1 0 0,-1-1 1,0 1-1,0 0 0,0 0 1,1-1-1,-1 1 0,0 0 0,0 0 1,0-1-1,0 1 0,1 0 1,-1-1-1,0 1 0,0 0 1,0-1-1,0 1 0,0 0 1,0-1-1,0 1 0,0 0 1,0-1-1,0 1 0,0 0 0,0 0 1,0-1-1,-1 1 0,1 0 1,0-1-1,0 1 0,0 0 1,0-1-1,0 1 0,-1 0 1,1 0-1,0-1 0,0 1 1,0 0-1,-1 0 0,1 0 0,0-1 1,-1 1-1,-10-16 222,11 16-219,-20-19 8,15 15-9,0 0-1,1 1 1,-1-2 0,1 1 0,0 0 0,0-1 0,1 0-1,-1 0 1,1 0 0,0 0 0,0 0 0,1-1 0,0 1-1,0-1 1,-2-8 0,6 14-12,0 0 0,0 0 0,0 0 0,1 0 0,-1 1 0,0-1 0,0 1 0,0-1 0,0 1 0,0 0 0,0-1 0,0 1-1,3 2 1,-3-1 12,0 1 0,1 0 0,-1-1 0,0 1-1,0 0 1,0 0 0,-1 0 0,1 0 0,-1 0-1,1 1 1,-1-1 0,0 0 0,0 1-1,-1-1 1,1 0 0,-1 1 0,1-1 0,-1 1-1,0-1 1,-1 1 0,0 5 0,-2 4-236,0 1 0,-1 0 0,-1-1 1,-6 13-1,0 1-1983,6-9-1700,5-5-1574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19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0 532 11845,'0'0'7839,"14"-8"-5302,-3-2-2183,-2 0 1,1-1-1,-1 0 0,-1-1 1,0 1-1,-1-2 0,9-18 1,-2-2 227,19-62 0,-25 55-300,-1-1 1,-2 0-1,-2 0 0,-2-53 0,-1 92-250,0 1-1,0-1 0,0 1 1,0-1-1,0 1 1,0-1-1,-1 1 0,1-1 1,0 1-1,-1-1 0,1 1 1,-1-1-1,0 1 1,1 0-1,-1-1 0,-1-1 1,1 3-16,1 0 1,-1-1-1,0 1 1,1 0-1,-1 0 1,1-1-1,-1 1 1,0 0-1,1 0 1,-1 0 0,1 0-1,-1 0 1,0 0-1,1 0 1,-1 0-1,1 0 1,-1 0-1,0 0 1,1 0-1,-1 1 1,0-1-1,1 0 1,-1 0 0,1 1-1,-1-1 1,0 1-1,-3 1 9,1 1-1,-1 0 1,1 0-1,0 0 1,0 0-1,0 1 0,0-1 1,0 1-1,-2 5 1,-6 12-3,2 1 0,0 0 1,1 1-1,2 0 0,0 0 1,-3 33-1,3 2 35,3 85-1,3-138-57,0 0 0,0 0-1,1 0 1,-1 1-1,1-1 1,0 0 0,1 0-1,-1-1 1,1 1-1,0 0 1,0 0-1,1-1 1,-1 1 0,1-1-1,0 0 1,0 0-1,1 0 1,-1 0 0,1 0-1,0-1 1,-1 0-1,2 1 1,-1-2 0,0 1-1,1 0 1,-1-1-1,1 0 1,0 0 0,-1 0-1,1-1 1,0 1-1,0-1 1,1 0 0,-1-1-1,0 1 1,0-1-1,6 0 1,-4 0-1,1-1 0,0 1 0,0-1 0,-1 0 0,1-1 0,-1 0 0,1 0 0,-1-1 0,0 0 0,1 0 0,-2 0 0,1-1 0,0 0 0,-1-1 0,0 0 0,0 1 0,0-2 0,0 1 0,-1-1 1,0 0-1,0 0 0,7-12 0,37-64-30,-35 55 64,-15 31-33,1 0 0,-1 0 1,1 1-1,0-1 1,0 0-1,0 0 1,0 1-1,1 3 0,1 9 7,-4 41-50,0 22-13,6-31-3940,0-42-101,4-6-1462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19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12342,'0'0'9764,"10"8"-11765,18 13-3313,2 0-7428</inkml:trace>
  <inkml:trace contextRef="#ctx0" brushRef="#br0" timeOffset="1">228 1 16488,'0'0'10180,"6"123"-9395,-6-68-273,0 8-304,0-3-176,-2-3-32,-8-8-288,4-14-673,2-10-1152,4-16-896,30-41-10421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20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118 199 7587,'0'0'16010,"4"-13"-14310,10-39-958,-14 52-740,0 0 1,0-1-1,1 1 0,-1 0 1,0 0-1,0-1 1,0 1-1,0 0 1,0 0-1,0-1 1,0 1-1,1 0 1,-1 0-1,0-1 1,0 1-1,0 0 1,0-1-1,0 1 1,0 0-1,0 0 1,0-1-1,-1 1 1,1 0-1,0-1 0,0 1 1,0 0-1,0 0 1,0-1-1,0 1 1,0 0-1,-1 0 1,1-1-1,0 1 1,0 0-1,0 0 1,-1 0-1,1-1 1,0 1-1,0 0 1,-1 0-1,1 0 1,0 0-1,0 0 1,-1-1-1,1 1 1,0 0-1,0 0 0,-1 0 1,1 0-1,0 0 1,0 0-1,-1 0 1,1 0-1,0 0 1,-1 0-1,1 0 1,0 0-1,0 0 1,-1 0-1,1 0 1,0 0-1,-1 1 1,1-1-1,0 0 1,-1 0-1,-15 12 2,14-10 10,-15 11 9,3-3-4,1 0 1,-22 23 0,32-29-33,0 0 1,0 0-1,1 0 1,-1 0 0,1 0-1,0 0 1,0 1 0,0-1-1,0 1 1,1-1-1,0 1 1,0 0 0,0 0-1,0 8 1,1-12 6,1 1 1,-1 0-1,1 0 1,-1 0-1,1-1 1,0 1-1,0 0 0,-1-1 1,1 1-1,1 0 1,-1-1-1,0 0 0,0 1 1,0-1-1,1 1 1,-1-1-1,1 0 1,-1 0-1,4 2 0,37 19-100,-27-15 92,-1 0 5,17 9-170,49 17 0,-72-30 149,1 0 1,0-1 0,1 0 0,-1 0 0,0-1 0,0-1-1,1 1 1,-1-1 0,0-1 0,16-2 0,-20 1 29,-1 0 0,1 0 0,-1 0 0,0 0 0,0-1 0,0 0 1,0 0-1,0 0 0,0 0 0,-1 0 0,1-1 0,-1 0 0,0 1 1,0-1-1,-1 0 0,1-1 0,-1 1 0,0 0 0,0-1 0,2-5 1,0-3 208,0 0 1,-1 0 0,0 0 0,-1 0 0,-1-1 0,0-14 0,0 28-182,-1-1 0,0 1 0,0 0 0,0-1 0,0 1 0,0-1 0,0 1-1,0 0 1,-1-1 0,1 1 0,0-1 0,0 1 0,0 0 0,0-1 0,0 1 0,-1-1 0,1 1-1,0 0 1,0-1 0,0 1 0,-1 0 0,1-1 0,0 1 0,-1 0 0,1 0 0,0-1 0,-1 1-1,1 0 1,0 0 0,-1 0 0,1-1 0,0 1 0,-1 0 0,1 0 0,-1 0 0,-17 5 316,-13 19-268,26-16-72,1-1 0,0 0 0,1 1 1,0 0-1,0 0 0,1 0 0,-1 0 0,2 0 1,-1 1-1,1 10 0,0-15-19,1-1 0,0 1 0,0-1 0,0 0 0,1 1 0,-1-1 0,1 0 0,-1 1 0,1-1 0,0 0 0,1 0 0,-1 0 0,0 1 0,1-1 0,0-1 0,0 1 0,0 0 0,0 0 0,0-1 0,0 1 0,1-1 0,-1 0 0,1 0 0,0 1 0,-1-2 0,1 1 0,4 2 0,0-1-10,0-1 0,-1 0 0,1 0 0,0 0 0,0-1 0,0 0-1,0-1 1,0 1 0,0-1 0,0-1 0,0 1 0,0-1 0,0 0-1,0-1 1,0 0 0,8-3 0,-7 1 11,0 0 0,0-1 0,-1 0 1,1 0-1,-1-1 0,-1 0 0,1 0 0,-1-1 0,0 0 0,0 0 0,5-10 1,1-3 37,-1-1 0,0-1 0,-2 0 0,-1 0 0,-1-1 1,-1 0-1,0 0 0,3-41 0,-7 44 151,-1 11 123,1 0-1,-2 0 1,1 0-1,-1 0 1,-1 1 0,1-1-1,-3-10 1,3 19-278,-1 0-1,1 0 1,0-1 0,0 1-1,0 0 1,0 0-1,0 0 1,-1-1 0,1 1-1,0 0 1,0 0 0,0 0-1,-1 0 1,1 0-1,0 0 1,0-1 0,-1 1-1,1 0 1,0 0 0,0 0-1,0 0 1,-1 0-1,1 0 1,0 0 0,0 0-1,-1 0 1,1 0 0,0 0-1,0 0 1,-1 0 0,1 0-1,0 0 1,0 0-1,-1 0 1,1 1 0,0-1-1,0 0 1,0 0 0,-1 0-1,1 0 1,0 0-1,0 1 1,0-1 0,-1 0-1,1 0 1,0 0 0,0 0-1,0 1 1,0-1-1,0 0 1,0 0 0,-1 1-1,1-1 1,0 0 0,0 0-1,0 0 1,0 1-1,-9 14 20,1 16-49,2-1 0,1 1 0,1 0 0,1 1 0,4 54 0,-1-57-40,0-22 9,1 0 0,0 0 0,1 0-1,0 0 1,0 0 0,1 0 0,-1 0-1,1-1 1,1 1 0,-1-1 0,1 0 0,0 0-1,1 0 1,-1 0 0,1-1 0,0 0-1,12 9 1,-14-12 15,0 1-1,0-1 0,0 0 1,0 0-1,0 0 0,1-1 1,-1 1-1,1-1 0,0 0 1,-1 0-1,1 0 0,0 0 1,-1-1-1,1 1 0,0-1 1,0 0-1,0 0 0,-1 0 0,1-1 1,0 0-1,0 1 0,-1-1 1,1 0-1,0-1 0,-1 1 1,1-1-1,-1 1 0,0-1 1,0 0-1,1 0 0,-1-1 1,0 1-1,-1-1 0,1 1 1,4-6-1,5-8 34,0-1-1,-1 0 1,13-28-1,-4 7 275,-20 37 7,0 29 176,1 30-311,-2 65-2272,1-122 1563,-1 5-960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21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14503,'0'0'9012,"35"-19"-12294,-13 47-3393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21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17864,'0'0'9778,"-2"18"-9367,-37 234 787,34-223-1222,1 0 0,0 32 0,5-61 19,-1 0 0,0 0-1,0 1 1,0-1 0,1 0 0,-1 0 0,0 1 0,0-1 0,0 0 0,1 0 0,-1 1 0,0-1 0,1 0 0,-1 0 0,0 0 0,0 0-1,1 0 1,-1 1 0,0-1 0,1 0 0,-1 0 0,0 0 0,1 0 0,-1 0 0,0 0 0,1 0 0,-1 0 0,0 0 0,1 0 0,-1 0 0,0 0-1,1 0 1,-1-1 0,0 1 0,1 0 0,-1 0 0,0 0 0,1 0 0,-1-1 0,15-5-67,-4-3 89,0 0 1,0-1-1,18-21 0,-20 20-13,1 0 0,0 1 0,0 1-1,22-16 1,-32 25 0,1-1 0,-1 1 0,0 0 0,0 0 0,1 0 0,-1 0 0,0 0 0,1 0 0,-1 0 0,0-1 0,0 1 0,1 0 0,-1 0 0,0 0 0,1 0 0,-1 0 0,0 0 0,1 0 0,-1 1 0,0-1 1,1 0-1,-1 0 0,0 0 0,0 0 0,1 0 0,-1 0 0,0 0 0,0 1 0,1-1 0,-1 0 0,0 0 0,0 0 0,1 1 0,-1-1 0,0 0 0,0 1 0,6 15 40,-2 26-57,-3-34 36,-1-4-43,0 1 1,0-1-1,1 0 1,0 1-1,0-1 1,0 0-1,0 0 1,1 0-1,-1 0 1,1 0-1,0 0 0,0 0 1,1-1-1,-1 1 1,1-1-1,3 5 1,-2-6-106,1 1 1,-1-1-1,1 0 0,-1 0 1,1 0-1,-1 0 1,1-1-1,0 0 0,0 0 1,0 0-1,0-1 1,0 1-1,0-1 0,5-1 1,-6 1 55,1-1 0,0 0 0,0 0-1,-1 0 1,1-1 0,-1 0 0,1 1 0,-1-1 0,0-1 0,1 1 0,-1-1 0,0 0 0,-1 0 0,7-5 0,51-62 69,-18 21-61,-28 38 662,-8 13 249,-7 27 364,-2-9-1499,-2 61 288,5-80-4,0-1 0,0 1 0,0-1 0,0 1 0,0-1 1,0 0-1,0 1 0,0-1 0,0 0 0,0 1 0,0-1 1,0 0-1,0 0 0,0 0 0,0 0 0,0 0 1,0 0-1,0 0 0,0-1 0,0 1 0,0 0 0,0 0 1,0-1-1,0 1 0,0-1 0,0 1 0,0-1 0,1 0 1,3-5 1,0 0 0,-1-1 0,0 1 1,0-1-1,0 0 0,-1 0 0,0 0 1,-1 0-1,1 0 0,-1-1 1,1-9-1,-2 9 0,1-1 1,1 0-1,0 1 0,0-1 1,0 1-1,1 0 1,0 0-1,1 0 1,7-9-1,-8 12-5,1 1 0,0 0 0,-1 1 0,1-1 0,1 1 0,-1 0 0,0 1 1,1-1-1,-1 1 0,1 0 0,0 0 0,0 1 0,7-2 0,-10 3-5,1-1 0,-1 1 0,0 0 1,0 0-1,0 0 0,0 0 0,1 1 0,-1-1 0,0 1 0,0 0 0,0 0 1,0 0-1,0 0 0,0 0 0,0 1 0,-1-1 0,1 1 0,0 0 1,-1 0-1,1 0 0,-1 0 0,0 0 0,0 1 0,1-1 0,2 5 0,13 29-14,-11-19 21,2 0 1,16 23-1,-23-37 3,0 0 1,0 0 0,1 0 0,-1-1 0,0 1 0,1-1-1,0 0 1,-1 0 0,1 0 0,0 0 0,0 0 0,0-1 0,1 1-1,-1-1 1,0 0 0,0 0 0,1 0 0,-1 0 0,6 0-1,-6-1 24,-1-1 0,1 0 0,-1 0 0,0 0 0,1-1-1,-1 1 1,0 0 0,1-1 0,-1 0 0,0 1-1,0-1 1,-1 0 0,1 0 0,0 0 0,0 0-1,-1 0 1,0-1 0,1 1 0,-1 0 0,0-1 0,0 1-1,0-1 1,0 1 0,0-5 0,3-5 199,0 0-1,-2 0 1,4-23 0,-6 27-178,1 2 46,-1 0-1,1 0 0,-1 0 1,-1 1-1,1-1 0,-3-9 1,3 13-76,-1 1 1,0-1-1,0 0 1,0 1-1,0-1 1,0 1-1,0-1 1,0 1-1,0 0 1,-1 0-1,1-1 1,0 1-1,-1 0 1,1 0-1,-1 0 1,0 0-1,1 0 1,-1 1-1,1-1 1,-1 0-1,0 1 1,0 0-1,1-1 1,-1 1 0,-3-1-1,2 1-239,-2-1 0,1 0 0,0 1 0,0 0 0,0 0 0,0 0-1,0 0 1,0 1 0,0 0 0,0 0 0,0 0 0,0 0 0,0 0 0,0 1 0,1-1 0,-1 1 0,1 0 0,-5 4-1,5-3-192,0 0 0,0 1 0,1-1 0,-1 1-1,1-1 1,0 1 0,0 0 0,1 0-1,-1 0 1,1 0 0,0 0 0,0 0-1,0 0 1,0 1 0,1-1 0,-1 0 0,2 8-1,-1 13-7301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22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189 354 15431,'0'0'12550,"-20"-10"-12195,-2-1-305,-42-15 1,62 25-48,-1 1-1,1-1 1,0 1-1,-1 0 1,1-1-1,0 1 1,-1 1 0,1-1-1,-1 0 1,1 0-1,0 1 1,0 0-1,-1-1 1,1 1 0,0 0-1,0 0 1,-1 0-1,1 0 1,0 0-1,0 1 1,1-1 0,-1 1-1,0-1 1,0 1-1,1 0 1,-1 0-1,1-1 1,-1 1 0,1 0-1,0 0 1,-2 3-1,0 1-9,1 1 0,-1-1 0,1 0 0,0 1 0,1-1 0,0 1 0,0-1 0,-1 11 0,3-16-5,-1 0 1,1 0 0,0 0 0,-1 1-1,1-1 1,0 0 0,0 0 0,-1 0-1,1 0 1,0 0 0,0 0 0,0 0-1,0-1 1,1 1 0,-1 0 0,0 0-1,0-1 1,0 1 0,0-1-1,1 1 1,-1-1 0,0 0 0,1 1-1,-1-1 1,0 0 0,1 0 0,-1 0-1,0 0 1,1 0 0,-1 0 0,2 0-1,49-4-305,-46 2 293,0-1-1,1 1 1,-1-1 0,0 0-1,-1 0 1,1-1 0,0 0-1,-1 0 1,0 0-1,0-1 1,0 0 0,-1 0-1,1 0 1,-1 0 0,0 0-1,-1-1 1,1 0 0,-1 0-1,0 0 1,-1 0-1,1 0 1,1-12 0,3-6 83,-2 0 0,-1-1 0,-1 1 1,0-46-1,-3-66 2001,-1 136-2025,1 0 1,0 0 0,0 0-1,0 0 1,0 0 0,-1-1-1,1 1 1,0 0 0,0 0-1,0 0 1,-1 0 0,1 0-1,0 0 1,0 0 0,0 0-1,-1 0 1,1 0 0,0 0-1,0 0 1,-1 0 0,1 0-1,0 0 1,0 0 0,0 0-1,-1 0 1,1 0 0,0 0-1,0 0 1,0 1 0,-1-1-1,1 0 1,0 0 0,0 0-1,0 0 1,0 0 0,-1 1 0,1-1-1,0 0 1,0 0 0,0 0-1,0 0 1,0 1 0,-4 4 0,1 1 0,0 0 0,1 0 0,-1 0 1,1 0-1,0 0 0,1 0 0,-1 0 0,1 9 1,-5 62 134,6-75-171,-1 215-698,4-145-2326,1-1-3640,-3-43 152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22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15175,'0'0'8321,"-7"3"-8172,6-3-146,0 0-1,0 0 0,0 0 0,1 1 0,-1-1 0,0 0 0,0 1 0,0-1 0,1 1 0,-1-1 0,0 1 0,1-1 0,-1 1 0,0-1 0,1 1 0,-1 0 0,1-1 0,-1 1 0,1 0 0,-1 0 0,1-1 0,-1 2 0,16 6 98,62-1 140,-45-5-170,480 9-30,-387-11-256,207-18-3784,-187 8-199,-69 5-867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25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3 425 8548,'0'0'9506,"-2"14"485,2-421-8270,37 407-1903,879-21-152,-857 21 220,594-11 31,-397 25 217,-256-14-182,2 105 51,-2 78 68,-2-165-3164,0-3-4483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26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15 560 8836,'0'0'9751,"-2"4"-8918,-11 10 1245,15-29 2728,9-19-834,-2 14-5477,21-37 1546,2 2 0,48-63 0,-56 88-66,1 1 1,1 0-1,2 2 0,61-46 1,-89 73 23,4-4-20,0 1 1,1 0-1,0 0 1,-1 0-1,1 1 0,0 0 1,0 0-1,0 0 1,1 0-1,6 0 1,-12 2-103,-4-13 641,-4-8-553,1 16 57,6 5 8,-1-1-1,1 0 1,-1 0 0,1 0 0,-1 0-1,1 0 1,0 0 0,-1 0-1,1 0 1,0 0 0,0-1 0,0 1-1,0 0 1,0-1 0,0 1 0,1-1-1,-1 1 1,-1-3 0,34 9-228,-27-4 5,0 1-1,0 0 0,0 0 0,-1 0 0,1 0 1,-1 1-1,0 0 0,0 0 0,0 0 0,0 0 1,0 1-1,0 0 0,-1 0 0,0 0 0,0 0 1,0 0-1,0 0 0,-1 1 0,0-1 0,0 1 1,0 0-1,0 0 0,-1 0 0,0 0 0,0 0 1,0 0-1,0 0 0,-1 0 0,0 0 0,0 0 1,0 0-1,-1 0 0,0 0 0,0 0 0,0 0 1,0 0-1,-1 0 0,0 0 0,0-1 0,0 1 1,-4 5-1,-4 11-4809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27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0 349 13654,'0'0'6822,"2"7"-6075,-1-5-667,-1 0-1,1 0 1,-1-1-1,1 1 1,0 0-1,-1 0 1,1-1-1,0 1 1,0-1-1,0 1 1,0-1-1,1 1 1,-1-1-1,0 0 1,1 1 0,-1-1-1,2 1 1,-1-2-14,-1 0 1,1 0 0,0 0 0,-1 0-1,1 0 1,-1 0 0,1 0 0,0 0-1,-1-1 1,1 1 0,-1-1 0,1 1-1,-1-1 1,1 0 0,-1 1-1,1-1 1,-1 0 0,0 0 0,1 0-1,-1 0 1,0 0 0,0 0 0,0-1-1,0 1 1,2-3 0,9-9 125,-1 0 0,0-1-1,-1 0 1,-1-1 0,0 0 0,-1 0 0,0-1 0,-1 0 0,5-21-1,-5 8 288,-1 0 0,-1-1-1,-2 0 1,0-47-1,-4 77-456,1-1 1,-1 1-1,1 0 0,-1-1 1,1 1-1,-1 0 0,1-1 1,-1 1-1,0 0 0,1 0 1,-1 0-1,0-1 0,1 1 1,-1 0-1,1 0 0,-1 0 1,0 0-1,1 0 0,-1 0 1,0 0-1,1 1 0,-1-1 1,0 0-1,1 0 0,-1 0 1,1 1-1,-1-1 0,0 0 1,1 0-1,-1 1 0,1-1 1,-1 1-1,1-1 0,-1 0 1,1 1-1,-1-1 0,0 2 1,-5 4-28,1 0 0,-1 0 1,1 1-1,1 0 1,-1 0-1,1 0 1,0 1-1,1 0 0,-1-1 1,2 1-1,-1 0 1,1 1-1,-1 9 0,-1 4-11,1 1 0,2-1 0,2 41 0,0-54-6,0-1-1,0 1 0,2-1 1,-1 0-1,1 1 0,0-1 1,0 0-1,1-1 0,0 1 1,1-1-1,0 1 0,0-1 1,0-1-1,11 11 0,-11-12 4,0-1 0,0 1 0,1-1 0,0 0-1,-1 0 1,2-1 0,-1 0 0,0 0 0,1 0 0,-1-1-1,1 0 1,0 0 0,0-1 0,0 1 0,-1-2 0,1 1-1,0-1 1,11-1 0,-14 0 26,0 0 0,0-1 1,0 0-1,0 0 0,0 0 0,0 0 0,-1-1 0,1 1 0,-1-1 0,0 0 0,0 0 1,0 0-1,0 0 0,0-1 0,-1 1 0,1-1 0,-1 0 0,0 0 0,0 0 0,1-5 1,6-10 60,-2-1 1,9-34-1,-8 24 133,-8 30-196,0 0-1,0 0 1,0 0-1,1 0 0,-1 0 1,0 0-1,0 0 1,0 0-1,0 0 0,0 1 1,0-1-1,0 0 1,0 0-1,0 0 0,0 0 1,0 0-1,1 0 0,-1 0 1,0 0-1,0 0 1,0 0-1,0 0 0,0 0 1,0 0-1,0 0 1,0 0-1,0 0 0,0 0 1,1 0-1,-1 0 1,0 0-1,0 0 0,0-1 1,0 1-1,0 0 1,0 0-1,0 0 0,0 0 1,0 0-1,0 0 0,0 0 1,1 0-1,-3 47 198,0-14-292,1 1-275,-1 34 103,1-24-9180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27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18392,'0'0'7412,"4"27"-9989,12 3-945,4 1-2673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27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16151,'0'0'11238,"0"100"-10406,0-48-192,0 3-336,-2 2-208,-6-5-96,0-7-48,4-11-480,2-11-961,2-13-768,30-29-12709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28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69 159 6467,'0'0'19131,"1"-12"-17717,4-38-859,-62 104-653,55-51 70,0 1 0,0-1 0,0 0 1,0 0-1,1 1 0,-1-1 0,1 1 1,0-1-1,0 1 0,1 0 0,-1-1 1,1 1-1,-1 0 0,1-1 0,0 1 0,1 0 1,-1-1-1,0 1 0,1 0 0,0-1 1,0 1-1,0-1 0,1 1 0,-1-1 1,1 1-1,0-1 0,-1 0 0,2 0 1,-1 0-1,3 3 0,-1 1-39,1-1 1,0 1-1,1-1 0,0 0 0,0-1 0,0 1 1,0-1-1,1-1 0,0 1 0,0-1 0,0 0 1,15 5-1,-16-7 64,1 0-1,0-1 1,0 0 0,0 0 0,0-1 0,0 0 0,0 0 0,0-1-1,0 0 1,0 0 0,0 0 0,0-1 0,0 0 0,-1-1 0,9-3-1,-11 3 75,0 0-1,0 1 1,0-1-1,-1 0 1,1-1-1,-1 1 1,0-1-1,0 1 1,0-1-1,-1 0 1,1 0-1,-1 0 0,0-1 1,0 1-1,0 0 1,-1-1-1,1 0 1,-1 1-1,0-1 1,-1 1-1,1-1 1,-1 0-1,0-6 1,-4-8 1058,-5 25-917,-8 28-412,16-29 169,-1-1-1,1 1 1,0 0-1,0 0 1,0-1-1,1 1 1,0 0-1,0 0 1,0 0-1,0 0 1,1 0-1,0-1 1,2 10-1,-2-12-29,1 0 0,0 1 0,0-1 0,0 0 0,-1 0 0,2 0 0,-1-1 0,0 1 0,0 0 0,1-1 0,-1 0 0,0 1 0,1-1 0,0 0 0,-1 0 0,1 0 0,-1-1 0,1 1 0,0-1 0,0 1 0,-1-1 0,1 0 0,0 0 0,0 0 0,3-1 0,2 0 43,0 0 0,0 0 0,0-1 0,0 0 0,-1 0 0,1-1 0,0 0 0,-1 0 0,0-1 0,0 0 0,0-1 0,0 1 0,0-1 0,-1 0 0,0-1 0,0 1 0,-1-1 1,0-1-1,0 1 0,0-1 0,4-8 0,4-6 253,-1-1 1,-1-1 0,-1 0 0,-1 0-1,10-43 1,-17 54 303,0 0 1,-1 0 0,1-18-1,-3 29-499,1 1 0,0-1 1,0 1-1,0-1 0,-1 1 0,1 0 0,0-1 0,-1 1 0,1-1 0,0 1 1,-1 0-1,1-1 0,0 1 0,-1 0 0,1 0 0,-1-1 0,1 1 0,-1 0 0,1 0 1,-1-1-1,1 1 0,0 0 0,-1 0 0,1 0 0,-1 0 0,1 0 0,-1 0 1,1 0-1,-1 0 0,1 0 0,-1 0 0,1 0 0,-1 0 0,0 0 0,-20 7-54,16-3 12,0 1-1,1-1 0,0 2 1,0-1-1,0 0 0,1 1 1,0-1-1,0 1 0,0 0 1,1 0-1,0 0 0,0 0 1,0 1-1,1-1 0,-1 7 1,-1 17-1,-1 56 0,4-78-2,1-3-42,-1 0-1,1 0 1,-1 0 0,2 0-1,-1 0 1,0 0 0,1 0-1,0 0 1,0 0 0,0-1 0,1 1-1,0-1 1,0 0 0,0 0-1,0 0 1,0 0 0,1 0 0,0-1-1,0 1 1,0-1 0,6 4-1,-4-4-56,0 1 0,1-1 0,0 0-1,0 0 1,-1-1 0,2 0 0,-1 0 0,0 0-1,0-1 1,0 0 0,1-1 0,-1 0-1,1 0 1,10-2 0,-14 2 97,-1-1 1,1-1-1,-1 1 0,1-1 1,-1 1-1,0-1 0,0 0 0,0 0 1,0 0-1,0 0 0,0-1 1,-1 1-1,4-5 0,30-42 268,-19 23 1872,-17 51-2585,-1 40 59,-5-24-8620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28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18488,'0'0'7876,"14"-15"-10725,-6 46-737,-4 4-2673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29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18088,'0'0'11259,"0"0"-11244,0 0 1,1 0 0,-1 0-1,0 0 1,0 0 0,1 0-1,-1 0 1,0 0 0,1 0 0,-1 0-1,0 0 1,0 0 0,1 0-1,-1 0 1,0 0 0,1 0-1,-1 0 1,0 0 0,0 0-1,1 1 1,-1-1 0,0 0-1,0 0 1,1 0 0,-1 0-1,0 1 1,0-1 0,0 0-1,1 0 1,-1 1 0,0-1-1,0 0 1,0 0 0,0 0-1,0 1 1,1-1 0,-1 0-1,0 1 1,0-1 0,0 0-1,0 0 1,0 1 0,0-1-1,0 0 1,0 1 0,0-1-1,0 0 1,0 0 0,0 1-1,0-1 1,0 0 0,0 0-1,-1 1 1,1-1 0,0 1 0,3 22 27,-1 0 1,-1 0 0,-1 1 0,-5 40 0,0 23-101,5-86 52,-1 0 1,1-1-1,0 1 0,0 0 0,0 0 0,0 0 0,0-1 0,0 1 0,0 0 1,0 0-1,0-1 0,1 1 0,-1 0 0,0-1 0,0 1 0,1 0 1,-1 0-1,0-1 0,1 1 0,-1 0 0,1-1 0,-1 1 0,1-1 0,-1 1 1,2 0-1,19-11 14,-1-7 128,-13 11-120,-1 0-1,1 0 0,0 1 0,1 0 0,-1 1 0,16-8 1,-21 12-41,1 29-230,-2-10 361,-1-11-264,1-1 1,0 0-1,0 0 0,0 1 0,4 9 0,-4-15 43,0 0 0,0 0-1,0-1 1,0 1-1,0 0 1,0-1-1,1 1 1,-1-1-1,0 1 1,1-1-1,-1 0 1,1 1-1,0-1 1,-1 0 0,1 0-1,0 0 1,0 0-1,0-1 1,0 1-1,-1 0 1,1-1-1,0 0 1,0 1-1,0-1 1,2 0-1,3 0-76,0 0 0,0 0 0,0-1 0,0 0 0,0 0 0,0-1 0,-1 0 0,1 0-1,-1-1 1,1 0 0,-1 0 0,0 0 0,0-1 0,9-6 0,-1-2 718,1-1 0,-1 0-1,-1-1 1,14-19 0,-24 34 1956,-2 13-1506,-3 32-1342,1-13 301,1-33 55,0 1-1,0-1 1,0 1-1,1 0 1,-1-1-1,0 1 1,0-1-1,1 1 1,-1 0-1,0-1 1,1 1-1,-1-1 1,1 1-1,-1-1 1,1 1 0,-1-1-1,1 0 1,-1 1-1,1-1 1,-1 0-1,1 1 1,-1-1-1,1 0 1,0 0-1,-1 1 1,1-1-1,0 0 1,-1 0-1,1 0 1,0 0 0,-1 0-1,1 0 1,0 0-1,-1 0 1,1 0-1,0 0 1,1 0 19,-1 0 0,1 0 1,-1-1-1,0 1 0,1 0 0,-1-1 1,1 1-1,-1-1 0,0 1 0,0-1 1,1 1-1,-1-1 0,0 0 1,0 0-1,0 1 0,0-1 0,2-2 1,18-47 61,-20 46-73,0 0 1,0-1-1,1 1 1,-1 0-1,1 0 1,0 0-1,0 0 1,0 0-1,1 0 1,-1 1-1,1-1 1,0 1-1,0 0 1,0 0-1,0 0 1,1 0-1,-1 0 1,1 1-1,0-1 1,6-2-1,-5 3-17,0 0-1,0 0 1,0 0-1,1 1 1,-1 0-1,0 0 1,1 0 0,-1 0-1,1 1 1,-1 0-1,1 0 1,-1 1-1,8 1 1,-10-1 7,1 0 1,-1 1-1,0-1 1,1 1-1,-1 0 1,0 0-1,0 0 0,0 1 1,0-1-1,0 1 1,-1 0-1,1-1 1,-1 1-1,0 0 0,1 1 1,-2-1-1,1 0 1,0 0-1,2 7 0,7 26-21,-9-29-51,0 1 0,0-1 0,1 0 0,0 0 0,0 0 0,0 0 0,1 0 0,0-1 1,7 10-1,-10-15 88,1-1 1,-1 1-1,0 0 1,0-1-1,0 1 1,0-1-1,1 1 0,-1-1 1,0 0-1,1 1 1,-1-1-1,0 0 1,1 0-1,-1 0 1,0 0-1,0 0 1,1 0-1,-1-1 1,0 1-1,1 0 1,-1-1-1,0 1 0,0 0 1,1-1-1,-1 0 1,0 1-1,0-1 1,0 0-1,0 1 1,0-1-1,0 0 1,0 0-1,0 0 1,0 0-1,0 0 1,-1 0-1,1 0 0,1-2 1,30-49 637,-29 46-547,3-2 20,-1-1 1,-1 0-1,0 0 0,0 0 0,-1 0 1,0 0-1,0-1 0,-1 0 0,0 1 1,-1-1-1,0 0 0,-1 0 0,-1-16 1,1 25-148,0 0 0,-1 0 0,1 1 0,-1-1 0,0 0 0,1 0 0,-1 0 0,0 1 0,1-1 0,-1 0 0,0 1 0,0-1 0,0 1 0,1-1 0,-1 1 0,0-1 0,0 1 0,0-1 0,0 1 0,0 0 1,0 0-1,0-1 0,0 1 0,0 0 0,0 0 0,0 0 0,0 0 0,0 0 0,0 0 0,0 0 0,0 1 0,0-1 0,0 0 0,0 1 0,0-1 0,1 0 0,-1 1 0,-2 0 0,-1 0-360,1 1-1,-1-1 1,0 1 0,0 0-1,1 0 1,0 0-1,-1 1 1,-3 3-1,-12 22-4468,12-7-1631,5 6-7532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30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154 393 14086,'0'0'12390,"-13"-12"-12160,-43-36-214,55 47-18,-1 0 0,1 0 0,-1 0 0,0 0 0,0 0 0,0 0 0,0 1 0,1-1 0,-1 1 1,0-1-1,0 1 0,0 0 0,0-1 0,0 1 0,0 0 0,0 0 0,0 1 0,0-1 0,0 0 1,0 1-1,0-1 0,0 1 0,0-1 0,0 1 0,0 0 0,1 0 0,-1 0 0,0 0 0,1 0 1,-1 0-1,1 1 0,-1-1 0,1 0 0,-1 1 0,1-1 0,0 1 0,0 0 0,0-1 0,0 1 1,0 0-1,-1 2 0,0-1-32,0 0 0,1 1 0,-1-1 1,1 0-1,0 1 0,-1-1 0,2 1 1,-1-1-1,0 1 0,1-1 0,0 1 1,0 0-1,0-1 0,0 1 0,0 0 1,1-1-1,-1 1 0,1-1 0,2 7 1,0-8-53,-1 0 0,0-1 0,0 1 0,0-1 0,1 1 0,-1-1 0,1 0 0,-1 0 0,1 0 0,-1 0 0,1-1 0,0 1 1,-1-1-1,1 1 0,0-1 0,0 0 0,-1 0 0,1 0 0,5-2 0,-3 2 49,0 0-1,0-1 0,0 0 1,-1 0-1,1-1 1,0 1-1,-1-1 1,1 0-1,-1 0 0,7-5 1,-5 1 87,-1 0-1,1-1 1,-1 0 0,0 0-1,-1 0 1,1-1-1,-2 1 1,1-1 0,-1 0-1,0 0 1,-1 0 0,0-1-1,0 1 1,1-13 0,0-17 896,-3-75 0,-1 61-438,1-14 575,0 36 1996,-12 78-2620,7-9-429,1 0 0,2-1 0,2 1 0,7 59 0,-4-80-236,1 1 1,0-1-1,1 0 0,1-1 0,1 1 0,1-1 0,0 0 0,1-1 0,1 0 0,0 0 0,19 21 0,14 7-3449,-9-22-5525,-16-14-4848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33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79 6739,'0'0'15402,"3"-14"-14119,10-50 2124,-22 80-3395,-1-1 0,0 0-1,-1 0 1,-1-1 0,-20 20 0,-3 5 42,-56 77 63,-36 40-52,127-155-60,0-1 0,-1 0 1,1 1-1,0-1 0,0 0 0,-1 1 1,1-1-1,0 1 0,-1-1 1,1 0-1,0 0 0,-1 1 0,1-1 1,-1 0-1,1 0 0,0 1 0,-1-1 1,1 0-1,-1 0 0,1 0 1,-1 0-1,1 0 0,-1 0 0,1 0 1,-1 0-1,1 0 0,-1 0 1,1 0-1,0 0 0,-1 0 0,1 0 1,-1 0-1,1 0 0,-1 0 0,1-1 1,-1 1-1,-7-19 68,5-30-61,3 46-7,8-115 54,-14 136-107,0 0 0,0-1 0,-2 1 0,-14 23 0,-11 28 37,30-62 13,-2 3-8,1 0 0,1 0 1,-1 0-1,2 1 0,-3 11 0,5-20 6,0 0-1,0 0 1,0 0-1,0 0 0,0 0 1,0 0-1,1 0 1,-1 0-1,0 0 0,1 0 1,0 0-1,-1 0 1,1 0-1,0-1 1,0 1-1,0 0 0,0-1 1,0 1-1,1 0 1,-1-1-1,0 0 0,1 1 1,-1-1-1,1 0 1,0 1-1,-1-1 0,1 0 1,0 0-1,-1-1 1,1 1-1,0 0 1,0 0-1,0-1 0,2 1 1,22 3-393,0 0 1,-1-2-1,1-1 0,0-2 1,41-4-1,6-15-6357,-37 7-693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35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73 419 15223,'0'0'9175,"0"-1"-9159,0 1 1,0 0-1,0-1 1,-1 1-1,1 0 1,0-1-1,0 1 1,-1 0-1,1-1 1,0 1-1,-1 0 1,1 0-1,0-1 1,-1 1-1,1 0 1,0 0-1,-1-1 1,1 1-1,0 0 1,-1 0-1,1 0 1,-1 0-1,1 0 0,0 0 1,-1 0-1,1 0 1,-1 0-1,1 0 1,-1 0-1,1 0 1,0 0-1,-1 0 1,1 0-1,-1 0 1,1 0-1,0 0 1,-1 1-1,0-1 1,-2 8 71,-1 1 1,1 0 0,1-1-1,0 1 1,0 0-1,0 0 1,0 18 0,-1 4 125,-9 29 181,5-30-29,2 1-1,-3 48 0,7-153-69,-1 33 118,2 0 0,1 0 0,3 0 0,15-73 1,-3 61-443,35-81 0,-41 112 15,1 2 0,1-1 0,0 1 0,2 1 0,0 1 0,24-25 0,-5 17-109,-33 25 117,1 1 0,-1 0 0,1-1 0,-1 1 0,1 0-1,-1-1 1,1 1 0,-1 0 0,1-1 0,-1 1 0,1 0 0,-1 0-1,1 0 1,-1-1 0,1 1 0,0 0 0,-1 0 0,1 0 0,-1 0 0,1 0-1,0 0 1,-1 0 0,1 0 0,-1 1 0,1-1 0,0 0 0,-1 0 0,1 0-1,-1 1 1,1-1 0,-1 0 0,1 1 0,-1-1 0,1 0 0,-1 1 0,1-1-1,-1 0 1,1 1 0,-1-1 0,0 1 0,1-1 0,-1 1 0,0-1 0,1 1-1,-1-1 1,0 1 0,0 0 0,0-1 0,1 1 0,-1-1 0,0 1-1,0-1 1,0 1 0,0 0 0,0-1 0,0 1 0,0-1 0,0 1 0,-1 0-1,3 16 12,-1-1 0,-1 1 0,0-1 0,-2 1 0,0-1 0,0 0-1,-2 0 1,0 0 0,-9 23 0,-4-10-22,0 0 0,-3-2-1,0 0 1,-24 23 0,-22 29-2051,59-67 2140,4 2-5385,3-13 4936,1 0-1,-1-1 1,1 1 0,-1-1 0,1 1-1,-1 0 1,1-1 0,0 1-1,-1-1 1,1 1 0,0-1 0,-1 1-1,1-1 1,0 0 0,0 1 0,-1-1-1,1 0 1,0 0 0,0 1-1,-1-1 1,1 0 0,0 0 0,0 0-1,0 0 1,0 0 0,-1 0 0,1 0-1,1-1 1,21 1-5459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36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10 274 9764,'0'0'11494,"1"5"-10614,3 56 704,1 16-954,-5-74-623,1 0-1,0 1 1,0-1 0,-1 0-1,2 0 1,-1 0-1,0 0 1,1 0 0,-1 0-1,1-1 1,0 1 0,0 0-1,0-1 1,0 0-1,0 1 1,1-1 0,-1 0-1,5 3 1,-5-4 5,0 1 0,0-1 0,1 0 0,-1 0 0,1 0 0,-1 0-1,1 0 1,-1-1 0,1 1 0,-1-1 0,1 0 0,0 1 0,-1-1 0,1 0 0,-1-1 0,1 1 0,0 0 0,-1-1 0,1 1 0,-1-1 0,1 0 0,-1 0 0,1 0-1,-1 0 1,0-1 0,1 1 0,-1 0 0,0-1 0,0 0 0,0 1 0,0-1 0,0 0 0,2-3 0,-1 0 76,1-1 1,-1 1 0,0-1-1,-1 0 1,1 0 0,-1 0-1,0 0 1,-1 0-1,1 0 1,-1-1 0,0 1-1,-1-10 1,0 5 43,0 0 0,-2 1 0,1-1 1,-1 0-1,-1 1 0,0-1 0,0 1 0,-7-13 0,9 19-92,-1 1 1,0-1-1,-1 0 0,1 1 1,0-1-1,-1 1 0,0 0 0,0 0 1,0 0-1,0 0 0,0 1 0,-1-1 1,1 1-1,-1 0 0,0 0 0,1 0 1,-1 0-1,0 1 0,0-1 0,0 1 1,0 0-1,0 0 0,-1 1 0,-5-1 1,8 1-39,0 0 1,1 0 0,-1 1 0,0-1 0,0 1-1,1-1 1,-1 1 0,0-1 0,1 1 0,-1 0-1,1 0 1,-1 0 0,1 0 0,-1 0 0,1 0-1,0 0 1,-1 0 0,1 1 0,0-1 0,0 1 0,-2 2-1,1 0-7,0 0-1,0 1 1,0-1-1,0 1 1,1 0-1,0 0 1,0-1-1,-1 8 1,1-7-4,1 0-1,-1 1 1,1-1 0,0 1 0,0-1-1,1 1 1,0-1 0,0 0-1,0 1 1,1-1 0,-1 0 0,1 0-1,0 0 1,1 0 0,5 9 0,-3-9-23,1-1 1,0 0-1,0 0 1,0 0 0,1 0-1,-1-1 1,1 0-1,0-1 1,0 1 0,0-1-1,0-1 1,0 1-1,0-1 1,0-1 0,1 1-1,-1-1 1,0 0 0,0-1-1,14-2 1,-11 1 15,0 0 0,1-1 1,-1 0-1,0-1 0,0 0 0,-1-1 1,0 0-1,1 0 0,-1-1 0,-1 0 1,1-1-1,13-14 0,7-20 5,-24 32 53,0 0 0,1 1-1,0 0 1,9-8 0,-3 65 392,-8-21-325,-1 0-1,-2 52 1,-1-77-104,-1-1 0,0 1 0,1-1 0,-1 1 1,0-1-1,0 0 0,-1 0 0,1 0 0,0 1 0,-1-1 0,1 0 0,-1 0 1,0-1-1,0 1 0,1 0 0,-1-1 0,0 1 0,-1-1 0,1 1 0,0-1 1,0 0-1,0 0 0,-1 0 0,1 0 0,-1 0 0,1-1 0,0 1 0,-1-1 1,1 0-1,-1 1 0,-3-1 0,-7 1 26,0-1 0,1 0 1,-1 0-1,-25-5 0,38 5-37,0 0 1,0 1-1,-1-1 0,1 0 1,0 0-1,0 0 0,0 0 1,0 0-1,-1 0 0,1 0 1,0 0-1,0 0 0,0 0 1,0 0-1,-1 0 0,1 0 1,0 0-1,0 0 0,0 0 1,0 0-1,-1 0 0,1 0 1,0 0-1,0 0 0,0 0 1,0-1-1,-1 1 0,1 0 1,0 0-1,0 0 0,0 0 1,0 0-1,0 0 0,0 0 1,0-1-1,-1 1 0,1 0 1,0 0-1,0 0 1,0 0-1,0-1 0,0 1 1,0 0-1,0 0 0,0 0 1,0 0-1,0-1 0,0 1 1,0 0-1,0 0 0,0 0 1,0 0-1,0-1 0,0 1 1,0 0-1,0 0 0,0 0 1,0-1-1,14-5-207,34-6 26,-39 10 163,20-4-114,-1-2-1,0 0 0,-1-2 1,48-25-1,-66 30 126,1-1 1,-1 0-1,-1-1 0,1 0 1,-1-1-1,0 0 0,-1 0 1,0 0-1,0-1 0,-1 0 0,0 0 1,0-1-1,-1 0 0,0 0 1,6-21-1,-5 2 329,0-1 0,-3-1 0,0 1 0,-3-51 0,0 56 278,0 24-76,-1 1-495,-1 1-1,1 0 1,-1 0-1,1 0 1,0 0 0,-1 0-1,1 1 1,0-1 0,0 0-1,0 0 1,0 1-1,0-1 1,0 1 0,0-1-1,0 1 1,0-1 0,1 1-1,-1 0 1,0 1-1,0 2 25,-8 15-20,1 1 0,2 1 0,0-1 1,1 1-1,-3 31 0,2 112 29,6-158-62,0 1-1,1-1 1,0 1 0,0-1 0,1 0 0,0 0 0,0 1 0,1-1 0,0-1 0,0 1 0,1 0 0,6 9 0,-7-12-7,0-1 1,0 1-1,1 0 0,-1-1 0,1 0 1,0 0-1,0 0 0,0 0 0,1-1 1,-1 1-1,0-1 0,1 0 0,0-1 1,-1 1-1,1-1 0,0 0 0,0 0 1,0 0-1,10-1 0,-5 0 9,0-1 1,0 0-1,0 0 0,0-1 0,-1-1 1,1 0-1,0 0 0,-1-1 0,0 0 1,0-1-1,0 1 0,0-2 1,-1 1-1,0-1 0,0-1 0,-1 0 1,1 0-1,-1 0 0,7-10 0,-13 15 11,1 0-1,-1 0 1,0 0-1,0 0 0,0 0 1,0-1-1,0 1 1,-1 0-1,1 0 0,-1-1 1,1 1-1,-1 0 1,0 0-1,0-4 0,-2 5-4,0 0-1,0 1 0,-1 0 0,1-1 0,0 1 1,0 0-1,0 0 0,-1 1 0,1-1 1,-4 1-1,3 0-18,0 1 1,0 0 0,0-1 0,0 1-1,1 0 1,-1 0 0,0 1-1,1-1 1,0 1 0,-1-1 0,1 1-1,0 0 1,0-1 0,1 1-1,-1 0 1,0 0 0,1 1 0,0-1-1,0 0 1,0 0 0,0 1 0,0-1-1,1 0 1,-1 1 0,1-1-1,0 1 1,0-1 0,1 6 0,3-7 0,0-1 1,0 0 0,0 0 0,0-1 0,0 1 0,0-1 0,1 0 0,-1 0-1,7-1 1,-2 1 25,-2 1-18,0 1-1,0-1 1,0 1 0,0 1-1,0-1 1,-1 1 0,1 0-1,9 6 1,7 14-87,-22-22 97,-1-1 0,1 1 0,-1 0 0,1 0 0,-1 0-1,0 0 1,0-1 0,1 1 0,-1 0 0,0 0 0,0 0 0,0 0 0,0 0 0,0 0 0,0-1 0,0 1 0,0 0 0,0 0 0,0 0 0,-1 0-1,1 0 1,0 0 0,0-1 0,-1 1 0,0 1 0,6-7 1,0-1 1,0 1-1,0 0 1,0 1-1,1-1 1,0 1-1,0 0 0,0 1 1,1 0-1,-1 0 1,1 0-1,13-4 1,-11 5-11,0-1 0,0 1 0,0 1 0,0-1 0,0 2 0,1-1 1,-1 1-1,0 1 0,16 2 0,-23-3 7,1 1 0,-1 0 0,0 0 0,0 0-1,0 0 1,0 0 0,0 0 0,0 0 0,-1 0 0,1 1 0,0-1 0,-1 1-1,1 0 1,0-1 0,-1 1 0,0 0 0,0 0 0,1 0 0,-1 0 0,1 2-1,1 17-6217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37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10165,'0'0'12774,"47"-28"-14391,-33 49-1185,-4 4-1904,-2 3-7139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37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44 13078,'0'0'10746,"-3"-1"-10412,0 1-306,1 1-1,-1-1 1,1 1 0,-1-1 0,1 1 0,0 0 0,0 0 0,-1 0 0,1 0-1,0 0 1,0 1 0,0-1 0,0 1 0,0-1 0,1 1 0,-1 0 0,0-1-1,1 1 1,-1 0 0,1 0 0,0 0 0,-1 1 0,1-1 0,-1 4-1,0-3-15,0 0-1,1 0 0,0 0 1,-1 0-1,1 1 0,0-1 1,1 0-1,-1 0 0,1 1 1,-1-1-1,1 0 0,0 1 1,0-1-1,1 1 0,-1-1 1,1 0-1,-1 1 0,1-1 0,2 6 1,-1-7-20,0-1 1,-1 1-1,1-1 1,0 1-1,0-1 1,0 0-1,0 0 1,0 0 0,0 0-1,1 0 1,-1 0-1,0 0 1,0-1-1,1 1 1,-1-1-1,0 0 1,1 0-1,-1 0 1,0 0-1,1 0 1,-1 0-1,0-1 1,3 0-1,-3 1 12,0 0 0,0 0 1,0-1-1,1 1 0,-1-1 0,0 1 0,0-1 0,0 0 0,0 0 0,-1 0 0,1 0 0,0 0 0,0 0 0,0-1 0,-1 1 0,1-1 0,-1 1 0,1-1 0,-1 1 0,0-1 0,1 0 0,-1 0 0,0 0 0,0 1 0,1-4 0,1-19 285,-4 22-221,1-1 0,0 0 0,0 0 0,0 0 0,1 0 0,-1 1 0,1-1 0,-1 0 0,1 0 0,0 1-1,0-1 1,0 0 0,0 1 0,1-1 0,-1 1 0,1-1 0,-1 1 0,1 0 0,0 0 0,0 0 0,0 0 0,0 0 0,0 0 0,1 0 0,-1 1 0,1-1 0,-1 1 0,1 0 0,-1 0 0,1 0 0,0 0 0,4-1 0,-3 0-84,1 1 1,0 0-1,0 0 0,0 0 0,0 0 1,0 1-1,0 0 0,0 0 1,0 0-1,0 1 0,0-1 0,0 1 1,-1 0-1,1 1 0,0-1 1,0 1-1,-1 0 0,1 0 0,-1 1 1,0-1-1,1 1 0,-1 0 1,0 0-1,-1 0 0,1 1 0,0-1 1,-1 1-1,0 0 0,0 0 1,0 0-1,-1 0 0,1 1 1,-1-1-1,0 1 0,0-1 0,0 1 1,-1 0-1,0 0 0,0 0 1,0 0-1,0 0 0,-1-1 0,0 1 1,0 7-1,18-40 630,-11 17-517,1 0 0,0 0 0,1 1 0,0 1 0,0-1 1,1 1-1,0 1 0,23-15 0,21-3-5299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38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14887,'0'0'10725,"77"-48"-10725,-33 48-16,-1 0-144,1 0-609,-6 0-2864,-3 0-4339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39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1 459 13638,'0'0'9066,"16"-19"-8589,10-12-332,88-109 943,-107 128-956,0 1 0,-1-1 0,-1 0-1,1 0 1,-2 0 0,0-1 0,0 0 0,2-17 0,-2-6 866,-1-63 0,-3 99-983,0 0-1,0 0 1,0 1 0,-1-1 0,1 0 0,0 0 0,0 0 0,0 0 0,-1 0 0,1 0 0,0 0-1,0 0 1,0 0 0,-1 0 0,1 0 0,0 0 0,0 0 0,0 0 0,-1 0 0,1 0 0,0 0-1,0 0 1,0 0 0,-1 0 0,1 0 0,0 0 0,0 0 0,0 0 0,0-1 0,-1 1 0,1 0-1,0 0 1,0 0 0,0 0 0,0 0 0,0 0 0,-1-1 0,1 1 0,0 0 0,0 0 0,0 0 0,0 0-1,0-1 1,0 1 0,0 0 0,0 0 0,0 0 0,0-1 0,-1 1 0,1 0 0,0 0 0,0 0-1,0-1 1,0 1 0,0 0 0,1 0 0,-1 0 0,0-1 0,0 1 0,0 0 0,0 0 0,0 0-1,0-1 1,0 1 0,0 0 0,0 0 0,1 0 0,-11 16 41,-9 46 34,3 1 0,3 1 0,-9 112 0,9-67 129,-35 474 638,47-696-432,-1-7-272,15-129 1,-9 214-166,2 1 0,1-1 0,1 1 0,2 1 0,1 0 0,2 0 0,1 1 0,24-40 0,-28 57-8,1 0 0,0 1 0,19-20-1,-26 31 8,-1-1 1,0 1-1,1 0 0,0 0 0,0 1 0,0-1 0,0 1 0,0 0 0,0 0 1,0 0-1,1 0 0,-1 1 0,1 0 0,0 0 0,-1 0 0,1 0 0,-1 1 0,8 0 1,-10 1 6,0 0 0,0 0 0,0 0 0,-1 0 0,1 1 0,-1-1 0,1 1 0,-1-1 0,1 1 0,-1-1 1,0 1-1,0 0 0,0 0 0,0 0 0,0 0 0,0 0 0,0 0 0,-1 0 0,1 0 0,-1 0 0,1 0 0,-1 0 1,0 0-1,0 0 0,0 0 0,0 0 0,0 3 0,0 4 5,0 1-1,-1 0 1,1-1 0,-2 1-1,-2 10 1,0-9 22,-1-1-1,-1 1 0,0-1 1,0 0-1,-1 0 1,0-1-1,-1 0 0,0 0 1,0 0-1,-12 7 1,3-1-555,-2-1 1,0-1 0,0 0 0,-31 13 0,70-38-4180,13-12 2986,12-9 1383,-30 22 407,1 1 0,0 1 0,1 1 0,0 0 0,0 1 0,1 1 1,0 0-1,0 2 0,0 0 0,0 1 0,30-1 0,-45 4 2,0 1 0,0-1 0,0 1 0,0 0 0,0-1-1,0 2 1,0-1 0,0 0 0,0 0 0,-1 1 0,1 0-1,-1-1 1,1 1 0,-1 0 0,1 0 0,-1 1 0,0-1 0,0 0-1,0 1 1,0-1 0,2 6 0,-1-2 6,0 0 1,0 0 0,-1 0-1,0 0 1,0 0-1,-1 0 1,0 1-1,0-1 1,0 11 0,9-23 587,9-15-436,-12 12-129,-3 5-78,0 0-1,-1 0 0,2 1 1,-1 0-1,0 0 1,0 0-1,1 0 1,0 1-1,0-1 1,-1 1-1,8-1 1,-9 2-10,-1 0 1,1 1-1,0 0 1,-1 0-1,1 0 1,-1 0 0,1 0-1,0 0 1,-1 1-1,1-1 1,-1 1-1,1 0 1,-1 0-1,1 0 1,-1 0 0,0 0-1,1 0 1,-1 1-1,0-1 1,0 1-1,0-1 1,0 1-1,0 0 1,2 3 0,67 60 11,-71-64 177,-2-32 408,-1 23-559,0 1 0,-1 0 0,0 0 0,-1 0 0,0 1 0,0-1 0,0 1 0,-1 0 0,1 0 0,-2 1 0,1 0 0,0 0 0,-1 0 0,0 1 0,0 0 0,0 0 0,-13-4 0,19 8-92,14 0-472,11 1 435,0-2 0,0 0-1,-1-1 1,1-2 0,37-10 0,-54 12 118,-1-1-1,0 1 1,0-1 0,0 0-1,0-1 1,0 0 0,-1 0 0,0 0-1,0 0 1,0-1 0,0 0-1,-1 0 1,1 0 0,-1 0 0,-1-1-1,1 0 1,-1 0 0,0 0 0,0 0-1,-1 0 1,1 0 0,-1-1-1,-1 1 1,2-14 0,-52 228 1418,52-207-1446,-1 0 1,1-1-1,-1 0 0,1 1 1,-1-1-1,1 0 0,-1 0 1,1-1-1,-1 1 0,1 0 1,-1-1-1,0 1 0,1-1 1,3-1-1,-1 0-2,3 1-19,0-1 1,0 1 0,1 0-1,-1 1 1,0 0-1,0 1 1,0-1 0,14 4-1,-20-3 11,0-1 0,0 1 1,0 0-1,0 0 0,1 0 0,-1 0 0,-1 1 0,1-1 0,0 1 0,0-1 0,0 1 1,-1-1-1,1 1 0,-1 0 0,0 0 0,1 0 0,-1 0 0,0 0 0,0 0 1,0 0-1,0 0 0,0 0 0,-1 1 0,1-1 0,-1 0 0,1 1 0,-1-1 1,0 0-1,0 1 0,0-1 0,0 0 0,-1 0 0,1 1 0,-1 2 0,0-3 6,1 0 1,-1 0-1,0 0 0,0 0 0,0 0 0,0 0 0,-1 0 0,1 0 0,0-1 0,-1 1 0,0 0 0,1-1 0,-1 1 0,0-1 0,1 0 0,-1 0 0,0 1 0,0-1 0,0 0 1,0-1-1,0 1 0,0 0 0,-1 0 0,1-1 0,0 0 0,0 1 0,-3-1 0,-69 4 124,62-4-146,8 0 43,0 0 1,0 0-1,0 0 1,-1-1 0,1 0-1,0 0 1,0 0-1,0 0 1,0-1-1,-5-2 1,7 3-12,1 0 0,-1-1 0,1 1 0,-1-1 0,1 1-1,-1-1 1,1 1 0,0-1 0,0 0 0,0 1 0,0-1 0,0 0 0,0 0 0,0 0-1,0 0 1,1 0 0,-1 0 0,1 0 0,0 0 0,-1 0 0,1 0 0,0-4 0,42 4-6086,-4 2 622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6:40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18969,'0'0'9140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12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165 168 14038,'0'0'1145,"-22"0"226,-76 0 540,53 0 3526,579 7-2228,452-28-2387,864-76-305,-1314 87-521,135-8 64,242-10-68,-836 34 345,-77-6-204,-23 0-304,-47 1-3454,24 0-1829,-37-1-11047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20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73 13894,'0'0'4472,"-19"0"-2615,-3 1-1283,12-1-180,0 1 1,0-1-1,0-1 0,0 0 0,-18-4 1,27 5-342,1 0 0,0 0 0,0 0 1,0-1-1,0 1 0,0 0 1,0 0-1,0 0 0,0 0 1,-1-1-1,1 1 0,0 0 0,0 0 1,0 0-1,0-1 0,0 1 1,0 0-1,0 0 0,0 0 1,0-1-1,0 1 0,0 0 0,0 0 1,0 0-1,1-1 0,-1 1 1,0 0-1,0 0 0,0 0 1,0-1-1,0 1 0,0 0 0,0 0 1,0 0-1,1 0 0,-1 0 1,0-1-1,0 1 0,0 0 1,0 0-1,1 0 0,-1 0 0,0 0 1,0 0-1,1-1 0,9-3 79,0 0 0,1 0 0,-1 0 0,1 1 1,0 1-1,18-2 0,-1-1 11,92-11-43,1 5 1,221 8-1,-342 3-100,8 0-654,-1 1 0,1-1 0,-1 1 0,1 0 0,10 4 1,-16-4 378,0-1 0,-1 1 1,1 0-1,-1 0 0,1 0 1,-1 0-1,0 0 0,1 0 1,-1 0-1,0 1 0,0-1 1,0 0-1,0 1 1,0-1-1,0 1 0,0-1 1,0 1-1,0 0 0,-1-1 1,1 1-1,-1 0 0,1-1 1,-1 1-1,0 0 0,1-1 1,-1 1-1,0 0 1,0 2-1,0 10-10498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27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4 366 11205,'0'0'9351,"0"-34"-5816,-1-9-3040,0 33-473,0-1 0,0 1 0,1 0 0,1 0 0,0 0 0,0-1 0,1 1 0,0 0 0,1 1 0,0-1 0,0 0 0,1 1 0,1-1-1,6-10 1,-3 10-9,0 0-1,0 1 0,1 0 0,0 0 0,1 1 0,0 0 1,0 1-1,1 0 0,0 0 0,0 1 0,0 1 0,24-8 1,-17 8-14,-1 0 0,1 2 1,0 0-1,0 1 0,0 0 1,0 2-1,1 0 0,27 5 0,-38-4 0,-1 1-1,1 1 1,-1 0-1,0 0 1,0 0-1,0 1 1,0-1-1,-1 2 1,12 8-1,54 55 15,-36-32 8,-15-16-11,0-2 17,-2 0 1,0 2-1,-1 0 0,-1 1 0,17 26 1,-110-158 208,8 15-59,99 139-2,2-2 0,2 0-1,49 43 1,-83-83-172,0-1 0,0 1 0,0 0-1,-1-1 1,1 1 0,0 0 0,0 0 0,-1-1-1,1 1 1,-1 0 0,1 0 0,-1 0 0,1 0 0,-1 0-1,0 0 1,1 0 0,-1 0 0,0 0 0,0 0 0,1 0-1,-1 0 1,0 0 0,0 0 0,0 0 0,0 0 0,-1 1-1,0 0 2,0-1 0,0 1-1,0-1 1,0 1 0,0-1 0,0 0-1,0 1 1,0-1 0,-1 0 0,1 0-1,-1 0 1,1 0 0,-1 0-1,-1 0 1,-10 5 6,1-2 0,-1 1 0,-17 2-1,20-5-15,-22 5-396,-32 9 359,30 2-8382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28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1 330 3922,'0'0'14065,"2"4"-13171,0-2-824,-1 0 1,1 0 0,-1 0-1,1 0 1,0 0-1,0-1 1,0 1 0,0-1-1,0 1 1,0-1-1,0 0 1,0 0 0,0 0-1,1 0 1,-1 0 0,5 1-1,48 1 1157,-47-2-1063,-1-1-1,1-1 0,-1 0 1,1 0-1,-1 0 1,0-1-1,1 0 0,-1-1 1,0 1-1,0-1 0,8-6 1,-11 7-78,-1-1 0,0 0 0,1 1 0,-2-2 0,1 1 0,0 0 0,0-1 0,-1 1 0,0-1 0,0 1 0,0-1 0,0 0 0,0 0 0,-1 0 0,0 0 0,0 0 0,0-1 0,0 1 0,-1 0 0,1 0 0,-2-8 0,0-11 183,-2 0 0,-1 1 0,0-1 0,-2 1 0,-1 0 0,0 0 0,-15-27 0,15 32-108,-1-4 332,6 14-558,4 13-1233,1-1 378,-1 0-1,1 0 1,1-1-1,-1 1 1,1-1 0,-1 0-1,8 6 1,16 12-7548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29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24 5202,'0'0'0,"-117"-12"289,64 6 271,1 3-272,7 1-256,5 2 304,8 0-304,10 0-16,13 0 560,16 0-576,17 0-80,8 0-608,6 2 16,9 1-385,5 4-207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29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0 119 9268,'0'0'13193,"8"-8"-12401,0 1-737,0 1-1,0-1 1,0 2-1,1-1 1,0 2-1,0-1 1,1 1-1,-1 0 1,1 1-1,0 0 1,14-2-1,135-17 379,-103 17-367,115-12 15,287 9 1,-451 8-102,0 1 0,0-1 0,1 1 0,-1 1 0,0 0 1,13 4-1,-20-5-98,0-1 0,0 0 0,0 1 1,0-1-1,0 1 0,-1-1 0,1 0 1,0 1-1,0-1 0,0 0 0,0 1 0,-1-1 1,1 1-1,0-1 0,0 0 0,0 0 0,-1 1 1,1-1-1,0 0 0,-1 1 0,1-1 0,0 0 1,-1 0-1,1 0 0,0 1 0,-1-1 0,1 0 1,0 0-1,-1 0 0,1 0 0,-1 0 1,0 0-1,-21 9-3873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31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60 14727,'0'0'9332,"-6"0"-8932,55 0 96,19 0-47,15-6-209,6-6-112,0-1-128,-1 1-16,-9 3-320,-6 4-673,-9 3-1808,-15 2-913,-13 0-4514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34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40 156 13238,'0'0'9068,"-9"-2"-8110,5 1-781,-18-6 166,18 4-64,12 1 240,382-65 609,-271 41-1390,1 5 0,121-5-1,-236 26-92,10 0-461,-15 0 693,0 0 0,0 0 0,0 0 0,1 0 0,-1 0 1,0 0-1,0 0 0,0 0 0,0 0 0,1 0 0,-1 0 0,0 0 0,0 0 0,0 0 1,0 0-1,1 0 0,-1 0 0,0 0 0,0 6-5039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37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3249,'0'-1'9167,"0"5"-12091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38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22 103 9492,'0'0'9391,"-3"-8"-8532,-14-36 1198,16 121-853,7-24-1203,-4-24-1,1 0 1,15 54-1,-17-81-2,0 0 1,0 0-1,0 1 0,0-1 0,1 0 0,-1 0 0,1 0 0,-1 0 1,1 0-1,0-1 0,0 1 0,0 0 0,0-1 0,0 0 1,0 1-1,0-1 0,0 0 0,0 0 0,1 0 0,-1 0 1,0 0-1,1-1 0,-1 1 0,4-1 0,7 2 19,0-2 0,0 1 0,22-4 0,-7 1-17,41-3 6,108-23 0,-95 13 8,418-68 85,-425 70-100,0-2 1,-1-4-1,124-49 0,-197 68 10,0 0 0,0 0 0,-1-1 0,1 1 0,0-1 0,0 1 0,-1-1 1,1 1-1,0-1 0,0 1 0,-1-1 0,1 0 0,-1 1 0,1-1 0,-1 0 0,1 0 0,-1 1 0,1-1 0,-1 0 0,1 0 0,-1 0 0,0 0 0,0 1 0,1-1 0,-1 0 0,0 0 0,0 0 0,0 0 0,0 0 0,0 0 0,0 0 0,0 1 0,0-1 0,-1 0 0,1 0 0,0 0 0,0 0 0,-1 0 0,1 1 1,-1-1-1,1 0 0,0 0 0,-1 0 0,0 1 0,0-2 0,-2-1 17,1 0 0,-1 0 0,0 0 0,0 0 1,0 0-1,0 1 0,0-1 0,-7-3 0,-11-1 78,1 0 0,-1 1 0,-1 1 0,1 0 0,-1 2 0,-27-1 0,-43-6 958,114 12-1011,0-1 0,39-3 1,21 1-8,-77 1-52,0 0 0,0 0 0,-1 1 0,1-1 0,0 1 0,0 0 0,-1 1 0,1-1 0,-1 1 0,1 0 0,-1 0 0,8 5 0,-10-4-26,0-1 0,0 1 0,-1 0 0,1-1 0,-1 1 0,1 0 0,-1 0 0,0 0 0,0 1 0,0-1 0,-1 0-1,1 0 1,-1 0 0,0 1 0,0-1 0,0 0 0,0 0 0,0 1 0,-1-1 0,0 5 0,-2 3-720,1-1 0,-2 1 0,1 0 0,-1-1 0,-1 0 1,-6 11-1,-18 32-4243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42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14759,'0'0'4581,"6"1"-4069,50 7-258,0-3 0,1-2 0,65-5 1,-2 0-234,-83 2-280,87 5 252,-112-3-922,1 0 1,0 1-1,-1 0 0,14 6 1,-16-3-4296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48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52 2961,'0'0'16258,"-4"-8"-15711,2 3-458,-12-21 152,13 25-231,0 0 0,1 0 0,-1 0 0,0 0 0,0 0-1,0 1 1,0-1 0,0 0 0,0 0 0,0 1 0,0-1 0,0 1 0,0-1 0,0 1 0,-1 0 0,1-1 0,0 1 0,0 0 0,0 0-1,-1-1 1,1 1 0,0 0 0,0 0 0,0 1 0,-1-1 0,-1 0 0,-17 9 36,0 1 0,0 0-1,1 1 1,0 1 0,1 1 0,-21 19 0,13-12-52,7-5-3,-56 47-9,70-58 17,0 1 1,0 0-1,1 1 1,0-1 0,0 1-1,0 0 1,1 0-1,0 0 1,0 0 0,0 0-1,-2 9 1,5-12-3,0 0 0,-1 0 0,1 0 0,0 0 0,1 0 0,-1 1 0,0-1 0,1 0 0,0 0 0,0 0 0,0 0 0,0-1 0,0 1 0,0 0 0,3 4 0,33 37 77,1 4-4,-30-31-57,-1 0 1,-1 1 0,0 0-1,-1 0 1,-1 1 0,-1-1-1,2 26 1,-5 135 57,-2-123 10,0-32-66,0 0 0,-2-1 0,0 1 0,-2-1 0,0 0 0,-2-1 0,-1 1-1,0-2 1,-1 1 0,-2-1 0,-20 28 0,32-49-6,0 1 0,0-1 0,0 1 0,0 0 0,0-1 0,0 1 0,0-1 0,0 1 0,0-1 0,0 1 0,0-1 0,0 1 0,0-1 0,0 1 0,0-1 1,1 1-1,-1-1 0,0 1 0,0-1 0,1 0 0,-1 1 0,0-1 0,1 1 0,-1-1 0,0 0 0,1 1 0,-1-1 0,0 0 0,1 1 0,-1-1 0,1 0 0,-1 1 0,1-1 0,-1 0 0,1 0 0,26 14 539,-10-5-354,-11-4-194,0 0 0,-1 0 0,1 1-1,-1 0 1,0 0 0,0 1 0,-1-1 0,0 1 0,0 0-1,-1 0 1,0 1 0,0-1 0,0 1 0,-1-1-1,0 1 1,-1 0 0,2 10 0,-1 11 4,-1 0 0,-1 0 0,-5 43 1,-33 132 573,24-151-51,4 1 1,1 0 0,-1 66 0,10-109-508,-1-4-2,1 0 1,1 0 0,-1 0-1,1 0 1,0 0 0,3 11-1,-3-16-15,0 0 0,0-1 0,0 1 0,0 0 0,1 0 0,-1-1 1,1 1-1,-1 0 0,1-1 0,-1 1 0,1-1 0,0 0 0,0 0 0,-1 0 0,1 0 0,0 0 0,0 0 0,0 0 0,0 0 0,0-1 0,1 1 0,-1-1 0,0 1 0,0-1 0,4 0 0,0 0 4,0 0-1,0 0 1,-1-1 0,1 1-1,0-1 1,0-1 0,-1 1-1,1-1 1,-1 0-1,0 0 1,1-1 0,-1 1-1,0-1 1,0 0 0,0-1-1,5-4 1,-2 0-544,-1 1 1,0-1-1,0 0 0,-1-1 1,0 1-1,0-1 1,-1-1-1,6-13 0,4-20-5073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49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142 649 3249,'0'0'21456,"-9"-6"-20589,8 6-861,0-2 14,-1 1-1,1-1 1,-1 1 0,1 0-1,-1 0 1,0 0-1,1 0 1,-1 0-1,0 0 1,0 0 0,0 0-1,0 1 1,0-1-1,0 1 1,0 0-1,-3-1 1,3 3 6,1 1 0,-1-1 1,1 1-1,0-1 0,0 1 0,0-1 0,0 1 1,0-1-1,1 1 0,-1 0 0,1-1 1,0 1-1,0 0 0,0 0 0,0-1 0,0 1 1,1 4-1,-1 85 546,3-1-1,18 108 1,-59-377 1328,14 76-1948,-16-166 0,38 234 40,-5-181-38,8 190 37,1 1 0,0 0 1,2 0-1,1 1 0,1-1 1,16-38-1,-20 58 5,-1 0-1,0 1 0,0 0-1,1-1 1,-1 1 0,1 0 0,0 0-1,0 0 1,0 0 0,0 0 0,1 0-1,-1 1 1,1-1 0,-1 1-1,1-1 1,0 1 0,6-3 0,-8 5-3,0 0 0,0 0 1,0 0-1,0 0 1,0 1-1,-1-1 1,1 0-1,0 1 0,0-1 1,-1 1-1,1-1 1,0 1-1,0-1 0,-1 1 1,1-1-1,-1 1 1,1 0-1,0-1 1,-1 1-1,1 0 0,-1-1 1,0 1-1,1 0 1,-1 0-1,0 0 1,1-1-1,-1 1 0,0 0 1,0 0-1,0 0 1,1 1-1,5 33-35,-5-30 43,2 32 19,-1 1 0,-2 0-1,-8 63 1,-30 111-56,26-154-54,10-48 276,0 0-810,0 0-1,1 0 0,0 0 1,0 12-1,1-19 59,0-1 0,1 0 0,-1 1 0,1-1 0,-1 1 0,1-1 0,0 0 0,0 1 0,0-1 0,0 0 0,0 0-1,1 0 1,-1 0 0,1 0 0,-1 0 0,1 0 0,0 0 0,-1-1 0,1 1 0,0-1 0,4 3 0,11 6-6199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49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2 442 12870,'0'0'10343,"5"-17"-9073,10-46-658,-4-1 1,-2 0-1,1-84 0,-11 69 194,1 79-796,0-1 1,0 1-1,0 0 1,0 0-1,0 0 1,0-1-1,0 1 0,0 0 1,0 0-1,0-1 1,0 1-1,0 0 0,0 0 1,0 0-1,0-1 1,0 1-1,0 0 0,0 0 1,0 0-1,-1-1 1,1 1-1,0 0 1,0 0-1,0 0 0,0 0 1,-1-1-1,1 1 1,0 0-1,0 0 0,0 0 1,-1 0-1,1 0 1,0 0-1,0 0 1,0-1-1,-1 1 0,1 0 1,0 0-1,0 0 1,-1 0-1,1 0 0,0 0 1,0 0-1,-1 0 1,-10 8 92,-4 13-128,11-13 6,1 0-1,0 0 1,1 0 0,0 0-1,0 1 1,1-1-1,0 0 1,0 18 0,2-23-6,-1 1 1,0-1 0,1 0-1,0 1 1,0-1-1,0 0 1,0 1-1,0-1 1,0 0 0,1 0-1,0 0 1,0 0-1,0 0 1,0-1 0,0 1-1,0-1 1,1 1-1,-1-1 1,1 0 0,-1 0-1,1 0 1,0 0-1,0 0 1,4 1 0,42 17-317,-30-14 257,-1 2 1,26 14 0,-38-18 78,1 1 1,-1-1 0,0 2-1,0-1 1,0 1-1,-1 0 1,0 0-1,0 0 1,7 12 0,-9-13-3,2 5 4,0-2-1,1 1 1,0-1-1,7 8 1,-12-15 4,0 0 1,-1 0-1,1 0 0,0 0 0,0-1 1,-1 1-1,1 0 0,0-1 0,0 1 1,0 0-1,0-1 0,0 1 1,0-1-1,0 1 0,0-1 0,0 0 1,0 1-1,0-1 0,0 0 0,0 0 1,0 0-1,0 0 0,0 0 1,0 0-1,0 0 0,0 0 0,0 0 1,0-1-1,0 1 0,1 0 0,-1-1 1,0 1-1,-1 0 0,1-1 1,0 1-1,0-1 0,0 0 0,0 1 1,0-1-1,0 0 0,-1 0 1,1 1-1,0-1 0,-1 0 0,1 0 1,0 0-1,-1 0 0,1 0 0,0-1 1,8-17 24,0-1 0,-2 0 1,9-29-1,2-10 223,1 90 365,-17-26-841,7 15 280,-1 0 0,8 28 0,-12-10-6038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50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26 10885,'0'0'11733,"-22"-25"-12037,36 48-1553,2 5-1088,2-1-2578,1-4-1456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50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0 302 9156,'0'0'12211,"3"6"-10890,8 35 245,8 29-424,-17-65-1134,-1-1 1,1 0 0,0 0 0,0 0 0,0 0 0,1-1-1,-1 1 1,1-1 0,0 1 0,0-1 0,0 0 0,6 5-1,-7-7-8,-1 0-1,0 0 0,1 0 0,-1 0 0,0 0 1,1-1-1,-1 1 0,1-1 0,-1 1 0,1-1 1,-1 1-1,1-1 0,-1 0 0,1 0 1,-1 1-1,1-1 0,0 0 0,-1-1 0,1 1 1,-1 0-1,1 0 0,-1-1 0,1 1 0,-1-1 1,1 1-1,-1-1 0,3-1 0,-3 0 16,1 1-1,-1-1 0,1 0 0,-1 0 1,0 0-1,0 0 0,0 0 0,0-1 1,-1 1-1,1 0 0,-1 0 1,1-1-1,-1 1 0,0 0 0,1-1 1,-1 1-1,-1-3 0,-9-60 268,7 52-124,0 0-1,1 0 1,-1-19-1,3 29-134,0-1 1,1 1-1,-1-1 1,1 1-1,0-1 1,-1 1-1,2-1 1,-1 1-1,0 0 0,1-1 1,-1 1-1,1 0 1,0 0-1,0 0 1,0 0-1,0 1 1,4-4-1,-1 2-15,0 0 1,1 0-1,-1 1 0,1 0 1,0 0-1,0 0 0,0 1 1,0 0-1,0 0 0,1 1 1,-1-1-1,1 1 0,-1 1 1,1-1-1,-1 1 0,12 1 1,-15-1-13,1 1 1,0-1 0,0 1 0,-1 0 0,1 0 0,0 0 0,-1 0 0,1 1 0,-1-1 0,0 1-1,1 0 1,-1 0 0,0 0 0,0 0 0,0 1 0,0-1 0,-1 1 0,1 0 0,-1 0 0,0-1-1,1 2 1,-1-1 0,0 0 0,-1 0 0,1 1 0,-1-1 0,1 1 0,-1-1 0,0 1-1,0 4 1,0-3 41,-2-36 394,0 6-252,1 0 0,2-1-1,7-45 1,-8 66-219,1-1 1,-1 1-1,1 0 1,0-1-1,0 1 1,0 0-1,1 0 1,0 0-1,0 0 1,0 1-1,1-1 1,-1 1-1,1 0 1,0 0-1,0 0 1,1 1-1,-1-1 1,1 1-1,-1 0 1,1 0-1,0 1 1,0-1-1,6-1 1,31 1-5392,-20 3-25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50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77 9845,'0'0'11253,"-2"-48"-10613,8 39-336,0 2-192,4-1-112,2 5-16,0 1-224,0 2-1729,-2 0-4434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51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27 332 15095,'0'0'9762,"-1"0"-9754,1 0 0,0 0 0,-1 0 0,1-1 0,0 1 0,-1 0 0,1 0 0,0 0 1,-1 0-1,1 0 0,-1 0 0,1 0 0,0 0 0,-1 0 0,1 0 0,-1 0 0,1 0 0,0 0 0,-1 0 1,1 0-1,0 0 0,-1 0 0,1 0 0,-1 0 0,1 0 0,0 1 0,-1-1 0,1 0 0,0 0 1,-1 1-1,1-1 0,0 0 0,0 0 0,-1 1 0,1-1 0,0 0 0,0 1 0,-1-1 0,1 0 0,0 1 1,0-1-1,0 0 0,0 1 0,-1-1 0,1 0 0,0 1 0,0-1 0,0 1 0,0-1 0,0 0 0,0 1 1,0-1-1,0 1 0,0-1 0,0 0 0,0 1 0,0-1 0,1 1 0,2 12 155,1 0 1,0-1-1,0 0 0,8 14 0,8 22 232,34 105 448,-20-49-575,5-2 1,58 110 0,-128-282 796,-18-15-1036,-75-183 1,107 220-57,1 0 1,3-2 0,2 0 0,2 0-1,-3-88 1,11 125 11,0-10-7,1 0 1,1-1-1,1 1 1,6-28-1,-7 47 15,0-1 1,1 0-1,0 0 0,0 1 0,0-1 0,0 1 0,1 0 0,0 0 0,-1 0 0,2 0 0,3-5 0,-4 7 0,-1 0 0,1 1 1,0-1-1,-1 0 0,1 1 0,0 0 1,0 0-1,0 0 0,0 0 0,0 0 0,0 0 1,1 1-1,-1 0 0,0-1 0,0 1 1,0 0-1,0 1 0,1-1 0,3 1 1,-3 0 2,0 1 1,0-1 0,0 1 0,-1 0 0,1 0 0,0 0 0,-1 1 0,1-1 0,-1 1-1,0 0 1,0 0 0,0 0 0,0 0 0,-1 1 0,1-1 0,-1 1 0,0-1-1,0 1 1,0 0 0,2 4 0,2 8-7,0 1-1,-1-1 1,5 27 0,-5-14 2,-1-1 0,-2 1 0,0-1 0,-3 1 0,0-1 0,-6 35 0,4-51-29,0-1-1,-1 0 1,0 0 0,-11 20-1,-12 2-1777,26-32 1405,-1 1 0,0-1 0,0 0 0,1 0 0,-1 1 0,0-1-1,0-1 1,0 1 0,0 0 0,0 0 0,-1-1 0,1 1 0,0-1 0,-3 1 0,0-15-5827,5-19 1189,0 31 4250,2-21-4437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52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0 291 4514,'0'0'11101,"19"-4"-10311,61-9-105,-78 13-634,1 0 0,-1 1-1,1-1 1,-1 1-1,1 0 1,-1 0-1,0 0 1,1 0 0,-1 0-1,0 0 1,0 1-1,0-1 1,0 1-1,0-1 1,0 1 0,0 0-1,-1 0 1,1-1-1,0 1 1,-1 1-1,0-1 1,1 0-1,-1 0 1,0 0 0,0 1-1,0-1 1,-1 0-1,2 4 1,3 7 185,8 17 229,2 4-308,-10-28 90,-2-16 290,-3 6-519,0 0 0,1 0 0,-1 1 1,1-1-1,0 0 0,0 0 0,0 0 1,0 1-1,1-1 0,0 1 0,-1-1 0,1 1 1,1 0-1,-1-1 0,0 1 0,1 0 1,-1 0-1,6-3 0,-6 5-4,0-1-1,1 1 0,-1 0 1,1 0-1,-1 1 1,1-1-1,0 1 1,-1-1-1,1 1 1,0 0-1,-1 0 1,1 0-1,0 0 0,-1 0 1,1 1-1,-1-1 1,1 1-1,0 0 1,-1-1-1,1 1 1,-1 0-1,0 1 0,1-1 1,-1 0-1,0 1 1,4 3-1,-4-4 20,-1 0 0,0 0 0,0 0-1,1 0 1,-1 0 0,0-1 0,1 1 0,-1 0-1,1-1 1,-1 1 0,1-1 0,0 1-1,-1-1 1,1 0 0,2 1 0,-3-2-4,-1 1 1,0 0 0,1-1-1,-1 1 1,0-1-1,0 1 1,1 0-1,-1-1 1,0 1 0,0-1-1,0 1 1,0-1-1,1 1 1,-1-1-1,0 1 1,0-1 0,0 1-1,0-1 1,0 1-1,0-1 1,0 1 0,0-1-1,0 1 1,-1 0-1,1-1 1,0 1-1,0-1 1,0 1 0,0-1-1,-1 1 1,1-1-1,-2-3 49,0-1 0,0 1 0,0 0 0,-1 0 0,0 0 0,1 1 0,-1-1 0,0 1 0,-1 0 0,-4-5 0,0 4-40,0 0-1,0 1 0,-1-1 1,1 1-1,-1 1 0,1 0 1,-1 0-1,0 1 0,0 0 1,0 0-1,-11 1 1,33 0-124,-5 1 60,0-1-1,1 0 1,-1-1-1,0 0 1,0 0 0,12-4-1,-17 3 19,1 1-1,-1-1 1,0 0 0,0-1-1,0 1 1,0-1-1,0 1 1,0-1 0,0 0-1,-1 0 1,1 0-1,-1 0 1,0-1 0,0 1-1,0-1 1,-1 1-1,2-5 1,2-7 4,-1-1 0,-1 0 0,0 0 1,-1 0-1,-1 0 0,0-1 0,-3-25 0,2 6 158,-1 33 1635,-1 10-1379,-1 13-454,2 0 113,1-1 0,1 0-1,1 1 1,0-1 0,2 0 0,0 0-1,11 31 1,-14-49-70,0-1 1,-1 1-1,1 0 0,0-1 1,0 1-1,-1-1 0,1 1 1,0-1-1,0 1 0,0-1 1,0 0-1,0 1 0,0-1 1,0 0-1,0 0 0,0 0 1,-1 0-1,1 0 0,0 0 1,0 0-1,0 0 0,0 0 0,0 0 1,0 0-1,0 0 0,0-1 1,1 1-1,31-11 68,-24 7-64,-5 3-6,-1 0 1,1 0-1,0 0 1,-1 1-1,1-1 1,0 1-1,0 0 0,-1 0 1,1 0-1,0 0 1,0 1-1,-1-1 1,1 1-1,0 0 1,-1 0-1,1 1 1,0-1-1,-1 1 1,0-1-1,1 1 1,-1 0-1,5 4 1,-6-3-1,1 0 1,-1 0 0,0 1 0,0-1 0,0 0 0,0 1 0,-1-1 0,1 1 0,-1 0-1,0-1 1,0 1 0,0 0 0,0 0 0,-1 0 0,0 0 0,0 0 0,0 0 0,0-1-1,0 1 1,-1 0 0,0 0 0,-1 4 0,0-4 14,0 1 0,0-1 0,-1 0 0,1 0 0,-1 0 0,0 0 0,0-1 1,-1 1-1,1-1 0,-1 0 0,0 0 0,0 0 0,0-1 0,0 1 0,0-1 0,0 0 0,-1 0 0,1 0 0,-1-1 0,1 1 1,-1-1-1,0 0 0,1-1 0,-10 1 0,10 0-36,0-1 0,0 0 1,1 0-1,-1 0 0,0-1 1,0 0-1,0 1 0,0-1 1,0-1-1,1 1 0,-1 0 0,1-1 1,-7-3-1,8 3-72,0 1 0,0-1 0,1 0 0,-1 0-1,0 0 1,1 0 0,-1 0 0,1 0 0,0 0 0,0-1 0,0 1-1,0 0 1,0-1 0,0 1 0,1-1 0,-1 1 0,1-1 0,-1 1-1,1-1 1,0 1 0,0-1 0,1-4 0,-1 6-248,0 0 0,1-1-1,-1 1 1,1 0 0,-1 0 0,1 0 0,-1 0 0,1-1-1,0 1 1,-1 0 0,1 0 0,0 0 0,0 0 0,0 0-1,0 1 1,0-1 0,0 0 0,0 0 0,0 1 0,0-1-1,1 0 1,-1 1 0,0-1 0,2 0 0,0 0-424,25-11-10373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53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0 448,'0'0'25900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57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1745,'0'0'19030,"3"16"-18862,6 14 300,0-1 1,2-1-1,1 0 1,20 35-1,-25-51-360,42 72 535,94 125-1,-123-185-631,0-1 0,2 0 0,0-2 0,2-1 0,0 0-1,1-2 1,1-1 0,0-1 0,38 16 0,-21-15-9,1-1-1,0-2 0,1-3 1,1-1-1,-1-3 0,2-1 1,55 0-1,-101-12 53,0 1-1,0 0 1,0-1 0,0 1-1,-1-1 1,0 1 0,0-1-1,-2-9 1,0 4 69,-1-1-1,0 1 1,-1 0-1,0 0 1,0 1 0,-2-1-1,1 1 1,-14-19-1,14 22-19,1 0 0,-2 1 0,1 0 0,-1 0-1,0 0 1,0 0 0,-1 1 0,1 0 0,-1 1-1,0-1 1,-1 1 0,1 1 0,-12-5-1,19 8-94,0 0-1,0 0 1,0 0-1,0-1 1,-1 1-1,1 0 1,0 0-1,0 0 1,0 0-1,0 0 1,0 0-1,-1 0 1,1 0-1,0 0 1,0-1-1,0 1 1,0 0-1,-1 0 1,1 0-1,0 0 1,0 0-1,0 0 1,0 0-1,-1 0 1,1 0-1,0 0 1,0 0-1,0 0 1,0 0-1,-1 1 1,1-1-1,0 0 1,0 0-1,0 0 1,0 0-1,-1 0 1,1 0-1,0 0 1,0 0-1,0 1 0,0-1 1,0 0-1,0 0 1,-1 0-1,1 0 1,0 0-1,0 0 1,0 1-1,0-1 1,0 0-1,0 0 1,0 0-1,0 0 1,0 1-1,0-1 1,0 0-1,0 0 1,0 0-1,0 1 1,0-1-1,0 0 1,10 14 64,21 13-110,-1-4 55,-12-10-9,0 1 0,-1 0 1,20 23-1,-32-32-3,-1 1 0,1 0 0,-2 0 1,1 0-1,-1 1 0,0-1 0,0 1 1,0 0-1,-1 0 0,0-1 0,-1 2 1,1-1-1,-2 0 0,1 12 0,-1-7 35,0 0-1,-2 0 1,0 0-1,0 0 1,-1-1-1,0 1 1,-1-1-1,-10 21 1,-19 23-1036,-8 0-3745,29-39-635,4-5-4649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58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0 339 6755,'8'-16'10856,"25"-67"-6170,-24 59-4182,-1 0 1,-2-1-1,0 1 1,3-40-1,-7-9 382,-3 67-374,0 8-75,-4 38-172,5-35-264,-6 49 69,3 107 0,3-146-61,2-1 1,0 0-1,0 0 0,1 1 0,1-2 1,0 1-1,1 0 0,1-1 0,0 0 1,0 0-1,2-1 0,15 22 0,-18-28-4,1-1 0,-1-1-1,1 1 1,0-1 0,0 0-1,0 0 1,0 0 0,1-1-1,0 0 1,0 0 0,-1-1-1,10 2 1,-12-3-1,0 0-1,0-1 0,0 1 1,0-1-1,0 0 0,0 0 1,-1 0-1,1 0 0,0-1 1,0 0-1,0 0 1,0 0-1,-1 0 0,1 0 1,0-1-1,-1 0 0,1 0 1,-1 0-1,0 0 0,0 0 1,0-1-1,0 1 0,5-6 1,1-6 9,0-1-1,-2 1 1,0-1 0,0 0 0,7-30 0,5-33 566,-19 104-791,3 83 1018,-2-97-1310,0 1 0,2 0 0,-1-1 0,2 1 0,-1-1 0,8 14-1,-11-25 335,0-1 0,0 0 0,0 0 0,0 0 0,0 1 0,0-1 0,0 0 0,0 0 0,1 1 0,-1-1 0,3 2-2720,-3-2 2720,1 0 0,-1 0 0,0 0 0,0 0 0,1 0-1,-1 0 1,0 0 0,0 0 0,0 0 0,1 0 0,-1 0 0,0-1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59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13430,'0'0'6387,"13"-22"-11477</inkml:trace>
  <inkml:trace contextRef="#ctx0" brushRef="#br0" timeOffset="1">248 0 15943,'0'0'8591,"-1"16"-7313,6 286 739,-6-275-2081,1 36-93,0-60 37,0 0 0,1 1 0,-1-1 1,1 0-1,0 0 0,-1 0 0,2 0 0,-1 0 0,0 0 0,0 0 0,1 0 0,0 0 0,-1-1 0,4 5 0,-3-6-120,-1 0-1,1 0 0,-1 0 1,1 0-1,-1-1 0,1 1 1,-1 0-1,1-1 1,0 1-1,-1-1 0,1 1 1,0-1-1,0 0 0,-1 0 1,1 0-1,0 0 1,0 0-1,-1 0 0,1 0 1,0-1-1,0 1 0,-1-1 1,1 1-1,0-1 1,-1 1-1,1-1 0,-1 0 1,3-2-1,2 0-795,-1-1 1,0 0-1,0 0 0,-1 0 1,1-1-1,6-7 0,16-28-5951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7:59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114 151 10373,'0'0'13184,"-4"-4"-12493,4 3-681,-1 0-1,0 1 0,1-1 0,-1 1 0,1-1 0,-1 0 0,0 1 0,0-1 0,1 1 0,-1 0 0,0-1 0,0 1 0,0-1 0,1 1 1,-1 0-1,0 0 0,0 0 0,0-1 0,0 1 0,0 0 0,1 0 0,-1 0 0,0 0 0,0 0 0,0 1 0,0-1 0,0 0 1,1 0-1,-1 0 0,0 1 0,0-1 0,0 0 0,1 1 0,-1-1 0,0 1 0,0-1 0,1 1 0,-1-1 0,0 1 0,1 0 1,-1-1-1,0 2 0,-30 43 332,20-27-302,5-9-36,1 0 0,1 0 1,-1 1-1,1-1 0,-3 15 0,6-22-7,0 1 0,0-1 1,1 1-1,0 0 0,-1-1 1,1 1-1,0 0 0,0-1 1,1 1-1,-1 0 1,0-1-1,1 1 0,0-1 1,0 1-1,-1-1 0,1 1 1,1-1-1,-1 1 1,0-1-1,1 0 0,-1 0 1,1 0-1,-1 1 0,1-1 1,0-1-1,2 3 0,6 2 2,-1 0 0,1-1 0,0 0 0,1 0 0,-1-1-1,1-1 1,0 0 0,0 0 0,0-1 0,14 1 0,14 0-10,60-5-1,-97 2 13,7-1 43,1-1-1,-1 0 0,1 0 0,-1-1 0,0 0 0,0-1 0,0 0 0,-1-1 0,1 1 0,-1-2 1,0 1-1,0-1 0,-1 0 0,0-1 0,0 0 0,0 0 0,-1 0 0,0-1 0,0 0 0,-1 0 1,0 0-1,-1-1 0,0 1 0,0-1 0,-1-1 0,0 1 0,0 0 0,-1-1 0,0 1 0,-1-1 1,1-10-1,-3 20-4,1-1 0,0 1 0,0-1 0,-1 1 0,1-1 0,0 0 0,-1 1 0,1-1 0,-1 1-1,1 0 1,0-1 0,-1 1 0,1-1 0,-1 1 0,1 0 0,-1-1 0,0 1 0,1 0 0,-1-1 0,1 1 0,-1 0 0,0 0 0,1 0 0,-1-1 0,1 1 0,-1 0 0,0 0 0,1 0 0,-1 0 0,0 0 0,1 0 0,-1 0 0,0 1 0,-24 5 359,21-3-391,1 0-1,0 0 0,0 1 0,1-1 0,-1 1 0,1-1 0,-1 1 0,1 0 0,1 0 0,-1 0 0,0 0 0,1 0 0,0 1 0,0-1 0,0 0 0,0 1 0,1-1 1,0 1-1,0-1 0,0 0 0,0 1 0,2 6 0,-1-7-13,-1 0 0,1 1 0,0-1 0,0 0-1,1 0 1,-1 0 0,1 0 0,0 0 0,0 0 0,1 0 0,-1 0 0,1-1 0,-1 1 0,1-1 0,0 0 0,1 0 0,-1 0-1,0 0 1,1-1 0,-1 1 0,1-1 0,7 3 0,-4-2-1,0-1 0,1 0 1,-1 0-1,1-1 0,-1 0 0,1 0 1,0-1-1,-1 0 0,1 0 0,0-1 0,-1 0 1,1 0-1,-1-1 0,1 0 0,-1 0 0,8-4 1,-7 1-5,0 0-1,0 0 1,-1 0 0,0-1 0,0 0 0,0-1 0,-1 0 0,0 1 0,0-2 0,-1 1 0,8-15 0,-2 0 141,-1-1 0,-1 0 0,-1 0 0,-1-1 0,-2 0 0,0 0 0,-1-1 0,-2 1 0,0-26 0,-10 122 1451,8-58-1584,1-1 0,0 1 0,1 0 0,0-1 0,1 1 0,0-1 0,11 25-1,-12-33-16,0-1 0,1 0-1,-1 1 1,1-1-1,0 0 1,0 0-1,0-1 1,1 1-1,-1-1 1,1 1 0,0-1-1,0 0 1,0-1-1,0 1 1,1-1-1,-1 0 1,1 0 0,-1 0-1,1 0 1,0-1-1,0 0 1,0 0-1,0 0 1,-1 0-1,8-1 1,-9 0 21,-1-1 1,0 1-1,0-1 1,1 1-1,-1-1 0,0 0 1,0 0-1,0 0 1,0 0-1,0 0 1,0 0-1,0 0 0,-1-1 1,1 1-1,0-1 1,-1 1-1,1-1 0,-1 0 1,1 0-1,-1 1 1,0-1-1,0 0 1,1-3-1,1 0 1,0 0-1,1 1 1,-1 0 0,1 0 0,-1 0-1,1 0 1,7-5 0,-10 10 0,-1-1-1,1 0 1,0 0-1,0 0 1,-1 1 0,1-1-1,0 0 1,-1 1 0,1-1-1,0 0 1,-1 1-1,1-1 1,0 1 0,-1-1-1,1 1 1,-1 0 0,1-1-1,-1 1 1,1 0-1,-1-1 1,1 1 0,-1 0-1,0-1 1,0 1-1,1 0 1,-1 0 0,0-1-1,0 1 1,0 0 0,1 0-1,9 29-16,-10-29 17,1 1-11,3 12-1534,0-1 0,0 1 0,-2 0-1,1 0 1,-1 16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8:00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17336,'0'0'7715,"33"-32"-9043,-5 68-961,-2 3-352,0-4-2642,0-2-5058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8:01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13814,'0'0'13692,"2"-7"-13100,6-14-450,-4 31 109,-4 56 297,0-34-395,0 235-217,0-265 30,0 0-1,0 0 1,0 1 0,0-1-1,0 0 1,1 0-1,-1 0 1,1 0 0,0 0-1,0 0 1,-1 1 0,1-1-1,0-1 1,2 3-1,-2-3-4,-1 0-1,1-1 0,0 1 0,0 0 0,-1-1 0,1 1 0,0-1 0,0 1 0,0-1 0,0 0 0,0 1 0,0-1 1,0 0-1,0 0 0,0 1 0,0-1 0,0 0 0,0 0 0,0 0 0,0 0 0,1-1 0,2 0-14,0 0 1,-1 0-1,1 0 0,-1-1 0,0 0 0,1 0 1,-1 0-1,0 0 0,0 0 0,0-1 0,-1 1 0,1-1 1,0 0-1,1-3 0,70-110 129,-74 116-67,0 0 1,0-1 0,0 1-1,0 0 1,0 0-1,0 0 1,0 0 0,0-1-1,1 1 1,-1 0-1,0 0 1,0 0 0,0 0-1,0 0 1,0 0-1,1-1 1,-1 1 0,0 0-1,0 0 1,0 0-1,0 0 1,1 0 0,-1 0-1,0 0 1,0 0 0,0 0-1,0 0 1,1 0-1,-1 0 1,0 0 0,0 0-1,0 0 1,1 0-1,-1 0 1,0 0 0,0 0-1,0 0 1,0 0-1,1 0 1,-1 0 0,0 0-1,0 1 1,0-1-1,0 0 1,1 0 0,6 12 130,3 22-158,-8-28 60,2 6-51,0 0 1,0-1-1,1 0 0,0 0 0,1-1 0,1 1 0,-1-1 0,2 0 0,10 11 1,-16-19-171,0-1 0,0 0 0,-1 0 0,1 0 0,0 0 0,0 0 1,0 0-1,1-1 0,-1 1 0,0-1 0,0 1 0,0-1 0,0 0 1,0 0-1,1 0 0,-1 0 0,0 0 0,0-1 0,0 1 0,0-1 1,0 1-1,0-1 0,1 0 0,-1 1 0,-1-1 0,1 0 0,0 0 1,0-1-1,0 1 0,0 0 0,-1-1 0,1 1 0,-1-1 0,1 1 1,1-4-1,6-4-125,0-1 0,-1 0 1,-1-1-1,10-16 0,-12 18 426,12-24-59,-12 12 5238,5 44-4996,-8-20-301,-2-1-3,1 0 0,-1 0 0,1-1 0,0 1 0,0 0 0,0-1 1,0 1-1,0-1 0,0 1 0,0-1 0,1 1 0,-1-1 0,0 0 0,1 0 0,-1 0 0,1 0 0,-1 0 0,1 0 0,0 0 1,-1 0-1,1 0 0,0-1 0,0 1 0,0-1 0,-1 1 0,1-1 0,0 0 0,0 0 0,2 0 0,-3-1 13,0-1 0,0 1 0,0-1 1,0 0-1,0 1 0,-1-1 0,1 0 0,-1 1 0,0-1 0,1 0 0,-1 0 0,0 1 0,0-1 0,0 0 0,0 0 0,0 0 1,-1-2-1,-2-35 45,2 36-27,0 1 1,0 0 0,0 0 0,1-1-1,-1 1 1,1 0 0,-1-1-1,1 1 1,0 0 0,0-1 0,0 1-1,0-1 1,1 1 0,-1 0 0,0-1-1,1 1 1,0 0 0,0 0-1,-1-1 1,1 1 0,0 0 0,1 0-1,-1 0 1,0 0 0,1 0 0,-1 0-1,3-2 1,1 2-21,0 0 0,1 0 0,-1 0 0,0 1 0,1-1 0,-1 1-1,1 1 1,-1-1 0,1 1 0,10 1 0,-13-1-10,0 0 0,0 0 0,1 1 0,-1 0 0,0-1 0,0 1 0,0 0 0,0 1 0,0-1 0,0 1 0,-1-1 0,1 1 0,0 0 0,-1 0 0,1 0 0,-1 0 0,5 5 0,1 4 10,0 0 1,0 0-1,7 15 1,-10-16-19,1 0 0,0 0 0,1 0 0,12 13 1,-17-20-5,1-1 0,0 1 1,0 0-1,0-1 0,0 0 1,1 0-1,-1 0 0,0 0 1,1 0-1,0-1 0,-1 0 1,1 1-1,0-2 1,0 1-1,-1 0 0,1-1 1,6 1-1,-8-2 14,0 1 0,0-1 0,0 0 1,0 0-1,0 0 0,-1 0 0,1 0 0,0 0 0,0-1 0,-1 1 1,1-1-1,0 1 0,-1-1 0,0 1 0,1-1 0,-1 0 1,0 0-1,0 0 0,0 0 0,0 1 0,0-1 0,0-1 0,-1 1 1,1 0-1,-1 0 0,1 0 0,-1 0 0,0 0 0,0 0 1,0-1-1,0-2 0,1-12 71,-1 0 0,0 0 0,-1 1 0,-4-20 0,4 31-53,0 0 0,0 0 0,-1-1 0,0 1 0,0 0 0,0 0 0,0 1 0,-1-1 0,0 0-1,0 1 1,0-1 0,0 1 0,-1 0 0,0 0 0,1 1 0,-2-1 0,-3-2 0,7 5-37,0 0 0,0 1 1,0-1-1,1 0 0,-1 1 0,0-1 1,0 1-1,0-1 0,0 1 0,0 0 1,0 0-1,0-1 0,0 1 0,0 0 1,0 0-1,0 0 0,-1 0 0,1 0 1,0 0-1,0 0 0,0 0 0,0 1 1,0-1-1,0 0 0,0 0 0,0 1 1,0-1-1,0 1 0,-1 0 0,1 1-144,0-1 0,0 1-1,0-1 1,0 1-1,1 0 1,-1-1-1,0 1 1,1 0 0,-1 0-1,1-1 1,0 1-1,-1 0 1,1 0 0,0 0-1,0 2 1,0 1-668,0 0 0,1 0 0,0 1 0,-1-1 1,1 0-1,1 0 0,-1 0 0,1-1 0,0 1 0,0 0 1,0-1-1,4 6 0,22 12-7106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8:01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69 362 5699,'0'0'16978,"0"-10"-15705,-3-33-657,3 42-612,0 1 1,-1-1-1,1 1 1,0 0-1,0-1 0,0 1 1,0 0-1,0-1 1,0 1-1,-1-1 0,1 1 1,0 0-1,0-1 1,-1 1-1,1 0 1,0-1-1,0 1 0,-1 0 1,1 0-1,0-1 1,-1 1-1,1 0 0,0 0 1,-1 0-1,1-1 1,-1 1-1,1 0 0,0 0 1,-1 0-1,1 0 1,-1 0-1,1 0 1,0 0-1,-2 0 0,-12 9 97,-9 18-31,20-24-91,1 1-1,0-1 1,0 1-1,1 0 1,-1 0-1,1 0 1,0 0-1,0 0 1,0 0-1,1 0 1,-1 0-1,1 0 1,0 0-1,0 0 1,1 6-1,-1-9-26,1-1 0,0 1 1,-1 0-1,1-1 0,0 1 0,0 0 0,-1-1 0,1 1 0,0-1 0,0 1 1,0-1-1,0 1 0,0-1 0,0 0 0,0 1 0,-1-1 0,1 0 0,0 0 1,0 0-1,0 0 0,0 0 0,0 0 0,0 0 0,0 0 0,0 0 0,0 0 0,0-1 1,0 1-1,0 0 0,0 0 0,1-1 0,31-13-642,-27 8 654,-1-1 1,1 0-1,-2 0 1,1 0-1,-1-1 1,0 0-1,0 1 1,-1-1-1,0-1 1,0 1-1,-1 0 1,0-1-1,-1 1 0,1-11 1,1-15 320,-2-1 0,-4-38 1,-7 4 741,9 65-861,0 0 0,0 1 0,0-1 0,0 0 0,-1 1 0,1-1-1,-1 1 1,0 0 0,0-1 0,0 1 0,-1 0 0,1 0 0,-1 0 0,0 1 0,-4-4-1,7 5-111,-1 1 0,1 0 0,-1-1 0,1 1 0,-1 0 1,1 0-1,-1 0 0,1-1 0,-1 1 0,0 0 0,1 0 0,-1 0 0,1 0 0,-1 0 0,1 0 0,-1 0 0,0 0 0,1 0 0,-1 0 0,1 0 0,-1 1 0,1-1 0,-1 0 0,1 0 0,-1 1 0,1-1 0,-1 0 0,1 0 0,-1 1 0,1-1 0,-1 1 0,-8 20 523,7 31-493,2-45 93,0 23-194,2 0-1,1 0 1,2 0 0,11 41 0,-9-51-934,0 0 1,16 31-1,-16-38-670,1 0-1,0-1 1,1 0-1,14 15 1,21 13-7522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8:01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11 23067,'0'0'3521,"-24"-10"-14758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8:07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0 160 15271,'0'0'9362,"5"-6"-9101,0 2-233,-1-1 1,1 1-1,0 1 0,0-1 0,0 1 1,0-1-1,1 1 0,-1 1 1,1-1-1,11-2 0,72-15 209,-47 13-171,314-58 147,-269 54-1073,1 3 0,97 5 0,-125 9-2154,-12 7-1586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8:55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724 1 1857,'0'0'251,"-18"11"-9,-130 85-175,112-70-1,-220 144 1482,115-74-1469,36-23-1076,93-68 766,5-2 2619,8 12-911,0-15-1464,-1 1-1,0-1 0,1 0 1,-1 1-1,1-1 1,-1 0-1,0 0 0,1 1 1,-1-1-1,1 0 1,-1 0-1,1 0 1,-1 1-1,1-1 0,-1 0 1,1 0-1,-1 0 1,1 0-1,-1 0 1,1 0-1,-1 0 0,1 0 1,-1 0-1,1 0 1,-1 0-1,1 0 1,-1-1-1,1 1 0,-1 0 1,1 0-1,-1 0 1,0-1-1,1 1 1,-1 0-1,1-1 0,-1 1 1,0 0-1,1-1 1,-1 1-1,0 0 1,1-1-1,-1 1 0,0-1 1,1 0-1,18-16 420,-18 16-409,92-86 759,-27 31-3370,-11 12-1782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8:20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59 13286,'0'0'8612,"-8"-1"-8121,3 1-399,-15-1 80,15 0-53,12 0 72,253-20 831,319-11-892,-579 32-155,0-1 1,1 1-1,-1 0 1,0 0-1,1 0 0,-1 0 1,0 0-1,1-1 0,-1 1 1,1 0-1,-1 0 0,0 0 1,1 0-1,-1 0 1,1 0-1,-1 0 0,0 0 1,1 0-1,-1 1 0,1-1 1,-1 0-1,0 0 0,1 0 1,-1 0-1,0 1 1,1-1-1,-1 0 0,0 0 1,1 0-1,-1 1 0,0-1 1,1 0-1,-1 1 0,0-1 1,0 0-1,1 1 1,-1-1-1,0 0 0,0 1 1,0-1-1,1 0 0,-1 1 1,0-1-1,0 1 1,0-1-1,0 0 0,0 1 1,0-1-1,0 1 0,0-1 1,0 0-1,0 1 0,0-1 1,0 1-1,0-1 1,0 0-1,-1 1 0,1-1 1,0 1-1,0-1 0,0 0 1,-1 1-1,-2 12-2644,3-2-2210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8:21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91 13158,'0'0'10119,"-16"-3"-8862,-49-9-427,52 6 0,25 4-709,-10 2-19,478-41 857,-354 34-890,230-11-184,-341 17-2225,-25 2 224,-31 6-3473,2 4-3484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8:23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6 585 15223,'0'0'7905,"0"8"-7209,-1 3-461,-1-1 131,1 1 1,0 0-1,1-1 0,0 1 0,1 0 1,3 17-1,-2-44 3302,9-19-3368,-6 22 48,31-96-204,6 1-1,3 1 1,95-157-1,-137 260-155,-1 0 74,0 0 0,1 0 0,0 0 1,0 0-1,0 0 0,1 0 0,6-5 1,-10 9-52,1-1 0,-1 1 0,1 0 0,-1 0 0,1 0 0,0-1 0,-1 1 0,1 0 0,0 0 0,-1 0 0,1 0 0,-1 0 0,1 0 0,0 0 0,-1 0 0,1 0 0,0 0 1,-1 1-1,1-1 0,-1 0 0,1 0 0,-1 0 0,1 1 0,0-1 0,16 23-71,-5 3 61,-1 2 0,-1-1-1,-1 2 1,6 37 0,9 120 72,-17-117-232,23 105 1,-24-161-1253,0-43-12364,-10 13 6494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8:23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61 7652,'0'0'18728,"-77"-20"-17864,93 13-655,16-2-209,7-2-48,5 4 32,-2 2 16,-3 3-305,-9 2-1039,-6 0-1586,-8 0-895,-4 0-3427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8: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74 10005,'0'0'10095,"28"-20"-3340,-28 18-6711,0 1 0,0-1-1,1 1 1,-1-1 0,0 0 0,-1 1 0,1-1 0,0 0 0,0 1-1,-1-1 1,1 1 0,-1-1 0,1 1 0,-1-1 0,1 1-1,-1-1 1,0 1 0,0-1 0,0 1 0,0 0 0,0-1-1,0 1 1,0 0 0,-1 0 0,-1-2 0,-1 1-12,1 0 1,-1 1-1,0-1 1,0 1-1,0-1 1,0 1-1,-1 0 1,1 1-1,0-1 1,-5 1-1,-1-1-17,-1 1-1,1 1 1,-1 0-1,1 0 1,-1 1-1,1 1 1,0 0-1,-12 4 0,11 0 8,0 0-1,1 0 0,0 1 1,0 0-1,1 1 0,0 0 1,0 0-1,1 1 0,0 0 1,1 1-1,-10 17 0,12-18-9,0 0 0,0 0-1,1 1 1,0-1-1,1 1 1,0 0 0,1 0-1,0 0 1,1 1 0,0-1-1,1 0 1,0 1 0,3 13-1,-2-21-6,1 0 0,-1-1-1,1 1 1,0 0 0,0-1 0,1 1-1,-1-1 1,1 0 0,-1 0 0,1 0-1,0 0 1,0 0 0,1-1-1,-1 1 1,0-1 0,1 0 0,0 0-1,-1 0 1,1 0 0,0-1 0,0 0-1,4 2 1,13 3 40,-1-1-1,42 4 1,-55-8-44,19 2-40,0 0 1,0-2-1,-1 0 1,40-6-1,-62 5 14,-1-1 1,1 0-1,0 0 1,-1-1-1,1 1 1,-1 0-1,1-1 1,-1 1-1,0-1 1,0 0-1,3-3 1,17-11-5197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8:26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31 569 15527,'0'0'8692,"0"6"-8631,-2 200 2658,-8-225-230,2-30-2137,2-1 0,3 0 1,1-1-1,10-94 0,-3 110-353,0 0 0,3 0 0,21-64 0,-22 82-5,0-1-1,2 1 1,-1 0-1,2 0 1,0 1 0,1 1-1,1-1 1,27-25 0,-33 36-8,0 0 0,0 1 0,0 0 0,1 0 1,0 1-1,14-6 0,-19 8 5,0 0 1,1 0-1,-1 1 0,1-1 0,-1 1 1,1-1-1,-1 1 0,1 0 0,-1 0 1,1 0-1,-1 1 0,1-1 1,-1 0-1,1 1 0,-1 0 0,1-1 1,-1 1-1,0 0 0,1 0 0,-1 1 1,0-1-1,0 0 0,0 1 1,3 2-1,0 2 5,-1 0 0,-1 0 0,1 1 0,-1-1 1,0 1-1,-1 0 0,1 0 0,-1 0 0,-1 0 0,1 0 1,-1 0-1,-1 0 0,1 1 0,-1-1 0,-2 14 0,1-9 1,0-1 1,-1 1-1,0-1 0,-1 0 0,0 1 0,-1-1 0,0-1 0,-1 1 0,-8 14 0,0-8-202,0-1-1,-1-1 1,0 0-1,-1-1 1,-19 13 0,-88 55-2124,95-65 1872,26-16-139,-13 9-1002,11-7-1424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8:26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40 11989,'0'0'15106,"-4"-9"-14252,3 4-786,0 3-45,0 0-1,1 0 1,-1-1 0,0 1-1,0 0 1,0 0 0,0 1-1,0-1 1,0 0 0,-1 0 0,-1-1-1,-8 3 104,-6 17 53,1 4-89,2 1 0,0 1 0,2 0 0,0 1 0,2 0-1,0 1 1,2 0 0,1 0 0,1 1 0,1 0-1,1 0 1,2 0 0,0 0 0,3 36 0,-1-56-119,1 0 1,-1 0-1,1 0 0,1 0 1,-1 0-1,1-1 1,0 1-1,0-1 1,1 1-1,-1-1 0,1 0 1,0 0-1,1 0 1,-1 0-1,1-1 1,0 1-1,0-1 0,1 0 1,-1 0-1,1-1 1,0 1-1,0-1 1,0 0-1,0 0 0,9 3 1,4 0-1123,0-1 1,0-1-1,1-1 1,-1 0 0,1-1-1,33-1 1,1-1-4261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8:26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22 14295,'0'0'13198,"-9"-6"-12630,7 5-550,0-1-8,0 1-1,0 0 1,0-1 0,1 1-1,-1 0 1,-1 0 0,1 0-1,0 0 1,0 0 0,0 1-1,0-1 1,-1 1 0,1-1-1,0 1 1,0 0-1,-1 0 1,1 0 0,0 0-1,-1 0 1,1 0 0,0 1-1,0-1 1,-1 1 0,1-1-1,0 1 1,0 0 0,0 0-1,0 0 1,0 0-1,0 1 1,0-1 0,0 0-1,0 1 1,1-1 0,-3 4-1,-18 16 276,2 1-1,0 1 0,-25 39 1,39-53-261,1-1 0,0 2 0,0-1 0,1 1-1,1-1 1,-1 1 0,1 0 0,1 0 0,0 1 0,0-1 0,1 0 0,1 1 0,0 20 0,1-29-26,0 1 0,1 0 0,-1-1 0,0 1 0,1-1 0,-1 1 1,1-1-1,0 0 0,0 0 0,0 1 0,0-1 0,0-1 0,0 1 0,0 0 0,1 0 0,-1-1 0,1 1 0,-1-1 0,1 0 0,0 0 0,-1 0 1,1 0-1,0-1 0,0 1 0,0 0 0,4-1 0,14 3-146,-1-1-1,33-2 1,-39 0-139,13 0-1113,0-2 1,31-6 0,15-8-6964,-32 7-1852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8:27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52 17112,'0'0'12251,"0"-11"-11459,0-21-558,0 24-182,0 25-18,2 86 301,1-48-206,-3 1-1,-2 0 0,-19 108 1,15-140-277,-14 74-292,17-33-3881,3-65 4086,0 1 1,0 0 0,0-1-1,0 1 1,1-1-1,-1 1 1,0 0 0,0-1-1,1 1 1,-1-1-1,0 1 1,1-1 0,-1 1-1,1-1 1,-1 1 0,1-1-1,-1 1 1,1-1-1,-1 0 1,1 1 0,-1-1-1,1 0 1,-1 1-1,1-1 1,0 0 0,-1 0-1,1 1 1,-1-1-1,1 0 1,0 0 0,-1 0-1,1 0 1,0 0 0,-1 0-1,1 0 1,0 0-1,-1 0 1,1 0 0,1-1-1,2 1-1907,25 0-11186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8:27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58 324 2497,'0'0'23307,"-1"14"-22854,-6 40 414,-2 0 0,-27 84 1,31-193 2133,7 16-2919,0 1 1,3 0-1,1 0 1,2 0-1,1 1 1,2 0-1,2 1 1,1 0-1,2 1 1,28-47-1,-1 10-82,-43 72 0,0-1 0,1 1 0,-1 0 0,0 0 0,0 0 0,1 0 0,-1-1 0,0 1 0,0 0 0,1 0 0,-1 0 0,0 0 0,0 0 0,1 0 0,-1 0 0,0 0 0,1 0 0,-1-1 0,0 1 0,0 0 0,1 0 0,-1 1 0,0-1 0,1 0 0,-1 0 0,0 0 0,0 0 0,1 0 0,-1 0 0,0 0 0,1 0 0,-1 1 0,0-1 0,0 0 0,0 0 0,1 0 0,-1 0 0,0 1 0,0-1 0,0 0 0,1 0 0,-1 1 0,0-1 0,0 0 0,0 0 0,0 1 0,0-1 0,1 1 0,8 15 0,-9-15 0,63 166 16,-40-101-58,44 89-1,-57-138-228,6 11-432,-12-11-2563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8:27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1 354 12214,'0'0'14166,"137"-30"-14070,-80 28-192,3 0-448,-3-1-2386,1-4-1648,-3-6-5522</inkml:trace>
  <inkml:trace contextRef="#ctx0" brushRef="#br0" timeOffset="1">492 5 7668,'0'0'22778,"110"-4"-22506,-75 59 0,-5 15-176,-10 7 16,-6 8-112,-12 4-32,-2 1 16,-12 0-560,-34-2-1057,-19 3-1088,-24 0-2465,-21 0-4851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9:01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19 10405,'0'0'11642,"-15"-5"-11543,-20-3-68,14 3 400,66 6 703,262 3 768,-168-5-1869,184 20 0,-243-8-38,47 6 63,188 48-1,-301-62-64,0 2 0,0-1 1,0 2-1,-1 0 0,1 0 1,-2 1-1,25 18 0,-36-20-3466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9:08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1 305 12726,'0'0'10754,"1"6"-10410,-1-2-177,9 38 1092,-9-40-1130,1 1-1,-1 0 1,1-1 0,0 1-1,0-1 1,0 1-1,1-1 1,-1 1-1,0-1 1,1 0-1,0 1 1,-1-1-1,4 2 1,-3-3-80,-1-1 1,0 1 0,1-1-1,-1 0 1,1 0 0,-1 0-1,1 0 1,-1 0 0,1 0-1,-1 0 1,1 0 0,-1-1-1,1 1 1,-1-1 0,1 1-1,-1-1 1,0 1 0,1-1-1,-1 0 1,0 0 0,1 0-1,0-1 1,31-26 307,-23 19-192,71-56 63,106-67-1,-92 73-2865,0 3-4169,-31 19-7090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9:14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11 10405,'0'0'10674,"-7"-2"-10410,-14-4 89,30 3 271,55 4 668,-25 0-1005,46-1 89,900 26 510,-601-1-1236,-365-28-5159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9:14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81 14487,'0'0'1846,"-21"-3"280,-3-1-1423,-55-10 697,19 1 2313,76 15-3120,0-1 1,-1-1-1,1 0 1,22-4-1,14 0-366,310-12-191,104-4-130,-183 15-8684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9:16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44 14311,'0'0'1558,"-18"0"-203,-12-1-648,-51 1 1395,33 1 2356,368-21-2883,93-2-1440,360 20 36,-746 3-184,-11-1-14,0 0 0,-1 1 0,1 1 0,0 0 0,-1 1 0,0 1 0,20 7 0,-34-11 23,-1 0 0,0 0 0,1 1 0,-1-1 0,0 0 0,0 0 0,1 0 0,-1 0 0,0 1 0,0-1 0,1 0 0,-1 0 0,0 1 0,0-1 0,1 0 0,-1 0 0,0 1 0,0-1 0,0 0 0,0 0 0,1 1 1,-1-1-1,0 0 0,0 1 0,0-1 0,0 0 0,0 1 0,0-1 0,0 0 0,0 1 0,0-1 0,0 0 0,0 1 0,0-1 0,0 0 0,0 1 0,-14 9-108,-24-1-2430,-77 9 1,69-13-641,-61 9-7922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34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77 13062,'0'0'9071,"-2"-8"-8370,1 2-616,0 5-73,0 0 0,1 0-1,-1 0 1,1 0 0,-1 0 0,1 0 0,-1 0 0,1 0 0,0 0 0,0-1 0,-1 1 0,1 0 0,0 0 0,0 0-1,0-1 1,1 1 0,-1 0 0,0 0 0,0 0 0,0 0 0,1-1 0,-1 1 0,1 0 0,-1 0 0,1 0 0,-1 0 0,1 0-1,0 0 1,-1 0 0,1 0 0,0 0 0,0 1 0,0-1 0,0 0 0,0 0 0,0 1 0,0-1 0,0 0 0,0 1-1,0-1 1,0 1 0,0-1 0,0 1 0,0 0 0,0 0 0,1-1 0,1 1 0,97-11 232,157 2 0,-260 36-5921,-6-11 741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35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52 9604,'0'0'4933,"-19"-2"-3687,-15-2-889,-96-11 3856,108 13-1820,59 4-1910,414-17 11,9-1-443,278 38 213,-1-1-118,-528-20-41,675-14 111,-737 6 1400,-149 7-1788,-4-1-731,1 1 1,0 1-1,0-1 1,-1 1-1,1 0 1,0 0-1,-6 2 1,-16 10-8495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37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102 190 13302,'0'0'3017,"-19"-3"-1280,-24-5-1163,3 1 3839,192 11-3376,221-24 1,794-67-881,-442 44-124,-704 42-3,-14 1 48,0 0 0,1 0 1,-1-1-1,0 0 1,0 0-1,0-1 1,0 1-1,0-1 0,0-1 1,0 0-1,9-5 1,-15 7-61,-1 0-31,0 1-123,-9 1-4794,-14 7 658,-9 2-3486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44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36 15975,'0'0'7807,"-6"1"-7067,11 1-571,44-2 195,-1-2 0,74-13 0,21-1-247,254 11-309,-397 5 185,45 5-704,-22 3-1546,-23-7 1943,1-1 1,0 0-1,-1 1 1,1-1-1,-1 1 1,1-1 0,-1 1-1,1 0 1,-1-1-1,1 1 1,-1-1-1,1 1 1,-1 0-1,0-1 1,1 1-1,-1 0 1,0 0-1,0-1 1,1 1 0,-1 0-1,0 1 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19:59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111 205 11925,'0'0'3949,"0"-19"-1839,0-80 261,0 13 2029,-13 871-1266,-55 8-2666,61-743-527,-16 138-789,25-208-547,0 0 0,1 0 0,1 0 0,8-24 0,-3 12-1024,11-42-4976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00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50 238 10805,'0'0'8873,"-8"-9"-8022,-25-24-285,24 25-147,35 8-275,1522-13 2094,-88-9-2187,-339-13 202,-210 8-18,-836 24 89,0-4 0,-1-2 0,0-4 0,97-31 0,-162 41-180,0 0 1,0 1-1,1 0 1,-1 0-1,1 1 1,-1 0-1,1 1 1,16 1-1,-22 0-127,0 0 0,0 0-1,0 0 1,0 1 0,0 0 0,0 0-1,-1 0 1,1 0 0,-1 0 0,0 1 0,1-1-1,-1 1 1,0 0 0,-1 0 0,1 0-1,0 0 1,-1 1 0,0-1 0,0 1-1,0 0 1,0-1 0,2 8 0,2 13 70,-1-1 0,0 1 0,-2-1 0,-1 1 0,-1 0 0,-1 0 0,-4 25 0,2 17 137,8 311 814,89 637 0,-70-859-802,8 280 0,-33-434-292,0 1 0,0 0 1,0-1-1,0 1 0,0 0 0,-1-1 1,1 1-1,0 0 0,-1-1 0,0 1 1,1-1-1,-1 1 0,0-1 0,0 1 1,1-1-1,-1 1 0,-1-1 0,1 0 1,0 1-1,0-1 0,0 0 0,-1 0 1,1 0-1,0 0 0,-1 0 0,1 0 1,-1 0-1,-2 0 0,1 0-356,-1 0-1,0-1 1,0 1-1,0-1 1,0 0-1,0 0 1,1 0-1,-1 0 1,0-1-1,0 0 1,0 0-1,-5-2 1,-39-20-6706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01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53 310 14823,'0'0'6232,"-2"15"-5424,-5 28-265,0 7 476,-2-1 1,-17 54 0,26-102-911,0-27 1263,-2-73-544,3-103-524,2 172-304,0-1-1,2 1 1,1 0 0,14-43 0,-18 68 1,0 0 0,0-1-1,1 1 1,0 0 0,0 1 0,5-8 0,-7 11-3,-1 0-1,1 1 1,0-1 0,-1 1 0,1-1-1,0 1 1,-1-1 0,1 1 0,0-1 0,0 1-1,-1 0 1,1-1 0,0 1 0,0 0-1,0 0 1,-1 0 0,1-1 0,0 1 0,0 0-1,0 0 1,0 0 0,-1 0 0,1 1 0,0-1-1,0 0 1,0 0 0,0 0 0,-1 1-1,1-1 1,0 0 0,0 1 0,-1-1 0,1 0-1,0 1 1,0-1 0,-1 1 0,1 0 0,-1-1-1,1 1 1,0-1 0,-1 1 0,1 0-1,-1 0 1,1-1 0,-1 1 0,0 0 0,1 0-1,-1-1 1,0 1 0,0 0 0,1 1-1,16 34-10,-1 2 0,-2-1-1,-1 2 1,-2 0 0,7 47-1,-9-37 15,3-1 0,35 91 0,-43-127-52,1 1-499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01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13606,'0'0'8724,"85"-79"-8596,-53 74-128,-2 3 0,-3 2-272,-1 0-944,-4 0-1634,-4 0-4417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02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9 192,'0'0'20852,"0"-4"-19118,0 0 1175,0 14-1211,0 38-801,-6 66-1185,6-111 252,-6 56-592,9-25-3003,4-30 8,11-4-2046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02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21 360 12966,'0'0'8454,"0"3"-8171,-10 105 2285,3-62-1724,5-38-61,1-15 419,4-42-1141,2 0-1,2 1 0,2 0 0,3 0 0,1 1 0,2 0 1,3 1-1,42-78 0,-60 124-60,0-1 1,0 0-1,0 1 1,0-1-1,0 1 1,1-1-1,-1 1 1,0-1-1,0 1 1,1-1-1,-1 1 0,0-1 1,1 1-1,-1 0 1,0-1-1,1 1 1,-1-1-1,1 1 1,-1 0-1,0-1 1,1 1-1,-1 0 0,1 0 1,-1-1-1,1 1 1,-1 0-1,1 0 1,0 0-1,-1 0 1,1 0-1,-1-1 1,1 1-1,-1 0 0,1 0 1,-1 0-1,1 0 1,0 1-1,-1-1 1,1 0-1,-1 0 1,1 0-1,-1 0 1,1 1-1,-1-1 0,1 0 1,-1 0-1,1 1 1,-1-1-1,1 0 1,-1 1-1,0-1 1,1 0-1,-1 1 1,0-1-1,1 1 0,-1-1 1,0 1-1,1-1 1,-1 1-1,0-1 1,0 1-1,1-1 1,-1 1-1,0 0 1,17 43 33,-15-36-31,14 48-194,13 86 0,-20-92-152,1 0 0,27 78-1,-28-115-692,-5-8-1746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03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7876,'0'0'13222,"75"-100"-13206,-35 95-16,2 5 0,-1 0-657,3 0-2400,-4 0-3506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03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10277,'0'0'6792,"11"12"-6466,32 41-108,-42-51-187,0-1 0,0 1-1,0 0 1,0-1 0,0 1-1,-1 0 1,1 0 0,-1-1-1,0 1 1,1 0 0,-1 0-1,0 0 1,0 0 0,0-1-1,0 1 1,0 0 0,-1 0-1,1 0 1,-1 0 0,1-1-1,-1 1 1,1 0-1,-1 0 1,0-1 0,0 1-1,0-1 1,0 1 0,0 0-1,-2 1 1,-3 4 250,-1-1 0,1 0-1,-1 0 1,-12 7 0,7-5 181,-20 19 1371,31-26-1529,12-2 744,5-1-838,0-1-1,0-1 1,0 0-1,20-9 1,45-12-2189,-13 16-5600,-36 5-1844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03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39 218 16488,'0'0'5698,"-1"21"-4665,1 29-420,-3 1 1,-2-1-1,-18 80 1,17-166 1624,5-29-1914,12-110-1,-7 149-309,0 0-1,2 1 1,1 0-1,1 0 1,1 1-1,1 0 1,16-28-1,-25 51 8,-1 0 0,1 0-1,-1 0 1,1 0-1,0 0 1,0 0-1,-1 0 1,1 0-1,0 1 1,0-1-1,0 0 1,0 0-1,0 1 1,0-1-1,0 0 1,0 1 0,0-1-1,0 1 1,0-1-1,0 1 1,1 0-1,-1 0 1,0-1-1,0 1 1,2 0-1,-1 1-12,0-1 0,0 1 0,0 0 0,0-1 0,0 1 0,-1 0 0,1 0 0,0 1-1,-1-1 1,1 0 0,-1 0 0,1 1 0,-1-1 0,2 2 0,5 8-36,-1 0 0,1 1 0,8 19 0,-14-27 45,25 60-150,-3 0 0,30 132 0,-34-114-1877,-14-67 180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04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14439,'0'0'9124,"63"-97"-8932,-19 85-192,3 3 0,3 4-144,-4 5-1713,-5 0-1985,-3 0-5074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04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10037,'0'0'10735,"14"-1"-10487,44-2-26,-57 4-212,0-1 0,0 0 0,0 1-1,0-1 1,0 1 0,0-1 0,0 1 0,0 0 0,0-1 0,-1 1 0,1 0 0,0 0 0,-1-1 0,1 1 0,0 0 0,-1 0 0,1 0 0,-1 0 0,1 0 0,-1 0 0,1 0-1,-1 0 1,0 0 0,0 0 0,1 0 0,-1 0 0,0 0 0,0 0 0,0 0 0,0 0 0,0 0 0,0 0 0,-1 0 0,1 0 0,0 1 0,-8 35 373,6-31-339,0-1-1,0 1 0,1 0 0,0 0 0,0 0 0,0-1 0,1 1 1,0 0-1,0 0 0,0 0 0,2 8 0,0-9-24,-1-1 1,1 1-1,0-1 0,1 0 0,-1 0 0,1 0 1,-1 0-1,1-1 0,0 1 0,1-1 0,-1 0 1,0 1-1,1-1 0,7 4 0,-2-1 47,-6-5-8,-1 1 0,1-1 0,0 1 0,-1-1-1,1 1 1,-1 0 0,1 0 0,-1 0 0,0 1 0,0-1-1,0 0 1,0 1 0,0-1 0,-1 1 0,1 0 0,-1 0-1,0 0 1,1-1 0,-1 1 0,0 4 0,-3-6-29,0 0 1,0 0-1,0 0 0,0 0 1,0 0-1,-1 0 1,1-1-1,0 1 1,-1 0-1,1-1 0,0 0 1,-1 0-1,1 0 1,-1 0-1,-2 0 1,2 0-8,-26 1-300,-32 1-262,24-6-8489</inkml:trace>
  <inkml:trace contextRef="#ctx0" brushRef="#br0" timeOffset="1">449 303 16840,'0'0'1873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04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14215,'0'0'3857,"109"-29"-17431</inkml:trace>
  <inkml:trace contextRef="#ctx0" brushRef="#br0" timeOffset="1">351 36 4210,'0'0'20361,"14"-13"-19993,-12 8-368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05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9 449 10773,'0'0'14118,"-3"-16"-13635,2 87 566,-1 8-689,1-68 39,0-52 173,2-26-433,2-1 0,15-73 0,-10 100 39,2 1 0,1 0 0,2 0 0,31-63 0,-44 103-149,1-1-1,-1 0 0,0 1 0,0-1 0,1 0 1,-1 1-1,0-1 0,1 0 0,-1 1 0,1-1 1,-1 1-1,1-1 0,-1 1 0,1-1 0,-1 1 1,1-1-1,-1 1 0,1-1 0,-1 1 0,1 0 1,0-1-1,-1 1 0,1 0 0,0 0 0,-1 0 1,1-1-1,0 1 0,0 0 0,-1 0 0,1 0 1,0 0-1,-1 0 0,1 0 0,1 1 0,0 0-13,0 0 0,-1 0 0,1 0 0,0 1-1,-1-1 1,1 1 0,-1-1 0,1 1-1,-1 0 1,0 0 0,2 3 0,29 65-241,-30-63 306,18 54-86,-4 2 0,-2-1 0,8 94 0,-1-11-3614,-21-141 2772,0 0-1005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05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1 163 9524,'0'0'13062,"48"-105"-12581,-11 91-145,1-1-256,0 3-16,-7 1-64,-1 8-496,-4 1-1281,-4 2-1185,-3 0-2464,-3 0-2354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06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5 108 9220,'-4'6'17163,"4"-11"-17051,0-1 0,1 0 0,-1 1-1,1-1 1,0 0 0,1 1 0,-1-1 0,1 1 0,0 0 0,1-1 0,-1 1 0,6-7 0,-5 9-114,-1 0 1,1 0-1,0 0 1,0 1-1,0-1 0,0 1 1,0 0-1,0-1 1,1 2-1,-1-1 1,1 0-1,0 1 0,-1 0 1,1-1-1,0 2 1,0-1-1,0 0 0,0 1 1,0-1-1,4 1 1,-5 1-6,0-1 0,0 0 1,0 1-1,0 0 0,0-1 1,0 1-1,0 0 0,0 1 1,0-1-1,-1 0 0,1 1 1,0 0-1,-1-1 0,0 1 1,1 0-1,-1 0 0,0 0 1,0 1-1,0-1 0,0 1 1,0-1-1,-1 1 0,1-1 1,-1 1-1,1 0 1,-1 0-1,0 0 0,0 0 1,0 3-1,3 8-52,-1 0-1,-1 1 1,0 0 0,-1 28-1,0-47 76,1 0-1,-1 0 1,1 0-1,-1 0 1,1 0-1,0 0 1,1 1-1,3-6 0,1-1-4,-3 1 4,1 1 0,0 0 0,1 0 0,0 0 0,0 0 0,1 1-1,0 0 1,0 0 0,10-6 0,-16 13-16,0 0 0,0-1 0,0 1-1,-1 0 1,1 0 0,0 0 0,0 0-1,0 0 1,0 0 0,0 0 0,0 0-1,-1 1 1,1-1 0,0 0 0,0 0 0,0 1-1,-1-1 1,1 0 0,0 1 0,0-1-1,-1 1 1,1-1 0,0 1 0,-1-1-1,1 1 1,0 0 0,-1-1 0,1 1-1,-1 0 1,1-1 0,-1 1 0,1 1 0,16 27-26,-15-26 33,38 91-1547,-25-29-5349,-12-43 149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08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2385,'-1'-7'12363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10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68 6755,'0'0'8028,"25"3"-5152,-18-3 2753,-7-3-5574,0 0-1,0 1 1,0-1-1,0 1 1,0-1 0,-1 0-1,1 1 1,-1-1 0,0 1-1,0-1 1,0 1-1,0-1 1,0 1 0,0-1-1,-1 1 1,1 0 0,-1 0-1,1 0 1,-1 0-1,0 0 1,0 0 0,0 0-1,0 1 1,0-1 0,0 1-1,0-1 1,-1 1-1,1 0 1,-1 0 0,1 0-1,-1 0 1,1 0 0,-1 0-1,1 1 1,-1 0-1,1-1 1,-5 1 0,-2-1-33,0 0-1,0 1 1,0 0 0,1 1 0,-1-1 0,0 2 0,0-1 0,1 1 0,-1 1 0,1-1 0,0 1 0,-1 1 0,2 0 0,-1 0 0,-9 6 0,7-2 6,-1 1 0,1 0 1,1 0-1,0 1 1,0 0-1,1 1 0,1 0 1,-1 0-1,-7 18 1,9-18-8,2 0 0,-1 0 0,1 0 0,1 0 1,0 1-1,1 0 0,0-1 0,1 1 0,0 0 1,1 14-1,0-20-17,1-1-1,0 1 1,0-1 0,0 0 0,1 0 0,-1 1 0,1-1-1,1 0 1,-1 0 0,1-1 0,-1 1 0,1 0 0,1-1 0,-1 0-1,1 0 1,0 0 0,0 0 0,0 0 0,0-1 0,0 0 0,1 0-1,0 0 1,8 4 0,3-2 18,1 1 0,0-2 0,0 0 0,1-1-1,-1-1 1,1 0 0,-1-2 0,1 0 0,31-4 0,-41 2-14,0 0 0,0-1 0,0 0 0,-1-1 0,1 1 0,-1-1 0,0-1 0,0 0 0,0 0 0,-1 0 0,0 0 0,0-1 0,0 0 0,-1-1 0,0 1 0,0-1 0,5-9 0,-10 16-11,1 0 1,-1 0-1,0 0 1,0-1-1,0 1 1,0 0-1,1 0 1,-1 0-1,0 0 0,0 0 1,0-1-1,0 1 1,0 0-1,0 0 1,0 0-1,0 0 1,1-1-1,-1 1 1,0 0-1,0 0 0,0 0 1,0-1-1,0 1 1,0 0-1,0 0 1,0 0-1,0 0 1,0-1-1,0 1 1,0 0-1,0 0 0,0 0 1,0-1-1,0 1 1,-1 0-1,1 0 1,0 0-1,0 0 1,0-1-1,0 1 1,0 0-1,0 0 0,0 0 1,-1 0-1,1 0 1,0-1-1,0 1 1,0 0-1,0 0 1,0 0-1,-1 0 1,1 0-1,0 0 0,0 0 1,-1 0-1,-13 5-49,-13 15 23,-7 11 25,20-18-3,0 0 0,-23 14 1,31-23 13,1-1 0,-1 0 0,0 0 0,0-1 0,0 0 0,0 0 0,0 0 1,0-1-1,-1 0 0,1 0 0,-8 0 0,8-2 9,-1 0 1,1 0-1,0 0 0,0 0 1,0-1-1,1 0 0,-1-1 1,0 1-1,1-1 0,-1 0 1,1 0-1,0-1 0,0 1 1,0-1-1,0-1 0,1 1 1,0 0-1,0-1 0,0 0 1,0 0-1,1 0 0,0-1 1,0 1-1,0-1 0,1 1 1,0-1-1,-2-6 0,1 4-10,0-1 0,1 1 0,0-1 0,1 0 0,0 0 0,0 1 0,1-1 0,0 0 0,0 0 0,1 0 0,0 0 0,1 1 0,0-1 0,0 0 0,1 1 0,0 0 0,0-1 0,8-12 0,0 8-21,0-1 0,0 2 1,2-1-1,-1 2 0,1 0 0,1 0 0,0 1 1,0 1-1,1 0 0,0 1 0,1 1 0,0 0 1,0 1-1,0 1 0,1 0 0,0 2 0,0 0 1,0 0-1,24 1 0,-39 2 0,0 0 0,0 0 0,0 0 0,0 1 0,0-1 0,-1 1 0,1-1 0,0 1 0,0 0 0,-1 0 0,1 0 0,-1 0 0,1 0 0,0 0 0,-1 0 0,0 0 0,1 1 0,-1-1 0,0 1 0,0-1 0,0 1 0,0-1 0,0 1 0,0-1 0,0 1 0,0 0 0,-1 0 0,1-1 0,0 1 0,-1 0 0,1 3 0,-1-5-20,-31 0-6112,14 0 945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13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74 7780,'0'0'15911,"-10"-14"-15044,4 4-752,-1 0-1,0 1 1,-16-16 0,22 24-100,0 1-1,0-1 1,0 1 0,-1-1 0,1 1 0,0-1-1,0 1 1,0 0 0,0-1 0,-1 1 0,1 0 0,0 0-1,0 0 1,0 0 0,-1 0 0,1 0 0,0 0-1,0 1 1,0-1 0,0 0 0,-1 1 0,1-1 0,0 0-1,0 1 1,0 0 0,0-1 0,0 1 0,-1 1-1,-26 25 362,22-21-279,-4 5 15,0 1 1,1 0-1,0 1 1,1 0 0,-7 16-1,12-23-104,0 0 0,1-1 0,0 1-1,0 0 1,0 0 0,1 1 0,0-1 0,0 0-1,1 0 1,-1 1 0,2-1 0,-1 0 0,0 0-1,1 1 1,3 8 0,-3-13-18,1 1 1,-1-1-1,1 0 1,0 1-1,0-1 0,0 0 1,0 0-1,0 0 1,1 0-1,-1-1 1,0 1-1,1 0 0,-1-1 1,1 0-1,0 0 1,0 0-1,-1 0 1,1 0-1,0 0 0,0-1 1,5 1-1,69 3-1907,-66-4 1201,13 1-861,23-1-2476,-19-5-2355,-8-5-4020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13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11509,'0'0'8145,"12"2"-7910,-6-1-216,-4-1-14,0 0 0,0 0 0,0 0 0,-1 0 0,1 0 0,0 1 0,0-1 1,0 0-1,0 1 0,0 0 0,0-1 0,0 1 0,-1 0 0,1 0 0,0 0 0,-1 0 0,1 0 0,-1 1 0,1-1 1,-1 0-1,1 1 0,-1-1 0,0 1 0,0-1 0,0 1 0,0 0 0,0-1 0,0 1 0,0 0 0,0 0 1,-1 0-1,1 0 0,-1 0 0,1-1 0,-1 1 0,0 0 0,0 0 0,0 0 0,0 0 0,0 0 0,0 0 0,-1 3 1,0 1 1,-1 1 0,0-1 0,0 0 1,0-1-1,-1 1 0,0 0 1,0-1-1,0 1 0,-4 4 1,3-4-5,0 0-1,0 0 1,1 0 0,0 0 0,0 1 0,-2 8 0,45-13 872,35-16-664,-3-1-5534,-51 15-1328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13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2 7876,'0'0'15577,"-17"-1"-15019,-54 0-190,68 2-342,1-1 0,0 1 0,0 0 0,0-1 0,0 1-1,-1 0 1,1 1 0,1-1 0,-1 0 0,0 0 0,0 1 0,0-1-1,1 1 1,-1 0 0,1-1 0,-1 1 0,1 0 0,0 0 0,-1 0 0,1 0-1,0 0 1,0 0 0,1 0 0,-1 0 0,0 0 0,1 1 0,-1 2 0,0 2 9,0 0 0,0 0 0,1 0 1,0 1-1,0-1 0,3 11 0,-3-16-32,1-1 1,0 1-1,0 0 0,0 0 0,0 0 0,0-1 0,0 1 0,1 0 1,-1-1-1,1 1 0,-1-1 0,1 0 0,-1 1 0,1-1 0,0 0 1,-1 0-1,1 0 0,0 0 0,0 0 0,0-1 0,0 1 0,0-1 1,0 1-1,0-1 0,0 1 0,4-1 0,65 1-105,-51-2-100,53-3-2445,-27-11-2819,-23 2-2476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14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 11605,'0'0'6980,"8"-1"-6826,25-3-114,-31 5-38,0 0-1,-1-1 0,1 1 0,0 0 0,0 0 1,-1 0-1,1 0 0,-1 0 0,1 1 1,-1-1-1,0 0 0,1 1 0,-1-1 1,0 1-1,0 0 0,0-1 0,0 1 1,0 0-1,0-1 0,-1 1 0,1 0 0,0 2 1,7 11 31,-5-13 62,-1 0 0,0 0 1,0 0-1,0 0 1,0 1-1,-1-1 1,1 1-1,0-1 1,-1 1-1,0-1 0,0 1 1,0 0-1,0 0 1,0 0-1,0 0 1,0 5-1,-2-6-52,0 0 0,-1 0 1,1 0-1,0 0 0,-1 0 0,0-1 0,1 1 0,-1-1 0,0 1 1,0-1-1,0 0 0,0 1 0,0-1 0,0 0 0,0 0 1,0-1-1,0 1 0,0 0 0,-1-1 0,1 1 0,-4 0 0,-28 9-1107,12-1-2997,7-2-2894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14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13766,'0'0'4915,"14"9"-5444,-10-2-1760</inkml:trace>
  <inkml:trace contextRef="#ctx0" brushRef="#br0" timeOffset="1">11 144 5555,'-4'7'3009,"0"0"-2177,2 0 1217,2-3-16,0-1-1537,0-1-336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15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72 14343,'0'0'10391,"-5"-12"-9585,-16-38-270,20 50-523,1-1-1,-1 0 1,0 0-1,1 1 1,-1-1 0,0 0-1,0 1 1,1-1-1,-1 1 1,0-1 0,0 1-1,0 0 1,0-1-1,0 1 1,0 0 0,0-1-1,0 1 1,0 0-1,0 0 1,0 0 0,0 0-1,0 0 1,0 0 0,0 0-1,0 0 1,0 0-1,0 1 1,1-1 0,-1 0-1,-1 1 1,-26 16 222,22-13-178,-8 5 16,0 2 0,0 0 0,1 1 0,-19 22-1,27-28-69,1 0 0,0 0 0,0 0-1,0 0 1,1 1 0,-1 0 0,2-1-1,-1 1 1,1 0 0,0 1 0,1-1-1,-1 0 1,1 13 0,1-19-5,0 1-1,0-1 1,0 1 0,0-1 0,1 1 0,-1-1 0,1 0-1,-1 1 1,1-1 0,0 0 0,-1 1 0,1-1 0,0 0-1,0 0 1,0 1 0,0-1 0,0 0 0,0 0 0,0 0-1,0 0 1,0 0 0,1-1 0,-1 1 0,0 0 0,0 0 0,1-1-1,-1 1 1,1-1 0,-1 1 0,1-1 0,1 1 0,55 2-10,-44-3 2,10-1-338,1-1-1,0 0 1,-1-2 0,42-11-1,-41 6-1490,-1 0 0,29-15 0,-17 4-3406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15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9861,'0'0'11117,"0"-26"-7308,2 24-3770,0-1 0,1 1 0,-1 0 0,1-1 0,-1 1-1,1 0 1,0 1 0,-1-1 0,1 0 0,0 1 0,0 0-1,0-1 1,0 1 0,1 1 0,-1-1 0,0 0 0,0 1-1,1-1 1,-1 1 0,0 0 0,1 0 0,-1 0 0,0 1-1,0-1 1,1 1 0,-1 0 0,0 0 0,0 0 0,0 0-1,0 0 1,0 1 0,0 0 0,0-1 0,-1 1-1,4 3 1,-3-1-46,-1 1 0,1-1 0,-1 1 0,0 0 0,-1 0 0,1 0 0,-1 0 0,0 0 0,0 0 0,-1 0 0,1 0 0,-1 6 0,0-4 7,0 1-1,1-1 1,0 0 0,1 0-1,2 8 1,-4-15 4,0 0 0,0 1 0,1-1 1,-1 0-1,0 0 0,0 0 0,1 0 0,-1 1 0,0-1 1,1 0-1,-1 0 0,0 0 0,1 0 0,-1 0 0,0 0 0,1 0 1,-1 0-1,0 0 0,0 0 0,1 0 0,-1 0 0,0 0 1,1 0-1,-1 0 0,0 0 0,1 0 0,-1-1 0,0 1 1,1 0-1,-1 0 0,0 0 0,0 0 0,1-1 0,-1 1 0,0 0 1,0 0-1,1-1 0,-1 1 0,0 0 0,0 0 0,0-1 1,0 1-1,1 0 0,-1 0 0,0-1 0,0 1 0,13-16 128,-12 15-136,4-5 18,0-1-1,0 1 1,1 0 0,0 1 0,0 0-1,0 0 1,10-6 0,-14 10-11,0 0 0,1 0 0,-1 0 0,0 0 0,0 0 0,0 1 0,1-1 1,-1 1-1,0 0 0,0-1 0,1 1 0,-1 0 0,0 0 0,1 1 0,-1-1 0,0 0 0,0 1 0,1 0 1,-1-1-1,0 1 0,0 0 0,0 0 0,0 0 0,0 0 0,0 1 0,0-1 0,0 0 0,0 1 0,2 2 1,-3-2-5,1-1 0,-1 1 0,1-1 0,-1 1 0,1-1 0,-1 0 0,1 0 0,0 1 1,0-1-1,0-1 0,0 1 0,-1 0 0,1 0 0,0-1 0,0 1 0,0-1 0,1 0 1,-1 1-1,0-1 0,0 0 0,3 0 0,-2-2 0,1 1 0,0 0 0,-1-1 0,0 0 0,1 0 1,-1 0-1,0 0 0,5-5 0,-4 4 1,0-1-1,0 1 1,1 1 0,-1-1 0,1 0-1,8-2 1,-11 5-107,0-1-1,1 1 1,-1 0-1,0 1 1,0-1-1,1 0 1,-1 1-1,0-1 1,0 1-1,1 0 1,-1 0 0,0 0-1,0 0 1,0 0-1,0 0 1,0 0-1,0 1 1,-1-1-1,1 1 1,0-1-1,-1 1 1,1 0-1,-1 0 1,1 0-1,-1-1 1,0 1 0,0 0-1,0 1 1,0-1-1,1 4 1,2 1-768,-1 1-1,0 0 1,-1 0 0,1 0 0,-1 0 0,-1 1 0,1 10-1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16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6851,'0'0'9626,"0"3"-9077,0 0-407,0-1-1,0 1 0,0-1 1,0 1-1,0-1 0,1 1 1,-1-1-1,1 1 0,0-1 1,0 1-1,0-1 0,0 0 1,0 0-1,0 1 0,1-1 1,-1 0-1,4 3 0,-1-1 19,1 0-1,-1 0 1,1 0-1,0-1 0,0 0 1,0 0-1,9 3 0,11 3 24,0 0-1,47 7 0,-46-11-132,75 11 115,-73-14-146,1 3 0,-1 0 0,38 13 0,-57-15-24,0 1 0,0 0 1,-1 1-1,1 0 0,-1 0 0,0 1 0,0 0 0,-1 0 0,0 1 1,0 0-1,0 0 0,-1 1 0,10 16 0,-9-11 18,0 0 0,-1 1-1,-1 0 1,0 0 0,-1 0-1,-1 1 1,3 26-1,-1 109 392,-5-109-263,0-40-539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18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10229,'0'0'7547,"10"-6"-7083,34-16 25,-42 21-457,0 0 1,0 0 0,0 0-1,0 1 1,0-1 0,0 1-1,0-1 1,0 1 0,0 0-1,0 0 1,0 0 0,0 0-1,0 0 1,0 0 0,0 0-1,0 1 1,0-1 0,0 1-1,0-1 1,0 1 0,0 0-1,0 0 1,0 0 0,0 0-1,-1 0 1,1 0 0,0 1-1,-1-1 1,1 1 0,-1-1-1,0 1 1,1-1 0,-1 1-1,0 0 1,1 1 0,3 6 37,0 0 1,-1 1-1,-1-1 1,0 1-1,3 13 0,-4-15 60,57 265 1293,-31-129-1176,-11-25-185,-13-84-31,1 0 0,17 65 0,-19-93-27,0 0-1,0 0 1,1-1-1,0 0 1,0 0-1,0 0 1,1 0-1,0 0 1,0-1-1,0 0 1,1 0-1,0-1 1,0 1 0,0-1-1,0-1 1,0 1-1,1-1 1,0 0-1,0 0 1,0-1-1,10 2 1,16 3 4,1-1 0,0-2 0,50-1 1,-18 0-5,168 13-21,-2-2 52,299 57 0,-514-67-34,84 18 23,0-4 0,187 9-1,-189-27-35,454 15-5,-125-6 148,-82-6 66,351 6-123,-450-11 178,10-9 241,4-1 105,-133 9-241,240-38 1,-172 15-341,70-14 16,-204 24-14,62-25 0,8-4 15,52-23-71,-11 3 117,-167 63-439,22-6 607,-19 1-5651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47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16 13414,'0'0'9364,"-24"8"-8931,76-12-241,9-7-160,3 6-16,-3 1-16,-1 4-32,-9 0-657,-3 0-655,-6 7-1041,-3 2-1937,1 0-6275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47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16888,'0'0'7235,"44"-46"-7091,19 35-128,14 1 0,9-1-32,-3 4-32,-4 1-480,-7 5-1377,-11 1-832,-15 0-1825,-15 0-4386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48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11461,'0'0'8228,"0"9"-8084,47-18-96,9 0-48,1 0 0,-1 6-192,-6 3-1569,-9 0-2641,-13 0-5666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48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14311,'0'0'5394,"123"-50"-5394,-79 38-96,-3 3 32,-7 5-1505,-10 4-2513</inkml:trace>
  <inkml:trace contextRef="#ctx0" brushRef="#br0" timeOffset="1">22 388 13158,'0'0'5491,"107"-36"-5331,-61 14-144,-5 5-32,-7 4-160,-4 6-1793,-12 7-3714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49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11845,'0'0'4547,"117"-41"-4547,-83 27-81,-4 1-1231,-7 4-2962</inkml:trace>
  <inkml:trace contextRef="#ctx0" brushRef="#br0" timeOffset="1">46 295 7155,'0'0'10693,"105"-25"-10597,-63 7-96,-1 0-192,-1-3-1201,-6-1-5570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51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13190,'0'0'6515,"67"-23"-6675,-7 23-1153,9 0-1200,4 0-1072,1 0-1682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51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8660,'0'0'4770,"101"8"-4194,-71-8-496,11 0-80,13-6-224,5-3-2977,9 0-6548</inkml:trace>
  <inkml:trace contextRef="#ctx0" brushRef="#br0" timeOffset="1">1127 11 7587,'0'0'1361,"145"2"-497,-86-2-864,7 0-48,3 0-752,1-8-1377,-1 3-1040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51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10197,'0'0'2929,"121"-8"-528,-95 8-544,-5 0-512,1 0-337,-2-1-176,2-1-239,-2-3 63,1 1-336,-1 0-32,-2 1-272,-4 1 0,-2 0-16,-6 2-512,-4 0-801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12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31 8420,'0'0'10610,"1"-5"-9780,2-20 458,-35 25 249,27 2-1481,0-1 1,0 1-1,0 1 0,0-1 0,0 1 1,0 0-1,1 0 0,0 0 0,-1 0 1,1 1-1,0-1 0,1 1 0,-1 0 1,-5 8-1,-41 69 538,46-74-538,-1 2-12,-8 14 128,-18 45 1,28-62-160,1 0 0,0 1 0,1-1 0,-1 1 0,1-1 0,1 1 0,-1 0 0,1-1 0,0 1 0,1 0 0,0 0 0,2 10 0,-2-15-8,0 0 1,0 0 0,0 0 0,1 0 0,-1-1-1,1 1 1,-1 0 0,1-1 0,0 1 0,-1-1-1,1 1 1,0-1 0,0 0 0,0 0-1,0 0 1,0 0 0,0 0 0,1 0 0,-1 0-1,0-1 1,0 1 0,0-1 0,4 1 0,61 1 145,-51-2-121,-2 0-64,1-1 1,0 0-1,-1-1 0,1-1 1,23-7-1,5-10-3593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12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 12662,'0'0'10116,"-4"-4"-9907,4 17 111,0 3-224,0 2-64,0 3-32,0 4-112,0 0-1601,0 0-1777,0-2-6642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57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11717,'0'0'8842,"-9"5"-8162,-27 14-40,21-6 430,17-5-254,20-2-92,100-6 43,193-25 1,-89 6-1981,-257 21-1749,-1 0-6081,25-2 4449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0:58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145 111 8436,'0'0'8268,"-14"-15"-6113,-45-48-466,56 60-1388,1 0 1,-1 0-1,0 1 0,0-1 1,0 1-1,0 0 0,-1 0 1,1 0-1,0 0 0,-1 1 1,0-1-1,1 1 0,-1 0 1,0 0-1,0 0 0,1 0 1,-1 1-1,-8 0 425,15 5-393,3 0-232,1 1 0,-1-2 0,1 1 0,1-1 0,-1 0 0,0 0 0,15 4 0,66 16 173,-26-7-219,-52-14-72,1 1 1,-1 0 0,1 0 0,-1 1 0,-1 1 0,1 0 0,12 9-1,-20-13 18,-1 0-1,1 0 1,0 0-1,0 0 1,-1 0-1,1 0 0,-1 0 1,0 0-1,0 0 1,0 1-1,0-1 1,0 0-1,0 1 1,0-1-1,-1 1 0,1-1 1,-1 1-1,0-1 1,0 1-1,0 0 1,0-1-1,0 1 0,-1-1 1,1 1-1,-1-1 1,1 1-1,-1-1 1,0 0-1,0 1 1,0-1-1,0 0 0,-1 1 1,1-1-1,0 0 1,-1 0-1,0 0 1,1 0-1,-3 1 1,-19 21-422,0-2 1,-44 33 0,15-14-1358,-46 38-6044,50-43-1882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1:04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15 407 10517,'0'0'10669,"-15"-6"-6977,288-12-2742,-72 1-907,1068-22 87,-50 26-175,-891 12 185,445-15-224,-232-10 154,11 0 64,-2-32-61,444-77 274,-748 83-486,-244 52 164,-1 0-1,0 0 1,1 1-1,-1-1 1,0 0-1,1 1 1,-1-1-1,0 0 1,0 1-1,0 0 1,1-1-1,-1 1 0,0 0 1,0-1-1,0 1 1,0 0-1,0 0 1,0 0-1,0 0 1,-1 0-1,1 0 1,0 0-1,0 0 1,-1 0-1,1 1 1,-1-1-1,1 0 0,-1 0 1,1 1-1,-1 1 1,15 49 47,-13-44 47,23 90 383,-13-57-477,-1 1-1,-2 1 1,5 84 0,-13-123-108,-1 1 1,0-1 0,-1 0 0,1 1 0,-1-1 0,0 0 0,0 0 0,0 0 0,-1 0 0,1 0 0,-1 0 0,0 0 0,0 0 0,0-1 0,-1 1 0,-3 4 0,0-4-461,1 1 0,-2 0 0,1-1 0,0 0 0,-1-1 0,0 0 0,0 0 0,0 0 0,-7 2 0,-54 13-7858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1:06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20 150 10757,'0'0'10458,"-3"-6"-10106,3 5-349,0 0 0,0 0 0,-1 0-1,1 0 1,0 0 0,-1 0 0,1 0-1,0 0 1,-1 1 0,1-1 0,-1 0 0,0 0-1,1 0 1,-1 1 0,1-1 0,-1 0-1,0 1 1,0-1 0,1 1 0,-1-1 0,-1 0-1,-2 19 276,8 55 523,-4-70-770,2 16 208,1 1 0,1-1 0,13 36 0,-13-45-214,0 1-1,0-1 1,1-1-1,1 1 1,-1-1-1,2 0 1,-1 0-1,13 12 1,-15-18-18,-1-1 0,1 0 0,0 0 0,0 0 0,0 0 0,0 0 0,0-1 0,0 0 0,1 0 0,-1 0 0,0 0 0,8-1 0,61-1 124,-36-1-92,807-16-124,-495 18 77,807-5 1438,-584 0-777,547-21-41,-500 8-215,287-26 241,-343 6 58,-434 35-501,-1-6 0,0-6-1,228-56 1,-344 68-111,-1 0-1,0-1 1,0 0-1,0-1 1,18-11 0,-26 14-108,0-1 1,0 1 0,0-1 0,0 0 0,0 0 0,-1 0 0,0 0 0,1 0 0,-1-1 0,-1 1 0,1 0 0,0-1 0,-1 0 0,1 1 0,-1-1 0,0 0 0,-1 0 0,1 1 0,-1-1 0,1 0 0,-1-4 0,0 5-157,-1 1 0,1 0-1,-1 0 1,1 0 0,-1 0 0,0 0 0,0 0 0,0 0 0,0 0 0,0 0 0,0 0 0,0 0 0,-1 0 0,1 1 0,-1-1-1,1 0 1,-1 1 0,0 0 0,0-1 0,1 1 0,-1 0 0,0 0 0,0 0 0,-4-1 0,-2-4-910,-48-28-7474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1:19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1 406 11045,'0'0'10904,"3"-3"-10171,-3 3-710,0 0-1,0-1 1,1 1-1,-1-1 0,0 1 1,0 0-1,1-1 0,-1 1 1,1 0-1,-1 0 1,0-1-1,1 1 0,-1 0 1,0 0-1,1-1 1,-1 1-1,1 0 0,-1 0 1,1 0-1,-1 0 0,1 0 1,-1 0-1,1 0 1,-1 0-1,0 0 0,1 0 1,-1 0-1,1 0 1,-1 0-1,1 0 0,-1 0 1,1 0-1,-1 1 0,0-1 1,1 0-1,-1 0 1,1 0-1,-1 1 0,0-1 1,1 0-1,-1 1 1,0-1-1,1 0 0,-1 1 1,1 0-1,9 27 1025,-8-17-904,0-3 0,-1-3-46,1 1 0,-1-1 0,1 0 1,0 0-1,0 0 0,6 8 0,-7-11-64,0-1 0,0 0 0,0 0 0,0 0 0,0 0 0,1 0 0,-1 0 0,0 0 0,1-1 0,-1 1 0,1 0 0,-1-1 0,1 1 0,-1-1 0,1 1 0,-1-1 0,1 0 0,0 0 0,-1 0 0,1 0 0,-1 0 0,1 0 0,0 0 0,-1 0 0,1-1 0,-1 1 0,1-1 0,2 0 0,9-5 113,0 0 1,-1-1 0,0-1 0,0 0 0,-1 0 0,0-1 0,18-19 0,2 0-101,218-191-697,-169 148-2092,0 0-3360,-42 36-2475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2:03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65 216 15063,'0'0'8585,"-14"0"-8222,-3 0-260,-13 1 15,27-2 8,16-1 95,161-34 554,-25 4-637,-83 23-130,56-12 5,-122 21-11,1 0 0,0 0-1,-1 0 1,1 0 0,0 0 0,0 0 0,-1-1 0,1 1-1,0 0 1,-1 0 0,1 0 0,0-1 0,-1 1 0,1 0-1,0-1 1,-1 1 0,1-1 0,0 1 0,-1-1-1,1 1 1,-1-1 0,1 1 0,-1-1 0,0 1 0,1-1-1,-1 0 1,1 1 0,-1-1 0,0 0 0,1 1 0,-1-1-1,0 0 1,0 1 0,0-1 0,0 0 0,0 1-1,1-1 1,-1 0 0,0 0 0,-1 1 0,1-1 0,0 0-1,0 0 1,0 1 0,0-1 0,0 0 0,-1 1-1,1-1 1,0 0 0,-1 1 0,1-1 0,0 0 0,-1 1-1,0-2 1,-2 0 6,1-1 1,-1 0-1,0 1 0,1-1 0,-1 1 0,-1 0 0,1 0 0,0 0 0,-4-1 0,-24-7 29,-56-11 0,-17-4-92,162 19 50,-37 6 3,2 0-10,1 0 0,35 6 0,-53-5 11,-1 0-1,1 0 1,-1 1 0,1 0-1,-1 0 1,0 0-1,1 1 1,-1-1 0,0 1-1,-1 0 1,1 1-1,-1-1 1,1 1 0,-1 0-1,0 0 1,4 5-1,-6-5 7,0 0 0,0 1 0,-1-1 0,1 0 0,-1 1 0,0-1 0,0 1 0,-1-1 0,1 1 0,-1-1 0,0 1 0,0-1 0,-1 1 0,1 0 0,-1-1 0,-1 6 0,-2 5-48,-1 0 0,0-1 0,-9 20-1,-20 46-2413,16-26-2756,9-17-2814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2:24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14070,'0'0'7447,"7"5"-6503,1 0-788,0-1 1,0 0 0,1 0-1,-1-1 1,1 0-1,0-1 1,-1 0-1,1 0 1,0-1-1,0 0 1,11 0-1,118-5 484,-106 2-578,46-3-12,116-4-2021,-194 9 1838,0 0 0,0 0 0,1 0 0,-1 0-1,0 0 1,0 0 0,1 0 0,-1 0 0,0 0 0,1 0 0,-1 0 0,0 0 0,0 0 0,1 0-1,-1 0 1,0 1 0,0-1 0,1 0 0,-1 0 0,0 0 0,0 0 0,0 0 0,1 1 0,-1-1-1,0 0 1,0 0 0,0 0 0,1 0 0,-1 1 0,0-1 0,0 0 0,0 0 0,0 1 0,0-1 0,1 0-1,-1 0 1,0 1 0,0-1 0,0 0 0,0 0 0,0 1 0,0-1 0,0 0 0,0 1 0,0 10-5617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2:26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16087,'0'0'4242,"157"2"-4066,-95-2-112,3 0 0,4 0-64,1 0 0,-3-4-64,-7 1-528,-11 1-1073,-9 2-400,-12 0-2577,-8 0-720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2:30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51 13622,'0'0'2834,"-19"-4"-1202,-58-13-396,109 22 913,49 0 0,157-4-1552,-130-2-194,1920 1 259,-1456-13-572,-4-1 62,-242 14 64,-319 0-1047,-10-1-265,-18-2-2469,10 1-654,-9-4-9907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2:32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81 428 7972,'0'0'12245,"-6"17"-11957,1-4-202,0-1 39,0 0 0,1 0 0,0 1 0,1 0 0,1 0 0,0 0 0,0 17 0,1 82 846,0-30 3725,-11-128-4399,3 0 0,-8-91 0,14 69-282,11-111 0,-6 158-11,2 0 0,0 1 0,1-1 0,1 1 0,1 0-1,1 0 1,1 1 0,0 0 0,20-28 0,-25 41-10,1 0 1,0 1-1,0 0 0,0 0 0,1 0 1,0 1-1,0-1 0,0 1 0,0 1 1,1-1-1,0 1 0,-1 1 0,11-4 1,-15 5 2,1 1 1,0-1 0,0 1 0,0-1 0,0 1 0,0 0 0,0 0-1,-1 1 1,1-1 0,0 0 0,0 1 0,0 0 0,0-1 0,-1 1 0,1 0-1,0 1 1,-1-1 0,1 0 0,-1 1 0,1 0 0,-1-1 0,0 1 0,0 0-1,1 0 1,-1 0 0,-1 0 0,1 1 0,0-1 0,0 0 0,-1 1-1,0-1 1,1 1 0,-1 0 0,0-1 0,1 4 0,1 4-3,0-1 0,-1 1-1,0 0 1,0 0 0,-1 0 0,-1 0 0,1 0-1,-2 0 1,1 0 0,-1-1 0,-1 1 0,0 0 0,0 0-1,-1 0 1,0-1 0,-7 13 0,-5 7-60,-2-1-1,0 0 1,-37 41 0,-6 11-152,49-55-2023,11-25 2055,0 1 1,0-1 0,0 1 0,0-1 0,0 1 0,1 0 0,-1-1 0,0 1 0,0-1 0,0 1 0,0-1-1,1 1 1,-1 0 0,0-1 0,0 1 0,1-1 0,-1 1 0,1-1 0,-1 0 0,0 1 0,1-1 0,-1 1-1,1-1 1,-1 0 0,1 1 0,-1-1 0,1 0 0,-1 1 0,1-1 0,-1 0 0,1 0 0,-1 0 0,1 0-1,0 1 1,-1-1 0,1 0 0,-1 0 0,1 0 0,0 0 0,23 0-5333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2:33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 16151,'0'0'10296,"-18"6"-9939,11-4-320,1 0 0,0 0 0,-1 0 0,1 1 0,0 0 0,1 0 0,-1 0 0,0 1 0,1 0 0,0 0 0,0 0 0,0 1 0,1 0 1,-1 0-1,1 0 0,0 0 0,0 1 0,1 0 0,0-1 0,0 1 0,0 0 0,1 1 0,-3 8 0,-46 197 353,46-181-410,1-1 0,1 2-1,2-1 1,1 0 0,4 31 0,-3-55-78,0 0 0,0-1-1,1 0 1,0 1 0,0-1-1,1 0 1,-1 0 0,2 0 0,-1 0-1,0 0 1,1-1 0,0 1 0,0-1-1,1 0 1,0-1 0,0 1-1,0-1 1,0 0 0,0 0 0,1 0-1,0-1 1,0 0 0,11 5-1,-1-3-851,1-1-1,-1 0 1,0-1-1,1-1 0,0 0 1,0-2-1,-1 1 0,25-4 1,15-6-3980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2:33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103 252 14343,'0'0'8070,"-6"17"-7192,-89 297 2331,93-344-1163,4-29-1645,5 15-351,1 0 0,3 1 0,25-69 1,-7 42-12,49-88 1,-78 156-29,1 1 1,-1 0 0,1 0-1,-1 0 1,1 0-1,-1 0 1,1-1 0,0 1-1,0 0 1,-1 0-1,1 1 1,0-1 0,0 0-1,0 0 1,0 0-1,0 0 1,0 1 0,0-1-1,0 1 1,1-1-1,-1 1 1,0-1 0,0 1-1,0-1 1,1 1-1,-1 0 1,0 0 0,0 0-1,1 0 1,-1 0-1,0 0 1,0 0 0,1 0-1,-1 0 1,0 0-1,0 1 1,1-1 0,-1 1-1,0-1 1,0 1-1,0-1 1,0 1 0,0 0-1,0-1 1,0 1-1,0 0 1,0 0 0,0 0-1,0 0 1,0-1-1,0 1 1,-1 1 0,1-1-1,0 0 1,0 2-1,8 10-25,-1 0-1,-1 0 0,10 24 0,-13-29 52,19 51 158,22 88-1,-5-13-1366,-6-48-2834,-33-83 2031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2:33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0 135 13910,'0'0'9701,"153"-95"-9701,-85 84 16,-7 4-16,-3 4-192,-7-1-929,-5-1-1440,-9-4-3154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2:34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17896,'0'0'8756,"8"21"-8190,8 30-87,-3 0 1,-1 1-1,6 69 1,-12 66 14,-6-110-672,4 0 0,23 134 0,-26-206 69,15 48-1275,-15-51 1082,0 0 0,0-1 1,0 1-1,0 0 1,1-1-1,-1 1 0,0-1 1,1 1-1,-1-1 0,1 1 1,-1-1-1,1 0 1,0 0-1,-1 0 0,1 0 1,0 0-1,0 0 1,0-1-1,0 1 0,0 0 1,0-1-1,0 0 1,2 1-1,18-1-5783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2:34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296 429 12806,'0'0'10706,"4"-14"-9220,10-42-245,-14 56-1196,1-1 1,-1 1 0,0-1-1,0 0 1,0 1 0,1-1 0,-1 1-1,0-1 1,0 0 0,0 1-1,0-1 1,0 0 0,0 1-1,0-1 1,-1 1 0,1-1-1,0 0 1,0 1 0,0-1-1,-1 1 1,1-1 0,0 0 0,0 1-1,-1-1 1,1 1 0,-1-1-1,1 1 1,0-1 0,-1 1-1,1 0 1,-1-1 0,1 1-1,-1 0 1,1-1 0,-1 1 0,0 0-1,1-1 1,-1 1 0,0 0-1,-23 0 333,18 0-177,-5 2-128,0-1-1,0 1 1,1 1-1,-1 0 1,1 0-1,0 1 1,0 1-1,0-1 1,0 2-1,1-1 1,0 1-1,0 1 1,0 0 0,1 0-1,-11 12 1,7-7-37,1 1 1,0 0-1,1 0 1,1 1-1,0 0 1,1 1-1,0 0 1,1 0 0,-7 24-1,12-31-36,0-1-1,1 1 1,-1-1-1,2 1 1,-1-1-1,1 1 1,0-1-1,0 1 1,1-1-1,0 1 1,1-1-1,0 1 1,0-1-1,3 8 1,-2-9-1,1 0 0,0-1 1,0 1-1,0-1 0,1 0 1,-1 0-1,1-1 0,0 1 0,0-1 1,1 0-1,0-1 0,-1 1 1,1-1-1,0 0 0,13 4 0,10 1-328,1-1 0,0-1-1,0-2 1,0-1 0,1-1-1,-1-1 1,1-2 0,37-6-1,-55 5-400,0-1-1,0 0 0,-1-1 0,1 0 0,20-11 0,25-22-5830,-18 3-4094</inkml:trace>
  <inkml:trace contextRef="#ctx0" brushRef="#br0" timeOffset="1">655 9 18937,'0'0'8294,"17"-3"-7702,-11 2-560,0 0-1,0-1 0,0 2 1,1-1-1,-1 1 0,0 0 1,0 0-1,1 1 0,-1 0 1,0 0-1,0 0 0,0 1 1,0 0-1,0 0 0,0 0 1,-1 1-1,1 0 0,-1 0 0,1 1 1,-1-1-1,0 1 0,7 7 1,16 19 21,-1 2 1,-1 1 0,-2 0 0,-1 2-1,-2 1 1,-1 1 0,-3 0-1,0 1 1,-3 1 0,-1 1 0,-1 0-1,-3 0 1,-1 1 0,3 67-1,-11-90-278,-1 0 0,0 0 0,-2-1 0,0 1 0,-1 0 0,-1-1 0,0 0 0,-1 0-1,-1 0 1,-1-1 0,-10 17 0,-5 2-1741,-1-1-1,-2-2 0,-52 52 1,-30 18-8236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2:41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 16904,'0'0'5810,"-26"-3"-5842,30 3-96,8 0-672,4 0-1025,0 0-1905,-2 0-5122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2:41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15719,'0'0'6179,"32"-17"-6179,-24 17 0,3 0-624,5 0-1249,4 7-2785,6 0-3410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2:42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15271,'0'0'5843,"32"-11"-5987,-24 11-225,4 0-1439,-2 0-3363,4 6-5698</inkml:trace>
  <inkml:trace contextRef="#ctx0" brushRef="#br0" timeOffset="1">637 26 6739,'0'0'15639,"60"-23"-15575,-57 21-64,-1 2-176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2:57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76 126 13894,'0'0'7879,"-14"-1"-7122,-47-7-127,126 5-347,-1-4 0,67-15 1,-7 1-107,324-33-77,-313 45-103,181 10-1,-291 6-173,-25-7 132,1 0 1,-1 1-1,0-1 0,1 0 1,-1 0-1,0 1 0,0-1 0,1 0 1,-1 1-1,0-1 0,0 1 1,0-1-1,0 0 0,0 1 1,0-1-1,1 1 0,-1-1 0,0 0 1,0 1-1,0-1 0,0 1 1,0-1-1,0 0 0,-1 1 1,1-1-1,0 1 0,0-1 0,0 0 1,0 1-1,0-1 0,-1 1 1,-1 1-293,1 1 1,-1-1-1,0 0 1,0 0-1,-1 0 1,1 0-1,0 0 1,-1 0 0,1-1-1,-1 1 1,-3 1-1,-21 8-5564,1-1-5264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2:58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65 13670,'0'0'7353,"-8"-2"-6595,-14-5-290,34 3-82,62 0 242,-29 3-286,-36 0-314,1284-44 499,-1292 45-709,-1 0 0,1 1-1,-1-1 1,0 0 0,1 1-1,-1-1 1,0 0 0,1 1-1,-1-1 1,0 0 0,0 1-1,1-1 1,-1 0 0,0 1-1,0-1 1,0 1 0,1-1-1,-1 1 1,0-1 0,0 1-1,0-1 1,0 0-1,0 1 1,0-1 0,0 1-1,0-1 1,0 1 0,0-1-1,0 1 1,0-1 0,0 1-1,-1-1 1,1 0 0,0 1-1,0-1 1,0 1 0,-1-1-1,1 0 1,0 1 0,0-1-1,-1 0 1,1 1 0,0-1-1,-1 0 1,0 1 0,-17 9-7299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3:09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27 9172,'0'0'1558,"-19"-3"-90,-152-12 4246,163 14-2849,12 1-1156,34-2-675,58 1-874,249-3 325,245 4 337,-331 24-743,-22-1-3,166-13-36,202 14-104,-398-10 152,314-18 0,-232-23-111,194-8 129,-447 34 367,-8 0-4070,-41 1-1960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3:16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0 608,'0'0'1265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3:16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276 148 592,'-52'-20'214,"-46"-24"197,96 44-377,1-1-1,0 0 1,0 1 0,-1-1 0,1 0 0,0 1 0,0-1 0,0 0 0,0 0 0,0 0 0,0 0 0,0 0 0,0 0 0,0 0 0,0 0 0,1 0 0,-1-1 0,0 1 0,1 0-1,-1 0 1,1-1 0,0 1 0,-1 0 0,1-1 0,0 1 0,0-1 0,0 1 0,0-2 0,-1 3-44,1 0 0,0-1 1,0 1-1,-1 0 0,1 0 0,0 0 0,0 0 1,-1 0-1,1 0 0,0 0 0,0-1 0,-1 1 1,1 0-1,0 0 0,0 0 0,-1 0 0,1 0 1,0 0-1,0 0 0,-1 0 0,1 1 0,0-1 1,-1 0-1,1 0 0,0 0 0,0 0 0,-1 0 1,1 0-1,0 0 0,0 1 0,0-1 0,-1 0 1,1 0-1,0 0 0,0 1 0,0-1 0,0 0 1,-1 0-1,1 0 0,0 1 0,0-1 1,0 0-1,0 0 0,0 1 0,0-1 0,0 0 1,-1 0-1,1 1 0,0-1 0,0 0 0,0 0 1,0 1-1,0-1 0,1 2 1668,-45-5-426,42 2-1092,1 0 1,-1 0-1,1 0 0,0-1 1,-1 1-1,1 0 0,0-1 0,0 1 1,0 0-1,0-1 0,0 0 1,0 1-1,-1-3 0,-4-8 276,-10-9-163,9 20-1950,4 13-1680,3-9 1960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3:17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2321,'0'0'2660,"0"-19"-2271,0 13-2835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3:26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0 493 14263,'0'0'8494,"7"-11"-7923,21-30-278,-28 40-280,0 1-1,0-1 1,1 1-1,-1 0 0,0-1 1,1 1-1,-1 0 1,1 0-1,-1-1 0,1 1 1,-1 0-1,0 0 0,1-1 1,-1 1-1,1 0 1,-1 0-1,1 0 0,-1 0 1,1 0-1,-1 0 0,1 0 1,-1 0-1,1 0 1,-1 0-1,1 0 0,-1 0 1,1 0-1,-1 0 1,0 1-1,1-1 0,-1 0 1,1 0-1,-1 0 0,1 1 1,-1-1-1,0 0 1,1 1-1,-1-1 0,0 0 1,1 1-1,-1-1 0,0 0 1,1 1-1,-1-1 1,0 1-1,0-1 0,1 0 1,-1 2-1,12 22 668,-11-22-563,5 12 168,-4-8-149,1-1 0,-1 1-1,1 0 1,1-1 0,-1 0 0,1 0-1,6 8 1,-8-11-116,0-1 1,1 0-1,-1 1 1,1-1-1,-1 0 0,0 0 1,1 0-1,0 0 1,-1-1-1,1 1 1,0-1-1,-1 1 0,1-1 1,0 0-1,-1 0 1,1 0-1,0-1 1,-1 1-1,1-1 0,0 1 1,-1-1-1,3-1 1,27-11 94,0-1 1,-1-1 0,-1-2 0,-1-1-1,48-38 1,-28 21-87,161-130 59,2-1-1019,-202 159 535,39-24-459,-47 30 510,0 0-1,0 1 1,1-1-1,-1 0 1,0 1-1,1-1 1,-1 1 0,0 0-1,1 0 1,-1-1-1,1 2 1,2-1-1,-4 19-14143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3:44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91 13910,'0'0'6771,"-3"-16"-5359,-11-49-65,10 55 834,1 22-1869,2 20-532,16 540 1677,-15-577-1398,-2 0 0,1 0 1,0 0-1,-1 0 1,0 1-1,0-1 0,-1 0 1,1 1-1,-1-1 0,0 1 1,-6-7-1,-40-42 333,49 53-392,0-1-1,0 1 1,0 0 0,0 0-1,0 0 1,0-1-1,0 1 1,-1 0 0,1 0-1,0 0 1,0 0-1,0-1 1,0 1-1,0 0 1,-1 0 0,1 0-1,0 0 1,0 0-1,0 0 1,-1 0 0,1 0-1,0 0 1,0 0-1,0-1 1,-1 1 0,1 0-1,0 0 1,0 0-1,-1 0 1,1 0-1,0 0 1,0 1 0,0-1-1,-1 0 1,1 0-1,0 0 1,0 0 0,0 0-1,-1 0 1,1 0-1,0 0 1,0 0-1,0 1 1,0-1 0,-1 0-1,1 0 1,0 0-1,0 0 1,0 0 0,0 1-1,0-1 1,0 0-1,-1 0 1,1 0-1,0 1 1,0-1 0,0 0-1,0 0 1,0 0-1,0 1 1,0-1 0,0 0-1,0 0 1,0 25-58,11 30-18,-8-48 72,1 0-1,0 0 0,0-1 1,0 1-1,1-1 0,0 0 1,10 9-1,-14-14 7,0 0 0,1 0 0,-1 0 0,1 0 0,-1 0 0,1-1 0,-1 1 0,1 0 0,0-1 0,-1 1 0,1-1 0,0 0 0,-1 0 0,1 1 0,0-1 0,0 0 0,-1 0 0,1-1 0,0 1 0,-1 0 0,1 0 0,0-1 0,-1 1 0,1-1 0,0 0 0,-1 1 0,1-1 0,-1 0 0,1 0 0,-1 0 0,0 0 0,1 0 0,-1 0 0,0-1 0,0 1 1,1 0-1,-1 0 0,0-1 0,-1 1 0,3-3 0,5-9 34,0 0 0,-1-1 0,0 1 0,8-27 0,15-28-1457,-29 67 1004,0-1 0,0 0 0,1 1-1,-1-1 1,1 1 0,-1 0 0,1 0 0,-1-1 0,1 1-1,0 0 1,0 0 0,-1 1 0,1-1 0,0 0 0,0 0-1,0 1 1,0 0 0,0-1 0,0 1 0,0 0 0,3 0-1,18-2-7334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3:45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4 16568,'0'0'9625,"1"-4"-9411,16 247 1328,-15-41-659,-3-207-659,0-1 0,-1 1 0,1 0 0,-1 0 0,0 0 0,-1 0 0,1 0 1,-6-7-1,-4-10-126,4-1-55,7 17-21,0 1-1,-1-1 0,1 1 1,-1 0-1,-1 0 0,1 0 1,-1 0-1,0 0 0,-6-8 1,7 17-61,1 0 1,0 0 0,1 1 0,-1-1 0,1 0 0,0 9 0,0-2 40,0 0 0,1 0 0,0 0 1,1 0-1,0 0 0,0 0 0,8 19 0,-8-27-18,-1 0-1,1 0 0,0 0 1,0 0-1,0-1 0,0 1 1,0-1-1,1 1 0,-1-1 1,1 0-1,-1 0 0,1 0 1,0 0-1,0-1 0,0 1 1,0-1-1,0 0 0,0 0 1,0 0-1,1 0 0,-1 0 1,0 0-1,1-1 1,-1 0-1,0 0 0,1 0 1,-1 0-1,0 0 0,1-1 1,5-1-1,-4 1 0,0-1 0,-1 0-1,1 0 1,0 0 0,0-1 0,-1 0 0,0 1 0,1-2-1,-1 1 1,0 0 0,-1-1 0,1 0 0,-1 0 0,1 0-1,-1 0 1,4-9 0,15-35-2576,-14 2-6880,-8 36 725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3:46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90 102 13574,'0'0'5643,"0"-16"-3624,0-70 2053,0 91-3870,6 144 316,-1-96-163,-3 1 0,-2-1 0,-3 1-1,-16 94 1,19-148-323,0 1-1,0 0 1,0-1 0,0 1-1,0 0 1,0-1 0,-1 1-1,1-1 1,0 1 0,0 0-1,0-1 1,-1 1 0,1-1-1,0 1 1,-1-1 0,1 1-1,0-1 1,-1 1 0,1-1-1,-1 1 1,1-1-1,-1 1 1,1-1 0,-1 0-1,1 1 1,-1-1 0,1 0-1,-1 0 1,1 1 0,-2-1-1,-12-14 726,-9-42-149,19 46-708,-1-5 114,4 11 3,0 0-1,0 0 1,-1 1-1,1-1 1,-1 0-1,0 1 1,0-1-1,-1 1 1,-3-5-1,5 8 80,0 38-416,0-10 305,1 43 29,0-68-18,1 0 1,-1 0 0,1 0-1,-1 0 1,1 1 0,0-1-1,0 0 1,1 0 0,-1-1-1,1 1 1,-1 0 0,1 0-1,0-1 1,0 1 0,0-1-1,0 1 1,4 2 0,-4-4 4,-1-1 0,1 1 0,0 0 0,-1-1 0,1 0 1,0 1-1,0-1 0,-1 0 0,1 0 0,0 0 0,0 0 0,-1 0 1,1-1-1,0 1 0,0 0 0,-1-1 0,1 1 0,0-1 0,-1 0 1,1 1-1,-1-1 0,1 0 0,-1 0 0,1 0 0,-1 0 0,1 0 1,-1 0-1,0-1 0,0 1 0,0 0 0,0-1 0,0 1 0,0-1 1,0 1-1,1-3 0,30-56 75,4-34-2130,-28 90-4473,-5 4 4861,8 0-6557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3:47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143 102 13510,'0'0'6288,"-2"-15"-3868,-6-50-262,5 44-100,-1 21-561,2 17-1052,2 539 937,-1-556-1368,1 0 1,0-1-1,0 1 1,0 0 0,0 0-1,0 0 1,0 0-1,-1 0 1,1-1 0,0 1-1,0 0 1,0 0-1,0 0 1,-1 0 0,1 0-1,0 0 1,0 0-1,0 0 1,-1 0 0,1 0-1,0 0 1,0 0-1,0 0 1,-1 0 0,1 0-1,0 0 1,0 0-1,0 0 1,0 0 0,-1 0-1,1 0 1,0 0-1,0 0 1,0 0 0,-1 0-1,1 0 1,0 1-1,0-1 1,0 0 0,0 0-1,0 0 1,-1 0-1,1 0 1,0 0 0,0 1-1,0-1 1,0 0-1,0 0 1,0 0 0,0 0-1,0 1 1,0-1-1,-1 0 1,1 0 0,0 0-1,0 1 1,0-1-1,0 0 1,0 0 0,0 1-1,-9-15 646,-22-53-189,12 24-357,-32-55 0,51 98-120,0 0-1,0 0 1,0 0 0,0 0 0,0 0 0,0 0 0,0 0 0,0 1 0,0-1 0,0 0-1,0 0 1,0 0 0,0 0 0,0 0 0,0 0 0,0 0 0,0 0 0,0 0 0,-1 1-1,1-1 1,0 0 0,0 0 0,0 0 0,0 0 0,0 0 0,0 0 0,0 0 0,0 0-1,0 0 1,0 0 0,0 0 0,0 0 0,0 0 0,-1 0 0,1 0 0,0 1 0,0-1-1,0 0 1,0 0 0,0 0 0,0 0 0,0 0 0,0 0 0,0 0 0,0 0 0,-1 0-1,1 0 1,0 0 0,0 0 0,0 0 0,0 0 0,0 0 0,0-1 0,0 1 0,0 0-1,0 0 1,-1 0 0,1 0 0,0 0 0,0 0 0,0 0 0,0 0 0,0 0 0,-1 16-128,5 20 101,-1-26 18,0-1 0,1 0 0,0 0 0,1 0 0,0-1 1,1 1-1,-1-1 0,1-1 0,1 1 0,12 11 0,-17-17 0,0 0 0,1 0 0,-1 0 0,1 0 0,0 0 0,-1 0 0,1-1 0,0 0 0,0 1 0,0-1 0,0 0 0,0 0 0,0 0 0,1-1 0,-1 1 0,0-1 0,0 0 0,0 0 0,1 0 0,-1 0 0,0 0 0,0-1 0,1 0 0,-1 1 0,0-1 0,0 0 0,0-1 0,0 1 0,0 0 0,-1-1 0,1 0 0,0 1 0,-1-1 0,1 0 0,3-5 0,12-12-407,0-2 0,23-38 0,-5 6-2328,5 5-3703,-28 38 1381,0 2-4081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3:48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157 133 7507,'0'0'13108,"-2"-16"-11414,-4-12-898,-1-12 137,5-7 2930,2 46-3332,-1 1-499,1 0 0,0 0 0,0 0 0,0 0 0,0 0 0,-1 0 1,1 0-1,0 0 0,0 0 0,0 0 0,-1 0 0,1 0 0,0 0 0,0 0 0,0 0 1,0 0-1,-1 0 0,1 0 0,0 0 0,0 0 0,0 0 0,0 0 0,-1 0 1,1 1-1,0-1 0,0 0 0,0 0 0,0 0 0,0 0 0,-1 0 0,1 0 1,0 1-1,0-1 0,0 0 0,0 0 0,0 0 0,0 0 0,0 1 0,0-1 0,0 0 1,0 0-1,0 0 0,0 0 0,0 1 0,-1-1 0,1 0 0,1 0 0,-1 0 1,0 1-1,0-1 0,-27 398-59,18-303 30,5-80 54,3-13-34,0 0 0,1 0 0,-1 0 0,1 1 0,-1-1 0,1 0 0,0 0 0,-1 1 0,1-1 0,0 0 0,1 3 0,-33-64 623,9-14-633,19 56 106,-1 0 0,-1 1-1,-12-26 1,17 40-23,1 2-131,0 44-680,0-28 717,1 1 0,1-1 0,0 0 0,8 26 0,-8-35-6,0-1-1,0 1 1,1-1-1,0 0 1,0 0-1,0 0 0,1-1 1,0 1-1,0-1 1,0 1-1,1-1 1,0-1-1,0 1 0,6 4 1,-9-8 6,1 1-1,0-1 1,0 0 0,0 0-1,0 0 1,0 0 0,0-1 0,0 1-1,0-1 1,0 0 0,0 1 0,0-2-1,0 1 1,0 0 0,0-1-1,0 1 1,0-1 0,0 0 0,0 0-1,0 0 1,0 0 0,0 0 0,0-1-1,-1 1 1,1-1 0,-1 0 0,4-2-1,6-7 67,0 0 1,-1 0-1,19-26 0,-21 26-77,3-4-277,-1 0 1,0-1 0,-1 0-1,12-28 1,-21 42-37,2-3-394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3:49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13702,'0'0'13177,"0"-12"-12249,1-37-413,11 65-292,3 13-296,8 21 80,54 103-156,-77-153 111,0 0 0,0 0 0,0 1 0,0-1 0,0 0 0,0 0 0,0 0 0,0 1 0,1-1 0,-1 0 0,0 0 0,0 0 0,0 1 0,0-1 0,1 0-1,-1 0 1,0 0 0,0 0 0,0 1 0,1-1 0,-1 0 0,0 0 0,0 0 0,1 0 0,-1 0 0,0 0 0,0 0 0,0 0 0,1 0 0,-1 0 0,0 0 0,0 0 0,1 0 0,-1 0-1,0 0 1,0 0 0,1 0 0,-1 0 0,0 0 0,0 0 0,1 0 0,-1-1 0,7-11-468,1-24 514,-7 32-133,5-28 201,1-3 528,-1 0 0,1-45 1172,-7 124-1742,-2-16-885,-1 1-1,-1-1 1,-2 0 0,-11 35-1,8-35-908,2 0 0,1 0 0,1 1 1,-1 36-1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09T06:25:31.4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2511 12262 763 0,'0'0'306'0,"0"0"-141"0,0 0-37 0,0 0-38 16,0 0-17-16,0 0 2 16,0 0-20-16,0-9-17 15,0 9 3-15,0 0-7 16,-9 0-2-16,-18 0-18 16,-9 9-13-16,-14 15-1 15,5 8 0-15,0 6 4 16,3 4-3-16,6 5-1 15,19 3 2-15,8-1-2 16,9 4 3-16,0-4-3 16,0-5-6-16,9-9 6 0,26-7 2 15,16-8 3 1,-6-6-10-16,9-10 10 0,8-4-10 16,-2 0 5-16,9 0-1 15,-15-4-1-15,-1-13-24 16,-2 0-33-16,-15 4-3 15,-3 0-55-15,-3 4-13 16,-7-2-23-16,-5-2-71 16,0 1-138-16</inkml:trace>
  <inkml:trace contextRef="#ctx0" brushRef="#br0" timeOffset="264.02">3123 12531 657 0,'0'0'412'0,"0"0"-185"0,0 0-101 16,0 0-29-16,0 0-36 15,0 0-36-15,0-17-13 16,0 28-6-16,0 10-6 16,0 2 32-16,0 10-12 15,0 0-12-15,0 2-6 16,0 3-1-16,0-2-1 15,3-4-8-15,3-6-27 16,3-8-91-16,9-6-31 16,9-8-91-16,6-4-127 15</inkml:trace>
  <inkml:trace contextRef="#ctx0" brushRef="#br0" timeOffset="562.22">3553 12556 998 0,'0'0'295'15,"0"0"-167"-15,0 0-38 0,0 0-47 16,0 0-30-16,0 0-13 16,0-7 2-16,27 7 1 15,15 0-3-15,-3 0-3 16,-6 0-80-16,-7 0-45 16,-11 3-95-16,-15 18-110 15,0 3 36-15</inkml:trace>
  <inkml:trace contextRef="#ctx0" brushRef="#br0" timeOffset="713.44">3553 12556 350 0,'60'141'320'0,"-84"-130"-82"16,6-1-94-16,18-6-11 16,0-4-48-16,0 0-34 15,0 0-12-15,0 0-21 16,0 0-15-16,33 0 3 0,6 0-2 16,3-8-8-1,11-2-7-15,-2-3-122 0,3-3-129 16,6-6-503-16</inkml:trace>
  <inkml:trace contextRef="#ctx0" brushRef="#br0" timeOffset="1114.75">4055 12348 971 0,'0'0'281'0,"0"0"-135"16,0 0-51-16,0 0-60 0,0 0-35 15,0 0 1 1,33 36-1-16,3-7 6 0,-1 3-1 16,7-8 0-16,-6 2-4 15,9-8-2-15,-9-1 7 16,-12-5-12-16,-6-8-2 16,-1-4-22-16,-8 0 2 15,0 0 25-15,0-18 2 16,0-7 2-16,0-5 1 15,0-4 9-15,-3 6 5 16,-3 7 20-16,-3 6-15 16,0 13 25-16,0 2-5 15,0 0 4-15,0 0-34 0,0 0-10 16,0 0 0 0,0 14-2-16,6 12-3 0,-3 6 4 15,6 3 0 1,-9 5 0-16,0 5-3 0,0 4-51 15,0 4-45 1,0 2-82-16,0-7-155 0,0-4-538 16</inkml:trace>
  <inkml:trace contextRef="#ctx0" brushRef="#br0" timeOffset="1813.92">2380 13416 695 0,'0'0'318'15,"0"0"-146"-15,0 0-37 0,0 0-35 0,0 0-13 0,0 0 10 0,9-88-24 16,-9 88-25-16,0 0-17 16,-36 9-24-16,-6 21-7 15,-12 14 2-15,1 6-1 16,17 5-1-16,12 0 1 15,15-3-2-15,9-12 2 16,0-8-1-16,15-4 0 0,30-13-2 16,8-7 2-1,25-5-9-15,3-3 4 0,5 0-2 16,1 0-44 0,-7-15-37-16,7-3-70 15,-9-3-61-15,-16 4-245 0</inkml:trace>
  <inkml:trace contextRef="#ctx0" brushRef="#br0" timeOffset="2131.25">3046 13533 666 0,'0'0'366'16,"0"0"-216"-16,0 0-88 16,0 0-43-16,0 0-17 15,0 0-3-15,104-24 8 0,-86 26-7 16,0 17 20-1,-18 7-2-15,0 6 15 0,0 0-7 16,0 4-12-16,-18-4 13 16,-9-7-4-16,9-4-3 15,12-6-2-15,3-7 5 16,3-4-15-16,0-4 5 16,0 0 2-16,0 0-9 15,18 0 4-15,27 0 14 16,6-10-13-16,3-1-11 15,-1-4-3-15,10-2-13 16,3 3-83-16,-10 0-71 16,-5-3-164-16</inkml:trace>
  <inkml:trace contextRef="#ctx0" brushRef="#br0" timeOffset="2500.04">3876 13565 595 0,'0'0'157'15,"0"0"-97"-15,0 0-6 16,0 0-39-16,0 0-5 16,0 0-10-16,122-28-8 15,-119 28 6-15,-3 0 2 16,0 0-9-16,0 12-12 15,-18 2-20-15,-9 8 10 16,-5-1 12-16,2 0 7 16,-3 1 12-16,6-6 24 0,9-1 60 15,0-6 23-15,9-4-30 16,3-4-10-16,6-1 10 16,0 0-10-16,0 0-9 15,0 0-29-15,6 0-19 16,21-1-10-16,18-13 1 15,6-1-1-15,2-4-12 16,1 3-70-16,6 2-91 16,17-1-61-16,-5 5-484 15</inkml:trace>
  <inkml:trace contextRef="#ctx0" brushRef="#br0" timeOffset="3152.8">4730 13458 254 0,'0'0'766'0,"0"0"-519"0,0 0-113 0,0 0-60 0,0 0-57 0,0 0-17 15,-36 20 4-15,36 8 12 16,0 5-3-16,0 1 1 16,-3-1-9-16,-3-5 4 15,3-5-3-15,-3-5-5 16,-3-10 4-16,6-6 0 16,3-2 4-16,0 0 22 15,-6 0 35-15,-3-17 5 16,0-13-42-16,0-9-7 15,0-4-10-15,9 3-12 16,0 6 11-16,0 13-8 16,0 6-1-16,0 11 1 15,0 1-1-15,0 3 0 16,9 0-2-16,9 0-10 0,24 4 10 16,-3 14 0-1,3 3-3-15,8-2 3 0,-5 3-8 16,0-4-25-16,6-2 10 15,-6-5-7-15,-19-6 17 16,7-5-5-16,-12 0 11 16,-3 0 6-16,0 0 1 15,-3-17 0-15,3-2 3 16,-18-7-4-16,0-9 5 16,0-11 0-16,0-6 2 15,0 0 2-15,-18 1-1 16,3 10 2-16,-3 5 1 15,6 11 2-15,3 8-7 0,3 10-4 16,3 5-1-16,-6 2 0 16,9 0-3-16,0 0-71 15,0 13-114-15,0 11-97 16,0 3-304-16</inkml:trace>
  <inkml:trace contextRef="#ctx0" brushRef="#br0" timeOffset="3763.62">3604 13506 624 0,'0'0'335'0,"0"0"-152"0,0 0-41 16,0 0-68-16,0 0-30 0,0 0-32 15,27-7-9-15,18 2 14 0,14-2 3 16,13 0-8-16,-3 3-9 15,2 1-3-15,-2 3-7 16,-21 0-48-16,-6 0-58 16,0 0-110-16,-25 0-130 15</inkml:trace>
  <inkml:trace contextRef="#ctx0" brushRef="#br0" timeOffset="3930.44">3816 13672 576 0,'0'0'221'0,"0"0"-32"15,0 0-81-15,0 0-11 16,0 0-18-16,0 0-40 16,18 11-35-16,36-22 20 15,-4 2-21-15,10 0-2 16,-12-1-1-16,-6 0 0 16,3 3-76-16,5 3-162 15,-5-1-295-15</inkml:trace>
  <inkml:trace contextRef="#ctx0" brushRef="#br0" timeOffset="5047.1">5106 12542 666 0,'0'0'303'0,"0"0"-142"0,0 0-10 0,0 0-45 0,0 0-25 16,0 0-51-16,18-65-24 15,-3 70-3-15,12 16-3 16,9 4 33-16,-4-4-1 16,-5-7-12-16,-9-2-4 15,0-7-1-15,-9-5-9 16,15 0 1-16,12 0 10 15,18-31 14-15,17-15-4 0,7-11-26 16,9 1 4 0,-25 1-5-16,10 5-34 15,-12 6-37-15,-1 10-68 16,-5 4-25-16,6 11-135 0,-6 7-441 16</inkml:trace>
  <inkml:trace contextRef="#ctx0" brushRef="#br0" timeOffset="5527.75">5868 13544 870 0,'0'0'246'0,"0"0"-74"16,0 0-46-16,0 0-20 0,0 0-63 0,0 0-39 0,-45-38-4 16,45 44-2-16,0 12 2 15,27-4 1-15,-3-4 9 16,-4-7-4-16,13-3-5 15,12 0 19-15,15-18 2 16,11-25-15-16,19-10-2 16,3-6-5-16,5-7-11 15,7-3-71-15,2-3-123 16,-5-1-427-16</inkml:trace>
  <inkml:trace contextRef="#ctx0" brushRef="#br0" timeOffset="15330.85">10625 13122 931 0,'0'0'205'0,"0"0"-83"0,0 0 3 0,0 0 9 0,-15-120-43 16,15 120-42-16,0 0-17 15,0 0-28-15,0 23-1 16,6 11 3-16,29 5 21 16,1 10-12-16,-3-7-6 0,-6 1-3 15,9-8 4-15,-3-8-10 16,-6-10-6-16,-7-8 6 15,-5-6-1-15,3-3 0 16,-9-3 2-16,18-28-1 16,-3-11 0-16,-3-4 3 15,3 1-1-15,-15 2 0 16,0 4-1-16,-9 12-1 16,0 7 9-16,0 13-9 15,0 7 1-15,0 0 7 16,0 0-4-16,0 16-2 15,0 20-4-15,0 13 4 0,0 11 1 16,0 10 1-16,0 5-2 16,0-2-2-16,0 4 1 15,0-9-1 1,0-13-4-16,0-13-28 0,0-15-43 16,9-17-29-16,0-10-61 15,9 0-19-15,8-3-81 16,1-18-111-16</inkml:trace>
  <inkml:trace contextRef="#ctx0" brushRef="#br0" timeOffset="16548.46">11508 13318 503 0,'0'0'499'0,"0"0"-275"0,0 0-89 0,0 0-15 0,0 0-73 0,0 0-44 0,0 21 3 16,0 11-2-16,0 6 26 16,-6-1-5-16,6-1-9 15,0 2-13-15,0-4 5 16,0-8-8-16,36-3-2 16,-3-8 1-16,3-8 1 15,0-7-1-15,6 0 3 16,-15-5 1-16,5-20 1 15,-11 1 2-15,-15-3 0 0,-6 1-1 16,0 2-2 0,0 6 1-16,-9-2 1 0,-18 6-3 15,-5-1 1 1,14 0-2-16,-6 2 6 0,12-5-5 16,3 3 4-16,9-1-6 15,0 3 0-15,0 2-1 16,9 1-3-16,27 3 0 15,8 7 4-15,1 0-8 16,6 0 1-16,0 9 2 16,-6 12 0-16,-1 7 2 15,-2 4 3-15,-12-4-1 16,3-1-1-16,-15-5 2 16,0-6 3-16,0-5-3 0,-9-5 0 15,0-6 1 1,-1 0 0-16,-2 0 2 0,12-13 6 15,0-10 1-15,0-13-6 16,0 3-2-16,0 5-1 16,-3 2 0-16,-6 18 2 15,-6 5 1-15,-3 3 2 16,6 0-6-16,-3 4 0 16,12 16-4-16,3 1 4 15,-6-1 5-15,12-1-4 16,2-5 0-16,1-5-1 15,0-5-1-15,0 0-4 16,6-4-1-16,-6 0-1 0,15-11 7 16,-4-16 4-1,-5-8 0-15,-6-3-2 16,-9-4 0-16,-9-5 0 0,0-9 1 16,-9 1 0-16,0 9 1 15,0 8 11 1,0 11 12-16,0 15 15 0,0 10 10 15,0 2-11-15,-3 0-22 16,-6 7-19-16,0 19-13 16,-6 15 12-16,6 6 0 15,9 6-1-15,0 2 1 16,0-8 1-16,9-4-8 16,24-7-1-16,6-8-12 15,3-9 6-15,-1-9-12 16,-11-10 2-16,6 0 8 0,-3-10-1 15,9-23 18 1,-6-11 2-16,-10-5 1 0,-8-2 2 16,0 2-3-16,-18 6 2 15,9 13 1-15,-9 13 8 16,0 10 17-16,0 7 7 16,0 0-9-16,0 4-28 15,0 20-10-15,0 10 6 16,0 4 4-16,0-1 3 15,6 0-2-15,3-7-1 16,3-8 1-16,-3-8-1 16,0-8-1-16,-3-6-3 0,-3 0 0 15,6 0-8-15,6-1 4 16,3-13 4-16,0 2 4 16,0 5-3-16,-3 7 2 15,-6 0-2-15,8 0-5 16,10 2 0-16,0 10 8 15,15 2 0-15,-12-2 0 16,-3-3 0-16,-3-1-14 16,-6-7-16-16,-1-1-16 15,1 0-10-15,-9 0-21 0,-3 0-63 16,-6-1-16 0,0-11-181-16</inkml:trace>
  <inkml:trace contextRef="#ctx0" brushRef="#br0" timeOffset="16747.21">12046 13376 563 0,'0'0'594'0,"0"0"-446"0,0 0-82 0,0 0-56 16,0 0-10-16,0 0-7 0,263-56-7 15,-162 47-63 1,22-1-165-16,8 1-320 0</inkml:trace>
  <inkml:trace contextRef="#ctx0" brushRef="#br0" timeOffset="16964.73">14172 13320 1202 0,'0'0'145'16,"0"0"2"-16,0 0-41 0,0 0-87 15,0 0-9 1,0 0 5-16,39 89-9 0,-39-55-6 16,0 5 0-1,-27 9-25-15,-9-4-141 0,0-2-141 16,10-8-471-16</inkml:trace>
  <inkml:trace contextRef="#ctx0" brushRef="#br0" timeOffset="18312.49">14928 13492 961 0,'0'0'260'16,"0"0"-59"-16,0 0-27 16,0 0-114-16,0 0-60 15,0 0 4-15,-36 57-4 0,54-15 14 16,0-3-6 0,0-6-1-16,-4-8-5 15,-5-12 1-15,-9-6-3 0,0-7 5 16,0 0 5-16,0-5 42 15,-6-26 20-15,-29-14-62 16,-1-17-9-16,3-11 7 16,15-7-7-16,9 7 4 15,9 12-4-15,0 13 2 16,0 16 11-16,0 21-4 16,0 8 9-16,0 3-19 15,9 17-3-15,33 18-2 16,18 10 3-16,-13 3 3 0,4 1-1 15,0-7 4 1,-12-8-3-16,-6-10-1 16,-7-10 1-16,-11-10-1 0,-6-4-1 15,-6 0 1-15,3-16 2 16,12-22 11-16,-6-16-11 16,12 0-1-16,-6 1 0 15,-9 11 0-15,0 8-1 16,0 18 1-16,-9 8 2 15,0 8 1-15,0 0-4 16,9 0-10-16,6 28-1 16,6 6 11-16,14 10 3 15,-2 6-3-15,9 1 0 16,-3 0 1-16,3 2-1 16,2-10 0-16,-2-7-2 15,3-6-7-15,-9-11-12 0,6-5 2 16,-12-10-11-1,2-4-3-15,10 0 12 16,-6-15 14-16,0-13 7 0,0-2 2 16,-3 0-2-16,-12 1 4 15,-7 3-4-15,-5 2 4 16,-9 2-2-16,0 6 4 16,0 7 6-16,0 4 16 15,-15 2-6-15,-11 3-7 16,-1 0-15-16,-9 17-1 15,3 8-4-15,12 8 3 16,3-3 2-16,18-1 0 16,0-3-1-16,0-2-1 0,9-6 0 15,27-1 1 1,9-7-5-16,23-2-4 0,4-8 4 16,6 0-10-16,-1 0 6 15,-2-26 8 1,-6 2-6-16,-7-8 7 0,-5 1 1 15,-18 0 3-15,-15 5-2 16,-15 4 0-16,-9 9 7 16,0 3 12-16,-6 7 7 15,-24 3-17-15,-12 0-3 16,-3 3-5-16,10 16-4 16,-1 2 0-16,12 1 1 15,6-1-2-15,18-4-1 0,0-3-1 16,0-7-6-16,9-5-22 15,33-2-10-15,-6 0 8 16,-1-11 16-16,7-18 16 16,-6-4 1-16,-18-6 2 15,-6-7 0-15,-12-5 2 16,0-11 1-16,0-2-1 16,-18 9 8-16,0 15 9 15,0 21 4-15,6 14 10 16,-3 5 9-16,6 2-31 15,9 25-9-15,-9 12-2 16,9 6 0-16,0 6 0 16,0 2 1-16,18 4 0 15,9 3-1-15,-3-8-1 0,3-3-34 16,0-13-86 0,9-10-59-16,8-12-83 0,1-14-92 15,15 0-425-15</inkml:trace>
  <inkml:trace contextRef="#ctx0" brushRef="#br0" timeOffset="18463.93">17119 13537 309 0,'0'0'729'0,"0"0"-478"0,0 0-77 0,0 0-45 16,0 0-78-16,0 0-38 0,24 12 0 0,-15 7-9 0,-9 7-4 15,0 5 0-15,-6 9-73 16,-38 1-207-16,-19-3-392 15</inkml:trace>
  <inkml:trace contextRef="#ctx0" brushRef="#br0" timeOffset="20030.43">18084 13054 648 0,'0'0'204'16,"0"0"-104"-16,0 0 13 0,0 0-21 0,0 0-25 0,0 0-2 0,6-50-20 16,-6 23-1-1,0-1 10-15,0-1 7 0,-24 0-6 16,-15 3-9-16,-3 8-13 16,7 6 2-16,17 6-28 15,0 6 16-15,9 0-19 16,0 23-4-16,0 29 0 15,3 21 5-15,6 16-3 16,0 12 0-16,15 10 14 16,12 7 8-16,0-2-12 15,0-1 5-15,5-9-13 16,-5-14 2-16,-6-4 10 0,-12-14-10 16,0-9-2-16,-3-20-4 15,-6-14 1-15,3-18-2 16,-3-7 7-16,0-6-5 15,0 0-1-15,0-6-1 16,0-15-5-16,-12-5-51 16,-21-4-9-16,12 0-48 15,3-2-85-15,3-4-4 16,7 0-94-16,-1-2-117 16</inkml:trace>
  <inkml:trace contextRef="#ctx0" brushRef="#br0" timeOffset="21165.21">17723 13625 627 0,'0'0'246'0,"0"0"-25"16,0 0-85-16,0 0-38 15,0 0-11-15,0 0-28 16,-96-24-21-16,96 24-24 16,9-2-11-16,42-6-1 15,21-3 10-15,14-6 1 16,4 0-9-16,-4 1 1 15,-8-2-5-15,-6 5-2 16,-13-4-2-16,-5 0-15 16,-3 1-4-16,-15 0 5 15,-3-1-1-15,-7 2 6 16,-8 1 5-16,-6 3 8 16,-3-2 0-16,-9 0 5 15,0 2-2-15,0 0-2 0,0-1 8 16,0 1-7-16,0 0 4 15,0-2 3-15,-9 3-2 16,-3-3 17-16,3 4-4 16,-9-1 5-16,1 3-2 15,2 1-1-15,-3 3 1 16,9 0-9-16,-6 3-3 16,3 0-9-16,-15 16-2 15,3 15 0-15,-12 13 0 16,18-1-6-16,18-5 6 15,0-4 0-15,0-6-2 16,0-9 1-16,9-10 0 16,15-3-2-16,-6-6-2 15,9 0 0-15,0-3 5 0,0-21 10 16,6-3-7 0,-16 2-3-16,-5 4 4 0,-3 11 2 15,-3 5-10-15,-6 5 4 16,0 0 0-16,3 0 0 15,15 5-9-15,0 13-3 16,6 4 12-16,12-3 2 16,-9 2-1-16,6-3 1 15,-6-7-2-15,-1-2 7 16,1-4-7-16,-3-5-7 16,-6 0 7-16,3 0 3 15,-6 0 1-15,12-21 2 16,-9-9-3-16,0 0-2 15,-3-3-1-15,-7 2 4 16,-5 4-4-16,-3 10 4 16,0 10-3-16,0 6 5 0,0 1 23 15,0 0-1-15,0 0-23 16,0 5-5-16,0 14-7 16,0 3 7-16,0 6 1 15,0-1 0-15,9 2-1 16,6-2 1-16,3-1-1 15,9-4 0-15,0-8-1 16,0-2 1-16,-3-8-1 16,-6-4 1-16,0 0-1 0,0 0 1 15,5-16 4 1,4-15 4-16,0-7-5 0,-6-7-1 16,-6 2-2-16,3 5 2 15,-18 6 0-15,0 14 1 16,0 7-2-16,0 10 3 15,0 1-2-15,0 0-2 16,0 0-5-16,0 13-4 16,-9 9 8-16,9 0 0 15,0 1 0-15,0 2-2 0,0-4 3 16,0-1-6 0,27 1 1-16,9-4-2 15,6 6-1-15,-7-4 5 16,7 0 0-16,-6-3 3 0,-6 1 0 15,-6-5 0-15,3-3-1 16,-12-6-3-16,-7-3-6 16,-5 0-33-16,-3 0-10 15,0 0-33-15,0 0-35 16,-8 0-97-16,-37-11-159 16</inkml:trace>
  <inkml:trace contextRef="#ctx0" brushRef="#br0" timeOffset="21363.14">18398 13084 562 0,'0'0'545'0,"0"0"-361"0,0 0-112 0,0 0-36 0,0 0-28 16,0 0-8-16,23-71-2 15,-2 76-23-15,6 19-55 16,-3 6-169-16,3 7-256 16</inkml:trace>
  <inkml:trace contextRef="#ctx0" brushRef="#br0" timeOffset="24396.95">17549 13727 692 0,'0'0'311'0,"0"0"-164"16,0 0 5-16,0 0-67 0,0 0-20 0,0 0-37 0,0 0-26 15,0 17 2-15,0 11 23 16,0 1 0-16,0 0-5 15,0-6-7-15,0-4-8 16,0-4 4-16,0-10-9 0,-3-2 6 16,-2-3 1-16,2 0 4 15,-6-10 29-15,3-14-13 16,3 0-25-16,-3 5-8 16,6 7 4-16,0 8-1 15,0 4-1-15,0 0 1 16,0 6-14-16,24 13 13 15,11 2 2-15,1 1-1 16,-3-2 1-16,-12-8-31 16,3-1-53-16,-6-6-74 15,0-5-43-15,-3 0-115 16,-12-5-316-16</inkml:trace>
  <inkml:trace contextRef="#ctx0" brushRef="#br0" timeOffset="25034.12">16594 12673 871 0,'0'0'250'0,"0"0"-61"0,0 0-30 0,0 0-36 0,0 0-67 0,0 0-26 0,0-48-30 0,9 75 6 0,24 5-3 15,12 4 9-15,-10 1-12 16,-2-7 2-16,-6-6-1 15,-9-10-1-15,-3-10-1 16,-6-4 0-16,0 0-4 16,3-11 5-16,3-23 2 15,-6-6 2-15,0-2 0 16,-6 5-1-16,-3 9 2 16,0 11 13-16,0 11 9 15,0 6 6-15,0 0-2 16,0 15-29-16,0 19 4 0,0 16-6 15,0 10 0-15,6 9 3 16,3 7-2-16,-9 3 0 16,8-9-1-16,-8-10-41 15,9-16-86-15,9-21-90 16,0-16-56-16,9-7-173 16</inkml:trace>
  <inkml:trace contextRef="#ctx0" brushRef="#br0" timeOffset="25529.33">17099 12987 579 0,'0'0'282'16,"0"0"-129"-16,0 0-34 0,0 0-58 15,0 0 12 1,0 0-25-16,12-38-8 0,5 10-3 16,1-4 17-16,-3-4 6 15,-6 1-12-15,-9 4-14 16,0 11 3-1,0 10 6-15,0 6-1 0,0 4-10 16,0 0-15-16,-18 12-17 16,3 21-10-16,-3 8 9 15,7 2 0-15,5-4 1 16,6-1-7-16,0-8 7 16,0-6-9-16,23-10-3 15,4-7-16-15,9-7 12 16,0 0-2-16,-3-14 18 15,3-15 5-15,0-10-5 16,-4-4 0-16,-2 1 5 16,3 10-5-16,-15 8 2 0,-9 11-2 15,0 12 0 1,0 1 0-16,6 0-4 0,-3 16 4 16,12 7 5-16,-6 1-3 15,-10 1 11-15,-8-4-9 16,0 0 1-16,0 1 2 15,0-5-5-15,-32-3 4 16,-4-5-2-16,0-4-1 16,0 5-3-16,3-1-45 15,12 5-122-15,6 2-90 0,15 1-202 16</inkml:trace>
  <inkml:trace contextRef="#ctx0" brushRef="#br0" timeOffset="25698.68">17803 13056 972 0,'0'0'249'0,"0"0"-126"0,0 0-40 0,0 0-38 0,0 0-23 0,0 0-6 0,0 80-10 0,-9-29-6 15,-29 5-26-15,-13 6-179 16,-3 9-159-16</inkml:trace>
  <inkml:trace contextRef="#ctx0" brushRef="#br0" timeOffset="29049.23">11413 13380 402 0,'0'0'183'0,"0"0"-62"0,0 0 24 0,0 0-38 0,0 0-20 16,0 0-21-16,0 0-12 0,-6 0 2 15,6 0-2-15,0 0-11 16,0 0-15-16,0-9-10 15,6 1-16-15,21 1 6 16,0 0-7-16,5 0 0 16,-2 2 0-16,3 0-1 15,0 2-4-15,-6 3-6 0,0 0-22 16,9 0-60-16,-9 10-134 16,5 7-177-16</inkml:trace>
  <inkml:trace contextRef="#ctx0" brushRef="#br0" timeOffset="-17438.65">1881 10981 649 0,'0'0'240'0,"0"0"-120"16,0 0 19-16,-257 120-58 0,215-102 1 0,16-3-17 15,17-7-16-15,9-8-12 16,0 0-13-16,0 0-17 15,0 0-7-15,17 0 0 16,52-30 5-16,21-12 18 16,23-18-3-16,10-7-16 15,-1-3-4-15,-8 2 1 16,-28 11 0-16,-32 14 6 16,-18 12-7-16,-27 13 3 15,-9 5 5-15,0 5-3 16,-18 7-4-16,-33 1 0 15,-12 0-1-15,4 0 1 16,-4 0-1-16,0 7 0 16,9 4 4-16,13-2-1 15,23-7 22-15,18-2 2 0,0 0-1 16,0 0-9-16,0 0-7 16,0 0-3-16,0 0-6 15,44 0 3-15,7-7-4 16,3-1 5-16,9 3-3 15,-13 5-2-15,-5 0 0 16,-12 0 0-16,-6 8 1 16,-9 14 1-16,0 1-4 15,0 6 7-15,-9 7 1 16,-9 8-6-16,0 16-33 16,0 11-49-16,-27 8-59 15,3 0-77-15,6-5-132 16</inkml:trace>
  <inkml:trace contextRef="#ctx0" brushRef="#br0" timeOffset="39988.32">21587 2659 601 0,'0'0'290'0,"0"0"-146"0,0 0-91 0,0 0-19 0,0 0 16 16,0 0-17-16,0 0-4 15,0 0 6-15,218-74-12 16,-191 70-11-16,14-1-2 16,-11 3-1-16,-3-1-7 15,-3 3 1-15,-6 0-2 16,6 0-1-16,-6 0 0 16,-9 0-1-16,9 10 2 15,-6 7 3-15,-3 2-1 16,6 5 14-16,-7 3-6 0,-5 8 8 15,3-1-1 1,-6 4-5-16,0 3-2 0,9 2-2 16,0 1-2-1,0-2 1-15,0 3-3 0,6 1 2 16,-12-1 1-16,3 0 1 16,3 0-4-16,-6 1 4 15,6-1 1-15,0-3-9 16,0 2 7-16,-3-3-6 15,-3-2-1-15,6-1 13 16,-3 0-10-16,-3-4 4 16,3 0-8-16,3-4 2 15,-9 3-2-15,9-3 8 16,-9 0-8-16,9-1 3 16,-9-4 7-16,0 3-9 0,0 0 2 15,0 2-3-15,0-1 3 16,0 1-1-16,0-2-1 15,0-1 0-15,0 0-1 16,0-3 0-16,0-2 5 16,0-2-9-16,0 1 5 15,0 2-1-15,0-4 0 16,0-2 4-16,0-3-8 16,0 3 8-16,0-3-6 15,0 0 4-15,0 0 2 16,0 0-4-16,0 2-1 15,0-1 0-15,0 0 2 0,0-1-1 16,-9-2 1 0,9 2 2-16,0 0-2 15,-9-2-1-15,9 3 0 16,0 2 0-16,0-3-1 0,0 0 1 16,-9 1 0-1,9-3 0-15,-6-1 1 0,3-5-1 16,3 0 0-16,-6-1 2 15,6-5 2-15,0 0-1 16,-3 2 21-16,-3-2 11 16,-12 5 1-16,-3-1 0 15,-15 4-16-15,-11-3-7 16,11-1-1-16,-3 1 5 16,-9 0-7-16,9-5-3 0,-3 0-3 15,7 0-1 1,2 0 4-16,15 0-14 0,9 0-7 15,9 0-54-15,0 0-100 16,0-5-185-16,0-11-692 16</inkml:trace>
  <inkml:trace contextRef="#ctx0" brushRef="#br0" timeOffset="41089">21664 5577 664 0,'0'0'207'0,"0"0"-12"0,0 0-96 0,0 0-34 0,0 0-15 15,0 0-21-15,-14-13-3 16,14 8-10-16,23-3-2 16,22-4 6-16,9 1-11 15,-3 2-4-15,8 2-5 16,-11 5 2-16,-6 2-1 15,0 0-1-15,-12 0 0 16,-6 0 0-16,-12 0 0 0,-4 14 1 16,-8 7 4-1,0 3 4-15,0 1-4 0,0 2 21 16,-3 3-14-16,-14 3 0 16,2 2-5-16,3 4-4 15,6-4 1-15,3-2-4 16,3-1 4-16,0-6-4 15,0-5 4-15,0-2 0 16,0-5-1-16,0-2 0 16,0-4 1-16,0-7 2 0,-6 3 5 15,-6-4 4 1,-12 0 17-16,-18 0 19 0,3 0-29 16,-5 0-22-1,2 0 11-15,15 0-11 0,3 0 0 16,12 0-18-16,12 0-45 15,0 0-129-15,0 0-182 16</inkml:trace>
  <inkml:trace contextRef="#ctx0" brushRef="#br0" timeOffset="42680.71">21623 6744 378 0,'0'0'242'0,"0"0"-106"0,0 0-57 0,0 0 3 0,0 0 7 16,0 0-36-16,0 0-9 15,15 2 7-15,2-2 6 16,10 0 1-16,0 0-24 16,9 0-6-16,-3-2-18 15,-6-3 11-15,9 5-8 16,-4-2-9-16,4-2-3 16,0 4 3-16,-9 0 1 15,6 0-4-15,-6 0-1 16,-6 0 1-16,3 13 0 15,2 3-1-15,-2 6 5 0,-3 3-4 16,-3 6 0-16,-3 7 3 16,-6 6 3-16,3 5-6 15,-6 3 19 1,6 9 5-16,-6-1-10 0,-6-1-11 16,18 0 10-16,-9 1 3 15,9 2-15-15,0-1 9 16,-4 0 4-16,7-2-2 15,-3-2-12-15,6-3 10 16,-15 1-9-16,15-4 13 16,-15-4-13-16,3 0 6 15,3-2 0-15,-3 1-8 0,-3-5 3 16,0 3 2 0,-3 4-5-16,3 0 2 0,-6 8 2 15,3 2 0-15,-6 2-2 16,9-1-1-16,-9-1 0 15,0-1-1-15,0 1 3 16,0-1 1-16,9-1 0 16,-9 1-2-16,8 1 2 15,-8-1-4-15,0-2 5 16,0 2-5-16,0-2 3 16,0 0-3-16,0-3 2 15,0-2-2-15,0-4 0 16,0 5 0-16,0-3 0 0,0-1 1 15,0-1-2 1,0-4 3-16,0-3-7 0,0-1 10 16,0-5-4-1,0-1-1-15,0-4-6 0,0-2 6 16,0 0 7-16,0 6-6 16,0-2-1-16,0 1-1 15,0 0-1-15,0 0 2 16,0-7 2-16,0-3 1 15,0-4-3-15,-8-6 1 16,8 0-1-16,0-5 0 16,0-2 1-16,0-4-1 0,0 3 1 15,0-3 0 1,-9 5 2-16,0 2 0 0,-9 2 2 16,0 2-1-16,-6-1 2 15,-3-2-3 1,-9-3 11-16,-9-2 1 0,-14-3 7 15,-13 0-2-15,-6 0-5 16,-8 0 6-16,-1-10-12 16,15-2-7-16,10 3-2 15,11-1 0-15,15-2-6 16,9 2 6-16,18 4-5 16,0-1-45-16,9 0-77 15,0-9-134-15,0-2-231 16</inkml:trace>
  <inkml:trace contextRef="#ctx0" brushRef="#br0" timeOffset="52241.58">6005 7044 966 0,'0'0'202'0,"0"0"-71"0,0 0-44 0,0 0-14 16,0 0-33-16,0 0-30 15,0 0 27-15,-9 0-26 16,18 18 4-16,12 9 25 15,6-4-15-15,-9-1-8 16,-3-3-1-16,2-8-3 0,-8-3-8 16,-9-6 3-16,9-2-1 15,-9 0 2-15,9 0 3 16,6 0 1-16,6-23 6 16,15-12-16-16,6-7 4 15,18-3-7-15,-16 5 0 16,10 4-4-16,-12 7-15 15,-6 7-26-15,-9 9-21 16,-9 6-39-16,-4 7-70 16,-5 0-55-16,-9 4-127 0</inkml:trace>
  <inkml:trace contextRef="#ctx0" brushRef="#br0" timeOffset="54154.72">5990 8484 643 0,'0'0'226'0,"0"0"-69"0,0 0-65 0,0 0-16 16,0 0-17-16,0 0-24 16,0 0-19-16,0 0 15 15,0 0 1-15,0 0 1 0,0 0-7 16,0 0-5-1,0 0-10-15,0 0-8 0,0 3-3 16,0 9 3-16,18 4 2 16,6 3 7-16,-6-3-3 15,0-1-3-15,-9-7 3 16,0-4 0-16,-9-4-8 16,9 0 9-16,-9 0-5 15,8 0 10-15,10-10 1 16,15-23 0-16,6-13-5 15,3-6-8-15,9-3-3 16,-7 6-1-16,-8 4-4 16,0 11-49-16,-3 8-28 15,-12 9-1-15,-6 10-28 0,-6 7-75 16,-9 0-82-16,0 0-94 16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4:04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98 8292,'0'0'10797,"-15"0"-10064,-70 0 174,60 0 3984,87-3-4209,91-16-1,4-2-371,65-1-264,167-8 97,-379 28-1991,-11 2 1579,0 0 0,-1 0 0,1 1-1,0-1 1,-1 0 0,1 1 0,0 0 0,0-1-1,-1 1 1,1-1 0,0 1 0,0 0 0,0 0-1,0 0 1,-2 2 0,-10 9-4506,4-1-3805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4:06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88 1601,'0'0'7096,"-10"-6"-6712,-31-18-173,40 23-211,0 0 1,0 1-1,0-1 0,1 0 0,-1 0 0,0 1 0,0-1 1,1 0-1,-1 0 0,0 0 0,1 0 0,-1 0 1,1 0-1,-1 0 0,1 0 0,0 0 0,-1 0 0,1 0 1,0-1-1,0 1 0,0 0 0,0 0 0,0 0 0,0 0 1,0 0-1,0 0 0,0 0 0,1-1 0,-1 1 1,0 0-1,1 0 0,-1 0 0,1 0 0,-1 0 0,1 0 1,-1 0-1,1 0 0,0 1 0,-1-1 0,1 0 0,0 0 1,0 0-1,0 1 0,0-1 0,-1 0 0,1 1 1,2-2-1,4-6-4910,-7 5 2664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4:17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32 175 9524,'0'0'8049,"-7"1"-7785,6-1-278,-20 4 407,18 0 138,16 0 243,52 6 170,71 1 1,-3 0-846,740 16 30,-611-29-69,506-13 134,264 4-12,-978 12-160,159 4-35,238-24-1,312-31 427,132-25 292,371 11 335,-1260 63-805,0 1 1,0-1-1,0 0 1,0 0-1,0-1 0,0 0 1,-1 0-1,9-4 0,-65 7-1534,6 8-1964,1 0-2305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6:24:18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86 13814,'0'0'1180,"-17"-2"436,-8 0-760,15 2-279,-1-1 0,1 0-1,0 0 1,0-2 0,0 1-1,-16-7 1,24 9 674,10 0-346,1603-31 706,-1610 31-1459,-1-1-149,0 0 0,0 0 0,0 0 0,-1 0 0,1 0 0,-1 1 0,1-1 0,-1 0-1,1 0 1,-1 0 0,1 0 0,-1 0 0,0 1 0,1-1 0,-1 0 0,0 0 0,0 1 0,0-1 0,1 1-1,-1-1 1,0 1 0,0-1 0,0 1 0,0-1 0,0 1 0,0 0 0,0-1 0,-1 1 0,-35-6-2074,30 6 1395,-33-4-4986,-4 1-7514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09T06:32:05.3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7426 8861 992 0,'0'0'213'0,"0"0"-98"0,0 0-58 0,0 0 4 0,0 0-40 16,0 0-19-16,0 0-1 15,27 30 17-15,54-20 0 0,5-5 2 16,10-5-12-16,0 2 4 16,-1-2-8-16,1 0-1 15,-7 0-2-15,-11 0-1 16,-15 0 1-16,-13-2-1 16,-20-1-1-16,-12 1-2 15,-9 2-10-15,-3 0-14 16,3 0-25-16,-9 0-41 15,9 0-40-15,0 0-100 16,15 0-233-16</inkml:trace>
  <inkml:trace contextRef="#ctx0" brushRef="#br0" timeOffset="870.13">10651 8741 781 0,'0'0'194'0,"0"0"-85"0,0 0 31 0,0 0-47 16,0 0-18-16,0 0-33 15,0 0-21-15,-41-5-6 16,47 5-15-16,56 0 12 16,16-4 6-16,17-2-7 15,4 2-6-15,-3-1-1 16,2 5-1-16,-11 0-2 0,-10 0-1 16,-14 0-1-1,-12 0-1-15,0 0-7 16,-22 0-22-16,4 0-31 0,-6 0-9 15,6 0-96-15,-3 0-76 16,-3 0-444-16</inkml:trace>
  <inkml:trace contextRef="#ctx0" brushRef="#br0" timeOffset="2116.44">3078 10306 1032 0,'0'0'114'16,"0"0"-24"-16,0 0 10 0,0 0-17 0,0 0 7 0,0 0-42 15,-77-17-32-15,77 11-15 16,27-3 0-16,50-7 3 15,19-1 0-15,11 0 3 16,7 4-3-16,-1 1 0 16,-14 4-4-16,-13-1 0 15,-8 1 2-15,-24 6-2 16,0 0 1-16,-22 2-1 16,-14 0-2-16,-9 0 1 15,0 0-8-15,-9 0-11 16,9 0-10-16,-9 0-37 15,15 6-25-15,-6 7-31 16,3 4-76-16,-3-2-156 0</inkml:trace>
  <inkml:trace contextRef="#ctx0" brushRef="#br0" timeOffset="3100.06">8845 10156 1015 0,'0'0'212'0,"0"0"-125"0,0 0-48 0,0 0 7 0,0 0-9 16,298-57 0-16,-139 37-22 15,14 3-5-15,-15 4-3 16,-15 6-6-16,-11-1 4 16,-19 6-4-16,-17-1 1 0,-10 1-1 15,-17 2-1 1,-21 0-2-16,-6 0-2 0,-15 0-20 16,-12 0-20-16,-12 0-28 15,3 0-26-15,-6 0-125 16,0 10-123-16</inkml:trace>
  <inkml:trace contextRef="#ctx0" brushRef="#br0" timeOffset="28416.45">4813 10179 825 0,'0'0'188'0,"0"0"-35"0,0 0-39 0,0 0-17 16,0 0-23-16,0 0-36 16,0 0-25-16,39 0-2 15,66-13 27-15,32-8 4 16,24 3-19-16,13-5-13 16,17-2-4-16,-6 2-4 15,-27 1 2-15,-18 2-2 16,-26 6-4-16,-27 5 6 15,-34 2-2-15,-2 2-2 16,-21 2-4-16,-3-1 3 16,-12 4-32-16,3 0-47 0,0 0-82 15,-18 0-27-15,0 0-133 16</inkml:trace>
  <inkml:trace contextRef="#ctx0" brushRef="#br0" timeOffset="32350.76">11825 10290 693 0,'0'0'151'0,"0"0"-16"0,0 0-67 0,0 0 17 16,0 0-39-16,0 0-22 16,0 0-20-16,0 0 3 15,18 0 4-15,15 8 0 16,-6 1 26-16,8 5 16 15,-8-3-20-15,15-2-10 16,-12 1-1-16,12-9 0 0,3-1 0 16,14 0-2-1,4-13 10-15,27-28-8 0,11-13-9 16,7-14-9 0,5-2-4-16,1 1-7 0,-1 1 6 15,-8 9-62 1,-1 7-76-16,-14 4-24 0,-19 7-178 15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09T06:32:46.6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6295 5731 646 0,'0'0'291'0,"0"0"-124"16,0 0-27-16,0 0-81 0,0 0 5 0,0 0-25 0,0 0-26 15,-27-5-11-15,63 0 1 16,17-3 5-16,43 0 24 15,11-4-1-15,22 0 10 16,14 0-21-16,21-1 1 16,4 1-20-16,14 2 4 15,12 0-4-15,27-2 0 16,6 1 4-16,9-4-4 16,-6 1-1-16,-21 1-6 15,-18 2 5-15,-33 2 1 16,-18 1 0-16,-26 4 0 15,-34 1 4-15,-20 0-9 16,-15 3 12-16,-12 0-7 0,-12 0 0 16,-3 0 1-16,-9 0 14 15,0 0-12-15,-3 0 5 16,-6 0-7-16,0 0 5 16,0 0-4-16,0 0-2 15,0 0 0-15,0 0-31 16,0 0-71-16,0 10-64 15,0-2-163-15</inkml:trace>
  <inkml:trace contextRef="#ctx0" brushRef="#br0" timeOffset="4398.89">12885 5784 879 0,'0'0'94'0,"0"0"-17"0,0 0 26 0,0 0-52 16,0 0 26-16,0 0-55 15,0 0-22-15,0 0 1 16,272-58 0-16,-105 51 0 15,9 0-1-15,0 3 7 16,7 1-4-16,-10-1-2 16,-15 0 8-16,-33 3-8 15,-20 1-1-15,-36 0-1 16,-25 0 1-16,-11 0 0 16,-21 0 2-16,-3 0-2 15,-9 0 6-15,0 0-5 16,0 0 0-16,0 0 1 15,0 0-2-15,0 0-25 0,0 0-127 16,0 0-176-16</inkml:trace>
  <inkml:trace contextRef="#ctx0" brushRef="#br0" timeOffset="22700.37">3517 8319 577 0,'0'0'239'0,"0"0"-86"0,0 0-20 0,0 0-21 16,0 0-25-16,0 0-7 15,0 0-12-15,-32 0-21 16,32 0 2-16,0 0-5 16,0 0-20-16,0 0 0 15,0 0-10-15,0 0-4 16,9 0-9-16,26 0 0 16,16 0 3-16,21 0-3 0,5 0-1 15,1 0 4-15,9 0-4 16,-16 0 0-16,7 0-3 15,-15 0 0-15,-13 0-5 16,-5 0-4-16,-9 0-11 16,-18 0-8-16,0 0-23 15,-12 0-11-15,-6 0-54 16,0 3-21-16,-24 7-138 16,-12-6-597-16</inkml:trace>
  <inkml:trace contextRef="#ctx0" brushRef="#br0" timeOffset="27282.05">5927 8436 744 0,'0'0'156'0,"0"0"-44"0,0 0-12 0,0 0-21 0,0 0-5 16,0 0-41-16,0 0-13 0,-24 3-7 15,57-3-2-15,45 0 12 16,20 0 31-16,34-11-24 15,8-6-13-15,9 2-10 16,1 0 10-16,-10 4-10 16,-8 1-3-16,-22 5-4 15,-29 3 1-15,-10 0-1 16,-20 2 0-16,-24 0 1 16,-9 0-2-16,-9 0 4 15,0 0-3-15,-9 0 3 16,0 0-3-16,0 0-1 15,0 0 1-15,0 0-19 16,0 0-64-16,0 0-84 0,-18 11-175 16</inkml:trace>
  <inkml:trace contextRef="#ctx0" brushRef="#br0" timeOffset="60366.65">9206 7925 861 0,'0'0'201'0,"0"0"-105"0,0 0-72 0,0 0-17 0,0 0-3 16,0 0 22-16,0 0 25 15,87 55-12-15,-69-32 21 16,6 3 6-16,-7-3-9 16,-8-3-22-16,3-5-14 15,-3-6-6-15,6-5-7 16,-6-4-1-16,-9 0-2 15,9 0 3-15,0-4 11 16,18-25-2-16,24-11-3 0,2-11-8 16,16 2-5-16,-6 2 0 15,-3 3-1-15,-13 6-8 16,-5 5 0-16,-6 9-33 16,-18 10-21-16,-3 9-58 15,-6 5 20-15,9 0-58 16,-9 0-106-16,0 9-249 15</inkml:trace>
  <inkml:trace contextRef="#ctx0" brushRef="#br0" timeOffset="61592.21">3553 9513 935 0,'0'0'83'0,"0"0"-28"0,0 0 22 0,0 0-27 0,0 0-18 15,0 0-11-15,54 0-7 16,24 0 18-16,17-8 8 15,13 6-23-15,14 2-13 16,-2 0-4-16,-4-3 7 16,-2 1-15-16,-10 2 9 15,-14-2-1-15,-13 2 0 16,-14 0-11-16,-12 0-34 16,-6 0-68-16,-10 0-62 15,-17 13-174-15</inkml:trace>
  <inkml:trace contextRef="#ctx0" brushRef="#br0" timeOffset="62320.12">3055 10651 662 0,'0'0'144'0,"0"0"-37"0,0 0-1 0,0 0-12 0,0 0-21 16,0 0-38-16,-54-54-17 16,54 54-5-16,0 0-9 15,36 0 7-15,23 0 7 16,4 0-12-16,9 6-5 15,-4 2 0-15,1-5 1 16,-6 3 0-16,0-1-2 16,-4-5 0-16,4 3-4 15,-3 1-54-15,-7-1-88 16,-11 8-86-16,-12 1-132 16</inkml:trace>
  <inkml:trace contextRef="#ctx0" brushRef="#br0" timeOffset="62966.03">2932 11946 707 0,'0'0'210'0,"0"0"-150"0,0 0 37 0,0 0-13 0,0 0-10 16,0 0-60-1,-27-23-14-15,87 23 0 0,12 0 6 16,23 7 0 0,4 3-5-16,5-2 8 0,10-1-9 15,-10 0-1-15,4 1-31 16,-13 0-98-16,-17-2-110 16,3-1-283-16</inkml:trace>
  <inkml:trace contextRef="#ctx0" brushRef="#br0" timeOffset="65549.63">6960 9409 814 0,'0'0'194'0,"0"0"-124"0,0 0 51 0,0 0-43 0,0 0-3 16,0 0-9 0,0 0-30-16,-104-20-18 0,104 20-11 15,0 0-7-15,0 0 0 16,0 0-4-16,27 4 4 15,42 6 0-15,2 0 14 16,28-6 1-16,14 1-9 16,1-5-1-16,5 0 3 15,-11 0-7-15,-4 0 1 16,-23 0-2-16,-13 0 0 16,-14 0-6-16,-3 0 6 15,-15 0-2-15,-9 0-2 16,-9 0 3-16,-9 0-16 15,0 0-3-15,-9 0-21 16,0 0-14-16,0 0-20 16,0 0-3-16,0 0-58 0,0 0-80 15,0 0-244-15</inkml:trace>
  <inkml:trace contextRef="#ctx0" brushRef="#br0" timeOffset="66315.39">5396 10628 575 0,'0'0'236'0,"0"0"-140"0,0 0 64 0,0 0-62 0,0 0-16 0,0 0-24 15,-66-3-13-15,66 3-13 16,0-2-2-16,0 2 6 15,0-3-22-15,21 3 0 16,39-2 12-16,26-3-1 16,13 0 3-16,14 0-21 15,1-1 4-15,-1 5-11 16,4-5-2-16,-4 5 2 16,-11-2 6-16,-22 1-5 15,-8 2 1-15,-21 0-2 16,-24 0 1-16,-9 0-1 15,5 0-2-15,-20 0 2 16,3 0-2-16,-3 0-1 16,-3 0-12-16,0 0-18 0,0 0-46 15,0 0-55-15,6 0-44 16,-6 0-217-16</inkml:trace>
  <inkml:trace contextRef="#ctx0" brushRef="#br0" timeOffset="68049.31">5587 11986 521 0,'0'0'449'16,"0"0"-369"-16,0 0 54 0,0 0-26 0,0 0-40 16,0 0-8-16,0 0-36 15,-36 0-17-15,54 0-7 16,33 3 2-16,20-1 18 0,19-2 1 16,11 0-18-1,-2 0-3-15,6 0 5 0,8 0-3 16,-14 0 0-16,-13-2-2 15,-5-3-5-15,-21 5-19 16,-19-2-51-16,-11 2-39 16,-15 0-68-16,-6 0-161 15</inkml:trace>
  <inkml:trace contextRef="#ctx0" brushRef="#br0" timeOffset="74015.64">18923 8274 627 0,'0'0'241'0,"0"0"-65"0,0 0-43 0,0 0-26 0,0 0-2 16,0 0-43-16,0 0-19 15,0 0 8-15,9 20-11 16,18-13 0-16,6-4-18 16,3 1-10-16,23-4-9 15,4 0 5-15,9 0-5 16,-4-5-1-16,10-9-2 0,-15 2-43 15,8 0-124-15,-20 0-214 16</inkml:trace>
  <inkml:trace contextRef="#ctx0" brushRef="#br0" timeOffset="76800">15531 8349 624 0,'0'0'171'0,"0"0"-45"0,0 0 8 15,0 0-24-15,0 0-49 0,0 0-4 16,-164-3-27-16,164 0-6 15,0 3 4-15,0 0-23 16,0-1-4-16,0 1 0 16,44-6-1-16,31-2 4 15,15-1 3-15,23-2-3 16,10-3 2-16,2 1-6 16,-6-2 5-16,-11 2-3 15,-22-1-1-15,-5 0-1 16,-21 1 0-16,-15 4-11 15,-4 4-52-15,-23 1-44 16,9 2-62-16,-3 2-87 16,-15-5-177-16</inkml:trace>
  <inkml:trace contextRef="#ctx0" brushRef="#br0" timeOffset="77615.74">17959 8317 715 0,'0'0'169'0,"0"0"-1"0,0 0-49 0,0 0-38 0,0 0-2 16,0 0-33-16,35-36-20 15,28 14 0-15,24-3-15 16,17-5-11-16,19 5 4 16,17-4-8-16,15 7-23 15,-20 4-230-15,-31-3-694 16</inkml:trace>
  <inkml:trace contextRef="#ctx0" brushRef="#br0" timeOffset="90448.45">15937 9475 744 0,'0'0'137'0,"0"0"-4"0,0 0-43 15,0 0-14-15,0 0-12 16,0 0-33-16,0 0-24 0,0 0-7 16,15 0 0-16,92-5 15 15,34-7 5 1,5-3-5-16,3 4-8 0,1 1-5 16,-10 3 3-16,-18 0-2 15,-14 0-1-15,-21 2 3 16,-28 5-5-16,-23 0 4 15,-12 0-4-15,-15 0 0 16,-6 0 0-16,-3 0 0 16,0 0 0-16,0 0-3 15,6 0-23-15,-6 0-76 16,0 2-130-16,0 13-247 16</inkml:trace>
  <inkml:trace contextRef="#ctx0" brushRef="#br0" timeOffset="99468.71">14578 10505 809 0,'0'0'225'0,"0"0"-26"0,0 0-90 0,0 0-3 0,0 0-30 16,0 0-12-16,0 0-20 15,-39-7-7-15,39 7-15 16,0 0-10-16,0 0-6 16,27 0-6-16,45-2 0 15,41 0 2-15,37 2 11 16,8-4-13-16,15 4 0 15,6 0 0-15,-5 0 2 16,2 0-3-16,-21 0 1 16,-15 0-11-16,-17 8 11 15,-19 2-15-15,-23 0-14 0,-12 1-22 16,-22 3-27-16,1 3-52 16,-18 7-14-16,-12 0-137 15,-9-3-209-15</inkml:trace>
  <inkml:trace contextRef="#ctx0" brushRef="#br0" timeOffset="104148.69">17896 10663 352 0,'0'0'123'0,"0"0"-43"0,0 0 38 0,0 0 18 0,0 0-9 15,0 0-26-15,0 0-8 16,-149 4-8-16,140-4-13 16,9 3-29-16,0-3-21 15,0 0 5-15,0 0-13 16,0 0-7-16,0 0-7 15,29 0 4-15,40 0-4 16,27 0 11-16,8 0-1 16,4-14-9-16,11 1 5 15,-11-1-6-15,-1-1 0 16,-5 4 0-16,-22 2 3 16,-8-1-3-16,-12 1-6 15,-10 4-3-15,-20 2-18 0,-6 3-6 16,-15 0-21-1,0 0-43-15,-9 0-18 0,0 0-13 16,0 13-135-16,-9 8-82 16</inkml:trace>
  <inkml:trace contextRef="#ctx0" brushRef="#br0" timeOffset="105065.16">15259 11921 642 0,'0'0'76'0,"0"0"70"0,0 0-23 0,0 0-27 0,0 0-24 15,0 0-22-15,-27 0-25 16,45 0 13-16,45 0-5 16,35-5 29-16,31-10-13 15,20-4-26-15,27-5-5 16,15 5-5-16,3-3-2 16,-17 6-9-16,-19 4-1 15,-27 5-2-15,-20 7 2 16,-31 0-1-16,-8 0 0 15,-12 0 4-15,-18 0-2 16,-12 0-2-16,-4 4-4 0,-11 2-15 16,3 1-15-16,-18 2-45 15,9 4-50-15,-9-3-72 16,0 3-168-16</inkml:trace>
  <inkml:trace contextRef="#ctx0" brushRef="#br0" timeOffset="109634.72">17818 12021 850 0,'0'0'118'0,"0"0"-46"0,0 0-42 0,0 0 20 0,0 0-7 0,0 0-35 16,0 0-7-16,117-4 13 15,-22-2-8-15,1 1 7 16,-7-1-13-16,-2 5-1 16,0-2 0-16,-1-2 2 15,-8 3 0-15,2-3-1 16,-17 3-11-16,-3-1-63 15,-15-1-136-15,-18-1-258 16</inkml:trace>
  <inkml:trace contextRef="#ctx0" brushRef="#br0" timeOffset="136365.79">14366 452 289 0,'0'0'782'0,"0"0"-603"0,0 0-27 0,0 0-27 0,0 0-23 15,0 0-29-15,0 0-43 16,-95-81-27-16,95 115-3 16,0 18 1-16,0 20 7 15,0 20 11-15,0 11 0 16,0 7-9-16,0-6-3 15,0-16-3-15,0-18-3 16,0-20 1-16,0-20-1 16,0-15-1-16,6-10 1 0,-6-5 0 15,0 0 6-15,0-20 22 16,0-23 9-16,-6-21-38 16,-21-26-1-16,0-15 0 15,0-7-1 1,3 1-1-16,12 15 3 0,3 14-1 15,9 19 1-15,0 13-3 16,0 18 3-16,0 9 0 16,0 6 0-16,0 7-1 15,0 3 0-15,0 3-4 16,0 4 5-16,0 0-15 16,0 0 10-16,0 0 3 15,0 0-6-15,0 0 7 16,0 0 0-16,0 0 0 15,18 0 1-15,0 11-2 16,3-1 2-16,3-1 0 0,3 4 0 16,-3-2 0-1,3 1 0-15,2 5 0 0,4 0-3 16,0 1 3-16,-3 3 0 16,6 2 0-16,-3 3 0 15,-7-1-1-15,-2 0-2 16,-12-5-1-16,-6 2 4 15,-6 3 1-15,0-5 2 16,-15 1 0-16,-20 1 1 16,-10-2-4-16,0-6 1 15,-6-4-3-15,15-1 2 16,3-5-8-16,7-1-17 16,8 2-31-16,9-5-42 15,9 0-45-15,0 0-40 0,0 0-39 16,0 0-224-16</inkml:trace>
  <inkml:trace contextRef="#ctx0" brushRef="#br0" timeOffset="136731.85">15140 266 968 0,'0'0'302'0,"0"0"-101"0,0 0-48 0,0 0-38 0,0 0-55 0,0 0-36 16,-126 1-22-16,117 49 4 15,-9 13 10-15,3 17 8 16,15 10-11-16,0 7-9 16,0 6-3-16,18-3-1 15,24-12-4-15,12-17-5 0,6-22-30 16,2-16-36 0,7-17-44-16,3-16-19 0,5 0-61 15,4-38-79-15,-12-11-271 16</inkml:trace>
  <inkml:trace contextRef="#ctx0" brushRef="#br0" timeOffset="137132.66">15829 667 688 0,'0'0'349'16,"0"0"-121"-16,0 0-108 16,0 0-45-16,0 0-52 15,0 0-4-15,0 73 40 16,0-34-17-16,0 2-11 0,9 1-9 15,0-2 0 1,-9-8-13-16,9-12-8 0,-9-8 1 16,0-9 10-16,0-3-5 15,0-7 50-15,0-31 21 16,0-17-47-16,-27-12-15 16,18-9-5-16,1 0-5 15,8 1-3-15,0 5 0 16,0 9-3-16,8 14 1 15,10 17-1-15,0 13 4 16,-9 14-1-16,9 3-3 16,18 0-8-16,15 33 4 15,17 16 4-15,4 10 1 16,-9 8-1-16,-12-3 2 16,-1-2-2-16,-20-3-12 15,-6-3-40-15,-15-7-36 0,-6-10-51 16,-3-16-76-16,0-18-97 15,0-5-276-15</inkml:trace>
  <inkml:trace contextRef="#ctx0" brushRef="#br0" timeOffset="137285.4">15874 774 795 0,'0'0'263'0,"0"0"-63"15,0 0-76-15,0 0-61 16,0 0-52-16,0 0-11 15,87-69 4-15,-24 59-9 0,5 7 0 16,-5 3-98-16,6 0-93 16,-1 0-282-16</inkml:trace>
  <inkml:trace contextRef="#ctx0" brushRef="#br0" timeOffset="137450.53">16669 692 760 0,'0'0'342'0,"0"0"-154"15,0 0-61-15,0 0-39 16,0 0 1-16,0 0-56 16,71 82-22-16,-68-39-10 15,-3 9-1-15,0 10-58 16,0 2-60-16,-9-5-224 16,-9-14-207-16</inkml:trace>
  <inkml:trace contextRef="#ctx0" brushRef="#br0" timeOffset="137715.18">17170 1009 1236 0,'0'0'187'16,"0"0"-86"-16,0 0-41 0,0 0-25 15,0 0-20 1,0 0-3-16,18 98 1 0,-18-51-6 16,0 2-4-16,0 4-3 15,0-11-32-15,0-9-42 16,0-11-114-16,-9-14-44 16,9-8-209-16</inkml:trace>
  <inkml:trace contextRef="#ctx0" brushRef="#br0" timeOffset="138165.34">17549 976 880 0,'0'0'264'0,"0"0"-130"0,0 0-55 16,0 0-11-16,0 0-23 16,0 0-29-16,0-3 13 15,0 3 9-15,0 0 7 16,0 0-21-16,0 0 27 16,0 0 9-16,0-23 11 15,0-14-30-15,0-12-18 16,-3-11-9-16,-2-4 2 15,5-2 0-15,0 4 1 16,0 12-12-16,5 9 9 16,13 13-12-16,-9 10 2 0,0 15-3 15,9 3-2 1,15 1-6-16,12 28 5 0,9 13 2 16,5 14 0-16,-5 6 1 15,-9 4-1-15,-9 2-4 16,-12 0-8-16,-15-15-7 15,0-13-34-15,-9-11-30 16,0-15-50-16,0-11-58 16,0-3-110-16,-9 0-236 15</inkml:trace>
  <inkml:trace contextRef="#ctx0" brushRef="#br0" timeOffset="138553.48">17672 909 95 0,'0'0'659'0,"0"0"-379"16,0 0-108-16,0 0-42 15,0 0-33-15,0 0-63 16,-9-105-14-16,60 86-19 16,11 0-1-16,7 3-5 15,0 4-5-15,-6 5-32 16,5 2-59-16,-23 5 29 16,9 0 25-16,-4 0 27 15,-14 0 17-15,-9 0 3 16,0 0 8-16,-9 2 8 15,9 14 20-15,-9 4-4 16,-3 3-19-16,3 3 14 0,-9 6-15 16,-3-1 3-16,-6 0 2 15,0 2-5-15,0-2 4 16,-6-2-2-16,-3-10-7 16,0-7 1-16,9-8-6 15,0-4 9-15,0 0 16 16,0 0 5-16,27 0-6 15,14-15-8-15,4-3-10 16,9 0-8-16,-3-8-5 16,2 6-33-16,7-1-126 15,-12-1-62-15,12 11-385 16</inkml:trace>
  <inkml:trace contextRef="#ctx0" brushRef="#br0" timeOffset="138749.66">19078 909 643 0,'0'0'427'0,"0"0"-249"0,0 0-50 16,0 0-19-16,0 0-23 0,0 0-34 0,-15 140-32 16,7-96 27-16,-10-4-41 15,-6 7-6-15,-3-3-22 0,6-9-70 16,-3-8-136-1,6-13-202-15</inkml:trace>
  <inkml:trace contextRef="#ctx0" brushRef="#br0" timeOffset="139182.62">19219 889 436 0,'0'0'862'0,"0"0"-636"16,0 0-160-16,0 0-63 16,0 0 31-16,0 0 28 15,12 146-24-15,-3-116-20 16,-3-4-6-16,-6-15-5 16,0-6-2-16,0-5 4 0,0 0-1 15,0-5 1-15,0-24 25 16,-24-16-23-16,3-14 5 15,-3-18-6-15,15-8 11 16,0 2-14-16,9 6-6 16,0 18 1-16,0 18 2 15,0 13-1-15,18 14 5 16,0 6 7-16,0 8-15 16,18 0-1-16,5 20-1 15,19 20 0-15,-3 8 2 16,-6 9 0-16,-10 5 0 15,-5 3-14-15,-18 0-11 16,0-7-45-16,-18-12-30 0,0-12-59 16,0-15-86-1,0-14-131-15,0-5-434 0</inkml:trace>
  <inkml:trace contextRef="#ctx0" brushRef="#br0" timeOffset="139233.47">19219 889 910 0</inkml:trace>
  <inkml:trace contextRef="#ctx0" brushRef="#br0" timeOffset="139615.35">19219 889 910 0,'3'37'245'0,"-6"-51"-63"0,3-2-6 0,0-1-92 0,3-5-54 0,42-4-19 15,5-1-11-15,19 4-4 16,-6-1-6-16,8 9-41 0,-11 1-83 16,9 5-44-16,-15 3 37 15,-4 2 34-15,-20 4 53 16,-12 0 45-16,0 0 9 15,-3 0 33-15,-6 0 43 16,15 10 25-16,-12 2-35 16,12-1 7-16,-12 2 3 15,5-2-15-15,1 6-31 16,-3 0-16-16,3 2-4 16,-3-2 0-16,3 1-4 15,0-3 4-15,0-3 2 16,9-1 2-16,-9 1-11 15,15 1-3-15,-4 1-2 0,4 0 2 16,-6-1 2 0,-9 0 5-16,-18 2-4 0,0-1-3 15,0-5 2-15,-9 2 6 16,-27 2-1-16,-9-3-7 16,-14 1-8-16,8 0-35 15,-3 5-36-15,9-4-77 16,10-2-76-16,2-2-274 15</inkml:trace>
  <inkml:trace contextRef="#ctx0" brushRef="#br0" timeOffset="139865.76">20359 1000 1027 0,'0'0'343'0,"0"0"-159"0,0 0-135 0,0 0-36 15,0 0 7-15,0 0 9 16,18 114-28-16,-18-70 0 16,0-5-2-16,0-5-38 15,0-11-105-15,-9-12-117 16,9-11-303-16</inkml:trace>
  <inkml:trace contextRef="#ctx0" brushRef="#br0" timeOffset="140266.07">20607 881 901 0,'0'0'355'15,"0"0"-130"-15,0 0-150 16,0 0-64-16,0 0 44 15,0 0-19-15,51 150-11 16,-42-112-15-16,-9-11 1 16,0-7 1-16,0-12-9 15,0-8 2-15,0 0 2 16,0-4 9-16,0-20 7 0,-27-15-6 16,9-18-3-1,3-17 0-15,6-5-4 0,0-4 8 16,9 14-8-16,0 16 1 15,0 17 15-15,0 15-2 16,0 14-10-16,0 7 3 16,6 0-17-16,15 4-3 15,27 26 3-15,6 9 0 16,0 10 2-16,-4 2-4 16,-11 10-2-16,-12 1 1 15,-3-5 2-15,-15-4-28 16,0-13-29-16,-3-10-48 15,-6-11-30-15,0-6-83 0,0-13-125 16,-15 0-373 0</inkml:trace>
  <inkml:trace contextRef="#ctx0" brushRef="#br0" timeOffset="140749.15">20598 1014 752 0,'0'0'314'15,"0"0"-93"-15,0 0-91 16,0 0-45-16,0 0-68 15,0 0-15-15,51-48-2 16,3 33 2-16,-3 2 0 16,2-5-2-16,-2 5 0 15,-15-5-1-15,-3 5 1 0,-12-1 0 16,-6 2-1-16,-6 4 1 16,-6 6 6-16,3 2 41 15,-6 0-8-15,3 0-27 16,6 0 7-16,8 5-12 15,-2 8 2-15,12 10 2 16,-3 0-8-16,-3 4-3 16,3-7 1-16,-6 0-1 15,0-5 3-15,-9-9-3 16,0-3-12-16,0-3 0 16,9 0 1-16,-3-19 11 15,2-7 5-15,1-4 2 16,-9 5 13-16,3 4 9 0,-6 5-12 15,-6 12 16 1,0 1 1-16,0 3 10 0,0 0-31 16,0 0-12-16,0 15-1 15,0 11 0-15,0 8 5 16,0 4-12-16,0 5 1 16,0-1-33-16,0 2-16 15,0-4-83-15,0-9-101 16,0-7 48-16,0-15-545 15</inkml:trace>
  <inkml:trace contextRef="#ctx0" brushRef="#br0" timeOffset="141065.23">21554 382 1196 0,'0'0'276'0,"0"0"-71"0,0 0-75 0,0 0-36 16,0 0-39-16,0 0-46 16,6-11-8-16,21 83 10 15,6 13 4-15,-12 17 1 16,-7 12 6-16,-5 0-19 15,-9-3 0-15,0-15-3 0,0-19-7 16,0-17-8-16,0-14-19 16,0-21-33-16,3-7-52 15,12-14-45-15,12-4-86 16,15 0-189-16</inkml:trace>
  <inkml:trace contextRef="#ctx0" brushRef="#br0" timeOffset="141395.19">22456 702 916 0,'0'0'292'0,"0"0"-44"15,0 0-80-15,0 0-45 16,0 0-53-16,0 0-41 16,-248-35-29-16,188 73 1 15,15 8-1-15,19 5 5 16,11 4 0-16,15-3-5 16,0-4 1-16,32-10-1 15,31-7-4-15,15-8-3 16,11-14-16-16,13-5-47 0,-13-4-47 15,7-4-86 1,-9-23-203-16</inkml:trace>
  <inkml:trace contextRef="#ctx0" brushRef="#br0" timeOffset="141581.82">23008 800 542 0,'0'0'539'15,"0"0"-259"-15,0 0-90 16,0 0-91-16,0 0-22 15,0 0-34-15,0 31 14 16,0-5-30-16,9 3-19 16,-3 4-2-16,-6 2-6 0,0-3-3 15,0-4-66 1,0-4-70-16,9-15-131 16,0-9-212-16</inkml:trace>
  <inkml:trace contextRef="#ctx0" brushRef="#br0" timeOffset="141815.04">23155 480 1157 0,'0'0'350'0,"0"0"-120"16,0 0-102-16,0 0-78 15,0 0-32-15,0 0 1 16,86 92 12-16,-5-38-15 15,-4 9-13-15,-14 10-3 0,-18 5-1 16,-18 6-25-16,-27-5-42 16,0 0-22-16,-3-12-52 15,-51-5-76-15,-30-8-150 16,-20-5-599-16</inkml:trace>
  <inkml:trace contextRef="#ctx0" brushRef="#br0" timeOffset="142682.41">13885 1800 872 0,'0'0'242'0,"0"0"-172"0,0 0-50 0,0 0-15 0,0 0-5 0,0 0-2 16,192-13-45-16,-166 13-63 15,-26 18-40-15,0 15 84 16,0 12 26-16,-50 3 6 16,2-2 32-16,6-9 4 15,18-8 54-15,15-10 0 16,9-12 12-16,0-5 18 15,0-2-27-15,0 0 2 16,33 0-2-16,21-8-50 0,6-3-8 16,2-3-1-16,-8 3-61 15,6-2-213-15,-7 0-150 16</inkml:trace>
  <inkml:trace contextRef="#ctx0" brushRef="#br0" timeOffset="143085.93">14596 1869 806 0,'0'0'269'15,"0"0"-150"-15,0 0-77 16,0 0-10-16,0 0 37 16,0 0-13-16,-3 121-34 15,12-89-11-15,0-7-1 16,0-5-2-16,-9-9 1 15,0-6-6-15,0-5-2 0,0 0 7 16,0 0 45-16,0-9 36 16,-24-22-64-16,-15-18-8 15,-2-14 3-15,5-21 14 16,9-11-22-16,18-2-8 16,9 2-4-16,0 15 3 15,0 21-9-15,27 18 6 16,0 20-1-16,8 17 1 15,1 4-8-15,0 6-1 16,-3 31 7-16,-6 13 1 16,-12 5-1-16,-15 4 2 15,0 0 0-15,-51 1-5 0,-3-3-24 16,-5-5-82-16,14-10-88 16,12-12-55-1,24-14-262-15</inkml:trace>
  <inkml:trace contextRef="#ctx0" brushRef="#br0" timeOffset="143349.64">15259 1491 359 0,'0'0'662'0,"0"0"-409"0,0 0-49 16,0 0-31-16,0 0-94 0,0 0-51 0,-78 23-27 0,52 41 8 0,2 14 12 16,15 9-16-16,9 2-5 0,0-6-6 15,15-17 3-15,20-17-16 16,28-19-43-16,6-16-43 16,17-14-55-16,1 0-7 15,-6-35-64-15,-4-7-178 16</inkml:trace>
  <inkml:trace contextRef="#ctx0" brushRef="#br0" timeOffset="143698.1">15820 1760 629 0,'0'0'366'15,"0"0"-166"-15,0 0-153 0,0 0-29 16,0 0 8-16,-5 123 7 16,5-80-15-16,0-2-13 15,0-8 5-15,0-11-8 16,0-9 0-16,0-9 4 15,0-4 2-15,0 0 57 16,-3-17 63-16,-21-24-72 16,6-16-18-16,0-15-2 15,6-11-13-15,12-3-2 16,0 8-2-16,0 15-14 16,0 21 9-16,0 16-3 15,9 15 8-15,0 11-6 16,9 0-13-16,21 28-14 0,17 17 14 15,7 9 0 1,0 5 0-16,-13 7-1 16,-5-8-22-16,-18-3-23 15,-9-10-22-15,-9-11-32 16,-9-9-84-16,0-14-70 0,0-11-215 16</inkml:trace>
  <inkml:trace contextRef="#ctx0" brushRef="#br0" timeOffset="143865.04">15749 1855 114 0,'0'0'728'16,"0"0"-450"-16,0 0-116 0,0 0-85 15,0 0-44-15,0 0-14 16,98-99-17-16,-26 88-2 16,12 4-2-16,-4 7-72 15,1 0-92-15,-3 0-266 16</inkml:trace>
  <inkml:trace contextRef="#ctx0" brushRef="#br0" timeOffset="144015.57">16585 1738 662 0,'0'0'392'16,"0"0"-200"-16,0 0-94 16,0 0-20-16,0 0-11 15,0 0-9-15,69 100-38 0,-60-65-17 16,-3 4-3-16,-6-1-3 15,0-3-69-15,0-6-84 16,0-11-158-16</inkml:trace>
  <inkml:trace contextRef="#ctx0" brushRef="#br0" timeOffset="144315.23">17116 1569 696 0,'0'0'530'0,"0"0"-294"0,0 0-49 16,0 0-64-16,0 0-35 16,0 0-62-16,-35-53-22 15,35 93-4-15,18 15 1 16,8 7 1-16,-5 8-3 15,-15-1 1-15,3-5 0 16,-9-8-28-16,0-11-53 16,9-10-68-16,15-12-35 15,-3-13-71-15,-3-10-155 16</inkml:trace>
  <inkml:trace contextRef="#ctx0" brushRef="#br0" timeOffset="144565.75">17785 1702 869 0,'0'0'343'15,"0"0"-93"-15,0 0-87 16,0 0-91-16,0 0-51 16,0 0-16-16,-122 62 14 15,83-21 7-15,12 1-15 16,3-4-11-16,24 1 0 15,0-11-2-15,9-3-5 16,45-9-5-16,6-8-22 16,17-8-32-16,-5 0-24 0,6-4-47 15,-7-28-96-15,1-9-295 16</inkml:trace>
  <inkml:trace contextRef="#ctx0" brushRef="#br0" timeOffset="144803.26">18144 1478 235 0,'0'0'802'0,"0"0"-538"15,0 0-70-15,0 0-84 16,0 0-39-16,0 0-35 16,36 25 20-16,23 17-26 15,1 7-6-15,-6 10 1 16,-3 0-15-16,-16 2-7 0,-17 1-3 15,-18-4-1-15,0-6-11 16,-24-3-39 0,-29-8-10-16,-1-5-82 0,3-12-134 15,15-10-173 1</inkml:trace>
  <inkml:trace contextRef="#ctx0" brushRef="#br0" timeOffset="145082.39">19001 1671 1278 0,'0'0'310'0,"0"0"-191"15,0 0-87-15,0 0-13 16,0 0 3-16,0 0 9 15,158 77-14-15,-104-47-13 16,-12-1-4-16,-7-5-6 16,-8-5-26-16,-3-9-55 15,-6-6-40-15,-9-4-87 16,-9-2-1-16,0-22-168 16,0-7-173-16</inkml:trace>
  <inkml:trace contextRef="#ctx0" brushRef="#br0" timeOffset="145331.75">19359 1649 473 0,'0'0'292'0,"0"0"-60"15,0 0-42 1,0 0-68-16,0 0-47 0,0 0-44 16,0 0-30-16,-24 13 5 15,21 23 1-15,-12-2-7 16,-3-2 0-16,-6-6-15 16,-2-7-72-16,-4-10 6 15,-12-6-1-15,15-3 56 16,-9 0 26-16,12 0 0 15,6-14 20-15,15 1 33 16,3 0 30-16,0 1-10 16,0-1-18-16,30 0-21 0,15-5-13 15,12 5-14-15,0 1-6 16,2-1-1-16,4 4-34 16,-3 4-157-16,8 3-297 15</inkml:trace>
  <inkml:trace contextRef="#ctx0" brushRef="#br0" timeOffset="145815.26">20598 1825 1131 0,'0'0'216'0,"0"0"-47"16,0 0-153-16,0 0-10 0,0 0 41 0,-3 122 13 16,3-76-17-16,0-7-33 15,0-4-3-15,0-14-5 16,0-12 0-16,0-5-2 15,0-4 6-15,0 0-3 16,0-9 40-16,0-26 24 16,0-15-52-16,-9-14-1 0,3-17 1 15,6-11-11-15,0-2-4 16,0 8 0-16,36 17 2 16,-3 19 0-16,-6 21-2 15,-9 18-3-15,-3 11-1 16,3 0 0-16,0 24 0 15,0 12 1-15,-9 6 4 16,-9 1-2-16,0 2-5 16,-9 0-24-16,-18 1-49 15,-6-6-48-15,12-9-91 16,-3-13-101-16,15-7-481 16</inkml:trace>
  <inkml:trace contextRef="#ctx0" brushRef="#br0" timeOffset="146082.21">21076 1510 931 0,'0'0'308'16,"0"0"-39"-16,0 0-109 16,0 0-86-16,0 0-54 15,0 0-15-15,-122 122 12 16,80-47-1-16,24 5-5 15,18 2-8-15,0-6 0 0,0-14 0 16,27-12-3 0,18-17-16-16,8-9-7 0,7-16-51 15,12-8-37-15,11 0-40 16,-11-22-62-16,9-11-184 16</inkml:trace>
  <inkml:trace contextRef="#ctx0" brushRef="#br0" timeOffset="146431.62">21614 1883 643 0,'0'0'378'16,"0"0"-180"-16,0 0-137 15,0 0-53-15,0 0 36 16,0 0-7-16,-45 107-29 16,27-83-5-16,3-6-1 15,3-3 5-15,6-10-3 0,-3-3-1 16,-3-2 24-1,-3 0 64-15,3-16-10 0,-3-17-7 16,6-16-34-16,9-7-22 16,0-9-9-16,0 6 2 15,33 8-9 1,-12 16 6-16,-3 16 11 0,-3 12 5 16,-6 7-3-16,3 0-21 15,12 14 2-15,12 20-2 16,5 6 0-16,-5 2 2 15,0 3 0-15,-9 4-2 16,-3-6 0-16,-21 0-16 16,-3-8-39-16,0-6-38 15,0-7-105-15,0-15-86 0,0-7-240 16</inkml:trace>
  <inkml:trace contextRef="#ctx0" brushRef="#br0" timeOffset="146800.01">21623 1969 780 0,'0'0'268'16,"0"0"-100"-16,0 0-57 16,0 0-49-16,0 0-38 15,0 0-24-15,53-69 0 16,-11 62-23-16,0-1-45 16,6 1-33-16,-6 5-42 15,8-1-13-15,-5 3 72 16,0 0 82-16,-3 0 2 15,-3 0 18-15,-7 0 84 16,-5 5-74-16,-9 15 12 0,-3-1-10 16,-15 2-6-1,0 6 10-15,0-2-18 0,-9 1-13 16,-18-3 31-16,3-2-9 16,15-12 7-16,9-1 7 15,0-8 10-15,0 0 17 16,18 0 16-16,27 0-6 15,9-17-57-15,3 0-15 16,-10 1-4-16,4-4-16 16,-6 3-49-16,-9 4-78 15,-9-2-84-15,-12 5-386 16</inkml:trace>
  <inkml:trace contextRef="#ctx0" brushRef="#br0" timeOffset="147148.87">22507 1528 1002 0,'0'0'297'0,"0"0"-78"0,0 0-96 0,0 0-29 0,0 0-53 0,0 0-33 16,-18-21-8-16,18 69 0 15,0 15 5-15,18 21 24 16,14 4 8-16,-14 3-19 16,-6-3-9-16,-3-10-2 15,0-9-7-15,-9-11 0 16,0-16-7-16,0-12-32 15,0-12-55-15,6-8-61 16,-6-10-140-16,3 0-236 16</inkml:trace>
  <inkml:trace contextRef="#ctx0" brushRef="#br0" timeOffset="147437.46">22969 1787 1162 0,'0'0'260'0,"0"0"-27"15,0 0-120-15,0 0-58 16,0 0-39-16,0 0-11 16,-200 22-5-16,176 24 1 15,12 4-1-15,7 0 2 16,5-4-2-16,0-2-4 0,14-11-1 15,31-6-13-15,9-10-13 16,15-8-13-16,2-9-22 16,7 0-9-16,3-7-64 15,-4-17-78-15,1-5-236 16</inkml:trace>
  <inkml:trace contextRef="#ctx0" brushRef="#br0" timeOffset="148900.74">18027 1990 817 0,'0'0'295'0,"0"0"-110"0,0 0-49 0,0 0-42 0,0 0-43 15,0 0-35-15,-18 3-11 16,18 18-3-16,3 8 17 16,15 5-12-16,-9 8-6 15,-3 6-1-15,-3 4-29 16,6-2-148-16,9-5-125 0,6-5-423 15</inkml:trace>
  <inkml:trace contextRef="#ctx0" brushRef="#br0" timeOffset="149798.9">23286 1990 262 0,'0'0'394'0,"0"0"-189"0,0 0-56 0,0 0 7 0,0 0-34 16,0 0 0-16,36-58-41 16,-36 58-35-16,0 0-25 15,0 23-16-15,9 5 5 16,0 8-3-16,6-1 6 15,-6 6-12-15,-6 2-1 16,11 0-4-16,-5-5-83 16,12-11-137-16,12-9-219 0</inkml:trace>
  <inkml:trace contextRef="#ctx0" brushRef="#br0" timeOffset="150061.95">23716 1605 1098 0,'0'0'292'0,"0"0"-62"16,0 0-114-16,0 0-51 15,0 0-35-15,0 0-28 16,63 26-2-16,5 19 4 15,13 4-1-15,-12 9-1 16,-19 6-2-16,-20 4-11 16,-30-2-56-16,0-8-58 0,0-7-77 15,-18-17-77-15,6-19-312 16</inkml:trace>
  <inkml:trace contextRef="#ctx0" brushRef="#br0" timeOffset="150598.91">24274 1553 983 0,'0'0'297'0,"0"0"-73"0,0 0-99 16,0 0-57-16,0 0-51 15,0 0-4-15,0 0 4 16,126 57 6-16,-75-31-17 15,-7 0 0-15,7-2-3 16,-24-3 3-16,0-5-12 16,-9-7-9-16,-9-3-44 15,0-6-39-15,0 0-49 16,0 0 6-16,-9-19 51 16,0-7 20-16,0-5 41 15,0-6 29-15,-9 5 16 16,0 1 37-16,0 9 29 15,0 15-11-15,3 5 25 0,3 2-29 16,3 0-44-16,-6 5-18 16,3 19-5-16,-3 3-4 15,-3 7 4-15,-3 0-5 16,-6-6 12-16,-6-4-14 16,-3-6-25-16,3-5-31 15,3-6 4-15,-2-7 9 16,5 0 33-16,6 0 17 15,6 0 4-15,6-9 22 16,0 1 15-16,0 1-7 16,0 1-18-16,6-2-5 0,30-1-8 15,11-2-3 1,10 2-2-16,0 0-1 0,9 0-31 16,-10 2-107-16,-5 3-116 15,-9 4-359-15</inkml:trace>
  <inkml:trace contextRef="#ctx0" brushRef="#br0" timeOffset="151399.15">20852 3082 915 0,'0'0'220'0,"0"0"-58"0,0 0-45 0,0 0-24 0,0 0-60 15,0 0-28-15,36 80 6 0,-12-34-6 16,0-2 7-16,-6-3 5 15,-9-8 2 1,0-11-9-16,-6-11 3 0,3-8-12 16,-6-3 0-16,0 0 10 15,0 0 20-15,0-7 48 16,-6-21-26-16,-24-11-43 16,-12-16 0-16,18-13 13 15,6-15-20-15,9-6 0 16,9-5-3-16,0 7 6 15,27 12-13-15,6 21 7 16,9 23-4-16,-21 20 4 16,-3 11-3-16,-4 0-9 0,4 26 7 15,-9 13 5 1,0 9-1-16,-9 7 1 0,0-2 0 16,-9-3-1-1,-23 0-8-15,-7-7-9 0,-3-11-16 16,15-3-55-16,18-9-34 15,3-11-100-15,6-7 0 16,0-2-126-16,9 0-98 16</inkml:trace>
  <inkml:trace contextRef="#ctx0" brushRef="#br0" timeOffset="151654.97">21360 2783 583 0,'0'0'402'0,"0"0"-129"0,0 0-102 0,0 0-75 0,0 0-60 0,0 0-29 0,-30 72 16 15,15-24 4-15,6 1-16 16,9 7-1-16,0 1-3 0,0-3-5 16,0-6-2-16,36-7-8 15,6-16-8-15,3-14-34 16,14-11-59-16,-2 0-34 15,9-13 41-15,-10-21-67 16,-14-4-72-16,0-4 10 16,-12 0-81-16</inkml:trace>
  <inkml:trace contextRef="#ctx0" brushRef="#br0" timeOffset="152014.95">21823 2981 314 0,'0'0'304'0,"0"0"-60"0,0 0-39 16,0 0-81-16,0 0-82 15,0 0-23-15,0 50 34 16,0-16 7-16,0-2-21 15,0-3-9-15,0-5-10 16,0-7-6-16,0-8-9 16,0-4 5-16,0-5-5 15,0 0 14-15,-9 0 66 16,-6-7-2-16,-6-19-52 16,6-12 9-16,3-13-18 15,6-9-4-15,6-3-4 16,0 1-5-16,0 9-7 15,0 18-1-15,9 13-1 0,-3 15 5 16,-3 7-5-16,15 2-2 16,9 30-7-16,6 10 9 15,11 6-3-15,-2 4 3 16,-6-3 0-16,-9-3-1 16,-3-3-4-16,-6-9-15 15,-9-8-29-15,-6-7-34 16,-3-7-55-16,0-7-82 15,0-5-105-15,-9 0-400 16</inkml:trace>
  <inkml:trace contextRef="#ctx0" brushRef="#br0" timeOffset="152166.76">21700 3097 269 0,'0'0'575'0,"0"0"-367"0,0 0-85 0,0 0-85 0,0 0-32 0,0 0-6 16,150-83-2-16,-106 79-68 16,1-1-179-16,-3-1-100 15</inkml:trace>
  <inkml:trace contextRef="#ctx0" brushRef="#br0" timeOffset="152521.92">22226 2969 419 0,'0'0'212'0,"0"0"-30"0,0 0-68 16,0 0-6-16,0 0-4 16,0 0-28-16,158 0-32 15,-143 0-24-15,-6 12-11 16,-9 6-1-16,3 3-3 16,-3 2-4-16,0-1 4 15,0-6-5-15,0-2 0 16,6 1 0-16,-3-5 0 15,6 1 0-15,0 1 0 16,6-3-3-16,6 1 3 16,-6 2-3-16,3-4 3 15,-1 0 0-15,-8 2 2 16,-3-2 1-16,-6 1-3 0,0 0 7 16,-9 0 3-16,-32 0 18 15,-1-1 1-15,-6-1-29 16,-12-1 3-16,7-5-3 15,-7 3-29-15,15-4-64 16,3 0-115-16,15 0-243 16</inkml:trace>
  <inkml:trace contextRef="#ctx0" brushRef="#br0" timeOffset="152798.57">22760 2700 566 0,'0'0'566'0,"0"0"-299"0,0 0-93 0,0 0-93 16,0 0-29-16,0 0-46 0,-9 64 5 16,12-12 28-16,12 7-19 15,-6 7-12-15,-9 1-8 16,0-4 0-16,0-6-5 15,0-9-24-15,15-14-39 16,-3-13-55-16,6-12-65 16,15-9-64-16,3 0-204 0</inkml:trace>
  <inkml:trace contextRef="#ctx0" brushRef="#br0" timeOffset="153049.87">23444 2830 780 0,'0'0'367'0,"0"0"-144"16,0 0-99-16,0 0-43 15,0 0-47-15,0 0 2 16,-173 107-25-16,146-63 10 16,9-1-16-16,9-5-4 15,9-5-1-15,0-8-3 16,0-4 3-16,33-7-2 0,12-7 2 15,15-7-24-15,11 0-21 16,7 0-46-16,3-19-64 16,-1-4-22-16,-14 0-191 15,-12 0-308 1</inkml:trace>
  <inkml:trace contextRef="#ctx0" brushRef="#br0" timeOffset="153266.85">23907 2958 740 0,'0'0'307'0,"0"0"-88"16,0 0-79-16,0 0-40 16,0 0-38-16,0 0-37 15,0 4-17-15,0 16 13 16,0 8 10-16,0-2-19 16,0 3-12-16,0-6 0 0,0 3 0 15,0-5-2-15,0-1-59 16,0-8-80-16,0-5-73 15,3-5-198-15</inkml:trace>
  <inkml:trace contextRef="#ctx0" brushRef="#br0" timeOffset="153568.96">24101 2592 1072 0,'0'0'260'0,"0"0"-46"16,0 0-153-16,0 0-15 16,0 0-43-16,0 0 55 15,105 127-20-15,-46-71-14 16,-5 6-20-16,-15 0-1 15,-15 3 0-15,-9-5-3 16,-15-3 0-16,0-3-38 16,-15-3-55-16,-18-10-50 0,3-3-52 15,3-15-203-15</inkml:trace>
  <inkml:trace contextRef="#ctx0" brushRef="#br0" timeOffset="153855.98">24564 2683 1042 0,'0'0'216'0,"0"0"-7"15,0 0-129-15,0 0-37 0,0 0-18 16,0 0-12-16,105 85 7 16,-49-48-5-16,-5-5-9 15,-6-1-5-15,-9-3-1 16,-12-11-5-16,-7-2-72 16,-8-7-55-16,0-8-72 15,0 0-85-15,0-8-251 16</inkml:trace>
  <inkml:trace contextRef="#ctx0" brushRef="#br0" timeOffset="154184.47">24863 2653 617 0,'0'0'233'0,"0"0"-61"16,0 0-118-16,0 0-32 16,0 0 28-16,0 0-13 0,-45 121-23 15,36-89-14-15,0-1-1 16,-6-2 1-16,-3-5-7 15,-6-4-122-15,6-9-56 16,0-6-14-16,0-5 65 16,1 0 106-16,-1 0 28 15,0 0 114-15,18 0 44 16,0-2 21-16,0 2-18 16,0-3-54-16,0 1-42 15,0-5-4-15,33 0-26 0,14-5-17 16,13 0-7-16,0-5-4 15,-4 1-14 1,1 1 0-16,-9-2-40 0,-6 7-25 16,0 2-44-16,-16-2-73 15,-8 1-173-15</inkml:trace>
  <inkml:trace contextRef="#ctx0" brushRef="#br0" timeOffset="155005.66">21850 3796 975 0,'0'0'172'15,"0"0"-54"-15,0 0-95 0,0 0-22 0,0 0 106 0,0 145-39 16,15-91-21-16,-7 1-26 15,1-7-5-15,-9-13 5 16,3-9-17-16,-3-14 10 16,0-7-12-16,0-5 14 15,0 0 8-15,0 0 36 16,0-9 2-16,0-25-25 16,-9-11-20-16,-2-18-1 15,-4-10-6-15,15-12 4 16,0-2-11-16,0 7-1 0,0 8-2 15,32 21 0-15,-5 16 0 16,-15 17-6-16,-3 16 4 16,0 2-1-16,6 0-4 15,3 23 0-15,-9 13 7 16,-9 7 0-16,0 5 0 16,0-1 0-16,-9 1-7 15,-18-4-18-15,0-6-43 16,9-3-48-16,9-9-88 15,9-14-49-15,0-10-191 16</inkml:trace>
  <inkml:trace contextRef="#ctx0" brushRef="#br0" timeOffset="155599.26">22411 3677 509 0,'0'0'466'0,"0"0"-252"0,0 0-120 15,0 0-14-15,0 0 18 16,-125 157-13-16,119-103-46 16,6 2-26-16,0-5-6 15,0-4-7-15,26-9-2 16,25-9-1-16,9-9-35 16,12-13-33-16,5-7-46 0,-5 0-7 15,6-7 31 1,-16-20-36-16,-8-4-9 0,-12-1 74 15,-6-5 55-15,-9-1 9 16,-10 7 56 0,-8 5 74-16,-3 13 5 0,-6 7-4 15,0 6-13-15,0 0-28 16,0 17-70-16,0 14-1 16,0 7 32-16,0 0-13 15,0-2-19-15,0-4 2 16,0-7-18-16,0-8-2 15,0-8-1-15,0-7 4 16,0-2-4-16,0 0 10 16,-9-8 19-16,-5-19 8 15,2-16-30-15,-3-12 11 0,15-14 0 16,0-13-14 0,0 2 11-16,0 6-6 0,0 19 0 15,18 25 5-15,-9 15 6 16,-4 15-1-16,4 0-15 15,18 12-4-15,3 21 0 16,21 11 1-16,0 6-1 16,-12 4-6-16,8 3 6 15,-17-2-1-15,-6-6-6 16,-6-3-43-16,-15-12-36 16,3-7-57-16,-6-9-110 15,0-12-97-15,0-2-366 0</inkml:trace>
  <inkml:trace contextRef="#ctx0" brushRef="#br0" timeOffset="156048.95">23050 4012 632 0,'0'0'241'0,"0"0"-10"0,0 0-108 0,0 0-51 15,0 0-41-15,0 0-21 0,96-48 6 0,-52 39-12 0,-2-2-4 16,-6 0 5-16,0 2-5 15,-9-1 0-15,-3 3 0 16,-6 0 0-16,-7 2 3 16,-2 4 37-16,-3-2-9 15,-3 3-6-15,3 0-20 16,12 0-4-16,0 11 2 0,6 5 2 16,-3 2-4-16,3 1-1 15,-12-2 3-15,3-5-1 16,-3-3-2-16,-6-7-1 15,3 1 0-15,-9-3-7 16,9 0 4-16,0 0 2 16,14 0 2-16,-5-19 6 15,0-5-5-15,9 2 3 16,-6 3 1-16,-6 5 1 16,-6 8 14-16,-9 3 10 15,0 3 14-15,0 0-14 16,9 0-28-16,-3 0-4 0,3 16 2 15,-6 3-3-15,6 4-15 16,-9 0-74-16,0-2-67 16,0-2-25-16,0-6-248 15</inkml:trace>
  <inkml:trace contextRef="#ctx0" brushRef="#br0" timeOffset="156318.26">23880 3627 896 0,'0'0'352'0,"0"0"-133"0,0 0-71 0,0 0-73 0,0 0-49 0,0 0-22 0,-15 28 5 0,42 7 9 0,-3 6 3 16,3 5-15-16,-9 6 7 15,-9 3-12-15,-9 0-1 16,0-1 0-16,0 1-5 16,0-12-27-16,0-9-54 15,0-11 30-15,0-15-133 16,9-2-60-16,9-6-206 16</inkml:trace>
  <inkml:trace contextRef="#ctx0" brushRef="#br0" timeOffset="156601.67">24358 3788 447 0,'0'0'539'16,"0"0"-252"-16,0 0-105 15,0 0-59-15,0 0-65 16,0 0-43-16,0 0-15 15,-134 38 2-15,101-2 4 16,15 2-2-16,6-2-4 16,6 0 2-16,6-8-4 0,0-6 1 15,6-8-6 1,33-9-34-16,11-5-57 16,22 0-46-16,3-10 4 15,-13-12-78-15,-8 4-221 0</inkml:trace>
  <inkml:trace contextRef="#ctx0" brushRef="#br0" timeOffset="156803.66">24358 3788 139 0,'322'81'621'0,"-322"-83"-317"16,0-1-85-16,0 3-46 16,0 0-41-16,0 0-51 15,0 0-47-15,0 0-21 16,0 13-6-16,0 7 6 15,0 7-12-15,0 1-1 0,0 0 0 16,0 1-4-16,0-7-37 16,0-3-73-16,0-7-106 15,0-7-135-15</inkml:trace>
  <inkml:trace contextRef="#ctx0" brushRef="#br0" timeOffset="157131.79">24857 3632 268 0,'0'0'730'0,"0"0"-453"0,0 0-101 15,0 0-70-15,0 0-32 16,0 0-26-16,-27-13-29 15,27 13-4-15,0 0-14 16,0 0 1-16,9 13 8 16,18 12 16-16,-1 8-14 15,-2 11-3-15,3 2-5 16,-12 8 7-16,-12 0-11 0,3 7-3 16,-6-3 1-1,0-6-6-15,0-4 7 16,-18-12-42-16,-24-5-51 15,1-4-79-15,-13-7-102 0,-6-1-314 16</inkml:trace>
  <inkml:trace contextRef="#ctx0" brushRef="#br0" timeOffset="158098.66">16283 2369 880 0,'0'0'206'16,"0"0"-64"-16,0 0-53 0,0 0 16 0,0 0-44 0,0 0-36 15,0 0-22-15,66-12-4 16,30 1 1-16,26 1 0 16,27-7-39-16,19-7-145 15,5-2-205-15</inkml:trace>
  <inkml:trace contextRef="#ctx0" brushRef="#br0" timeOffset="158732.6">21972 2408 897 0,'0'0'218'0,"0"0"-118"0,0 0-30 0,0 0 18 16,0 0-7-16,0 0-27 15,108-11-15-15,-13-2-28 16,10-2-11-16,14 3 0 16,-11 1-12-16,14 5-78 15,-15 0-126-15,-11-2-162 16</inkml:trace>
  <inkml:trace contextRef="#ctx0" brushRef="#br0" timeOffset="159332.46">23065 3611 951 0,'0'0'172'0,"0"0"-25"0,0 0-47 0,0 0 41 0,0 0-49 16,0 0-28-16,-24-1-55 15,78-20-5-15,14 1-4 16,4 1 1-16,6-3-4 16,8 4-8-16,1 3-52 15,-6 3-18-15,8 6-73 16,-5-2-6-16,-21 8-89 16,-10 0-242-16</inkml:trace>
  <inkml:trace contextRef="#ctx0" brushRef="#br0" timeOffset="159853.04">23516 4363 1087 0,'0'0'133'0,"0"0"-18"0,0 0-66 0,0 0 47 0,0 0-26 16,0 0-24-16,42-5-43 0,17-7 6 16,13-3-9-16,6 3-2 15,-7 2-5-15,1 6-8 16,-3 0-37-16,-7 4-65 16,-11 0-53-16,-6 0-91 15,-18 0-243-15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09T06:34:45.4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1266 4118 669 0,'0'0'242'0,"0"0"-83"0,0 0-26 0,0 0-35 0,0 0-23 0,0 0 6 16,0 0-21-16,-78-93 2 16,69 93-25-16,9 0 0 15,0 0-14-15,-9 0-9 16,9 0-4-16,0 0-8 15,0 6-2-15,0 13-6 16,0 10 6-16,0 6 1 16,0 7 3-16,9 9-2 15,9 4 2-15,-3 4 3 16,3 4 1-16,-6 3 0 0,3-7 2 16,-6-8-3-16,9-6 2 15,-9-9-7-15,9-6-1 16,-9-3 1-16,-9-10-2 15,9-6 0-15,-9-7 0 16,6-4-1-16,-6 0 1 16,0 0 10-16,0 0 0 15,0-4 7-15,0-14-12 16,-24-5 1-16,6 0-4 16,-9 2 0-16,3-5-2 15,6 4 0-15,6 3 0 16,-3 3 1-16,6 11 1 0,9 2-2 15,0 3 3-15,0 0-3 16,0 0-1-16,0 5-3 16,0 14-7-16,0 10 10 15,15 0 0-15,12 4 1 16,-6 0 0-16,3-3 2 16,3-4-2-16,-9-3 0 15,0-5 0-15,-4-5 0 16,-2-6 0-16,-3-6-1 15,-3-1 0-15,-3 0 1 16,6 0 1-16,-3-8 2 16,12-24 0-16,0-1-1 15,-9-2 0-15,9 1 0 16,-12 1-2-16,6 1 0 16,-3 6-1-16,0 1 1 0,0 5-4 15,0 8-19-15,-3 7-32 16,3 5-28-16,0 0-111 15,9 0-114-15,-1 17-157 16</inkml:trace>
  <inkml:trace contextRef="#ctx0" brushRef="#br0" timeOffset="5015.18">636 3602 760 0,'0'0'178'0,"0"0"-26"0,0 0-23 0,0 0-47 15,0 0-4-15,0 0-35 0,0 0-26 16,-27 0 8-16,27 0-5 15,0-7 14-15,18-11 8 16,9-17-11-16,14-12-3 16,-5-17-15-16,9-12-5 15,-18-7-5-15,-9-8 2 16,-9-2-1-16,-9 3-4 16,0 8 4-16,0 16 0 15,-18 15-1-15,-9 23-3 16,0 14 9-16,18 11 5 15,-9 3 18-15,9 10-32 16,-6 31 1-16,6 18-1 16,9 20 0-16,0 4 2 15,0 3 2-15,24-3-2 0,21-5-2 16,15-8-1-16,-6-16 0 16,5-11 1-16,-5-11-2 15,-9-15-5-15,0-6 2 16,-9-11-10-16,-4 0 1 15,-5-7 6-15,-3-24 7 16,-6-11 1-16,0-4 1 16,-9 7 1-16,0 8 2 15,-9 15-2-15,0 14-1 16,3 2-1-16,3 0-6 16,3 17-4-16,9 11-6 15,9 7 16-15,-9 2 6 16,-1-5-3-16,-2-1-3 15,-3-4-4-15,-6-3-19 16,-6-7-95-16,0-9-69 0,0-8-119 16,0 0-379-16</inkml:trace>
  <inkml:trace contextRef="#ctx0" brushRef="#br0" timeOffset="5181.97">1170 3059 775 0,'0'0'305'0,"0"0"-121"0,0 0-111 0,0 0-8 0,0 0-65 16,0 0-17-16,0 0 0 0,60 6-8 15,-15 15-136-15,0 1-120 16,-4-10-281-16</inkml:trace>
  <inkml:trace contextRef="#ctx0" brushRef="#br0" timeOffset="5381.83">1520 3010 509 0,'0'0'353'16,"0"0"-134"-16,0 0-50 16,0 0-52-16,0 0 4 15,0 0-67-15,0-55-54 16,36 82 2-16,8 11 21 16,1 13 13-16,-3 6-22 15,-6 10-6-15,-9 0-4 0,-3-5-4 16,-7-8-8-16,1-8-52 15,0-15-115-15,0-13-4 16,6-18-89-16,-6 0-112 16</inkml:trace>
  <inkml:trace contextRef="#ctx0" brushRef="#br0" timeOffset="6249.41">1977 3059 601 0,'0'0'300'16,"0"0"-80"-16,0 0-48 15,0 0-64-15,0 0-53 16,0 0-41-16,-18 16-8 16,-9 14 5-16,0 6 0 0,0-6-9 15,3 2-1 1,-3-8 0-16,18 1-1 0,0-4 0 16,9-1-2-16,0-3 1 15,0 0-6-15,9 4 5 16,18-4 2-16,9 0-8 15,0 1 5-15,6-1 4 16,8-1-3-16,4-1 1 16,0-6-4-16,6-4 4 15,-7-5 0-15,-2 0 1 16,-12 0 0-16,3-12 0 16,-15-14 1-16,6-5-1 15,-7-5 12-15,-8-1-11 16,-9-7 6-16,0 3 8 0,-9 3-4 15,0 6 9-15,0 8 23 16,0 11-2-16,0 9-7 16,-9 4-4-16,0 0 1 15,0 2-31-15,0 24-5 16,3 8-2-16,3 6 7 16,3 0 0-16,0-3 0 15,0-9 0-15,18-4-3 16,9-7-1-16,0-7-8 15,6-4 9-15,-3-6-3 16,3 0 2-16,2-10 4 16,1-20 1-16,-9-11 0 15,-9-7-1-15,-3-3 1 0,-15-2 2 16,0 6-2-16,0 5 0 16,0 12 0-16,0 10 4 15,0 9 14-15,0 11 12 16,0 0-2-16,0 0-15 15,0 7-14-15,0 17-10 16,0 6 8-16,0 9-2 16,0 4 4-16,0 2 6 15,9 2-6-15,9-1-1 16,15-8 0-16,-6-7-7 16,8-5 0-16,-8-7-2 15,0-7-8-15,-9-9 8 0,-9-3-3 16,0 0 8-16,6-15 5 15,-3-9 0-15,3-4 2 16,-6 6 2-16,9 6-4 16,-18 3 0-16,9 11 1 15,-9 2-1-15,0 0 0 16,0 0-2-16,9 0-3 16,9 9 3-16,-3 7 2 15,2-3 0-15,-8 7-1 16,0-7 0-16,-6 3-18 15,-3-1-82-15,0-2-102 16,0-3-40-16,0-6-210 0</inkml:trace>
  <inkml:trace contextRef="#ctx0" brushRef="#br0" timeOffset="6431.37">2956 3058 756 0,'0'0'391'0,"0"0"-234"0,0 0-35 0,0 0-32 0,0 0-75 0,0 0-15 0,-18-32-36 15,39 43-35-15,6 11-59 16,6 1-103-16,-6 3-146 16</inkml:trace>
  <inkml:trace contextRef="#ctx0" brushRef="#br0" timeOffset="7510.87">2956 3058 479 0,'284'-39'448'0,"-284"25"-233"16,0 4-58-16,6 8-42 15,-6 2 30-15,0 0-92 16,9 2-53-16,3 19 13 16,11 11-4-16,-5 10 15 15,6 6 7-15,-3 9-22 16,-3-2-3-16,6-1-2 15,-6-8-8-15,0-14 3 16,-9-10-10-16,9-11-35 16,-9-11 21-16,-3 0-10 0,3-3 16 15,9-23 19-15,2-7 3 16,4 0-3 0,-6 6 0-16,0 10-5 0,0 11 3 15,-12 1-1-15,-6 5 2 16,3 0-10-16,12 1-1 15,-3 15-6-15,6 6 18 16,-3 5 1-16,12-1 1 16,-1-1-2-16,-2 0 4 15,-3-4-2-15,3-7-1 16,-6-3 2-16,0-11-3 16,0 0 1-16,6 0 4 15,-3-18 1-15,6 0 4 16,-9-4-10-16,-13 5 4 15,13 5-3-15,-18 1 4 0,0 1-4 16,0 3 0-16,0 2 9 16,0 5 8-16,0 0 4 15,0 0-10-15,0 0-8 16,0 0-4-16,0 0-5 16,0 0-4-16,0 0 5 15,0 2 2-15,0 1 2 16,0-1-4-16,0 3 2 15,0-2 2-15,18 2 2 16,-9-1-1-16,6 1 0 16,3-5 1-16,-9 0 0 0,9 0-2 15,-6 0 1-15,3 0 3 16,-6-5-1 0,9-9 1-16,-9-3 1 0,-9-5-1 15,0-1 2-15,0 1-4 16,-18 1 2-16,-18 4-4 15,-6 6 1-15,6 4-2 16,-5 7-7-16,5 0 0 16,15 0 6-16,-3 0 0 15,15 0-2-15,9 0-3 16,0 0 1-16,0 0-9 16,0 0-20-16,0 0-13 15,27 0 35-15,6 0-2 16,2 0 11-16,10 0 0 15,9-3 2-15,-3-2 2 0,-6 5 0 16,8 0-4-16,-2 0 3 16,0 10 1-1,-6 11-3-15,-18 5-2 0,-1 8-4 16,1-3 6-16,-3 2 3 16,-3-5 1-16,-6-3 1 15,3-8-2-15,0-13 2 16,-9 0-1-16,6-4 3 15,-6 0-1-15,3 0 6 16,-3-7 16-16,6-14 11 16,-12-3 9-16,2-2-17 0,-5-3-12 15,0 1 1 1,0 5 8-16,-17 5-18 16,-16 4 5-16,6 9-12 0,0 3 1 15,18-2-4-15,0 4 0 16,3 0-27-16,6 0-76 15,0 11-98-15,0 6-39 16,15 0-69-16,21-3-132 16</inkml:trace>
  <inkml:trace contextRef="#ctx0" brushRef="#br0" timeOffset="7867.24">4939 3282 637 0,'0'0'310'15,"0"0"-107"-15,0 0-42 0,0 0-14 0,0 0-46 0,0 0-59 0,9-9-36 16,-21 24-4-16,-12 1-2 16,15 4 0-16,0-4-3 15,9-1 2-15,0-5-1 16,0-3-35-16,0-7-6 16,0 0-27-16,18 0 32 15,6-17 28-15,-3-17 0 16,-6-5-5-16,-6-5 14 15,-9-4-2-15,0-1 2 16,-27-6 1-16,-15 0 22 16,6 10 20-16,9 17 4 15,3 18 28-15,12 10 3 0,3 0-24 16,1 12-53-16,2 18 4 16,6 13-7-16,0 5 3 15,0 9-1 1,26 8-12-16,10 4-55 0,6 4-156 15,0 2-110-15,-3-10-214 16</inkml:trace>
  <inkml:trace contextRef="#ctx0" brushRef="#br0" timeOffset="8081.86">3661 4186 1303 0,'0'0'233'0,"0"0"-59"0,0 0-82 16,0 0-66-16,0 0-21 15,0 0-2-15,233-84-6 16,-108 51-14-16,21 0-71 16,-2 4-153-16,2 1-139 15</inkml:trace>
  <inkml:trace contextRef="#ctx0" brushRef="#br0" timeOffset="8252.31">5506 4093 1032 0,'0'0'242'16,"0"0"28"-16,0 0-65 16,0 0-49-16,0 0-45 0,0 0-80 15,0 2-31-15,0-2 0 16,0 0-53-16,-9 0-111 15,-33 0-181-15,7 0-614 16</inkml:trace>
  <inkml:trace contextRef="#ctx0" brushRef="#br0" timeOffset="51533.67">3240 8691 772 0,'0'0'279'0,"0"0"-181"0,0 0 13 0,0 0-23 0,0 0 6 0,0 0-38 16,0 0-26-1,-36 0-8-15,36 0 2 0,60 0-11 16,35-5 3-1,54-12 6-15,28-2-8 0,26 1-6 16,15 1-5-16,0 3 5 16,-6 4-8-16,-30 6-3 15,-24 1 2-15,-18 3 0 16,-32 0 1-16,-15 0-1 16,-40 0 0-16,-17 0 1 15,-18 0-4-15,-18 0 4 16,0 0 4-16,0 0-3 15,0 0-1-15,0 0 0 16,0 0-3-16,0 0-24 16,0 0-50-16,-18 4-120 15,-18 7-104-15,-5-6-331 16</inkml:trace>
  <inkml:trace contextRef="#ctx0" brushRef="#br0" timeOffset="52981.77">3010 10449 1051 0,'0'0'162'0,"0"0"-58"0,0 0 50 0,0 0-42 0,0 0-12 16,0 0-50-16,0 0-25 16,-185 3-12-16,238-6-11 15,55-12 1-15,29-3-1 16,22-4 0-16,-10 5-1 16,0 3-1-16,6 3-20 15,-14 10-44-15,8-5-78 16,-15 5-76-16,-14-4-93 15,-22-6-447-15</inkml:trace>
  <inkml:trace contextRef="#ctx0" brushRef="#br0" timeOffset="59998.75">7707 10149 725 0,'0'0'202'0,"0"0"-7"0,0 0-84 0,0 0-10 16,0 0 4-16,0 0-35 0,0 0-16 0,-200 17-25 15,200-16-7-15,0-1-9 16,0 0-4-16,0 3-9 16,33-3 0-16,30 0 4 15,5 0 0-15,19 0 9 16,-16 0-13-16,1 0-1 16,-12 0 1-16,-6-3 0 15,-13-1 0-15,-5 4-7 16,-9 0-29-16,0 0-66 15,-3 0-65-15,-6 0-33 0,-6 0-222 16</inkml:trace>
  <inkml:trace contextRef="#ctx0" brushRef="#br0" timeOffset="63415">10338 10304 778 0,'0'0'115'0,"0"0"-13"0,0 0-40 0,0 0 31 0,0 0-13 16,0 0-41-16,0 0-5 16,-75-110-6-16,69 107 24 15,6 3-15-15,0 0-30 0,0 0-5 16,0 0-2-16,0 20 0 15,33 1 0-15,3 5 29 16,-9-2-14-16,9-5-7 16,-9 1 16-16,-4-7-3 15,-2-6 0-15,-6-3 4 16,3 0-15-16,9-4 1 16,9-10 15-16,18-33 0 15,14-16-4-15,1-11-12 16,3-3-9-16,-4 1-1 15,13 6-1-15,-3 3-3 16,-7 12-35-16,-11 8-39 16,0 9-33-16,-16 13-70 15,-8 7-127-15,-18 4-579 0</inkml:trace>
  <inkml:trace contextRef="#ctx0" brushRef="#br0" timeOffset="73832.3">15838 10134 866 0,'0'0'159'15,"0"0"6"-15,0 0-60 0,0 0 7 0,0 0-38 0,0 0-41 16,0 0-29-16,0 0 23 16,221 0 9-16,-56-13-12 15,35-8-22-15,-6-3-2 16,-3 9 0-16,-21 13-97 16,-38 2-122-16,-37 0-167 15</inkml:trace>
  <inkml:trace contextRef="#ctx0" brushRef="#br0" timeOffset="78598.86">22874 10006 203 0,'0'0'732'0,"0"0"-527"0,0 0-62 0,0 0-24 15,0 0-20-15,-236 21-31 0,236-21-32 16,0 0-17-16,27 0-7 15,53 0 20-15,40 0 15 16,32-21-27-16,21-3-16 16,10 1-3-16,-4 1-1 15,-15 2 4-15,-15 9-4 16,-26 4-2-16,-34 1-18 16,-20 6-10-16,-18 0-50 15,-24 7-51-15,-9 15-96 16,-18 2-161-16</inkml:trace>
  <inkml:trace contextRef="#ctx0" brushRef="#br0" timeOffset="96398.46">10162 10220 573 0,'0'0'164'0,"0"0"51"0,0 0-76 0,0 0-10 0,0 0-20 16,0 0-37-16,0 0-13 16,0-26-24-16,0 26-24 15,18 0-2-15,14 12-8 16,4 11 22-16,15 4-17 16,-12 0 6-16,3 3-1 0,-6-7-3 15,-4-3-4 1,-5-6-3-16,0-7 2 0,0-7 2 15,9 0 13-15,15-26 0 16,8-29 17-16,7-17-23 16,12-7 2-16,8 1-14 15,-5 5 0-15,-3 6 0 16,-10 12 0-16,-14 13 1 16,-18 11-2-16,-12 14 1 15,-12 10 0-15,-12 4 0 16,0 3-1-16,0 0-6 15,9 0-15-15,5 0-36 16,4 8-48-16,0 16-45 16,-3 2-142-16,3 2-365 15</inkml:trace>
  <inkml:trace contextRef="#ctx0" brushRef="#br0" timeOffset="97548.34">23644 9991 556 0,'0'0'475'0,"0"0"-324"0,0 0-23 0,0 0-39 15,0 0 31-15,0 0-33 16,-45-85-47-16,45 85-38 0,21 16 2 16,21 15-2-1,3 7 19-15,0 3-4 0,-12-6-5 16,2 2 0-16,-17-12-3 15,9-5-7-15,-9-11 8 16,0-9-10-16,18 0 17 16,24-31 5-16,20-24 29 15,25-23-29-15,8-8-11 16,1-6-1-16,-1 6-9 16,-8 3-1-16,-1 6 2 15,-17 12-1-15,-13 13-1 16,-23 16-6-16,-18 15 6 0,-15 10 0 15,-15 8 6 1,-3 3-12-16,0 0-5 0,0 0-18 16,0 0-36-16,0 26-31 15,0 12 2-15,-18 9-118 16,-21 4-124-16</inkml:trace>
  <inkml:trace contextRef="#ctx0" brushRef="#br0" timeOffset="118067.38">10108 10218 957 0,'0'0'160'0,"0"0"-21"0,0 0-66 0,0 0 48 0,0 0-25 0,0 0-52 16,0 0-27-16,-42-73-11 16,48 84-3-16,39 12 11 15,9 11 27-15,5 9 5 16,4 8-33-16,-12 8 10 16,3-7-13-16,-13-7-4 15,-11-14-1-15,-6-12-2 16,-6-12 5-16,0-7-3 15,0 0-5-15,27-31 3 16,14-36 18-16,37-23-3 0,11-18 0 16,13 1-13-1,-4 7 0-15,4 10-5 0,-13 12 2 16,-11 13 1-16,-15 18-2 16,-22 10 0-16,-32 19 2 15,-3 5 0-15,-21 11 8 16,-3 2-4-16,6 0-2 15,-6 0-5-15,0 0 0 16,0 0-5-16,0 0-1 16,0 0-22-16,0 13-29 15,-33 22-40-15,-39 17-65 16,-38 18-66-16,-24 5-35 16,2 4-164-16</inkml:trace>
  <inkml:trace contextRef="#ctx0" brushRef="#br0" timeOffset="118447.96">9994 10456 690 0,'0'0'213'0,"0"0"-31"0,0 0-28 0,0 0-32 0,0 0-8 0,0 0-39 16,-158 2-37-16,158 0-31 15,0 13 6-15,9 8-12 16,33 14 33-16,3 8 21 15,0 4-33-15,14 0 15 16,-14-9-20-16,6-5-15 16,-12-14 6-16,2-10 0 0,10-11-5 15,3-3 3-15,24-43 13 16,20-29 4-16,25-34 5 16,8-21-23-16,18-5-2 15,10 6 0-15,-13 15 2 16,-15 21 0-16,-32 26-5 15,-28 20-1-15,-29 23 0 16,-24 15-1-16,-9 5 1 16,-9 4 1-16,9 0 0 15,-9 0-11-15,0 0-8 16,0 4-42-16,0 19-41 16,0 15-42-16,-42 11-90 15,-23 9-122-15</inkml:trace>
  <inkml:trace contextRef="#ctx0" brushRef="#br0" timeOffset="119578.49">3571 10594 1035 0,'0'0'172'0,"0"0"-89"0,0 0 33 0,0 0 16 0,0 0-41 16,0 0-40-16,-60-31-43 0,78 54-6 15,24 9 17-15,18-4 13 16,-15-7-11-16,-9-10-2 16,-1-11-5-16,10 0-1 15,30-44-11-15,32-41 15 16,34-36-10-16,26-17-7 16,0-7-9-16,-12-1-41 15,-5 5-96-15,-19-2-238 16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09T06:36:55.0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4640 9967 613 0,'0'0'444'0,"0"0"-350"0,0 0 11 0,0 0-40 0,0 0 19 0,0 0-28 0,0 0-40 15,0 0-9-15,-54 5-7 16,90-5 10-16,15-3-8 16,6-10 5-16,3-5 2 15,2-3-9-15,-2 3-5 16,3 3 4-16,-13 3-25 0,1 7-105 15,-6-1-55-15,-18 3-255 16</inkml:trace>
  <inkml:trace contextRef="#ctx0" brushRef="#br0" timeOffset="1733.46">9221 9762 736 0,'0'0'156'0,"0"0"-18"0,0 0-32 0,0 0-17 0,0 0-18 15,0 0-25-15,-42 5-26 16,42 0-13-16,0 3-1 16,9 1 6-16,54-1 5 0,6-6-3 15,26-2-3 1,19 0-7-16,2 0-2 16,4 0-2-16,-7-7 0 15,-14-1-4-15,5 4-45 0,-14-1-61 16,-4 2-9-16,-5-4-159 15,-21 0-168-15</inkml:trace>
  <inkml:trace contextRef="#ctx0" brushRef="#br0" timeOffset="13549.79">19983 10505 1021 0,'0'0'171'0,"0"0"0"0,0 0-45 0,0 0-26 0,0 0-44 0,0 0-31 16,0 0-19-16,0 0 23 15,18 92 15-15,18-61-26 16,-3-11-9-16,3-3-3 15,-1-12-2-15,7-5-2 16,21-7-2-16,24-42 7 16,17-22 2-16,10-16-9 15,-1-17-8-15,-5 1-37 16,-4 3-78-16,1 4-122 16,-10 8-219-16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09T06:37:27.1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7181 10943 958 0,'0'0'117'0,"0"0"-64"0,0 0 18 0,0 0 8 16,0 0-26-16,0 0-40 15,0 0-6-15,42 0 29 16,-21 17 30-16,6-3-27 16,-3 4 0-16,-6-4-8 15,9-5-9-15,-12-1 0 16,-3-6-14-16,3-2 1 16,2 0-8-16,19-10 1 15,33-32 10-15,12-19-3 0,32-16-9 16,10-8-2-16,8-7-22 15,18-6-107-15,-8 1-94 16,-10 0-303-16</inkml:trace>
  <inkml:trace contextRef="#ctx0" brushRef="#br0" timeOffset="1033.25">14005 11264 1039 0,'0'0'122'0,"0"0"-21"0,0 0-28 0,0 0-9 0,0 0-10 16,0 0-46-16,-15-10-8 16,51 33 0-16,0 3 25 15,-4 1-9-15,-5-7-1 16,-3-6-7-16,-6-3-4 16,-6-9-1-16,3-2 1 15,3 0-1-15,9-38 10 16,24-24 11-16,2-19-14 15,10-12-8-15,9 0-2 16,14 1-34-16,16 4-87 16,5 4-40-16,7 3-121 15,-10 0-452-15</inkml:trace>
  <inkml:trace contextRef="#ctx0" brushRef="#br0" timeOffset="1974.37">20037 10943 942 0,'0'0'116'0,"0"0"-45"0,0 0 50 0,0 0-34 0,0 0-22 16,0 0-19-16,-9-31-32 0,27 31-13 15,24 7 14-15,11 17 16 16,-2 3-9-16,-15-1-7 16,9-4-10-16,-18-10 2 15,-9-7-4-15,6-5-2 16,2-17 4-16,19-38-4 16,15-28 8-16,18-24-9 15,11-25-2-15,19-15-76 0,5-3-127 16,-8-5-355-1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09T06:37:38.1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5700 6191 678 0,'0'0'192'0,"0"0"-17"0,0 0-47 0,0 0-39 0,0 0-1 16,0 0-12-16,0 0-24 0,-149 12-19 15,140-12 0 1,9 1-12-16,0 3-6 0,0-2-15 15,9 0-1-15,51 1 1 16,20-3 11-16,34 0 9 16,26 0 1-16,27 0-1 15,7-11-6-15,5-2-5 16,12-2-2-16,-6-1-4 16,-3-2 5-16,9 0-3 15,-6 4 2-15,1 0-7 16,17 2 0-16,-12 1 0 15,3 6 0-15,-21 2 0 16,-24-2-2-16,1 0-3 16,8-4 4-16,-9-6 1 15,1-4 0-15,-4 0 1 16,-6-1 1-16,4 2-1 0,11-3-1 16,3 2 0-1,-9 0 0-15,-2 4 0 0,-13 0 2 16,-2 7-2-16,-4-4 0 15,-12 5 0-15,-2-1 2 16,-16 1 0-16,-14 2-2 16,-27 3 1-16,-15-1-1 15,-1 3 0-15,-14 0 0 16,0 0-1-16,-18 0 3 16,0 0-7-16,0-2 5 0,0 2-1 15,-9 0 2-15,9 0-2 16,-9 0 0-1,0 0-50-15,0 0-96 0,0 5-83 16,0 4-218-16</inkml:trace>
  <inkml:trace contextRef="#ctx0" brushRef="#br0" timeOffset="8150.26">17125 7489 704 0,'0'0'179'0,"0"0"-47"0,0 0-51 0,0 0 12 15,0 0-36-15,0 0-34 16,0 0-22-16,0 0 14 16,186-17 27-16,-28-4 13 15,15-8-26-15,30-2 0 16,24-4-13-16,30-2-2 15,21 2-10-15,2 4-4 16,-8 1 2-16,-18 10-5 0,-33 1 2 16,-30 7 1-1,-42 4 0-15,-26 5 0 0,-34 3 0 16,-29 0-1 0,-15 0 3-16,-18 0 6 0,-12 0 2 15,-6 0 0-15,-6 0 1 16,-3 0 1-16,6 0-5 15,-6 0-3-15,3 0-4 16,-3 0 0-16,0 0-8 16,0 0-79-16,0 6-128 15,-18 5-277-15</inkml:trace>
  <inkml:trace contextRef="#ctx0" brushRef="#br0" timeOffset="11584.07">18248 9816 624 0,'0'0'47'0,"0"0"111"0,0 0-50 0,0 0 15 0,0 0-12 16,0 0-41-16,0 0-2 15,-86-111-23-15,86 111-7 16,0 0-24-16,0 0-14 16,0 22-3-16,0 11 3 15,6 11 13-15,15 6 1 16,11 8 13-16,-5 12-18 15,15 17-1-15,3 20 9 16,0 18-16-16,5 8 12 16,13 3-7-16,0-5 9 15,0-2-7-15,2-3 2 16,-11-8-7-16,-9-7 11 0,9-9-9 16,-10-7-3-16,-2-6-1 15,3 1 1-15,-12-10 0 16,-6-11-2-16,5-4 1 15,-14-11-1-15,3-1 0 16,-3-5 0-16,-3-3 1 16,-3 1-1-16,3-6 0 15,-6-5 0-15,-9-3 0 16,9-7 1-16,-9-1-1 16,0-1 0-16,0 1 0 15,0 1 0-15,0-1 0 0,0-1 1 16,0 1-1-16,0-5 0 15,0 0 0-15,0-8 0 16,0 0 0-16,0-4-4 16,0-2-7-16,0-2-7 15,0 0-14-15,0-3 8 16,0 2-9-16,0 1 7 16,0 0-13-16,0-3-9 15,0 0 8-15,0 0 19 16,0 0 18-16,0 0-2 15,0 1 5-15,0-1 0 16,0 0 7-16,0 0 4 16,0 0 7-16,0 0-1 0,0 0-2 15,0 0-5-15,0 0-6 16,0 0 9-16,0 0 15 16,0 0 1-16,0 0 6 15,0 0-1-15,0 0-2 16,-9 0-30-16,9 0-2 15,-9 0 0-15,9 0-4 16,0 0 4-16,0 0-10 16,0 0 6-16,0 0-3 15,0 0 4-15,0-7 2 16,0-1-8-16,9-4-60 16,9 1-49-16,15 0-30 15,-3 4-123-15,-4 1-66 16</inkml:trace>
  <inkml:trace contextRef="#ctx0" brushRef="#br0" timeOffset="12421.27">18439 9762 508 0,'0'0'157'0,"0"0"-31"0,0 0-12 0,0 0-46 16,0 0 3-16,72-131-37 15,-63 120 13-15,-9 4 19 16,0 2-5-16,9 2-20 15,-9 1-1-15,0 2-24 16,0 0-1-16,9 0-15 16,-3 0-1-16,6 0 0 0,3 0 1 15,-3 0 3-15,6 0 6 16,-3 6-9-16,2 7 11 16,-8-1-6-16,9 2-1 15,-3 3 3-15,-12 4-2 16,-3 3-4-16,0 3 6 15,0-2-1-15,0 2 11 16,0-1 0-16,0 8-4 16,0 4 1-16,0 12-3 15,-3 9-3-15,3 10 2 16,0 7-8-16,0 15 0 16,0 5 3-16,12 8-1 15,6-2 1-15,0 3-4 0,0-3-1 16,-3-3 0-16,3-12 2 15,0-8-2-15,0-15-4 16,0-15-8-16,-1-8-14 16,1-9-42-16,-9-9-73 15,0-8-8-15,-3-8-189 16,-6-7-210-16</inkml:trace>
  <inkml:trace contextRef="#ctx0" brushRef="#br0" timeOffset="13016.92">18362 10067 613 0,'0'0'255'0,"0"0"-94"16,0 0-42-16,0 0-25 0,0 0-48 0,0 0 7 0,-132-116-2 15,132 116-6-15,0 0-12 16,0 0-24-16,0 0-9 16,0 18 0-16,18 9 21 15,18 11 4-15,-3 10 5 0,12 14 0 16,-3 12 0-16,5 9-22 15,-5 5 14-15,12 5-11 16,-3 0 1 0,-7 6 3-16,7 5-3 0,-12 5 5 15,3-2-3-15,-6-5-1 16,-4 1 11-16,-2-8-16 16,3-1-3-16,-6-3 2 15,0-9 2-15,0-4 0 16,-3-7-6-16,-6-4 8 15,0-4-6-15,-4 3-1 16,-2 1-3-16,3-3 0 16,-3-2 1-16,-3-3-2 0,6-4 1 15,-12-2-1-15,3-6 4 16,-3-9-4 0,3-2 0-16,-6-5 0 0,0-4 0 15,0-7-1-15,0-3-7 16,0-9-35-16,0-8-35 15,0 0-23-15,0-13-20 16,-24-33-100-16,3-16-53 16,3-15-328-16</inkml:trace>
  <inkml:trace contextRef="#ctx0" brushRef="#br0" timeOffset="13251.07">18293 10377 546 0,'0'0'128'0,"0"0"-61"0,-63-139-48 0,63 105-12 0,0 4-7 16,0 12-11-16,0 11 11 0,0 7-34 15,0 0-77 1,0 4-143-16</inkml:trace>
  <inkml:trace contextRef="#ctx0" brushRef="#br0" timeOffset="13917.72">18460 9989 752 0,'0'0'186'16,"0"0"-59"-16,0 0-37 15,0 0-31-15,0 0-41 16,-280 31-10-16,217 10 10 16,18-2 37-16,9-7-22 15,21-15-15-15,15-8-6 16,0-9-12-16,0 0 0 15,42 0 9-15,30-21 4 16,14-3 2-16,19 7-14 16,-10 12-1-16,-5 5 1 15,-21 20 3-15,-16 25-1 16,-26 28-2-16,-27 22 18 16,0 17-2-16,-35 10 8 0,-1-13-9 15,27-13-14-15,9-24 6 16,12-20-8-16,65-20-3 15,10-16 3-15,26-11 2 16,10-5 0-16,2 0-2 16,-5 2 0-16,-13 13-3 15,-29 17 8-15,-15 21-7 16,-31 20 6-16,-32 17 1 16,0 18 9-16,-50 1 2 15,-19-1-7-15,15-9-2 16,9-11-5-16,13-13 1 0,14-16 0 15,9-19-6-15,9-10 3 16,0-14 0-16,0-9-10 16,41-5-55-16,10-2-57 15,15 0-99-15,12-23-405 16</inkml:trace>
  <inkml:trace contextRef="#ctx0" brushRef="#br0" timeOffset="15100.51">21007 8588 360 0,'0'0'395'0,"0"0"-134"0,0 0-100 0,0 0-42 0,0 0-12 15,0 0-27-15,-59-71-32 16,59 71-23-16,0 0-15 16,0 15-6-16,0 11 2 15,0 15 11-15,15 3 9 16,6 12 1-16,5 8-15 16,-2 9-1-16,3 6 3 0,0 4-5 15,0 3 0-15,0 5 2 16,6-2-1-16,0 2 2 15,-4-5 9-15,4-3-11 16,-6 8 3-16,6-1-4 16,-6 2 7-16,0 0-7 15,0-5-2-15,-1 4-5 16,7 2-1-16,-3-2 1 16,-3-3 6-16,-3-5 0 15,-6-7-2-15,0 1-1 16,0-1 0-16,-3 1-3 15,3-2 2-15,-1 2-4 16,-5-1 4-16,-3-2-2 0,-3 0-1 16,-3-1 5-16,-3-1-4 15,6-6 1 1,-6-4 0-16,9 0-3 16,0-4 1-16,-9-1 1 15,0-1-1-15,0 0-1 0,0-5 2 16,0-2-2-16,0-7 0 15,0-6 2-15,0-5-1 16,0 0-1-16,0-9-1 16,0-6 1-16,0-6 0 0,0-6 1 15,0 0-1 1,0 0 0-16,0-2 0 0,0-2 0 16,0 0 1-16,0 0 0 15,0 0 1-15,0 0 3 16,0 0-5-16,0 0 2 15,0 0-2-15,0 0 0 16,0 0 1-16,0 0-3 16,0 0 3-16,0 0-1 15,0 0 0-15,0 0 0 16,0 0-1-16,-9-6-4 16,9-1-10-16,-9 0-16 15,3-4-38-15,6-2-59 16,0-5-88-16,0-6-249 15</inkml:trace>
  <inkml:trace contextRef="#ctx0" brushRef="#br0" timeOffset="15811.18">21727 11917 470 0,'0'0'140'0,"0"0"-53"0,0 0 50 0,0 0-42 0,0 0 29 0,0 0-55 0,-125 23-23 0,119-17 5 16,3-4-9-16,3 1-20 0,0-3 0 16,0 0-13-1,3 0 7-15,48 0 19 0,20 0 17 16,25-11-7-16,44-13-18 16,33-8 3-16,24-6-5 15,27-4 4-15,15-8-13 16,15 0-5-16,18 0 2 15,14 2-7-15,4 5-6 16,-9 6-1-16,-9 10 1 16,-19 5 3-16,-14 6-2 15,-21 2-1-15,-24 0 7 16,-17 3-5-16,-19 0 14 0,-18-1-6 16,-20 1 9-1,-34 5-7-15,-32 1 0 0,-27-1-7 16,0 5-5-16,-12-2 4 15,-12 0-4-15,3 2 6 16,-6-2-5-16,0 1-1 16,0 2-35-16,-18 0-101 15,-66 0-173-15,-38 0-711 16</inkml:trace>
  <inkml:trace contextRef="#ctx0" brushRef="#br0" timeOffset="17742.04">21234 11999 718 0,'0'0'239'0,"0"0"-116"0,0 0-51 0,0 0-27 0,0 0 0 0,0 0-32 0,0 0-10 16,-6-13-1-16,21 13 18 15,12 3 0-15,0 4 14 0,9 3-11 16,0-3 1-16,0-3-1 15,-4 0-9-15,10-4 7 16,-6 0-12-16,0 0 8 16,-9 0-14-16,9 0 17 15,-9-4-14-15,5-5-4 16,-5-6 7-16,15 1 3 16,-6-3-5-16,0-5-2 15,0 3 1-15,5-6-3 16,-2 2-2-16,-6-2 4 15,9 4 0-15,-12 0 3 16,-3 1 0-16,5 2 1 0,1-4 0 16,3-1-1-16,9-1-1 15,0-4-3-15,5 1 1 16,-5-4-3-16,-9 2-1 16,9 1 0-16,-12-3 0 15,-6 3 9-15,-1-5 2 16,1 1-2-16,0-4 4 15,0 0-6-15,-3-2-2 16,3-3 2-16,6 2-5 16,-3-7 1-16,2 3 0 15,-5-6 0-15,9 2 2 16,-9-2-6-16,0-3 4 16,0-1 1-16,-3-4-4 15,12 2 5-15,-4-1-2 16,-2 1-1-16,-6-2-1 0,9 0 6 15,-15-4-6-15,0 0 4 16,0-1-3-16,-9 1-1 16,0-2 0-16,-6 6 5 15,-3 0-2-15,6 2 0 16,-6 0 0-16,3 0-1 16,3 3-3-16,-3-3-1 15,2-2 0-15,-5 0 0 16,0 4 0-16,0 1 3 15,9 2-5-15,-9 1 2 16,0 4 0-16,9-2 3 0,6 5-3 16,6-7 1-16,6 2-3 15,9 5 5 1,-3-1-3-16,9 2 0 16,-4 1 0-16,-5 2 0 0,9 4 0 15,-3 1 0-15,-3 3 0 16,-3 2-3-16,8 5 0 15,-5 4 2-15,-6 5 0 16,-6 1 1-16,12 10-3 16,-9 3-2-16,6 0 4 15,-7 0-3-15,16 0 3 16,-6 0-1-16,3 8 0 0,-6 7 0 16,12 2 2-1,-4-3 0-15,-14 4 1 0,15 0-1 16,-12 0-3-16,3 4 3 15,-6 4 0-15,-1 5 0 16,7-1 0-16,-6 5 1 16,-9-2 0-16,9 2 0 15,-9 1-1-15,9 2 2 16,0-2-4-16,-3 2 3 16,2 1-2-16,-8 1 2 15,9 3-1-15,-3-2 0 16,3 3 2-16,-9 0-1 15,9-4 4-15,0 5-3 16,0-3 4-16,5 5-3 16,-2-2-2-16,-6 2 5 0,12 4-4 15,-12 1 0-15,3 6 6 16,-9 5-4-16,3 4 0 16,2 0-4-16,-5-5 11 15,6 4-7-15,-3-4 3 16,3 0 0-16,3 0-6 15,0-7 4-15,0 6-3 16,5-4 5-16,-5 1-6 16,0-1 9-16,9-2-3 15,-3 2 0-15,-6 3-1 16,0 1-4-16,-9 1 8 16,17 0 0-16,-2-2-1 15,-3-6-5-15,3-5-3 16,3 2 1-16,0-3-1 0,-1-5 1 15,-2-6-2-15,12-3 1 16,-3-3-2-16,3-4 0 16,17-8 1-16,-2-2 0 15,9-8 6-15,3-7-6 16,5-2 0-16,13 0-1 16,14-7-24-16,4-15-46 15,11-4-53-15,-2-5-50 16,2-3-97-16,4-1-277 15</inkml:trace>
  <inkml:trace contextRef="#ctx0" brushRef="#br0" timeOffset="23233.47">13088 9139 801 0,'0'0'181'0,"0"0"-42"0,0 0-20 0,0 0-37 16,0 0-14-16,0 0 5 16,0 0-36-16,-9-50 11 15,9 47-7-15,0 3-19 16,0 0-12-16,0 0-10 0,0 3 0 15,0 21-3-15,18 11 3 16,15 13 7-16,-6 3-6 16,9 8 2-16,-4 5 10 15,-11-4-12-15,3-4 0 16,-15-7-1-16,9-12 1 16,-9-16-1-16,0-9 0 15,-9-4-2-15,9-8 1 16,-9 0-1-16,0 0-2 15,0 0-5-15,0-20-8 16,0-5-5-16,-18-8 1 16,0-9-6-16,3-4 19 0,3 0-8 15,-6-8 16-15,9 5-1 16,-5 2 0-16,5 4 2 16,0 5-1-16,0 11 0 15,0 9 8-15,0 10 3 16,0 8 36-16,9 0-11 15,0 0-10-15,-9 0-25 16,-6 23-2-16,-6 12-2 16,-3 5 3-16,-3 3 2 15,0-5 0-15,9-7-2 16,3-11 1-16,13-4-1 16,-4-14 0-16,6-2 3 15,-3 0 4-15,-6-10 0 16,0-21 9-16,3-11-16 15,6-4-1-15,0 1-1 16,0 9 1-16,9 11 0 0,9 8 1 16,-4 6 0-16,13 11 0 15,9 0-10-15,9 0 5 16,6 15 3-16,17 11 2 16,-5 8-3-16,9 2-11 15,-4 2-76-15,10-3-108 16,0-6-123-16,2-7-527 15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09T06:38:17.6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9451 6557 731 0,'0'0'220'0,"0"0"-37"0,0 0-78 0,0 0-29 15,0 0-9-15,0 0-15 16,0 0-22-16,-63-2-13 16,63 2-6-16,0 0-3 0,18 0-7 15,60 0-1-15,35-6 12 16,31-3 0-16,23-2-12 15,15-7 4-15,18 1-2 16,3 2-1-16,6-4 5 16,-15 7 2-1,0 0-8-15,-11 10 0 0,-16 0-2 16,-9 2 2-16,-27 0 0 16,-26 0 2-16,-24 0-3 15,-22 0 1-15,-14 0-1 16,-12 0-1-16,-15 0 1 15,-15 0 1-15,3 0 1 16,-6 0 5-16,0 0-4 16,0 0-1-16,0 0-1 15,0 0-48-15,-9 4-94 16,-36 13-92-16,-15 0-286 0</inkml:trace>
  <inkml:trace contextRef="#ctx0" brushRef="#br0" timeOffset="3642.13">15531 7507 732 0,'0'0'167'0,"0"0"-23"0,0 0-21 0,0 0-32 0,0 0 13 16,0 0-8-16,0 0-54 16,-123 6-18-16,123-1-13 15,0-3-3-15,60 2-4 16,30-4 15-16,32 0 11 16,4 0-9-16,5 0-18 0,0-1 1 15,-2-4-2 1,-13 0-2-16,-11 2 0 0,-19 3-1 15,-17 0 1 1,-24 0-1-16,0 0-4 16,-19-3 1-16,-8 3-8 0,-3-1-42 15,-6-2-34-15,-6 3-56 16,3 0-21-16,-3 0-141 16,12 0-135-16</inkml:trace>
  <inkml:trace contextRef="#ctx0" brushRef="#br0" timeOffset="4350.2">17767 7643 730 0,'0'0'230'0,"0"0"-105"0,0 0 10 0,0 0-48 0,0 0 23 0,0 0-38 0,-62 2-38 15,62-2-27-15,18 0 0 16,59 0 5-16,31 0 0 16,23-2 2-16,7-12-13 15,-7 3 1-15,-9 3 3 16,-14 4-3-16,-13 1-2 0,-8 3-11 15,-15 0 5 1,-19 0-37-16,-17 0-37 0,-12 0-72 16,-6 0-41-16,-3 0-167 15</inkml:trace>
  <inkml:trace contextRef="#ctx0" brushRef="#br0" timeOffset="4908.52">20834 7468 1016 0,'0'0'118'0,"0"0"14"0,0 0-78 16,0 0 47-16,0 0-11 0,0 0-50 0,0 0-34 15,-80 1-6-15,115 2 0 16,52-1 8-16,36-2 8 16,17 0-11-16,3 0-3 0,-2 0-2 15,-4 0 0 1,-24 0 0-16,-17 0-21 0,-15 0-83 16,-22 0-52-1,-20 0-62-15,-15 0-274 0</inkml:trace>
  <inkml:trace contextRef="#ctx0" brushRef="#br0" timeOffset="8624.79">16537 6637 721 0,'0'0'209'0,"0"0"-43"0,0 0-63 0,0 0-37 0,0 0-13 16,0 0-27-16,-24-4-8 16,33 24 39-16,9-2-4 15,0-2-24-15,-3-9-9 16,-3-7 4-16,6 0-11 15,-3 0-2-15,21-3-2 16,26-35 6-16,7-22-7 16,30-18-8-16,5-11-9 15,-2 1-91-15,2 13-79 16,-14 10-29-16,-10 8-195 0</inkml:trace>
  <inkml:trace contextRef="#ctx0" brushRef="#br0" timeOffset="9023.27">18729 6346 1005 0,'0'0'158'16,"0"0"-23"-16,0 0-60 15,0 0 4-15,0 0-41 16,0 0-28-16,-27 26-1 15,54-3 16-15,0-3 10 16,0-9-25-16,-3-5 2 16,-3-6-1-16,11 0 0 15,13-22 3-15,18-24-2 0,15-14-11 16,17-3-1 0,4 1-84-16,5 2-145 0,-8 4-200 15</inkml:trace>
  <inkml:trace contextRef="#ctx0" brushRef="#br0" timeOffset="9477.16">21225 6272 553 0,'0'0'608'0,"0"0"-473"0,0 0-63 0,0 0-27 0,0 0 5 16,0 0-1-16,39 66 13 0,-15-34-36 16,3-9-6-16,0-6 5 15,-3-10-13-15,-3-7 0 16,15 0-3-16,14-9 5 15,10-32-1-15,9-16-6 16,2-11-7-16,7-2-23 16,3-6-118-16,-10-8-193 15,7-4-824-15</inkml:trace>
  <inkml:trace contextRef="#ctx0" brushRef="#br0" timeOffset="40906.07">4219 9605 995 0,'0'0'188'0,"0"0"-80"0,0 0-45 0,0 0 3 0,0 0-25 0,0 0-32 15,0 0-3-15,0 0 30 16,323-5-13-16,-180-20-12 16,6-4-5-16,-2 5-6 15,-13 0-1-15,-6 8 1 16,-23-1 2-16,-15 5-2 16,-13 2-40-16,-14 2-111 15,0-3-78-15,-22 2-242 16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09T06:39:11.1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2878 3065 294 0,'0'0'644'0,"0"0"-506"0,0 0 38 0,0 0-76 0,-253 0-36 15,235 0-2-15,9 1-22 16,9 2-21-16,0 2-13 15,0-1-2-15,44 0 1 16,34-4 50-16,39 0-6 16,38 0-17-16,21-1-12 15,27-15-11-15,30-6 0 16,33-2-8-16,32-5 11 16,7 3-12-16,12-2 0 15,-10 4-2-15,-11 2 0 0,-16 7 1 16,-17 6 1-1,-33 2 0-15,-39 6 1 0,-32 1 0 16,-37 0 0-16,-26 0 1 16,-19-3 4-16,-20-4-3 15,-15 0 6-15,0 2-1 16,-22-2 4-16,-11 4-9 16,-3 3-2-16,-6 0-1 15,0 0 1-15,0 0-3 16,0 0 1-16,0 0-51 15,-24 0-64-15,-38 0-98 16,-34 11-108-16,-8 10-86 16</inkml:trace>
  <inkml:trace contextRef="#ctx0" brushRef="#br0" timeOffset="1085.13">5578 3174 555 0,'0'0'462'0,"0"0"-335"0,0 0-3 0,0 0-33 15,0 0-4-15,0 0-20 16,9-39-38-16,-9 39-13 16,0 3-13-16,15 17-1 15,-3 8 5-15,3 9 18 16,-6 10 0-16,-9 0-5 0,3 6 3 15,3-3-9 1,3-4-11-16,-1 0-2 0,10-3 2 16,9-5-3-1,6-7 1-15,3-7-1 16,0-7 2-16,15-3-2 16,2-7 0-16,10-7 3 0,15 0 0 15,-1 0-3-15,-11-7 3 16,0-12-2-16,-4-6 0 15,-17 1 3-15,-3 2-2 16,-21 2 0-16,-15 6-1 16,-6-1-1-16,0 3 1 15,0 3 6-15,-9 0 4 16,-9-4-7-16,-6 1-4 16,6 6 13-16,9-1-8 0,9 4 5 15,0 3 3-15,0-3-6 16,0 3-7-16,0 0 1 15,0 0-4-15,18 0-4 16,27 0 7-16,6 7 0 16,-15 5 0-16,5 3 0 15,-14 4 0-15,-9 4 0 16,-15 4-8-16,-3 6-8 16,0 5-50-16,-21 8-106 15,-33 2-52-15,-11-3-323 16</inkml:trace>
  <inkml:trace contextRef="#ctx0" brushRef="#br0" timeOffset="1883.36">7173 3338 727 0,'0'0'304'0,"0"0"-97"0,0 0-124 0,0 0-48 0,0 0-13 0,0 0-22 0,0 5 2 16,-18 7-2-16,-9 3 17 0,-6-4 1 16,-3-3-12-1,0-2 8-15,9-6-2 0,0 0 13 16,1 0 8-16,2-13 0 16,6-4-19-16,18-10-9 15,0 4-2-15,0 3-3 16,0 7 0-16,33 9-1 15,2 4-5-15,1 0 2 16,9 29 3-16,6 12 1 16,-15 4 0-16,-18 10 0 15,-9 4 0-15,-9 7 2 16,0 1 8-16,-27 0-6 16,-18-12-4-16,3-15 4 15,6-13-4-15,9-17 1 16,0-10 1-16,1 0 8 15,2 0-1-15,6-21-6 16,9 5-2-16,9 2 0 0,0 6-1 16,0 5 1-16,0 3 2 15,18 0-1-15,27 0-1 16,5 0 2-16,-5 0 1 16,0 2 2-16,0 7-1 15,-12 3-4-15,-1 2-1 16,-2 3-4-16,-3-1-22 15,6-1-83-15,3 0-70 16,15-8-147-16,2-3-218 16</inkml:trace>
  <inkml:trace contextRef="#ctx0" brushRef="#br0" timeOffset="2032.91">7829 3931 732 0,'0'0'248'0,"0"0"-36"0,0 0-65 0,0 0-26 0,0 0-41 0,0 0-56 16,27 2-24-16,-3 4-4 16,-12 4-68-16,-6 10-268 15</inkml:trace>
  <inkml:trace contextRef="#ctx0" brushRef="#br0" timeOffset="7398.72">10371 7622 563 0,'0'0'71'0,"0"0"1"0,0 0 55 0,-245 8 10 0,194 3-26 15,6-4-21-15,15 3-10 16,-2-5-30-16,23 1-13 16,0 0-3-16,0-5-19 15,9 4-4-15,0 0-8 16,0 7 3-16,53 0 23 15,28 0 22-15,30-4-18 16,29-8 0-16,9 0-17 16,27 0-9-16,-2 0-3 15,2-10 1-15,-9 0 0 16,-18 7-5-16,-2 1-1 16,-31 2 1-16,-11 0 1 15,-10-2-1-15,-32 0 0 16,-9-1 0-16,-19-2-1 0,-11 3 0 15,-6-3-18-15,-9 2-80 16,-9 3-53-16,0 0-97 16,0 0-315-16</inkml:trace>
  <inkml:trace contextRef="#ctx0" brushRef="#br0" timeOffset="13215.5">12482 8833 964 0,'0'0'145'0,"0"0"-16"0,0 0-49 0,0 0 13 0,0 0 0 15,0 0-29-15,0 0-42 0,-42 8-22 16,57-5-1-16,57-1 1 16,32 1 1-16,46-3 3 15,14 0-4-15,-21 0 0 16,-3 0-25-16,-20 0-60 16,-22 0-46-16,7 0-9 15,-9 0-106-15,-16-8-194 16</inkml:trace>
  <inkml:trace contextRef="#ctx0" brushRef="#br0" timeOffset="13731.91">14516 8746 959 0,'0'0'172'0,"0"0"-17"0,0 0-94 0,0 0 36 0,0 0-18 16,0 0-35-16,-36 10-27 16,36-10-13-16,0 1-3 15,9 3 0-15,53-2 0 16,25 3 5-16,26-5-6 16,19 0-1-16,-16 0-36 0,4-11-66 15,-7-2-64-15,-14-5-108 16,-19 0-470-16</inkml:trace>
  <inkml:trace contextRef="#ctx0" brushRef="#br0" timeOffset="14898.63">12781 7686 686 0,'0'0'152'0,"0"0"-23"0,0 0-75 0,0 0 54 0,0 0-40 15,0 0-26-15,0 0-12 16,-96-83-7-16,69 78-3 16,0-1-9-16,-6 6-4 15,-2-1-7-15,-1 1 1 16,0 0-1-16,0 0 0 15,-6 7-3-15,6 13-2 16,4-1 5-16,-4 7-3 16,15-3 0-16,-3 4 3 0,6 1-1 15,9 0 1-15,0 6 0 16,9 6 0-16,0 3 1 16,0 5-1-1,0 0 0-15,0 2-5 0,0 7 5 16,0 7 3-16,0 10 0 15,9 3 5-15,0 6-3 16,9 0 0-16,-3-7 6 16,3-5 4-16,3-7 4 15,6-4-15-15,5 0 15 16,4 0-8-16,0-2 0 16,6-2-8-16,3-4 1 0,-4-7 0 15,4-4 3 1,6-11-7-16,-3-1 0 0,12-12 0 15,-1-8-3-15,22-9-12 16,14 0-54-16,22-35-46 16,14-13-120-16,7-6-244 15</inkml:trace>
  <inkml:trace contextRef="#ctx0" brushRef="#br0" timeOffset="15482.73">15232 7720 938 0,'0'0'132'0,"0"0"-5"0,0 0-105 16,0 0 24-16,0 0 7 0,0 0-31 0,9-110-18 0,36 103 0 15,18 2-3-15,-1 5-1 16,-2 0 5-16,3 0-5 16,-3 24 0-16,-7 6 0 15,-2 14 0-15,-9 3 6 16,-15 15 2-16,-15 5-2 16,-6 4 0-16,-6 7-2 15,0 1 3-15,0 3-7 16,0 1 0-16,0-2 3 15,0-5-3-15,21-2 0 0,2-5-1 16,13-8 1 0,6 1 0-16,-12-6 1 0,-6-5-1 15,3-5 0 1,-21-7 3-16,-6-6-2 0,0-7 5 16,0-4-3-16,-24-4 4 15,-30-2-7-15,-24 4 0 16,-20 1-1-16,-48 4-117 15,-46-5-184-15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76EEE-4B33-435B-8495-4F2A97E865C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9BF898-4262-4865-816B-E13729D50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187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Supervised learning algo based on Bayes theorem and used to solve classification problem.</a:t>
            </a:r>
          </a:p>
          <a:p>
            <a:r>
              <a:rPr lang="en-US" dirty="0"/>
              <a:t>Probabilistic classifier which means it predicts on the basis of the probability of an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BF898-4262-4865-816B-E13729D50B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392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BF898-4262-4865-816B-E13729D50B0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28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BF898-4262-4865-816B-E13729D50B0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901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BF898-4262-4865-816B-E13729D50B0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28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AEAE-183F-4396-A09F-3B49F51A8D1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AEAE-183F-4396-A09F-3B49F51A8D1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AEAE-183F-4396-A09F-3B49F51A8D1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AEAE-183F-4396-A09F-3B49F51A8D1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AEAE-183F-4396-A09F-3B49F51A8D1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AEAE-183F-4396-A09F-3B49F51A8D1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AEAE-183F-4396-A09F-3B49F51A8D1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AEAE-183F-4396-A09F-3B49F51A8D1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AEAE-183F-4396-A09F-3B49F51A8D1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4AEAE-183F-4396-A09F-3B49F51A8D1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66AF-0CB9-40D9-AC55-FD684885F7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66AF-0CB9-40D9-AC55-FD684885F7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66AF-0CB9-40D9-AC55-FD684885F7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66AF-0CB9-40D9-AC55-FD684885F7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66AF-0CB9-40D9-AC55-FD684885F7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66AF-0CB9-40D9-AC55-FD684885F7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66AF-0CB9-40D9-AC55-FD684885F7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66AF-0CB9-40D9-AC55-FD684885F7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66AF-0CB9-40D9-AC55-FD684885F7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66AF-0CB9-40D9-AC55-FD684885F7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66AF-0CB9-40D9-AC55-FD684885F7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4AEAE-183F-4396-A09F-3B49F51A8D1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666AF-0CB9-40D9-AC55-FD684885F73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9.png"/><Relationship Id="rId21" Type="http://schemas.openxmlformats.org/officeDocument/2006/relationships/image" Target="../media/image31.png"/><Relationship Id="rId42" Type="http://schemas.openxmlformats.org/officeDocument/2006/relationships/customXml" Target="../ink/ink23.xml"/><Relationship Id="rId63" Type="http://schemas.openxmlformats.org/officeDocument/2006/relationships/image" Target="../media/image52.png"/><Relationship Id="rId84" Type="http://schemas.openxmlformats.org/officeDocument/2006/relationships/customXml" Target="../ink/ink44.xml"/><Relationship Id="rId138" Type="http://schemas.openxmlformats.org/officeDocument/2006/relationships/customXml" Target="../ink/ink71.xml"/><Relationship Id="rId159" Type="http://schemas.openxmlformats.org/officeDocument/2006/relationships/image" Target="../media/image100.png"/><Relationship Id="rId170" Type="http://schemas.openxmlformats.org/officeDocument/2006/relationships/customXml" Target="../ink/ink87.xml"/><Relationship Id="rId191" Type="http://schemas.openxmlformats.org/officeDocument/2006/relationships/image" Target="../media/image116.png"/><Relationship Id="rId205" Type="http://schemas.openxmlformats.org/officeDocument/2006/relationships/image" Target="../media/image123.png"/><Relationship Id="rId226" Type="http://schemas.openxmlformats.org/officeDocument/2006/relationships/customXml" Target="../ink/ink115.xml"/><Relationship Id="rId107" Type="http://schemas.openxmlformats.org/officeDocument/2006/relationships/image" Target="../media/image74.png"/><Relationship Id="rId11" Type="http://schemas.openxmlformats.org/officeDocument/2006/relationships/image" Target="../media/image26.png"/><Relationship Id="rId32" Type="http://schemas.openxmlformats.org/officeDocument/2006/relationships/customXml" Target="../ink/ink18.xml"/><Relationship Id="rId53" Type="http://schemas.openxmlformats.org/officeDocument/2006/relationships/image" Target="../media/image47.png"/><Relationship Id="rId74" Type="http://schemas.openxmlformats.org/officeDocument/2006/relationships/customXml" Target="../ink/ink39.xml"/><Relationship Id="rId128" Type="http://schemas.openxmlformats.org/officeDocument/2006/relationships/customXml" Target="../ink/ink66.xml"/><Relationship Id="rId149" Type="http://schemas.openxmlformats.org/officeDocument/2006/relationships/image" Target="../media/image95.png"/><Relationship Id="rId5" Type="http://schemas.openxmlformats.org/officeDocument/2006/relationships/image" Target="../media/image23.png"/><Relationship Id="rId95" Type="http://schemas.openxmlformats.org/officeDocument/2006/relationships/image" Target="../media/image68.png"/><Relationship Id="rId160" Type="http://schemas.openxmlformats.org/officeDocument/2006/relationships/customXml" Target="../ink/ink82.xml"/><Relationship Id="rId181" Type="http://schemas.openxmlformats.org/officeDocument/2006/relationships/image" Target="../media/image111.png"/><Relationship Id="rId216" Type="http://schemas.openxmlformats.org/officeDocument/2006/relationships/customXml" Target="../ink/ink110.xml"/><Relationship Id="rId237" Type="http://schemas.openxmlformats.org/officeDocument/2006/relationships/image" Target="../media/image139.png"/><Relationship Id="rId22" Type="http://schemas.openxmlformats.org/officeDocument/2006/relationships/customXml" Target="../ink/ink13.xml"/><Relationship Id="rId43" Type="http://schemas.openxmlformats.org/officeDocument/2006/relationships/image" Target="../media/image42.png"/><Relationship Id="rId64" Type="http://schemas.openxmlformats.org/officeDocument/2006/relationships/customXml" Target="../ink/ink34.xml"/><Relationship Id="rId118" Type="http://schemas.openxmlformats.org/officeDocument/2006/relationships/customXml" Target="../ink/ink61.xml"/><Relationship Id="rId139" Type="http://schemas.openxmlformats.org/officeDocument/2006/relationships/image" Target="../media/image90.png"/><Relationship Id="rId85" Type="http://schemas.openxmlformats.org/officeDocument/2006/relationships/image" Target="../media/image63.png"/><Relationship Id="rId150" Type="http://schemas.openxmlformats.org/officeDocument/2006/relationships/customXml" Target="../ink/ink77.xml"/><Relationship Id="rId171" Type="http://schemas.openxmlformats.org/officeDocument/2006/relationships/image" Target="../media/image106.png"/><Relationship Id="rId192" Type="http://schemas.openxmlformats.org/officeDocument/2006/relationships/customXml" Target="../ink/ink98.xml"/><Relationship Id="rId206" Type="http://schemas.openxmlformats.org/officeDocument/2006/relationships/customXml" Target="../ink/ink105.xml"/><Relationship Id="rId227" Type="http://schemas.openxmlformats.org/officeDocument/2006/relationships/image" Target="../media/image134.png"/><Relationship Id="rId12" Type="http://schemas.openxmlformats.org/officeDocument/2006/relationships/customXml" Target="../ink/ink8.xml"/><Relationship Id="rId33" Type="http://schemas.openxmlformats.org/officeDocument/2006/relationships/image" Target="../media/image37.png"/><Relationship Id="rId108" Type="http://schemas.openxmlformats.org/officeDocument/2006/relationships/customXml" Target="../ink/ink56.xml"/><Relationship Id="rId129" Type="http://schemas.openxmlformats.org/officeDocument/2006/relationships/image" Target="../media/image85.png"/><Relationship Id="rId54" Type="http://schemas.openxmlformats.org/officeDocument/2006/relationships/customXml" Target="../ink/ink29.xml"/><Relationship Id="rId75" Type="http://schemas.openxmlformats.org/officeDocument/2006/relationships/image" Target="../media/image58.png"/><Relationship Id="rId96" Type="http://schemas.openxmlformats.org/officeDocument/2006/relationships/customXml" Target="../ink/ink50.xml"/><Relationship Id="rId140" Type="http://schemas.openxmlformats.org/officeDocument/2006/relationships/customXml" Target="../ink/ink72.xml"/><Relationship Id="rId161" Type="http://schemas.openxmlformats.org/officeDocument/2006/relationships/image" Target="../media/image101.png"/><Relationship Id="rId182" Type="http://schemas.openxmlformats.org/officeDocument/2006/relationships/customXml" Target="../ink/ink93.xml"/><Relationship Id="rId217" Type="http://schemas.openxmlformats.org/officeDocument/2006/relationships/image" Target="../media/image129.png"/><Relationship Id="rId6" Type="http://schemas.openxmlformats.org/officeDocument/2006/relationships/customXml" Target="../ink/ink5.xml"/><Relationship Id="rId238" Type="http://schemas.openxmlformats.org/officeDocument/2006/relationships/customXml" Target="../ink/ink121.xml"/><Relationship Id="rId23" Type="http://schemas.openxmlformats.org/officeDocument/2006/relationships/image" Target="../media/image32.png"/><Relationship Id="rId119" Type="http://schemas.openxmlformats.org/officeDocument/2006/relationships/image" Target="../media/image80.png"/><Relationship Id="rId44" Type="http://schemas.openxmlformats.org/officeDocument/2006/relationships/customXml" Target="../ink/ink24.xml"/><Relationship Id="rId65" Type="http://schemas.openxmlformats.org/officeDocument/2006/relationships/image" Target="../media/image53.png"/><Relationship Id="rId86" Type="http://schemas.openxmlformats.org/officeDocument/2006/relationships/customXml" Target="../ink/ink45.xml"/><Relationship Id="rId130" Type="http://schemas.openxmlformats.org/officeDocument/2006/relationships/customXml" Target="../ink/ink67.xml"/><Relationship Id="rId151" Type="http://schemas.openxmlformats.org/officeDocument/2006/relationships/image" Target="../media/image96.png"/><Relationship Id="rId172" Type="http://schemas.openxmlformats.org/officeDocument/2006/relationships/customXml" Target="../ink/ink88.xml"/><Relationship Id="rId193" Type="http://schemas.openxmlformats.org/officeDocument/2006/relationships/image" Target="../media/image117.png"/><Relationship Id="rId207" Type="http://schemas.openxmlformats.org/officeDocument/2006/relationships/image" Target="../media/image124.png"/><Relationship Id="rId228" Type="http://schemas.openxmlformats.org/officeDocument/2006/relationships/customXml" Target="../ink/ink116.xml"/><Relationship Id="rId13" Type="http://schemas.openxmlformats.org/officeDocument/2006/relationships/image" Target="../media/image27.png"/><Relationship Id="rId109" Type="http://schemas.openxmlformats.org/officeDocument/2006/relationships/image" Target="../media/image75.png"/><Relationship Id="rId34" Type="http://schemas.openxmlformats.org/officeDocument/2006/relationships/customXml" Target="../ink/ink19.xml"/><Relationship Id="rId55" Type="http://schemas.openxmlformats.org/officeDocument/2006/relationships/image" Target="../media/image48.png"/><Relationship Id="rId76" Type="http://schemas.openxmlformats.org/officeDocument/2006/relationships/customXml" Target="../ink/ink40.xml"/><Relationship Id="rId97" Type="http://schemas.openxmlformats.org/officeDocument/2006/relationships/image" Target="../media/image69.png"/><Relationship Id="rId120" Type="http://schemas.openxmlformats.org/officeDocument/2006/relationships/customXml" Target="../ink/ink62.xml"/><Relationship Id="rId141" Type="http://schemas.openxmlformats.org/officeDocument/2006/relationships/image" Target="../media/image91.png"/><Relationship Id="rId7" Type="http://schemas.openxmlformats.org/officeDocument/2006/relationships/image" Target="../media/image24.png"/><Relationship Id="rId162" Type="http://schemas.openxmlformats.org/officeDocument/2006/relationships/customXml" Target="../ink/ink83.xml"/><Relationship Id="rId183" Type="http://schemas.openxmlformats.org/officeDocument/2006/relationships/image" Target="../media/image112.png"/><Relationship Id="rId218" Type="http://schemas.openxmlformats.org/officeDocument/2006/relationships/customXml" Target="../ink/ink111.xml"/><Relationship Id="rId239" Type="http://schemas.openxmlformats.org/officeDocument/2006/relationships/image" Target="../media/image140.png"/><Relationship Id="rId24" Type="http://schemas.openxmlformats.org/officeDocument/2006/relationships/customXml" Target="../ink/ink14.xml"/><Relationship Id="rId45" Type="http://schemas.openxmlformats.org/officeDocument/2006/relationships/image" Target="../media/image43.png"/><Relationship Id="rId66" Type="http://schemas.openxmlformats.org/officeDocument/2006/relationships/customXml" Target="../ink/ink35.xml"/><Relationship Id="rId87" Type="http://schemas.openxmlformats.org/officeDocument/2006/relationships/image" Target="../media/image64.png"/><Relationship Id="rId110" Type="http://schemas.openxmlformats.org/officeDocument/2006/relationships/customXml" Target="../ink/ink57.xml"/><Relationship Id="rId131" Type="http://schemas.openxmlformats.org/officeDocument/2006/relationships/image" Target="../media/image86.png"/><Relationship Id="rId152" Type="http://schemas.openxmlformats.org/officeDocument/2006/relationships/customXml" Target="../ink/ink78.xml"/><Relationship Id="rId173" Type="http://schemas.openxmlformats.org/officeDocument/2006/relationships/image" Target="../media/image107.png"/><Relationship Id="rId194" Type="http://schemas.openxmlformats.org/officeDocument/2006/relationships/customXml" Target="../ink/ink99.xml"/><Relationship Id="rId208" Type="http://schemas.openxmlformats.org/officeDocument/2006/relationships/customXml" Target="../ink/ink106.xml"/><Relationship Id="rId229" Type="http://schemas.openxmlformats.org/officeDocument/2006/relationships/image" Target="../media/image135.png"/><Relationship Id="rId240" Type="http://schemas.openxmlformats.org/officeDocument/2006/relationships/customXml" Target="../ink/ink122.xml"/><Relationship Id="rId14" Type="http://schemas.openxmlformats.org/officeDocument/2006/relationships/customXml" Target="../ink/ink9.xml"/><Relationship Id="rId35" Type="http://schemas.openxmlformats.org/officeDocument/2006/relationships/image" Target="../media/image38.png"/><Relationship Id="rId56" Type="http://schemas.openxmlformats.org/officeDocument/2006/relationships/customXml" Target="../ink/ink30.xml"/><Relationship Id="rId77" Type="http://schemas.openxmlformats.org/officeDocument/2006/relationships/image" Target="../media/image59.png"/><Relationship Id="rId100" Type="http://schemas.openxmlformats.org/officeDocument/2006/relationships/customXml" Target="../ink/ink52.xml"/><Relationship Id="rId8" Type="http://schemas.openxmlformats.org/officeDocument/2006/relationships/customXml" Target="../ink/ink6.xml"/><Relationship Id="rId98" Type="http://schemas.openxmlformats.org/officeDocument/2006/relationships/customXml" Target="../ink/ink51.xml"/><Relationship Id="rId121" Type="http://schemas.openxmlformats.org/officeDocument/2006/relationships/image" Target="../media/image81.png"/><Relationship Id="rId142" Type="http://schemas.openxmlformats.org/officeDocument/2006/relationships/customXml" Target="../ink/ink73.xml"/><Relationship Id="rId163" Type="http://schemas.openxmlformats.org/officeDocument/2006/relationships/image" Target="../media/image102.png"/><Relationship Id="rId184" Type="http://schemas.openxmlformats.org/officeDocument/2006/relationships/customXml" Target="../ink/ink94.xml"/><Relationship Id="rId219" Type="http://schemas.openxmlformats.org/officeDocument/2006/relationships/image" Target="../media/image130.png"/><Relationship Id="rId230" Type="http://schemas.openxmlformats.org/officeDocument/2006/relationships/customXml" Target="../ink/ink117.xml"/><Relationship Id="rId25" Type="http://schemas.openxmlformats.org/officeDocument/2006/relationships/image" Target="../media/image33.png"/><Relationship Id="rId46" Type="http://schemas.openxmlformats.org/officeDocument/2006/relationships/customXml" Target="../ink/ink25.xml"/><Relationship Id="rId67" Type="http://schemas.openxmlformats.org/officeDocument/2006/relationships/image" Target="../media/image54.png"/><Relationship Id="rId88" Type="http://schemas.openxmlformats.org/officeDocument/2006/relationships/customXml" Target="../ink/ink46.xml"/><Relationship Id="rId111" Type="http://schemas.openxmlformats.org/officeDocument/2006/relationships/image" Target="../media/image76.png"/><Relationship Id="rId132" Type="http://schemas.openxmlformats.org/officeDocument/2006/relationships/customXml" Target="../ink/ink68.xml"/><Relationship Id="rId153" Type="http://schemas.openxmlformats.org/officeDocument/2006/relationships/image" Target="../media/image97.png"/><Relationship Id="rId174" Type="http://schemas.openxmlformats.org/officeDocument/2006/relationships/customXml" Target="../ink/ink89.xml"/><Relationship Id="rId195" Type="http://schemas.openxmlformats.org/officeDocument/2006/relationships/image" Target="../media/image118.png"/><Relationship Id="rId209" Type="http://schemas.openxmlformats.org/officeDocument/2006/relationships/image" Target="../media/image125.png"/><Relationship Id="rId220" Type="http://schemas.openxmlformats.org/officeDocument/2006/relationships/customXml" Target="../ink/ink112.xml"/><Relationship Id="rId241" Type="http://schemas.openxmlformats.org/officeDocument/2006/relationships/image" Target="../media/image141.png"/><Relationship Id="rId15" Type="http://schemas.openxmlformats.org/officeDocument/2006/relationships/image" Target="../media/image28.png"/><Relationship Id="rId36" Type="http://schemas.openxmlformats.org/officeDocument/2006/relationships/customXml" Target="../ink/ink20.xml"/><Relationship Id="rId57" Type="http://schemas.openxmlformats.org/officeDocument/2006/relationships/image" Target="../media/image49.png"/><Relationship Id="rId106" Type="http://schemas.openxmlformats.org/officeDocument/2006/relationships/customXml" Target="../ink/ink55.xml"/><Relationship Id="rId127" Type="http://schemas.openxmlformats.org/officeDocument/2006/relationships/image" Target="../media/image84.png"/><Relationship Id="rId10" Type="http://schemas.openxmlformats.org/officeDocument/2006/relationships/customXml" Target="../ink/ink7.xml"/><Relationship Id="rId31" Type="http://schemas.openxmlformats.org/officeDocument/2006/relationships/image" Target="../media/image36.png"/><Relationship Id="rId52" Type="http://schemas.openxmlformats.org/officeDocument/2006/relationships/customXml" Target="../ink/ink28.xml"/><Relationship Id="rId73" Type="http://schemas.openxmlformats.org/officeDocument/2006/relationships/image" Target="../media/image57.png"/><Relationship Id="rId78" Type="http://schemas.openxmlformats.org/officeDocument/2006/relationships/customXml" Target="../ink/ink41.xml"/><Relationship Id="rId94" Type="http://schemas.openxmlformats.org/officeDocument/2006/relationships/customXml" Target="../ink/ink49.xml"/><Relationship Id="rId99" Type="http://schemas.openxmlformats.org/officeDocument/2006/relationships/image" Target="../media/image70.png"/><Relationship Id="rId101" Type="http://schemas.openxmlformats.org/officeDocument/2006/relationships/image" Target="../media/image71.png"/><Relationship Id="rId122" Type="http://schemas.openxmlformats.org/officeDocument/2006/relationships/customXml" Target="../ink/ink63.xml"/><Relationship Id="rId143" Type="http://schemas.openxmlformats.org/officeDocument/2006/relationships/image" Target="../media/image92.png"/><Relationship Id="rId148" Type="http://schemas.openxmlformats.org/officeDocument/2006/relationships/customXml" Target="../ink/ink76.xml"/><Relationship Id="rId164" Type="http://schemas.openxmlformats.org/officeDocument/2006/relationships/customXml" Target="../ink/ink84.xml"/><Relationship Id="rId169" Type="http://schemas.openxmlformats.org/officeDocument/2006/relationships/image" Target="../media/image105.png"/><Relationship Id="rId185" Type="http://schemas.openxmlformats.org/officeDocument/2006/relationships/image" Target="../media/image113.png"/><Relationship Id="rId4" Type="http://schemas.openxmlformats.org/officeDocument/2006/relationships/customXml" Target="../ink/ink4.xml"/><Relationship Id="rId9" Type="http://schemas.openxmlformats.org/officeDocument/2006/relationships/image" Target="../media/image25.png"/><Relationship Id="rId180" Type="http://schemas.openxmlformats.org/officeDocument/2006/relationships/customXml" Target="../ink/ink92.xml"/><Relationship Id="rId210" Type="http://schemas.openxmlformats.org/officeDocument/2006/relationships/customXml" Target="../ink/ink107.xml"/><Relationship Id="rId215" Type="http://schemas.openxmlformats.org/officeDocument/2006/relationships/image" Target="../media/image128.png"/><Relationship Id="rId236" Type="http://schemas.openxmlformats.org/officeDocument/2006/relationships/customXml" Target="../ink/ink120.xml"/><Relationship Id="rId26" Type="http://schemas.openxmlformats.org/officeDocument/2006/relationships/customXml" Target="../ink/ink15.xml"/><Relationship Id="rId231" Type="http://schemas.openxmlformats.org/officeDocument/2006/relationships/image" Target="../media/image136.png"/><Relationship Id="rId47" Type="http://schemas.openxmlformats.org/officeDocument/2006/relationships/image" Target="../media/image44.png"/><Relationship Id="rId68" Type="http://schemas.openxmlformats.org/officeDocument/2006/relationships/customXml" Target="../ink/ink36.xml"/><Relationship Id="rId89" Type="http://schemas.openxmlformats.org/officeDocument/2006/relationships/image" Target="../media/image65.png"/><Relationship Id="rId112" Type="http://schemas.openxmlformats.org/officeDocument/2006/relationships/customXml" Target="../ink/ink58.xml"/><Relationship Id="rId133" Type="http://schemas.openxmlformats.org/officeDocument/2006/relationships/image" Target="../media/image87.png"/><Relationship Id="rId154" Type="http://schemas.openxmlformats.org/officeDocument/2006/relationships/customXml" Target="../ink/ink79.xml"/><Relationship Id="rId175" Type="http://schemas.openxmlformats.org/officeDocument/2006/relationships/image" Target="../media/image108.png"/><Relationship Id="rId196" Type="http://schemas.openxmlformats.org/officeDocument/2006/relationships/customXml" Target="../ink/ink100.xml"/><Relationship Id="rId200" Type="http://schemas.openxmlformats.org/officeDocument/2006/relationships/customXml" Target="../ink/ink102.xml"/><Relationship Id="rId16" Type="http://schemas.openxmlformats.org/officeDocument/2006/relationships/customXml" Target="../ink/ink10.xml"/><Relationship Id="rId221" Type="http://schemas.openxmlformats.org/officeDocument/2006/relationships/image" Target="../media/image131.png"/><Relationship Id="rId242" Type="http://schemas.openxmlformats.org/officeDocument/2006/relationships/customXml" Target="../ink/ink123.xml"/><Relationship Id="rId37" Type="http://schemas.openxmlformats.org/officeDocument/2006/relationships/image" Target="../media/image39.png"/><Relationship Id="rId58" Type="http://schemas.openxmlformats.org/officeDocument/2006/relationships/customXml" Target="../ink/ink31.xml"/><Relationship Id="rId79" Type="http://schemas.openxmlformats.org/officeDocument/2006/relationships/image" Target="../media/image60.png"/><Relationship Id="rId102" Type="http://schemas.openxmlformats.org/officeDocument/2006/relationships/customXml" Target="../ink/ink53.xml"/><Relationship Id="rId123" Type="http://schemas.openxmlformats.org/officeDocument/2006/relationships/image" Target="../media/image82.png"/><Relationship Id="rId144" Type="http://schemas.openxmlformats.org/officeDocument/2006/relationships/customXml" Target="../ink/ink74.xml"/><Relationship Id="rId90" Type="http://schemas.openxmlformats.org/officeDocument/2006/relationships/customXml" Target="../ink/ink47.xml"/><Relationship Id="rId165" Type="http://schemas.openxmlformats.org/officeDocument/2006/relationships/image" Target="../media/image103.png"/><Relationship Id="rId186" Type="http://schemas.openxmlformats.org/officeDocument/2006/relationships/customXml" Target="../ink/ink95.xml"/><Relationship Id="rId211" Type="http://schemas.openxmlformats.org/officeDocument/2006/relationships/image" Target="../media/image126.png"/><Relationship Id="rId232" Type="http://schemas.openxmlformats.org/officeDocument/2006/relationships/customXml" Target="../ink/ink118.xml"/><Relationship Id="rId27" Type="http://schemas.openxmlformats.org/officeDocument/2006/relationships/image" Target="../media/image34.png"/><Relationship Id="rId48" Type="http://schemas.openxmlformats.org/officeDocument/2006/relationships/customXml" Target="../ink/ink26.xml"/><Relationship Id="rId69" Type="http://schemas.openxmlformats.org/officeDocument/2006/relationships/image" Target="../media/image55.png"/><Relationship Id="rId113" Type="http://schemas.openxmlformats.org/officeDocument/2006/relationships/image" Target="../media/image77.png"/><Relationship Id="rId134" Type="http://schemas.openxmlformats.org/officeDocument/2006/relationships/customXml" Target="../ink/ink69.xml"/><Relationship Id="rId80" Type="http://schemas.openxmlformats.org/officeDocument/2006/relationships/customXml" Target="../ink/ink42.xml"/><Relationship Id="rId155" Type="http://schemas.openxmlformats.org/officeDocument/2006/relationships/image" Target="../media/image98.png"/><Relationship Id="rId176" Type="http://schemas.openxmlformats.org/officeDocument/2006/relationships/customXml" Target="../ink/ink90.xml"/><Relationship Id="rId197" Type="http://schemas.openxmlformats.org/officeDocument/2006/relationships/image" Target="../media/image119.png"/><Relationship Id="rId201" Type="http://schemas.openxmlformats.org/officeDocument/2006/relationships/image" Target="../media/image121.png"/><Relationship Id="rId222" Type="http://schemas.openxmlformats.org/officeDocument/2006/relationships/customXml" Target="../ink/ink113.xml"/><Relationship Id="rId243" Type="http://schemas.openxmlformats.org/officeDocument/2006/relationships/image" Target="../media/image142.png"/><Relationship Id="rId17" Type="http://schemas.openxmlformats.org/officeDocument/2006/relationships/image" Target="../media/image29.png"/><Relationship Id="rId38" Type="http://schemas.openxmlformats.org/officeDocument/2006/relationships/customXml" Target="../ink/ink21.xml"/><Relationship Id="rId59" Type="http://schemas.openxmlformats.org/officeDocument/2006/relationships/image" Target="../media/image50.png"/><Relationship Id="rId103" Type="http://schemas.openxmlformats.org/officeDocument/2006/relationships/image" Target="../media/image72.png"/><Relationship Id="rId124" Type="http://schemas.openxmlformats.org/officeDocument/2006/relationships/customXml" Target="../ink/ink64.xml"/><Relationship Id="rId70" Type="http://schemas.openxmlformats.org/officeDocument/2006/relationships/customXml" Target="../ink/ink37.xml"/><Relationship Id="rId91" Type="http://schemas.openxmlformats.org/officeDocument/2006/relationships/image" Target="../media/image66.png"/><Relationship Id="rId145" Type="http://schemas.openxmlformats.org/officeDocument/2006/relationships/image" Target="../media/image93.png"/><Relationship Id="rId166" Type="http://schemas.openxmlformats.org/officeDocument/2006/relationships/customXml" Target="../ink/ink85.xml"/><Relationship Id="rId187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8.xml"/><Relationship Id="rId233" Type="http://schemas.openxmlformats.org/officeDocument/2006/relationships/image" Target="../media/image137.png"/><Relationship Id="rId28" Type="http://schemas.openxmlformats.org/officeDocument/2006/relationships/customXml" Target="../ink/ink16.xml"/><Relationship Id="rId49" Type="http://schemas.openxmlformats.org/officeDocument/2006/relationships/image" Target="../media/image45.png"/><Relationship Id="rId114" Type="http://schemas.openxmlformats.org/officeDocument/2006/relationships/customXml" Target="../ink/ink59.xml"/><Relationship Id="rId60" Type="http://schemas.openxmlformats.org/officeDocument/2006/relationships/customXml" Target="../ink/ink32.xml"/><Relationship Id="rId81" Type="http://schemas.openxmlformats.org/officeDocument/2006/relationships/image" Target="../media/image61.png"/><Relationship Id="rId135" Type="http://schemas.openxmlformats.org/officeDocument/2006/relationships/image" Target="../media/image88.png"/><Relationship Id="rId156" Type="http://schemas.openxmlformats.org/officeDocument/2006/relationships/customXml" Target="../ink/ink80.xml"/><Relationship Id="rId177" Type="http://schemas.openxmlformats.org/officeDocument/2006/relationships/image" Target="../media/image109.png"/><Relationship Id="rId198" Type="http://schemas.openxmlformats.org/officeDocument/2006/relationships/customXml" Target="../ink/ink101.xml"/><Relationship Id="rId202" Type="http://schemas.openxmlformats.org/officeDocument/2006/relationships/customXml" Target="../ink/ink103.xml"/><Relationship Id="rId223" Type="http://schemas.openxmlformats.org/officeDocument/2006/relationships/image" Target="../media/image132.png"/><Relationship Id="rId18" Type="http://schemas.openxmlformats.org/officeDocument/2006/relationships/customXml" Target="../ink/ink11.xml"/><Relationship Id="rId39" Type="http://schemas.openxmlformats.org/officeDocument/2006/relationships/image" Target="../media/image40.png"/><Relationship Id="rId50" Type="http://schemas.openxmlformats.org/officeDocument/2006/relationships/customXml" Target="../ink/ink27.xml"/><Relationship Id="rId104" Type="http://schemas.openxmlformats.org/officeDocument/2006/relationships/customXml" Target="../ink/ink54.xml"/><Relationship Id="rId125" Type="http://schemas.openxmlformats.org/officeDocument/2006/relationships/image" Target="../media/image83.png"/><Relationship Id="rId146" Type="http://schemas.openxmlformats.org/officeDocument/2006/relationships/customXml" Target="../ink/ink75.xml"/><Relationship Id="rId167" Type="http://schemas.openxmlformats.org/officeDocument/2006/relationships/image" Target="../media/image104.png"/><Relationship Id="rId188" Type="http://schemas.openxmlformats.org/officeDocument/2006/relationships/customXml" Target="../ink/ink96.xml"/><Relationship Id="rId71" Type="http://schemas.openxmlformats.org/officeDocument/2006/relationships/image" Target="../media/image56.png"/><Relationship Id="rId92" Type="http://schemas.openxmlformats.org/officeDocument/2006/relationships/customXml" Target="../ink/ink48.xml"/><Relationship Id="rId213" Type="http://schemas.openxmlformats.org/officeDocument/2006/relationships/image" Target="../media/image127.png"/><Relationship Id="rId234" Type="http://schemas.openxmlformats.org/officeDocument/2006/relationships/customXml" Target="../ink/ink119.xml"/><Relationship Id="rId2" Type="http://schemas.openxmlformats.org/officeDocument/2006/relationships/customXml" Target="../ink/ink3.xml"/><Relationship Id="rId29" Type="http://schemas.openxmlformats.org/officeDocument/2006/relationships/image" Target="../media/image35.png"/><Relationship Id="rId40" Type="http://schemas.openxmlformats.org/officeDocument/2006/relationships/customXml" Target="../ink/ink22.xml"/><Relationship Id="rId115" Type="http://schemas.openxmlformats.org/officeDocument/2006/relationships/image" Target="../media/image78.png"/><Relationship Id="rId136" Type="http://schemas.openxmlformats.org/officeDocument/2006/relationships/customXml" Target="../ink/ink70.xml"/><Relationship Id="rId157" Type="http://schemas.openxmlformats.org/officeDocument/2006/relationships/image" Target="../media/image99.png"/><Relationship Id="rId178" Type="http://schemas.openxmlformats.org/officeDocument/2006/relationships/customXml" Target="../ink/ink91.xml"/><Relationship Id="rId61" Type="http://schemas.openxmlformats.org/officeDocument/2006/relationships/image" Target="../media/image51.png"/><Relationship Id="rId82" Type="http://schemas.openxmlformats.org/officeDocument/2006/relationships/customXml" Target="../ink/ink43.xml"/><Relationship Id="rId199" Type="http://schemas.openxmlformats.org/officeDocument/2006/relationships/image" Target="../media/image120.png"/><Relationship Id="rId203" Type="http://schemas.openxmlformats.org/officeDocument/2006/relationships/image" Target="../media/image122.png"/><Relationship Id="rId19" Type="http://schemas.openxmlformats.org/officeDocument/2006/relationships/image" Target="../media/image30.png"/><Relationship Id="rId224" Type="http://schemas.openxmlformats.org/officeDocument/2006/relationships/customXml" Target="../ink/ink114.xml"/><Relationship Id="rId30" Type="http://schemas.openxmlformats.org/officeDocument/2006/relationships/customXml" Target="../ink/ink17.xml"/><Relationship Id="rId105" Type="http://schemas.openxmlformats.org/officeDocument/2006/relationships/image" Target="../media/image73.png"/><Relationship Id="rId126" Type="http://schemas.openxmlformats.org/officeDocument/2006/relationships/customXml" Target="../ink/ink65.xml"/><Relationship Id="rId147" Type="http://schemas.openxmlformats.org/officeDocument/2006/relationships/image" Target="../media/image94.png"/><Relationship Id="rId168" Type="http://schemas.openxmlformats.org/officeDocument/2006/relationships/customXml" Target="../ink/ink86.xml"/><Relationship Id="rId51" Type="http://schemas.openxmlformats.org/officeDocument/2006/relationships/image" Target="../media/image46.png"/><Relationship Id="rId72" Type="http://schemas.openxmlformats.org/officeDocument/2006/relationships/customXml" Target="../ink/ink38.xml"/><Relationship Id="rId93" Type="http://schemas.openxmlformats.org/officeDocument/2006/relationships/image" Target="../media/image67.png"/><Relationship Id="rId189" Type="http://schemas.openxmlformats.org/officeDocument/2006/relationships/image" Target="../media/image115.png"/><Relationship Id="rId3" Type="http://schemas.openxmlformats.org/officeDocument/2006/relationships/image" Target="../media/image22.png"/><Relationship Id="rId214" Type="http://schemas.openxmlformats.org/officeDocument/2006/relationships/customXml" Target="../ink/ink109.xml"/><Relationship Id="rId235" Type="http://schemas.openxmlformats.org/officeDocument/2006/relationships/image" Target="../media/image138.png"/><Relationship Id="rId116" Type="http://schemas.openxmlformats.org/officeDocument/2006/relationships/customXml" Target="../ink/ink60.xml"/><Relationship Id="rId137" Type="http://schemas.openxmlformats.org/officeDocument/2006/relationships/image" Target="../media/image89.png"/><Relationship Id="rId158" Type="http://schemas.openxmlformats.org/officeDocument/2006/relationships/customXml" Target="../ink/ink81.xml"/><Relationship Id="rId20" Type="http://schemas.openxmlformats.org/officeDocument/2006/relationships/customXml" Target="../ink/ink12.xml"/><Relationship Id="rId41" Type="http://schemas.openxmlformats.org/officeDocument/2006/relationships/image" Target="../media/image41.png"/><Relationship Id="rId62" Type="http://schemas.openxmlformats.org/officeDocument/2006/relationships/customXml" Target="../ink/ink33.xml"/><Relationship Id="rId83" Type="http://schemas.openxmlformats.org/officeDocument/2006/relationships/image" Target="../media/image62.png"/><Relationship Id="rId179" Type="http://schemas.openxmlformats.org/officeDocument/2006/relationships/image" Target="../media/image110.png"/><Relationship Id="rId190" Type="http://schemas.openxmlformats.org/officeDocument/2006/relationships/customXml" Target="../ink/ink97.xml"/><Relationship Id="rId204" Type="http://schemas.openxmlformats.org/officeDocument/2006/relationships/customXml" Target="../ink/ink104.xml"/><Relationship Id="rId225" Type="http://schemas.openxmlformats.org/officeDocument/2006/relationships/image" Target="../media/image133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5.png"/><Relationship Id="rId21" Type="http://schemas.openxmlformats.org/officeDocument/2006/relationships/customXml" Target="../ink/ink133.xml"/><Relationship Id="rId34" Type="http://schemas.openxmlformats.org/officeDocument/2006/relationships/image" Target="../media/image159.png"/><Relationship Id="rId42" Type="http://schemas.openxmlformats.org/officeDocument/2006/relationships/image" Target="../media/image163.png"/><Relationship Id="rId47" Type="http://schemas.openxmlformats.org/officeDocument/2006/relationships/customXml" Target="../ink/ink146.xml"/><Relationship Id="rId50" Type="http://schemas.openxmlformats.org/officeDocument/2006/relationships/image" Target="../media/image167.png"/><Relationship Id="rId55" Type="http://schemas.openxmlformats.org/officeDocument/2006/relationships/customXml" Target="../ink/ink150.xml"/><Relationship Id="rId63" Type="http://schemas.openxmlformats.org/officeDocument/2006/relationships/customXml" Target="../ink/ink154.xml"/><Relationship Id="rId7" Type="http://schemas.openxmlformats.org/officeDocument/2006/relationships/customXml" Target="../ink/ink126.xml"/><Relationship Id="rId2" Type="http://schemas.openxmlformats.org/officeDocument/2006/relationships/image" Target="../media/image143.png"/><Relationship Id="rId16" Type="http://schemas.openxmlformats.org/officeDocument/2006/relationships/image" Target="../media/image150.png"/><Relationship Id="rId29" Type="http://schemas.openxmlformats.org/officeDocument/2006/relationships/customXml" Target="../ink/ink137.xml"/><Relationship Id="rId11" Type="http://schemas.openxmlformats.org/officeDocument/2006/relationships/customXml" Target="../ink/ink128.xml"/><Relationship Id="rId24" Type="http://schemas.openxmlformats.org/officeDocument/2006/relationships/image" Target="../media/image154.png"/><Relationship Id="rId32" Type="http://schemas.openxmlformats.org/officeDocument/2006/relationships/image" Target="../media/image158.png"/><Relationship Id="rId37" Type="http://schemas.openxmlformats.org/officeDocument/2006/relationships/customXml" Target="../ink/ink141.xml"/><Relationship Id="rId40" Type="http://schemas.openxmlformats.org/officeDocument/2006/relationships/image" Target="../media/image162.png"/><Relationship Id="rId45" Type="http://schemas.openxmlformats.org/officeDocument/2006/relationships/customXml" Target="../ink/ink145.xml"/><Relationship Id="rId53" Type="http://schemas.openxmlformats.org/officeDocument/2006/relationships/customXml" Target="../ink/ink149.xml"/><Relationship Id="rId58" Type="http://schemas.openxmlformats.org/officeDocument/2006/relationships/image" Target="../media/image171.png"/><Relationship Id="rId66" Type="http://schemas.openxmlformats.org/officeDocument/2006/relationships/image" Target="../media/image175.png"/><Relationship Id="rId5" Type="http://schemas.openxmlformats.org/officeDocument/2006/relationships/customXml" Target="../ink/ink125.xml"/><Relationship Id="rId61" Type="http://schemas.openxmlformats.org/officeDocument/2006/relationships/customXml" Target="../ink/ink153.xml"/><Relationship Id="rId19" Type="http://schemas.openxmlformats.org/officeDocument/2006/relationships/customXml" Target="../ink/ink132.xml"/><Relationship Id="rId14" Type="http://schemas.openxmlformats.org/officeDocument/2006/relationships/image" Target="../media/image149.png"/><Relationship Id="rId22" Type="http://schemas.openxmlformats.org/officeDocument/2006/relationships/image" Target="../media/image153.png"/><Relationship Id="rId27" Type="http://schemas.openxmlformats.org/officeDocument/2006/relationships/customXml" Target="../ink/ink136.xml"/><Relationship Id="rId30" Type="http://schemas.openxmlformats.org/officeDocument/2006/relationships/image" Target="../media/image157.png"/><Relationship Id="rId35" Type="http://schemas.openxmlformats.org/officeDocument/2006/relationships/customXml" Target="../ink/ink140.xml"/><Relationship Id="rId43" Type="http://schemas.openxmlformats.org/officeDocument/2006/relationships/customXml" Target="../ink/ink144.xml"/><Relationship Id="rId48" Type="http://schemas.openxmlformats.org/officeDocument/2006/relationships/image" Target="../media/image166.png"/><Relationship Id="rId56" Type="http://schemas.openxmlformats.org/officeDocument/2006/relationships/image" Target="../media/image170.png"/><Relationship Id="rId64" Type="http://schemas.openxmlformats.org/officeDocument/2006/relationships/image" Target="../media/image174.png"/><Relationship Id="rId8" Type="http://schemas.openxmlformats.org/officeDocument/2006/relationships/image" Target="../media/image146.png"/><Relationship Id="rId51" Type="http://schemas.openxmlformats.org/officeDocument/2006/relationships/customXml" Target="../ink/ink148.xml"/><Relationship Id="rId3" Type="http://schemas.openxmlformats.org/officeDocument/2006/relationships/customXml" Target="../ink/ink124.xml"/><Relationship Id="rId12" Type="http://schemas.openxmlformats.org/officeDocument/2006/relationships/image" Target="../media/image148.png"/><Relationship Id="rId17" Type="http://schemas.openxmlformats.org/officeDocument/2006/relationships/customXml" Target="../ink/ink131.xml"/><Relationship Id="rId25" Type="http://schemas.openxmlformats.org/officeDocument/2006/relationships/customXml" Target="../ink/ink135.xml"/><Relationship Id="rId33" Type="http://schemas.openxmlformats.org/officeDocument/2006/relationships/customXml" Target="../ink/ink139.xml"/><Relationship Id="rId38" Type="http://schemas.openxmlformats.org/officeDocument/2006/relationships/image" Target="../media/image161.png"/><Relationship Id="rId46" Type="http://schemas.openxmlformats.org/officeDocument/2006/relationships/image" Target="../media/image165.png"/><Relationship Id="rId59" Type="http://schemas.openxmlformats.org/officeDocument/2006/relationships/customXml" Target="../ink/ink152.xml"/><Relationship Id="rId20" Type="http://schemas.openxmlformats.org/officeDocument/2006/relationships/image" Target="../media/image152.png"/><Relationship Id="rId41" Type="http://schemas.openxmlformats.org/officeDocument/2006/relationships/customXml" Target="../ink/ink143.xml"/><Relationship Id="rId54" Type="http://schemas.openxmlformats.org/officeDocument/2006/relationships/image" Target="../media/image169.png"/><Relationship Id="rId62" Type="http://schemas.openxmlformats.org/officeDocument/2006/relationships/image" Target="../media/image1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15" Type="http://schemas.openxmlformats.org/officeDocument/2006/relationships/customXml" Target="../ink/ink130.xml"/><Relationship Id="rId23" Type="http://schemas.openxmlformats.org/officeDocument/2006/relationships/customXml" Target="../ink/ink134.xml"/><Relationship Id="rId28" Type="http://schemas.openxmlformats.org/officeDocument/2006/relationships/image" Target="../media/image156.png"/><Relationship Id="rId36" Type="http://schemas.openxmlformats.org/officeDocument/2006/relationships/image" Target="../media/image160.png"/><Relationship Id="rId49" Type="http://schemas.openxmlformats.org/officeDocument/2006/relationships/customXml" Target="../ink/ink147.xml"/><Relationship Id="rId57" Type="http://schemas.openxmlformats.org/officeDocument/2006/relationships/customXml" Target="../ink/ink151.xml"/><Relationship Id="rId10" Type="http://schemas.openxmlformats.org/officeDocument/2006/relationships/image" Target="../media/image147.png"/><Relationship Id="rId31" Type="http://schemas.openxmlformats.org/officeDocument/2006/relationships/customXml" Target="../ink/ink138.xml"/><Relationship Id="rId44" Type="http://schemas.openxmlformats.org/officeDocument/2006/relationships/image" Target="../media/image164.png"/><Relationship Id="rId52" Type="http://schemas.openxmlformats.org/officeDocument/2006/relationships/image" Target="../media/image168.png"/><Relationship Id="rId60" Type="http://schemas.openxmlformats.org/officeDocument/2006/relationships/image" Target="../media/image172.png"/><Relationship Id="rId65" Type="http://schemas.openxmlformats.org/officeDocument/2006/relationships/customXml" Target="../ink/ink155.xml"/><Relationship Id="rId4" Type="http://schemas.openxmlformats.org/officeDocument/2006/relationships/image" Target="../media/image144.png"/><Relationship Id="rId9" Type="http://schemas.openxmlformats.org/officeDocument/2006/relationships/customXml" Target="../ink/ink127.xml"/><Relationship Id="rId13" Type="http://schemas.openxmlformats.org/officeDocument/2006/relationships/customXml" Target="../ink/ink129.xml"/><Relationship Id="rId18" Type="http://schemas.openxmlformats.org/officeDocument/2006/relationships/image" Target="../media/image151.png"/><Relationship Id="rId39" Type="http://schemas.openxmlformats.org/officeDocument/2006/relationships/customXml" Target="../ink/ink14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1.png"/><Relationship Id="rId18" Type="http://schemas.openxmlformats.org/officeDocument/2006/relationships/customXml" Target="../ink/ink164.xml"/><Relationship Id="rId26" Type="http://schemas.openxmlformats.org/officeDocument/2006/relationships/customXml" Target="../ink/ink168.xml"/><Relationship Id="rId39" Type="http://schemas.openxmlformats.org/officeDocument/2006/relationships/customXml" Target="../ink/ink175.xml"/><Relationship Id="rId21" Type="http://schemas.openxmlformats.org/officeDocument/2006/relationships/image" Target="../media/image184.png"/><Relationship Id="rId34" Type="http://schemas.openxmlformats.org/officeDocument/2006/relationships/customXml" Target="../ink/ink172.xml"/><Relationship Id="rId42" Type="http://schemas.openxmlformats.org/officeDocument/2006/relationships/image" Target="../media/image194.png"/><Relationship Id="rId47" Type="http://schemas.openxmlformats.org/officeDocument/2006/relationships/customXml" Target="../ink/ink179.xml"/><Relationship Id="rId50" Type="http://schemas.openxmlformats.org/officeDocument/2006/relationships/image" Target="../media/image198.png"/><Relationship Id="rId55" Type="http://schemas.openxmlformats.org/officeDocument/2006/relationships/customXml" Target="../ink/ink183.xml"/><Relationship Id="rId7" Type="http://schemas.openxmlformats.org/officeDocument/2006/relationships/image" Target="../media/image178.png"/><Relationship Id="rId2" Type="http://schemas.openxmlformats.org/officeDocument/2006/relationships/customXml" Target="../ink/ink156.xml"/><Relationship Id="rId16" Type="http://schemas.openxmlformats.org/officeDocument/2006/relationships/customXml" Target="../ink/ink163.xml"/><Relationship Id="rId29" Type="http://schemas.openxmlformats.org/officeDocument/2006/relationships/image" Target="../media/image188.png"/><Relationship Id="rId11" Type="http://schemas.openxmlformats.org/officeDocument/2006/relationships/image" Target="../media/image180.png"/><Relationship Id="rId24" Type="http://schemas.openxmlformats.org/officeDocument/2006/relationships/customXml" Target="../ink/ink167.xml"/><Relationship Id="rId32" Type="http://schemas.openxmlformats.org/officeDocument/2006/relationships/customXml" Target="../ink/ink171.xml"/><Relationship Id="rId37" Type="http://schemas.openxmlformats.org/officeDocument/2006/relationships/image" Target="../media/image192.png"/><Relationship Id="rId40" Type="http://schemas.openxmlformats.org/officeDocument/2006/relationships/image" Target="../media/image193.png"/><Relationship Id="rId45" Type="http://schemas.openxmlformats.org/officeDocument/2006/relationships/customXml" Target="../ink/ink178.xml"/><Relationship Id="rId53" Type="http://schemas.openxmlformats.org/officeDocument/2006/relationships/customXml" Target="../ink/ink182.xml"/><Relationship Id="rId58" Type="http://schemas.openxmlformats.org/officeDocument/2006/relationships/image" Target="../media/image202.png"/><Relationship Id="rId5" Type="http://schemas.openxmlformats.org/officeDocument/2006/relationships/image" Target="../media/image177.png"/><Relationship Id="rId19" Type="http://schemas.openxmlformats.org/officeDocument/2006/relationships/image" Target="../media/image183.png"/><Relationship Id="rId4" Type="http://schemas.openxmlformats.org/officeDocument/2006/relationships/customXml" Target="../ink/ink157.xml"/><Relationship Id="rId9" Type="http://schemas.openxmlformats.org/officeDocument/2006/relationships/image" Target="../media/image179.png"/><Relationship Id="rId14" Type="http://schemas.openxmlformats.org/officeDocument/2006/relationships/customXml" Target="../ink/ink162.xml"/><Relationship Id="rId22" Type="http://schemas.openxmlformats.org/officeDocument/2006/relationships/customXml" Target="../ink/ink166.xml"/><Relationship Id="rId27" Type="http://schemas.openxmlformats.org/officeDocument/2006/relationships/image" Target="../media/image187.png"/><Relationship Id="rId30" Type="http://schemas.openxmlformats.org/officeDocument/2006/relationships/customXml" Target="../ink/ink170.xml"/><Relationship Id="rId35" Type="http://schemas.openxmlformats.org/officeDocument/2006/relationships/image" Target="../media/image191.png"/><Relationship Id="rId43" Type="http://schemas.openxmlformats.org/officeDocument/2006/relationships/customXml" Target="../ink/ink177.xml"/><Relationship Id="rId48" Type="http://schemas.openxmlformats.org/officeDocument/2006/relationships/image" Target="../media/image197.png"/><Relationship Id="rId56" Type="http://schemas.openxmlformats.org/officeDocument/2006/relationships/image" Target="../media/image201.png"/><Relationship Id="rId8" Type="http://schemas.openxmlformats.org/officeDocument/2006/relationships/customXml" Target="../ink/ink159.xml"/><Relationship Id="rId51" Type="http://schemas.openxmlformats.org/officeDocument/2006/relationships/customXml" Target="../ink/ink181.xml"/><Relationship Id="rId3" Type="http://schemas.openxmlformats.org/officeDocument/2006/relationships/image" Target="../media/image176.png"/><Relationship Id="rId12" Type="http://schemas.openxmlformats.org/officeDocument/2006/relationships/customXml" Target="../ink/ink161.xml"/><Relationship Id="rId17" Type="http://schemas.openxmlformats.org/officeDocument/2006/relationships/image" Target="../media/image174.png"/><Relationship Id="rId25" Type="http://schemas.openxmlformats.org/officeDocument/2006/relationships/image" Target="../media/image186.png"/><Relationship Id="rId33" Type="http://schemas.openxmlformats.org/officeDocument/2006/relationships/image" Target="../media/image190.png"/><Relationship Id="rId38" Type="http://schemas.openxmlformats.org/officeDocument/2006/relationships/customXml" Target="../ink/ink174.xml"/><Relationship Id="rId46" Type="http://schemas.openxmlformats.org/officeDocument/2006/relationships/image" Target="../media/image196.png"/><Relationship Id="rId20" Type="http://schemas.openxmlformats.org/officeDocument/2006/relationships/customXml" Target="../ink/ink165.xml"/><Relationship Id="rId41" Type="http://schemas.openxmlformats.org/officeDocument/2006/relationships/customXml" Target="../ink/ink176.xml"/><Relationship Id="rId54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8.xml"/><Relationship Id="rId15" Type="http://schemas.openxmlformats.org/officeDocument/2006/relationships/image" Target="../media/image182.png"/><Relationship Id="rId23" Type="http://schemas.openxmlformats.org/officeDocument/2006/relationships/image" Target="../media/image185.png"/><Relationship Id="rId28" Type="http://schemas.openxmlformats.org/officeDocument/2006/relationships/customXml" Target="../ink/ink169.xml"/><Relationship Id="rId36" Type="http://schemas.openxmlformats.org/officeDocument/2006/relationships/customXml" Target="../ink/ink173.xml"/><Relationship Id="rId49" Type="http://schemas.openxmlformats.org/officeDocument/2006/relationships/customXml" Target="../ink/ink180.xml"/><Relationship Id="rId57" Type="http://schemas.openxmlformats.org/officeDocument/2006/relationships/customXml" Target="../ink/ink184.xml"/><Relationship Id="rId10" Type="http://schemas.openxmlformats.org/officeDocument/2006/relationships/customXml" Target="../ink/ink160.xml"/><Relationship Id="rId31" Type="http://schemas.openxmlformats.org/officeDocument/2006/relationships/image" Target="../media/image189.png"/><Relationship Id="rId44" Type="http://schemas.openxmlformats.org/officeDocument/2006/relationships/image" Target="../media/image195.png"/><Relationship Id="rId52" Type="http://schemas.openxmlformats.org/officeDocument/2006/relationships/image" Target="../media/image199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8.png"/><Relationship Id="rId18" Type="http://schemas.openxmlformats.org/officeDocument/2006/relationships/customXml" Target="../ink/ink193.xml"/><Relationship Id="rId26" Type="http://schemas.openxmlformats.org/officeDocument/2006/relationships/customXml" Target="../ink/ink197.xml"/><Relationship Id="rId3" Type="http://schemas.openxmlformats.org/officeDocument/2006/relationships/image" Target="../media/image203.png"/><Relationship Id="rId21" Type="http://schemas.openxmlformats.org/officeDocument/2006/relationships/image" Target="../media/image212.png"/><Relationship Id="rId7" Type="http://schemas.openxmlformats.org/officeDocument/2006/relationships/image" Target="../media/image205.png"/><Relationship Id="rId12" Type="http://schemas.openxmlformats.org/officeDocument/2006/relationships/customXml" Target="../ink/ink190.xml"/><Relationship Id="rId17" Type="http://schemas.openxmlformats.org/officeDocument/2006/relationships/image" Target="../media/image210.png"/><Relationship Id="rId25" Type="http://schemas.openxmlformats.org/officeDocument/2006/relationships/image" Target="../media/image214.png"/><Relationship Id="rId33" Type="http://schemas.openxmlformats.org/officeDocument/2006/relationships/image" Target="../media/image218.png"/><Relationship Id="rId2" Type="http://schemas.openxmlformats.org/officeDocument/2006/relationships/customXml" Target="../ink/ink185.xml"/><Relationship Id="rId16" Type="http://schemas.openxmlformats.org/officeDocument/2006/relationships/customXml" Target="../ink/ink192.xml"/><Relationship Id="rId20" Type="http://schemas.openxmlformats.org/officeDocument/2006/relationships/customXml" Target="../ink/ink194.xml"/><Relationship Id="rId29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7.xml"/><Relationship Id="rId11" Type="http://schemas.openxmlformats.org/officeDocument/2006/relationships/image" Target="../media/image207.png"/><Relationship Id="rId24" Type="http://schemas.openxmlformats.org/officeDocument/2006/relationships/customXml" Target="../ink/ink196.xml"/><Relationship Id="rId32" Type="http://schemas.openxmlformats.org/officeDocument/2006/relationships/customXml" Target="../ink/ink200.xml"/><Relationship Id="rId5" Type="http://schemas.openxmlformats.org/officeDocument/2006/relationships/image" Target="../media/image204.png"/><Relationship Id="rId15" Type="http://schemas.openxmlformats.org/officeDocument/2006/relationships/image" Target="../media/image209.png"/><Relationship Id="rId23" Type="http://schemas.openxmlformats.org/officeDocument/2006/relationships/image" Target="../media/image213.png"/><Relationship Id="rId28" Type="http://schemas.openxmlformats.org/officeDocument/2006/relationships/customXml" Target="../ink/ink198.xml"/><Relationship Id="rId10" Type="http://schemas.openxmlformats.org/officeDocument/2006/relationships/customXml" Target="../ink/ink189.xml"/><Relationship Id="rId19" Type="http://schemas.openxmlformats.org/officeDocument/2006/relationships/image" Target="../media/image211.png"/><Relationship Id="rId31" Type="http://schemas.openxmlformats.org/officeDocument/2006/relationships/image" Target="../media/image217.png"/><Relationship Id="rId4" Type="http://schemas.openxmlformats.org/officeDocument/2006/relationships/customXml" Target="../ink/ink186.xml"/><Relationship Id="rId9" Type="http://schemas.openxmlformats.org/officeDocument/2006/relationships/image" Target="../media/image206.png"/><Relationship Id="rId14" Type="http://schemas.openxmlformats.org/officeDocument/2006/relationships/customXml" Target="../ink/ink191.xml"/><Relationship Id="rId22" Type="http://schemas.openxmlformats.org/officeDocument/2006/relationships/customXml" Target="../ink/ink195.xml"/><Relationship Id="rId27" Type="http://schemas.openxmlformats.org/officeDocument/2006/relationships/image" Target="../media/image215.png"/><Relationship Id="rId30" Type="http://schemas.openxmlformats.org/officeDocument/2006/relationships/customXml" Target="../ink/ink199.xml"/><Relationship Id="rId8" Type="http://schemas.openxmlformats.org/officeDocument/2006/relationships/customXml" Target="../ink/ink188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13.xml"/><Relationship Id="rId21" Type="http://schemas.openxmlformats.org/officeDocument/2006/relationships/image" Target="../media/image228.png"/><Relationship Id="rId42" Type="http://schemas.openxmlformats.org/officeDocument/2006/relationships/customXml" Target="../ink/ink221.xml"/><Relationship Id="rId47" Type="http://schemas.openxmlformats.org/officeDocument/2006/relationships/image" Target="../media/image240.png"/><Relationship Id="rId63" Type="http://schemas.openxmlformats.org/officeDocument/2006/relationships/image" Target="../media/image248.png"/><Relationship Id="rId68" Type="http://schemas.openxmlformats.org/officeDocument/2006/relationships/customXml" Target="../ink/ink234.xml"/><Relationship Id="rId84" Type="http://schemas.openxmlformats.org/officeDocument/2006/relationships/customXml" Target="../ink/ink242.xml"/><Relationship Id="rId89" Type="http://schemas.openxmlformats.org/officeDocument/2006/relationships/image" Target="../media/image261.png"/><Relationship Id="rId16" Type="http://schemas.openxmlformats.org/officeDocument/2006/relationships/customXml" Target="../ink/ink208.xml"/><Relationship Id="rId11" Type="http://schemas.openxmlformats.org/officeDocument/2006/relationships/image" Target="../media/image223.png"/><Relationship Id="rId32" Type="http://schemas.openxmlformats.org/officeDocument/2006/relationships/customXml" Target="../ink/ink216.xml"/><Relationship Id="rId37" Type="http://schemas.openxmlformats.org/officeDocument/2006/relationships/image" Target="../media/image236.png"/><Relationship Id="rId53" Type="http://schemas.openxmlformats.org/officeDocument/2006/relationships/image" Target="../media/image243.png"/><Relationship Id="rId58" Type="http://schemas.openxmlformats.org/officeDocument/2006/relationships/customXml" Target="../ink/ink229.xml"/><Relationship Id="rId74" Type="http://schemas.openxmlformats.org/officeDocument/2006/relationships/customXml" Target="../ink/ink237.xml"/><Relationship Id="rId79" Type="http://schemas.openxmlformats.org/officeDocument/2006/relationships/image" Target="../media/image256.png"/><Relationship Id="rId5" Type="http://schemas.openxmlformats.org/officeDocument/2006/relationships/image" Target="../media/image220.png"/><Relationship Id="rId90" Type="http://schemas.openxmlformats.org/officeDocument/2006/relationships/customXml" Target="../ink/ink245.xml"/><Relationship Id="rId14" Type="http://schemas.openxmlformats.org/officeDocument/2006/relationships/customXml" Target="../ink/ink207.xml"/><Relationship Id="rId22" Type="http://schemas.openxmlformats.org/officeDocument/2006/relationships/customXml" Target="../ink/ink211.xml"/><Relationship Id="rId27" Type="http://schemas.openxmlformats.org/officeDocument/2006/relationships/image" Target="../media/image231.png"/><Relationship Id="rId30" Type="http://schemas.openxmlformats.org/officeDocument/2006/relationships/customXml" Target="../ink/ink215.xml"/><Relationship Id="rId35" Type="http://schemas.openxmlformats.org/officeDocument/2006/relationships/image" Target="../media/image235.png"/><Relationship Id="rId43" Type="http://schemas.openxmlformats.org/officeDocument/2006/relationships/image" Target="../media/image238.png"/><Relationship Id="rId48" Type="http://schemas.openxmlformats.org/officeDocument/2006/relationships/customXml" Target="../ink/ink224.xml"/><Relationship Id="rId56" Type="http://schemas.openxmlformats.org/officeDocument/2006/relationships/customXml" Target="../ink/ink228.xml"/><Relationship Id="rId64" Type="http://schemas.openxmlformats.org/officeDocument/2006/relationships/customXml" Target="../ink/ink232.xml"/><Relationship Id="rId69" Type="http://schemas.openxmlformats.org/officeDocument/2006/relationships/image" Target="../media/image251.png"/><Relationship Id="rId77" Type="http://schemas.openxmlformats.org/officeDocument/2006/relationships/image" Target="../media/image255.png"/><Relationship Id="rId8" Type="http://schemas.openxmlformats.org/officeDocument/2006/relationships/customXml" Target="../ink/ink204.xml"/><Relationship Id="rId51" Type="http://schemas.openxmlformats.org/officeDocument/2006/relationships/image" Target="../media/image242.png"/><Relationship Id="rId72" Type="http://schemas.openxmlformats.org/officeDocument/2006/relationships/customXml" Target="../ink/ink236.xml"/><Relationship Id="rId80" Type="http://schemas.openxmlformats.org/officeDocument/2006/relationships/customXml" Target="../ink/ink240.xml"/><Relationship Id="rId85" Type="http://schemas.openxmlformats.org/officeDocument/2006/relationships/image" Target="../media/image259.png"/><Relationship Id="rId3" Type="http://schemas.openxmlformats.org/officeDocument/2006/relationships/image" Target="../media/image219.png"/><Relationship Id="rId12" Type="http://schemas.openxmlformats.org/officeDocument/2006/relationships/customXml" Target="../ink/ink206.xml"/><Relationship Id="rId17" Type="http://schemas.openxmlformats.org/officeDocument/2006/relationships/image" Target="../media/image226.png"/><Relationship Id="rId25" Type="http://schemas.openxmlformats.org/officeDocument/2006/relationships/image" Target="../media/image230.png"/><Relationship Id="rId33" Type="http://schemas.openxmlformats.org/officeDocument/2006/relationships/image" Target="../media/image234.png"/><Relationship Id="rId38" Type="http://schemas.openxmlformats.org/officeDocument/2006/relationships/customXml" Target="../ink/ink219.xml"/><Relationship Id="rId46" Type="http://schemas.openxmlformats.org/officeDocument/2006/relationships/customXml" Target="../ink/ink223.xml"/><Relationship Id="rId59" Type="http://schemas.openxmlformats.org/officeDocument/2006/relationships/image" Target="../media/image246.png"/><Relationship Id="rId67" Type="http://schemas.openxmlformats.org/officeDocument/2006/relationships/image" Target="../media/image250.png"/><Relationship Id="rId20" Type="http://schemas.openxmlformats.org/officeDocument/2006/relationships/customXml" Target="../ink/ink210.xml"/><Relationship Id="rId41" Type="http://schemas.openxmlformats.org/officeDocument/2006/relationships/image" Target="../media/image174.png"/><Relationship Id="rId54" Type="http://schemas.openxmlformats.org/officeDocument/2006/relationships/customXml" Target="../ink/ink227.xml"/><Relationship Id="rId62" Type="http://schemas.openxmlformats.org/officeDocument/2006/relationships/customXml" Target="../ink/ink231.xml"/><Relationship Id="rId70" Type="http://schemas.openxmlformats.org/officeDocument/2006/relationships/customXml" Target="../ink/ink235.xml"/><Relationship Id="rId75" Type="http://schemas.openxmlformats.org/officeDocument/2006/relationships/image" Target="../media/image254.png"/><Relationship Id="rId83" Type="http://schemas.openxmlformats.org/officeDocument/2006/relationships/image" Target="../media/image258.png"/><Relationship Id="rId88" Type="http://schemas.openxmlformats.org/officeDocument/2006/relationships/customXml" Target="../ink/ink244.xml"/><Relationship Id="rId91" Type="http://schemas.openxmlformats.org/officeDocument/2006/relationships/image" Target="../media/image26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3.xml"/><Relationship Id="rId15" Type="http://schemas.openxmlformats.org/officeDocument/2006/relationships/image" Target="../media/image225.png"/><Relationship Id="rId23" Type="http://schemas.openxmlformats.org/officeDocument/2006/relationships/image" Target="../media/image229.png"/><Relationship Id="rId28" Type="http://schemas.openxmlformats.org/officeDocument/2006/relationships/customXml" Target="../ink/ink214.xml"/><Relationship Id="rId36" Type="http://schemas.openxmlformats.org/officeDocument/2006/relationships/customXml" Target="../ink/ink218.xml"/><Relationship Id="rId49" Type="http://schemas.openxmlformats.org/officeDocument/2006/relationships/image" Target="../media/image241.png"/><Relationship Id="rId57" Type="http://schemas.openxmlformats.org/officeDocument/2006/relationships/image" Target="../media/image245.png"/><Relationship Id="rId10" Type="http://schemas.openxmlformats.org/officeDocument/2006/relationships/customXml" Target="../ink/ink205.xml"/><Relationship Id="rId31" Type="http://schemas.openxmlformats.org/officeDocument/2006/relationships/image" Target="../media/image233.png"/><Relationship Id="rId44" Type="http://schemas.openxmlformats.org/officeDocument/2006/relationships/customXml" Target="../ink/ink222.xml"/><Relationship Id="rId52" Type="http://schemas.openxmlformats.org/officeDocument/2006/relationships/customXml" Target="../ink/ink226.xml"/><Relationship Id="rId60" Type="http://schemas.openxmlformats.org/officeDocument/2006/relationships/customXml" Target="../ink/ink230.xml"/><Relationship Id="rId65" Type="http://schemas.openxmlformats.org/officeDocument/2006/relationships/image" Target="../media/image249.png"/><Relationship Id="rId73" Type="http://schemas.openxmlformats.org/officeDocument/2006/relationships/image" Target="../media/image253.png"/><Relationship Id="rId78" Type="http://schemas.openxmlformats.org/officeDocument/2006/relationships/customXml" Target="../ink/ink239.xml"/><Relationship Id="rId81" Type="http://schemas.openxmlformats.org/officeDocument/2006/relationships/image" Target="../media/image257.png"/><Relationship Id="rId86" Type="http://schemas.openxmlformats.org/officeDocument/2006/relationships/customXml" Target="../ink/ink243.xml"/><Relationship Id="rId4" Type="http://schemas.openxmlformats.org/officeDocument/2006/relationships/customXml" Target="../ink/ink202.xml"/><Relationship Id="rId9" Type="http://schemas.openxmlformats.org/officeDocument/2006/relationships/image" Target="../media/image222.png"/><Relationship Id="rId13" Type="http://schemas.openxmlformats.org/officeDocument/2006/relationships/image" Target="../media/image224.png"/><Relationship Id="rId18" Type="http://schemas.openxmlformats.org/officeDocument/2006/relationships/customXml" Target="../ink/ink209.xml"/><Relationship Id="rId39" Type="http://schemas.openxmlformats.org/officeDocument/2006/relationships/image" Target="../media/image237.png"/><Relationship Id="rId34" Type="http://schemas.openxmlformats.org/officeDocument/2006/relationships/customXml" Target="../ink/ink217.xml"/><Relationship Id="rId50" Type="http://schemas.openxmlformats.org/officeDocument/2006/relationships/customXml" Target="../ink/ink225.xml"/><Relationship Id="rId55" Type="http://schemas.openxmlformats.org/officeDocument/2006/relationships/image" Target="../media/image244.png"/><Relationship Id="rId76" Type="http://schemas.openxmlformats.org/officeDocument/2006/relationships/customXml" Target="../ink/ink238.xml"/><Relationship Id="rId7" Type="http://schemas.openxmlformats.org/officeDocument/2006/relationships/image" Target="../media/image221.png"/><Relationship Id="rId71" Type="http://schemas.openxmlformats.org/officeDocument/2006/relationships/image" Target="../media/image252.png"/><Relationship Id="rId2" Type="http://schemas.openxmlformats.org/officeDocument/2006/relationships/customXml" Target="../ink/ink201.xml"/><Relationship Id="rId29" Type="http://schemas.openxmlformats.org/officeDocument/2006/relationships/image" Target="../media/image232.png"/><Relationship Id="rId24" Type="http://schemas.openxmlformats.org/officeDocument/2006/relationships/customXml" Target="../ink/ink212.xml"/><Relationship Id="rId40" Type="http://schemas.openxmlformats.org/officeDocument/2006/relationships/customXml" Target="../ink/ink220.xml"/><Relationship Id="rId45" Type="http://schemas.openxmlformats.org/officeDocument/2006/relationships/image" Target="../media/image239.png"/><Relationship Id="rId66" Type="http://schemas.openxmlformats.org/officeDocument/2006/relationships/customXml" Target="../ink/ink233.xml"/><Relationship Id="rId87" Type="http://schemas.openxmlformats.org/officeDocument/2006/relationships/image" Target="../media/image260.png"/><Relationship Id="rId61" Type="http://schemas.openxmlformats.org/officeDocument/2006/relationships/image" Target="../media/image247.png"/><Relationship Id="rId82" Type="http://schemas.openxmlformats.org/officeDocument/2006/relationships/customXml" Target="../ink/ink241.xml"/><Relationship Id="rId19" Type="http://schemas.openxmlformats.org/officeDocument/2006/relationships/image" Target="../media/image2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png"/><Relationship Id="rId13" Type="http://schemas.openxmlformats.org/officeDocument/2006/relationships/customXml" Target="../ink/ink251.xml"/><Relationship Id="rId18" Type="http://schemas.openxmlformats.org/officeDocument/2006/relationships/image" Target="../media/image270.png"/><Relationship Id="rId26" Type="http://schemas.openxmlformats.org/officeDocument/2006/relationships/image" Target="../media/image274.png"/><Relationship Id="rId3" Type="http://schemas.openxmlformats.org/officeDocument/2006/relationships/customXml" Target="../ink/ink246.xml"/><Relationship Id="rId21" Type="http://schemas.openxmlformats.org/officeDocument/2006/relationships/customXml" Target="../ink/ink255.xml"/><Relationship Id="rId7" Type="http://schemas.openxmlformats.org/officeDocument/2006/relationships/customXml" Target="../ink/ink248.xml"/><Relationship Id="rId12" Type="http://schemas.openxmlformats.org/officeDocument/2006/relationships/image" Target="../media/image267.png"/><Relationship Id="rId17" Type="http://schemas.openxmlformats.org/officeDocument/2006/relationships/customXml" Target="../ink/ink253.xml"/><Relationship Id="rId25" Type="http://schemas.openxmlformats.org/officeDocument/2006/relationships/customXml" Target="../ink/ink257.xml"/><Relationship Id="rId2" Type="http://schemas.openxmlformats.org/officeDocument/2006/relationships/image" Target="../media/image2110.png"/><Relationship Id="rId16" Type="http://schemas.openxmlformats.org/officeDocument/2006/relationships/image" Target="../media/image269.png"/><Relationship Id="rId20" Type="http://schemas.openxmlformats.org/officeDocument/2006/relationships/image" Target="../media/image2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4.png"/><Relationship Id="rId11" Type="http://schemas.openxmlformats.org/officeDocument/2006/relationships/customXml" Target="../ink/ink250.xml"/><Relationship Id="rId24" Type="http://schemas.openxmlformats.org/officeDocument/2006/relationships/image" Target="../media/image273.png"/><Relationship Id="rId5" Type="http://schemas.openxmlformats.org/officeDocument/2006/relationships/customXml" Target="../ink/ink247.xml"/><Relationship Id="rId15" Type="http://schemas.openxmlformats.org/officeDocument/2006/relationships/customXml" Target="../ink/ink252.xml"/><Relationship Id="rId23" Type="http://schemas.openxmlformats.org/officeDocument/2006/relationships/customXml" Target="../ink/ink256.xml"/><Relationship Id="rId28" Type="http://schemas.openxmlformats.org/officeDocument/2006/relationships/image" Target="../media/image275.png"/><Relationship Id="rId10" Type="http://schemas.openxmlformats.org/officeDocument/2006/relationships/image" Target="../media/image266.png"/><Relationship Id="rId19" Type="http://schemas.openxmlformats.org/officeDocument/2006/relationships/customXml" Target="../ink/ink254.xml"/><Relationship Id="rId4" Type="http://schemas.openxmlformats.org/officeDocument/2006/relationships/image" Target="../media/image263.png"/><Relationship Id="rId9" Type="http://schemas.openxmlformats.org/officeDocument/2006/relationships/customXml" Target="../ink/ink249.xml"/><Relationship Id="rId14" Type="http://schemas.openxmlformats.org/officeDocument/2006/relationships/image" Target="../media/image268.png"/><Relationship Id="rId22" Type="http://schemas.openxmlformats.org/officeDocument/2006/relationships/image" Target="../media/image272.png"/><Relationship Id="rId27" Type="http://schemas.openxmlformats.org/officeDocument/2006/relationships/customXml" Target="../ink/ink25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png"/><Relationship Id="rId13" Type="http://schemas.openxmlformats.org/officeDocument/2006/relationships/customXml" Target="../ink/ink264.xml"/><Relationship Id="rId3" Type="http://schemas.openxmlformats.org/officeDocument/2006/relationships/customXml" Target="../ink/ink259.xml"/><Relationship Id="rId7" Type="http://schemas.openxmlformats.org/officeDocument/2006/relationships/customXml" Target="../ink/ink261.xml"/><Relationship Id="rId12" Type="http://schemas.openxmlformats.org/officeDocument/2006/relationships/image" Target="../media/image280.png"/><Relationship Id="rId2" Type="http://schemas.openxmlformats.org/officeDocument/2006/relationships/image" Target="../media/image276.png"/><Relationship Id="rId16" Type="http://schemas.openxmlformats.org/officeDocument/2006/relationships/image" Target="../media/image28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8.png"/><Relationship Id="rId11" Type="http://schemas.openxmlformats.org/officeDocument/2006/relationships/customXml" Target="../ink/ink263.xml"/><Relationship Id="rId5" Type="http://schemas.openxmlformats.org/officeDocument/2006/relationships/customXml" Target="../ink/ink260.xml"/><Relationship Id="rId15" Type="http://schemas.openxmlformats.org/officeDocument/2006/relationships/customXml" Target="../ink/ink265.xml"/><Relationship Id="rId10" Type="http://schemas.openxmlformats.org/officeDocument/2006/relationships/image" Target="../media/image174.png"/><Relationship Id="rId4" Type="http://schemas.openxmlformats.org/officeDocument/2006/relationships/image" Target="../media/image277.png"/><Relationship Id="rId9" Type="http://schemas.openxmlformats.org/officeDocument/2006/relationships/customXml" Target="../ink/ink262.xml"/><Relationship Id="rId14" Type="http://schemas.openxmlformats.org/officeDocument/2006/relationships/image" Target="../media/image28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png"/><Relationship Id="rId13" Type="http://schemas.openxmlformats.org/officeDocument/2006/relationships/customXml" Target="../ink/ink271.xml"/><Relationship Id="rId3" Type="http://schemas.openxmlformats.org/officeDocument/2006/relationships/customXml" Target="../ink/ink266.xml"/><Relationship Id="rId7" Type="http://schemas.openxmlformats.org/officeDocument/2006/relationships/customXml" Target="../ink/ink268.xml"/><Relationship Id="rId12" Type="http://schemas.openxmlformats.org/officeDocument/2006/relationships/image" Target="../media/image288.png"/><Relationship Id="rId2" Type="http://schemas.openxmlformats.org/officeDocument/2006/relationships/image" Target="../media/image283.jpeg"/><Relationship Id="rId16" Type="http://schemas.openxmlformats.org/officeDocument/2006/relationships/image" Target="../media/image29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5.png"/><Relationship Id="rId11" Type="http://schemas.openxmlformats.org/officeDocument/2006/relationships/customXml" Target="../ink/ink270.xml"/><Relationship Id="rId5" Type="http://schemas.openxmlformats.org/officeDocument/2006/relationships/customXml" Target="../ink/ink267.xml"/><Relationship Id="rId15" Type="http://schemas.openxmlformats.org/officeDocument/2006/relationships/customXml" Target="../ink/ink272.xml"/><Relationship Id="rId10" Type="http://schemas.openxmlformats.org/officeDocument/2006/relationships/image" Target="../media/image287.png"/><Relationship Id="rId4" Type="http://schemas.openxmlformats.org/officeDocument/2006/relationships/image" Target="../media/image284.png"/><Relationship Id="rId9" Type="http://schemas.openxmlformats.org/officeDocument/2006/relationships/customXml" Target="../ink/ink269.xml"/><Relationship Id="rId14" Type="http://schemas.openxmlformats.org/officeDocument/2006/relationships/image" Target="../media/image28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6.xml"/><Relationship Id="rId3" Type="http://schemas.openxmlformats.org/officeDocument/2006/relationships/image" Target="../media/image291.png"/><Relationship Id="rId7" Type="http://schemas.openxmlformats.org/officeDocument/2006/relationships/image" Target="../media/image293.png"/><Relationship Id="rId2" Type="http://schemas.openxmlformats.org/officeDocument/2006/relationships/customXml" Target="../ink/ink273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75.xml"/><Relationship Id="rId11" Type="http://schemas.openxmlformats.org/officeDocument/2006/relationships/image" Target="../media/image295.png"/><Relationship Id="rId5" Type="http://schemas.openxmlformats.org/officeDocument/2006/relationships/image" Target="../media/image292.png"/><Relationship Id="rId10" Type="http://schemas.openxmlformats.org/officeDocument/2006/relationships/customXml" Target="../ink/ink277.xml"/><Relationship Id="rId4" Type="http://schemas.openxmlformats.org/officeDocument/2006/relationships/customXml" Target="../ink/ink274.xml"/><Relationship Id="rId9" Type="http://schemas.openxmlformats.org/officeDocument/2006/relationships/image" Target="../media/image29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7.png"/><Relationship Id="rId2" Type="http://schemas.openxmlformats.org/officeDocument/2006/relationships/customXml" Target="../ink/ink279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3" Type="http://schemas.openxmlformats.org/officeDocument/2006/relationships/diagramLayout" Target="../diagrams/layout4.xml"/><Relationship Id="rId7" Type="http://schemas.openxmlformats.org/officeDocument/2006/relationships/customXml" Target="../ink/ink280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png"/><Relationship Id="rId2" Type="http://schemas.openxmlformats.org/officeDocument/2006/relationships/customXml" Target="../ink/ink28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2.xml"/><Relationship Id="rId2" Type="http://schemas.openxmlformats.org/officeDocument/2006/relationships/image" Target="../media/image26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3.png"/><Relationship Id="rId2" Type="http://schemas.openxmlformats.org/officeDocument/2006/relationships/customXml" Target="../ink/ink28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4.png"/><Relationship Id="rId2" Type="http://schemas.openxmlformats.org/officeDocument/2006/relationships/customXml" Target="../ink/ink28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986118" y="551329"/>
            <a:ext cx="7540322" cy="21963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Naïve Bayes Classifier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</a:t>
            </a:r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77888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627523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1627995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757985" y="-3757532"/>
            <a:ext cx="1628032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261648"/>
            <a:ext cx="7288583" cy="1182335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 sz="3000" b="1">
                <a:solidFill>
                  <a:srgbClr val="FFFFFF"/>
                </a:solidFill>
                <a:latin typeface="Cambria" pitchFamily="18" charset="0"/>
                <a:cs typeface="Times New Roman" pitchFamily="18" charset="0"/>
              </a:rPr>
              <a:t>Naïve Bayes Classifier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8F662363-A885-4701-7EEF-CA19CCBFF3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2550808"/>
              </p:ext>
            </p:extLst>
          </p:nvPr>
        </p:nvGraphicFramePr>
        <p:xfrm>
          <a:off x="483042" y="1961984"/>
          <a:ext cx="8195871" cy="276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7439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en-IN" altLang="en-US" sz="3000" b="1">
                <a:solidFill>
                  <a:srgbClr val="FFFFFF"/>
                </a:solidFill>
                <a:latin typeface="Cambria" pitchFamily="18" charset="0"/>
                <a:cs typeface="Times New Roman" pitchFamily="18" charset="0"/>
              </a:rPr>
              <a:t>Need of Naive Bayes Classifier</a:t>
            </a:r>
            <a:endParaRPr lang="en-US" sz="3000" b="1">
              <a:solidFill>
                <a:srgbClr val="FFFFFF"/>
              </a:solidFill>
              <a:latin typeface="Cambria" pitchFamily="18" charset="0"/>
              <a:cs typeface="Times New Roman" pitchFamily="18" charset="0"/>
            </a:endParaRP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78910E04-BC84-AABD-63FD-DD99E11493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0413273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6949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en-IN" altLang="en-US" sz="3000" b="1" dirty="0">
                <a:solidFill>
                  <a:srgbClr val="FFFFFF"/>
                </a:solidFill>
                <a:latin typeface="Cambria" pitchFamily="18" charset="0"/>
                <a:cs typeface="Times New Roman" pitchFamily="18" charset="0"/>
              </a:rPr>
              <a:t>Application of Naive Bayes Classifier</a:t>
            </a:r>
            <a:endParaRPr lang="en-US" sz="3000" b="1" dirty="0">
              <a:solidFill>
                <a:srgbClr val="FFFFFF"/>
              </a:solidFill>
              <a:latin typeface="Cambria" pitchFamily="18" charset="0"/>
              <a:cs typeface="Times New Roman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E4EDAF-F34B-C77B-E532-75575348F9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8114297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5554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440141"/>
            <a:ext cx="3172575" cy="2540623"/>
          </a:xfrm>
        </p:spPr>
        <p:txBody>
          <a:bodyPr anchor="b">
            <a:normAutofit/>
          </a:bodyPr>
          <a:lstStyle/>
          <a:p>
            <a:pPr algn="r">
              <a:defRPr/>
            </a:pPr>
            <a:r>
              <a:rPr lang="en-US" sz="3000" b="1" dirty="0">
                <a:solidFill>
                  <a:srgbClr val="FFFFFF"/>
                </a:solidFill>
                <a:latin typeface="Cambria" pitchFamily="18" charset="0"/>
                <a:cs typeface="Times New Roman" pitchFamily="18" charset="0"/>
              </a:rPr>
              <a:t>Naïve Bayes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4877368" y="487110"/>
            <a:ext cx="3646835" cy="415953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+mj-lt"/>
                <a:ea typeface="+mj-ea"/>
                <a:cs typeface="Times New Roman" pitchFamily="18" charset="0"/>
              </a:rPr>
              <a:t>Naïve</a:t>
            </a:r>
            <a:r>
              <a:rPr lang="en-US" altLang="zh-CN" sz="1600" dirty="0">
                <a:latin typeface="+mj-lt"/>
                <a:ea typeface="+mj-ea"/>
                <a:cs typeface="Times New Roman" pitchFamily="18" charset="0"/>
              </a:rPr>
              <a:t> because it assumes that the occurrence of a certain feature is independent of the occurrence of other features.</a:t>
            </a:r>
            <a:endParaRPr lang="en-US" altLang="en-US" sz="1600" dirty="0">
              <a:latin typeface="+mj-lt"/>
              <a:ea typeface="+mj-ea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2CADED0-396E-F347-87ED-5C53BFA33264}"/>
                  </a:ext>
                </a:extLst>
              </p14:cNvPr>
              <p14:cNvContentPartPr/>
              <p14:nvPr/>
            </p14:nvContentPartPr>
            <p14:xfrm>
              <a:off x="5183640" y="82800"/>
              <a:ext cx="3168360" cy="2313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2CADED0-396E-F347-87ED-5C53BFA332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74280" y="73440"/>
                <a:ext cx="3187080" cy="233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6570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440141"/>
            <a:ext cx="3172575" cy="2540623"/>
          </a:xfrm>
        </p:spPr>
        <p:txBody>
          <a:bodyPr anchor="b">
            <a:normAutofit/>
          </a:bodyPr>
          <a:lstStyle/>
          <a:p>
            <a:pPr algn="r">
              <a:defRPr/>
            </a:pPr>
            <a:r>
              <a:rPr lang="en-US" sz="3000" b="1">
                <a:solidFill>
                  <a:srgbClr val="FFFFFF"/>
                </a:solidFill>
                <a:latin typeface="Cambria" pitchFamily="18" charset="0"/>
                <a:cs typeface="Times New Roman" pitchFamily="18" charset="0"/>
              </a:rPr>
              <a:t>Conditional Probability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877368" y="487110"/>
                <a:ext cx="3646835" cy="4159535"/>
              </a:xfrm>
            </p:spPr>
            <p:txBody>
              <a:bodyPr anchor="ctr">
                <a:normAutofit/>
              </a:bodyPr>
              <a:lstStyle/>
              <a:p>
                <a:pPr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altLang="zh-CN" sz="1600" dirty="0">
                    <a:latin typeface="+mj-lt"/>
                    <a:ea typeface="+mj-ea"/>
                    <a:cs typeface="Times New Roman" pitchFamily="18" charset="0"/>
                  </a:rPr>
                  <a:t>Let say there are two events, A and C</a:t>
                </a:r>
              </a:p>
              <a:p>
                <a:pPr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altLang="zh-CN" sz="1600" dirty="0">
                    <a:latin typeface="+mj-lt"/>
                    <a:ea typeface="+mj-ea"/>
                    <a:cs typeface="Times New Roman" pitchFamily="18" charset="0"/>
                  </a:rPr>
                  <a:t>Conditional Probability:  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altLang="zh-CN" sz="1600" b="0" i="1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altLang="zh-CN" sz="1600" i="1">
                              <a:latin typeface="Cambria Math" panose="02040503050406030204" pitchFamily="18" charset="0"/>
                              <a:ea typeface="+mj-ea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IN" altLang="zh-CN" sz="1600" b="0" i="1">
                              <a:latin typeface="Cambria Math" panose="02040503050406030204" pitchFamily="18" charset="0"/>
                              <a:ea typeface="+mj-ea"/>
                              <a:cs typeface="Times New Roman" pitchFamily="18" charset="0"/>
                            </a:rPr>
                            <m:t>𝐶</m:t>
                          </m:r>
                        </m:e>
                        <m:e>
                          <m:r>
                            <a:rPr lang="en-IN" altLang="zh-CN" sz="1600" b="0" i="1">
                              <a:latin typeface="Cambria Math" panose="02040503050406030204" pitchFamily="18" charset="0"/>
                              <a:ea typeface="+mj-ea"/>
                              <a:cs typeface="Times New Roman" pitchFamily="18" charset="0"/>
                            </a:rPr>
                            <m:t>𝐴</m:t>
                          </m:r>
                        </m:e>
                      </m:d>
                      <m:r>
                        <a:rPr lang="en-IN" altLang="zh-CN" sz="1600" b="0" i="1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+mj-ea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IN" altLang="zh-CN" sz="1600" b="0" i="1">
                              <a:latin typeface="Cambria Math" panose="02040503050406030204" pitchFamily="18" charset="0"/>
                              <a:ea typeface="+mj-ea"/>
                              <a:cs typeface="Times New Roman" pitchFamily="18" charset="0"/>
                            </a:rPr>
                            <m:t>𝑃</m:t>
                          </m:r>
                          <m:r>
                            <a:rPr lang="en-IN" altLang="zh-CN" sz="1600" b="0" i="1">
                              <a:latin typeface="Cambria Math" panose="02040503050406030204" pitchFamily="18" charset="0"/>
                              <a:ea typeface="+mj-ea"/>
                              <a:cs typeface="Times New Roman" pitchFamily="18" charset="0"/>
                            </a:rPr>
                            <m:t>(</m:t>
                          </m:r>
                          <m:r>
                            <a:rPr lang="en-IN" altLang="zh-CN" sz="1600" b="0" i="1">
                              <a:latin typeface="Cambria Math" panose="02040503050406030204" pitchFamily="18" charset="0"/>
                              <a:ea typeface="+mj-ea"/>
                              <a:cs typeface="Times New Roman" pitchFamily="18" charset="0"/>
                            </a:rPr>
                            <m:t>𝐴</m:t>
                          </m:r>
                          <m:r>
                            <a:rPr lang="en-IN" altLang="zh-CN" sz="1600" b="0" i="1">
                              <a:latin typeface="Cambria Math" panose="02040503050406030204" pitchFamily="18" charset="0"/>
                              <a:ea typeface="Cambria Math"/>
                              <a:cs typeface="Times New Roman" pitchFamily="18" charset="0"/>
                            </a:rPr>
                            <m:t>∩</m:t>
                          </m:r>
                          <m:r>
                            <a:rPr lang="en-IN" altLang="zh-CN" sz="1600" b="0" i="1">
                              <a:latin typeface="Cambria Math" panose="02040503050406030204" pitchFamily="18" charset="0"/>
                              <a:ea typeface="Cambria Math"/>
                              <a:cs typeface="Times New Roman" pitchFamily="18" charset="0"/>
                            </a:rPr>
                            <m:t>𝐶</m:t>
                          </m:r>
                          <m:r>
                            <a:rPr lang="en-IN" altLang="zh-CN" sz="1600" b="0" i="1">
                              <a:latin typeface="Cambria Math" panose="02040503050406030204" pitchFamily="18" charset="0"/>
                              <a:ea typeface="+mj-ea"/>
                              <a:cs typeface="Times New Roman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altLang="zh-CN" sz="1600" b="0" i="1">
                              <a:latin typeface="Cambria Math" panose="02040503050406030204" pitchFamily="18" charset="0"/>
                              <a:ea typeface="+mj-ea"/>
                              <a:cs typeface="Times New Roman" pitchFamily="18" charset="0"/>
                            </a:rPr>
                            <m:t>𝑃</m:t>
                          </m:r>
                          <m:r>
                            <a:rPr lang="en-IN" altLang="zh-CN" sz="1600" b="0" i="1">
                              <a:latin typeface="Cambria Math" panose="02040503050406030204" pitchFamily="18" charset="0"/>
                              <a:ea typeface="+mj-ea"/>
                              <a:cs typeface="Times New Roman" pitchFamily="18" charset="0"/>
                            </a:rPr>
                            <m:t>(</m:t>
                          </m:r>
                          <m:r>
                            <a:rPr lang="en-IN" altLang="zh-CN" sz="1600" b="0" i="1">
                              <a:latin typeface="Cambria Math" panose="02040503050406030204" pitchFamily="18" charset="0"/>
                              <a:ea typeface="+mj-ea"/>
                              <a:cs typeface="Times New Roman" pitchFamily="18" charset="0"/>
                            </a:rPr>
                            <m:t>𝐴</m:t>
                          </m:r>
                          <m:r>
                            <a:rPr lang="en-IN" altLang="zh-CN" sz="1600" b="0" i="1">
                              <a:latin typeface="Cambria Math" panose="02040503050406030204" pitchFamily="18" charset="0"/>
                              <a:ea typeface="+mj-ea"/>
                              <a:cs typeface="Times New Roman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sz="1600" dirty="0">
                  <a:latin typeface="+mj-lt"/>
                  <a:ea typeface="+mj-ea"/>
                  <a:cs typeface="Times New Roman" pitchFamily="18" charset="0"/>
                </a:endParaRPr>
              </a:p>
              <a:p>
                <a:pPr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altLang="zh-CN" sz="1600" dirty="0">
                    <a:latin typeface="+mj-lt"/>
                    <a:ea typeface="+mj-ea"/>
                    <a:cs typeface="Times New Roman" pitchFamily="18" charset="0"/>
                  </a:rPr>
                  <a:t>P(C|A): Probability of event C occurring given that event A has already occurred.</a:t>
                </a:r>
              </a:p>
              <a:p>
                <a:pPr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altLang="zh-CN" sz="1600" dirty="0">
                    <a:latin typeface="+mj-lt"/>
                    <a:ea typeface="+mj-ea"/>
                    <a:cs typeface="Times New Roman" pitchFamily="18" charset="0"/>
                  </a:rPr>
                  <a:t>P(A ⋂ C) is joint probability that both the events A and C has occurred.</a:t>
                </a:r>
              </a:p>
              <a:p>
                <a:pPr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altLang="zh-CN" sz="1600" dirty="0">
                    <a:latin typeface="+mj-lt"/>
                    <a:ea typeface="+mj-ea"/>
                    <a:cs typeface="Times New Roman" pitchFamily="18" charset="0"/>
                  </a:rPr>
                  <a:t>P(A) probability  of occurring of event A.</a:t>
                </a:r>
              </a:p>
              <a:p>
                <a:pPr marL="0" indent="0">
                  <a:buFont typeface="Wingdings" panose="05000000000000000000" pitchFamily="2" charset="2"/>
                  <a:buNone/>
                </a:pPr>
                <a:r>
                  <a:rPr lang="en-US" altLang="en-US" sz="1600" dirty="0">
                    <a:latin typeface="+mj-lt"/>
                    <a:ea typeface="+mj-ea"/>
                    <a:cs typeface="Times New Roman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1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77368" y="487110"/>
                <a:ext cx="3646835" cy="4159535"/>
              </a:xfrm>
              <a:blipFill>
                <a:blip r:embed="rId2"/>
                <a:stretch>
                  <a:fillRect l="-669" r="-1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3C52F10-6E48-6A16-4F6A-769C81767F8E}"/>
                  </a:ext>
                </a:extLst>
              </p14:cNvPr>
              <p14:cNvContentPartPr/>
              <p14:nvPr/>
            </p14:nvContentPartPr>
            <p14:xfrm>
              <a:off x="4579560" y="46800"/>
              <a:ext cx="4227120" cy="3912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3C52F10-6E48-6A16-4F6A-769C81767F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70200" y="37440"/>
                <a:ext cx="4245840" cy="393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8139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747F-299C-3CF6-A54B-2B2844360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855BD-B3B2-28EC-353B-CF03BEF91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D203A53-739B-009A-BFFE-AA3733D737D7}"/>
              </a:ext>
            </a:extLst>
          </p:cNvPr>
          <p:cNvGrpSpPr/>
          <p:nvPr/>
        </p:nvGrpSpPr>
        <p:grpSpPr>
          <a:xfrm>
            <a:off x="1472738" y="1857236"/>
            <a:ext cx="983520" cy="258480"/>
            <a:chOff x="1472738" y="1857236"/>
            <a:chExt cx="98352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395AD31-445C-A298-B8A6-1EFA6DA6AB8F}"/>
                    </a:ext>
                  </a:extLst>
                </p14:cNvPr>
                <p14:cNvContentPartPr/>
                <p14:nvPr/>
              </p14:nvContentPartPr>
              <p14:xfrm>
                <a:off x="1472738" y="1903316"/>
                <a:ext cx="59040" cy="212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395AD31-445C-A298-B8A6-1EFA6DA6AB8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64098" y="1894316"/>
                  <a:ext cx="766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44802DB-801C-B8D6-3C87-C84D05283F4D}"/>
                    </a:ext>
                  </a:extLst>
                </p14:cNvPr>
                <p14:cNvContentPartPr/>
                <p14:nvPr/>
              </p14:nvContentPartPr>
              <p14:xfrm>
                <a:off x="1612058" y="1895756"/>
                <a:ext cx="54000" cy="165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44802DB-801C-B8D6-3C87-C84D05283F4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03418" y="1887116"/>
                  <a:ext cx="716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C64337B-C914-899B-2F4D-1B7A0FC373EA}"/>
                    </a:ext>
                  </a:extLst>
                </p14:cNvPr>
                <p14:cNvContentPartPr/>
                <p14:nvPr/>
              </p14:nvContentPartPr>
              <p14:xfrm>
                <a:off x="1687298" y="1887476"/>
                <a:ext cx="89280" cy="167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C64337B-C914-899B-2F4D-1B7A0FC373E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78298" y="1878836"/>
                  <a:ext cx="1069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BEF6E84-245A-BCF1-F024-1F2A10541F0B}"/>
                    </a:ext>
                  </a:extLst>
                </p14:cNvPr>
                <p14:cNvContentPartPr/>
                <p14:nvPr/>
              </p14:nvContentPartPr>
              <p14:xfrm>
                <a:off x="1712138" y="1972436"/>
                <a:ext cx="104040" cy="29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BEF6E84-245A-BCF1-F024-1F2A10541F0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03498" y="1963436"/>
                  <a:ext cx="1216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220ED81-D364-5E4F-5C10-B5DC6CB56549}"/>
                    </a:ext>
                  </a:extLst>
                </p14:cNvPr>
                <p14:cNvContentPartPr/>
                <p14:nvPr/>
              </p14:nvContentPartPr>
              <p14:xfrm>
                <a:off x="1889978" y="1890356"/>
                <a:ext cx="110880" cy="150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220ED81-D364-5E4F-5C10-B5DC6CB5654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80978" y="1881716"/>
                  <a:ext cx="1285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0000A4A-EACC-D4B8-34AB-B6BB93D612F6}"/>
                    </a:ext>
                  </a:extLst>
                </p14:cNvPr>
                <p14:cNvContentPartPr/>
                <p14:nvPr/>
              </p14:nvContentPartPr>
              <p14:xfrm>
                <a:off x="2050898" y="1917716"/>
                <a:ext cx="107640" cy="125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0000A4A-EACC-D4B8-34AB-B6BB93D612F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42258" y="1909076"/>
                  <a:ext cx="1252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54A0308-5F5B-8830-76AA-FA8C5DDEF6B6}"/>
                    </a:ext>
                  </a:extLst>
                </p14:cNvPr>
                <p14:cNvContentPartPr/>
                <p14:nvPr/>
              </p14:nvContentPartPr>
              <p14:xfrm>
                <a:off x="2187698" y="1857236"/>
                <a:ext cx="68760" cy="217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54A0308-5F5B-8830-76AA-FA8C5DDEF6B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78698" y="1848596"/>
                  <a:ext cx="864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098EC24-4F13-DF20-8430-5604E3FAF4E9}"/>
                    </a:ext>
                  </a:extLst>
                </p14:cNvPr>
                <p14:cNvContentPartPr/>
                <p14:nvPr/>
              </p14:nvContentPartPr>
              <p14:xfrm>
                <a:off x="2368058" y="1967396"/>
                <a:ext cx="88200" cy="62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098EC24-4F13-DF20-8430-5604E3FAF4E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59418" y="1958396"/>
                  <a:ext cx="10584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78F3234-539B-E673-6BF2-428D42290F43}"/>
              </a:ext>
            </a:extLst>
          </p:cNvPr>
          <p:cNvGrpSpPr/>
          <p:nvPr/>
        </p:nvGrpSpPr>
        <p:grpSpPr>
          <a:xfrm>
            <a:off x="2673698" y="1834196"/>
            <a:ext cx="856800" cy="232920"/>
            <a:chOff x="2673698" y="1834196"/>
            <a:chExt cx="856800" cy="23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EDA41ED-9936-9DD3-9A30-D1503FB95B16}"/>
                    </a:ext>
                  </a:extLst>
                </p14:cNvPr>
                <p14:cNvContentPartPr/>
                <p14:nvPr/>
              </p14:nvContentPartPr>
              <p14:xfrm>
                <a:off x="2673698" y="1842476"/>
                <a:ext cx="101520" cy="200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EDA41ED-9936-9DD3-9A30-D1503FB95B1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64698" y="1833836"/>
                  <a:ext cx="1191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4409FF3-ED59-90BD-5B77-759AD782F504}"/>
                    </a:ext>
                  </a:extLst>
                </p14:cNvPr>
                <p14:cNvContentPartPr/>
                <p14:nvPr/>
              </p14:nvContentPartPr>
              <p14:xfrm>
                <a:off x="2847218" y="1844996"/>
                <a:ext cx="82440" cy="169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4409FF3-ED59-90BD-5B77-759AD782F50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38218" y="1836356"/>
                  <a:ext cx="1000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E9F0319-5B5F-76C6-5D1D-F49AB5470EF5}"/>
                    </a:ext>
                  </a:extLst>
                </p14:cNvPr>
                <p14:cNvContentPartPr/>
                <p14:nvPr/>
              </p14:nvContentPartPr>
              <p14:xfrm>
                <a:off x="2956298" y="1898996"/>
                <a:ext cx="103320" cy="97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E9F0319-5B5F-76C6-5D1D-F49AB5470EF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47658" y="1889996"/>
                  <a:ext cx="1209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E61BB46-A0FF-6203-86FA-0898A42E220E}"/>
                    </a:ext>
                  </a:extLst>
                </p14:cNvPr>
                <p14:cNvContentPartPr/>
                <p14:nvPr/>
              </p14:nvContentPartPr>
              <p14:xfrm>
                <a:off x="3102098" y="1885316"/>
                <a:ext cx="115200" cy="138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E61BB46-A0FF-6203-86FA-0898A42E220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93098" y="1876316"/>
                  <a:ext cx="1328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228EDA3-AB7B-7C00-4E47-1F98144E27C1}"/>
                    </a:ext>
                  </a:extLst>
                </p14:cNvPr>
                <p14:cNvContentPartPr/>
                <p14:nvPr/>
              </p14:nvContentPartPr>
              <p14:xfrm>
                <a:off x="3306938" y="1877756"/>
                <a:ext cx="90720" cy="160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228EDA3-AB7B-7C00-4E47-1F98144E27C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98298" y="1868756"/>
                  <a:ext cx="1083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761185C-1DD5-1834-3467-FF27D424BED6}"/>
                    </a:ext>
                  </a:extLst>
                </p14:cNvPr>
                <p14:cNvContentPartPr/>
                <p14:nvPr/>
              </p14:nvContentPartPr>
              <p14:xfrm>
                <a:off x="3346898" y="1965956"/>
                <a:ext cx="76680" cy="29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761185C-1DD5-1834-3467-FF27D424BED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38258" y="1957316"/>
                  <a:ext cx="943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90AADA3-0B4B-0DE2-F8B8-A88F07D37E8C}"/>
                    </a:ext>
                  </a:extLst>
                </p14:cNvPr>
                <p14:cNvContentPartPr/>
                <p14:nvPr/>
              </p14:nvContentPartPr>
              <p14:xfrm>
                <a:off x="3458858" y="1834196"/>
                <a:ext cx="71640" cy="232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90AADA3-0B4B-0DE2-F8B8-A88F07D37E8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50218" y="1825196"/>
                  <a:ext cx="89280" cy="25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3FE47C0-E436-0535-83F0-37193B788852}"/>
                  </a:ext>
                </a:extLst>
              </p14:cNvPr>
              <p14:cNvContentPartPr/>
              <p14:nvPr/>
            </p14:nvContentPartPr>
            <p14:xfrm>
              <a:off x="1964858" y="2156756"/>
              <a:ext cx="13320" cy="266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3FE47C0-E436-0535-83F0-37193B78885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56218" y="2147756"/>
                <a:ext cx="3096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189BEA0-FDBB-D23D-238D-4403DAB20B4B}"/>
                  </a:ext>
                </a:extLst>
              </p14:cNvPr>
              <p14:cNvContentPartPr/>
              <p14:nvPr/>
            </p14:nvContentPartPr>
            <p14:xfrm>
              <a:off x="1949018" y="2155316"/>
              <a:ext cx="89640" cy="306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189BEA0-FDBB-D23D-238D-4403DAB20B4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940378" y="2146676"/>
                <a:ext cx="107280" cy="32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06EF86FD-CD2F-94D8-C13F-9494CF18B7F5}"/>
              </a:ext>
            </a:extLst>
          </p:cNvPr>
          <p:cNvGrpSpPr/>
          <p:nvPr/>
        </p:nvGrpSpPr>
        <p:grpSpPr>
          <a:xfrm>
            <a:off x="1281218" y="2647436"/>
            <a:ext cx="873360" cy="252360"/>
            <a:chOff x="1281218" y="2647436"/>
            <a:chExt cx="873360" cy="25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8535B49-57A1-27F5-6419-381C24BB2623}"/>
                    </a:ext>
                  </a:extLst>
                </p14:cNvPr>
                <p14:cNvContentPartPr/>
                <p14:nvPr/>
              </p14:nvContentPartPr>
              <p14:xfrm>
                <a:off x="1281218" y="2651756"/>
                <a:ext cx="84960" cy="248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8535B49-57A1-27F5-6419-381C24BB262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72578" y="2643116"/>
                  <a:ext cx="1026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C7EDEC3-7944-0558-4CB4-BC4722B0C102}"/>
                    </a:ext>
                  </a:extLst>
                </p14:cNvPr>
                <p14:cNvContentPartPr/>
                <p14:nvPr/>
              </p14:nvContentPartPr>
              <p14:xfrm>
                <a:off x="1399658" y="2647436"/>
                <a:ext cx="89640" cy="185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C7EDEC3-7944-0558-4CB4-BC4722B0C10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90658" y="2638796"/>
                  <a:ext cx="1072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0A80606-6568-464E-8D5A-208158F351DB}"/>
                    </a:ext>
                  </a:extLst>
                </p14:cNvPr>
                <p14:cNvContentPartPr/>
                <p14:nvPr/>
              </p14:nvContentPartPr>
              <p14:xfrm>
                <a:off x="1499738" y="2681996"/>
                <a:ext cx="150120" cy="148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0A80606-6568-464E-8D5A-208158F351D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490738" y="2672996"/>
                  <a:ext cx="1677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447F352-13DF-D347-0154-E1597DA91554}"/>
                    </a:ext>
                  </a:extLst>
                </p14:cNvPr>
                <p14:cNvContentPartPr/>
                <p14:nvPr/>
              </p14:nvContentPartPr>
              <p14:xfrm>
                <a:off x="1712138" y="2669396"/>
                <a:ext cx="21240" cy="197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447F352-13DF-D347-0154-E1597DA9155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703498" y="2660756"/>
                  <a:ext cx="388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32218BD-6D56-7466-F562-85F1F3E95702}"/>
                    </a:ext>
                  </a:extLst>
                </p14:cNvPr>
                <p14:cNvContentPartPr/>
                <p14:nvPr/>
              </p14:nvContentPartPr>
              <p14:xfrm>
                <a:off x="1829498" y="2671916"/>
                <a:ext cx="87120" cy="174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32218BD-6D56-7466-F562-85F1F3E9570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820498" y="2663276"/>
                  <a:ext cx="1047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87D68C4-CCE6-5505-70C7-20386A92821A}"/>
                    </a:ext>
                  </a:extLst>
                </p14:cNvPr>
                <p14:cNvContentPartPr/>
                <p14:nvPr/>
              </p14:nvContentPartPr>
              <p14:xfrm>
                <a:off x="1855778" y="2762996"/>
                <a:ext cx="104760" cy="37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87D68C4-CCE6-5505-70C7-20386A92821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846778" y="2753996"/>
                  <a:ext cx="1224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DB57E22-680A-F6D2-8154-61B450453474}"/>
                    </a:ext>
                  </a:extLst>
                </p14:cNvPr>
                <p14:cNvContentPartPr/>
                <p14:nvPr/>
              </p14:nvContentPartPr>
              <p14:xfrm>
                <a:off x="1986098" y="2662556"/>
                <a:ext cx="168480" cy="208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DB57E22-680A-F6D2-8154-61B45045347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77098" y="2653556"/>
                  <a:ext cx="186120" cy="22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F4BFEF2-2A1A-BA88-A84B-1AB2200DB723}"/>
              </a:ext>
            </a:extLst>
          </p:cNvPr>
          <p:cNvGrpSpPr/>
          <p:nvPr/>
        </p:nvGrpSpPr>
        <p:grpSpPr>
          <a:xfrm>
            <a:off x="2325218" y="2663636"/>
            <a:ext cx="468000" cy="251640"/>
            <a:chOff x="2325218" y="2663636"/>
            <a:chExt cx="468000" cy="25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7026EF3-375B-7717-0B00-B168339FF627}"/>
                    </a:ext>
                  </a:extLst>
                </p14:cNvPr>
                <p14:cNvContentPartPr/>
                <p14:nvPr/>
              </p14:nvContentPartPr>
              <p14:xfrm>
                <a:off x="2325218" y="2663636"/>
                <a:ext cx="55800" cy="189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7026EF3-375B-7717-0B00-B168339FF62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316578" y="2654996"/>
                  <a:ext cx="734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98037CE-06B1-430D-644D-A3D20999E7BE}"/>
                    </a:ext>
                  </a:extLst>
                </p14:cNvPr>
                <p14:cNvContentPartPr/>
                <p14:nvPr/>
              </p14:nvContentPartPr>
              <p14:xfrm>
                <a:off x="2460578" y="2673716"/>
                <a:ext cx="90000" cy="159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98037CE-06B1-430D-644D-A3D20999E7B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51578" y="2664716"/>
                  <a:ext cx="1076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6E3BE59-F034-E249-D88F-CE7CCFC239DB}"/>
                    </a:ext>
                  </a:extLst>
                </p14:cNvPr>
                <p14:cNvContentPartPr/>
                <p14:nvPr/>
              </p14:nvContentPartPr>
              <p14:xfrm>
                <a:off x="2545538" y="2693156"/>
                <a:ext cx="108360" cy="172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6E3BE59-F034-E249-D88F-CE7CCFC239D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36898" y="2684516"/>
                  <a:ext cx="1260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F54813A-339B-4D2E-9BD1-7C231005F912}"/>
                    </a:ext>
                  </a:extLst>
                </p14:cNvPr>
                <p14:cNvContentPartPr/>
                <p14:nvPr/>
              </p14:nvContentPartPr>
              <p14:xfrm>
                <a:off x="2596658" y="2675516"/>
                <a:ext cx="196560" cy="239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F54813A-339B-4D2E-9BD1-7C231005F91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88018" y="2666876"/>
                  <a:ext cx="214200" cy="25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F6D1308-5052-72E1-FC2C-89496C525C53}"/>
                  </a:ext>
                </a:extLst>
              </p14:cNvPr>
              <p14:cNvContentPartPr/>
              <p14:nvPr/>
            </p14:nvContentPartPr>
            <p14:xfrm>
              <a:off x="3301178" y="2146316"/>
              <a:ext cx="496800" cy="2656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F6D1308-5052-72E1-FC2C-89496C525C5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292538" y="2137676"/>
                <a:ext cx="514440" cy="28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48ECD83F-AB76-2F76-9DD4-20539C946CB1}"/>
              </a:ext>
            </a:extLst>
          </p:cNvPr>
          <p:cNvGrpSpPr/>
          <p:nvPr/>
        </p:nvGrpSpPr>
        <p:grpSpPr>
          <a:xfrm>
            <a:off x="4083098" y="2158196"/>
            <a:ext cx="1020600" cy="286560"/>
            <a:chOff x="4083098" y="2158196"/>
            <a:chExt cx="1020600" cy="28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F1740F0-5542-D3BF-361C-E14479BC1304}"/>
                    </a:ext>
                  </a:extLst>
                </p14:cNvPr>
                <p14:cNvContentPartPr/>
                <p14:nvPr/>
              </p14:nvContentPartPr>
              <p14:xfrm>
                <a:off x="4083098" y="2196356"/>
                <a:ext cx="81000" cy="236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F1740F0-5542-D3BF-361C-E14479BC130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74098" y="2187356"/>
                  <a:ext cx="986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BDFFC5F-CDCB-BBBE-5CBE-D76972021A42}"/>
                    </a:ext>
                  </a:extLst>
                </p14:cNvPr>
                <p14:cNvContentPartPr/>
                <p14:nvPr/>
              </p14:nvContentPartPr>
              <p14:xfrm>
                <a:off x="4253738" y="2158196"/>
                <a:ext cx="119520" cy="286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BDFFC5F-CDCB-BBBE-5CBE-D76972021A4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244738" y="2149196"/>
                  <a:ext cx="1371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28EE13F-CBE6-5EAD-8DD8-BB073EF085A8}"/>
                    </a:ext>
                  </a:extLst>
                </p14:cNvPr>
                <p14:cNvContentPartPr/>
                <p14:nvPr/>
              </p14:nvContentPartPr>
              <p14:xfrm>
                <a:off x="4429058" y="2192036"/>
                <a:ext cx="117000" cy="214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28EE13F-CBE6-5EAD-8DD8-BB073EF085A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420058" y="2183396"/>
                  <a:ext cx="1346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40B1984-A8A2-6251-9943-9C2139DE0799}"/>
                    </a:ext>
                  </a:extLst>
                </p14:cNvPr>
                <p14:cNvContentPartPr/>
                <p14:nvPr/>
              </p14:nvContentPartPr>
              <p14:xfrm>
                <a:off x="4454258" y="2314796"/>
                <a:ext cx="148680" cy="33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40B1984-A8A2-6251-9943-9C2139DE079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445258" y="2305796"/>
                  <a:ext cx="1663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D153574-CE9D-E385-BC21-59150AC38AB5}"/>
                    </a:ext>
                  </a:extLst>
                </p14:cNvPr>
                <p14:cNvContentPartPr/>
                <p14:nvPr/>
              </p14:nvContentPartPr>
              <p14:xfrm>
                <a:off x="4697258" y="2169716"/>
                <a:ext cx="14400" cy="209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D153574-CE9D-E385-BC21-59150AC38AB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688618" y="2160716"/>
                  <a:ext cx="320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04CCCDC-E22D-754A-D5DF-80D417D3941E}"/>
                    </a:ext>
                  </a:extLst>
                </p14:cNvPr>
                <p14:cNvContentPartPr/>
                <p14:nvPr/>
              </p14:nvContentPartPr>
              <p14:xfrm>
                <a:off x="4758818" y="2172596"/>
                <a:ext cx="248040" cy="217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04CCCDC-E22D-754A-D5DF-80D417D3941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750178" y="2163956"/>
                  <a:ext cx="2656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7F7A95E-618A-655E-4FA8-4459F6B4B3B8}"/>
                    </a:ext>
                  </a:extLst>
                </p14:cNvPr>
                <p14:cNvContentPartPr/>
                <p14:nvPr/>
              </p14:nvContentPartPr>
              <p14:xfrm>
                <a:off x="5091818" y="2337836"/>
                <a:ext cx="11880" cy="6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7F7A95E-618A-655E-4FA8-4459F6B4B3B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082818" y="2328836"/>
                  <a:ext cx="2952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207E87B-EE8D-A151-E266-187431C6772C}"/>
              </a:ext>
            </a:extLst>
          </p:cNvPr>
          <p:cNvGrpSpPr/>
          <p:nvPr/>
        </p:nvGrpSpPr>
        <p:grpSpPr>
          <a:xfrm>
            <a:off x="5362178" y="2136236"/>
            <a:ext cx="510480" cy="275040"/>
            <a:chOff x="5362178" y="2136236"/>
            <a:chExt cx="510480" cy="27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4F429D6-023F-857F-6502-BCB61D525F68}"/>
                    </a:ext>
                  </a:extLst>
                </p14:cNvPr>
                <p14:cNvContentPartPr/>
                <p14:nvPr/>
              </p14:nvContentPartPr>
              <p14:xfrm>
                <a:off x="5362178" y="2136236"/>
                <a:ext cx="101880" cy="219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4F429D6-023F-857F-6502-BCB61D525F6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353538" y="2127236"/>
                  <a:ext cx="1195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E628AC1-8788-9BB7-084E-3D33F6759067}"/>
                    </a:ext>
                  </a:extLst>
                </p14:cNvPr>
                <p14:cNvContentPartPr/>
                <p14:nvPr/>
              </p14:nvContentPartPr>
              <p14:xfrm>
                <a:off x="5502938" y="2151716"/>
                <a:ext cx="102600" cy="213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E628AC1-8788-9BB7-084E-3D33F675906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493938" y="2142716"/>
                  <a:ext cx="1202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942AE13-6866-086B-4D79-03341650871C}"/>
                    </a:ext>
                  </a:extLst>
                </p14:cNvPr>
                <p14:cNvContentPartPr/>
                <p14:nvPr/>
              </p14:nvContentPartPr>
              <p14:xfrm>
                <a:off x="5650178" y="2225516"/>
                <a:ext cx="115200" cy="104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942AE13-6866-086B-4D79-03341650871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641178" y="2216516"/>
                  <a:ext cx="1328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EA47FC6-8BF0-DD16-14C7-6F944EAB2ECD}"/>
                    </a:ext>
                  </a:extLst>
                </p14:cNvPr>
                <p14:cNvContentPartPr/>
                <p14:nvPr/>
              </p14:nvContentPartPr>
              <p14:xfrm>
                <a:off x="5768618" y="2162516"/>
                <a:ext cx="104040" cy="248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EA47FC6-8BF0-DD16-14C7-6F944EAB2EC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759618" y="2153876"/>
                  <a:ext cx="121680" cy="26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D51B9D8-33C0-4CED-4C8E-7C74F5242A07}"/>
              </a:ext>
            </a:extLst>
          </p:cNvPr>
          <p:cNvGrpSpPr/>
          <p:nvPr/>
        </p:nvGrpSpPr>
        <p:grpSpPr>
          <a:xfrm>
            <a:off x="3037298" y="2561756"/>
            <a:ext cx="667800" cy="275760"/>
            <a:chOff x="3037298" y="2561756"/>
            <a:chExt cx="667800" cy="27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E75787E-1B7B-0255-9D99-441E34807FB2}"/>
                    </a:ext>
                  </a:extLst>
                </p14:cNvPr>
                <p14:cNvContentPartPr/>
                <p14:nvPr/>
              </p14:nvContentPartPr>
              <p14:xfrm>
                <a:off x="3037298" y="2561756"/>
                <a:ext cx="667800" cy="203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E75787E-1B7B-0255-9D99-441E34807FB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028298" y="2552756"/>
                  <a:ext cx="6854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FE70314-D4A2-7665-EEE2-A11DE6938F7D}"/>
                    </a:ext>
                  </a:extLst>
                </p14:cNvPr>
                <p14:cNvContentPartPr/>
                <p14:nvPr/>
              </p14:nvContentPartPr>
              <p14:xfrm>
                <a:off x="3069338" y="2686316"/>
                <a:ext cx="116640" cy="151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FE70314-D4A2-7665-EEE2-A11DE6938F7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060698" y="2677676"/>
                  <a:ext cx="13428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9EE28A4-3F65-34F0-4479-B99FCDB7B1E4}"/>
              </a:ext>
            </a:extLst>
          </p:cNvPr>
          <p:cNvGrpSpPr/>
          <p:nvPr/>
        </p:nvGrpSpPr>
        <p:grpSpPr>
          <a:xfrm>
            <a:off x="1528178" y="3343316"/>
            <a:ext cx="859680" cy="283680"/>
            <a:chOff x="1528178" y="3343316"/>
            <a:chExt cx="859680" cy="28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19E3AA1-183F-F88A-9496-AE9BE8B2125B}"/>
                    </a:ext>
                  </a:extLst>
                </p14:cNvPr>
                <p14:cNvContentPartPr/>
                <p14:nvPr/>
              </p14:nvContentPartPr>
              <p14:xfrm>
                <a:off x="1528178" y="3365636"/>
                <a:ext cx="93240" cy="232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19E3AA1-183F-F88A-9496-AE9BE8B2125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519178" y="3356636"/>
                  <a:ext cx="1108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88BC330-202B-8CB5-D4CF-32376CEAE254}"/>
                    </a:ext>
                  </a:extLst>
                </p14:cNvPr>
                <p14:cNvContentPartPr/>
                <p14:nvPr/>
              </p14:nvContentPartPr>
              <p14:xfrm>
                <a:off x="1691978" y="3353756"/>
                <a:ext cx="113040" cy="186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88BC330-202B-8CB5-D4CF-32376CEAE25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83338" y="3344756"/>
                  <a:ext cx="1306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2DBC9BC-B783-506A-543A-66D2EA520BC7}"/>
                    </a:ext>
                  </a:extLst>
                </p14:cNvPr>
                <p14:cNvContentPartPr/>
                <p14:nvPr/>
              </p14:nvContentPartPr>
              <p14:xfrm>
                <a:off x="1816898" y="3416756"/>
                <a:ext cx="102600" cy="105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2DBC9BC-B783-506A-543A-66D2EA520BC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808258" y="3407756"/>
                  <a:ext cx="1202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FA3763A-EC87-FA5F-7CB4-B936A7820A4C}"/>
                    </a:ext>
                  </a:extLst>
                </p14:cNvPr>
                <p14:cNvContentPartPr/>
                <p14:nvPr/>
              </p14:nvContentPartPr>
              <p14:xfrm>
                <a:off x="1976378" y="3428276"/>
                <a:ext cx="23760" cy="135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FA3763A-EC87-FA5F-7CB4-B936A7820A4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967378" y="3419276"/>
                  <a:ext cx="414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71CB2A9-D86A-E133-7982-AB3B393C95BD}"/>
                    </a:ext>
                  </a:extLst>
                </p14:cNvPr>
                <p14:cNvContentPartPr/>
                <p14:nvPr/>
              </p14:nvContentPartPr>
              <p14:xfrm>
                <a:off x="2084738" y="3426476"/>
                <a:ext cx="85320" cy="138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71CB2A9-D86A-E133-7982-AB3B393C95B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076098" y="3417476"/>
                  <a:ext cx="1029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06ECBBF-19AB-42C3-7CC9-FE681B2E6B69}"/>
                    </a:ext>
                  </a:extLst>
                </p14:cNvPr>
                <p14:cNvContentPartPr/>
                <p14:nvPr/>
              </p14:nvContentPartPr>
              <p14:xfrm>
                <a:off x="2104178" y="3495596"/>
                <a:ext cx="95400" cy="16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06ECBBF-19AB-42C3-7CC9-FE681B2E6B6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095178" y="3486956"/>
                  <a:ext cx="113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35AE74A-A9D5-F969-7496-708680584BD9}"/>
                    </a:ext>
                  </a:extLst>
                </p14:cNvPr>
                <p14:cNvContentPartPr/>
                <p14:nvPr/>
              </p14:nvContentPartPr>
              <p14:xfrm>
                <a:off x="2237018" y="3398756"/>
                <a:ext cx="63000" cy="228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35AE74A-A9D5-F969-7496-708680584BD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228018" y="3389756"/>
                  <a:ext cx="806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623421C-BAF9-6783-BDBD-DB4E9BE1DF92}"/>
                    </a:ext>
                  </a:extLst>
                </p14:cNvPr>
                <p14:cNvContentPartPr/>
                <p14:nvPr/>
              </p14:nvContentPartPr>
              <p14:xfrm>
                <a:off x="2038298" y="3371396"/>
                <a:ext cx="1080" cy="117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623421C-BAF9-6783-BDBD-DB4E9BE1DF9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029658" y="3362396"/>
                  <a:ext cx="187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B676775-E547-0B5F-E400-CF0D5B27634A}"/>
                    </a:ext>
                  </a:extLst>
                </p14:cNvPr>
                <p14:cNvContentPartPr/>
                <p14:nvPr/>
              </p14:nvContentPartPr>
              <p14:xfrm>
                <a:off x="2038658" y="3343316"/>
                <a:ext cx="41040" cy="237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B676775-E547-0B5F-E400-CF0D5B27634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029658" y="3334676"/>
                  <a:ext cx="586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7F26051-FBB6-C068-5EE9-BA6076FA42DB}"/>
                    </a:ext>
                  </a:extLst>
                </p14:cNvPr>
                <p14:cNvContentPartPr/>
                <p14:nvPr/>
              </p14:nvContentPartPr>
              <p14:xfrm>
                <a:off x="2381018" y="3566156"/>
                <a:ext cx="6840" cy="24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7F26051-FBB6-C068-5EE9-BA6076FA42D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372378" y="3557516"/>
                  <a:ext cx="24480" cy="4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711AA1B9-4943-C59D-9B56-9A70392CBE8B}"/>
                  </a:ext>
                </a:extLst>
              </p14:cNvPr>
              <p14:cNvContentPartPr/>
              <p14:nvPr/>
            </p14:nvContentPartPr>
            <p14:xfrm>
              <a:off x="3315578" y="3498116"/>
              <a:ext cx="127440" cy="651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711AA1B9-4943-C59D-9B56-9A70392CBE8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306578" y="3489476"/>
                <a:ext cx="145080" cy="8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F4912523-ECF4-83B0-303E-0A188C9289D9}"/>
              </a:ext>
            </a:extLst>
          </p:cNvPr>
          <p:cNvGrpSpPr/>
          <p:nvPr/>
        </p:nvGrpSpPr>
        <p:grpSpPr>
          <a:xfrm>
            <a:off x="3959618" y="3360596"/>
            <a:ext cx="966600" cy="291960"/>
            <a:chOff x="3959618" y="3360596"/>
            <a:chExt cx="966600" cy="29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76A4EAD-7A05-AAA7-2776-BE7982B8958C}"/>
                    </a:ext>
                  </a:extLst>
                </p14:cNvPr>
                <p14:cNvContentPartPr/>
                <p14:nvPr/>
              </p14:nvContentPartPr>
              <p14:xfrm>
                <a:off x="3959618" y="3411356"/>
                <a:ext cx="96480" cy="241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76A4EAD-7A05-AAA7-2776-BE7982B8958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950618" y="3402356"/>
                  <a:ext cx="1141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63E4748-9B32-757F-B222-B3446528AEF4}"/>
                    </a:ext>
                  </a:extLst>
                </p14:cNvPr>
                <p14:cNvContentPartPr/>
                <p14:nvPr/>
              </p14:nvContentPartPr>
              <p14:xfrm>
                <a:off x="4154738" y="3403076"/>
                <a:ext cx="108720" cy="217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63E4748-9B32-757F-B222-B3446528AEF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145738" y="3394436"/>
                  <a:ext cx="1263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627E3A8-FD18-0A0A-AB13-BECCC699560D}"/>
                    </a:ext>
                  </a:extLst>
                </p14:cNvPr>
                <p14:cNvContentPartPr/>
                <p14:nvPr/>
              </p14:nvContentPartPr>
              <p14:xfrm>
                <a:off x="4310618" y="3398756"/>
                <a:ext cx="103320" cy="181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627E3A8-FD18-0A0A-AB13-BECCC699560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301618" y="3389756"/>
                  <a:ext cx="1209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A55D340-C7A9-F8C9-57A7-B13A09878922}"/>
                    </a:ext>
                  </a:extLst>
                </p14:cNvPr>
                <p14:cNvContentPartPr/>
                <p14:nvPr/>
              </p14:nvContentPartPr>
              <p14:xfrm>
                <a:off x="4347698" y="3502076"/>
                <a:ext cx="89640" cy="10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A55D340-C7A9-F8C9-57A7-B13A0987892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339058" y="3493076"/>
                  <a:ext cx="1072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AAE2A0F-A77D-AC33-78F1-B51FDD286DB2}"/>
                    </a:ext>
                  </a:extLst>
                </p14:cNvPr>
                <p14:cNvContentPartPr/>
                <p14:nvPr/>
              </p14:nvContentPartPr>
              <p14:xfrm>
                <a:off x="4510418" y="3374996"/>
                <a:ext cx="19800" cy="223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AAE2A0F-A77D-AC33-78F1-B51FDD286DB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501778" y="3366356"/>
                  <a:ext cx="374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6847E51-E82E-EA3A-3D31-047CE40311C3}"/>
                    </a:ext>
                  </a:extLst>
                </p14:cNvPr>
                <p14:cNvContentPartPr/>
                <p14:nvPr/>
              </p14:nvContentPartPr>
              <p14:xfrm>
                <a:off x="4574498" y="3360596"/>
                <a:ext cx="259200" cy="2653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6847E51-E82E-EA3A-3D31-047CE40311C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565498" y="3351956"/>
                  <a:ext cx="2768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49D402F-9463-E940-5BE8-E1DAA5C28C93}"/>
                    </a:ext>
                  </a:extLst>
                </p14:cNvPr>
                <p14:cNvContentPartPr/>
                <p14:nvPr/>
              </p14:nvContentPartPr>
              <p14:xfrm>
                <a:off x="4913978" y="3589196"/>
                <a:ext cx="12240" cy="79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49D402F-9463-E940-5BE8-E1DAA5C28C9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904978" y="3580556"/>
                  <a:ext cx="2988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3826C87-6D75-5C88-8B0B-FF4FB9EAC86E}"/>
              </a:ext>
            </a:extLst>
          </p:cNvPr>
          <p:cNvGrpSpPr/>
          <p:nvPr/>
        </p:nvGrpSpPr>
        <p:grpSpPr>
          <a:xfrm>
            <a:off x="5173178" y="3401276"/>
            <a:ext cx="528480" cy="295200"/>
            <a:chOff x="5173178" y="3401276"/>
            <a:chExt cx="528480" cy="29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220F60F-9F89-8467-7522-97DCC6A6C045}"/>
                    </a:ext>
                  </a:extLst>
                </p14:cNvPr>
                <p14:cNvContentPartPr/>
                <p14:nvPr/>
              </p14:nvContentPartPr>
              <p14:xfrm>
                <a:off x="5173178" y="3417836"/>
                <a:ext cx="100080" cy="2469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220F60F-9F89-8467-7522-97DCC6A6C04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164178" y="3409196"/>
                  <a:ext cx="1177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A724C05-03FE-748D-04FE-7DA636B66451}"/>
                    </a:ext>
                  </a:extLst>
                </p14:cNvPr>
                <p14:cNvContentPartPr/>
                <p14:nvPr/>
              </p14:nvContentPartPr>
              <p14:xfrm>
                <a:off x="5349938" y="3421076"/>
                <a:ext cx="96120" cy="2232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A724C05-03FE-748D-04FE-7DA636B6645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341298" y="3412076"/>
                  <a:ext cx="1137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627716C-D335-C2FA-7AAF-4BA846820B3D}"/>
                    </a:ext>
                  </a:extLst>
                </p14:cNvPr>
                <p14:cNvContentPartPr/>
                <p14:nvPr/>
              </p14:nvContentPartPr>
              <p14:xfrm>
                <a:off x="5477378" y="3479036"/>
                <a:ext cx="108720" cy="1371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627716C-D335-C2FA-7AAF-4BA846820B3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468378" y="3470036"/>
                  <a:ext cx="1263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2B5D96B-BD0E-ED8B-FD0A-2E83EDDCF11E}"/>
                    </a:ext>
                  </a:extLst>
                </p14:cNvPr>
                <p14:cNvContentPartPr/>
                <p14:nvPr/>
              </p14:nvContentPartPr>
              <p14:xfrm>
                <a:off x="5597978" y="3401276"/>
                <a:ext cx="103680" cy="295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2B5D96B-BD0E-ED8B-FD0A-2E83EDDCF11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588978" y="3392276"/>
                  <a:ext cx="121320" cy="31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914A1DC-3E08-0033-C75F-D27CC798E1EA}"/>
              </a:ext>
            </a:extLst>
          </p:cNvPr>
          <p:cNvGrpSpPr/>
          <p:nvPr/>
        </p:nvGrpSpPr>
        <p:grpSpPr>
          <a:xfrm>
            <a:off x="6711098" y="1427396"/>
            <a:ext cx="900360" cy="315360"/>
            <a:chOff x="6711098" y="1427396"/>
            <a:chExt cx="900360" cy="3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0B566CF-42A0-F64E-90A1-45789100E02C}"/>
                    </a:ext>
                  </a:extLst>
                </p14:cNvPr>
                <p14:cNvContentPartPr/>
                <p14:nvPr/>
              </p14:nvContentPartPr>
              <p14:xfrm>
                <a:off x="6711098" y="1450076"/>
                <a:ext cx="110520" cy="291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0B566CF-42A0-F64E-90A1-45789100E02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702098" y="1441076"/>
                  <a:ext cx="12816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AB527B1-EFA6-4441-261D-6625841390E3}"/>
                    </a:ext>
                  </a:extLst>
                </p14:cNvPr>
                <p14:cNvContentPartPr/>
                <p14:nvPr/>
              </p14:nvContentPartPr>
              <p14:xfrm>
                <a:off x="6937538" y="1474916"/>
                <a:ext cx="99720" cy="239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AB527B1-EFA6-4441-261D-6625841390E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928898" y="1465916"/>
                  <a:ext cx="1173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9A5C471-5D2B-6C28-2B9A-5A0852FDDB53}"/>
                    </a:ext>
                  </a:extLst>
                </p14:cNvPr>
                <p14:cNvContentPartPr/>
                <p14:nvPr/>
              </p14:nvContentPartPr>
              <p14:xfrm>
                <a:off x="7062458" y="1481036"/>
                <a:ext cx="98640" cy="2080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9A5C471-5D2B-6C28-2B9A-5A0852FDDB5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053458" y="1472036"/>
                  <a:ext cx="1162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A6997D2-0583-F470-46AF-7FF91544B2E3}"/>
                    </a:ext>
                  </a:extLst>
                </p14:cNvPr>
                <p14:cNvContentPartPr/>
                <p14:nvPr/>
              </p14:nvContentPartPr>
              <p14:xfrm>
                <a:off x="7089098" y="1605596"/>
                <a:ext cx="108720" cy="216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A6997D2-0583-F470-46AF-7FF91544B2E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080458" y="1596956"/>
                  <a:ext cx="1263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CA20993-FBE1-98B3-9B1F-BF518F3F852E}"/>
                    </a:ext>
                  </a:extLst>
                </p14:cNvPr>
                <p14:cNvContentPartPr/>
                <p14:nvPr/>
              </p14:nvContentPartPr>
              <p14:xfrm>
                <a:off x="7275938" y="1438556"/>
                <a:ext cx="15840" cy="269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CA20993-FBE1-98B3-9B1F-BF518F3F852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266938" y="1429556"/>
                  <a:ext cx="334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B122821-7BA7-8ADA-28E0-57B22AC08938}"/>
                    </a:ext>
                  </a:extLst>
                </p14:cNvPr>
                <p14:cNvContentPartPr/>
                <p14:nvPr/>
              </p14:nvContentPartPr>
              <p14:xfrm>
                <a:off x="7334618" y="1531796"/>
                <a:ext cx="141120" cy="1569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B122821-7BA7-8ADA-28E0-57B22AC0893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325618" y="1523156"/>
                  <a:ext cx="1587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37D45D8-2C56-E24E-68CC-36998E2DB143}"/>
                    </a:ext>
                  </a:extLst>
                </p14:cNvPr>
                <p14:cNvContentPartPr/>
                <p14:nvPr/>
              </p14:nvContentPartPr>
              <p14:xfrm>
                <a:off x="7518938" y="1427396"/>
                <a:ext cx="92520" cy="315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37D45D8-2C56-E24E-68CC-36998E2DB14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509938" y="1418756"/>
                  <a:ext cx="110160" cy="33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3FCA899-7782-8730-BFAB-012D8FACF226}"/>
              </a:ext>
            </a:extLst>
          </p:cNvPr>
          <p:cNvGrpSpPr/>
          <p:nvPr/>
        </p:nvGrpSpPr>
        <p:grpSpPr>
          <a:xfrm>
            <a:off x="7813778" y="1491476"/>
            <a:ext cx="1116360" cy="332280"/>
            <a:chOff x="7813778" y="1491476"/>
            <a:chExt cx="1116360" cy="33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E9359F5-B3A8-5DB1-33F4-FCDE04129093}"/>
                    </a:ext>
                  </a:extLst>
                </p14:cNvPr>
                <p14:cNvContentPartPr/>
                <p14:nvPr/>
              </p14:nvContentPartPr>
              <p14:xfrm>
                <a:off x="7815938" y="1599116"/>
                <a:ext cx="185040" cy="403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E9359F5-B3A8-5DB1-33F4-FCDE0412909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806938" y="1590116"/>
                  <a:ext cx="2026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D3AA392-73FE-5526-0185-F0858B8BAEAE}"/>
                    </a:ext>
                  </a:extLst>
                </p14:cNvPr>
                <p14:cNvContentPartPr/>
                <p14:nvPr/>
              </p14:nvContentPartPr>
              <p14:xfrm>
                <a:off x="7813778" y="1667516"/>
                <a:ext cx="205920" cy="280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D3AA392-73FE-5526-0185-F0858B8BAEA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804778" y="1658516"/>
                  <a:ext cx="223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8E38A17-BECC-F18D-594D-E8586C10D581}"/>
                    </a:ext>
                  </a:extLst>
                </p14:cNvPr>
                <p14:cNvContentPartPr/>
                <p14:nvPr/>
              </p14:nvContentPartPr>
              <p14:xfrm>
                <a:off x="7887938" y="1491476"/>
                <a:ext cx="113760" cy="309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8E38A17-BECC-F18D-594D-E8586C10D58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879298" y="1482476"/>
                  <a:ext cx="1314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907F5F0-F944-6BC5-62D8-2EE4437AB3EC}"/>
                    </a:ext>
                  </a:extLst>
                </p14:cNvPr>
                <p14:cNvContentPartPr/>
                <p14:nvPr/>
              </p14:nvContentPartPr>
              <p14:xfrm>
                <a:off x="8132738" y="1500116"/>
                <a:ext cx="119160" cy="2473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907F5F0-F944-6BC5-62D8-2EE4437AB3E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123738" y="1491476"/>
                  <a:ext cx="1368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D70A9A1-F03E-260A-6750-C9559929B1F0}"/>
                    </a:ext>
                  </a:extLst>
                </p14:cNvPr>
                <p14:cNvContentPartPr/>
                <p14:nvPr/>
              </p14:nvContentPartPr>
              <p14:xfrm>
                <a:off x="8316338" y="1505516"/>
                <a:ext cx="131760" cy="2376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D70A9A1-F03E-260A-6750-C9559929B1F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307338" y="1496876"/>
                  <a:ext cx="1494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7498E1D-F8EF-09FE-CD18-564DB393900B}"/>
                    </a:ext>
                  </a:extLst>
                </p14:cNvPr>
                <p14:cNvContentPartPr/>
                <p14:nvPr/>
              </p14:nvContentPartPr>
              <p14:xfrm>
                <a:off x="8479418" y="1614236"/>
                <a:ext cx="88560" cy="94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7498E1D-F8EF-09FE-CD18-564DB393900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470778" y="1605236"/>
                  <a:ext cx="1062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6FD5241-E4D5-04F1-6667-DDECAB0601C2}"/>
                    </a:ext>
                  </a:extLst>
                </p14:cNvPr>
                <p14:cNvContentPartPr/>
                <p14:nvPr/>
              </p14:nvContentPartPr>
              <p14:xfrm>
                <a:off x="8618378" y="1537916"/>
                <a:ext cx="52920" cy="231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6FD5241-E4D5-04F1-6667-DDECAB0601C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609738" y="1528916"/>
                  <a:ext cx="705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656EBF3-299D-18F1-39EF-E6A23ED5B615}"/>
                    </a:ext>
                  </a:extLst>
                </p14:cNvPr>
                <p14:cNvContentPartPr/>
                <p14:nvPr/>
              </p14:nvContentPartPr>
              <p14:xfrm>
                <a:off x="8706218" y="1576076"/>
                <a:ext cx="93960" cy="178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656EBF3-299D-18F1-39EF-E6A23ED5B61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697218" y="1567076"/>
                  <a:ext cx="1116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94ED0A9-F542-0A41-E51D-595E83370474}"/>
                    </a:ext>
                  </a:extLst>
                </p14:cNvPr>
                <p14:cNvContentPartPr/>
                <p14:nvPr/>
              </p14:nvContentPartPr>
              <p14:xfrm>
                <a:off x="8751938" y="1677596"/>
                <a:ext cx="100440" cy="234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94ED0A9-F542-0A41-E51D-595E8337047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742938" y="1668956"/>
                  <a:ext cx="1180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C264AA9-05AC-3106-B4F7-EC874F5A919C}"/>
                    </a:ext>
                  </a:extLst>
                </p14:cNvPr>
                <p14:cNvContentPartPr/>
                <p14:nvPr/>
              </p14:nvContentPartPr>
              <p14:xfrm>
                <a:off x="8832578" y="1524956"/>
                <a:ext cx="97560" cy="298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C264AA9-05AC-3106-B4F7-EC874F5A919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823578" y="1515956"/>
                  <a:ext cx="115200" cy="31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4B74CFD-794E-4693-04C1-E054B0C18BCD}"/>
              </a:ext>
            </a:extLst>
          </p:cNvPr>
          <p:cNvGrpSpPr/>
          <p:nvPr/>
        </p:nvGrpSpPr>
        <p:grpSpPr>
          <a:xfrm>
            <a:off x="2562458" y="3327836"/>
            <a:ext cx="537840" cy="265680"/>
            <a:chOff x="2562458" y="3327836"/>
            <a:chExt cx="537840" cy="26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DC252FD-49F0-1F96-3B52-9C347DC79F56}"/>
                    </a:ext>
                  </a:extLst>
                </p14:cNvPr>
                <p14:cNvContentPartPr/>
                <p14:nvPr/>
              </p14:nvContentPartPr>
              <p14:xfrm>
                <a:off x="2562458" y="3368156"/>
                <a:ext cx="74160" cy="211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DC252FD-49F0-1F96-3B52-9C347DC79F5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553818" y="3359516"/>
                  <a:ext cx="918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4E7E8BE-6B78-2B9B-896A-DCD36EA7150D}"/>
                    </a:ext>
                  </a:extLst>
                </p14:cNvPr>
                <p14:cNvContentPartPr/>
                <p14:nvPr/>
              </p14:nvContentPartPr>
              <p14:xfrm>
                <a:off x="2724458" y="3397316"/>
                <a:ext cx="70200" cy="155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4E7E8BE-6B78-2B9B-896A-DCD36EA7150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715818" y="3388676"/>
                  <a:ext cx="878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90D3AC7-2DBA-B329-3D6B-6B7804A264F9}"/>
                    </a:ext>
                  </a:extLst>
                </p14:cNvPr>
                <p14:cNvContentPartPr/>
                <p14:nvPr/>
              </p14:nvContentPartPr>
              <p14:xfrm>
                <a:off x="2836418" y="3363836"/>
                <a:ext cx="136800" cy="1630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90D3AC7-2DBA-B329-3D6B-6B7804A264F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827778" y="3355196"/>
                  <a:ext cx="1544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BCD4CB8-F482-89C3-3711-3044304464AE}"/>
                    </a:ext>
                  </a:extLst>
                </p14:cNvPr>
                <p14:cNvContentPartPr/>
                <p14:nvPr/>
              </p14:nvContentPartPr>
              <p14:xfrm>
                <a:off x="2904458" y="3432596"/>
                <a:ext cx="101160" cy="34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BCD4CB8-F482-89C3-3711-3044304464A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895458" y="3423956"/>
                  <a:ext cx="1188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C7E7B99-CA15-53E5-F2CD-D93BE704BC17}"/>
                    </a:ext>
                  </a:extLst>
                </p14:cNvPr>
                <p14:cNvContentPartPr/>
                <p14:nvPr/>
              </p14:nvContentPartPr>
              <p14:xfrm>
                <a:off x="3039098" y="3327836"/>
                <a:ext cx="61200" cy="265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C7E7B99-CA15-53E5-F2CD-D93BE704BC1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030458" y="3319196"/>
                  <a:ext cx="788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8407DBA-9185-3FCD-C078-6803CF0F87AD}"/>
                    </a:ext>
                  </a:extLst>
                </p14:cNvPr>
                <p14:cNvContentPartPr/>
                <p14:nvPr/>
              </p14:nvContentPartPr>
              <p14:xfrm>
                <a:off x="2856218" y="3466796"/>
                <a:ext cx="112320" cy="61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8407DBA-9185-3FCD-C078-6803CF0F87A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847218" y="3458156"/>
                  <a:ext cx="129960" cy="2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255AEBD2-4079-6F6C-BCE5-B0FC2694A507}"/>
                  </a:ext>
                </a:extLst>
              </p14:cNvPr>
              <p14:cNvContentPartPr/>
              <p14:nvPr/>
            </p14:nvContentPartPr>
            <p14:xfrm>
              <a:off x="2683418" y="3672716"/>
              <a:ext cx="279720" cy="201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255AEBD2-4079-6F6C-BCE5-B0FC2694A507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2674418" y="3664076"/>
                <a:ext cx="2973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E36DFC15-F2E4-9C4D-0EB4-D17F7BE3AAD0}"/>
                  </a:ext>
                </a:extLst>
              </p14:cNvPr>
              <p14:cNvContentPartPr/>
              <p14:nvPr/>
            </p14:nvContentPartPr>
            <p14:xfrm>
              <a:off x="5308538" y="3801236"/>
              <a:ext cx="181800" cy="2484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E36DFC15-F2E4-9C4D-0EB4-D17F7BE3AAD0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5299898" y="3792596"/>
                <a:ext cx="199440" cy="4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4A1610D8-F64A-B420-6AD3-E11AB73F50D2}"/>
              </a:ext>
            </a:extLst>
          </p:cNvPr>
          <p:cNvGrpSpPr/>
          <p:nvPr/>
        </p:nvGrpSpPr>
        <p:grpSpPr>
          <a:xfrm>
            <a:off x="2124698" y="3904196"/>
            <a:ext cx="1176120" cy="325440"/>
            <a:chOff x="2124698" y="3904196"/>
            <a:chExt cx="117612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5D2B7B2-19EA-A7B2-9683-C1DB80A9E204}"/>
                    </a:ext>
                  </a:extLst>
                </p14:cNvPr>
                <p14:cNvContentPartPr/>
                <p14:nvPr/>
              </p14:nvContentPartPr>
              <p14:xfrm>
                <a:off x="2124698" y="3947036"/>
                <a:ext cx="103680" cy="2826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5D2B7B2-19EA-A7B2-9683-C1DB80A9E20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116058" y="3938036"/>
                  <a:ext cx="1213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8C6711D-D8B2-7E4F-6EA2-5929C1676496}"/>
                    </a:ext>
                  </a:extLst>
                </p14:cNvPr>
                <p14:cNvContentPartPr/>
                <p14:nvPr/>
              </p14:nvContentPartPr>
              <p14:xfrm>
                <a:off x="2327018" y="3958196"/>
                <a:ext cx="144360" cy="2167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8C6711D-D8B2-7E4F-6EA2-5929C167649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318378" y="3949196"/>
                  <a:ext cx="1620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F1F63C1-3F97-90D8-718E-DD1A4C6368D2}"/>
                    </a:ext>
                  </a:extLst>
                </p14:cNvPr>
                <p14:cNvContentPartPr/>
                <p14:nvPr/>
              </p14:nvContentPartPr>
              <p14:xfrm>
                <a:off x="2462738" y="4015076"/>
                <a:ext cx="152640" cy="1598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F1F63C1-3F97-90D8-718E-DD1A4C6368D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454098" y="4006076"/>
                  <a:ext cx="1702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E16D38B-4183-A81F-8AE3-A0DB3125A306}"/>
                    </a:ext>
                  </a:extLst>
                </p14:cNvPr>
                <p14:cNvContentPartPr/>
                <p14:nvPr/>
              </p14:nvContentPartPr>
              <p14:xfrm>
                <a:off x="2677298" y="3986996"/>
                <a:ext cx="16200" cy="2311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E16D38B-4183-A81F-8AE3-A0DB3125A30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668658" y="3977996"/>
                  <a:ext cx="338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5E44942-C493-109A-2502-ADA9A56E36E9}"/>
                    </a:ext>
                  </a:extLst>
                </p14:cNvPr>
                <p14:cNvContentPartPr/>
                <p14:nvPr/>
              </p14:nvContentPartPr>
              <p14:xfrm>
                <a:off x="2764418" y="3968276"/>
                <a:ext cx="108360" cy="2170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5E44942-C493-109A-2502-ADA9A56E36E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755418" y="3959636"/>
                  <a:ext cx="1260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C108875-D0B2-CDB5-9F05-97C6761AA45F}"/>
                    </a:ext>
                  </a:extLst>
                </p14:cNvPr>
                <p14:cNvContentPartPr/>
                <p14:nvPr/>
              </p14:nvContentPartPr>
              <p14:xfrm>
                <a:off x="2789978" y="4051796"/>
                <a:ext cx="114480" cy="561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C108875-D0B2-CDB5-9F05-97C6761AA45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781338" y="4042796"/>
                  <a:ext cx="1321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4DC9C73-8166-C1CA-2CAE-54177D5FEA5E}"/>
                    </a:ext>
                  </a:extLst>
                </p14:cNvPr>
                <p14:cNvContentPartPr/>
                <p14:nvPr/>
              </p14:nvContentPartPr>
              <p14:xfrm>
                <a:off x="2996258" y="3904196"/>
                <a:ext cx="280080" cy="3232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4DC9C73-8166-C1CA-2CAE-54177D5FEA5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987618" y="3895196"/>
                  <a:ext cx="29772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12E178F-AFBA-DF0B-C6BB-7F2165D393F5}"/>
                    </a:ext>
                  </a:extLst>
                </p14:cNvPr>
                <p14:cNvContentPartPr/>
                <p14:nvPr/>
              </p14:nvContentPartPr>
              <p14:xfrm>
                <a:off x="3221978" y="4128836"/>
                <a:ext cx="78840" cy="280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12E178F-AFBA-DF0B-C6BB-7F2165D393F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213338" y="4119836"/>
                  <a:ext cx="9648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5602E6F-4158-06AB-FFEE-976921310B37}"/>
              </a:ext>
            </a:extLst>
          </p:cNvPr>
          <p:cNvGrpSpPr/>
          <p:nvPr/>
        </p:nvGrpSpPr>
        <p:grpSpPr>
          <a:xfrm>
            <a:off x="3926138" y="3886916"/>
            <a:ext cx="2241720" cy="859680"/>
            <a:chOff x="3926138" y="3886916"/>
            <a:chExt cx="2241720" cy="85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5F6E9C7-6877-6377-F0B2-A630885B2734}"/>
                    </a:ext>
                  </a:extLst>
                </p14:cNvPr>
                <p14:cNvContentPartPr/>
                <p14:nvPr/>
              </p14:nvContentPartPr>
              <p14:xfrm>
                <a:off x="3988058" y="3948116"/>
                <a:ext cx="95760" cy="2566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5F6E9C7-6877-6377-F0B2-A630885B273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979058" y="3939476"/>
                  <a:ext cx="1134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D90BAAB-C86C-C13B-E00C-36E2BB6FBD54}"/>
                    </a:ext>
                  </a:extLst>
                </p14:cNvPr>
                <p14:cNvContentPartPr/>
                <p14:nvPr/>
              </p14:nvContentPartPr>
              <p14:xfrm>
                <a:off x="4150778" y="4013276"/>
                <a:ext cx="128160" cy="182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D90BAAB-C86C-C13B-E00C-36E2BB6FBD5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141778" y="4004276"/>
                  <a:ext cx="1458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E2C9103-F1EC-0FFA-0CD5-74D0575372E5}"/>
                    </a:ext>
                  </a:extLst>
                </p14:cNvPr>
                <p14:cNvContentPartPr/>
                <p14:nvPr/>
              </p14:nvContentPartPr>
              <p14:xfrm>
                <a:off x="4283618" y="4001756"/>
                <a:ext cx="120240" cy="235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E2C9103-F1EC-0FFA-0CD5-74D0575372E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274618" y="3993116"/>
                  <a:ext cx="1378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0B32F4D-DF50-A02B-6F26-3D9A48E0B153}"/>
                    </a:ext>
                  </a:extLst>
                </p14:cNvPr>
                <p14:cNvContentPartPr/>
                <p14:nvPr/>
              </p14:nvContentPartPr>
              <p14:xfrm>
                <a:off x="4314218" y="4125596"/>
                <a:ext cx="136800" cy="331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0B32F4D-DF50-A02B-6F26-3D9A48E0B15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305578" y="4116596"/>
                  <a:ext cx="1544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ABE0E84-BBF1-8A33-C6FB-95E70F617876}"/>
                    </a:ext>
                  </a:extLst>
                </p14:cNvPr>
                <p14:cNvContentPartPr/>
                <p14:nvPr/>
              </p14:nvContentPartPr>
              <p14:xfrm>
                <a:off x="4537778" y="3960356"/>
                <a:ext cx="12960" cy="2725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ABE0E84-BBF1-8A33-C6FB-95E70F61787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529138" y="3951716"/>
                  <a:ext cx="306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F6E6EA6-2D23-D32C-4AB1-D388B07312A3}"/>
                    </a:ext>
                  </a:extLst>
                </p14:cNvPr>
                <p14:cNvContentPartPr/>
                <p14:nvPr/>
              </p14:nvContentPartPr>
              <p14:xfrm>
                <a:off x="4598978" y="3987716"/>
                <a:ext cx="216360" cy="2736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F6E6EA6-2D23-D32C-4AB1-D388B07312A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590338" y="3979076"/>
                  <a:ext cx="2340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4DFE3D3-048F-A459-665A-8B69C1C21985}"/>
                    </a:ext>
                  </a:extLst>
                </p14:cNvPr>
                <p14:cNvContentPartPr/>
                <p14:nvPr/>
              </p14:nvContentPartPr>
              <p14:xfrm>
                <a:off x="5015138" y="4227116"/>
                <a:ext cx="9720" cy="144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4DFE3D3-048F-A459-665A-8B69C1C2198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006498" y="4218116"/>
                  <a:ext cx="273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80C73D1-CECF-12B2-DC21-A1902212E9AB}"/>
                    </a:ext>
                  </a:extLst>
                </p14:cNvPr>
                <p14:cNvContentPartPr/>
                <p14:nvPr/>
              </p14:nvContentPartPr>
              <p14:xfrm>
                <a:off x="5291618" y="3996716"/>
                <a:ext cx="112680" cy="2358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80C73D1-CECF-12B2-DC21-A1902212E9A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282618" y="3987716"/>
                  <a:ext cx="1303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5DD4DC6-F7A8-8F30-F952-9DC12B1C82A6}"/>
                    </a:ext>
                  </a:extLst>
                </p14:cNvPr>
                <p14:cNvContentPartPr/>
                <p14:nvPr/>
              </p14:nvContentPartPr>
              <p14:xfrm>
                <a:off x="5465138" y="3997076"/>
                <a:ext cx="147600" cy="2397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5DD4DC6-F7A8-8F30-F952-9DC12B1C82A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456138" y="3988436"/>
                  <a:ext cx="1652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552B1C2-96D4-06D4-4F54-FF5F22958E67}"/>
                    </a:ext>
                  </a:extLst>
                </p14:cNvPr>
                <p14:cNvContentPartPr/>
                <p14:nvPr/>
              </p14:nvContentPartPr>
              <p14:xfrm>
                <a:off x="5653418" y="3996356"/>
                <a:ext cx="252720" cy="2534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552B1C2-96D4-06D4-4F54-FF5F22958E6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644778" y="3987356"/>
                  <a:ext cx="2703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B45EDEB-A800-8CD1-0FB2-EA7B5893C667}"/>
                    </a:ext>
                  </a:extLst>
                </p14:cNvPr>
                <p14:cNvContentPartPr/>
                <p14:nvPr/>
              </p14:nvContentPartPr>
              <p14:xfrm>
                <a:off x="3926138" y="4383356"/>
                <a:ext cx="1749600" cy="464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B45EDEB-A800-8CD1-0FB2-EA7B5893C66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917498" y="4374356"/>
                  <a:ext cx="17672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41A10AD-8BE2-499E-A44C-89B400D0BE07}"/>
                    </a:ext>
                  </a:extLst>
                </p14:cNvPr>
                <p14:cNvContentPartPr/>
                <p14:nvPr/>
              </p14:nvContentPartPr>
              <p14:xfrm>
                <a:off x="4749098" y="4449236"/>
                <a:ext cx="118080" cy="2973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41A10AD-8BE2-499E-A44C-89B400D0BE0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740458" y="4440236"/>
                  <a:ext cx="13572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5074B9D-3E47-18C7-905E-382351A9367E}"/>
                    </a:ext>
                  </a:extLst>
                </p14:cNvPr>
                <p14:cNvContentPartPr/>
                <p14:nvPr/>
              </p14:nvContentPartPr>
              <p14:xfrm>
                <a:off x="4932338" y="4524836"/>
                <a:ext cx="100440" cy="2019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5074B9D-3E47-18C7-905E-382351A9367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923698" y="4516196"/>
                  <a:ext cx="1180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9A6CB8D-7444-275A-A9E0-AD1E6EB3B20C}"/>
                    </a:ext>
                  </a:extLst>
                </p14:cNvPr>
                <p14:cNvContentPartPr/>
                <p14:nvPr/>
              </p14:nvContentPartPr>
              <p14:xfrm>
                <a:off x="5078858" y="4541396"/>
                <a:ext cx="106200" cy="1753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9A6CB8D-7444-275A-A9E0-AD1E6EB3B20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069858" y="4532396"/>
                  <a:ext cx="123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9B3952A-B374-F6E4-86A5-1335AE8E4CB9}"/>
                    </a:ext>
                  </a:extLst>
                </p14:cNvPr>
                <p14:cNvContentPartPr/>
                <p14:nvPr/>
              </p14:nvContentPartPr>
              <p14:xfrm>
                <a:off x="5110178" y="4492076"/>
                <a:ext cx="223200" cy="2541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9B3952A-B374-F6E4-86A5-1335AE8E4CB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101538" y="4483436"/>
                  <a:ext cx="24084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F204D15-9FA7-2F42-9E98-E2825D2D8189}"/>
                    </a:ext>
                  </a:extLst>
                </p14:cNvPr>
                <p14:cNvContentPartPr/>
                <p14:nvPr/>
              </p14:nvContentPartPr>
              <p14:xfrm>
                <a:off x="5621378" y="4393436"/>
                <a:ext cx="283320" cy="259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F204D15-9FA7-2F42-9E98-E2825D2D818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612738" y="4384436"/>
                  <a:ext cx="3009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16859BE-1428-E420-016E-E2C77CD5E857}"/>
                    </a:ext>
                  </a:extLst>
                </p14:cNvPr>
                <p14:cNvContentPartPr/>
                <p14:nvPr/>
              </p14:nvContentPartPr>
              <p14:xfrm>
                <a:off x="6006218" y="3886916"/>
                <a:ext cx="161640" cy="8542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16859BE-1428-E420-016E-E2C77CD5E85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997218" y="3878276"/>
                  <a:ext cx="179280" cy="87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372E880C-AE58-CBFB-25A1-DC0AAE7F1330}"/>
                  </a:ext>
                </a:extLst>
              </p14:cNvPr>
              <p14:cNvContentPartPr/>
              <p14:nvPr/>
            </p14:nvContentPartPr>
            <p14:xfrm>
              <a:off x="1938578" y="3779276"/>
              <a:ext cx="4229640" cy="112032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372E880C-AE58-CBFB-25A1-DC0AAE7F1330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1929578" y="3770636"/>
                <a:ext cx="4247280" cy="11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49CEA18B-9661-4D49-8E57-88613B4ED88D}"/>
                  </a:ext>
                </a:extLst>
              </p14:cNvPr>
              <p14:cNvContentPartPr/>
              <p14:nvPr/>
            </p14:nvContentPartPr>
            <p14:xfrm>
              <a:off x="6344618" y="4248356"/>
              <a:ext cx="292680" cy="20124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49CEA18B-9661-4D49-8E57-88613B4ED88D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6335618" y="4239356"/>
                <a:ext cx="31032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192E71B8-3C83-9390-1C05-FC743F352840}"/>
                  </a:ext>
                </a:extLst>
              </p14:cNvPr>
              <p14:cNvContentPartPr/>
              <p14:nvPr/>
            </p14:nvContentPartPr>
            <p14:xfrm>
              <a:off x="6823418" y="4105076"/>
              <a:ext cx="88560" cy="24804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192E71B8-3C83-9390-1C05-FC743F352840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6814778" y="4096436"/>
                <a:ext cx="10620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E632E295-91C7-68F9-24ED-B3517A6B578D}"/>
                  </a:ext>
                </a:extLst>
              </p14:cNvPr>
              <p14:cNvContentPartPr/>
              <p14:nvPr/>
            </p14:nvContentPartPr>
            <p14:xfrm>
              <a:off x="6955178" y="4216316"/>
              <a:ext cx="511200" cy="39096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E632E295-91C7-68F9-24ED-B3517A6B578D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6946178" y="4207316"/>
                <a:ext cx="528840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AC97107B-F1E1-B9BA-1D8D-BA1D17FC6C12}"/>
                  </a:ext>
                </a:extLst>
              </p14:cNvPr>
              <p14:cNvContentPartPr/>
              <p14:nvPr/>
            </p14:nvContentPartPr>
            <p14:xfrm>
              <a:off x="7750778" y="4118036"/>
              <a:ext cx="142920" cy="20016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AC97107B-F1E1-B9BA-1D8D-BA1D17FC6C12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742138" y="4109036"/>
                <a:ext cx="16056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5115DBC2-DF94-83BA-BF95-BE0F48EEA918}"/>
                  </a:ext>
                </a:extLst>
              </p14:cNvPr>
              <p14:cNvContentPartPr/>
              <p14:nvPr/>
            </p14:nvContentPartPr>
            <p14:xfrm>
              <a:off x="7880018" y="4200116"/>
              <a:ext cx="109440" cy="12564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5115DBC2-DF94-83BA-BF95-BE0F48EEA918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7871378" y="4191116"/>
                <a:ext cx="12708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5539A879-5930-55CB-3214-6DF54D1984AD}"/>
                  </a:ext>
                </a:extLst>
              </p14:cNvPr>
              <p14:cNvContentPartPr/>
              <p14:nvPr/>
            </p14:nvContentPartPr>
            <p14:xfrm>
              <a:off x="8022938" y="4256636"/>
              <a:ext cx="572400" cy="14724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5539A879-5930-55CB-3214-6DF54D1984AD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8013938" y="4247996"/>
                <a:ext cx="590040" cy="16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6410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51435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865179"/>
            <a:ext cx="2400300" cy="334587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100" b="1">
                <a:solidFill>
                  <a:srgbClr val="FFFFFF"/>
                </a:solidFill>
                <a:latin typeface="Cambria" pitchFamily="18" charset="0"/>
                <a:cs typeface="Times New Roman" pitchFamily="18" charset="0"/>
              </a:rPr>
              <a:t>Bayes Theorem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335481" y="443508"/>
                <a:ext cx="5179868" cy="4189214"/>
              </a:xfrm>
            </p:spPr>
            <p:txBody>
              <a:bodyPr anchor="ctr">
                <a:norm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altLang="zh-CN" sz="2200" dirty="0">
                    <a:latin typeface="Cambria" pitchFamily="18" charset="0"/>
                    <a:ea typeface="+mj-ea"/>
                    <a:cs typeface="Times New Roman" pitchFamily="18" charset="0"/>
                  </a:rPr>
                  <a:t>Bayes Rule: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altLang="zh-CN" sz="2000" b="0" i="0" smtClean="0">
                        <a:latin typeface="Cambria Math"/>
                        <a:ea typeface="+mj-ea"/>
                        <a:cs typeface="Times New Roman" pitchFamily="18" charset="0"/>
                      </a:rPr>
                      <m:t>P</m:t>
                    </m:r>
                    <m:d>
                      <m:dPr>
                        <m:ctrlPr>
                          <a:rPr lang="en-IN" altLang="zh-CN" sz="20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altLang="zh-CN" sz="2000" b="0" i="0" smtClean="0">
                            <a:latin typeface="Cambria Math"/>
                            <a:ea typeface="+mj-ea"/>
                            <a:cs typeface="Times New Roman" pitchFamily="18" charset="0"/>
                          </a:rPr>
                          <m:t>C</m:t>
                        </m:r>
                      </m:e>
                      <m:e>
                        <m:r>
                          <a:rPr lang="en-IN" altLang="zh-CN" sz="2000" b="0" i="1" smtClean="0">
                            <a:latin typeface="Cambria Math"/>
                            <a:ea typeface="+mj-ea"/>
                            <a:cs typeface="Times New Roman" pitchFamily="18" charset="0"/>
                          </a:rPr>
                          <m:t>𝐴</m:t>
                        </m:r>
                      </m:e>
                    </m:d>
                    <m:r>
                      <a:rPr lang="en-IN" altLang="zh-CN" sz="2000" b="0" i="1" smtClean="0">
                        <a:latin typeface="Cambria Math"/>
                        <a:ea typeface="+mj-ea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IN" altLang="zh-CN" sz="2000" b="0" i="1" smtClean="0">
                            <a:latin typeface="Cambria Math"/>
                            <a:ea typeface="+mj-ea"/>
                            <a:cs typeface="Times New Roman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altLang="zh-CN" sz="2000" b="0" i="1" smtClean="0">
                                <a:latin typeface="Cambria Math" panose="02040503050406030204" pitchFamily="18" charset="0"/>
                                <a:ea typeface="+mj-ea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IN" altLang="zh-CN" sz="2000" b="0" i="1" smtClean="0">
                                <a:latin typeface="Cambria Math"/>
                                <a:ea typeface="+mj-ea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e>
                            <m:r>
                              <a:rPr lang="en-IN" altLang="zh-CN" sz="2000" b="0" i="1" smtClean="0">
                                <a:latin typeface="Cambria Math"/>
                                <a:ea typeface="+mj-ea"/>
                                <a:cs typeface="Times New Roman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IN" altLang="zh-CN" sz="2000" b="0" i="1" smtClean="0">
                            <a:latin typeface="Cambria Math"/>
                            <a:ea typeface="+mj-ea"/>
                            <a:cs typeface="Times New Roman" pitchFamily="18" charset="0"/>
                          </a:rPr>
                          <m:t>.</m:t>
                        </m:r>
                        <m:r>
                          <a:rPr lang="en-IN" altLang="zh-CN" sz="2000" b="0" i="1" smtClean="0">
                            <a:latin typeface="Cambria Math"/>
                            <a:ea typeface="+mj-ea"/>
                            <a:cs typeface="Times New Roman" pitchFamily="18" charset="0"/>
                          </a:rPr>
                          <m:t>𝑃</m:t>
                        </m:r>
                        <m:r>
                          <a:rPr lang="en-IN" altLang="zh-CN" sz="2000" b="0" i="1" smtClean="0">
                            <a:latin typeface="Cambria Math"/>
                            <a:ea typeface="+mj-ea"/>
                            <a:cs typeface="Times New Roman" pitchFamily="18" charset="0"/>
                          </a:rPr>
                          <m:t>(</m:t>
                        </m:r>
                        <m:r>
                          <a:rPr lang="en-IN" altLang="zh-CN" sz="2000" b="0" i="1" smtClean="0">
                            <a:latin typeface="Cambria Math"/>
                            <a:ea typeface="+mj-ea"/>
                            <a:cs typeface="Times New Roman" pitchFamily="18" charset="0"/>
                          </a:rPr>
                          <m:t>𝐶</m:t>
                        </m:r>
                        <m:r>
                          <a:rPr lang="en-IN" altLang="zh-CN" sz="2000" b="0" i="1" smtClean="0">
                            <a:latin typeface="Cambria Math"/>
                            <a:ea typeface="+mj-ea"/>
                            <a:cs typeface="Times New Roman" pitchFamily="18" charset="0"/>
                          </a:rPr>
                          <m:t>)</m:t>
                        </m:r>
                      </m:num>
                      <m:den>
                        <m:r>
                          <a:rPr lang="en-IN" altLang="zh-CN" sz="2000" b="0" i="1" smtClean="0">
                            <a:latin typeface="Cambria Math"/>
                            <a:ea typeface="+mj-ea"/>
                            <a:cs typeface="Times New Roman" pitchFamily="18" charset="0"/>
                          </a:rPr>
                          <m:t>𝑃</m:t>
                        </m:r>
                        <m:r>
                          <a:rPr lang="en-IN" altLang="zh-CN" sz="2000" b="0" i="1" smtClean="0">
                            <a:latin typeface="Cambria Math"/>
                            <a:ea typeface="+mj-ea"/>
                            <a:cs typeface="Times New Roman" pitchFamily="18" charset="0"/>
                          </a:rPr>
                          <m:t>(</m:t>
                        </m:r>
                        <m:r>
                          <a:rPr lang="en-IN" altLang="zh-CN" sz="2000" b="0" i="1" smtClean="0">
                            <a:latin typeface="Cambria Math"/>
                            <a:ea typeface="+mj-ea"/>
                            <a:cs typeface="Times New Roman" pitchFamily="18" charset="0"/>
                          </a:rPr>
                          <m:t>𝐴</m:t>
                        </m:r>
                        <m:r>
                          <a:rPr lang="en-IN" altLang="zh-CN" sz="2000" b="0" i="1" smtClean="0">
                            <a:latin typeface="Cambria Math"/>
                            <a:ea typeface="+mj-ea"/>
                            <a:cs typeface="Times New Roman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sz="2000" dirty="0">
                  <a:latin typeface="Cambria" pitchFamily="18" charset="0"/>
                  <a:ea typeface="+mj-ea"/>
                  <a:cs typeface="Times New Roman" pitchFamily="18" charset="0"/>
                </a:endParaRPr>
              </a:p>
              <a:p>
                <a:pPr marL="0" indent="0">
                  <a:lnSpc>
                    <a:spcPct val="90000"/>
                  </a:lnSpc>
                  <a:spcAft>
                    <a:spcPts val="600"/>
                  </a:spcAft>
                  <a:buNone/>
                </a:pPr>
                <a:r>
                  <a:rPr lang="en-US" altLang="zh-CN" sz="2200" dirty="0">
                    <a:latin typeface="Cambria" pitchFamily="18" charset="0"/>
                    <a:ea typeface="+mj-ea"/>
                    <a:cs typeface="Times New Roman" pitchFamily="18" charset="0"/>
                  </a:rPr>
                  <a:t>here, </a:t>
                </a:r>
              </a:p>
              <a:p>
                <a:pPr marL="0" indent="0">
                  <a:lnSpc>
                    <a:spcPct val="90000"/>
                  </a:lnSpc>
                  <a:spcAft>
                    <a:spcPts val="600"/>
                  </a:spcAft>
                  <a:buNone/>
                </a:pPr>
                <a:r>
                  <a:rPr lang="en-US" altLang="zh-CN" sz="2200" dirty="0">
                    <a:latin typeface="Cambria" pitchFamily="18" charset="0"/>
                    <a:ea typeface="+mj-ea"/>
                    <a:cs typeface="Times New Roman" pitchFamily="18" charset="0"/>
                  </a:rPr>
                  <a:t>P(C) and P(A): independent probability (prior probability).</a:t>
                </a:r>
              </a:p>
              <a:p>
                <a:pPr marL="0" indent="0">
                  <a:lnSpc>
                    <a:spcPct val="90000"/>
                  </a:lnSpc>
                  <a:spcAft>
                    <a:spcPts val="600"/>
                  </a:spcAft>
                  <a:buNone/>
                </a:pPr>
                <a:r>
                  <a:rPr lang="en-US" altLang="zh-CN" sz="2200" dirty="0">
                    <a:latin typeface="Cambria" pitchFamily="18" charset="0"/>
                    <a:ea typeface="+mj-ea"/>
                    <a:cs typeface="Times New Roman" pitchFamily="18" charset="0"/>
                  </a:rPr>
                  <a:t>P(A|C): conditional probability of A given C (likelihood).</a:t>
                </a:r>
              </a:p>
              <a:p>
                <a:pPr marL="0" indent="0">
                  <a:lnSpc>
                    <a:spcPct val="90000"/>
                  </a:lnSpc>
                  <a:spcAft>
                    <a:spcPts val="600"/>
                  </a:spcAft>
                  <a:buNone/>
                </a:pPr>
                <a:r>
                  <a:rPr lang="en-US" altLang="zh-CN" sz="2200" dirty="0">
                    <a:latin typeface="Cambria" pitchFamily="18" charset="0"/>
                    <a:ea typeface="+mj-ea"/>
                    <a:cs typeface="Times New Roman" pitchFamily="18" charset="0"/>
                  </a:rPr>
                  <a:t>P(C|A): conditional probability of C given A (posterior probability).</a:t>
                </a:r>
              </a:p>
              <a:p>
                <a:pPr marL="0" indent="0">
                  <a:lnSpc>
                    <a:spcPct val="90000"/>
                  </a:lnSpc>
                  <a:spcAft>
                    <a:spcPts val="600"/>
                  </a:spcAft>
                  <a:buNone/>
                </a:pPr>
                <a:r>
                  <a:rPr lang="en-US" altLang="zh-CN" sz="2200" dirty="0">
                    <a:latin typeface="Cambria" pitchFamily="18" charset="0"/>
                    <a:ea typeface="+mj-ea"/>
                    <a:cs typeface="Times New Roman" pitchFamily="18" charset="0"/>
                  </a:rPr>
                  <a:t> </a:t>
                </a:r>
              </a:p>
              <a:p>
                <a:pPr marL="0" indent="0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en-US" altLang="en-US" sz="2200" dirty="0">
                  <a:latin typeface="Cambria" pitchFamily="18" charset="0"/>
                  <a:ea typeface="+mj-ea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35481" y="443508"/>
                <a:ext cx="5179868" cy="4189214"/>
              </a:xfrm>
              <a:blipFill>
                <a:blip r:embed="rId2"/>
                <a:stretch>
                  <a:fillRect l="-1529" r="-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4345D7F-8EAF-2D2B-B644-5F351B4D61AA}"/>
                  </a:ext>
                </a:extLst>
              </p14:cNvPr>
              <p14:cNvContentPartPr/>
              <p14:nvPr/>
            </p14:nvContentPartPr>
            <p14:xfrm>
              <a:off x="5990738" y="1894676"/>
              <a:ext cx="292680" cy="11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4345D7F-8EAF-2D2B-B644-5F351B4D61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82098" y="1886036"/>
                <a:ext cx="31032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B2C0E9A-C344-F9B3-2228-07AAD5B94E71}"/>
                  </a:ext>
                </a:extLst>
              </p14:cNvPr>
              <p14:cNvContentPartPr/>
              <p14:nvPr/>
            </p14:nvContentPartPr>
            <p14:xfrm>
              <a:off x="7068218" y="1945076"/>
              <a:ext cx="183960" cy="6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B2C0E9A-C344-F9B3-2228-07AAD5B94E7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59218" y="1936436"/>
                <a:ext cx="2016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911CF9C-9A43-D2FC-D349-769CF14F91F0}"/>
                  </a:ext>
                </a:extLst>
              </p14:cNvPr>
              <p14:cNvContentPartPr/>
              <p14:nvPr/>
            </p14:nvContentPartPr>
            <p14:xfrm>
              <a:off x="3711938" y="1839956"/>
              <a:ext cx="214200" cy="24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911CF9C-9A43-D2FC-D349-769CF14F91F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03298" y="1831316"/>
                <a:ext cx="2318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70463E-F36A-5E0C-FBD0-7820367D9281}"/>
                  </a:ext>
                </a:extLst>
              </p14:cNvPr>
              <p14:cNvContentPartPr/>
              <p14:nvPr/>
            </p14:nvContentPartPr>
            <p14:xfrm>
              <a:off x="4701218" y="1891436"/>
              <a:ext cx="158040" cy="9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70463E-F36A-5E0C-FBD0-7820367D928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92218" y="1882436"/>
                <a:ext cx="17568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8C20BB7-9A64-90B6-9597-7EEF7B3E9CFF}"/>
                  </a:ext>
                </a:extLst>
              </p14:cNvPr>
              <p14:cNvContentPartPr/>
              <p14:nvPr/>
            </p14:nvContentPartPr>
            <p14:xfrm>
              <a:off x="3724178" y="2242796"/>
              <a:ext cx="609840" cy="36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8C20BB7-9A64-90B6-9597-7EEF7B3E9CF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15178" y="2233796"/>
                <a:ext cx="62748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208D8D0-0202-F1A3-FA87-934E1B49D7BB}"/>
                  </a:ext>
                </a:extLst>
              </p14:cNvPr>
              <p14:cNvContentPartPr/>
              <p14:nvPr/>
            </p14:nvContentPartPr>
            <p14:xfrm>
              <a:off x="3542378" y="2609996"/>
              <a:ext cx="714240" cy="27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208D8D0-0202-F1A3-FA87-934E1B49D7B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533378" y="2600996"/>
                <a:ext cx="73188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29E4A03A-4529-0211-347C-F65EB6E58CF0}"/>
              </a:ext>
            </a:extLst>
          </p:cNvPr>
          <p:cNvGrpSpPr/>
          <p:nvPr/>
        </p:nvGrpSpPr>
        <p:grpSpPr>
          <a:xfrm>
            <a:off x="5134658" y="2658236"/>
            <a:ext cx="1450800" cy="338760"/>
            <a:chOff x="5134658" y="2658236"/>
            <a:chExt cx="1450800" cy="33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B029CAE-9740-B0F3-7C12-5FBB672ADE1F}"/>
                    </a:ext>
                  </a:extLst>
                </p14:cNvPr>
                <p14:cNvContentPartPr/>
                <p14:nvPr/>
              </p14:nvContentPartPr>
              <p14:xfrm>
                <a:off x="5134658" y="2749316"/>
                <a:ext cx="214920" cy="79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B029CAE-9740-B0F3-7C12-5FBB672ADE1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125658" y="2740676"/>
                  <a:ext cx="2325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7EFD792-5E25-1D59-E134-0D3E74386183}"/>
                    </a:ext>
                  </a:extLst>
                </p14:cNvPr>
                <p14:cNvContentPartPr/>
                <p14:nvPr/>
              </p14:nvContentPartPr>
              <p14:xfrm>
                <a:off x="5472338" y="2658236"/>
                <a:ext cx="144720" cy="220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7EFD792-5E25-1D59-E134-0D3E7438618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463338" y="2649596"/>
                  <a:ext cx="1623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B3A9C02-3CA5-FAE8-7176-601AF97A483B}"/>
                    </a:ext>
                  </a:extLst>
                </p14:cNvPr>
                <p14:cNvContentPartPr/>
                <p14:nvPr/>
              </p14:nvContentPartPr>
              <p14:xfrm>
                <a:off x="5635778" y="2698556"/>
                <a:ext cx="87480" cy="171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B3A9C02-3CA5-FAE8-7176-601AF97A483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626778" y="2689916"/>
                  <a:ext cx="105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06B4158-9EF4-A728-718E-7A23CD37B746}"/>
                    </a:ext>
                  </a:extLst>
                </p14:cNvPr>
                <p14:cNvContentPartPr/>
                <p14:nvPr/>
              </p14:nvContentPartPr>
              <p14:xfrm>
                <a:off x="5727578" y="2714396"/>
                <a:ext cx="321840" cy="174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06B4158-9EF4-A728-718E-7A23CD37B74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718938" y="2705396"/>
                  <a:ext cx="3394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21D748F-C0F9-6449-6D2F-7E30B110FD43}"/>
                    </a:ext>
                  </a:extLst>
                </p14:cNvPr>
                <p14:cNvContentPartPr/>
                <p14:nvPr/>
              </p14:nvContentPartPr>
              <p14:xfrm>
                <a:off x="6030338" y="2723036"/>
                <a:ext cx="21240" cy="10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21D748F-C0F9-6449-6D2F-7E30B110FD4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021698" y="2714396"/>
                  <a:ext cx="38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1314878-30E3-99F6-673D-E8022BB89E1E}"/>
                    </a:ext>
                  </a:extLst>
                </p14:cNvPr>
                <p14:cNvContentPartPr/>
                <p14:nvPr/>
              </p14:nvContentPartPr>
              <p14:xfrm>
                <a:off x="6129698" y="2733836"/>
                <a:ext cx="334800" cy="151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1314878-30E3-99F6-673D-E8022BB89E1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120698" y="2725196"/>
                  <a:ext cx="3524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3F3C510-256C-047A-07E9-3EC8F08B74D4}"/>
                    </a:ext>
                  </a:extLst>
                </p14:cNvPr>
                <p14:cNvContentPartPr/>
                <p14:nvPr/>
              </p14:nvContentPartPr>
              <p14:xfrm>
                <a:off x="6507338" y="2735276"/>
                <a:ext cx="78120" cy="194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3F3C510-256C-047A-07E9-3EC8F08B74D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98338" y="2726636"/>
                  <a:ext cx="957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C35EA76-6177-85D4-349A-51B0730136B1}"/>
                    </a:ext>
                  </a:extLst>
                </p14:cNvPr>
                <p14:cNvContentPartPr/>
                <p14:nvPr/>
              </p14:nvContentPartPr>
              <p14:xfrm>
                <a:off x="5982818" y="2981156"/>
                <a:ext cx="473400" cy="15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C35EA76-6177-85D4-349A-51B0730136B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74178" y="2972516"/>
                  <a:ext cx="49104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6A9EEBB-BDF4-E2C9-21C3-CD05D67C442F}"/>
              </a:ext>
            </a:extLst>
          </p:cNvPr>
          <p:cNvGrpSpPr/>
          <p:nvPr/>
        </p:nvGrpSpPr>
        <p:grpSpPr>
          <a:xfrm>
            <a:off x="6536498" y="100076"/>
            <a:ext cx="1695960" cy="466560"/>
            <a:chOff x="6536498" y="100076"/>
            <a:chExt cx="1695960" cy="46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89A864A-66A3-D971-6587-6265079D0599}"/>
                    </a:ext>
                  </a:extLst>
                </p14:cNvPr>
                <p14:cNvContentPartPr/>
                <p14:nvPr/>
              </p14:nvContentPartPr>
              <p14:xfrm>
                <a:off x="6536498" y="408236"/>
                <a:ext cx="693000" cy="158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89A864A-66A3-D971-6587-6265079D059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527858" y="399236"/>
                  <a:ext cx="7106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A08EF28-C83D-CC8D-C7FE-CBD18E42C291}"/>
                    </a:ext>
                  </a:extLst>
                </p14:cNvPr>
                <p14:cNvContentPartPr/>
                <p14:nvPr/>
              </p14:nvContentPartPr>
              <p14:xfrm>
                <a:off x="6878138" y="143636"/>
                <a:ext cx="177840" cy="208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A08EF28-C83D-CC8D-C7FE-CBD18E42C29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869138" y="134636"/>
                  <a:ext cx="1954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E2F1DF2-47BC-A446-ED8E-45D47478C4BD}"/>
                    </a:ext>
                  </a:extLst>
                </p14:cNvPr>
                <p14:cNvContentPartPr/>
                <p14:nvPr/>
              </p14:nvContentPartPr>
              <p14:xfrm>
                <a:off x="7140578" y="100076"/>
                <a:ext cx="142920" cy="166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E2F1DF2-47BC-A446-ED8E-45D47478C4B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131578" y="91076"/>
                  <a:ext cx="1605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065D712-03CF-7B23-4DD7-2D878DD2CC95}"/>
                    </a:ext>
                  </a:extLst>
                </p14:cNvPr>
                <p14:cNvContentPartPr/>
                <p14:nvPr/>
              </p14:nvContentPartPr>
              <p14:xfrm>
                <a:off x="7307618" y="101876"/>
                <a:ext cx="14760" cy="31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065D712-03CF-7B23-4DD7-2D878DD2CC9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298618" y="92876"/>
                  <a:ext cx="324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4D62F9B-697B-7B58-1F8B-7F73C7950A68}"/>
                    </a:ext>
                  </a:extLst>
                </p14:cNvPr>
                <p14:cNvContentPartPr/>
                <p14:nvPr/>
              </p14:nvContentPartPr>
              <p14:xfrm>
                <a:off x="7372418" y="133916"/>
                <a:ext cx="11160" cy="154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4D62F9B-697B-7B58-1F8B-7F73C7950A6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363778" y="124916"/>
                  <a:ext cx="288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9D27FEB-D356-760F-12C8-76903C142604}"/>
                    </a:ext>
                  </a:extLst>
                </p14:cNvPr>
                <p14:cNvContentPartPr/>
                <p14:nvPr/>
              </p14:nvContentPartPr>
              <p14:xfrm>
                <a:off x="7393658" y="139676"/>
                <a:ext cx="265680" cy="136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9D27FEB-D356-760F-12C8-76903C14260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384658" y="131036"/>
                  <a:ext cx="2833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DF9C45C-3C3E-227D-6B6C-D71E10225135}"/>
                    </a:ext>
                  </a:extLst>
                </p14:cNvPr>
                <p14:cNvContentPartPr/>
                <p14:nvPr/>
              </p14:nvContentPartPr>
              <p14:xfrm>
                <a:off x="7667258" y="137156"/>
                <a:ext cx="9720" cy="24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DF9C45C-3C3E-227D-6B6C-D71E1022513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658618" y="128156"/>
                  <a:ext cx="273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36327EE-11C2-CE80-A804-B16B4661CABC}"/>
                    </a:ext>
                  </a:extLst>
                </p14:cNvPr>
                <p14:cNvContentPartPr/>
                <p14:nvPr/>
              </p14:nvContentPartPr>
              <p14:xfrm>
                <a:off x="7752218" y="175316"/>
                <a:ext cx="286200" cy="1256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36327EE-11C2-CE80-A804-B16B4661CAB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743578" y="166676"/>
                  <a:ext cx="3038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9164375-262B-B7AD-11C5-735293A328A6}"/>
                    </a:ext>
                  </a:extLst>
                </p14:cNvPr>
                <p14:cNvContentPartPr/>
                <p14:nvPr/>
              </p14:nvContentPartPr>
              <p14:xfrm>
                <a:off x="8101778" y="133916"/>
                <a:ext cx="130680" cy="217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9164375-262B-B7AD-11C5-735293A328A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093138" y="125276"/>
                  <a:ext cx="14832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0DE6C6A-E93D-2B96-0A72-6508CA5CDEE2}"/>
              </a:ext>
            </a:extLst>
          </p:cNvPr>
          <p:cNvGrpSpPr/>
          <p:nvPr/>
        </p:nvGrpSpPr>
        <p:grpSpPr>
          <a:xfrm>
            <a:off x="5180378" y="928796"/>
            <a:ext cx="1509480" cy="661680"/>
            <a:chOff x="5180378" y="928796"/>
            <a:chExt cx="1509480" cy="66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FB16875-6F42-DB78-3CE1-B533C28ED442}"/>
                    </a:ext>
                  </a:extLst>
                </p14:cNvPr>
                <p14:cNvContentPartPr/>
                <p14:nvPr/>
              </p14:nvContentPartPr>
              <p14:xfrm>
                <a:off x="5609858" y="928796"/>
                <a:ext cx="166680" cy="202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FB16875-6F42-DB78-3CE1-B533C28ED44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601218" y="920156"/>
                  <a:ext cx="1843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DA3BBC9-E74A-FE45-B909-D0500AFE9405}"/>
                    </a:ext>
                  </a:extLst>
                </p14:cNvPr>
                <p14:cNvContentPartPr/>
                <p14:nvPr/>
              </p14:nvContentPartPr>
              <p14:xfrm>
                <a:off x="5180378" y="1113476"/>
                <a:ext cx="94320" cy="263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DA3BBC9-E74A-FE45-B909-D0500AFE940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171738" y="1104476"/>
                  <a:ext cx="1119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F5E22F9-66E4-A4B2-E675-B63EB6F1C531}"/>
                    </a:ext>
                  </a:extLst>
                </p14:cNvPr>
                <p14:cNvContentPartPr/>
                <p14:nvPr/>
              </p14:nvContentPartPr>
              <p14:xfrm>
                <a:off x="5276138" y="1160636"/>
                <a:ext cx="431640" cy="193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F5E22F9-66E4-A4B2-E675-B63EB6F1C53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267498" y="1151996"/>
                  <a:ext cx="4492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C1154E1-FDEC-50FE-21A4-AF09A54A4F9E}"/>
                    </a:ext>
                  </a:extLst>
                </p14:cNvPr>
                <p14:cNvContentPartPr/>
                <p14:nvPr/>
              </p14:nvContentPartPr>
              <p14:xfrm>
                <a:off x="5739098" y="1229396"/>
                <a:ext cx="28800" cy="27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C1154E1-FDEC-50FE-21A4-AF09A54A4F9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730458" y="1220756"/>
                  <a:ext cx="464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A6B6325-F2B5-3A20-05C4-A3EF832981DA}"/>
                    </a:ext>
                  </a:extLst>
                </p14:cNvPr>
                <p14:cNvContentPartPr/>
                <p14:nvPr/>
              </p14:nvContentPartPr>
              <p14:xfrm>
                <a:off x="5797058" y="1299956"/>
                <a:ext cx="176400" cy="61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A6B6325-F2B5-3A20-05C4-A3EF832981D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788058" y="1291316"/>
                  <a:ext cx="1940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5B66908-2D9C-7D68-BE8D-1AA38174A81F}"/>
                    </a:ext>
                  </a:extLst>
                </p14:cNvPr>
                <p14:cNvContentPartPr/>
                <p14:nvPr/>
              </p14:nvContentPartPr>
              <p14:xfrm>
                <a:off x="5567018" y="1208156"/>
                <a:ext cx="101880" cy="17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5B66908-2D9C-7D68-BE8D-1AA38174A81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558378" y="1199516"/>
                  <a:ext cx="1195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87E3429-2748-87F1-D9D1-FF1BC4C19BB6}"/>
                    </a:ext>
                  </a:extLst>
                </p14:cNvPr>
                <p14:cNvContentPartPr/>
                <p14:nvPr/>
              </p14:nvContentPartPr>
              <p14:xfrm>
                <a:off x="6190178" y="1203836"/>
                <a:ext cx="394200" cy="386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87E3429-2748-87F1-D9D1-FF1BC4C19BB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181538" y="1195196"/>
                  <a:ext cx="41184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94B894E-EA11-1D0B-D82E-43CC34F67099}"/>
                    </a:ext>
                  </a:extLst>
                </p14:cNvPr>
                <p14:cNvContentPartPr/>
                <p14:nvPr/>
              </p14:nvContentPartPr>
              <p14:xfrm>
                <a:off x="6689498" y="1389956"/>
                <a:ext cx="360" cy="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94B894E-EA11-1D0B-D82E-43CC34F6709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680498" y="13809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167B06A-ED52-95F0-BF86-F77BA2DCC362}"/>
                  </a:ext>
                </a:extLst>
              </p14:cNvPr>
              <p14:cNvContentPartPr/>
              <p14:nvPr/>
            </p14:nvContentPartPr>
            <p14:xfrm>
              <a:off x="4051418" y="3707636"/>
              <a:ext cx="2004480" cy="630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167B06A-ED52-95F0-BF86-F77BA2DCC362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042418" y="3698996"/>
                <a:ext cx="2022120" cy="8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2741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760560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0915"/>
            <a:ext cx="7886700" cy="101104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100" b="1">
                <a:solidFill>
                  <a:srgbClr val="FFFFFF"/>
                </a:solidFill>
                <a:latin typeface="Cambria" pitchFamily="18" charset="0"/>
                <a:cs typeface="Times New Roman" pitchFamily="18" charset="0"/>
              </a:rPr>
              <a:t>Example of Bayes Theorem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628650" y="1940091"/>
            <a:ext cx="7886700" cy="269263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1700">
                <a:latin typeface="Cambria" pitchFamily="18" charset="0"/>
                <a:ea typeface="+mj-ea"/>
                <a:cs typeface="Times New Roman" pitchFamily="18" charset="0"/>
              </a:rPr>
              <a:t>Given:</a:t>
            </a:r>
          </a:p>
          <a:p>
            <a:pPr marL="712788" indent="-350838">
              <a:spcAft>
                <a:spcPts val="600"/>
              </a:spcAft>
              <a:buFont typeface="Wingdings" pitchFamily="2" charset="2"/>
              <a:buChar char="§"/>
            </a:pPr>
            <a:r>
              <a:rPr lang="en-US" altLang="zh-CN" sz="1700">
                <a:latin typeface="Cambria" pitchFamily="18" charset="0"/>
                <a:ea typeface="+mj-ea"/>
                <a:cs typeface="Times New Roman" pitchFamily="18" charset="0"/>
              </a:rPr>
              <a:t>P(C): patient has liver disease, 10% of patients having liver disease.</a:t>
            </a:r>
          </a:p>
          <a:p>
            <a:pPr marL="712788" indent="-350838">
              <a:spcAft>
                <a:spcPts val="600"/>
              </a:spcAft>
              <a:buFont typeface="Wingdings" pitchFamily="2" charset="2"/>
              <a:buChar char="§"/>
            </a:pPr>
            <a:r>
              <a:rPr lang="en-US" altLang="zh-CN" sz="1700">
                <a:latin typeface="Cambria" pitchFamily="18" charset="0"/>
                <a:ea typeface="+mj-ea"/>
                <a:cs typeface="Times New Roman" pitchFamily="18" charset="0"/>
              </a:rPr>
              <a:t>P(A): patient is an alcoholic, 5% of patients are alcoholic.</a:t>
            </a:r>
          </a:p>
          <a:p>
            <a:pPr marL="712788" indent="-350838">
              <a:spcAft>
                <a:spcPts val="600"/>
              </a:spcAft>
              <a:buFont typeface="Wingdings" pitchFamily="2" charset="2"/>
              <a:buChar char="§"/>
            </a:pPr>
            <a:r>
              <a:rPr lang="en-US" altLang="zh-CN" sz="1700">
                <a:latin typeface="Cambria" pitchFamily="18" charset="0"/>
                <a:ea typeface="+mj-ea"/>
                <a:cs typeface="Times New Roman" pitchFamily="18" charset="0"/>
              </a:rPr>
              <a:t>P(A|C): probability that patient is alcoholic given that he has a liver disease, 7%.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1700">
                <a:latin typeface="Cambria" pitchFamily="18" charset="0"/>
                <a:ea typeface="+mj-ea"/>
                <a:cs typeface="Times New Roman" pitchFamily="18" charset="0"/>
              </a:rPr>
              <a:t> </a:t>
            </a:r>
            <a:endParaRPr lang="en-US" altLang="en-US" sz="1700">
              <a:latin typeface="Cambria" pitchFamily="18" charset="0"/>
              <a:ea typeface="+mj-ea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4E3568E-9C25-006B-697E-7588F3200B5B}"/>
                  </a:ext>
                </a:extLst>
              </p14:cNvPr>
              <p14:cNvContentPartPr/>
              <p14:nvPr/>
            </p14:nvContentPartPr>
            <p14:xfrm>
              <a:off x="1471658" y="2671196"/>
              <a:ext cx="284400" cy="27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4E3568E-9C25-006B-697E-7588F3200B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62658" y="2662196"/>
                <a:ext cx="30204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E651DAF9-49D4-A6B3-7D19-977F430A9B8C}"/>
              </a:ext>
            </a:extLst>
          </p:cNvPr>
          <p:cNvGrpSpPr/>
          <p:nvPr/>
        </p:nvGrpSpPr>
        <p:grpSpPr>
          <a:xfrm>
            <a:off x="1770098" y="2262596"/>
            <a:ext cx="322920" cy="153000"/>
            <a:chOff x="1770098" y="2262596"/>
            <a:chExt cx="322920" cy="15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C0842AD-20AA-F9A7-B88A-F056337A948C}"/>
                    </a:ext>
                  </a:extLst>
                </p14:cNvPr>
                <p14:cNvContentPartPr/>
                <p14:nvPr/>
              </p14:nvContentPartPr>
              <p14:xfrm>
                <a:off x="1770098" y="2262596"/>
                <a:ext cx="276120" cy="153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C0842AD-20AA-F9A7-B88A-F056337A948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61098" y="2253956"/>
                  <a:ext cx="2937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A19817D-1CF6-0BD2-CDB1-431835A32764}"/>
                    </a:ext>
                  </a:extLst>
                </p14:cNvPr>
                <p14:cNvContentPartPr/>
                <p14:nvPr/>
              </p14:nvContentPartPr>
              <p14:xfrm>
                <a:off x="2008418" y="2280956"/>
                <a:ext cx="84600" cy="131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A19817D-1CF6-0BD2-CDB1-431835A3276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99778" y="2272316"/>
                  <a:ext cx="102240" cy="14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8CBAD0E-DE9D-CC4C-CF4F-32DC6782BB7C}"/>
                  </a:ext>
                </a:extLst>
              </p14:cNvPr>
              <p14:cNvContentPartPr/>
              <p14:nvPr/>
            </p14:nvContentPartPr>
            <p14:xfrm>
              <a:off x="2932898" y="2719076"/>
              <a:ext cx="133920" cy="8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8CBAD0E-DE9D-CC4C-CF4F-32DC6782BB7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24258" y="2710436"/>
                <a:ext cx="15156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691B866-9ACF-58E0-E2B1-2F86FF3B9C6A}"/>
                  </a:ext>
                </a:extLst>
              </p14:cNvPr>
              <p14:cNvContentPartPr/>
              <p14:nvPr/>
            </p14:nvContentPartPr>
            <p14:xfrm>
              <a:off x="3356978" y="2658596"/>
              <a:ext cx="373320" cy="43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691B866-9ACF-58E0-E2B1-2F86FF3B9C6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47978" y="2649596"/>
                <a:ext cx="39096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5D32161-38EF-982A-C561-5282471E48DA}"/>
                  </a:ext>
                </a:extLst>
              </p14:cNvPr>
              <p14:cNvContentPartPr/>
              <p14:nvPr/>
            </p14:nvContentPartPr>
            <p14:xfrm>
              <a:off x="4394858" y="2671556"/>
              <a:ext cx="276480" cy="216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5D32161-38EF-982A-C561-5282471E48D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386218" y="2662916"/>
                <a:ext cx="2941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ABF1F1D-C65E-7E39-F056-42EC8B038CE2}"/>
                  </a:ext>
                </a:extLst>
              </p14:cNvPr>
              <p14:cNvContentPartPr/>
              <p14:nvPr/>
            </p14:nvContentPartPr>
            <p14:xfrm>
              <a:off x="6648818" y="2677316"/>
              <a:ext cx="325080" cy="56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ABF1F1D-C65E-7E39-F056-42EC8B038CE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40178" y="2668676"/>
                <a:ext cx="342720" cy="7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FC573DCA-A70A-EE7E-91D9-4F98CDADC01C}"/>
              </a:ext>
            </a:extLst>
          </p:cNvPr>
          <p:cNvGrpSpPr/>
          <p:nvPr/>
        </p:nvGrpSpPr>
        <p:grpSpPr>
          <a:xfrm>
            <a:off x="1738778" y="3007436"/>
            <a:ext cx="520560" cy="130320"/>
            <a:chOff x="1738778" y="3007436"/>
            <a:chExt cx="520560" cy="13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97961D8-AC2B-1C60-4365-FE40D6030D04}"/>
                    </a:ext>
                  </a:extLst>
                </p14:cNvPr>
                <p14:cNvContentPartPr/>
                <p14:nvPr/>
              </p14:nvContentPartPr>
              <p14:xfrm>
                <a:off x="1772978" y="3016076"/>
                <a:ext cx="360" cy="2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97961D8-AC2B-1C60-4365-FE40D6030D0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63978" y="3007436"/>
                  <a:ext cx="180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7DD7881-96A5-4DBA-529F-A42696D48C9D}"/>
                    </a:ext>
                  </a:extLst>
                </p14:cNvPr>
                <p14:cNvContentPartPr/>
                <p14:nvPr/>
              </p14:nvContentPartPr>
              <p14:xfrm>
                <a:off x="1738778" y="3007436"/>
                <a:ext cx="520560" cy="130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7DD7881-96A5-4DBA-529F-A42696D48C9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30138" y="2998796"/>
                  <a:ext cx="538200" cy="14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2AAEB23-440C-861B-D18E-435218C8B72C}"/>
                  </a:ext>
                </a:extLst>
              </p14:cNvPr>
              <p14:cNvContentPartPr/>
              <p14:nvPr/>
            </p14:nvContentPartPr>
            <p14:xfrm>
              <a:off x="4091378" y="3012836"/>
              <a:ext cx="239400" cy="158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2AAEB23-440C-861B-D18E-435218C8B72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82738" y="3003836"/>
                <a:ext cx="25704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3F39463-7BA4-E1B6-C8D5-27FD5B9343EE}"/>
                  </a:ext>
                </a:extLst>
              </p14:cNvPr>
              <p14:cNvContentPartPr/>
              <p14:nvPr/>
            </p14:nvContentPartPr>
            <p14:xfrm>
              <a:off x="1294538" y="2354396"/>
              <a:ext cx="135360" cy="7318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3F39463-7BA4-E1B6-C8D5-27FD5B9343E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85538" y="2345396"/>
                <a:ext cx="153000" cy="74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95A7EDBA-4934-393E-0B8E-4024E882BE12}"/>
              </a:ext>
            </a:extLst>
          </p:cNvPr>
          <p:cNvGrpSpPr/>
          <p:nvPr/>
        </p:nvGrpSpPr>
        <p:grpSpPr>
          <a:xfrm>
            <a:off x="466898" y="2549876"/>
            <a:ext cx="502560" cy="381960"/>
            <a:chOff x="466898" y="2549876"/>
            <a:chExt cx="502560" cy="38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AAB4C08-2BC5-C02C-651D-95B0DC862875}"/>
                    </a:ext>
                  </a:extLst>
                </p14:cNvPr>
                <p14:cNvContentPartPr/>
                <p14:nvPr/>
              </p14:nvContentPartPr>
              <p14:xfrm>
                <a:off x="466898" y="2549876"/>
                <a:ext cx="51120" cy="381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AAB4C08-2BC5-C02C-651D-95B0DC86287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8258" y="2541236"/>
                  <a:ext cx="6876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DB60397-6CD1-87CC-E352-A72A40465EE8}"/>
                    </a:ext>
                  </a:extLst>
                </p14:cNvPr>
                <p14:cNvContentPartPr/>
                <p14:nvPr/>
              </p14:nvContentPartPr>
              <p14:xfrm>
                <a:off x="598658" y="2707916"/>
                <a:ext cx="159480" cy="159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DB60397-6CD1-87CC-E352-A72A40465EE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9658" y="2698916"/>
                  <a:ext cx="1771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54A3708-36E4-41CF-B76C-34AF67851245}"/>
                    </a:ext>
                  </a:extLst>
                </p14:cNvPr>
                <p14:cNvContentPartPr/>
                <p14:nvPr/>
              </p14:nvContentPartPr>
              <p14:xfrm>
                <a:off x="724298" y="2684516"/>
                <a:ext cx="24480" cy="37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54A3708-36E4-41CF-B76C-34AF6785124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15298" y="2675876"/>
                  <a:ext cx="421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D061657-2790-3916-7038-64C8026ADF45}"/>
                    </a:ext>
                  </a:extLst>
                </p14:cNvPr>
                <p14:cNvContentPartPr/>
                <p14:nvPr/>
              </p14:nvContentPartPr>
              <p14:xfrm>
                <a:off x="792698" y="2626916"/>
                <a:ext cx="176760" cy="173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D061657-2790-3916-7038-64C8026ADF4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3698" y="2617916"/>
                  <a:ext cx="1944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13DA8E3-D480-DAE0-90A2-3A8F3EE8CDED}"/>
                    </a:ext>
                  </a:extLst>
                </p14:cNvPr>
                <p14:cNvContentPartPr/>
                <p14:nvPr/>
              </p14:nvContentPartPr>
              <p14:xfrm>
                <a:off x="845618" y="2698196"/>
                <a:ext cx="24480" cy="28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13DA8E3-D480-DAE0-90A2-3A8F3EE8CDE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36618" y="2689196"/>
                  <a:ext cx="4212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C3935BB-1995-8CAC-A8F8-CBE49CDE269C}"/>
              </a:ext>
            </a:extLst>
          </p:cNvPr>
          <p:cNvGrpSpPr/>
          <p:nvPr/>
        </p:nvGrpSpPr>
        <p:grpSpPr>
          <a:xfrm>
            <a:off x="601898" y="3052436"/>
            <a:ext cx="343800" cy="373680"/>
            <a:chOff x="601898" y="3052436"/>
            <a:chExt cx="343800" cy="37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8282CC4-31D2-C795-63DF-97CE7091984E}"/>
                    </a:ext>
                  </a:extLst>
                </p14:cNvPr>
                <p14:cNvContentPartPr/>
                <p14:nvPr/>
              </p14:nvContentPartPr>
              <p14:xfrm>
                <a:off x="601898" y="3052436"/>
                <a:ext cx="102600" cy="373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8282CC4-31D2-C795-63DF-97CE7091984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92898" y="3043436"/>
                  <a:ext cx="12024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E192EB5-C286-82C7-F5BD-80C43BC030C9}"/>
                    </a:ext>
                  </a:extLst>
                </p14:cNvPr>
                <p14:cNvContentPartPr/>
                <p14:nvPr/>
              </p14:nvContentPartPr>
              <p14:xfrm>
                <a:off x="671378" y="3062876"/>
                <a:ext cx="189000" cy="145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E192EB5-C286-82C7-F5BD-80C43BC030C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2378" y="3054236"/>
                  <a:ext cx="2066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F67E7C8-F9A3-B359-9C74-3B36EC230C23}"/>
                    </a:ext>
                  </a:extLst>
                </p14:cNvPr>
                <p14:cNvContentPartPr/>
                <p14:nvPr/>
              </p14:nvContentPartPr>
              <p14:xfrm>
                <a:off x="945338" y="3127676"/>
                <a:ext cx="360" cy="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F67E7C8-F9A3-B359-9C74-3B36EC230C2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36698" y="31186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38ED91D-302C-44FA-F4E1-F478706C0F49}"/>
              </a:ext>
            </a:extLst>
          </p:cNvPr>
          <p:cNvGrpSpPr/>
          <p:nvPr/>
        </p:nvGrpSpPr>
        <p:grpSpPr>
          <a:xfrm>
            <a:off x="1897898" y="3469316"/>
            <a:ext cx="1774440" cy="413280"/>
            <a:chOff x="1897898" y="3469316"/>
            <a:chExt cx="1774440" cy="41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BE9EA4E-C3F6-0792-4581-A717EE5DD566}"/>
                    </a:ext>
                  </a:extLst>
                </p14:cNvPr>
                <p14:cNvContentPartPr/>
                <p14:nvPr/>
              </p14:nvContentPartPr>
              <p14:xfrm>
                <a:off x="1897898" y="3469316"/>
                <a:ext cx="365040" cy="383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BE9EA4E-C3F6-0792-4581-A717EE5DD56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888898" y="3460316"/>
                  <a:ext cx="38268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3CD4306-A736-C19F-27AC-E78AFFC94076}"/>
                    </a:ext>
                  </a:extLst>
                </p14:cNvPr>
                <p14:cNvContentPartPr/>
                <p14:nvPr/>
              </p14:nvContentPartPr>
              <p14:xfrm>
                <a:off x="2435378" y="3692156"/>
                <a:ext cx="153000" cy="190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3CD4306-A736-C19F-27AC-E78AFFC9407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426378" y="3683156"/>
                  <a:ext cx="1706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94EBF18-C443-6114-E7B1-15425D81C056}"/>
                    </a:ext>
                  </a:extLst>
                </p14:cNvPr>
                <p14:cNvContentPartPr/>
                <p14:nvPr/>
              </p14:nvContentPartPr>
              <p14:xfrm>
                <a:off x="2592338" y="3695396"/>
                <a:ext cx="139680" cy="168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94EBF18-C443-6114-E7B1-15425D81C05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583698" y="3686396"/>
                  <a:ext cx="1573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15DA7EF-D213-A6AA-8FDF-4D540A82A885}"/>
                    </a:ext>
                  </a:extLst>
                </p14:cNvPr>
                <p14:cNvContentPartPr/>
                <p14:nvPr/>
              </p14:nvContentPartPr>
              <p14:xfrm>
                <a:off x="2714378" y="3707276"/>
                <a:ext cx="364680" cy="142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15DA7EF-D213-A6AA-8FDF-4D540A82A88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705378" y="3698636"/>
                  <a:ext cx="3823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9B82533-4B0F-6DDE-EDAB-ED6A900289DB}"/>
                    </a:ext>
                  </a:extLst>
                </p14:cNvPr>
                <p14:cNvContentPartPr/>
                <p14:nvPr/>
              </p14:nvContentPartPr>
              <p14:xfrm>
                <a:off x="3008498" y="3663716"/>
                <a:ext cx="50400" cy="51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9B82533-4B0F-6DDE-EDAB-ED6A900289D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999858" y="3655076"/>
                  <a:ext cx="680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BB23C45-9AD0-4C8A-2A0C-DC8554ACBE66}"/>
                    </a:ext>
                  </a:extLst>
                </p14:cNvPr>
                <p14:cNvContentPartPr/>
                <p14:nvPr/>
              </p14:nvContentPartPr>
              <p14:xfrm>
                <a:off x="3118658" y="3689636"/>
                <a:ext cx="285480" cy="160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BB23C45-9AD0-4C8A-2A0C-DC8554ACBE6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109658" y="3680996"/>
                  <a:ext cx="3031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F33525A-C900-9086-66E7-2431F5445727}"/>
                    </a:ext>
                  </a:extLst>
                </p14:cNvPr>
                <p14:cNvContentPartPr/>
                <p14:nvPr/>
              </p14:nvContentPartPr>
              <p14:xfrm>
                <a:off x="3494498" y="3663356"/>
                <a:ext cx="75600" cy="174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F33525A-C900-9086-66E7-2431F544572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485858" y="3654716"/>
                  <a:ext cx="932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6209AD0-49CA-1C8F-770D-EEBFE92DB1F2}"/>
                    </a:ext>
                  </a:extLst>
                </p14:cNvPr>
                <p14:cNvContentPartPr/>
                <p14:nvPr/>
              </p14:nvContentPartPr>
              <p14:xfrm>
                <a:off x="3663338" y="3866036"/>
                <a:ext cx="9000" cy="4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6209AD0-49CA-1C8F-770D-EEBFE92DB1F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654338" y="3857396"/>
                  <a:ext cx="26640" cy="2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E1CE1DD-B0A0-8623-A84A-2F5B54EEFFCF}"/>
                  </a:ext>
                </a:extLst>
              </p14:cNvPr>
              <p14:cNvContentPartPr/>
              <p14:nvPr/>
            </p14:nvContentPartPr>
            <p14:xfrm>
              <a:off x="1468058" y="3763076"/>
              <a:ext cx="370080" cy="579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E1CE1DD-B0A0-8623-A84A-2F5B54EEFFCF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459058" y="3754076"/>
                <a:ext cx="38772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27A8E56-8BAB-F0E2-2CF0-12C2F1222926}"/>
                  </a:ext>
                </a:extLst>
              </p14:cNvPr>
              <p14:cNvContentPartPr/>
              <p14:nvPr/>
            </p14:nvContentPartPr>
            <p14:xfrm>
              <a:off x="1733018" y="3762716"/>
              <a:ext cx="260640" cy="1800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27A8E56-8BAB-F0E2-2CF0-12C2F1222926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724378" y="3754076"/>
                <a:ext cx="278280" cy="19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8415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760560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8650" y="300915"/>
            <a:ext cx="7886700" cy="101104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100" b="1">
                <a:solidFill>
                  <a:srgbClr val="FFFFFF"/>
                </a:solidFill>
                <a:latin typeface="Cambria" pitchFamily="18" charset="0"/>
                <a:cs typeface="Times New Roman" pitchFamily="18" charset="0"/>
              </a:rPr>
              <a:t>Example of Bayes Theorem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628650" y="1940091"/>
            <a:ext cx="7886700" cy="269263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1700" dirty="0">
                <a:latin typeface="Cambria" pitchFamily="18" charset="0"/>
                <a:cs typeface="Times New Roman" pitchFamily="18" charset="0"/>
              </a:rPr>
              <a:t>Find out a patient’s probability of having liver disease if they are alcoholic.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1700" dirty="0">
                <a:latin typeface="Cambria" pitchFamily="18" charset="0"/>
                <a:ea typeface="+mj-ea"/>
                <a:cs typeface="Times New Roman" pitchFamily="18" charset="0"/>
              </a:rPr>
              <a:t>According to Bayes theorem: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1700" dirty="0">
                <a:latin typeface="Cambria" pitchFamily="18" charset="0"/>
                <a:ea typeface="+mj-ea"/>
                <a:cs typeface="Times New Roman" pitchFamily="18" charset="0"/>
              </a:rPr>
              <a:t>                     P(C|A)= (0.07*0.1)/0.05=0.14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1700" dirty="0">
                <a:latin typeface="Cambria" pitchFamily="18" charset="0"/>
                <a:ea typeface="+mj-ea"/>
                <a:cs typeface="Times New Roman" pitchFamily="18" charset="0"/>
              </a:rPr>
              <a:t>Therefore, 14% chances of a patient having liver </a:t>
            </a:r>
            <a:r>
              <a:rPr lang="en-US" altLang="zh-CN" sz="1700" dirty="0">
                <a:latin typeface="Cambria" pitchFamily="18" charset="0"/>
                <a:cs typeface="Times New Roman" pitchFamily="18" charset="0"/>
              </a:rPr>
              <a:t>disease if they are alcoholic.</a:t>
            </a:r>
            <a:endParaRPr lang="en-US" altLang="zh-CN" sz="1700" dirty="0">
              <a:latin typeface="Cambria" pitchFamily="18" charset="0"/>
              <a:ea typeface="+mj-ea"/>
              <a:cs typeface="Times New Roman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1700" dirty="0">
                <a:latin typeface="Cambria" pitchFamily="18" charset="0"/>
                <a:ea typeface="+mj-ea"/>
                <a:cs typeface="Times New Roman" pitchFamily="18" charset="0"/>
              </a:rPr>
              <a:t> </a:t>
            </a:r>
            <a:endParaRPr lang="en-US" altLang="en-US" sz="1700" dirty="0">
              <a:latin typeface="Cambria" pitchFamily="18" charset="0"/>
              <a:ea typeface="+mj-ea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764F6DF-2144-BBC7-AC2F-F5C761929F9A}"/>
                  </a:ext>
                </a:extLst>
              </p14:cNvPr>
              <p14:cNvContentPartPr/>
              <p14:nvPr/>
            </p14:nvContentPartPr>
            <p14:xfrm>
              <a:off x="5373698" y="2318036"/>
              <a:ext cx="309960" cy="21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764F6DF-2144-BBC7-AC2F-F5C761929F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64698" y="2309036"/>
                <a:ext cx="3276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A27D2E7-38C5-7628-D415-151501E2EF26}"/>
                  </a:ext>
                </a:extLst>
              </p14:cNvPr>
              <p14:cNvContentPartPr/>
              <p14:nvPr/>
            </p14:nvContentPartPr>
            <p14:xfrm>
              <a:off x="7078298" y="2287796"/>
              <a:ext cx="357120" cy="32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A27D2E7-38C5-7628-D415-151501E2EF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69298" y="2279156"/>
                <a:ext cx="374760" cy="5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B4720B0F-6614-30C3-BC27-88380DA351E2}"/>
              </a:ext>
            </a:extLst>
          </p:cNvPr>
          <p:cNvGrpSpPr/>
          <p:nvPr/>
        </p:nvGrpSpPr>
        <p:grpSpPr>
          <a:xfrm>
            <a:off x="7305458" y="1728716"/>
            <a:ext cx="173520" cy="250560"/>
            <a:chOff x="7305458" y="1728716"/>
            <a:chExt cx="173520" cy="25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773A50D-DD5E-0BE9-387F-E4B481A65BAE}"/>
                    </a:ext>
                  </a:extLst>
                </p14:cNvPr>
                <p14:cNvContentPartPr/>
                <p14:nvPr/>
              </p14:nvContentPartPr>
              <p14:xfrm>
                <a:off x="7305458" y="1728716"/>
                <a:ext cx="173520" cy="250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773A50D-DD5E-0BE9-387F-E4B481A65BA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296818" y="1720076"/>
                  <a:ext cx="1911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B4EBBA4-E06C-AE91-B9B2-964A05BDC1C2}"/>
                    </a:ext>
                  </a:extLst>
                </p14:cNvPr>
                <p14:cNvContentPartPr/>
                <p14:nvPr/>
              </p14:nvContentPartPr>
              <p14:xfrm>
                <a:off x="7364138" y="1878116"/>
                <a:ext cx="105840" cy="22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B4EBBA4-E06C-AE91-B9B2-964A05BDC1C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55138" y="1869116"/>
                  <a:ext cx="123480" cy="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F185BF5-DD83-4FED-E7F2-409EEBF7B92F}"/>
                  </a:ext>
                </a:extLst>
              </p14:cNvPr>
              <p14:cNvContentPartPr/>
              <p14:nvPr/>
            </p14:nvContentPartPr>
            <p14:xfrm>
              <a:off x="5487098" y="1801436"/>
              <a:ext cx="146160" cy="144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F185BF5-DD83-4FED-E7F2-409EEBF7B92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78098" y="1792436"/>
                <a:ext cx="163800" cy="16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21229778-A815-3D7A-C32A-4CC5EE45BD3F}"/>
              </a:ext>
            </a:extLst>
          </p:cNvPr>
          <p:cNvGrpSpPr/>
          <p:nvPr/>
        </p:nvGrpSpPr>
        <p:grpSpPr>
          <a:xfrm>
            <a:off x="8032658" y="1628276"/>
            <a:ext cx="818640" cy="390600"/>
            <a:chOff x="8032658" y="1628276"/>
            <a:chExt cx="818640" cy="39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B97DC35-22FD-EC9E-E050-F80C4BCC960E}"/>
                    </a:ext>
                  </a:extLst>
                </p14:cNvPr>
                <p14:cNvContentPartPr/>
                <p14:nvPr/>
              </p14:nvContentPartPr>
              <p14:xfrm>
                <a:off x="8032658" y="1628276"/>
                <a:ext cx="116640" cy="281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B97DC35-22FD-EC9E-E050-F80C4BCC960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23658" y="1619276"/>
                  <a:ext cx="1342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D6A1603-8EBD-1D04-1EC6-71CFD4978C7E}"/>
                    </a:ext>
                  </a:extLst>
                </p14:cNvPr>
                <p14:cNvContentPartPr/>
                <p14:nvPr/>
              </p14:nvContentPartPr>
              <p14:xfrm>
                <a:off x="8165858" y="1678676"/>
                <a:ext cx="110160" cy="205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D6A1603-8EBD-1D04-1EC6-71CFD4978C7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156858" y="1670036"/>
                  <a:ext cx="127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6D16C4F-84E0-6795-AD1C-D1FA41DE0F6A}"/>
                    </a:ext>
                  </a:extLst>
                </p14:cNvPr>
                <p14:cNvContentPartPr/>
                <p14:nvPr/>
              </p14:nvContentPartPr>
              <p14:xfrm>
                <a:off x="8287178" y="1752116"/>
                <a:ext cx="142920" cy="128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6D16C4F-84E0-6795-AD1C-D1FA41DE0F6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278538" y="1743476"/>
                  <a:ext cx="160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989BB18-4765-FEDA-85B1-DEF5A49EAE11}"/>
                    </a:ext>
                  </a:extLst>
                </p14:cNvPr>
                <p14:cNvContentPartPr/>
                <p14:nvPr/>
              </p14:nvContentPartPr>
              <p14:xfrm>
                <a:off x="8486978" y="1672556"/>
                <a:ext cx="19440" cy="234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989BB18-4765-FEDA-85B1-DEF5A49EAE1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78338" y="1663916"/>
                  <a:ext cx="370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D4A8664-95AE-F411-2CC1-14D024D2FBEA}"/>
                    </a:ext>
                  </a:extLst>
                </p14:cNvPr>
                <p14:cNvContentPartPr/>
                <p14:nvPr/>
              </p14:nvContentPartPr>
              <p14:xfrm>
                <a:off x="8565458" y="1696676"/>
                <a:ext cx="136080" cy="210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D4A8664-95AE-F411-2CC1-14D024D2FBE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556458" y="1687676"/>
                  <a:ext cx="1537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03A9057-0165-8C5E-7923-D1B570365316}"/>
                    </a:ext>
                  </a:extLst>
                </p14:cNvPr>
                <p14:cNvContentPartPr/>
                <p14:nvPr/>
              </p14:nvContentPartPr>
              <p14:xfrm>
                <a:off x="8598218" y="1688396"/>
                <a:ext cx="253080" cy="330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03A9057-0165-8C5E-7923-D1B57036531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589578" y="1679756"/>
                  <a:ext cx="270720" cy="34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6CA6902-9880-FD25-F295-415477AA0F69}"/>
                  </a:ext>
                </a:extLst>
              </p14:cNvPr>
              <p14:cNvContentPartPr/>
              <p14:nvPr/>
            </p14:nvContentPartPr>
            <p14:xfrm>
              <a:off x="1695218" y="3081236"/>
              <a:ext cx="529200" cy="666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6CA6902-9880-FD25-F295-415477AA0F6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686218" y="3072596"/>
                <a:ext cx="54684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C53B917-7EDD-BF53-53C5-1A4E56F2AFAA}"/>
                  </a:ext>
                </a:extLst>
              </p14:cNvPr>
              <p14:cNvContentPartPr/>
              <p14:nvPr/>
            </p14:nvContentPartPr>
            <p14:xfrm>
              <a:off x="4523378" y="2932556"/>
              <a:ext cx="226800" cy="1425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C53B917-7EDD-BF53-53C5-1A4E56F2AFA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514738" y="2923556"/>
                <a:ext cx="24444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EDBD706-9524-38A3-1823-554C5361A811}"/>
                  </a:ext>
                </a:extLst>
              </p14:cNvPr>
              <p14:cNvContentPartPr/>
              <p14:nvPr/>
            </p14:nvContentPartPr>
            <p14:xfrm>
              <a:off x="1815458" y="3509276"/>
              <a:ext cx="570960" cy="194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EDBD706-9524-38A3-1823-554C5361A81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806818" y="3500276"/>
                <a:ext cx="5886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165D60F-64E8-5834-EDAE-B6A9575ACEFE}"/>
                  </a:ext>
                </a:extLst>
              </p14:cNvPr>
              <p14:cNvContentPartPr/>
              <p14:nvPr/>
            </p14:nvContentPartPr>
            <p14:xfrm>
              <a:off x="3816338" y="3503156"/>
              <a:ext cx="455040" cy="291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165D60F-64E8-5834-EDAE-B6A9575ACEF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807338" y="3494516"/>
                <a:ext cx="47268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49F48B3-826D-8017-1D17-F08834459D22}"/>
                  </a:ext>
                </a:extLst>
              </p14:cNvPr>
              <p14:cNvContentPartPr/>
              <p14:nvPr/>
            </p14:nvContentPartPr>
            <p14:xfrm>
              <a:off x="6821618" y="3499916"/>
              <a:ext cx="606240" cy="327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49F48B3-826D-8017-1D17-F08834459D2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812978" y="3490916"/>
                <a:ext cx="623880" cy="5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814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760560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0915"/>
            <a:ext cx="7886700" cy="101104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100" b="1">
                <a:solidFill>
                  <a:srgbClr val="FFFFFF"/>
                </a:solidFill>
                <a:latin typeface="Cambria" pitchFamily="18" charset="0"/>
                <a:cs typeface="Times New Roman" pitchFamily="18" charset="0"/>
              </a:rPr>
              <a:t>Naive Bayes Classifier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628650" y="1940091"/>
            <a:ext cx="7886700" cy="269263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1700">
                <a:latin typeface="Cambria" pitchFamily="18" charset="0"/>
                <a:cs typeface="Times New Roman" pitchFamily="18" charset="0"/>
              </a:rPr>
              <a:t>Consider each attribute and each class label as  random variables.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1700">
                <a:latin typeface="Cambria" pitchFamily="18" charset="0"/>
                <a:ea typeface="+mj-ea"/>
                <a:cs typeface="Times New Roman" pitchFamily="18" charset="0"/>
              </a:rPr>
              <a:t>Given a dataset D </a:t>
            </a:r>
            <a:r>
              <a:rPr lang="en-US" altLang="zh-CN" sz="1700">
                <a:latin typeface="Cambria" pitchFamily="18" charset="0"/>
                <a:cs typeface="Times New Roman" pitchFamily="18" charset="0"/>
              </a:rPr>
              <a:t>with attributes set A(A</a:t>
            </a:r>
            <a:r>
              <a:rPr lang="en-US" altLang="zh-CN" sz="1700" baseline="-25000">
                <a:latin typeface="Cambria" pitchFamily="18" charset="0"/>
                <a:cs typeface="Times New Roman" pitchFamily="18" charset="0"/>
              </a:rPr>
              <a:t>1</a:t>
            </a:r>
            <a:r>
              <a:rPr lang="en-US" altLang="zh-CN" sz="1700">
                <a:latin typeface="Cambria" pitchFamily="18" charset="0"/>
                <a:cs typeface="Times New Roman" pitchFamily="18" charset="0"/>
              </a:rPr>
              <a:t>, A</a:t>
            </a:r>
            <a:r>
              <a:rPr lang="en-US" altLang="zh-CN" sz="1700" baseline="-25000">
                <a:latin typeface="Cambria" pitchFamily="18" charset="0"/>
                <a:cs typeface="Times New Roman" pitchFamily="18" charset="0"/>
              </a:rPr>
              <a:t>2</a:t>
            </a:r>
            <a:r>
              <a:rPr lang="en-US" altLang="zh-CN" sz="1700">
                <a:latin typeface="Cambria" pitchFamily="18" charset="0"/>
                <a:cs typeface="Times New Roman" pitchFamily="18" charset="0"/>
              </a:rPr>
              <a:t>,…A</a:t>
            </a:r>
            <a:r>
              <a:rPr lang="en-US" altLang="zh-CN" sz="1700" baseline="-25000">
                <a:latin typeface="Cambria" pitchFamily="18" charset="0"/>
                <a:cs typeface="Times New Roman" pitchFamily="18" charset="0"/>
              </a:rPr>
              <a:t>n</a:t>
            </a:r>
            <a:r>
              <a:rPr lang="en-US" altLang="zh-CN" sz="1700">
                <a:latin typeface="Cambria" pitchFamily="18" charset="0"/>
                <a:cs typeface="Times New Roman" pitchFamily="18" charset="0"/>
              </a:rPr>
              <a:t>) and class labels as C(C</a:t>
            </a:r>
            <a:r>
              <a:rPr lang="en-US" altLang="zh-CN" sz="1700" baseline="-25000">
                <a:latin typeface="Cambria" pitchFamily="18" charset="0"/>
                <a:cs typeface="Times New Roman" pitchFamily="18" charset="0"/>
              </a:rPr>
              <a:t>1</a:t>
            </a:r>
            <a:r>
              <a:rPr lang="en-US" altLang="zh-CN" sz="1700">
                <a:latin typeface="Cambria" pitchFamily="18" charset="0"/>
                <a:cs typeface="Times New Roman" pitchFamily="18" charset="0"/>
              </a:rPr>
              <a:t>,…C</a:t>
            </a:r>
            <a:r>
              <a:rPr lang="en-US" altLang="zh-CN" sz="1700" baseline="-25000">
                <a:latin typeface="Cambria" pitchFamily="18" charset="0"/>
                <a:cs typeface="Times New Roman" pitchFamily="18" charset="0"/>
              </a:rPr>
              <a:t>m</a:t>
            </a:r>
            <a:r>
              <a:rPr lang="en-US" altLang="zh-CN" sz="1700">
                <a:latin typeface="Cambria" pitchFamily="18" charset="0"/>
                <a:cs typeface="Times New Roman" pitchFamily="18" charset="0"/>
              </a:rPr>
              <a:t>)</a:t>
            </a:r>
            <a:r>
              <a:rPr lang="en-US" altLang="zh-CN" sz="1700">
                <a:latin typeface="Cambria" pitchFamily="18" charset="0"/>
                <a:ea typeface="+mj-ea"/>
                <a:cs typeface="Times New Roman" pitchFamily="18" charset="0"/>
              </a:rPr>
              <a:t>. Let us given a record with attribute values:</a:t>
            </a:r>
          </a:p>
          <a:p>
            <a:pPr marL="627063" indent="-180975">
              <a:spcAft>
                <a:spcPts val="600"/>
              </a:spcAft>
              <a:buFont typeface="Wingdings" pitchFamily="2" charset="2"/>
              <a:buChar char="§"/>
            </a:pPr>
            <a:r>
              <a:rPr lang="en-US" altLang="zh-CN" sz="1700">
                <a:latin typeface="Cambria" pitchFamily="18" charset="0"/>
                <a:ea typeface="+mj-ea"/>
                <a:cs typeface="Times New Roman" pitchFamily="18" charset="0"/>
              </a:rPr>
              <a:t> Goal: predict class label C</a:t>
            </a:r>
            <a:r>
              <a:rPr lang="en-US" altLang="zh-CN" sz="1700" baseline="-25000">
                <a:latin typeface="Cambria" pitchFamily="18" charset="0"/>
                <a:ea typeface="+mj-ea"/>
                <a:cs typeface="Times New Roman" pitchFamily="18" charset="0"/>
              </a:rPr>
              <a:t>i</a:t>
            </a:r>
          </a:p>
          <a:p>
            <a:pPr marL="627063" indent="-180975">
              <a:spcAft>
                <a:spcPts val="600"/>
              </a:spcAft>
              <a:buFont typeface="Wingdings" pitchFamily="2" charset="2"/>
              <a:buChar char="§"/>
            </a:pPr>
            <a:r>
              <a:rPr lang="en-US" altLang="zh-CN" sz="1700">
                <a:latin typeface="Cambria" pitchFamily="18" charset="0"/>
                <a:ea typeface="+mj-ea"/>
                <a:cs typeface="Times New Roman" pitchFamily="18" charset="0"/>
              </a:rPr>
              <a:t> Specifically, we want to find the value of C</a:t>
            </a:r>
            <a:r>
              <a:rPr lang="en-US" altLang="zh-CN" sz="1700" baseline="-25000">
                <a:latin typeface="Cambria" pitchFamily="18" charset="0"/>
                <a:ea typeface="+mj-ea"/>
                <a:cs typeface="Times New Roman" pitchFamily="18" charset="0"/>
              </a:rPr>
              <a:t>i</a:t>
            </a:r>
            <a:r>
              <a:rPr lang="en-US" altLang="zh-CN" sz="1700">
                <a:latin typeface="Cambria" pitchFamily="18" charset="0"/>
                <a:ea typeface="+mj-ea"/>
                <a:cs typeface="Times New Roman" pitchFamily="18" charset="0"/>
              </a:rPr>
              <a:t> that maximizes P(C</a:t>
            </a:r>
            <a:r>
              <a:rPr lang="en-US" altLang="zh-CN" sz="1700" baseline="-25000">
                <a:latin typeface="Cambria" pitchFamily="18" charset="0"/>
                <a:ea typeface="+mj-ea"/>
                <a:cs typeface="Times New Roman" pitchFamily="18" charset="0"/>
              </a:rPr>
              <a:t>i</a:t>
            </a:r>
            <a:r>
              <a:rPr lang="en-US" altLang="zh-CN" sz="1700">
                <a:latin typeface="Cambria" pitchFamily="18" charset="0"/>
                <a:ea typeface="+mj-ea"/>
                <a:cs typeface="Times New Roman" pitchFamily="18" charset="0"/>
              </a:rPr>
              <a:t>|A)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1700">
                <a:latin typeface="Cambria" pitchFamily="18" charset="0"/>
                <a:ea typeface="+mj-ea"/>
                <a:cs typeface="Times New Roman" pitchFamily="18" charset="0"/>
              </a:rPr>
              <a:t>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1700">
                <a:latin typeface="Cambria" pitchFamily="18" charset="0"/>
                <a:ea typeface="+mj-ea"/>
                <a:cs typeface="Times New Roman" pitchFamily="18" charset="0"/>
              </a:rPr>
              <a:t> </a:t>
            </a:r>
            <a:endParaRPr lang="en-US" altLang="en-US" sz="1700">
              <a:latin typeface="Cambria" pitchFamily="18" charset="0"/>
              <a:ea typeface="+mj-ea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13D601E-016E-D0D3-75C7-126C205D6CE7}"/>
                  </a:ext>
                </a:extLst>
              </p14:cNvPr>
              <p14:cNvContentPartPr/>
              <p14:nvPr/>
            </p14:nvContentPartPr>
            <p14:xfrm>
              <a:off x="2514938" y="2608351"/>
              <a:ext cx="138600" cy="280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13D601E-016E-D0D3-75C7-126C205D6C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05938" y="2599351"/>
                <a:ext cx="1562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CC3E10F-D127-9C74-95EB-BF842A739231}"/>
                  </a:ext>
                </a:extLst>
              </p14:cNvPr>
              <p14:cNvContentPartPr/>
              <p14:nvPr/>
            </p14:nvContentPartPr>
            <p14:xfrm>
              <a:off x="4412858" y="2682871"/>
              <a:ext cx="1318680" cy="190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CC3E10F-D127-9C74-95EB-BF842A7392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03858" y="2673871"/>
                <a:ext cx="13363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FD995BE-46FA-206C-C3C8-3E9F41EFADB8}"/>
                  </a:ext>
                </a:extLst>
              </p14:cNvPr>
              <p14:cNvContentPartPr/>
              <p14:nvPr/>
            </p14:nvContentPartPr>
            <p14:xfrm>
              <a:off x="7308338" y="2615911"/>
              <a:ext cx="912240" cy="684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FD995BE-46FA-206C-C3C8-3E9F41EFAD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99338" y="2607271"/>
                <a:ext cx="92988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64C42A1-54F8-3E49-85E3-BC5E773E2E90}"/>
                  </a:ext>
                </a:extLst>
              </p14:cNvPr>
              <p14:cNvContentPartPr/>
              <p14:nvPr/>
            </p14:nvContentPartPr>
            <p14:xfrm>
              <a:off x="3578378" y="3384871"/>
              <a:ext cx="303120" cy="140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64C42A1-54F8-3E49-85E3-BC5E773E2E9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69378" y="3376231"/>
                <a:ext cx="320760" cy="3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A61B5DBA-05DF-BEBE-50DE-28F89A35D716}"/>
              </a:ext>
            </a:extLst>
          </p:cNvPr>
          <p:cNvGrpSpPr/>
          <p:nvPr/>
        </p:nvGrpSpPr>
        <p:grpSpPr>
          <a:xfrm>
            <a:off x="4089218" y="3841916"/>
            <a:ext cx="2868120" cy="1347840"/>
            <a:chOff x="4089218" y="3841916"/>
            <a:chExt cx="2868120" cy="134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DEA8695-56D2-DDE0-372A-2B353E1734E7}"/>
                    </a:ext>
                  </a:extLst>
                </p14:cNvPr>
                <p14:cNvContentPartPr/>
                <p14:nvPr/>
              </p14:nvContentPartPr>
              <p14:xfrm>
                <a:off x="4287938" y="4181756"/>
                <a:ext cx="40320" cy="654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DEA8695-56D2-DDE0-372A-2B353E1734E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78938" y="4173116"/>
                  <a:ext cx="57960" cy="67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668272D-D563-7C61-4B70-EC1941259488}"/>
                    </a:ext>
                  </a:extLst>
                </p14:cNvPr>
                <p14:cNvContentPartPr/>
                <p14:nvPr/>
              </p14:nvContentPartPr>
              <p14:xfrm>
                <a:off x="4325018" y="4101836"/>
                <a:ext cx="2118600" cy="854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668272D-D563-7C61-4B70-EC194125948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16018" y="4093196"/>
                  <a:ext cx="2136240" cy="87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B49E7FF-039B-13BB-A7B1-537C9305FBEA}"/>
                    </a:ext>
                  </a:extLst>
                </p14:cNvPr>
                <p14:cNvContentPartPr/>
                <p14:nvPr/>
              </p14:nvContentPartPr>
              <p14:xfrm>
                <a:off x="4427978" y="3872156"/>
                <a:ext cx="94680" cy="205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B49E7FF-039B-13BB-A7B1-537C9305FBE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18978" y="3863156"/>
                  <a:ext cx="1123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BFE61C9-354B-B586-EA9A-7C99F3F76DD7}"/>
                    </a:ext>
                  </a:extLst>
                </p14:cNvPr>
                <p14:cNvContentPartPr/>
                <p14:nvPr/>
              </p14:nvContentPartPr>
              <p14:xfrm>
                <a:off x="4428338" y="3992756"/>
                <a:ext cx="86760" cy="31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BFE61C9-354B-B586-EA9A-7C99F3F76DD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19698" y="3983756"/>
                  <a:ext cx="1044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C0CB0A1-4381-F142-E36E-7A73D9F30609}"/>
                    </a:ext>
                  </a:extLst>
                </p14:cNvPr>
                <p14:cNvContentPartPr/>
                <p14:nvPr/>
              </p14:nvContentPartPr>
              <p14:xfrm>
                <a:off x="4585298" y="4001036"/>
                <a:ext cx="10440" cy="98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C0CB0A1-4381-F142-E36E-7A73D9F3060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576658" y="3992396"/>
                  <a:ext cx="280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284AFCA-B4D3-BEE1-03CB-35B5FB7B51B8}"/>
                    </a:ext>
                  </a:extLst>
                </p14:cNvPr>
                <p14:cNvContentPartPr/>
                <p14:nvPr/>
              </p14:nvContentPartPr>
              <p14:xfrm>
                <a:off x="4726058" y="3867836"/>
                <a:ext cx="108360" cy="189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284AFCA-B4D3-BEE1-03CB-35B5FB7B51B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17418" y="3858836"/>
                  <a:ext cx="1260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CD44425-A2A8-73AD-5422-C91CCBEC5251}"/>
                    </a:ext>
                  </a:extLst>
                </p14:cNvPr>
                <p14:cNvContentPartPr/>
                <p14:nvPr/>
              </p14:nvContentPartPr>
              <p14:xfrm>
                <a:off x="4757018" y="3970796"/>
                <a:ext cx="101880" cy="38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CD44425-A2A8-73AD-5422-C91CCBEC525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48018" y="3962156"/>
                  <a:ext cx="1195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AA445A0-F9EF-5DD5-3FA9-6EE58E489D82}"/>
                    </a:ext>
                  </a:extLst>
                </p14:cNvPr>
                <p14:cNvContentPartPr/>
                <p14:nvPr/>
              </p14:nvContentPartPr>
              <p14:xfrm>
                <a:off x="4917578" y="3990236"/>
                <a:ext cx="105480" cy="69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AA445A0-F9EF-5DD5-3FA9-6EE58E489D8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908578" y="3981236"/>
                  <a:ext cx="1231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8046F05-A92A-81FD-6536-C3DEF61B6FE5}"/>
                    </a:ext>
                  </a:extLst>
                </p14:cNvPr>
                <p14:cNvContentPartPr/>
                <p14:nvPr/>
              </p14:nvContentPartPr>
              <p14:xfrm>
                <a:off x="5137178" y="3884036"/>
                <a:ext cx="111600" cy="187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8046F05-A92A-81FD-6536-C3DEF61B6FE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28178" y="3875036"/>
                  <a:ext cx="1292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2D37900-78AE-3E53-1FB0-730BD5FABC8F}"/>
                    </a:ext>
                  </a:extLst>
                </p14:cNvPr>
                <p14:cNvContentPartPr/>
                <p14:nvPr/>
              </p14:nvContentPartPr>
              <p14:xfrm>
                <a:off x="5148698" y="3982316"/>
                <a:ext cx="118800" cy="44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2D37900-78AE-3E53-1FB0-730BD5FABC8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40058" y="3973676"/>
                  <a:ext cx="1364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ADE9415-6AF5-F34C-C36B-36A592F85572}"/>
                    </a:ext>
                  </a:extLst>
                </p14:cNvPr>
                <p14:cNvContentPartPr/>
                <p14:nvPr/>
              </p14:nvContentPartPr>
              <p14:xfrm>
                <a:off x="5320058" y="3986996"/>
                <a:ext cx="161640" cy="109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ADE9415-6AF5-F34C-C36B-36A592F8557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311418" y="3977996"/>
                  <a:ext cx="1792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DE87E05-313A-39EC-2612-A352D97CDDDC}"/>
                    </a:ext>
                  </a:extLst>
                </p14:cNvPr>
                <p14:cNvContentPartPr/>
                <p14:nvPr/>
              </p14:nvContentPartPr>
              <p14:xfrm>
                <a:off x="5630738" y="4087796"/>
                <a:ext cx="132480" cy="13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DE87E05-313A-39EC-2612-A352D97CDDD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621738" y="4078796"/>
                  <a:ext cx="1501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9B92A8F-27C8-BB97-352D-6B3753B9A8FA}"/>
                    </a:ext>
                  </a:extLst>
                </p14:cNvPr>
                <p14:cNvContentPartPr/>
                <p14:nvPr/>
              </p14:nvContentPartPr>
              <p14:xfrm>
                <a:off x="5816138" y="3857036"/>
                <a:ext cx="99360" cy="214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9B92A8F-27C8-BB97-352D-6B3753B9A8F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07498" y="3848036"/>
                  <a:ext cx="1170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AD254D6-15DE-85DC-862E-24510F7F6F9F}"/>
                    </a:ext>
                  </a:extLst>
                </p14:cNvPr>
                <p14:cNvContentPartPr/>
                <p14:nvPr/>
              </p14:nvContentPartPr>
              <p14:xfrm>
                <a:off x="5813978" y="3961076"/>
                <a:ext cx="110160" cy="58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AD254D6-15DE-85DC-862E-24510F7F6F9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805338" y="3952436"/>
                  <a:ext cx="1278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221A8CE-E204-2D26-6E01-F81B8FF3704B}"/>
                    </a:ext>
                  </a:extLst>
                </p14:cNvPr>
                <p14:cNvContentPartPr/>
                <p14:nvPr/>
              </p14:nvContentPartPr>
              <p14:xfrm>
                <a:off x="5981738" y="3988796"/>
                <a:ext cx="136080" cy="90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221A8CE-E204-2D26-6E01-F81B8FF3704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973098" y="3979796"/>
                  <a:ext cx="1537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6947D7A-D055-5201-3CB4-736E0236314D}"/>
                    </a:ext>
                  </a:extLst>
                </p14:cNvPr>
                <p14:cNvContentPartPr/>
                <p14:nvPr/>
              </p14:nvContentPartPr>
              <p14:xfrm>
                <a:off x="6410858" y="3880436"/>
                <a:ext cx="360" cy="2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6947D7A-D055-5201-3CB4-736E0236314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401858" y="3871436"/>
                  <a:ext cx="180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6FA9C63-3A2E-10F6-43A9-4676D1105FD1}"/>
                    </a:ext>
                  </a:extLst>
                </p14:cNvPr>
                <p14:cNvContentPartPr/>
                <p14:nvPr/>
              </p14:nvContentPartPr>
              <p14:xfrm>
                <a:off x="6300698" y="3841916"/>
                <a:ext cx="154080" cy="164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6FA9C63-3A2E-10F6-43A9-4676D1105FD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292058" y="3832916"/>
                  <a:ext cx="1717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D55C119-8A14-7159-AD16-2FCD50504FC1}"/>
                    </a:ext>
                  </a:extLst>
                </p14:cNvPr>
                <p14:cNvContentPartPr/>
                <p14:nvPr/>
              </p14:nvContentPartPr>
              <p14:xfrm>
                <a:off x="6263618" y="4557596"/>
                <a:ext cx="96840" cy="100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D55C119-8A14-7159-AD16-2FCD50504FC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54618" y="4548956"/>
                  <a:ext cx="1144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7529556-4176-BAD1-F221-F89E12CA72F0}"/>
                    </a:ext>
                  </a:extLst>
                </p14:cNvPr>
                <p14:cNvContentPartPr/>
                <p14:nvPr/>
              </p14:nvContentPartPr>
              <p14:xfrm>
                <a:off x="6383858" y="4615556"/>
                <a:ext cx="79560" cy="63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7529556-4176-BAD1-F221-F89E12CA72F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74858" y="4606556"/>
                  <a:ext cx="972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4BD6D0A-DB13-941A-A1E1-BCD0969389F6}"/>
                    </a:ext>
                  </a:extLst>
                </p14:cNvPr>
                <p14:cNvContentPartPr/>
                <p14:nvPr/>
              </p14:nvContentPartPr>
              <p14:xfrm>
                <a:off x="6291698" y="4815356"/>
                <a:ext cx="101520" cy="50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4BD6D0A-DB13-941A-A1E1-BCD0969389F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283058" y="4806356"/>
                  <a:ext cx="1191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E6B0A1B-7870-F61D-981A-E5D0CA490D8D}"/>
                    </a:ext>
                  </a:extLst>
                </p14:cNvPr>
                <p14:cNvContentPartPr/>
                <p14:nvPr/>
              </p14:nvContentPartPr>
              <p14:xfrm>
                <a:off x="6395378" y="4829036"/>
                <a:ext cx="41760" cy="54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E6B0A1B-7870-F61D-981A-E5D0CA490D8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86378" y="4820036"/>
                  <a:ext cx="594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37550F9-E87A-21D4-E95A-7F0210B03F68}"/>
                    </a:ext>
                  </a:extLst>
                </p14:cNvPr>
                <p14:cNvContentPartPr/>
                <p14:nvPr/>
              </p14:nvContentPartPr>
              <p14:xfrm>
                <a:off x="6359378" y="4964756"/>
                <a:ext cx="10440" cy="62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37550F9-E87A-21D4-E95A-7F0210B03F6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50738" y="4956116"/>
                  <a:ext cx="280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BB4E934-DA26-39F4-D262-74E6B749AACC}"/>
                    </a:ext>
                  </a:extLst>
                </p14:cNvPr>
                <p14:cNvContentPartPr/>
                <p14:nvPr/>
              </p14:nvContentPartPr>
              <p14:xfrm>
                <a:off x="6293138" y="5023796"/>
                <a:ext cx="146160" cy="87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BB4E934-DA26-39F4-D262-74E6B749AAC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84498" y="5015156"/>
                  <a:ext cx="1638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6FAE6BF-17D6-AD71-D3AC-F343A738A2C3}"/>
                    </a:ext>
                  </a:extLst>
                </p14:cNvPr>
                <p14:cNvContentPartPr/>
                <p14:nvPr/>
              </p14:nvContentPartPr>
              <p14:xfrm>
                <a:off x="6466658" y="5041436"/>
                <a:ext cx="172440" cy="60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6FAE6BF-17D6-AD71-D3AC-F343A738A2C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457658" y="5032436"/>
                  <a:ext cx="1900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F2EE056-782A-0964-3E7C-DBCDD264A736}"/>
                    </a:ext>
                  </a:extLst>
                </p14:cNvPr>
                <p14:cNvContentPartPr/>
                <p14:nvPr/>
              </p14:nvContentPartPr>
              <p14:xfrm>
                <a:off x="6476378" y="4912196"/>
                <a:ext cx="227160" cy="213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F2EE056-782A-0964-3E7C-DBCDD264A73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467738" y="4903556"/>
                  <a:ext cx="2448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06C2C85-BE2A-E28F-F84D-9F7AA7E94566}"/>
                    </a:ext>
                  </a:extLst>
                </p14:cNvPr>
                <p14:cNvContentPartPr/>
                <p14:nvPr/>
              </p14:nvContentPartPr>
              <p14:xfrm>
                <a:off x="4269218" y="4776476"/>
                <a:ext cx="2422440" cy="413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06C2C85-BE2A-E28F-F84D-9F7AA7E9456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260578" y="4767836"/>
                  <a:ext cx="244008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1226F83-343E-F01F-C423-59ADF7E2ADB9}"/>
                    </a:ext>
                  </a:extLst>
                </p14:cNvPr>
                <p14:cNvContentPartPr/>
                <p14:nvPr/>
              </p14:nvContentPartPr>
              <p14:xfrm>
                <a:off x="4157978" y="4301791"/>
                <a:ext cx="186840" cy="9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1226F83-343E-F01F-C423-59ADF7E2ADB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48978" y="4292791"/>
                  <a:ext cx="2044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18E9A61-92AC-5A89-AC78-3B7606299C90}"/>
                    </a:ext>
                  </a:extLst>
                </p14:cNvPr>
                <p14:cNvContentPartPr/>
                <p14:nvPr/>
              </p14:nvContentPartPr>
              <p14:xfrm>
                <a:off x="4089218" y="4460911"/>
                <a:ext cx="231480" cy="33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18E9A61-92AC-5A89-AC78-3B7606299C9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80578" y="4452271"/>
                  <a:ext cx="2491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0EECC6C-061B-C7A0-EA67-57403061282F}"/>
                    </a:ext>
                  </a:extLst>
                </p14:cNvPr>
                <p14:cNvContentPartPr/>
                <p14:nvPr/>
              </p14:nvContentPartPr>
              <p14:xfrm>
                <a:off x="4179218" y="4577191"/>
                <a:ext cx="120960" cy="11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0EECC6C-061B-C7A0-EA67-57403061282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170578" y="4568551"/>
                  <a:ext cx="138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5B0D80D-5F8E-FF53-EE98-F6358F849A96}"/>
                    </a:ext>
                  </a:extLst>
                </p14:cNvPr>
                <p14:cNvContentPartPr/>
                <p14:nvPr/>
              </p14:nvContentPartPr>
              <p14:xfrm>
                <a:off x="4170218" y="4708231"/>
                <a:ext cx="107280" cy="139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5B0D80D-5F8E-FF53-EE98-F6358F849A9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161218" y="4699231"/>
                  <a:ext cx="1249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C6716BB-36DB-84B6-7175-55477FA24F50}"/>
                    </a:ext>
                  </a:extLst>
                </p14:cNvPr>
                <p14:cNvContentPartPr/>
                <p14:nvPr/>
              </p14:nvContentPartPr>
              <p14:xfrm>
                <a:off x="4207298" y="4937551"/>
                <a:ext cx="110880" cy="106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C6716BB-36DB-84B6-7175-55477FA24F5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198298" y="4928551"/>
                  <a:ext cx="1285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0695B1E-0B33-9D02-2E56-B26B54E210B4}"/>
                    </a:ext>
                  </a:extLst>
                </p14:cNvPr>
                <p14:cNvContentPartPr/>
                <p14:nvPr/>
              </p14:nvContentPartPr>
              <p14:xfrm>
                <a:off x="4564778" y="4410151"/>
                <a:ext cx="123840" cy="8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0695B1E-0B33-9D02-2E56-B26B54E210B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556138" y="4401511"/>
                  <a:ext cx="1414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221E676-6BC5-9647-8567-7CB6C31A3DAF}"/>
                    </a:ext>
                  </a:extLst>
                </p14:cNvPr>
                <p14:cNvContentPartPr/>
                <p14:nvPr/>
              </p14:nvContentPartPr>
              <p14:xfrm>
                <a:off x="4892378" y="4400791"/>
                <a:ext cx="577800" cy="19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221E676-6BC5-9647-8567-7CB6C31A3DA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883738" y="4391791"/>
                  <a:ext cx="595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579F10C-1C9F-FEE2-F996-0C4A8AB0B758}"/>
                    </a:ext>
                  </a:extLst>
                </p14:cNvPr>
                <p14:cNvContentPartPr/>
                <p14:nvPr/>
              </p14:nvContentPartPr>
              <p14:xfrm>
                <a:off x="5821898" y="4367311"/>
                <a:ext cx="124560" cy="11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579F10C-1C9F-FEE2-F996-0C4A8AB0B75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13258" y="4358311"/>
                  <a:ext cx="1422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E1C8E9E-48DB-5CAF-2690-FBF987B7FF2F}"/>
                    </a:ext>
                  </a:extLst>
                </p14:cNvPr>
                <p14:cNvContentPartPr/>
                <p14:nvPr/>
              </p14:nvContentPartPr>
              <p14:xfrm>
                <a:off x="6223658" y="4265636"/>
                <a:ext cx="104040" cy="133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E1C8E9E-48DB-5CAF-2690-FBF987B7FF2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214658" y="4256996"/>
                  <a:ext cx="1216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6F16B11-5030-C4CC-2E15-34641264B1DF}"/>
                    </a:ext>
                  </a:extLst>
                </p14:cNvPr>
                <p14:cNvContentPartPr/>
                <p14:nvPr/>
              </p14:nvContentPartPr>
              <p14:xfrm>
                <a:off x="6345338" y="4377956"/>
                <a:ext cx="1800" cy="60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6F16B11-5030-C4CC-2E15-34641264B1D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36338" y="4368956"/>
                  <a:ext cx="194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3A3BE57-E37D-53A6-C37A-F7AEE57C5731}"/>
                    </a:ext>
                  </a:extLst>
                </p14:cNvPr>
                <p14:cNvContentPartPr/>
                <p14:nvPr/>
              </p14:nvContentPartPr>
              <p14:xfrm>
                <a:off x="6535418" y="4341391"/>
                <a:ext cx="247680" cy="18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3A3BE57-E37D-53A6-C37A-F7AEE57C573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526778" y="4332751"/>
                  <a:ext cx="2653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1F02B8B-10E8-ECE7-EEA1-F0B5BB149EE8}"/>
                    </a:ext>
                  </a:extLst>
                </p14:cNvPr>
                <p14:cNvContentPartPr/>
                <p14:nvPr/>
              </p14:nvContentPartPr>
              <p14:xfrm>
                <a:off x="6693098" y="4270831"/>
                <a:ext cx="121680" cy="173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1F02B8B-10E8-ECE7-EEA1-F0B5BB149EE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684098" y="4262191"/>
                  <a:ext cx="1393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D201C4A-8BCD-0522-EC2B-E16C0FA2FD5E}"/>
                    </a:ext>
                  </a:extLst>
                </p14:cNvPr>
                <p14:cNvContentPartPr/>
                <p14:nvPr/>
              </p14:nvContentPartPr>
              <p14:xfrm>
                <a:off x="4343378" y="4777711"/>
                <a:ext cx="2543400" cy="204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D201C4A-8BCD-0522-EC2B-E16C0FA2FD5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334378" y="4768711"/>
                  <a:ext cx="25610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CA5A56B-8FAF-7814-2876-E766FD08216A}"/>
                    </a:ext>
                  </a:extLst>
                </p14:cNvPr>
                <p14:cNvContentPartPr/>
                <p14:nvPr/>
              </p14:nvContentPartPr>
              <p14:xfrm>
                <a:off x="4345898" y="4911271"/>
                <a:ext cx="2611440" cy="162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CA5A56B-8FAF-7814-2876-E766FD08216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37258" y="4902271"/>
                  <a:ext cx="2629080" cy="18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3C40DEE1-9DA5-626E-5D1B-37BFF693CE34}"/>
                  </a:ext>
                </a:extLst>
              </p14:cNvPr>
              <p14:cNvContentPartPr/>
              <p14:nvPr/>
            </p14:nvContentPartPr>
            <p14:xfrm>
              <a:off x="7329578" y="3578551"/>
              <a:ext cx="248040" cy="1828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3C40DEE1-9DA5-626E-5D1B-37BFF693CE3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320938" y="3569911"/>
                <a:ext cx="265680" cy="20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0601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760560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0915"/>
            <a:ext cx="7886700" cy="101104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100" b="1">
                <a:solidFill>
                  <a:srgbClr val="FFFFFF"/>
                </a:solidFill>
                <a:latin typeface="Cambria" pitchFamily="18" charset="0"/>
                <a:cs typeface="Times New Roman" pitchFamily="18" charset="0"/>
              </a:rPr>
              <a:t>Naive Bayes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940091"/>
                <a:ext cx="7886700" cy="2692631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  <a:buFont typeface="Wingdings" panose="05000000000000000000" pitchFamily="2" charset="2"/>
                  <a:buChar char="Ø"/>
                </a:pPr>
                <a:r>
                  <a:rPr lang="en-US" altLang="zh-CN" sz="1700">
                    <a:latin typeface="Cambria" pitchFamily="18" charset="0"/>
                    <a:cs typeface="Times New Roman" pitchFamily="18" charset="0"/>
                  </a:rPr>
                  <a:t>Compute posterior probability P(C</a:t>
                </a:r>
                <a:r>
                  <a:rPr lang="en-US" altLang="zh-CN" sz="1700" baseline="-25000">
                    <a:latin typeface="Cambria" pitchFamily="18" charset="0"/>
                    <a:cs typeface="Times New Roman" pitchFamily="18" charset="0"/>
                  </a:rPr>
                  <a:t>i</a:t>
                </a:r>
                <a:r>
                  <a:rPr lang="en-US" altLang="zh-CN" sz="1700">
                    <a:latin typeface="Cambria" pitchFamily="18" charset="0"/>
                    <a:cs typeface="Times New Roman" pitchFamily="18" charset="0"/>
                  </a:rPr>
                  <a:t>|A</a:t>
                </a:r>
                <a:r>
                  <a:rPr lang="en-US" altLang="zh-CN" sz="1700" baseline="-25000">
                    <a:latin typeface="Cambria" pitchFamily="18" charset="0"/>
                    <a:cs typeface="Times New Roman" pitchFamily="18" charset="0"/>
                  </a:rPr>
                  <a:t>1</a:t>
                </a:r>
                <a:r>
                  <a:rPr lang="en-US" altLang="zh-CN" sz="1700">
                    <a:latin typeface="Cambria" pitchFamily="18" charset="0"/>
                    <a:cs typeface="Times New Roman" pitchFamily="18" charset="0"/>
                  </a:rPr>
                  <a:t>, A</a:t>
                </a:r>
                <a:r>
                  <a:rPr lang="en-US" altLang="zh-CN" sz="1700" baseline="-25000">
                    <a:latin typeface="Cambria" pitchFamily="18" charset="0"/>
                    <a:cs typeface="Times New Roman" pitchFamily="18" charset="0"/>
                  </a:rPr>
                  <a:t>2</a:t>
                </a:r>
                <a:r>
                  <a:rPr lang="en-US" altLang="zh-CN" sz="1700">
                    <a:latin typeface="Cambria" pitchFamily="18" charset="0"/>
                    <a:cs typeface="Times New Roman" pitchFamily="18" charset="0"/>
                  </a:rPr>
                  <a:t>,…..A</a:t>
                </a:r>
                <a:r>
                  <a:rPr lang="en-US" altLang="zh-CN" sz="1700" baseline="-25000">
                    <a:latin typeface="Cambria" pitchFamily="18" charset="0"/>
                    <a:cs typeface="Times New Roman" pitchFamily="18" charset="0"/>
                  </a:rPr>
                  <a:t>n</a:t>
                </a:r>
                <a:r>
                  <a:rPr lang="en-US" altLang="zh-CN" sz="1700">
                    <a:latin typeface="Cambria" pitchFamily="18" charset="0"/>
                    <a:cs typeface="Times New Roman" pitchFamily="18" charset="0"/>
                  </a:rPr>
                  <a:t>) for all C</a:t>
                </a:r>
                <a:r>
                  <a:rPr lang="en-US" altLang="zh-CN" sz="1700" baseline="-25000">
                    <a:latin typeface="Cambria" pitchFamily="18" charset="0"/>
                    <a:cs typeface="Times New Roman" pitchFamily="18" charset="0"/>
                  </a:rPr>
                  <a:t>i </a:t>
                </a:r>
                <a:r>
                  <a:rPr lang="en-US" altLang="zh-CN" sz="1700">
                    <a:latin typeface="Cambria" pitchFamily="18" charset="0"/>
                    <a:cs typeface="Times New Roman" pitchFamily="18" charset="0"/>
                  </a:rPr>
                  <a:t> using Bayes theorem: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altLang="zh-CN" sz="1700" b="0" i="1">
                          <a:latin typeface="Cambria Math"/>
                          <a:cs typeface="Times New Roman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altLang="zh-CN" sz="1700" b="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altLang="zh-CN" sz="17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IN" altLang="zh-CN" sz="1700" b="0" i="1">
                                  <a:latin typeface="Cambria Math"/>
                                  <a:cs typeface="Times New Roman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altLang="zh-CN" sz="1700" b="0" i="1">
                                  <a:latin typeface="Cambria Math"/>
                                  <a:cs typeface="Times New Roman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altLang="zh-CN" sz="17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IN" altLang="zh-CN" sz="1700" b="0" i="1">
                                  <a:latin typeface="Cambria Math"/>
                                  <a:cs typeface="Times New Roman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IN" altLang="zh-CN" sz="1700" b="0" i="1">
                                  <a:latin typeface="Cambria Math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altLang="zh-CN" sz="1700" b="0" i="1">
                              <a:latin typeface="Cambria Math"/>
                              <a:cs typeface="Times New Roman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altLang="zh-CN" sz="17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IN" altLang="zh-CN" sz="1700" b="0" i="1">
                                  <a:latin typeface="Cambria Math"/>
                                  <a:cs typeface="Times New Roman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IN" altLang="zh-CN" sz="1700" b="0" i="1">
                                  <a:latin typeface="Cambria Math"/>
                                  <a:cs typeface="Times New Roman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altLang="zh-CN" sz="1700" b="0" i="1">
                              <a:latin typeface="Cambria Math"/>
                              <a:cs typeface="Times New Roman" pitchFamily="18" charset="0"/>
                            </a:rPr>
                            <m:t>,…..,</m:t>
                          </m:r>
                          <m:sSub>
                            <m:sSubPr>
                              <m:ctrlPr>
                                <a:rPr lang="en-IN" altLang="zh-CN" sz="17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IN" altLang="zh-CN" sz="1700" b="0" i="1">
                                  <a:latin typeface="Cambria Math"/>
                                  <a:cs typeface="Times New Roman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IN" altLang="zh-CN" sz="1700" b="0" i="1">
                                  <a:latin typeface="Cambria Math"/>
                                  <a:cs typeface="Times New Roman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IN" altLang="zh-CN" sz="1700" b="0" i="1">
                          <a:latin typeface="Cambria Math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7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IN" altLang="zh-CN" sz="1700" b="0" i="1">
                              <a:latin typeface="Cambria Math"/>
                              <a:cs typeface="Times New Roman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altLang="zh-CN" sz="17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7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altLang="zh-CN" sz="1700" b="0" i="1">
                                      <a:latin typeface="Cambria Math"/>
                                      <a:cs typeface="Times New Roman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IN" altLang="zh-CN" sz="1700" b="0" i="1">
                                      <a:latin typeface="Cambria Math"/>
                                      <a:cs typeface="Times New Roman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altLang="zh-CN" sz="1700" b="0" i="1">
                                  <a:latin typeface="Cambria Math"/>
                                  <a:cs typeface="Times New Roman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altLang="zh-CN" sz="17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altLang="zh-CN" sz="1700" b="0" i="1">
                                      <a:latin typeface="Cambria Math"/>
                                      <a:cs typeface="Times New Roman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IN" altLang="zh-CN" sz="1700" b="0" i="1">
                                      <a:latin typeface="Cambria Math"/>
                                      <a:cs typeface="Times New Roman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altLang="zh-CN" sz="1700" b="0" i="1">
                                  <a:latin typeface="Cambria Math"/>
                                  <a:cs typeface="Times New Roman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IN" altLang="zh-CN" sz="17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altLang="zh-CN" sz="1700" b="0" i="1">
                                      <a:latin typeface="Cambria Math"/>
                                      <a:cs typeface="Times New Roman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IN" altLang="zh-CN" sz="1700" b="0" i="1">
                                      <a:latin typeface="Cambria Math"/>
                                      <a:cs typeface="Times New Roman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IN" altLang="zh-CN" sz="1700" b="0" i="1">
                                  <a:latin typeface="Cambria Math"/>
                                  <a:cs typeface="Times New Roman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N" altLang="zh-CN" sz="17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altLang="zh-CN" sz="1700" b="0" i="1">
                                      <a:latin typeface="Cambria Math"/>
                                      <a:cs typeface="Times New Roman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altLang="zh-CN" sz="1700" b="0" i="1">
                                      <a:latin typeface="Cambria Math"/>
                                      <a:cs typeface="Times New Roman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IN" altLang="zh-CN" sz="1700" b="0" i="1">
                              <a:latin typeface="Cambria Math"/>
                              <a:cs typeface="Times New Roman" pitchFamily="18" charset="0"/>
                            </a:rPr>
                            <m:t>.</m:t>
                          </m:r>
                          <m:r>
                            <a:rPr lang="en-IN" altLang="zh-CN" sz="1700" b="0" i="1">
                              <a:latin typeface="Cambria Math"/>
                              <a:cs typeface="Times New Roman" pitchFamily="18" charset="0"/>
                            </a:rPr>
                            <m:t>𝑃</m:t>
                          </m:r>
                          <m:r>
                            <a:rPr lang="en-IN" altLang="zh-CN" sz="1700" b="0" i="1">
                              <a:latin typeface="Cambria Math"/>
                              <a:cs typeface="Times New Roman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altLang="zh-CN" sz="17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IN" altLang="zh-CN" sz="1700" b="0" i="1">
                                  <a:latin typeface="Cambria Math"/>
                                  <a:cs typeface="Times New Roman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altLang="zh-CN" sz="1700" b="0" i="1">
                                  <a:latin typeface="Cambria Math"/>
                                  <a:cs typeface="Times New Roman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altLang="zh-CN" sz="1700" b="0" i="1">
                              <a:latin typeface="Cambria Math"/>
                              <a:cs typeface="Times New Roman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altLang="zh-CN" sz="1700" i="1">
                              <a:latin typeface="Cambria Math"/>
                              <a:cs typeface="Times New Roman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altLang="zh-CN" sz="17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7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altLang="zh-CN" sz="1700" i="1">
                                      <a:latin typeface="Cambria Math"/>
                                      <a:cs typeface="Times New Roman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IN" altLang="zh-CN" sz="1700" i="1">
                                      <a:latin typeface="Cambria Math"/>
                                      <a:cs typeface="Times New Roman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altLang="zh-CN" sz="1700" i="1">
                                  <a:latin typeface="Cambria Math"/>
                                  <a:cs typeface="Times New Roman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altLang="zh-CN" sz="17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altLang="zh-CN" sz="1700" i="1">
                                      <a:latin typeface="Cambria Math"/>
                                      <a:cs typeface="Times New Roman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IN" altLang="zh-CN" sz="1700" i="1">
                                      <a:latin typeface="Cambria Math"/>
                                      <a:cs typeface="Times New Roman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altLang="zh-CN" sz="1700" i="1">
                                  <a:latin typeface="Cambria Math"/>
                                  <a:cs typeface="Times New Roman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IN" altLang="zh-CN" sz="17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altLang="zh-CN" sz="1700" i="1">
                                      <a:latin typeface="Cambria Math"/>
                                      <a:cs typeface="Times New Roman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IN" altLang="zh-CN" sz="1700" i="1">
                                      <a:latin typeface="Cambria Math"/>
                                      <a:cs typeface="Times New Roman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700">
                  <a:latin typeface="Cambria" pitchFamily="18" charset="0"/>
                  <a:cs typeface="Times New Roman" pitchFamily="18" charset="0"/>
                </a:endParaRPr>
              </a:p>
              <a:p>
                <a:pPr>
                  <a:spcAft>
                    <a:spcPts val="1200"/>
                  </a:spcAft>
                  <a:buFont typeface="Wingdings" panose="05000000000000000000" pitchFamily="2" charset="2"/>
                  <a:buChar char="Ø"/>
                </a:pPr>
                <a:r>
                  <a:rPr lang="en-US" altLang="zh-CN" sz="1700">
                    <a:latin typeface="Cambria" pitchFamily="18" charset="0"/>
                    <a:cs typeface="Times New Roman" pitchFamily="18" charset="0"/>
                  </a:rPr>
                  <a:t>If P(C</a:t>
                </a:r>
                <a:r>
                  <a:rPr lang="en-US" altLang="zh-CN" sz="1700" baseline="-25000">
                    <a:latin typeface="Cambria" pitchFamily="18" charset="0"/>
                    <a:cs typeface="Times New Roman" pitchFamily="18" charset="0"/>
                  </a:rPr>
                  <a:t>i</a:t>
                </a:r>
                <a:r>
                  <a:rPr lang="en-US" altLang="zh-CN" sz="1700">
                    <a:latin typeface="Cambria" pitchFamily="18" charset="0"/>
                    <a:cs typeface="Times New Roman" pitchFamily="18" charset="0"/>
                  </a:rPr>
                  <a:t>|A</a:t>
                </a:r>
                <a:r>
                  <a:rPr lang="en-US" altLang="zh-CN" sz="1700" baseline="-25000">
                    <a:latin typeface="Cambria" pitchFamily="18" charset="0"/>
                    <a:cs typeface="Times New Roman" pitchFamily="18" charset="0"/>
                  </a:rPr>
                  <a:t>1</a:t>
                </a:r>
                <a:r>
                  <a:rPr lang="en-US" altLang="zh-CN" sz="1700">
                    <a:latin typeface="Cambria" pitchFamily="18" charset="0"/>
                    <a:cs typeface="Times New Roman" pitchFamily="18" charset="0"/>
                  </a:rPr>
                  <a:t>, A</a:t>
                </a:r>
                <a:r>
                  <a:rPr lang="en-US" altLang="zh-CN" sz="1700" baseline="-25000">
                    <a:latin typeface="Cambria" pitchFamily="18" charset="0"/>
                    <a:cs typeface="Times New Roman" pitchFamily="18" charset="0"/>
                  </a:rPr>
                  <a:t>2</a:t>
                </a:r>
                <a:r>
                  <a:rPr lang="en-US" altLang="zh-CN" sz="1700">
                    <a:latin typeface="Cambria" pitchFamily="18" charset="0"/>
                    <a:cs typeface="Times New Roman" pitchFamily="18" charset="0"/>
                  </a:rPr>
                  <a:t>,…..A</a:t>
                </a:r>
                <a:r>
                  <a:rPr lang="en-US" altLang="zh-CN" sz="1700" baseline="-25000">
                    <a:latin typeface="Cambria" pitchFamily="18" charset="0"/>
                    <a:cs typeface="Times New Roman" pitchFamily="18" charset="0"/>
                  </a:rPr>
                  <a:t>n</a:t>
                </a:r>
                <a:r>
                  <a:rPr lang="en-US" altLang="zh-CN" sz="1700">
                    <a:latin typeface="Cambria" pitchFamily="18" charset="0"/>
                    <a:cs typeface="Times New Roman" pitchFamily="18" charset="0"/>
                  </a:rPr>
                  <a:t>)&gt; P(C</a:t>
                </a:r>
                <a:r>
                  <a:rPr lang="en-US" altLang="zh-CN" sz="1700" baseline="-25000">
                    <a:latin typeface="Cambria" pitchFamily="18" charset="0"/>
                    <a:cs typeface="Times New Roman" pitchFamily="18" charset="0"/>
                  </a:rPr>
                  <a:t>j</a:t>
                </a:r>
                <a:r>
                  <a:rPr lang="en-US" altLang="zh-CN" sz="1700">
                    <a:latin typeface="Cambria" pitchFamily="18" charset="0"/>
                    <a:cs typeface="Times New Roman" pitchFamily="18" charset="0"/>
                  </a:rPr>
                  <a:t>|A</a:t>
                </a:r>
                <a:r>
                  <a:rPr lang="en-US" altLang="zh-CN" sz="1700" baseline="-25000">
                    <a:latin typeface="Cambria" pitchFamily="18" charset="0"/>
                    <a:cs typeface="Times New Roman" pitchFamily="18" charset="0"/>
                  </a:rPr>
                  <a:t>1</a:t>
                </a:r>
                <a:r>
                  <a:rPr lang="en-US" altLang="zh-CN" sz="1700">
                    <a:latin typeface="Cambria" pitchFamily="18" charset="0"/>
                    <a:cs typeface="Times New Roman" pitchFamily="18" charset="0"/>
                  </a:rPr>
                  <a:t>, A</a:t>
                </a:r>
                <a:r>
                  <a:rPr lang="en-US" altLang="zh-CN" sz="1700" baseline="-25000">
                    <a:latin typeface="Cambria" pitchFamily="18" charset="0"/>
                    <a:cs typeface="Times New Roman" pitchFamily="18" charset="0"/>
                  </a:rPr>
                  <a:t>2</a:t>
                </a:r>
                <a:r>
                  <a:rPr lang="en-US" altLang="zh-CN" sz="1700">
                    <a:latin typeface="Cambria" pitchFamily="18" charset="0"/>
                    <a:cs typeface="Times New Roman" pitchFamily="18" charset="0"/>
                  </a:rPr>
                  <a:t>,…..A</a:t>
                </a:r>
                <a:r>
                  <a:rPr lang="en-US" altLang="zh-CN" sz="1700" baseline="-25000">
                    <a:latin typeface="Cambria" pitchFamily="18" charset="0"/>
                    <a:cs typeface="Times New Roman" pitchFamily="18" charset="0"/>
                  </a:rPr>
                  <a:t>n</a:t>
                </a:r>
                <a:r>
                  <a:rPr lang="en-US" altLang="zh-CN" sz="1700">
                    <a:latin typeface="Cambria" pitchFamily="18" charset="0"/>
                    <a:cs typeface="Times New Roman" pitchFamily="18" charset="0"/>
                  </a:rPr>
                  <a:t>), then the class label is C</a:t>
                </a:r>
                <a:r>
                  <a:rPr lang="en-US" altLang="zh-CN" sz="1700" baseline="-25000">
                    <a:latin typeface="Cambria" pitchFamily="18" charset="0"/>
                    <a:cs typeface="Times New Roman" pitchFamily="18" charset="0"/>
                  </a:rPr>
                  <a:t>i </a:t>
                </a:r>
              </a:p>
              <a:p>
                <a:pPr>
                  <a:spcAft>
                    <a:spcPts val="1200"/>
                  </a:spcAft>
                  <a:buFont typeface="Wingdings" panose="05000000000000000000" pitchFamily="2" charset="2"/>
                  <a:buChar char="Ø"/>
                </a:pPr>
                <a:r>
                  <a:rPr lang="en-US" altLang="zh-CN" sz="1700">
                    <a:latin typeface="Cambria" pitchFamily="18" charset="0"/>
                    <a:ea typeface="+mj-ea"/>
                    <a:cs typeface="Times New Roman" pitchFamily="18" charset="0"/>
                  </a:rPr>
                  <a:t>How to find </a:t>
                </a:r>
                <a14:m>
                  <m:oMath xmlns:m="http://schemas.openxmlformats.org/officeDocument/2006/math">
                    <m:r>
                      <a:rPr lang="en-IN" altLang="zh-CN" sz="1700" i="1">
                        <a:latin typeface="Cambria Math"/>
                        <a:cs typeface="Times New Roman" pitchFamily="18" charset="0"/>
                      </a:rPr>
                      <m:t>𝑃</m:t>
                    </m:r>
                    <m:d>
                      <m:dPr>
                        <m:ctrlPr>
                          <a:rPr lang="en-IN" altLang="zh-CN" sz="17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7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IN" altLang="zh-CN" sz="1700" i="1">
                                <a:latin typeface="Cambria Math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altLang="zh-CN" sz="1700" i="1">
                                <a:latin typeface="Cambria Math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altLang="zh-CN" sz="1700" i="1">
                            <a:latin typeface="Cambria Math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altLang="zh-CN" sz="17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IN" altLang="zh-CN" sz="1700" i="1">
                                <a:latin typeface="Cambria Math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altLang="zh-CN" sz="1700" i="1">
                                <a:latin typeface="Cambria Math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altLang="zh-CN" sz="1700" i="1">
                            <a:latin typeface="Cambria Math"/>
                            <a:cs typeface="Times New Roman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IN" altLang="zh-CN" sz="17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IN" altLang="zh-CN" sz="1700" i="1">
                                <a:latin typeface="Cambria Math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altLang="zh-CN" sz="1700" i="1">
                                <a:latin typeface="Cambria Math"/>
                                <a:cs typeface="Times New Roman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IN" altLang="zh-CN" sz="1700" i="1">
                            <a:latin typeface="Cambria Math"/>
                            <a:cs typeface="Times New Roman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IN" altLang="zh-CN" sz="17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IN" altLang="zh-CN" sz="1700" i="1">
                                <a:latin typeface="Cambria Math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altLang="zh-CN" sz="1700" i="1">
                                <a:latin typeface="Cambria Math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700">
                    <a:latin typeface="Cambria" pitchFamily="18" charset="0"/>
                    <a:ea typeface="+mj-ea"/>
                    <a:cs typeface="Times New Roman" pitchFamily="18" charset="0"/>
                  </a:rPr>
                  <a:t>?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altLang="zh-CN" sz="1700">
                    <a:latin typeface="Cambria" pitchFamily="18" charset="0"/>
                    <a:ea typeface="+mj-ea"/>
                    <a:cs typeface="Times New Roman" pitchFamily="18" charset="0"/>
                  </a:rPr>
                  <a:t> </a:t>
                </a:r>
                <a:endParaRPr lang="en-US" altLang="en-US" sz="1700">
                  <a:latin typeface="Cambria" pitchFamily="18" charset="0"/>
                  <a:ea typeface="+mj-ea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940091"/>
                <a:ext cx="7886700" cy="2692631"/>
              </a:xfrm>
              <a:blipFill>
                <a:blip r:embed="rId2"/>
                <a:stretch>
                  <a:fillRect l="-309" t="-6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D06674E-C87E-4C53-EE07-EE02341974F8}"/>
                  </a:ext>
                </a:extLst>
              </p14:cNvPr>
              <p14:cNvContentPartPr/>
              <p14:nvPr/>
            </p14:nvContentPartPr>
            <p14:xfrm>
              <a:off x="1985378" y="2767676"/>
              <a:ext cx="205200" cy="139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D06674E-C87E-4C53-EE07-EE02341974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6738" y="2759036"/>
                <a:ext cx="22284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C9E0217-E2EB-FF8C-3CE5-AAA7D5CA61C3}"/>
                  </a:ext>
                </a:extLst>
              </p14:cNvPr>
              <p14:cNvContentPartPr/>
              <p14:nvPr/>
            </p14:nvContentPartPr>
            <p14:xfrm>
              <a:off x="3203618" y="3516116"/>
              <a:ext cx="205920" cy="13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C9E0217-E2EB-FF8C-3CE5-AAA7D5CA61C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94618" y="3507476"/>
                <a:ext cx="22356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0027ED0-96B3-4B67-99ED-FE1C02BBAC26}"/>
                  </a:ext>
                </a:extLst>
              </p14:cNvPr>
              <p14:cNvContentPartPr/>
              <p14:nvPr/>
            </p14:nvContentPartPr>
            <p14:xfrm>
              <a:off x="6547298" y="3494156"/>
              <a:ext cx="247320" cy="3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0027ED0-96B3-4B67-99ED-FE1C02BBAC2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38298" y="3485516"/>
                <a:ext cx="2649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AA6B73B-3362-AED3-0826-0E9BDDA2BF37}"/>
                  </a:ext>
                </a:extLst>
              </p14:cNvPr>
              <p14:cNvContentPartPr/>
              <p14:nvPr/>
            </p14:nvContentPartPr>
            <p14:xfrm>
              <a:off x="2474618" y="4049636"/>
              <a:ext cx="1425960" cy="18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AA6B73B-3362-AED3-0826-0E9BDDA2BF3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65618" y="4040996"/>
                <a:ext cx="14436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3EE93B5D-1ECF-5086-8956-2543575C7DDF}"/>
              </a:ext>
            </a:extLst>
          </p:cNvPr>
          <p:cNvGrpSpPr/>
          <p:nvPr/>
        </p:nvGrpSpPr>
        <p:grpSpPr>
          <a:xfrm>
            <a:off x="5955818" y="3846236"/>
            <a:ext cx="1148760" cy="422640"/>
            <a:chOff x="5955818" y="3846236"/>
            <a:chExt cx="1148760" cy="42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C05FDB9-48B5-F1E9-5888-1AB453F0E417}"/>
                    </a:ext>
                  </a:extLst>
                </p14:cNvPr>
                <p14:cNvContentPartPr/>
                <p14:nvPr/>
              </p14:nvContentPartPr>
              <p14:xfrm>
                <a:off x="5955818" y="3876476"/>
                <a:ext cx="100800" cy="277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C05FDB9-48B5-F1E9-5888-1AB453F0E41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946818" y="3867476"/>
                  <a:ext cx="1184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560EF23-6698-8D13-4DE8-133175C4E4E8}"/>
                    </a:ext>
                  </a:extLst>
                </p14:cNvPr>
                <p14:cNvContentPartPr/>
                <p14:nvPr/>
              </p14:nvContentPartPr>
              <p14:xfrm>
                <a:off x="6149138" y="3893036"/>
                <a:ext cx="120600" cy="251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560EF23-6698-8D13-4DE8-133175C4E4E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40498" y="3884396"/>
                  <a:ext cx="1382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A145EF4-FD58-89A8-3E31-536F398E1563}"/>
                    </a:ext>
                  </a:extLst>
                </p14:cNvPr>
                <p14:cNvContentPartPr/>
                <p14:nvPr/>
              </p14:nvContentPartPr>
              <p14:xfrm>
                <a:off x="6324818" y="3931556"/>
                <a:ext cx="149400" cy="209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A145EF4-FD58-89A8-3E31-536F398E156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315818" y="3922916"/>
                  <a:ext cx="1670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0954B22-84CC-05D5-CA8C-7926C2BF2B85}"/>
                    </a:ext>
                  </a:extLst>
                </p14:cNvPr>
                <p14:cNvContentPartPr/>
                <p14:nvPr/>
              </p14:nvContentPartPr>
              <p14:xfrm>
                <a:off x="6337418" y="4011116"/>
                <a:ext cx="171000" cy="48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0954B22-84CC-05D5-CA8C-7926C2BF2B8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328418" y="4002476"/>
                  <a:ext cx="1886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DB83756-6089-A5EC-470A-30EEF046546C}"/>
                    </a:ext>
                  </a:extLst>
                </p14:cNvPr>
                <p14:cNvContentPartPr/>
                <p14:nvPr/>
              </p14:nvContentPartPr>
              <p14:xfrm>
                <a:off x="6605978" y="3848756"/>
                <a:ext cx="65880" cy="336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DB83756-6089-A5EC-470A-30EEF046546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96978" y="3840116"/>
                  <a:ext cx="8352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476B9A7-DA26-7A5C-B6C2-C299C821A135}"/>
                    </a:ext>
                  </a:extLst>
                </p14:cNvPr>
                <p14:cNvContentPartPr/>
                <p14:nvPr/>
              </p14:nvContentPartPr>
              <p14:xfrm>
                <a:off x="6714338" y="3846236"/>
                <a:ext cx="390240" cy="422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476B9A7-DA26-7A5C-B6C2-C299C821A13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705698" y="3837596"/>
                  <a:ext cx="407880" cy="44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DB0D26A-7925-9284-62C4-6ACF660EE9C7}"/>
              </a:ext>
            </a:extLst>
          </p:cNvPr>
          <p:cNvGrpSpPr/>
          <p:nvPr/>
        </p:nvGrpSpPr>
        <p:grpSpPr>
          <a:xfrm>
            <a:off x="2560298" y="3982316"/>
            <a:ext cx="794160" cy="39600"/>
            <a:chOff x="2560298" y="3982316"/>
            <a:chExt cx="794160" cy="3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982DED7-A6DD-7E81-9F58-00ABC1AA1E1D}"/>
                    </a:ext>
                  </a:extLst>
                </p14:cNvPr>
                <p14:cNvContentPartPr/>
                <p14:nvPr/>
              </p14:nvContentPartPr>
              <p14:xfrm>
                <a:off x="2560298" y="4020116"/>
                <a:ext cx="22320" cy="1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982DED7-A6DD-7E81-9F58-00ABC1AA1E1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551298" y="4011476"/>
                  <a:ext cx="399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8B0ECE5-2F97-5EFC-DB87-C6558248EB64}"/>
                    </a:ext>
                  </a:extLst>
                </p14:cNvPr>
                <p14:cNvContentPartPr/>
                <p14:nvPr/>
              </p14:nvContentPartPr>
              <p14:xfrm>
                <a:off x="2832098" y="3982316"/>
                <a:ext cx="41040" cy="6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8B0ECE5-2F97-5EFC-DB87-C6558248EB6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823458" y="3973676"/>
                  <a:ext cx="586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0AF6B94-8C88-D542-9E61-8CCA46F1BDF9}"/>
                    </a:ext>
                  </a:extLst>
                </p14:cNvPr>
                <p14:cNvContentPartPr/>
                <p14:nvPr/>
              </p14:nvContentPartPr>
              <p14:xfrm>
                <a:off x="3101378" y="3996356"/>
                <a:ext cx="253080" cy="9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0AF6B94-8C88-D542-9E61-8CCA46F1BDF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092378" y="3987716"/>
                  <a:ext cx="270720" cy="27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83241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760560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00915"/>
            <a:ext cx="7886700" cy="10110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defRPr/>
            </a:pPr>
            <a:r>
              <a:rPr lang="en-US" sz="41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Naive Bayes Classifier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628650" y="1940091"/>
                <a:ext cx="7886700" cy="269263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-228600">
                  <a:lnSpc>
                    <a:spcPct val="90000"/>
                  </a:lnSpc>
                  <a:spcAft>
                    <a:spcPts val="1200"/>
                  </a:spcAft>
                </a:pPr>
                <a:r>
                  <a:rPr lang="en-US" altLang="zh-CN" sz="1700" dirty="0"/>
                  <a:t>Assume independence among attributes A</a:t>
                </a:r>
                <a:r>
                  <a:rPr lang="en-US" altLang="zh-CN" sz="1700" baseline="-25000" dirty="0"/>
                  <a:t>i</a:t>
                </a:r>
                <a:r>
                  <a:rPr lang="en-US" altLang="zh-CN" sz="1700" dirty="0"/>
                  <a:t> when class labels are given.</a:t>
                </a:r>
              </a:p>
              <a:p>
                <a:pPr marL="712788" indent="-228600">
                  <a:lnSpc>
                    <a:spcPct val="90000"/>
                  </a:lnSpc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zh-CN" altLang="en-US" sz="17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7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7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7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7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7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7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7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zh-CN" altLang="en-US" sz="17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7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7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1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17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17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7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7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7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1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17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zh-CN" altLang="en-US" sz="17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7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7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7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1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1700" i="1">
                        <a:latin typeface="Cambria Math" panose="02040503050406030204" pitchFamily="18" charset="0"/>
                      </a:rPr>
                      <m:t>……</m:t>
                    </m:r>
                    <m:r>
                      <a:rPr lang="zh-CN" altLang="en-US" sz="17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7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CN" altLang="en-US" sz="17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7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7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17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7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700" dirty="0"/>
              </a:p>
              <a:p>
                <a:pPr marL="712788" indent="-228600">
                  <a:lnSpc>
                    <a:spcPct val="90000"/>
                  </a:lnSpc>
                  <a:spcAft>
                    <a:spcPts val="1200"/>
                  </a:spcAft>
                </a:pPr>
                <a:endParaRPr lang="en-US" altLang="zh-CN" sz="1700" dirty="0"/>
              </a:p>
              <a:p>
                <a:pPr marL="0" indent="0">
                  <a:lnSpc>
                    <a:spcPct val="90000"/>
                  </a:lnSpc>
                  <a:spcAft>
                    <a:spcPts val="600"/>
                  </a:spcAft>
                  <a:buNone/>
                </a:pPr>
                <a:r>
                  <a:rPr lang="en-US" altLang="zh-CN" sz="1700" dirty="0"/>
                  <a:t> </a:t>
                </a:r>
                <a:endParaRPr lang="en-US" altLang="en-US" sz="1700" dirty="0"/>
              </a:p>
            </p:txBody>
          </p:sp>
        </mc:Choice>
        <mc:Fallback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940091"/>
                <a:ext cx="7886700" cy="2692631"/>
              </a:xfrm>
              <a:prstGeom prst="rect">
                <a:avLst/>
              </a:prstGeom>
              <a:blipFill>
                <a:blip r:embed="rId2"/>
                <a:stretch>
                  <a:fillRect t="-1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B626E48-D538-2F88-0B57-0FC9B81D6328}"/>
                  </a:ext>
                </a:extLst>
              </p14:cNvPr>
              <p14:cNvContentPartPr/>
              <p14:nvPr/>
            </p14:nvContentPartPr>
            <p14:xfrm>
              <a:off x="2268338" y="2266196"/>
              <a:ext cx="472680" cy="45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B626E48-D538-2F88-0B57-0FC9B81D63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59698" y="2257556"/>
                <a:ext cx="49032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1A30B97-A570-3C08-AC86-8A30C1472D79}"/>
                  </a:ext>
                </a:extLst>
              </p14:cNvPr>
              <p14:cNvContentPartPr/>
              <p14:nvPr/>
            </p14:nvContentPartPr>
            <p14:xfrm>
              <a:off x="4158698" y="2282396"/>
              <a:ext cx="518400" cy="23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1A30B97-A570-3C08-AC86-8A30C1472D7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49698" y="2273756"/>
                <a:ext cx="5360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5E8A000-CA72-3512-9DAA-18029C40E1EE}"/>
                  </a:ext>
                </a:extLst>
              </p14:cNvPr>
              <p14:cNvContentPartPr/>
              <p14:nvPr/>
            </p14:nvContentPartPr>
            <p14:xfrm>
              <a:off x="1554458" y="2814476"/>
              <a:ext cx="1491480" cy="34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5E8A000-CA72-3512-9DAA-18029C40E1E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45818" y="2805836"/>
                <a:ext cx="1509120" cy="5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34AF113D-4535-A9D6-719C-61476FBD7D48}"/>
              </a:ext>
            </a:extLst>
          </p:cNvPr>
          <p:cNvGrpSpPr/>
          <p:nvPr/>
        </p:nvGrpSpPr>
        <p:grpSpPr>
          <a:xfrm>
            <a:off x="3608258" y="2775236"/>
            <a:ext cx="99720" cy="53640"/>
            <a:chOff x="3608258" y="2775236"/>
            <a:chExt cx="99720" cy="5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4003518-6030-A0B3-D9AF-94EFCBDC825D}"/>
                    </a:ext>
                  </a:extLst>
                </p14:cNvPr>
                <p14:cNvContentPartPr/>
                <p14:nvPr/>
              </p14:nvContentPartPr>
              <p14:xfrm>
                <a:off x="3707618" y="2828516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4003518-6030-A0B3-D9AF-94EFCBDC825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698618" y="28195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B577A3D-7725-87FC-EBBC-C8D014DD88AC}"/>
                    </a:ext>
                  </a:extLst>
                </p14:cNvPr>
                <p14:cNvContentPartPr/>
                <p14:nvPr/>
              </p14:nvContentPartPr>
              <p14:xfrm>
                <a:off x="3608258" y="2775236"/>
                <a:ext cx="99720" cy="53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B577A3D-7725-87FC-EBBC-C8D014DD88A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599258" y="2766596"/>
                  <a:ext cx="1173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5750DAE-4533-84FE-C7A5-7D0B18C8C8CD}"/>
                    </a:ext>
                  </a:extLst>
                </p14:cNvPr>
                <p14:cNvContentPartPr/>
                <p14:nvPr/>
              </p14:nvContentPartPr>
              <p14:xfrm>
                <a:off x="3608258" y="2775236"/>
                <a:ext cx="360" cy="9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5750DAE-4533-84FE-C7A5-7D0B18C8C8C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599258" y="2766236"/>
                  <a:ext cx="18000" cy="2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FE241B5-78E0-7E4A-970D-554F5F3F48DD}"/>
                  </a:ext>
                </a:extLst>
              </p14:cNvPr>
              <p14:cNvContentPartPr/>
              <p14:nvPr/>
            </p14:nvContentPartPr>
            <p14:xfrm>
              <a:off x="6394658" y="2541236"/>
              <a:ext cx="345960" cy="1972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FE241B5-78E0-7E4A-970D-554F5F3F48D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385658" y="2532236"/>
                <a:ext cx="363600" cy="21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6308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3088" y="0"/>
            <a:ext cx="7177823" cy="51435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19037" y="716481"/>
            <a:ext cx="5305926" cy="2174232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</a:pPr>
            <a:r>
              <a:rPr lang="en-US" sz="4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 Working of Naïve Bayes Classifier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3130123"/>
            <a:ext cx="3182692" cy="13716"/>
          </a:xfrm>
          <a:custGeom>
            <a:avLst/>
            <a:gdLst>
              <a:gd name="connsiteX0" fmla="*/ 0 w 3182692"/>
              <a:gd name="connsiteY0" fmla="*/ 0 h 13716"/>
              <a:gd name="connsiteX1" fmla="*/ 604711 w 3182692"/>
              <a:gd name="connsiteY1" fmla="*/ 0 h 13716"/>
              <a:gd name="connsiteX2" fmla="*/ 1241250 w 3182692"/>
              <a:gd name="connsiteY2" fmla="*/ 0 h 13716"/>
              <a:gd name="connsiteX3" fmla="*/ 1909615 w 3182692"/>
              <a:gd name="connsiteY3" fmla="*/ 0 h 13716"/>
              <a:gd name="connsiteX4" fmla="*/ 2577981 w 3182692"/>
              <a:gd name="connsiteY4" fmla="*/ 0 h 13716"/>
              <a:gd name="connsiteX5" fmla="*/ 3182692 w 3182692"/>
              <a:gd name="connsiteY5" fmla="*/ 0 h 13716"/>
              <a:gd name="connsiteX6" fmla="*/ 3182692 w 3182692"/>
              <a:gd name="connsiteY6" fmla="*/ 13716 h 13716"/>
              <a:gd name="connsiteX7" fmla="*/ 2482500 w 3182692"/>
              <a:gd name="connsiteY7" fmla="*/ 13716 h 13716"/>
              <a:gd name="connsiteX8" fmla="*/ 1782308 w 3182692"/>
              <a:gd name="connsiteY8" fmla="*/ 13716 h 13716"/>
              <a:gd name="connsiteX9" fmla="*/ 1145769 w 3182692"/>
              <a:gd name="connsiteY9" fmla="*/ 13716 h 13716"/>
              <a:gd name="connsiteX10" fmla="*/ 0 w 3182692"/>
              <a:gd name="connsiteY10" fmla="*/ 13716 h 13716"/>
              <a:gd name="connsiteX11" fmla="*/ 0 w 3182692"/>
              <a:gd name="connsiteY11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3716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2212" y="2989"/>
                  <a:pt x="3182051" y="10166"/>
                  <a:pt x="3182692" y="13716"/>
                </a:cubicBezTo>
                <a:cubicBezTo>
                  <a:pt x="2998421" y="17170"/>
                  <a:pt x="2675038" y="14442"/>
                  <a:pt x="2482500" y="13716"/>
                </a:cubicBezTo>
                <a:cubicBezTo>
                  <a:pt x="2289962" y="12990"/>
                  <a:pt x="1930644" y="2262"/>
                  <a:pt x="1782308" y="13716"/>
                </a:cubicBezTo>
                <a:cubicBezTo>
                  <a:pt x="1633972" y="25170"/>
                  <a:pt x="1287388" y="-6564"/>
                  <a:pt x="1145769" y="13716"/>
                </a:cubicBezTo>
                <a:cubicBezTo>
                  <a:pt x="1004150" y="33996"/>
                  <a:pt x="256377" y="-42010"/>
                  <a:pt x="0" y="13716"/>
                </a:cubicBezTo>
                <a:cubicBezTo>
                  <a:pt x="182" y="9317"/>
                  <a:pt x="482" y="5285"/>
                  <a:pt x="0" y="0"/>
                </a:cubicBezTo>
                <a:close/>
              </a:path>
              <a:path w="3182692" h="13716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200" y="2764"/>
                  <a:pt x="3182390" y="8747"/>
                  <a:pt x="3182692" y="13716"/>
                </a:cubicBezTo>
                <a:cubicBezTo>
                  <a:pt x="3039109" y="-17273"/>
                  <a:pt x="2823860" y="9276"/>
                  <a:pt x="2546154" y="13716"/>
                </a:cubicBezTo>
                <a:cubicBezTo>
                  <a:pt x="2268448" y="18156"/>
                  <a:pt x="2098674" y="719"/>
                  <a:pt x="1845961" y="13716"/>
                </a:cubicBezTo>
                <a:cubicBezTo>
                  <a:pt x="1593248" y="26713"/>
                  <a:pt x="1456743" y="22988"/>
                  <a:pt x="1304904" y="13716"/>
                </a:cubicBezTo>
                <a:cubicBezTo>
                  <a:pt x="1153065" y="4444"/>
                  <a:pt x="947204" y="6554"/>
                  <a:pt x="668365" y="13716"/>
                </a:cubicBezTo>
                <a:cubicBezTo>
                  <a:pt x="389526" y="20878"/>
                  <a:pt x="288244" y="-9200"/>
                  <a:pt x="0" y="13716"/>
                </a:cubicBezTo>
                <a:cubicBezTo>
                  <a:pt x="614" y="9981"/>
                  <a:pt x="600" y="5402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33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664868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394732"/>
              </p:ext>
            </p:extLst>
          </p:nvPr>
        </p:nvGraphicFramePr>
        <p:xfrm>
          <a:off x="615244" y="171450"/>
          <a:ext cx="7856363" cy="371475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687833">
                  <a:extLst>
                    <a:ext uri="{9D8B030D-6E8A-4147-A177-3AD203B41FA5}">
                      <a16:colId xmlns:a16="http://schemas.microsoft.com/office/drawing/2014/main" val="444484754"/>
                    </a:ext>
                  </a:extLst>
                </a:gridCol>
                <a:gridCol w="1185624">
                  <a:extLst>
                    <a:ext uri="{9D8B030D-6E8A-4147-A177-3AD203B41FA5}">
                      <a16:colId xmlns:a16="http://schemas.microsoft.com/office/drawing/2014/main" val="1666845086"/>
                    </a:ext>
                  </a:extLst>
                </a:gridCol>
                <a:gridCol w="1185624">
                  <a:extLst>
                    <a:ext uri="{9D8B030D-6E8A-4147-A177-3AD203B41FA5}">
                      <a16:colId xmlns:a16="http://schemas.microsoft.com/office/drawing/2014/main" val="3189555284"/>
                    </a:ext>
                  </a:extLst>
                </a:gridCol>
                <a:gridCol w="1185624">
                  <a:extLst>
                    <a:ext uri="{9D8B030D-6E8A-4147-A177-3AD203B41FA5}">
                      <a16:colId xmlns:a16="http://schemas.microsoft.com/office/drawing/2014/main" val="338013124"/>
                    </a:ext>
                  </a:extLst>
                </a:gridCol>
                <a:gridCol w="1745025">
                  <a:extLst>
                    <a:ext uri="{9D8B030D-6E8A-4147-A177-3AD203B41FA5}">
                      <a16:colId xmlns:a16="http://schemas.microsoft.com/office/drawing/2014/main" val="3048852983"/>
                    </a:ext>
                  </a:extLst>
                </a:gridCol>
                <a:gridCol w="1866633">
                  <a:extLst>
                    <a:ext uri="{9D8B030D-6E8A-4147-A177-3AD203B41FA5}">
                      <a16:colId xmlns:a16="http://schemas.microsoft.com/office/drawing/2014/main" val="626771594"/>
                    </a:ext>
                  </a:extLst>
                </a:gridCol>
              </a:tblGrid>
              <a:tr h="2476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b="1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ID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b="1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Age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b="1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Income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b="1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Student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b="1" kern="1200" err="1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Credit_Rating</a:t>
                      </a:r>
                      <a:endParaRPr lang="en-US" sz="1300" b="1" kern="1200">
                        <a:solidFill>
                          <a:srgbClr val="002060"/>
                        </a:solidFill>
                        <a:latin typeface="Cambria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b="1" kern="1200" err="1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Buys_computer</a:t>
                      </a:r>
                      <a:endParaRPr lang="en-US" sz="1300" b="1" kern="1200">
                        <a:solidFill>
                          <a:srgbClr val="002060"/>
                        </a:solidFill>
                        <a:latin typeface="Cambria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558037394"/>
                  </a:ext>
                </a:extLst>
              </a:tr>
              <a:tr h="2476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youth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no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fair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FF000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NO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700744880"/>
                  </a:ext>
                </a:extLst>
              </a:tr>
              <a:tr h="2476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youth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no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excellent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FF000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NO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17725248"/>
                  </a:ext>
                </a:extLst>
              </a:tr>
              <a:tr h="2476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middle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no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fair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B05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3349861"/>
                  </a:ext>
                </a:extLst>
              </a:tr>
              <a:tr h="2476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senior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no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fair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B05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574339548"/>
                  </a:ext>
                </a:extLst>
              </a:tr>
              <a:tr h="2476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senior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fair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B05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61575991"/>
                  </a:ext>
                </a:extLst>
              </a:tr>
              <a:tr h="2476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senior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excellent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FF000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NO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318882052"/>
                  </a:ext>
                </a:extLst>
              </a:tr>
              <a:tr h="2476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middle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excellent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sz="1300" kern="1200">
                          <a:solidFill>
                            <a:srgbClr val="00B05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379333808"/>
                  </a:ext>
                </a:extLst>
              </a:tr>
              <a:tr h="2476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youth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no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fair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FF000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NO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862387324"/>
                  </a:ext>
                </a:extLst>
              </a:tr>
              <a:tr h="2476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youth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fair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B05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756108350"/>
                  </a:ext>
                </a:extLst>
              </a:tr>
              <a:tr h="2476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senior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fair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B05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04574366"/>
                  </a:ext>
                </a:extLst>
              </a:tr>
              <a:tr h="2476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youth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excellent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B05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675187780"/>
                  </a:ext>
                </a:extLst>
              </a:tr>
              <a:tr h="2476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middle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no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excellent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b"/>
                      <a:r>
                        <a:rPr lang="en-US" sz="1300" kern="1200">
                          <a:solidFill>
                            <a:srgbClr val="00B05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964777361"/>
                  </a:ext>
                </a:extLst>
              </a:tr>
              <a:tr h="2476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middle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fair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sz="1300" kern="1200">
                          <a:solidFill>
                            <a:srgbClr val="00B05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647721762"/>
                  </a:ext>
                </a:extLst>
              </a:tr>
              <a:tr h="2476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senior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no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sz="1300" kern="1200">
                          <a:solidFill>
                            <a:srgbClr val="00206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excellent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sz="1300" kern="1200">
                          <a:solidFill>
                            <a:srgbClr val="FF0000"/>
                          </a:solidFill>
                          <a:latin typeface="Cambria" pitchFamily="18" charset="0"/>
                          <a:ea typeface="+mn-ea"/>
                          <a:cs typeface="Times New Roman" pitchFamily="18" charset="0"/>
                        </a:rPr>
                        <a:t>NO</a:t>
                      </a:r>
                    </a:p>
                  </a:txBody>
                  <a:tcPr marL="9091" marR="9091" marT="909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5964154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039F2D1-A7ED-0CA0-CC35-C3B5547A752E}"/>
                  </a:ext>
                </a:extLst>
              </p14:cNvPr>
              <p14:cNvContentPartPr/>
              <p14:nvPr/>
            </p14:nvContentPartPr>
            <p14:xfrm>
              <a:off x="1979258" y="-3244"/>
              <a:ext cx="92160" cy="234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039F2D1-A7ED-0CA0-CC35-C3B5547A75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0618" y="-12244"/>
                <a:ext cx="10980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D965083-AFA4-03FB-2B8A-DF3B8681CBF6}"/>
                  </a:ext>
                </a:extLst>
              </p14:cNvPr>
              <p14:cNvContentPartPr/>
              <p14:nvPr/>
            </p14:nvContentPartPr>
            <p14:xfrm>
              <a:off x="3026858" y="25196"/>
              <a:ext cx="77400" cy="172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D965083-AFA4-03FB-2B8A-DF3B8681CBF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18218" y="16196"/>
                <a:ext cx="9504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7C902E1-21DA-11F5-63C5-7688A02969AE}"/>
                  </a:ext>
                </a:extLst>
              </p14:cNvPr>
              <p14:cNvContentPartPr/>
              <p14:nvPr/>
            </p14:nvContentPartPr>
            <p14:xfrm>
              <a:off x="4329698" y="356"/>
              <a:ext cx="62280" cy="212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7C902E1-21DA-11F5-63C5-7688A02969A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20698" y="-8644"/>
                <a:ext cx="7992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21C2F33-0615-D30A-5FE1-A6AABCDFB242}"/>
                  </a:ext>
                </a:extLst>
              </p14:cNvPr>
              <p14:cNvContentPartPr/>
              <p14:nvPr/>
            </p14:nvContentPartPr>
            <p14:xfrm>
              <a:off x="5619938" y="-3604"/>
              <a:ext cx="129600" cy="207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21C2F33-0615-D30A-5FE1-A6AABCDFB24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10938" y="-12244"/>
                <a:ext cx="14724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30D9EEE-929A-3683-6ACC-416DA291C9D1}"/>
                  </a:ext>
                </a:extLst>
              </p14:cNvPr>
              <p14:cNvContentPartPr/>
              <p14:nvPr/>
            </p14:nvContentPartPr>
            <p14:xfrm>
              <a:off x="7418858" y="-2524"/>
              <a:ext cx="109440" cy="204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30D9EEE-929A-3683-6ACC-416DA291C9D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410218" y="-11164"/>
                <a:ext cx="12708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9DBBDAC-AC0D-4344-5E16-D214B1A78AB2}"/>
                  </a:ext>
                </a:extLst>
              </p14:cNvPr>
              <p14:cNvContentPartPr/>
              <p14:nvPr/>
            </p14:nvContentPartPr>
            <p14:xfrm>
              <a:off x="7675898" y="-364"/>
              <a:ext cx="64440" cy="1497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9DBBDAC-AC0D-4344-5E16-D214B1A78AB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667258" y="-9364"/>
                <a:ext cx="8208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F538F2B-7F26-CF9E-2C51-E2600F8E7A4F}"/>
                  </a:ext>
                </a:extLst>
              </p14:cNvPr>
              <p14:cNvContentPartPr/>
              <p14:nvPr/>
            </p14:nvContentPartPr>
            <p14:xfrm>
              <a:off x="556920" y="925560"/>
              <a:ext cx="7548840" cy="41677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F538F2B-7F26-CF9E-2C51-E2600F8E7A4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47560" y="916200"/>
                <a:ext cx="7567560" cy="418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6875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760560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00915"/>
            <a:ext cx="7886700" cy="10110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defRPr/>
            </a:pPr>
            <a:r>
              <a:rPr lang="en-US" sz="41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Naive Bayes Classifier Example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28650" y="1940091"/>
            <a:ext cx="7886700" cy="2692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lnSpc>
                <a:spcPct val="90000"/>
              </a:lnSpc>
              <a:spcAft>
                <a:spcPts val="1200"/>
              </a:spcAft>
            </a:pPr>
            <a:r>
              <a:rPr lang="en-US" altLang="zh-CN" sz="1700" b="1"/>
              <a:t>Given</a:t>
            </a:r>
            <a:r>
              <a:rPr lang="en-US" altLang="zh-CN" sz="1700"/>
              <a:t>:  tuple X &lt;youth, medium, yes, fair, buys_computer=?&gt;</a:t>
            </a:r>
          </a:p>
          <a:p>
            <a:pPr indent="-228600">
              <a:lnSpc>
                <a:spcPct val="90000"/>
              </a:lnSpc>
              <a:spcAft>
                <a:spcPts val="1200"/>
              </a:spcAft>
            </a:pPr>
            <a:r>
              <a:rPr lang="en-US" altLang="zh-CN" sz="1700" b="1"/>
              <a:t>Task</a:t>
            </a:r>
            <a:r>
              <a:rPr lang="en-US" altLang="zh-CN" sz="1700"/>
              <a:t>: predict whether person X will buy computer? </a:t>
            </a:r>
          </a:p>
          <a:p>
            <a:pPr indent="-228600">
              <a:lnSpc>
                <a:spcPct val="90000"/>
              </a:lnSpc>
              <a:spcAft>
                <a:spcPts val="1200"/>
              </a:spcAft>
            </a:pPr>
            <a:r>
              <a:rPr lang="en-US" altLang="zh-CN" sz="1700"/>
              <a:t>Let us assume C</a:t>
            </a:r>
            <a:r>
              <a:rPr lang="en-US" altLang="zh-CN" sz="1700" baseline="-25000"/>
              <a:t>1</a:t>
            </a:r>
            <a:r>
              <a:rPr lang="en-US" altLang="zh-CN" sz="1700"/>
              <a:t> = YES and C</a:t>
            </a:r>
            <a:r>
              <a:rPr lang="en-US" altLang="zh-CN" sz="1700" baseline="-25000"/>
              <a:t>2</a:t>
            </a:r>
            <a:r>
              <a:rPr lang="en-US" altLang="zh-CN" sz="1700"/>
              <a:t> = NO </a:t>
            </a:r>
          </a:p>
          <a:p>
            <a:pPr indent="-228600">
              <a:lnSpc>
                <a:spcPct val="90000"/>
              </a:lnSpc>
              <a:spcAft>
                <a:spcPts val="1200"/>
              </a:spcAft>
            </a:pPr>
            <a:r>
              <a:rPr lang="en-US" altLang="zh-CN" sz="1700"/>
              <a:t> P(C</a:t>
            </a:r>
            <a:r>
              <a:rPr lang="en-US" altLang="zh-CN" sz="1700" baseline="-25000"/>
              <a:t>1</a:t>
            </a:r>
            <a:r>
              <a:rPr lang="en-US" altLang="zh-CN" sz="1700"/>
              <a:t>) = 9/14 = 0.643 and P(C</a:t>
            </a:r>
            <a:r>
              <a:rPr lang="en-US" altLang="zh-CN" sz="1700" baseline="-25000"/>
              <a:t>2</a:t>
            </a:r>
            <a:r>
              <a:rPr lang="en-US" altLang="zh-CN" sz="1700"/>
              <a:t>) = 5/14 = 0.357</a:t>
            </a:r>
            <a:r>
              <a:rPr lang="en-US" altLang="zh-CN" sz="1700" baseline="-25000"/>
              <a:t> </a:t>
            </a:r>
            <a:endParaRPr lang="en-US" altLang="zh-CN" sz="1700"/>
          </a:p>
          <a:p>
            <a:pPr indent="-228600">
              <a:lnSpc>
                <a:spcPct val="90000"/>
              </a:lnSpc>
              <a:spcAft>
                <a:spcPts val="1200"/>
              </a:spcAft>
            </a:pPr>
            <a:endParaRPr lang="en-US" altLang="zh-CN" sz="1700" baseline="-2500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646CF2C-D696-480E-DC53-D82C5D4C04F6}"/>
              </a:ext>
            </a:extLst>
          </p:cNvPr>
          <p:cNvGrpSpPr/>
          <p:nvPr/>
        </p:nvGrpSpPr>
        <p:grpSpPr>
          <a:xfrm>
            <a:off x="2557418" y="2245316"/>
            <a:ext cx="3654720" cy="88920"/>
            <a:chOff x="2557418" y="2245316"/>
            <a:chExt cx="3654720" cy="8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A92F6A2-FABB-DE8B-56EF-28391D93244A}"/>
                    </a:ext>
                  </a:extLst>
                </p14:cNvPr>
                <p14:cNvContentPartPr/>
                <p14:nvPr/>
              </p14:nvContentPartPr>
              <p14:xfrm>
                <a:off x="2557418" y="2280236"/>
                <a:ext cx="357840" cy="35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A92F6A2-FABB-DE8B-56EF-28391D93244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48418" y="2271596"/>
                  <a:ext cx="3754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75F021C-7D04-F6AD-F96C-5683182D184F}"/>
                    </a:ext>
                  </a:extLst>
                </p14:cNvPr>
                <p14:cNvContentPartPr/>
                <p14:nvPr/>
              </p14:nvContentPartPr>
              <p14:xfrm>
                <a:off x="3426818" y="2300396"/>
                <a:ext cx="23040" cy="31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75F021C-7D04-F6AD-F96C-5683182D184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18178" y="2291756"/>
                  <a:ext cx="406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F8AD1C7-1976-8421-4F0F-BB7FD9CBD3BE}"/>
                    </a:ext>
                  </a:extLst>
                </p14:cNvPr>
                <p14:cNvContentPartPr/>
                <p14:nvPr/>
              </p14:nvContentPartPr>
              <p14:xfrm>
                <a:off x="2624738" y="2245316"/>
                <a:ext cx="2514960" cy="88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F8AD1C7-1976-8421-4F0F-BB7FD9CBD3B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15738" y="2236676"/>
                  <a:ext cx="25326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4B31BF5-4982-9732-8B63-7A3A15696C01}"/>
                    </a:ext>
                  </a:extLst>
                </p14:cNvPr>
                <p14:cNvContentPartPr/>
                <p14:nvPr/>
              </p14:nvContentPartPr>
              <p14:xfrm>
                <a:off x="5628578" y="2280596"/>
                <a:ext cx="583560" cy="31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4B31BF5-4982-9732-8B63-7A3A15696C0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19578" y="2271956"/>
                  <a:ext cx="601200" cy="4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2EC2928-5118-0307-D8DC-1CD435865324}"/>
                  </a:ext>
                </a:extLst>
              </p14:cNvPr>
              <p14:cNvContentPartPr/>
              <p14:nvPr/>
            </p14:nvContentPartPr>
            <p14:xfrm>
              <a:off x="1080360" y="3138120"/>
              <a:ext cx="3691800" cy="5889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2EC2928-5118-0307-D8DC-1CD43586532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71000" y="3128760"/>
                <a:ext cx="3710520" cy="60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4074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51466"/>
            <a:ext cx="9144000" cy="552451"/>
          </a:xfrm>
        </p:spPr>
        <p:txBody>
          <a:bodyPr/>
          <a:lstStyle/>
          <a:p>
            <a:pPr>
              <a:defRPr/>
            </a:pPr>
            <a:r>
              <a:rPr lang="en-US" sz="3200" b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Naive Bayes Classifier Example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0" y="1531974"/>
            <a:ext cx="9144000" cy="88737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To Compute P(X|</a:t>
            </a:r>
            <a:r>
              <a:rPr lang="en-US" altLang="zh-CN" sz="2400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sz="2400" baseline="-25000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 and P(X|</a:t>
            </a:r>
            <a:r>
              <a:rPr lang="en-US" altLang="zh-CN" sz="2400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sz="2400" baseline="-25000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2</a:t>
            </a:r>
            <a:r>
              <a:rPr lang="en-US" altLang="zh-CN" sz="24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), first compute following conditional probabilities:</a:t>
            </a:r>
          </a:p>
          <a:p>
            <a:pPr marL="0" indent="0" algn="just">
              <a:spcAft>
                <a:spcPts val="1200"/>
              </a:spcAft>
              <a:buNone/>
            </a:pPr>
            <a:r>
              <a:rPr lang="en-US" altLang="zh-CN" sz="20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	</a:t>
            </a:r>
            <a:r>
              <a:rPr lang="en-US" altLang="zh-CN" sz="2000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			</a:t>
            </a:r>
          </a:p>
          <a:p>
            <a:pPr marL="0" indent="0" algn="just">
              <a:spcAft>
                <a:spcPts val="1200"/>
              </a:spcAft>
              <a:buNone/>
            </a:pPr>
            <a:r>
              <a:rPr lang="en-US" altLang="zh-CN" sz="2000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				</a:t>
            </a:r>
            <a:r>
              <a:rPr lang="en-US" altLang="zh-CN" sz="20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	</a:t>
            </a:r>
            <a:r>
              <a:rPr lang="en-US" altLang="zh-CN" sz="2400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	</a:t>
            </a:r>
            <a:endParaRPr lang="en-US" altLang="zh-CN" sz="2400" baseline="-25000" dirty="0">
              <a:solidFill>
                <a:srgbClr val="002060"/>
              </a:solidFill>
              <a:latin typeface="Cambria" pitchFamily="18" charset="0"/>
              <a:cs typeface="Times New Roman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4343400" y="2571750"/>
            <a:ext cx="0" cy="1779624"/>
          </a:xfrm>
          <a:prstGeom prst="line">
            <a:avLst/>
          </a:prstGeom>
          <a:ln w="222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2000" y="2558452"/>
            <a:ext cx="2954655" cy="17095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P(youth|</a:t>
            </a:r>
            <a:r>
              <a:rPr lang="en-US" altLang="zh-CN" i="1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i="1" baseline="-25000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1</a:t>
            </a:r>
            <a:r>
              <a:rPr lang="en-US" altLang="zh-CN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 = 2/9=0.222</a:t>
            </a:r>
          </a:p>
          <a:p>
            <a:pPr>
              <a:lnSpc>
                <a:spcPct val="150000"/>
              </a:lnSpc>
            </a:pPr>
            <a:r>
              <a:rPr lang="en-US" altLang="zh-CN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P( medium|</a:t>
            </a:r>
            <a:r>
              <a:rPr lang="en-US" altLang="zh-CN" i="1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i="1" baseline="-25000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1</a:t>
            </a:r>
            <a:r>
              <a:rPr lang="en-US" altLang="zh-CN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 = 4/9= 0.444 </a:t>
            </a:r>
          </a:p>
          <a:p>
            <a:pPr>
              <a:lnSpc>
                <a:spcPct val="150000"/>
              </a:lnSpc>
            </a:pPr>
            <a:r>
              <a:rPr lang="en-US" altLang="zh-CN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P(yes|</a:t>
            </a:r>
            <a:r>
              <a:rPr lang="en-US" altLang="zh-CN" i="1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i="1" baseline="-25000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1</a:t>
            </a:r>
            <a:r>
              <a:rPr lang="en-US" altLang="zh-CN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 = 6/9 =0.667</a:t>
            </a:r>
            <a:endParaRPr lang="en-IN" altLang="zh-CN" i="1" dirty="0">
              <a:solidFill>
                <a:srgbClr val="002060"/>
              </a:solidFill>
              <a:latin typeface="Cambria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P(fair|</a:t>
            </a:r>
            <a:r>
              <a:rPr lang="en-US" altLang="zh-CN" i="1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i="1" baseline="-25000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1</a:t>
            </a:r>
            <a:r>
              <a:rPr lang="en-US" altLang="zh-CN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 = 6/9 =0.667</a:t>
            </a:r>
            <a:r>
              <a:rPr lang="en-US" altLang="zh-CN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	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5181600" y="2581046"/>
            <a:ext cx="300595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altLang="zh-CN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P(youth|</a:t>
            </a:r>
            <a:r>
              <a:rPr lang="en-US" altLang="zh-CN" i="1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i="1" baseline="-25000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2</a:t>
            </a:r>
            <a:r>
              <a:rPr lang="en-US" altLang="zh-CN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 = 3/5=0.600</a:t>
            </a:r>
          </a:p>
          <a:p>
            <a:pPr algn="just">
              <a:spcAft>
                <a:spcPts val="1200"/>
              </a:spcAft>
            </a:pPr>
            <a:r>
              <a:rPr lang="en-US" altLang="zh-CN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P(medium|</a:t>
            </a:r>
            <a:r>
              <a:rPr lang="en-US" altLang="zh-CN" i="1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i="1" baseline="-25000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2</a:t>
            </a:r>
            <a:r>
              <a:rPr lang="en-US" altLang="zh-CN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 = 2/5=0.400 	 </a:t>
            </a:r>
          </a:p>
          <a:p>
            <a:pPr algn="just">
              <a:spcAft>
                <a:spcPts val="1200"/>
              </a:spcAft>
            </a:pPr>
            <a:r>
              <a:rPr lang="en-US" altLang="zh-CN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P(yes|</a:t>
            </a:r>
            <a:r>
              <a:rPr lang="en-US" altLang="zh-CN" i="1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i="1" baseline="-25000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2</a:t>
            </a:r>
            <a:r>
              <a:rPr lang="en-US" altLang="zh-CN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 = 1/5=0.2000</a:t>
            </a:r>
          </a:p>
          <a:p>
            <a:r>
              <a:rPr lang="en-US" altLang="zh-CN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P(fair|</a:t>
            </a:r>
            <a:r>
              <a:rPr lang="en-US" altLang="zh-CN" i="1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i="1" baseline="-25000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2</a:t>
            </a:r>
            <a:r>
              <a:rPr lang="en-US" altLang="zh-CN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 = 2/5=0.400</a:t>
            </a:r>
          </a:p>
          <a:p>
            <a:r>
              <a:rPr lang="en-US" altLang="zh-CN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	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0CD7822-E903-946F-A48F-F96A5A248B82}"/>
                  </a:ext>
                </a:extLst>
              </p14:cNvPr>
              <p14:cNvContentPartPr/>
              <p14:nvPr/>
            </p14:nvContentPartPr>
            <p14:xfrm>
              <a:off x="1045800" y="95760"/>
              <a:ext cx="7999560" cy="4232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0CD7822-E903-946F-A48F-F96A5A248B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6440" y="86400"/>
                <a:ext cx="8018280" cy="425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721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51466"/>
            <a:ext cx="9144000" cy="552451"/>
          </a:xfrm>
        </p:spPr>
        <p:txBody>
          <a:bodyPr/>
          <a:lstStyle/>
          <a:p>
            <a:pPr>
              <a:defRPr/>
            </a:pPr>
            <a:r>
              <a:rPr lang="en-US" sz="3200" b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Naive Bayes Classifier Example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0" y="1733550"/>
            <a:ext cx="4191000" cy="29718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1200"/>
              </a:spcAft>
              <a:buNone/>
            </a:pPr>
            <a:r>
              <a:rPr lang="en-US" altLang="zh-CN" sz="20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P(X|</a:t>
            </a:r>
            <a:r>
              <a:rPr lang="en-US" altLang="zh-CN" sz="2000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sz="2000" baseline="-25000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1</a:t>
            </a:r>
            <a:r>
              <a:rPr lang="en-US" altLang="zh-CN" sz="20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)=</a:t>
            </a:r>
            <a:r>
              <a:rPr lang="en-US" altLang="zh-CN" sz="2000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P(youth|</a:t>
            </a:r>
            <a:r>
              <a:rPr lang="en-US" altLang="zh-CN" sz="2000" i="1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sz="2000" i="1" baseline="-25000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1</a:t>
            </a:r>
            <a:r>
              <a:rPr lang="en-US" altLang="zh-CN" sz="2000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)*P(medium|</a:t>
            </a:r>
            <a:r>
              <a:rPr lang="en-US" altLang="zh-CN" sz="2000" i="1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sz="2000" i="1" baseline="-25000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1</a:t>
            </a:r>
            <a:r>
              <a:rPr lang="en-US" altLang="zh-CN" sz="2000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)*  	    P(yes|</a:t>
            </a:r>
            <a:r>
              <a:rPr lang="en-US" altLang="zh-CN" sz="2000" i="1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sz="2000" i="1" baseline="-25000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1</a:t>
            </a:r>
            <a:r>
              <a:rPr lang="en-US" altLang="zh-CN" sz="2000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)*P(fair|</a:t>
            </a:r>
            <a:r>
              <a:rPr lang="en-US" altLang="zh-CN" sz="2000" i="1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sz="2000" i="1" baseline="-25000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1</a:t>
            </a:r>
            <a:r>
              <a:rPr lang="en-US" altLang="zh-CN" sz="2000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                                      </a:t>
            </a:r>
            <a:r>
              <a:rPr lang="en-US" altLang="zh-CN" sz="2400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	</a:t>
            </a:r>
            <a:r>
              <a:rPr lang="en-US" altLang="zh-CN" sz="2000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= 0.222*0.444*0.667* 0.667   	= 0.044 </a:t>
            </a:r>
          </a:p>
          <a:p>
            <a:pPr marL="0" indent="0" algn="just">
              <a:spcAft>
                <a:spcPts val="1200"/>
              </a:spcAft>
              <a:buNone/>
            </a:pPr>
            <a:r>
              <a:rPr lang="en-US" altLang="zh-CN" sz="20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P(X| </a:t>
            </a:r>
            <a:r>
              <a:rPr lang="en-US" altLang="zh-CN" sz="2000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sz="2000" baseline="-25000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1</a:t>
            </a:r>
            <a:r>
              <a:rPr lang="en-US" altLang="zh-CN" sz="20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).P(</a:t>
            </a:r>
            <a:r>
              <a:rPr lang="en-US" altLang="zh-CN" sz="2000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sz="2000" baseline="-25000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1</a:t>
            </a:r>
            <a:r>
              <a:rPr lang="en-US" altLang="zh-CN" sz="20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 =</a:t>
            </a:r>
            <a:r>
              <a:rPr lang="en-US" altLang="zh-CN" sz="2000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0.044 * 0.643=</a:t>
            </a:r>
            <a:r>
              <a:rPr lang="en-US" altLang="zh-CN" sz="2000" i="1" dirty="0">
                <a:solidFill>
                  <a:srgbClr val="92D050"/>
                </a:solidFill>
                <a:latin typeface="Cambria" pitchFamily="18" charset="0"/>
                <a:cs typeface="Times New Roman" pitchFamily="18" charset="0"/>
              </a:rPr>
              <a:t>0.028</a:t>
            </a:r>
            <a:endParaRPr lang="en-US" altLang="zh-CN" sz="2000" i="1" dirty="0">
              <a:solidFill>
                <a:srgbClr val="002060"/>
              </a:solidFill>
              <a:latin typeface="Cambria" pitchFamily="18" charset="0"/>
              <a:cs typeface="Times New Roman" pitchFamily="18" charset="0"/>
            </a:endParaRPr>
          </a:p>
          <a:p>
            <a:pPr marL="0" indent="0" algn="just">
              <a:spcAft>
                <a:spcPts val="1200"/>
              </a:spcAft>
              <a:buNone/>
            </a:pPr>
            <a:r>
              <a:rPr lang="en-US" altLang="zh-CN" sz="20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	</a:t>
            </a:r>
            <a:endParaRPr lang="en-US" altLang="zh-CN" sz="2400" baseline="-25000" dirty="0">
              <a:solidFill>
                <a:srgbClr val="002060"/>
              </a:solidFill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648200" y="1733550"/>
            <a:ext cx="4419600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altLang="zh-CN" sz="20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P(X|</a:t>
            </a:r>
            <a:r>
              <a:rPr lang="en-US" altLang="zh-CN" sz="2000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sz="2000" baseline="-25000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2</a:t>
            </a:r>
            <a:r>
              <a:rPr lang="en-US" altLang="zh-CN" sz="20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 = </a:t>
            </a:r>
            <a:r>
              <a:rPr lang="en-US" altLang="zh-CN" sz="2000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P(youth|</a:t>
            </a:r>
            <a:r>
              <a:rPr lang="en-US" altLang="zh-CN" sz="2000" i="1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sz="2000" i="1" baseline="-25000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2</a:t>
            </a:r>
            <a:r>
              <a:rPr lang="en-US" altLang="zh-CN" sz="2000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)* P(medium|</a:t>
            </a:r>
            <a:r>
              <a:rPr lang="en-US" altLang="zh-CN" sz="2000" i="1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sz="2000" i="1" baseline="-25000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2</a:t>
            </a:r>
            <a:r>
              <a:rPr lang="en-US" altLang="zh-CN" sz="2000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)* 	    P(yes|</a:t>
            </a:r>
            <a:r>
              <a:rPr lang="en-US" altLang="zh-CN" sz="2000" i="1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sz="2000" i="1" baseline="-25000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2</a:t>
            </a:r>
            <a:r>
              <a:rPr lang="en-US" altLang="zh-CN" sz="2000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)*P(fair|</a:t>
            </a:r>
            <a:r>
              <a:rPr lang="en-US" altLang="zh-CN" sz="2000" i="1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sz="2000" i="1" baseline="-25000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2</a:t>
            </a:r>
            <a:r>
              <a:rPr lang="en-US" altLang="zh-CN" sz="2000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        	= 0.600*0.400*0.200* 0.400      	=  0.019</a:t>
            </a:r>
            <a:r>
              <a:rPr lang="en-US" altLang="zh-CN" sz="2400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    </a:t>
            </a:r>
          </a:p>
          <a:p>
            <a:pPr algn="just">
              <a:spcAft>
                <a:spcPts val="1200"/>
              </a:spcAft>
            </a:pPr>
            <a:r>
              <a:rPr lang="en-US" altLang="zh-CN" sz="20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P(X| </a:t>
            </a:r>
            <a:r>
              <a:rPr lang="en-US" altLang="zh-CN" sz="2000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sz="2000" baseline="-25000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2</a:t>
            </a:r>
            <a:r>
              <a:rPr lang="en-US" altLang="zh-CN" sz="20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).P(</a:t>
            </a:r>
            <a:r>
              <a:rPr lang="en-US" altLang="zh-CN" sz="2000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C</a:t>
            </a:r>
            <a:r>
              <a:rPr lang="en-US" altLang="zh-CN" sz="2000" baseline="-25000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2</a:t>
            </a:r>
            <a:r>
              <a:rPr lang="en-US" altLang="zh-CN" sz="2000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)= </a:t>
            </a:r>
            <a:r>
              <a:rPr lang="en-US" altLang="zh-CN" sz="2000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0.019 * 0.357= </a:t>
            </a:r>
            <a:r>
              <a:rPr lang="en-US" altLang="zh-CN" sz="2000" i="1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0.007</a:t>
            </a:r>
            <a:r>
              <a:rPr lang="en-US" altLang="zh-CN" sz="2000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 </a:t>
            </a:r>
            <a:r>
              <a:rPr lang="en-US" altLang="zh-CN" i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495800" y="1733550"/>
            <a:ext cx="0" cy="2057400"/>
          </a:xfrm>
          <a:prstGeom prst="line">
            <a:avLst/>
          </a:prstGeom>
          <a:ln w="222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A2B9C52-F061-6DB1-BCC2-4B91940047DF}"/>
                  </a:ext>
                </a:extLst>
              </p14:cNvPr>
              <p14:cNvContentPartPr/>
              <p14:nvPr/>
            </p14:nvContentPartPr>
            <p14:xfrm>
              <a:off x="219240" y="991440"/>
              <a:ext cx="8780040" cy="2891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A2B9C52-F061-6DB1-BCC2-4B91940047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880" y="982080"/>
                <a:ext cx="8798760" cy="291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5791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44897"/>
            <a:ext cx="7886700" cy="75344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Naive Bayes Classifier Example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190977"/>
            <a:ext cx="8274756" cy="3576285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A97E4E63-C115-0FEC-657D-841E7325E9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7286130"/>
              </p:ext>
            </p:extLst>
          </p:nvPr>
        </p:nvGraphicFramePr>
        <p:xfrm>
          <a:off x="628650" y="1350683"/>
          <a:ext cx="7886700" cy="32635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901D024-0EBA-ACDE-4820-CB617BB1FEBF}"/>
                  </a:ext>
                </a:extLst>
              </p14:cNvPr>
              <p14:cNvContentPartPr/>
              <p14:nvPr/>
            </p14:nvContentPartPr>
            <p14:xfrm>
              <a:off x="1650960" y="3512880"/>
              <a:ext cx="5936760" cy="328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901D024-0EBA-ACDE-4820-CB617BB1FEB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41600" y="3503520"/>
                <a:ext cx="5955480" cy="34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0910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165147"/>
            <a:ext cx="7066893" cy="4978354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1574772"/>
            <a:ext cx="1456680" cy="141716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209872" y="1119429"/>
            <a:ext cx="2240924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028950" y="1454369"/>
            <a:ext cx="5733470" cy="20633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4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Types of Naïve Bayes Classifier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US" sz="4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37817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51285"/>
            <a:ext cx="9144000" cy="601265"/>
          </a:xfrm>
        </p:spPr>
        <p:txBody>
          <a:bodyPr/>
          <a:lstStyle/>
          <a:p>
            <a:r>
              <a:rPr lang="en-US" altLang="en-US" sz="3200" b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Types of Naïve Bayes Classifier</a:t>
            </a:r>
            <a:endParaRPr lang="en-US" sz="3200" b="1" dirty="0">
              <a:solidFill>
                <a:srgbClr val="002060"/>
              </a:solidFill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3124200" y="1458243"/>
            <a:ext cx="2895600" cy="9144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Naïve Bayes Classifier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4789" y="3321618"/>
            <a:ext cx="1905000" cy="70127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en-US" dirty="0">
              <a:solidFill>
                <a:srgbClr val="002060"/>
              </a:solidFill>
              <a:latin typeface="Cambria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altLang="en-US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Bernoulli</a:t>
            </a:r>
            <a:endParaRPr lang="en-US" dirty="0">
              <a:solidFill>
                <a:srgbClr val="002060"/>
              </a:solidFill>
              <a:latin typeface="Cambria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en-US" dirty="0">
              <a:solidFill>
                <a:srgbClr val="002060"/>
              </a:solidFill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71600" y="3321618"/>
            <a:ext cx="1905000" cy="70127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en-US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Gaussian 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2341821" y="2372643"/>
            <a:ext cx="1981200" cy="948975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6" idx="0"/>
          </p:cNvCxnSpPr>
          <p:nvPr/>
        </p:nvCxnSpPr>
        <p:spPr>
          <a:xfrm>
            <a:off x="4876800" y="2372643"/>
            <a:ext cx="1970489" cy="948975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19500" y="3342440"/>
            <a:ext cx="1905000" cy="70127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Multinomial</a:t>
            </a:r>
          </a:p>
        </p:txBody>
      </p:sp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4572000" y="2376838"/>
            <a:ext cx="0" cy="965602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971E2F3-6EB7-B501-2501-AC165CC3BF43}"/>
                  </a:ext>
                </a:extLst>
              </p14:cNvPr>
              <p14:cNvContentPartPr/>
              <p14:nvPr/>
            </p14:nvContentPartPr>
            <p14:xfrm>
              <a:off x="2585160" y="3668040"/>
              <a:ext cx="4962960" cy="428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971E2F3-6EB7-B501-2501-AC165CC3BF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75800" y="3658680"/>
                <a:ext cx="4981680" cy="44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6521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760560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0915"/>
            <a:ext cx="7886700" cy="10110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41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Gaussian Naïve Bayes Classifier</a:t>
            </a:r>
            <a:endParaRPr lang="en-US" sz="41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/>
              <p:cNvSpPr txBox="1">
                <a:spLocks/>
              </p:cNvSpPr>
              <p:nvPr/>
            </p:nvSpPr>
            <p:spPr>
              <a:xfrm>
                <a:off x="628650" y="1940091"/>
                <a:ext cx="7886700" cy="269263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-228600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sz="1700"/>
                  <a:t>Used for continuous valued attributes, for example: age attribute.</a:t>
                </a:r>
              </a:p>
              <a:p>
                <a:pPr indent="-228600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sz="1700"/>
                  <a:t>Works on the assumption the data follows the Gaussian normal distribution. </a:t>
                </a:r>
              </a:p>
              <a:p>
                <a:pPr marL="0" indent="-228600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sz="1700" b="1"/>
                  <a:t>Gaussian formula:  </a:t>
                </a:r>
                <a14:m>
                  <m:oMath xmlns:m="http://schemas.openxmlformats.org/officeDocument/2006/math">
                    <m:r>
                      <a:rPr lang="en-US" altLang="zh-CN" sz="1700" b="1" i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zh-CN" altLang="en-US" sz="17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7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US" altLang="zh-CN" sz="17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17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7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1700" b="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1700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zh-CN" altLang="en-US" sz="1700" b="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</m:e>
                    </m:d>
                    <m:r>
                      <a:rPr lang="en-US" altLang="zh-CN" sz="1700" b="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CN" sz="17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700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700" b="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7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1700" b="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Sup>
                              <m:sSubSupPr>
                                <m:ctrlPr>
                                  <a:rPr lang="en-US" altLang="zh-CN" sz="1700" b="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1700" b="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zh-CN" altLang="en-US" sz="1700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  <m:sup>
                                <m:r>
                                  <a:rPr lang="en-US" altLang="zh-CN" sz="17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1700" b="0" i="1"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</m:rad>
                      </m:den>
                    </m:f>
                    <m:r>
                      <a:rPr lang="en-US" altLang="zh-CN" sz="1700" b="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17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700" b="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1700" b="0" i="1">
                            <a:latin typeface="Cambria Math" panose="02040503050406030204" pitchFamily="18" charset="0"/>
                          </a:rPr>
                          <m:t>(−</m:t>
                        </m:r>
                        <m:f>
                          <m:fPr>
                            <m:ctrlPr>
                              <a:rPr lang="en-US" altLang="zh-CN" sz="17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1700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altLang="zh-CN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7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zh-CN" altLang="en-US" sz="17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7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17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7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zh-CN" altLang="en-US" sz="17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altLang="zh-CN" sz="17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17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Sup>
                              <m:sSubSupPr>
                                <m:ctrlPr>
                                  <a:rPr lang="en-US" altLang="zh-CN" sz="1700" b="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7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CN" altLang="en-US" sz="1700" b="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/>
                              <m:sup>
                                <m:r>
                                  <a:rPr lang="en-US" altLang="zh-CN" sz="17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zh-CN" altLang="en-US" sz="1700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a:rPr lang="en-US" altLang="zh-CN" sz="1700" b="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sz="1700"/>
                  <a:t> </a:t>
                </a:r>
              </a:p>
            </p:txBody>
          </p:sp>
        </mc:Choice>
        <mc:Fallback xmlns="">
          <p:sp>
            <p:nvSpPr>
              <p:cNvPr id="12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940091"/>
                <a:ext cx="7886700" cy="2692631"/>
              </a:xfrm>
              <a:prstGeom prst="rect">
                <a:avLst/>
              </a:prstGeom>
              <a:blipFill>
                <a:blip r:embed="rId2"/>
                <a:stretch>
                  <a:fillRect l="-386" t="-15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56BD10D-125F-9AB4-A10D-CA02381E633E}"/>
                  </a:ext>
                </a:extLst>
              </p14:cNvPr>
              <p14:cNvContentPartPr/>
              <p14:nvPr/>
            </p14:nvContentPartPr>
            <p14:xfrm>
              <a:off x="1995120" y="2092320"/>
              <a:ext cx="7662240" cy="2404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56BD10D-125F-9AB4-A10D-CA02381E63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85760" y="2082960"/>
                <a:ext cx="7680960" cy="242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25255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760560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0915"/>
            <a:ext cx="7886700" cy="10110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41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Multinomial Naïve Bayes Classifier</a:t>
            </a:r>
            <a:endParaRPr lang="en-US" sz="41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628650" y="1940091"/>
            <a:ext cx="7886700" cy="2692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lnSpc>
                <a:spcPct val="90000"/>
              </a:lnSpc>
              <a:spcAft>
                <a:spcPts val="1200"/>
              </a:spcAft>
            </a:pPr>
            <a:r>
              <a:rPr lang="en-US" altLang="zh-CN" sz="1700"/>
              <a:t>Mostly used for document classification problem.</a:t>
            </a:r>
          </a:p>
          <a:p>
            <a:pPr indent="-228600">
              <a:lnSpc>
                <a:spcPct val="90000"/>
              </a:lnSpc>
              <a:spcAft>
                <a:spcPts val="1200"/>
              </a:spcAft>
            </a:pPr>
            <a:r>
              <a:rPr lang="en-US" altLang="zh-CN" sz="1700"/>
              <a:t>For example: document belongs to the category of sports, politics, technology, etc.</a:t>
            </a:r>
          </a:p>
          <a:p>
            <a:pPr indent="-228600">
              <a:lnSpc>
                <a:spcPct val="90000"/>
              </a:lnSpc>
              <a:spcAft>
                <a:spcPts val="1200"/>
              </a:spcAft>
            </a:pPr>
            <a:r>
              <a:rPr lang="en-US" altLang="zh-CN" sz="1700"/>
              <a:t>The attributes used for classification are the frequency of the words present in the document.  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0EE18BC-C0B6-9B1D-3895-A809B540D2D8}"/>
                  </a:ext>
                </a:extLst>
              </p14:cNvPr>
              <p14:cNvContentPartPr/>
              <p14:nvPr/>
            </p14:nvContentPartPr>
            <p14:xfrm>
              <a:off x="1518840" y="2132640"/>
              <a:ext cx="6394680" cy="1325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0EE18BC-C0B6-9B1D-3895-A809B540D2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09480" y="2123280"/>
                <a:ext cx="6413400" cy="134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12594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760560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0915"/>
            <a:ext cx="7886700" cy="10110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41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Bernoulli Naïve Bayes Classifier</a:t>
            </a:r>
            <a:endParaRPr lang="en-US" sz="41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628650" y="1940091"/>
            <a:ext cx="7886700" cy="2692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lnSpc>
                <a:spcPct val="90000"/>
              </a:lnSpc>
              <a:spcAft>
                <a:spcPts val="1200"/>
              </a:spcAft>
            </a:pPr>
            <a:r>
              <a:rPr lang="en-US" altLang="zh-CN" sz="1700"/>
              <a:t>Similar to multinomial naïve bayes classifier.</a:t>
            </a:r>
          </a:p>
          <a:p>
            <a:pPr indent="-228600">
              <a:lnSpc>
                <a:spcPct val="90000"/>
              </a:lnSpc>
              <a:spcAft>
                <a:spcPts val="1200"/>
              </a:spcAft>
            </a:pPr>
            <a:r>
              <a:rPr lang="en-US" altLang="zh-CN" sz="1700"/>
              <a:t>But the attributes are boolean valued only .</a:t>
            </a:r>
          </a:p>
          <a:p>
            <a:pPr indent="-228600">
              <a:lnSpc>
                <a:spcPct val="90000"/>
              </a:lnSpc>
              <a:spcAft>
                <a:spcPts val="1200"/>
              </a:spcAft>
            </a:pPr>
            <a:r>
              <a:rPr lang="en-US" altLang="zh-CN" sz="1700"/>
              <a:t>For example: if a word occurs in a text yes or no.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F17827C-0551-00D4-BE48-8CD8B196491B}"/>
                  </a:ext>
                </a:extLst>
              </p14:cNvPr>
              <p14:cNvContentPartPr/>
              <p14:nvPr/>
            </p14:nvContentPartPr>
            <p14:xfrm>
              <a:off x="935280" y="1017360"/>
              <a:ext cx="4822920" cy="2294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F17827C-0551-00D4-BE48-8CD8B19649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5920" y="1008000"/>
                <a:ext cx="4841640" cy="231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2880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165147"/>
            <a:ext cx="7066893" cy="4978354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1574772"/>
            <a:ext cx="1456680" cy="141716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209872" y="1119429"/>
            <a:ext cx="2240924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1454369"/>
            <a:ext cx="5733470" cy="20633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18835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5156</TotalTime>
  <Words>1140</Words>
  <Application>Microsoft Office PowerPoint</Application>
  <PresentationFormat>On-screen Show (16:9)</PresentationFormat>
  <Paragraphs>205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Cambria</vt:lpstr>
      <vt:lpstr>Cambria Math</vt:lpstr>
      <vt:lpstr>Wingdings</vt:lpstr>
      <vt:lpstr>Office Theme</vt:lpstr>
      <vt:lpstr>Custom Design</vt:lpstr>
      <vt:lpstr>PowerPoint Presentation</vt:lpstr>
      <vt:lpstr>Naïve Bayes Classifier</vt:lpstr>
      <vt:lpstr>Need of Naive Bayes Classifier</vt:lpstr>
      <vt:lpstr>Application of Naive Bayes Classifier</vt:lpstr>
      <vt:lpstr>Naïve Bayes</vt:lpstr>
      <vt:lpstr>Conditional Probability</vt:lpstr>
      <vt:lpstr>PowerPoint Presentation</vt:lpstr>
      <vt:lpstr>Bayes Theorem</vt:lpstr>
      <vt:lpstr>Example of Bayes Theorem</vt:lpstr>
      <vt:lpstr>Example of Bayes Theorem</vt:lpstr>
      <vt:lpstr>Naive Bayes Classifier</vt:lpstr>
      <vt:lpstr>Naive Bayes Classifier</vt:lpstr>
      <vt:lpstr>Naive Bayes Classifier</vt:lpstr>
      <vt:lpstr>    Working of Naïve Bayes Classifier</vt:lpstr>
      <vt:lpstr>PowerPoint Presentation</vt:lpstr>
      <vt:lpstr>Naive Bayes Classifier Example</vt:lpstr>
      <vt:lpstr>Naive Bayes Classifier Example</vt:lpstr>
      <vt:lpstr>Naive Bayes Classifier Example</vt:lpstr>
      <vt:lpstr>Naive Bayes Classifier Example</vt:lpstr>
      <vt:lpstr>PowerPoint Presentation</vt:lpstr>
      <vt:lpstr>Types of Naïve Bayes Classifier</vt:lpstr>
      <vt:lpstr>Gaussian Naïve Bayes Classifier</vt:lpstr>
      <vt:lpstr>Multinomial Naïve Bayes Classifier</vt:lpstr>
      <vt:lpstr>Bernoulli Naïve Bayes Classifier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Deepika Vatsa</cp:lastModifiedBy>
  <cp:revision>348</cp:revision>
  <dcterms:created xsi:type="dcterms:W3CDTF">2019-01-21T09:33:03Z</dcterms:created>
  <dcterms:modified xsi:type="dcterms:W3CDTF">2025-09-09T06:39:56Z</dcterms:modified>
</cp:coreProperties>
</file>