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95" r:id="rId2"/>
    <p:sldId id="591" r:id="rId3"/>
    <p:sldId id="592" r:id="rId4"/>
    <p:sldId id="596" r:id="rId5"/>
    <p:sldId id="593" r:id="rId6"/>
    <p:sldId id="594" r:id="rId7"/>
    <p:sldId id="595" r:id="rId8"/>
    <p:sldId id="597" r:id="rId9"/>
    <p:sldId id="600" r:id="rId10"/>
    <p:sldId id="598" r:id="rId11"/>
    <p:sldId id="601" r:id="rId12"/>
    <p:sldId id="602" r:id="rId13"/>
    <p:sldId id="603" r:id="rId14"/>
    <p:sldId id="604" r:id="rId15"/>
    <p:sldId id="605" r:id="rId16"/>
    <p:sldId id="606" r:id="rId17"/>
    <p:sldId id="607" r:id="rId18"/>
    <p:sldId id="608" r:id="rId19"/>
    <p:sldId id="609" r:id="rId20"/>
    <p:sldId id="58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23A7C-59D2-441C-A32C-791671939596}" v="124" dt="2025-10-27T09:38:25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7BBACB10-8586-4BCC-A476-38C462E71A11}"/>
    <pc:docChg chg="undo custSel addSld delSld modSld sldOrd">
      <pc:chgData name="Deepika Vatsa" userId="f7100972-27fe-4ee6-8fb4-ec9b7931b409" providerId="ADAL" clId="{7BBACB10-8586-4BCC-A476-38C462E71A11}" dt="2025-08-20T11:37:16.703" v="2620"/>
      <pc:docMkLst>
        <pc:docMk/>
      </pc:docMkLst>
      <pc:sldChg chg="modSp mod">
        <pc:chgData name="Deepika Vatsa" userId="f7100972-27fe-4ee6-8fb4-ec9b7931b409" providerId="ADAL" clId="{7BBACB10-8586-4BCC-A476-38C462E71A11}" dt="2025-08-18T12:29:45.278" v="20" actId="5793"/>
        <pc:sldMkLst>
          <pc:docMk/>
          <pc:sldMk cId="0" sldId="395"/>
        </pc:sldMkLst>
        <pc:spChg chg="mod">
          <ac:chgData name="Deepika Vatsa" userId="f7100972-27fe-4ee6-8fb4-ec9b7931b409" providerId="ADAL" clId="{7BBACB10-8586-4BCC-A476-38C462E71A11}" dt="2025-08-18T12:29:45.278" v="20" actId="5793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7BBACB10-8586-4BCC-A476-38C462E71A11}" dt="2025-08-18T12:31:36.988" v="182" actId="20577"/>
        <pc:sldMkLst>
          <pc:docMk/>
          <pc:sldMk cId="3439049211" sldId="591"/>
        </pc:sldMkLst>
        <pc:spChg chg="mod">
          <ac:chgData name="Deepika Vatsa" userId="f7100972-27fe-4ee6-8fb4-ec9b7931b409" providerId="ADAL" clId="{7BBACB10-8586-4BCC-A476-38C462E71A11}" dt="2025-08-18T12:31:36.988" v="182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3198423911" sldId="593"/>
        </pc:sldMkLst>
        <pc:spChg chg="mod">
          <ac:chgData name="Deepika Vatsa" userId="f7100972-27fe-4ee6-8fb4-ec9b7931b409" providerId="ADAL" clId="{7BBACB10-8586-4BCC-A476-38C462E71A11}" dt="2025-08-18T12:33:31.379" v="207" actId="20577"/>
          <ac:spMkLst>
            <pc:docMk/>
            <pc:sldMk cId="3198423911" sldId="593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5:22:36.788" v="398" actId="20577"/>
          <ac:spMkLst>
            <pc:docMk/>
            <pc:sldMk cId="3198423911" sldId="593"/>
            <ac:spMk id="5" creationId="{2461C6AC-CE12-CE55-1E34-C97C06A15181}"/>
          </ac:spMkLst>
        </pc:spChg>
        <pc:picChg chg="del">
          <ac:chgData name="Deepika Vatsa" userId="f7100972-27fe-4ee6-8fb4-ec9b7931b409" providerId="ADAL" clId="{7BBACB10-8586-4BCC-A476-38C462E71A11}" dt="2025-08-18T12:33:10.652" v="200" actId="478"/>
          <ac:picMkLst>
            <pc:docMk/>
            <pc:sldMk cId="3198423911" sldId="593"/>
            <ac:picMk id="9" creationId="{D35FFCD6-253F-CEEB-E0FE-880344B9FA65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198423911" sldId="593"/>
            <ac:inkMk id="4" creationId="{F57AC4F4-9915-BC5C-2518-359ABAE0993A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815781673" sldId="59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468002330" sldId="61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2334307004" sldId="61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2099841" sldId="61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91955979" sldId="618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12900456" sldId="619"/>
        </pc:sldMkLst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4060805478" sldId="620"/>
        </pc:sldMkLst>
        <pc:spChg chg="mod">
          <ac:chgData name="Deepika Vatsa" userId="f7100972-27fe-4ee6-8fb4-ec9b7931b409" providerId="ADAL" clId="{7BBACB10-8586-4BCC-A476-38C462E71A11}" dt="2025-08-18T12:37:05.603" v="344" actId="20577"/>
          <ac:spMkLst>
            <pc:docMk/>
            <pc:sldMk cId="4060805478" sldId="62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18T12:37:12.312" v="348" actId="1076"/>
          <ac:picMkLst>
            <pc:docMk/>
            <pc:sldMk cId="4060805478" sldId="620"/>
            <ac:picMk id="5" creationId="{F8E1D368-D16A-C482-965F-806B8E4DF710}"/>
          </ac:picMkLst>
        </pc:picChg>
        <pc:picChg chg="del">
          <ac:chgData name="Deepika Vatsa" userId="f7100972-27fe-4ee6-8fb4-ec9b7931b409" providerId="ADAL" clId="{7BBACB10-8586-4BCC-A476-38C462E71A11}" dt="2025-08-18T12:37:07.625" v="345" actId="478"/>
          <ac:picMkLst>
            <pc:docMk/>
            <pc:sldMk cId="4060805478" sldId="620"/>
            <ac:picMk id="7" creationId="{31B87EC0-4ADE-A96C-B968-87A230E18EEA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60805478" sldId="620"/>
            <ac:inkMk id="4" creationId="{ACC227A6-CFC9-FDCA-DD5F-F63A7A00289C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4835650" sldId="621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76936197" sldId="622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533333801" sldId="623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9948443" sldId="62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492384228" sldId="62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9153089" sldId="628"/>
        </pc:sldMkLst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948371539" sldId="629"/>
        </pc:sldMkLst>
        <pc:spChg chg="mod">
          <ac:chgData name="Deepika Vatsa" userId="f7100972-27fe-4ee6-8fb4-ec9b7931b409" providerId="ADAL" clId="{7BBACB10-8586-4BCC-A476-38C462E71A11}" dt="2025-08-18T12:38:15.420" v="373" actId="20577"/>
          <ac:spMkLst>
            <pc:docMk/>
            <pc:sldMk cId="1948371539" sldId="629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3:38.153" v="485" actId="13926"/>
          <ac:spMkLst>
            <pc:docMk/>
            <pc:sldMk cId="1948371539" sldId="629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948371539" sldId="629"/>
            <ac:inkMk id="4" creationId="{3DCBD848-C1DF-5289-60F8-FC7DAE9FFA5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752782814" sldId="630"/>
        </pc:sldMkLst>
        <pc:spChg chg="mod">
          <ac:chgData name="Deepika Vatsa" userId="f7100972-27fe-4ee6-8fb4-ec9b7931b409" providerId="ADAL" clId="{7BBACB10-8586-4BCC-A476-38C462E71A11}" dt="2025-08-20T05:34:15.312" v="502" actId="20577"/>
          <ac:spMkLst>
            <pc:docMk/>
            <pc:sldMk cId="2752782814" sldId="630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5:04.737" v="549" actId="113"/>
          <ac:spMkLst>
            <pc:docMk/>
            <pc:sldMk cId="2752782814" sldId="630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752782814" sldId="630"/>
            <ac:inkMk id="4" creationId="{3BFC01C0-E43D-4B22-D87F-9C76CE5CBFB7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075029183" sldId="631"/>
        </pc:sldMkLst>
        <pc:spChg chg="mod">
          <ac:chgData name="Deepika Vatsa" userId="f7100972-27fe-4ee6-8fb4-ec9b7931b409" providerId="ADAL" clId="{7BBACB10-8586-4BCC-A476-38C462E71A11}" dt="2025-08-20T05:35:15.112" v="559" actId="20577"/>
          <ac:spMkLst>
            <pc:docMk/>
            <pc:sldMk cId="4075029183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50.083" v="1366"/>
          <ac:spMkLst>
            <pc:docMk/>
            <pc:sldMk cId="4075029183" sldId="631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75029183" sldId="631"/>
            <ac:inkMk id="4" creationId="{A5F1C993-15C5-7158-C15A-937A12C77E2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1034070740" sldId="632"/>
        </pc:sldMkLst>
        <pc:spChg chg="mod">
          <ac:chgData name="Deepika Vatsa" userId="f7100972-27fe-4ee6-8fb4-ec9b7931b409" providerId="ADAL" clId="{7BBACB10-8586-4BCC-A476-38C462E71A11}" dt="2025-08-20T05:42:21.751" v="733" actId="20577"/>
          <ac:spMkLst>
            <pc:docMk/>
            <pc:sldMk cId="1034070740" sldId="632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034070740" sldId="632"/>
            <ac:inkMk id="4" creationId="{54B5AB7D-BE60-5CBD-D026-7C7EA9133A1C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82903048" sldId="633"/>
        </pc:sldMkLst>
        <pc:spChg chg="mod">
          <ac:chgData name="Deepika Vatsa" userId="f7100972-27fe-4ee6-8fb4-ec9b7931b409" providerId="ADAL" clId="{7BBACB10-8586-4BCC-A476-38C462E71A11}" dt="2025-08-20T05:42:58.411" v="741" actId="20577"/>
          <ac:spMkLst>
            <pc:docMk/>
            <pc:sldMk cId="482903048" sldId="63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9:27.421" v="1642" actId="114"/>
          <ac:spMkLst>
            <pc:docMk/>
            <pc:sldMk cId="482903048" sldId="633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82903048" sldId="633"/>
            <ac:inkMk id="4" creationId="{AC239867-B705-D1F0-4231-DBCA68741015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6699416" sldId="634"/>
        </pc:sldMkLst>
        <pc:spChg chg="del">
          <ac:chgData name="Deepika Vatsa" userId="f7100972-27fe-4ee6-8fb4-ec9b7931b409" providerId="ADAL" clId="{7BBACB10-8586-4BCC-A476-38C462E71A11}" dt="2025-08-20T05:57:49.904" v="762" actId="478"/>
          <ac:spMkLst>
            <pc:docMk/>
            <pc:sldMk cId="2046699416" sldId="634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20.647" v="1628" actId="478"/>
          <ac:picMkLst>
            <pc:docMk/>
            <pc:sldMk cId="2046699416" sldId="634"/>
            <ac:picMk id="6" creationId="{AD084D03-C36A-C512-DD48-5B3303E88AA0}"/>
          </ac:picMkLst>
        </pc:picChg>
        <pc:picChg chg="add mod modCrop">
          <ac:chgData name="Deepika Vatsa" userId="f7100972-27fe-4ee6-8fb4-ec9b7931b409" providerId="ADAL" clId="{7BBACB10-8586-4BCC-A476-38C462E71A11}" dt="2025-08-20T06:48:32.274" v="1634" actId="732"/>
          <ac:picMkLst>
            <pc:docMk/>
            <pc:sldMk cId="2046699416" sldId="634"/>
            <ac:picMk id="7" creationId="{4261722E-4B0F-C2A8-2B2E-D7283F121F24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6699416" sldId="634"/>
            <ac:inkMk id="4" creationId="{D70D7400-B8DC-8405-E6B7-D5BD5C5C312A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746225030" sldId="635"/>
        </pc:sldMkLst>
        <pc:spChg chg="mod">
          <ac:chgData name="Deepika Vatsa" userId="f7100972-27fe-4ee6-8fb4-ec9b7931b409" providerId="ADAL" clId="{7BBACB10-8586-4BCC-A476-38C462E71A11}" dt="2025-08-20T06:14:36.806" v="792" actId="20577"/>
          <ac:spMkLst>
            <pc:docMk/>
            <pc:sldMk cId="746225030" sldId="635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6:50:11.173" v="1676" actId="20577"/>
          <ac:spMkLst>
            <pc:docMk/>
            <pc:sldMk cId="746225030" sldId="635"/>
            <ac:spMk id="5" creationId="{511D877E-D953-9EA2-2658-9866E6DD2D78}"/>
          </ac:spMkLst>
        </pc:spChg>
        <pc:picChg chg="del">
          <ac:chgData name="Deepika Vatsa" userId="f7100972-27fe-4ee6-8fb4-ec9b7931b409" providerId="ADAL" clId="{7BBACB10-8586-4BCC-A476-38C462E71A11}" dt="2025-08-20T06:14:38.527" v="793" actId="478"/>
          <ac:picMkLst>
            <pc:docMk/>
            <pc:sldMk cId="746225030" sldId="635"/>
            <ac:picMk id="6" creationId="{AD084D03-C36A-C512-DD48-5B3303E88AA0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746225030" sldId="635"/>
            <ac:inkMk id="4" creationId="{CCEDA677-310B-0312-E640-FD6E04D1E035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32203484" sldId="636"/>
        </pc:sldMkLst>
        <pc:spChg chg="mod">
          <ac:chgData name="Deepika Vatsa" userId="f7100972-27fe-4ee6-8fb4-ec9b7931b409" providerId="ADAL" clId="{7BBACB10-8586-4BCC-A476-38C462E71A11}" dt="2025-08-20T06:18:26.202" v="827" actId="20577"/>
          <ac:spMkLst>
            <pc:docMk/>
            <pc:sldMk cId="4132203484" sldId="636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03.436" v="1357" actId="20577"/>
          <ac:spMkLst>
            <pc:docMk/>
            <pc:sldMk cId="4132203484" sldId="636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32203484" sldId="636"/>
            <ac:inkMk id="4" creationId="{CDF80E7D-A0DD-A4B7-A5BA-90DC25623BB9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7641393" sldId="637"/>
        </pc:sldMkLst>
        <pc:spChg chg="mod">
          <ac:chgData name="Deepika Vatsa" userId="f7100972-27fe-4ee6-8fb4-ec9b7931b409" providerId="ADAL" clId="{7BBACB10-8586-4BCC-A476-38C462E71A11}" dt="2025-08-20T06:29:29.207" v="1372" actId="6549"/>
          <ac:spMkLst>
            <pc:docMk/>
            <pc:sldMk cId="397641393" sldId="637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7641393" sldId="637"/>
            <ac:inkMk id="4" creationId="{2C098E41-7132-B29B-C848-2D8B179D22D8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0000702" sldId="638"/>
        </pc:sldMkLst>
        <pc:spChg chg="mod">
          <ac:chgData name="Deepika Vatsa" userId="f7100972-27fe-4ee6-8fb4-ec9b7931b409" providerId="ADAL" clId="{7BBACB10-8586-4BCC-A476-38C462E71A11}" dt="2025-08-20T06:29:40.570" v="1375" actId="15"/>
          <ac:spMkLst>
            <pc:docMk/>
            <pc:sldMk cId="2040000702" sldId="638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0000702" sldId="638"/>
            <ac:inkMk id="4" creationId="{D186D7C2-3724-A0AC-3ADF-C23564D33B17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97423181" sldId="639"/>
        </pc:sldMkLst>
        <pc:spChg chg="mod">
          <ac:chgData name="Deepika Vatsa" userId="f7100972-27fe-4ee6-8fb4-ec9b7931b409" providerId="ADAL" clId="{7BBACB10-8586-4BCC-A476-38C462E71A11}" dt="2025-08-20T06:33:55.765" v="1393" actId="20577"/>
          <ac:spMkLst>
            <pc:docMk/>
            <pc:sldMk cId="97423181" sldId="639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3:50.792" v="1377" actId="478"/>
          <ac:spMkLst>
            <pc:docMk/>
            <pc:sldMk cId="97423181" sldId="639"/>
            <ac:spMk id="5" creationId="{511D877E-D953-9EA2-2658-9866E6DD2D78}"/>
          </ac:spMkLst>
        </pc:spChg>
        <pc:picChg chg="add mod">
          <ac:chgData name="Deepika Vatsa" userId="f7100972-27fe-4ee6-8fb4-ec9b7931b409" providerId="ADAL" clId="{7BBACB10-8586-4BCC-A476-38C462E71A11}" dt="2025-08-20T06:34:05.246" v="1395" actId="1076"/>
          <ac:picMkLst>
            <pc:docMk/>
            <pc:sldMk cId="97423181" sldId="639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97423181" sldId="639"/>
            <ac:inkMk id="4" creationId="{C9E54979-83BE-2529-925B-8DF2C9EAAA51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583778159" sldId="640"/>
        </pc:sldMkLst>
        <pc:spChg chg="mod">
          <ac:chgData name="Deepika Vatsa" userId="f7100972-27fe-4ee6-8fb4-ec9b7931b409" providerId="ADAL" clId="{7BBACB10-8586-4BCC-A476-38C462E71A11}" dt="2025-08-20T06:34:31.767" v="1416" actId="20577"/>
          <ac:spMkLst>
            <pc:docMk/>
            <pc:sldMk cId="2583778159" sldId="64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20T06:34:26.918" v="1400" actId="1076"/>
          <ac:picMkLst>
            <pc:docMk/>
            <pc:sldMk cId="2583778159" sldId="640"/>
            <ac:picMk id="5" creationId="{E3888E7E-B726-F87B-EE88-D7D101352222}"/>
          </ac:picMkLst>
        </pc:picChg>
        <pc:picChg chg="del">
          <ac:chgData name="Deepika Vatsa" userId="f7100972-27fe-4ee6-8fb4-ec9b7931b409" providerId="ADAL" clId="{7BBACB10-8586-4BCC-A476-38C462E71A11}" dt="2025-08-20T06:34:10.883" v="1397" actId="478"/>
          <ac:picMkLst>
            <pc:docMk/>
            <pc:sldMk cId="2583778159" sldId="640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583778159" sldId="640"/>
            <ac:inkMk id="4" creationId="{F9ADC63B-521A-A0E3-DF87-FF1EDDDDE33D}"/>
          </ac:inkMkLst>
        </pc:inkChg>
      </pc:sldChg>
      <pc:sldChg chg="delSp modSp add mod">
        <pc:chgData name="Deepika Vatsa" userId="f7100972-27fe-4ee6-8fb4-ec9b7931b409" providerId="ADAL" clId="{7BBACB10-8586-4BCC-A476-38C462E71A11}" dt="2025-08-20T06:35:22.387" v="1430" actId="403"/>
        <pc:sldMkLst>
          <pc:docMk/>
          <pc:sldMk cId="1325567634" sldId="641"/>
        </pc:sldMkLst>
        <pc:spChg chg="mod">
          <ac:chgData name="Deepika Vatsa" userId="f7100972-27fe-4ee6-8fb4-ec9b7931b409" providerId="ADAL" clId="{7BBACB10-8586-4BCC-A476-38C462E71A11}" dt="2025-08-20T06:35:22.387" v="1430" actId="403"/>
          <ac:spMkLst>
            <pc:docMk/>
            <pc:sldMk cId="1325567634" sldId="641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4:59.107" v="1418" actId="478"/>
          <ac:spMkLst>
            <pc:docMk/>
            <pc:sldMk cId="1325567634" sldId="641"/>
            <ac:spMk id="5" creationId="{2461C6AC-CE12-CE55-1E34-C97C06A15181}"/>
          </ac:spMkLst>
        </pc:spChg>
      </pc:sldChg>
      <pc:sldChg chg="modSp add mod">
        <pc:chgData name="Deepika Vatsa" userId="f7100972-27fe-4ee6-8fb4-ec9b7931b409" providerId="ADAL" clId="{7BBACB10-8586-4BCC-A476-38C462E71A11}" dt="2025-08-20T06:35:35.150" v="1439" actId="20577"/>
        <pc:sldMkLst>
          <pc:docMk/>
          <pc:sldMk cId="3281371514" sldId="642"/>
        </pc:sldMkLst>
        <pc:spChg chg="mod">
          <ac:chgData name="Deepika Vatsa" userId="f7100972-27fe-4ee6-8fb4-ec9b7931b409" providerId="ADAL" clId="{7BBACB10-8586-4BCC-A476-38C462E71A11}" dt="2025-08-20T06:35:35.150" v="1439" actId="20577"/>
          <ac:spMkLst>
            <pc:docMk/>
            <pc:sldMk cId="3281371514" sldId="642"/>
            <ac:spMk id="2" creationId="{00000000-0000-0000-0000-000000000000}"/>
          </ac:spMkLst>
        </pc:spChg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316392785" sldId="643"/>
        </pc:sldMkLst>
        <pc:spChg chg="mod">
          <ac:chgData name="Deepika Vatsa" userId="f7100972-27fe-4ee6-8fb4-ec9b7931b409" providerId="ADAL" clId="{7BBACB10-8586-4BCC-A476-38C462E71A11}" dt="2025-08-20T06:40:17.339" v="1516" actId="20577"/>
          <ac:spMkLst>
            <pc:docMk/>
            <pc:sldMk cId="1316392785" sldId="64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1:03.560" v="1542"/>
          <ac:spMkLst>
            <pc:docMk/>
            <pc:sldMk cId="1316392785" sldId="643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316392785" sldId="643"/>
            <ac:inkMk id="4" creationId="{17BD0407-EA25-1277-BE98-C748946EB9B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54143070" sldId="644"/>
        </pc:sldMkLst>
        <pc:spChg chg="mod">
          <ac:chgData name="Deepika Vatsa" userId="f7100972-27fe-4ee6-8fb4-ec9b7931b409" providerId="ADAL" clId="{7BBACB10-8586-4BCC-A476-38C462E71A11}" dt="2025-08-20T06:42:52.692" v="1621" actId="20577"/>
          <ac:spMkLst>
            <pc:docMk/>
            <pc:sldMk cId="4154143070" sldId="644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54143070" sldId="644"/>
            <ac:inkMk id="4" creationId="{9EF5BFCC-BBF3-4570-20A0-B67AED60275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731779941" sldId="645"/>
        </pc:sldMkLst>
        <pc:spChg chg="mod">
          <ac:chgData name="Deepika Vatsa" userId="f7100972-27fe-4ee6-8fb4-ec9b7931b409" providerId="ADAL" clId="{7BBACB10-8586-4BCC-A476-38C462E71A11}" dt="2025-08-20T06:41:22.338" v="1551" actId="113"/>
          <ac:spMkLst>
            <pc:docMk/>
            <pc:sldMk cId="3731779941" sldId="645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731779941" sldId="645"/>
            <ac:inkMk id="4" creationId="{5AC419C3-8D99-A037-EC2C-A8289BDB7403}"/>
          </ac:inkMkLst>
        </pc:inkChg>
      </pc:sldChg>
      <pc:sldChg chg="addSp add">
        <pc:chgData name="Deepika Vatsa" userId="f7100972-27fe-4ee6-8fb4-ec9b7931b409" providerId="ADAL" clId="{7BBACB10-8586-4BCC-A476-38C462E71A11}" dt="2025-08-20T11:37:16.703" v="2620"/>
        <pc:sldMkLst>
          <pc:docMk/>
          <pc:sldMk cId="1825479687" sldId="646"/>
        </pc:sldMkLst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825479687" sldId="646"/>
            <ac:inkMk id="4" creationId="{9ED57F5B-8592-4B94-68EF-6BE6EFC79E86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6:48:10.187" v="1626" actId="47"/>
        <pc:sldMkLst>
          <pc:docMk/>
          <pc:sldMk cId="2823366148" sldId="646"/>
        </pc:sldMkLst>
        <pc:spChg chg="del">
          <ac:chgData name="Deepika Vatsa" userId="f7100972-27fe-4ee6-8fb4-ec9b7931b409" providerId="ADAL" clId="{7BBACB10-8586-4BCC-A476-38C462E71A11}" dt="2025-08-20T06:48:02.916" v="1623" actId="478"/>
          <ac:spMkLst>
            <pc:docMk/>
            <pc:sldMk cId="2823366148" sldId="646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07.940" v="1625"/>
          <ac:picMkLst>
            <pc:docMk/>
            <pc:sldMk cId="2823366148" sldId="646"/>
            <ac:picMk id="4" creationId="{052E0D85-B66D-F88F-C54D-A8C608B9CB87}"/>
          </ac:picMkLst>
        </pc:pic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536546870" sldId="647"/>
        </pc:sldMkLst>
        <pc:spChg chg="del">
          <ac:chgData name="Deepika Vatsa" userId="f7100972-27fe-4ee6-8fb4-ec9b7931b409" providerId="ADAL" clId="{7BBACB10-8586-4BCC-A476-38C462E71A11}" dt="2025-08-20T06:52:33.256" v="1678" actId="478"/>
          <ac:spMkLst>
            <pc:docMk/>
            <pc:sldMk cId="3536546870" sldId="647"/>
            <ac:spMk id="5" creationId="{511D877E-D953-9EA2-2658-9866E6DD2D78}"/>
          </ac:spMkLst>
        </pc:spChg>
        <pc:picChg chg="add mod modCrop">
          <ac:chgData name="Deepika Vatsa" userId="f7100972-27fe-4ee6-8fb4-ec9b7931b409" providerId="ADAL" clId="{7BBACB10-8586-4BCC-A476-38C462E71A11}" dt="2025-08-20T06:52:47.358" v="1682" actId="1076"/>
          <ac:picMkLst>
            <pc:docMk/>
            <pc:sldMk cId="3536546870" sldId="647"/>
            <ac:picMk id="4" creationId="{52826AD3-6F07-615F-2B72-E90F9DAE671E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536546870" sldId="647"/>
            <ac:inkMk id="5" creationId="{48F69E82-123F-45EE-AF2E-934D2983316B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30264224" sldId="648"/>
        </pc:sldMkLst>
        <pc:spChg chg="mod">
          <ac:chgData name="Deepika Vatsa" userId="f7100972-27fe-4ee6-8fb4-ec9b7931b409" providerId="ADAL" clId="{7BBACB10-8586-4BCC-A476-38C462E71A11}" dt="2025-08-20T06:53:34.954" v="1695" actId="20577"/>
          <ac:spMkLst>
            <pc:docMk/>
            <pc:sldMk cId="3930264224" sldId="648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7:07:56.937" v="2619" actId="1076"/>
          <ac:spMkLst>
            <pc:docMk/>
            <pc:sldMk cId="3930264224" sldId="648"/>
            <ac:spMk id="6" creationId="{FFD9A4DD-B5AB-E8DB-C496-231CC09E2328}"/>
          </ac:spMkLst>
        </pc:spChg>
        <pc:picChg chg="del">
          <ac:chgData name="Deepika Vatsa" userId="f7100972-27fe-4ee6-8fb4-ec9b7931b409" providerId="ADAL" clId="{7BBACB10-8586-4BCC-A476-38C462E71A11}" dt="2025-08-20T06:53:36.586" v="1696" actId="478"/>
          <ac:picMkLst>
            <pc:docMk/>
            <pc:sldMk cId="3930264224" sldId="648"/>
            <ac:picMk id="4" creationId="{52826AD3-6F07-615F-2B72-E90F9DAE671E}"/>
          </ac:picMkLst>
        </pc:picChg>
        <pc:picChg chg="add del mod">
          <ac:chgData name="Deepika Vatsa" userId="f7100972-27fe-4ee6-8fb4-ec9b7931b409" providerId="ADAL" clId="{7BBACB10-8586-4BCC-A476-38C462E71A11}" dt="2025-08-20T06:56:17.473" v="2015" actId="478"/>
          <ac:picMkLst>
            <pc:docMk/>
            <pc:sldMk cId="3930264224" sldId="648"/>
            <ac:picMk id="5" creationId="{90B69D6D-4D75-A08B-F30E-E6BF26ECD871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30264224" sldId="648"/>
            <ac:inkMk id="4" creationId="{5B05BB2A-4A4F-9946-3A29-504DBDCFD2EB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7:04:05.864" v="2494" actId="47"/>
        <pc:sldMkLst>
          <pc:docMk/>
          <pc:sldMk cId="1939606234" sldId="649"/>
        </pc:sldMkLst>
        <pc:picChg chg="add mod modCrop">
          <ac:chgData name="Deepika Vatsa" userId="f7100972-27fe-4ee6-8fb4-ec9b7931b409" providerId="ADAL" clId="{7BBACB10-8586-4BCC-A476-38C462E71A11}" dt="2025-08-20T06:54:29.380" v="1707" actId="1076"/>
          <ac:picMkLst>
            <pc:docMk/>
            <pc:sldMk cId="1939606234" sldId="649"/>
            <ac:picMk id="4" creationId="{8073A3DF-2A3E-5F66-4875-63C1D5E6A527}"/>
          </ac:picMkLst>
        </pc:picChg>
        <pc:picChg chg="del">
          <ac:chgData name="Deepika Vatsa" userId="f7100972-27fe-4ee6-8fb4-ec9b7931b409" providerId="ADAL" clId="{7BBACB10-8586-4BCC-A476-38C462E71A11}" dt="2025-08-20T06:53:48.007" v="1700" actId="478"/>
          <ac:picMkLst>
            <pc:docMk/>
            <pc:sldMk cId="1939606234" sldId="649"/>
            <ac:picMk id="5" creationId="{90B69D6D-4D75-A08B-F30E-E6BF26ECD871}"/>
          </ac:picMkLst>
        </pc:pic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272648693" sldId="650"/>
        </pc:sldMkLst>
        <pc:spChg chg="mod">
          <ac:chgData name="Deepika Vatsa" userId="f7100972-27fe-4ee6-8fb4-ec9b7931b409" providerId="ADAL" clId="{7BBACB10-8586-4BCC-A476-38C462E71A11}" dt="2025-08-20T07:03:43.999" v="2452" actId="1076"/>
          <ac:spMkLst>
            <pc:docMk/>
            <pc:sldMk cId="2272648693" sldId="650"/>
            <ac:spMk id="6" creationId="{FFD9A4DD-B5AB-E8DB-C496-231CC09E2328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7" creationId="{E66E3315-B034-A861-26B7-161D840A9B8B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8" creationId="{128771D7-1DE7-3AC6-2294-0C18F21CB146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272648693" sldId="650"/>
            <ac:inkMk id="4" creationId="{201305CA-103F-AE7E-F77A-F7E37CE5BB0E}"/>
          </ac:inkMkLst>
        </pc:inkChg>
        <pc:cxnChg chg="add mod">
          <ac:chgData name="Deepika Vatsa" userId="f7100972-27fe-4ee6-8fb4-ec9b7931b409" providerId="ADAL" clId="{7BBACB10-8586-4BCC-A476-38C462E71A11}" dt="2025-08-20T07:04:00.836" v="2493" actId="14100"/>
          <ac:cxnSpMkLst>
            <pc:docMk/>
            <pc:sldMk cId="2272648693" sldId="650"/>
            <ac:cxnSpMk id="5" creationId="{24B3BA2A-7D87-5D78-8A80-D0AF4570A12E}"/>
          </ac:cxnSpMkLst>
        </pc:cxnChg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  <pc:docChgLst>
    <pc:chgData name="Deepika Vatsa" userId="f7100972-27fe-4ee6-8fb4-ec9b7931b409" providerId="ADAL" clId="{FECAADD6-485A-4B66-AEA2-DF6E35DB16E2}"/>
    <pc:docChg chg="custSel addSld delSld modSld sldOrd">
      <pc:chgData name="Deepika Vatsa" userId="f7100972-27fe-4ee6-8fb4-ec9b7931b409" providerId="ADAL" clId="{FECAADD6-485A-4B66-AEA2-DF6E35DB16E2}" dt="2025-08-18T12:27:52.721" v="556" actId="20577"/>
      <pc:docMkLst>
        <pc:docMk/>
      </pc:docMkLst>
      <pc:sldChg chg="modSp mod">
        <pc:chgData name="Deepika Vatsa" userId="f7100972-27fe-4ee6-8fb4-ec9b7931b409" providerId="ADAL" clId="{FECAADD6-485A-4B66-AEA2-DF6E35DB16E2}" dt="2025-08-18T12:07:10.708" v="25" actId="20577"/>
        <pc:sldMkLst>
          <pc:docMk/>
          <pc:sldMk cId="0" sldId="395"/>
        </pc:sldMkLst>
        <pc:spChg chg="mod">
          <ac:chgData name="Deepika Vatsa" userId="f7100972-27fe-4ee6-8fb4-ec9b7931b409" providerId="ADAL" clId="{FECAADD6-485A-4B66-AEA2-DF6E35DB16E2}" dt="2025-08-18T12:07:10.708" v="2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FECAADD6-485A-4B66-AEA2-DF6E35DB16E2}" dt="2025-08-18T12:27:52.721" v="556" actId="20577"/>
        <pc:sldMkLst>
          <pc:docMk/>
          <pc:sldMk cId="3439049211" sldId="591"/>
        </pc:sldMkLst>
        <pc:spChg chg="mod">
          <ac:chgData name="Deepika Vatsa" userId="f7100972-27fe-4ee6-8fb4-ec9b7931b409" providerId="ADAL" clId="{FECAADD6-485A-4B66-AEA2-DF6E35DB16E2}" dt="2025-08-18T12:07:52.149" v="101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FECAADD6-485A-4B66-AEA2-DF6E35DB16E2}" dt="2025-08-18T12:27:52.721" v="556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2536662" sldId="592"/>
        </pc:sldMkLst>
      </pc:sldChg>
      <pc:sldChg chg="addSp delSp modSp mod">
        <pc:chgData name="Deepika Vatsa" userId="f7100972-27fe-4ee6-8fb4-ec9b7931b409" providerId="ADAL" clId="{FECAADD6-485A-4B66-AEA2-DF6E35DB16E2}" dt="2025-08-18T12:21:57.865" v="418" actId="14100"/>
        <pc:sldMkLst>
          <pc:docMk/>
          <pc:sldMk cId="3198423911" sldId="593"/>
        </pc:sldMkLst>
        <pc:spChg chg="mod">
          <ac:chgData name="Deepika Vatsa" userId="f7100972-27fe-4ee6-8fb4-ec9b7931b409" providerId="ADAL" clId="{FECAADD6-485A-4B66-AEA2-DF6E35DB16E2}" dt="2025-08-18T12:21:40.079" v="415" actId="20577"/>
          <ac:spMkLst>
            <pc:docMk/>
            <pc:sldMk cId="319842391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08:46.420" v="140" actId="478"/>
          <ac:spMkLst>
            <pc:docMk/>
            <pc:sldMk cId="3198423911" sldId="593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FECAADD6-485A-4B66-AEA2-DF6E35DB16E2}" dt="2025-08-18T12:09:17.408" v="144" actId="478"/>
          <ac:picMkLst>
            <pc:docMk/>
            <pc:sldMk cId="3198423911" sldId="593"/>
            <ac:picMk id="5" creationId="{0A24C55F-7A92-6287-5865-B01B27F658BA}"/>
          </ac:picMkLst>
        </pc:picChg>
        <pc:picChg chg="add del mod">
          <ac:chgData name="Deepika Vatsa" userId="f7100972-27fe-4ee6-8fb4-ec9b7931b409" providerId="ADAL" clId="{FECAADD6-485A-4B66-AEA2-DF6E35DB16E2}" dt="2025-08-18T12:20:44.843" v="380" actId="478"/>
          <ac:picMkLst>
            <pc:docMk/>
            <pc:sldMk cId="3198423911" sldId="593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21:57.865" v="418" actId="14100"/>
          <ac:picMkLst>
            <pc:docMk/>
            <pc:sldMk cId="3198423911" sldId="593"/>
            <ac:picMk id="9" creationId="{D35FFCD6-253F-CEEB-E0FE-880344B9FA65}"/>
          </ac:picMkLst>
        </pc:picChg>
      </pc:sldChg>
      <pc:sldChg chg="addSp delSp modSp mod">
        <pc:chgData name="Deepika Vatsa" userId="f7100972-27fe-4ee6-8fb4-ec9b7931b409" providerId="ADAL" clId="{FECAADD6-485A-4B66-AEA2-DF6E35DB16E2}" dt="2025-08-18T12:18:33.216" v="347" actId="1076"/>
        <pc:sldMkLst>
          <pc:docMk/>
          <pc:sldMk cId="815781673" sldId="595"/>
        </pc:sldMkLst>
        <pc:spChg chg="mod">
          <ac:chgData name="Deepika Vatsa" userId="f7100972-27fe-4ee6-8fb4-ec9b7931b409" providerId="ADAL" clId="{FECAADD6-485A-4B66-AEA2-DF6E35DB16E2}" dt="2025-08-18T12:18:18.990" v="340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18:27.905" v="344" actId="478"/>
          <ac:spMkLst>
            <pc:docMk/>
            <pc:sldMk cId="815781673" sldId="595"/>
            <ac:spMk id="7" creationId="{BCBAFA03-3862-AA92-2365-76BF8A47DE8D}"/>
          </ac:spMkLst>
        </pc:spChg>
        <pc:spChg chg="del">
          <ac:chgData name="Deepika Vatsa" userId="f7100972-27fe-4ee6-8fb4-ec9b7931b409" providerId="ADAL" clId="{FECAADD6-485A-4B66-AEA2-DF6E35DB16E2}" dt="2025-08-18T12:18:23.748" v="342" actId="478"/>
          <ac:spMkLst>
            <pc:docMk/>
            <pc:sldMk cId="815781673" sldId="595"/>
            <ac:spMk id="11" creationId="{06381CCD-359B-D8A2-1997-A5B56A02FD41}"/>
          </ac:spMkLst>
        </pc:spChg>
        <pc:picChg chg="add mod">
          <ac:chgData name="Deepika Vatsa" userId="f7100972-27fe-4ee6-8fb4-ec9b7931b409" providerId="ADAL" clId="{FECAADD6-485A-4B66-AEA2-DF6E35DB16E2}" dt="2025-08-18T12:18:33.216" v="347" actId="1076"/>
          <ac:picMkLst>
            <pc:docMk/>
            <pc:sldMk cId="815781673" sldId="595"/>
            <ac:picMk id="5" creationId="{CBB23C75-79E3-DF1C-D40A-D199F6F0FF07}"/>
          </ac:picMkLst>
        </pc:picChg>
        <pc:picChg chg="del">
          <ac:chgData name="Deepika Vatsa" userId="f7100972-27fe-4ee6-8fb4-ec9b7931b409" providerId="ADAL" clId="{FECAADD6-485A-4B66-AEA2-DF6E35DB16E2}" dt="2025-08-18T12:18:21.201" v="341" actId="478"/>
          <ac:picMkLst>
            <pc:docMk/>
            <pc:sldMk cId="815781673" sldId="595"/>
            <ac:picMk id="2050" creationId="{0B7501EB-9B8B-1F43-B280-F1F29C89922A}"/>
          </ac:picMkLst>
        </pc:pic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8" creationId="{EEACF910-633C-AE8B-0642-C71E5B84C041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9" creationId="{C39F76D6-5DCC-CD24-131E-897F8204AFE4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0" creationId="{2BFED832-E34E-9A8D-7B76-1D5566960974}"/>
          </ac:inkMkLst>
        </pc:inkChg>
        <pc:inkChg chg="del">
          <ac:chgData name="Deepika Vatsa" userId="f7100972-27fe-4ee6-8fb4-ec9b7931b409" providerId="ADAL" clId="{FECAADD6-485A-4B66-AEA2-DF6E35DB16E2}" dt="2025-08-18T12:18:25.586" v="343" actId="478"/>
          <ac:inkMkLst>
            <pc:docMk/>
            <pc:sldMk cId="815781673" sldId="595"/>
            <ac:inkMk id="12" creationId="{CD91F783-8135-9CCE-7DBA-385AF0289E46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3" creationId="{20D17564-0F72-D4C2-BF4A-7D9EDF592976}"/>
          </ac:inkMkLst>
        </pc:ink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532030908" sldId="59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825282558" sldId="59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27776172" sldId="59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105522451" sldId="59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98333677" sldId="60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345028146" sldId="60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86010047" sldId="60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900874624" sldId="60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74286721" sldId="604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6058904" sldId="605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038364896" sldId="60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748403446" sldId="60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75425397" sldId="60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661033047" sldId="60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44221787" sldId="61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742127447" sldId="61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4043674681" sldId="61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338937673" sldId="61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180035275" sldId="614"/>
        </pc:sldMkLst>
      </pc:sldChg>
      <pc:sldChg chg="addSp delSp modSp add mod">
        <pc:chgData name="Deepika Vatsa" userId="f7100972-27fe-4ee6-8fb4-ec9b7931b409" providerId="ADAL" clId="{FECAADD6-485A-4B66-AEA2-DF6E35DB16E2}" dt="2025-08-18T12:15:37.578" v="278" actId="1076"/>
        <pc:sldMkLst>
          <pc:docMk/>
          <pc:sldMk cId="3468002330" sldId="615"/>
        </pc:sldMkLst>
        <pc:spChg chg="mod">
          <ac:chgData name="Deepika Vatsa" userId="f7100972-27fe-4ee6-8fb4-ec9b7931b409" providerId="ADAL" clId="{FECAADD6-485A-4B66-AEA2-DF6E35DB16E2}" dt="2025-08-18T12:10:28.116" v="217" actId="20577"/>
          <ac:spMkLst>
            <pc:docMk/>
            <pc:sldMk cId="3468002330" sldId="615"/>
            <ac:spMk id="2" creationId="{00000000-0000-0000-0000-000000000000}"/>
          </ac:spMkLst>
        </pc:spChg>
        <pc:picChg chg="add mod modCrop">
          <ac:chgData name="Deepika Vatsa" userId="f7100972-27fe-4ee6-8fb4-ec9b7931b409" providerId="ADAL" clId="{FECAADD6-485A-4B66-AEA2-DF6E35DB16E2}" dt="2025-08-18T12:12:44.301" v="244" actId="1076"/>
          <ac:picMkLst>
            <pc:docMk/>
            <pc:sldMk cId="3468002330" sldId="615"/>
            <ac:picMk id="5" creationId="{2CC44FAA-E59D-50D6-3358-2471E4514BBB}"/>
          </ac:picMkLst>
        </pc:picChg>
        <pc:picChg chg="del">
          <ac:chgData name="Deepika Vatsa" userId="f7100972-27fe-4ee6-8fb4-ec9b7931b409" providerId="ADAL" clId="{FECAADD6-485A-4B66-AEA2-DF6E35DB16E2}" dt="2025-08-18T12:10:04.152" v="165" actId="478"/>
          <ac:picMkLst>
            <pc:docMk/>
            <pc:sldMk cId="3468002330" sldId="615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2:52.958" v="246" actId="1076"/>
          <ac:picMkLst>
            <pc:docMk/>
            <pc:sldMk cId="3468002330" sldId="615"/>
            <ac:picMk id="8" creationId="{AC26D618-238D-B539-BF07-568502E06F15}"/>
          </ac:picMkLst>
        </pc:picChg>
        <pc:picChg chg="add mod">
          <ac:chgData name="Deepika Vatsa" userId="f7100972-27fe-4ee6-8fb4-ec9b7931b409" providerId="ADAL" clId="{FECAADD6-485A-4B66-AEA2-DF6E35DB16E2}" dt="2025-08-18T12:12:56.495" v="247" actId="1076"/>
          <ac:picMkLst>
            <pc:docMk/>
            <pc:sldMk cId="3468002330" sldId="615"/>
            <ac:picMk id="10" creationId="{51273CA3-0887-342D-F8FA-5EDE2B21A557}"/>
          </ac:picMkLst>
        </pc:picChg>
        <pc:picChg chg="add mod">
          <ac:chgData name="Deepika Vatsa" userId="f7100972-27fe-4ee6-8fb4-ec9b7931b409" providerId="ADAL" clId="{FECAADD6-485A-4B66-AEA2-DF6E35DB16E2}" dt="2025-08-18T12:13:13.361" v="251" actId="14100"/>
          <ac:picMkLst>
            <pc:docMk/>
            <pc:sldMk cId="3468002330" sldId="615"/>
            <ac:picMk id="12" creationId="{AEA0B93D-A73B-22B4-5A61-8B5DBA7A0C9E}"/>
          </ac:picMkLst>
        </pc:picChg>
        <pc:picChg chg="add mod">
          <ac:chgData name="Deepika Vatsa" userId="f7100972-27fe-4ee6-8fb4-ec9b7931b409" providerId="ADAL" clId="{FECAADD6-485A-4B66-AEA2-DF6E35DB16E2}" dt="2025-08-18T12:13:20.601" v="252" actId="14100"/>
          <ac:picMkLst>
            <pc:docMk/>
            <pc:sldMk cId="3468002330" sldId="615"/>
            <ac:picMk id="14" creationId="{19067CCF-8C03-819F-576B-A43A43E1791D}"/>
          </ac:picMkLst>
        </pc:picChg>
        <pc:picChg chg="add mod">
          <ac:chgData name="Deepika Vatsa" userId="f7100972-27fe-4ee6-8fb4-ec9b7931b409" providerId="ADAL" clId="{FECAADD6-485A-4B66-AEA2-DF6E35DB16E2}" dt="2025-08-18T12:13:28.539" v="259" actId="1037"/>
          <ac:picMkLst>
            <pc:docMk/>
            <pc:sldMk cId="3468002330" sldId="615"/>
            <ac:picMk id="16" creationId="{CC9484A8-7883-649E-C20B-8A897E7B6116}"/>
          </ac:picMkLst>
        </pc:picChg>
        <pc:cxnChg chg="add mod">
          <ac:chgData name="Deepika Vatsa" userId="f7100972-27fe-4ee6-8fb4-ec9b7931b409" providerId="ADAL" clId="{FECAADD6-485A-4B66-AEA2-DF6E35DB16E2}" dt="2025-08-18T12:14:58.033" v="264" actId="14100"/>
          <ac:cxnSpMkLst>
            <pc:docMk/>
            <pc:sldMk cId="3468002330" sldId="615"/>
            <ac:cxnSpMk id="18" creationId="{C7CA4674-FCF8-F505-2833-DDDACC470EEC}"/>
          </ac:cxnSpMkLst>
        </pc:cxnChg>
        <pc:cxnChg chg="add mod">
          <ac:chgData name="Deepika Vatsa" userId="f7100972-27fe-4ee6-8fb4-ec9b7931b409" providerId="ADAL" clId="{FECAADD6-485A-4B66-AEA2-DF6E35DB16E2}" dt="2025-08-18T12:15:05.495" v="266" actId="1076"/>
          <ac:cxnSpMkLst>
            <pc:docMk/>
            <pc:sldMk cId="3468002330" sldId="615"/>
            <ac:cxnSpMk id="20" creationId="{FBCE1A6C-EA7A-A3BB-E665-CC14CC750C1D}"/>
          </ac:cxnSpMkLst>
        </pc:cxnChg>
        <pc:cxnChg chg="add mod">
          <ac:chgData name="Deepika Vatsa" userId="f7100972-27fe-4ee6-8fb4-ec9b7931b409" providerId="ADAL" clId="{FECAADD6-485A-4B66-AEA2-DF6E35DB16E2}" dt="2025-08-18T12:15:17.877" v="270" actId="1076"/>
          <ac:cxnSpMkLst>
            <pc:docMk/>
            <pc:sldMk cId="3468002330" sldId="615"/>
            <ac:cxnSpMk id="21" creationId="{DF8FE725-8023-6324-8D77-E557C4114EF8}"/>
          </ac:cxnSpMkLst>
        </pc:cxnChg>
        <pc:cxnChg chg="add mod">
          <ac:chgData name="Deepika Vatsa" userId="f7100972-27fe-4ee6-8fb4-ec9b7931b409" providerId="ADAL" clId="{FECAADD6-485A-4B66-AEA2-DF6E35DB16E2}" dt="2025-08-18T12:15:30.511" v="276" actId="1076"/>
          <ac:cxnSpMkLst>
            <pc:docMk/>
            <pc:sldMk cId="3468002330" sldId="615"/>
            <ac:cxnSpMk id="23" creationId="{06F46995-D9EE-AB0E-2F95-9B01A574D060}"/>
          </ac:cxnSpMkLst>
        </pc:cxnChg>
        <pc:cxnChg chg="add mod">
          <ac:chgData name="Deepika Vatsa" userId="f7100972-27fe-4ee6-8fb4-ec9b7931b409" providerId="ADAL" clId="{FECAADD6-485A-4B66-AEA2-DF6E35DB16E2}" dt="2025-08-18T12:15:37.578" v="278" actId="1076"/>
          <ac:cxnSpMkLst>
            <pc:docMk/>
            <pc:sldMk cId="3468002330" sldId="615"/>
            <ac:cxnSpMk id="26" creationId="{5D1B6595-BDA8-94AC-023D-22A548C4E7B3}"/>
          </ac:cxnSpMkLst>
        </pc:cxnChg>
      </pc:sldChg>
      <pc:sldChg chg="addSp delSp modSp add mod ord">
        <pc:chgData name="Deepika Vatsa" userId="f7100972-27fe-4ee6-8fb4-ec9b7931b409" providerId="ADAL" clId="{FECAADD6-485A-4B66-AEA2-DF6E35DB16E2}" dt="2025-08-18T12:16:40.109" v="303" actId="1076"/>
        <pc:sldMkLst>
          <pc:docMk/>
          <pc:sldMk cId="2334307004" sldId="616"/>
        </pc:sldMkLst>
        <pc:spChg chg="mod">
          <ac:chgData name="Deepika Vatsa" userId="f7100972-27fe-4ee6-8fb4-ec9b7931b409" providerId="ADAL" clId="{FECAADD6-485A-4B66-AEA2-DF6E35DB16E2}" dt="2025-08-18T12:16:02.793" v="290" actId="20577"/>
          <ac:spMkLst>
            <pc:docMk/>
            <pc:sldMk cId="2334307004" sldId="616"/>
            <ac:spMk id="2" creationId="{00000000-0000-0000-0000-000000000000}"/>
          </ac:spMkLst>
        </pc:spChg>
        <pc:picChg chg="add del mod">
          <ac:chgData name="Deepika Vatsa" userId="f7100972-27fe-4ee6-8fb4-ec9b7931b409" providerId="ADAL" clId="{FECAADD6-485A-4B66-AEA2-DF6E35DB16E2}" dt="2025-08-18T12:16:34.659" v="300" actId="478"/>
          <ac:picMkLst>
            <pc:docMk/>
            <pc:sldMk cId="2334307004" sldId="616"/>
            <ac:picMk id="5" creationId="{FCF334FB-A364-8AF1-7656-34923DFBE8FE}"/>
          </ac:picMkLst>
        </pc:picChg>
        <pc:picChg chg="del">
          <ac:chgData name="Deepika Vatsa" userId="f7100972-27fe-4ee6-8fb4-ec9b7931b409" providerId="ADAL" clId="{FECAADD6-485A-4B66-AEA2-DF6E35DB16E2}" dt="2025-08-18T12:16:04.377" v="291" actId="478"/>
          <ac:picMkLst>
            <pc:docMk/>
            <pc:sldMk cId="2334307004" sldId="616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6:40.109" v="303" actId="1076"/>
          <ac:picMkLst>
            <pc:docMk/>
            <pc:sldMk cId="2334307004" sldId="616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2:31.378" v="419" actId="478"/>
        <pc:sldMkLst>
          <pc:docMk/>
          <pc:sldMk cId="3542099841" sldId="617"/>
        </pc:sldMkLst>
        <pc:spChg chg="del">
          <ac:chgData name="Deepika Vatsa" userId="f7100972-27fe-4ee6-8fb4-ec9b7931b409" providerId="ADAL" clId="{FECAADD6-485A-4B66-AEA2-DF6E35DB16E2}" dt="2025-08-18T12:17:24.988" v="309" actId="478"/>
          <ac:spMkLst>
            <pc:docMk/>
            <pc:sldMk cId="3542099841" sldId="61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FECAADD6-485A-4B66-AEA2-DF6E35DB16E2}" dt="2025-08-18T12:22:31.378" v="419" actId="478"/>
          <ac:spMkLst>
            <pc:docMk/>
            <pc:sldMk cId="3542099841" sldId="617"/>
            <ac:spMk id="7" creationId="{91DEEBB9-3AC3-4A9E-CF86-989F90816E47}"/>
          </ac:spMkLst>
        </pc:spChg>
        <pc:spChg chg="add mod">
          <ac:chgData name="Deepika Vatsa" userId="f7100972-27fe-4ee6-8fb4-ec9b7931b409" providerId="ADAL" clId="{FECAADD6-485A-4B66-AEA2-DF6E35DB16E2}" dt="2025-08-18T12:17:30.462" v="319" actId="20577"/>
          <ac:spMkLst>
            <pc:docMk/>
            <pc:sldMk cId="3542099841" sldId="617"/>
            <ac:spMk id="9" creationId="{C253D9F7-5718-29E9-229A-BBDE1A6BAEC3}"/>
          </ac:spMkLst>
        </pc:spChg>
        <pc:picChg chg="add mod">
          <ac:chgData name="Deepika Vatsa" userId="f7100972-27fe-4ee6-8fb4-ec9b7931b409" providerId="ADAL" clId="{FECAADD6-485A-4B66-AEA2-DF6E35DB16E2}" dt="2025-08-18T12:17:17.761" v="308" actId="1076"/>
          <ac:picMkLst>
            <pc:docMk/>
            <pc:sldMk cId="3542099841" sldId="617"/>
            <ac:picMk id="5" creationId="{2112331D-2B54-394C-1B8B-69BDD8D2D700}"/>
          </ac:picMkLst>
        </pc:picChg>
        <pc:picChg chg="del">
          <ac:chgData name="Deepika Vatsa" userId="f7100972-27fe-4ee6-8fb4-ec9b7931b409" providerId="ADAL" clId="{FECAADD6-485A-4B66-AEA2-DF6E35DB16E2}" dt="2025-08-18T12:17:12.224" v="305" actId="478"/>
          <ac:picMkLst>
            <pc:docMk/>
            <pc:sldMk cId="3542099841" sldId="617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19:35.605" v="371" actId="1076"/>
        <pc:sldMkLst>
          <pc:docMk/>
          <pc:sldMk cId="3991955979" sldId="618"/>
        </pc:sldMkLst>
        <pc:spChg chg="mod">
          <ac:chgData name="Deepika Vatsa" userId="f7100972-27fe-4ee6-8fb4-ec9b7931b409" providerId="ADAL" clId="{FECAADD6-485A-4B66-AEA2-DF6E35DB16E2}" dt="2025-08-18T12:19:10.680" v="364" actId="20577"/>
          <ac:spMkLst>
            <pc:docMk/>
            <pc:sldMk cId="3991955979" sldId="618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19:12.145" v="365" actId="478"/>
          <ac:picMkLst>
            <pc:docMk/>
            <pc:sldMk cId="3991955979" sldId="618"/>
            <ac:picMk id="5" creationId="{CBB23C75-79E3-DF1C-D40A-D199F6F0FF07}"/>
          </ac:picMkLst>
        </pc:picChg>
        <pc:picChg chg="add mod">
          <ac:chgData name="Deepika Vatsa" userId="f7100972-27fe-4ee6-8fb4-ec9b7931b409" providerId="ADAL" clId="{FECAADD6-485A-4B66-AEA2-DF6E35DB16E2}" dt="2025-08-18T12:19:18.708" v="369" actId="14100"/>
          <ac:picMkLst>
            <pc:docMk/>
            <pc:sldMk cId="3991955979" sldId="618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19:35.605" v="371" actId="1076"/>
          <ac:picMkLst>
            <pc:docMk/>
            <pc:sldMk cId="3991955979" sldId="618"/>
            <ac:picMk id="8" creationId="{B9A0C6AF-A876-1DCD-2348-A7B28B92152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0:13.153" v="378" actId="1076"/>
        <pc:sldMkLst>
          <pc:docMk/>
          <pc:sldMk cId="3912900456" sldId="619"/>
        </pc:sldMkLst>
        <pc:picChg chg="add mod">
          <ac:chgData name="Deepika Vatsa" userId="f7100972-27fe-4ee6-8fb4-ec9b7931b409" providerId="ADAL" clId="{FECAADD6-485A-4B66-AEA2-DF6E35DB16E2}" dt="2025-08-18T12:20:03.557" v="376" actId="14100"/>
          <ac:picMkLst>
            <pc:docMk/>
            <pc:sldMk cId="3912900456" sldId="619"/>
            <ac:picMk id="5" creationId="{B9D85BF9-2634-8C6B-1C54-FA92545D2984}"/>
          </ac:picMkLst>
        </pc:picChg>
        <pc:picChg chg="del">
          <ac:chgData name="Deepika Vatsa" userId="f7100972-27fe-4ee6-8fb4-ec9b7931b409" providerId="ADAL" clId="{FECAADD6-485A-4B66-AEA2-DF6E35DB16E2}" dt="2025-08-18T12:19:57.897" v="373" actId="478"/>
          <ac:picMkLst>
            <pc:docMk/>
            <pc:sldMk cId="3912900456" sldId="619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20:13.153" v="378" actId="1076"/>
          <ac:picMkLst>
            <pc:docMk/>
            <pc:sldMk cId="3912900456" sldId="619"/>
            <ac:picMk id="9" creationId="{6C68254F-11DA-AC9D-812C-5397EBBEA39E}"/>
          </ac:picMkLst>
        </pc:picChg>
      </pc:sldChg>
      <pc:sldChg chg="add">
        <pc:chgData name="Deepika Vatsa" userId="f7100972-27fe-4ee6-8fb4-ec9b7931b409" providerId="ADAL" clId="{FECAADD6-485A-4B66-AEA2-DF6E35DB16E2}" dt="2025-08-18T12:20:43.270" v="379" actId="2890"/>
        <pc:sldMkLst>
          <pc:docMk/>
          <pc:sldMk cId="4060805478" sldId="620"/>
        </pc:sldMkLst>
      </pc:sldChg>
      <pc:sldChg chg="addSp delSp modSp add mod">
        <pc:chgData name="Deepika Vatsa" userId="f7100972-27fe-4ee6-8fb4-ec9b7931b409" providerId="ADAL" clId="{FECAADD6-485A-4B66-AEA2-DF6E35DB16E2}" dt="2025-08-18T12:23:33.340" v="453" actId="14100"/>
        <pc:sldMkLst>
          <pc:docMk/>
          <pc:sldMk cId="3334835650" sldId="621"/>
        </pc:sldMkLst>
        <pc:spChg chg="mod">
          <ac:chgData name="Deepika Vatsa" userId="f7100972-27fe-4ee6-8fb4-ec9b7931b409" providerId="ADAL" clId="{FECAADD6-485A-4B66-AEA2-DF6E35DB16E2}" dt="2025-08-18T12:23:26.085" v="449" actId="5793"/>
          <ac:spMkLst>
            <pc:docMk/>
            <pc:sldMk cId="3334835650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3:27.827" v="450" actId="478"/>
          <ac:picMkLst>
            <pc:docMk/>
            <pc:sldMk cId="3334835650" sldId="621"/>
            <ac:picMk id="5" creationId="{B9D85BF9-2634-8C6B-1C54-FA92545D2984}"/>
          </ac:picMkLst>
        </pc:picChg>
        <pc:picChg chg="add mod">
          <ac:chgData name="Deepika Vatsa" userId="f7100972-27fe-4ee6-8fb4-ec9b7931b409" providerId="ADAL" clId="{FECAADD6-485A-4B66-AEA2-DF6E35DB16E2}" dt="2025-08-18T12:23:33.340" v="453" actId="14100"/>
          <ac:picMkLst>
            <pc:docMk/>
            <pc:sldMk cId="3334835650" sldId="621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3:58.850" v="458" actId="14100"/>
        <pc:sldMkLst>
          <pc:docMk/>
          <pc:sldMk cId="3976936197" sldId="622"/>
        </pc:sldMkLst>
        <pc:picChg chg="add mod">
          <ac:chgData name="Deepika Vatsa" userId="f7100972-27fe-4ee6-8fb4-ec9b7931b409" providerId="ADAL" clId="{FECAADD6-485A-4B66-AEA2-DF6E35DB16E2}" dt="2025-08-18T12:23:58.850" v="458" actId="14100"/>
          <ac:picMkLst>
            <pc:docMk/>
            <pc:sldMk cId="3976936197" sldId="622"/>
            <ac:picMk id="5" creationId="{FC06E42A-5E65-5F01-9A82-45CA807E2DDE}"/>
          </ac:picMkLst>
        </pc:picChg>
        <pc:picChg chg="del">
          <ac:chgData name="Deepika Vatsa" userId="f7100972-27fe-4ee6-8fb4-ec9b7931b409" providerId="ADAL" clId="{FECAADD6-485A-4B66-AEA2-DF6E35DB16E2}" dt="2025-08-18T12:23:51.057" v="455" actId="478"/>
          <ac:picMkLst>
            <pc:docMk/>
            <pc:sldMk cId="3976936197" sldId="622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36.423" v="551" actId="14100"/>
        <pc:sldMkLst>
          <pc:docMk/>
          <pc:sldMk cId="1533333801" sldId="623"/>
        </pc:sldMkLst>
        <pc:spChg chg="mod">
          <ac:chgData name="Deepika Vatsa" userId="f7100972-27fe-4ee6-8fb4-ec9b7931b409" providerId="ADAL" clId="{FECAADD6-485A-4B66-AEA2-DF6E35DB16E2}" dt="2025-08-18T12:24:18.547" v="476" actId="20577"/>
          <ac:spMkLst>
            <pc:docMk/>
            <pc:sldMk cId="1533333801" sldId="623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4:20.167" v="477" actId="478"/>
          <ac:picMkLst>
            <pc:docMk/>
            <pc:sldMk cId="1533333801" sldId="623"/>
            <ac:picMk id="5" creationId="{FC06E42A-5E65-5F01-9A82-45CA807E2DDE}"/>
          </ac:picMkLst>
        </pc:picChg>
        <pc:picChg chg="add mod">
          <ac:chgData name="Deepika Vatsa" userId="f7100972-27fe-4ee6-8fb4-ec9b7931b409" providerId="ADAL" clId="{FECAADD6-485A-4B66-AEA2-DF6E35DB16E2}" dt="2025-08-18T12:27:36.423" v="551" actId="14100"/>
          <ac:picMkLst>
            <pc:docMk/>
            <pc:sldMk cId="1533333801" sldId="623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2367265284" sldId="624"/>
        </pc:sldMkLst>
        <pc:picChg chg="del">
          <ac:chgData name="Deepika Vatsa" userId="f7100972-27fe-4ee6-8fb4-ec9b7931b409" providerId="ADAL" clId="{FECAADD6-485A-4B66-AEA2-DF6E35DB16E2}" dt="2025-08-18T12:25:27.883" v="487" actId="478"/>
          <ac:picMkLst>
            <pc:docMk/>
            <pc:sldMk cId="2367265284" sldId="624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1967559052" sldId="625"/>
        </pc:sldMkLst>
        <pc:picChg chg="del">
          <ac:chgData name="Deepika Vatsa" userId="f7100972-27fe-4ee6-8fb4-ec9b7931b409" providerId="ADAL" clId="{FECAADD6-485A-4B66-AEA2-DF6E35DB16E2}" dt="2025-08-18T12:25:30.077" v="488" actId="478"/>
          <ac:picMkLst>
            <pc:docMk/>
            <pc:sldMk cId="1967559052" sldId="625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34.745" v="521" actId="20577"/>
        <pc:sldMkLst>
          <pc:docMk/>
          <pc:sldMk cId="3549948443" sldId="626"/>
        </pc:sldMkLst>
        <pc:spChg chg="mod">
          <ac:chgData name="Deepika Vatsa" userId="f7100972-27fe-4ee6-8fb4-ec9b7931b409" providerId="ADAL" clId="{FECAADD6-485A-4B66-AEA2-DF6E35DB16E2}" dt="2025-08-18T12:26:34.745" v="521" actId="20577"/>
          <ac:spMkLst>
            <pc:docMk/>
            <pc:sldMk cId="3549948443" sldId="626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5:59.255" v="494" actId="1076"/>
          <ac:picMkLst>
            <pc:docMk/>
            <pc:sldMk cId="3549948443" sldId="626"/>
            <ac:picMk id="5" creationId="{9F257CC6-C275-8610-3C49-0F57B9EED705}"/>
          </ac:picMkLst>
        </pc:picChg>
        <pc:picChg chg="del">
          <ac:chgData name="Deepika Vatsa" userId="f7100972-27fe-4ee6-8fb4-ec9b7931b409" providerId="ADAL" clId="{FECAADD6-485A-4B66-AEA2-DF6E35DB16E2}" dt="2025-08-18T12:25:32.117" v="489" actId="478"/>
          <ac:picMkLst>
            <pc:docMk/>
            <pc:sldMk cId="3549948443" sldId="626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29.619" v="508" actId="14100"/>
        <pc:sldMkLst>
          <pc:docMk/>
          <pc:sldMk cId="1492384228" sldId="627"/>
        </pc:sldMkLst>
        <pc:spChg chg="mod">
          <ac:chgData name="Deepika Vatsa" userId="f7100972-27fe-4ee6-8fb4-ec9b7931b409" providerId="ADAL" clId="{FECAADD6-485A-4B66-AEA2-DF6E35DB16E2}" dt="2025-08-18T12:26:23.477" v="504" actId="20577"/>
          <ac:spMkLst>
            <pc:docMk/>
            <pc:sldMk cId="1492384228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6:24.903" v="505" actId="478"/>
          <ac:picMkLst>
            <pc:docMk/>
            <pc:sldMk cId="1492384228" sldId="627"/>
            <ac:picMk id="5" creationId="{9F257CC6-C275-8610-3C49-0F57B9EED705}"/>
          </ac:picMkLst>
        </pc:picChg>
        <pc:picChg chg="add mod">
          <ac:chgData name="Deepika Vatsa" userId="f7100972-27fe-4ee6-8fb4-ec9b7931b409" providerId="ADAL" clId="{FECAADD6-485A-4B66-AEA2-DF6E35DB16E2}" dt="2025-08-18T12:26:29.619" v="508" actId="14100"/>
          <ac:picMkLst>
            <pc:docMk/>
            <pc:sldMk cId="1492384228" sldId="627"/>
            <ac:picMk id="6" creationId="{83230359-2DED-4BBB-12AD-ED524BA268FF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28.341" v="550" actId="14100"/>
        <pc:sldMkLst>
          <pc:docMk/>
          <pc:sldMk cId="3339153089" sldId="628"/>
        </pc:sldMkLst>
        <pc:spChg chg="mod">
          <ac:chgData name="Deepika Vatsa" userId="f7100972-27fe-4ee6-8fb4-ec9b7931b409" providerId="ADAL" clId="{FECAADD6-485A-4B66-AEA2-DF6E35DB16E2}" dt="2025-08-18T12:27:21.792" v="546" actId="20577"/>
          <ac:spMkLst>
            <pc:docMk/>
            <pc:sldMk cId="3339153089" sldId="628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7:28.341" v="550" actId="14100"/>
          <ac:picMkLst>
            <pc:docMk/>
            <pc:sldMk cId="3339153089" sldId="628"/>
            <ac:picMk id="5" creationId="{E774913A-6257-8DCF-186F-01DAC8BBA23F}"/>
          </ac:picMkLst>
        </pc:picChg>
        <pc:picChg chg="del">
          <ac:chgData name="Deepika Vatsa" userId="f7100972-27fe-4ee6-8fb4-ec9b7931b409" providerId="ADAL" clId="{FECAADD6-485A-4B66-AEA2-DF6E35DB16E2}" dt="2025-08-18T12:27:23.518" v="547" actId="478"/>
          <ac:picMkLst>
            <pc:docMk/>
            <pc:sldMk cId="3339153089" sldId="628"/>
            <ac:picMk id="6" creationId="{83230359-2DED-4BBB-12AD-ED524BA268FF}"/>
          </ac:picMkLst>
        </pc:picChg>
      </pc:sldChg>
    </pc:docChg>
  </pc:docChgLst>
  <pc:docChgLst>
    <pc:chgData name="Deepika Vatsa" userId="f7100972-27fe-4ee6-8fb4-ec9b7931b409" providerId="ADAL" clId="{A5423A7C-59D2-441C-A32C-791671939596}"/>
    <pc:docChg chg="undo redo custSel addSld delSld modSld sldOrd">
      <pc:chgData name="Deepika Vatsa" userId="f7100972-27fe-4ee6-8fb4-ec9b7931b409" providerId="ADAL" clId="{A5423A7C-59D2-441C-A32C-791671939596}" dt="2025-10-27T10:08:51.008" v="1814" actId="478"/>
      <pc:docMkLst>
        <pc:docMk/>
      </pc:docMkLst>
      <pc:sldChg chg="modSp mod">
        <pc:chgData name="Deepika Vatsa" userId="f7100972-27fe-4ee6-8fb4-ec9b7931b409" providerId="ADAL" clId="{A5423A7C-59D2-441C-A32C-791671939596}" dt="2025-10-08T08:45:03.639" v="44" actId="20577"/>
        <pc:sldMkLst>
          <pc:docMk/>
          <pc:sldMk cId="0" sldId="395"/>
        </pc:sldMkLst>
        <pc:spChg chg="mod">
          <ac:chgData name="Deepika Vatsa" userId="f7100972-27fe-4ee6-8fb4-ec9b7931b409" providerId="ADAL" clId="{A5423A7C-59D2-441C-A32C-791671939596}" dt="2025-10-08T08:45:03.639" v="44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A5423A7C-59D2-441C-A32C-791671939596}" dt="2025-10-27T09:20:31.588" v="1799"/>
        <pc:sldMkLst>
          <pc:docMk/>
          <pc:sldMk cId="3439049211" sldId="591"/>
        </pc:sldMkLst>
        <pc:spChg chg="mod">
          <ac:chgData name="Deepika Vatsa" userId="f7100972-27fe-4ee6-8fb4-ec9b7931b409" providerId="ADAL" clId="{A5423A7C-59D2-441C-A32C-791671939596}" dt="2025-10-08T08:44:54.688" v="23" actId="20577"/>
          <ac:spMkLst>
            <pc:docMk/>
            <pc:sldMk cId="3439049211" sldId="591"/>
            <ac:spMk id="2" creationId="{00000000-0000-0000-0000-000000000000}"/>
          </ac:spMkLst>
        </pc:spChg>
        <pc:spChg chg="add mod">
          <ac:chgData name="Deepika Vatsa" userId="f7100972-27fe-4ee6-8fb4-ec9b7931b409" providerId="ADAL" clId="{A5423A7C-59D2-441C-A32C-791671939596}" dt="2025-10-08T10:03:33.688" v="1348" actId="20577"/>
          <ac:spMkLst>
            <pc:docMk/>
            <pc:sldMk cId="3439049211" sldId="591"/>
            <ac:spMk id="7" creationId="{32B275E0-60C0-FB99-861A-30651F256A1A}"/>
          </ac:spMkLst>
        </pc:spChg>
        <pc:spChg chg="add mod">
          <ac:chgData name="Deepika Vatsa" userId="f7100972-27fe-4ee6-8fb4-ec9b7931b409" providerId="ADAL" clId="{A5423A7C-59D2-441C-A32C-791671939596}" dt="2025-10-08T08:50:01.899" v="91" actId="1076"/>
          <ac:spMkLst>
            <pc:docMk/>
            <pc:sldMk cId="3439049211" sldId="591"/>
            <ac:spMk id="10" creationId="{239215B4-DB5C-F83E-C3B9-8E9F7CA5D909}"/>
          </ac:spMkLst>
        </pc:spChg>
        <pc:picChg chg="del">
          <ac:chgData name="Deepika Vatsa" userId="f7100972-27fe-4ee6-8fb4-ec9b7931b409" providerId="ADAL" clId="{A5423A7C-59D2-441C-A32C-791671939596}" dt="2025-10-08T08:45:07.237" v="45" actId="478"/>
          <ac:picMkLst>
            <pc:docMk/>
            <pc:sldMk cId="3439049211" sldId="591"/>
            <ac:picMk id="5" creationId="{F98F73F8-C2F2-9586-D160-14BB95EFB7D9}"/>
          </ac:picMkLst>
        </pc:picChg>
        <pc:picChg chg="add mod">
          <ac:chgData name="Deepika Vatsa" userId="f7100972-27fe-4ee6-8fb4-ec9b7931b409" providerId="ADAL" clId="{A5423A7C-59D2-441C-A32C-791671939596}" dt="2025-10-08T08:50:11.508" v="93" actId="1076"/>
          <ac:picMkLst>
            <pc:docMk/>
            <pc:sldMk cId="3439049211" sldId="591"/>
            <ac:picMk id="9" creationId="{C9311B99-97F6-C8CB-5C16-17EDDA16C888}"/>
          </ac:picMkLst>
        </pc:picChg>
        <pc:picChg chg="add mod">
          <ac:chgData name="Deepika Vatsa" userId="f7100972-27fe-4ee6-8fb4-ec9b7931b409" providerId="ADAL" clId="{A5423A7C-59D2-441C-A32C-791671939596}" dt="2025-10-08T08:49:36.047" v="73" actId="1076"/>
          <ac:picMkLst>
            <pc:docMk/>
            <pc:sldMk cId="3439049211" sldId="591"/>
            <ac:picMk id="1026" creationId="{8883D209-90DD-FF78-DC62-63D08C4A3755}"/>
          </ac:picMkLst>
        </pc:pic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3439049211" sldId="591"/>
            <ac:inkMk id="4" creationId="{A7AE9396-7AAC-2001-482B-15063469B052}"/>
          </ac:inkMkLst>
        </pc:inkChg>
        <pc:inkChg chg="del">
          <ac:chgData name="Deepika Vatsa" userId="f7100972-27fe-4ee6-8fb4-ec9b7931b409" providerId="ADAL" clId="{A5423A7C-59D2-441C-A32C-791671939596}" dt="2025-10-08T08:45:09.147" v="46" actId="478"/>
          <ac:inkMkLst>
            <pc:docMk/>
            <pc:sldMk cId="3439049211" sldId="591"/>
            <ac:inkMk id="4" creationId="{C523678A-28E9-7F5B-8EA3-DFE9E3E1126F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39897715" sldId="592"/>
        </pc:sldMkLst>
      </pc:sldChg>
      <pc:sldChg chg="addSp delSp modSp add mod">
        <pc:chgData name="Deepika Vatsa" userId="f7100972-27fe-4ee6-8fb4-ec9b7931b409" providerId="ADAL" clId="{A5423A7C-59D2-441C-A32C-791671939596}" dt="2025-10-27T09:20:31.588" v="1799"/>
        <pc:sldMkLst>
          <pc:docMk/>
          <pc:sldMk cId="1817839256" sldId="592"/>
        </pc:sldMkLst>
        <pc:spChg chg="mod">
          <ac:chgData name="Deepika Vatsa" userId="f7100972-27fe-4ee6-8fb4-ec9b7931b409" providerId="ADAL" clId="{A5423A7C-59D2-441C-A32C-791671939596}" dt="2025-10-08T08:51:13.376" v="125" actId="20577"/>
          <ac:spMkLst>
            <pc:docMk/>
            <pc:sldMk cId="1817839256" sldId="592"/>
            <ac:spMk id="2" creationId="{00000000-0000-0000-0000-000000000000}"/>
          </ac:spMkLst>
        </pc:spChg>
        <pc:spChg chg="add mod">
          <ac:chgData name="Deepika Vatsa" userId="f7100972-27fe-4ee6-8fb4-ec9b7931b409" providerId="ADAL" clId="{A5423A7C-59D2-441C-A32C-791671939596}" dt="2025-10-08T08:54:58.658" v="239" actId="1038"/>
          <ac:spMkLst>
            <pc:docMk/>
            <pc:sldMk cId="1817839256" sldId="592"/>
            <ac:spMk id="6" creationId="{5C5BD351-2981-831A-F105-8C38927ECAA3}"/>
          </ac:spMkLst>
        </pc:spChg>
        <pc:spChg chg="mod">
          <ac:chgData name="Deepika Vatsa" userId="f7100972-27fe-4ee6-8fb4-ec9b7931b409" providerId="ADAL" clId="{A5423A7C-59D2-441C-A32C-791671939596}" dt="2025-10-08T08:55:55.977" v="299" actId="20577"/>
          <ac:spMkLst>
            <pc:docMk/>
            <pc:sldMk cId="1817839256" sldId="592"/>
            <ac:spMk id="7" creationId="{32B275E0-60C0-FB99-861A-30651F256A1A}"/>
          </ac:spMkLst>
        </pc:spChg>
        <pc:spChg chg="add mod">
          <ac:chgData name="Deepika Vatsa" userId="f7100972-27fe-4ee6-8fb4-ec9b7931b409" providerId="ADAL" clId="{A5423A7C-59D2-441C-A32C-791671939596}" dt="2025-10-08T08:52:52.420" v="207" actId="1076"/>
          <ac:spMkLst>
            <pc:docMk/>
            <pc:sldMk cId="1817839256" sldId="592"/>
            <ac:spMk id="8" creationId="{0619A52E-670E-4F67-E6B3-EF125A743A38}"/>
          </ac:spMkLst>
        </pc:spChg>
        <pc:spChg chg="del">
          <ac:chgData name="Deepika Vatsa" userId="f7100972-27fe-4ee6-8fb4-ec9b7931b409" providerId="ADAL" clId="{A5423A7C-59D2-441C-A32C-791671939596}" dt="2025-10-08T08:50:47.380" v="97" actId="478"/>
          <ac:spMkLst>
            <pc:docMk/>
            <pc:sldMk cId="1817839256" sldId="592"/>
            <ac:spMk id="10" creationId="{239215B4-DB5C-F83E-C3B9-8E9F7CA5D909}"/>
          </ac:spMkLst>
        </pc:spChg>
        <pc:spChg chg="add mod">
          <ac:chgData name="Deepika Vatsa" userId="f7100972-27fe-4ee6-8fb4-ec9b7931b409" providerId="ADAL" clId="{A5423A7C-59D2-441C-A32C-791671939596}" dt="2025-10-08T08:56:29.421" v="300" actId="1076"/>
          <ac:spMkLst>
            <pc:docMk/>
            <pc:sldMk cId="1817839256" sldId="592"/>
            <ac:spMk id="11" creationId="{74FE0449-D235-0569-CB1B-C5E6B6B6E283}"/>
          </ac:spMkLst>
        </pc:spChg>
        <pc:picChg chg="add del mod">
          <ac:chgData name="Deepika Vatsa" userId="f7100972-27fe-4ee6-8fb4-ec9b7931b409" providerId="ADAL" clId="{A5423A7C-59D2-441C-A32C-791671939596}" dt="2025-10-08T08:51:09.001" v="116" actId="478"/>
          <ac:picMkLst>
            <pc:docMk/>
            <pc:sldMk cId="1817839256" sldId="592"/>
            <ac:picMk id="5" creationId="{1F324CAA-0008-8094-5814-906C789D79DE}"/>
          </ac:picMkLst>
        </pc:picChg>
        <pc:picChg chg="del">
          <ac:chgData name="Deepika Vatsa" userId="f7100972-27fe-4ee6-8fb4-ec9b7931b409" providerId="ADAL" clId="{A5423A7C-59D2-441C-A32C-791671939596}" dt="2025-10-08T08:50:43.357" v="95" actId="478"/>
          <ac:picMkLst>
            <pc:docMk/>
            <pc:sldMk cId="1817839256" sldId="592"/>
            <ac:picMk id="9" creationId="{C9311B99-97F6-C8CB-5C16-17EDDA16C888}"/>
          </ac:picMkLst>
        </pc:picChg>
        <pc:picChg chg="del">
          <ac:chgData name="Deepika Vatsa" userId="f7100972-27fe-4ee6-8fb4-ec9b7931b409" providerId="ADAL" clId="{A5423A7C-59D2-441C-A32C-791671939596}" dt="2025-10-08T08:50:45.056" v="96" actId="478"/>
          <ac:picMkLst>
            <pc:docMk/>
            <pc:sldMk cId="1817839256" sldId="592"/>
            <ac:picMk id="1026" creationId="{8883D209-90DD-FF78-DC62-63D08C4A3755}"/>
          </ac:picMkLst>
        </pc:pic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1817839256" sldId="592"/>
            <ac:inkMk id="4" creationId="{9AF7BA2B-3531-6CA8-FF61-AD3EE28DBBCD}"/>
          </ac:inkMkLst>
        </pc:inkChg>
        <pc:cxnChg chg="add del mod">
          <ac:chgData name="Deepika Vatsa" userId="f7100972-27fe-4ee6-8fb4-ec9b7931b409" providerId="ADAL" clId="{A5423A7C-59D2-441C-A32C-791671939596}" dt="2025-10-08T08:53:29.665" v="215" actId="478"/>
          <ac:cxnSpMkLst>
            <pc:docMk/>
            <pc:sldMk cId="1817839256" sldId="592"/>
            <ac:cxnSpMk id="12" creationId="{5EB19B1A-6033-08FF-712E-EF6BABB3C182}"/>
          </ac:cxnSpMkLst>
        </pc:cxnChg>
        <pc:cxnChg chg="add del mod">
          <ac:chgData name="Deepika Vatsa" userId="f7100972-27fe-4ee6-8fb4-ec9b7931b409" providerId="ADAL" clId="{A5423A7C-59D2-441C-A32C-791671939596}" dt="2025-10-08T08:53:26.950" v="214" actId="478"/>
          <ac:cxnSpMkLst>
            <pc:docMk/>
            <pc:sldMk cId="1817839256" sldId="592"/>
            <ac:cxnSpMk id="13" creationId="{7B6890A4-5A6D-E0E9-D226-2241E8BE7CE4}"/>
          </ac:cxnSpMkLst>
        </pc:cxnChg>
        <pc:cxnChg chg="add mod">
          <ac:chgData name="Deepika Vatsa" userId="f7100972-27fe-4ee6-8fb4-ec9b7931b409" providerId="ADAL" clId="{A5423A7C-59D2-441C-A32C-791671939596}" dt="2025-10-08T08:54:18.480" v="225" actId="1582"/>
          <ac:cxnSpMkLst>
            <pc:docMk/>
            <pc:sldMk cId="1817839256" sldId="592"/>
            <ac:cxnSpMk id="20" creationId="{42197254-CDFE-796B-1500-98F78AAE6896}"/>
          </ac:cxnSpMkLst>
        </pc:cxnChg>
        <pc:cxnChg chg="add mod">
          <ac:chgData name="Deepika Vatsa" userId="f7100972-27fe-4ee6-8fb4-ec9b7931b409" providerId="ADAL" clId="{A5423A7C-59D2-441C-A32C-791671939596}" dt="2025-10-08T08:54:58.658" v="239" actId="1038"/>
          <ac:cxnSpMkLst>
            <pc:docMk/>
            <pc:sldMk cId="1817839256" sldId="592"/>
            <ac:cxnSpMk id="24" creationId="{C81172A5-BAF2-E79A-4182-829F71C4A9C6}"/>
          </ac:cxnSpMkLst>
        </pc:cxnChg>
      </pc:sldChg>
      <pc:sldChg chg="addSp delSp modSp add mod">
        <pc:chgData name="Deepika Vatsa" userId="f7100972-27fe-4ee6-8fb4-ec9b7931b409" providerId="ADAL" clId="{A5423A7C-59D2-441C-A32C-791671939596}" dt="2025-10-27T09:20:31.588" v="1799"/>
        <pc:sldMkLst>
          <pc:docMk/>
          <pc:sldMk cId="415008481" sldId="593"/>
        </pc:sldMkLst>
        <pc:spChg chg="mod">
          <ac:chgData name="Deepika Vatsa" userId="f7100972-27fe-4ee6-8fb4-ec9b7931b409" providerId="ADAL" clId="{A5423A7C-59D2-441C-A32C-791671939596}" dt="2025-10-08T09:05:15.578" v="354" actId="20577"/>
          <ac:spMkLst>
            <pc:docMk/>
            <pc:sldMk cId="41500848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A5423A7C-59D2-441C-A32C-791671939596}" dt="2025-10-08T08:57:01.298" v="320" actId="478"/>
          <ac:spMkLst>
            <pc:docMk/>
            <pc:sldMk cId="415008481" sldId="593"/>
            <ac:spMk id="6" creationId="{5C5BD351-2981-831A-F105-8C38927ECAA3}"/>
          </ac:spMkLst>
        </pc:spChg>
        <pc:spChg chg="mod">
          <ac:chgData name="Deepika Vatsa" userId="f7100972-27fe-4ee6-8fb4-ec9b7931b409" providerId="ADAL" clId="{A5423A7C-59D2-441C-A32C-791671939596}" dt="2025-10-08T09:15:01.872" v="414" actId="20577"/>
          <ac:spMkLst>
            <pc:docMk/>
            <pc:sldMk cId="415008481" sldId="593"/>
            <ac:spMk id="7" creationId="{32B275E0-60C0-FB99-861A-30651F256A1A}"/>
          </ac:spMkLst>
        </pc:spChg>
        <pc:spChg chg="del">
          <ac:chgData name="Deepika Vatsa" userId="f7100972-27fe-4ee6-8fb4-ec9b7931b409" providerId="ADAL" clId="{A5423A7C-59D2-441C-A32C-791671939596}" dt="2025-10-08T08:57:01.298" v="320" actId="478"/>
          <ac:spMkLst>
            <pc:docMk/>
            <pc:sldMk cId="415008481" sldId="593"/>
            <ac:spMk id="8" creationId="{0619A52E-670E-4F67-E6B3-EF125A743A38}"/>
          </ac:spMkLst>
        </pc:spChg>
        <pc:spChg chg="del">
          <ac:chgData name="Deepika Vatsa" userId="f7100972-27fe-4ee6-8fb4-ec9b7931b409" providerId="ADAL" clId="{A5423A7C-59D2-441C-A32C-791671939596}" dt="2025-10-08T08:57:01.298" v="320" actId="478"/>
          <ac:spMkLst>
            <pc:docMk/>
            <pc:sldMk cId="415008481" sldId="593"/>
            <ac:spMk id="11" creationId="{74FE0449-D235-0569-CB1B-C5E6B6B6E283}"/>
          </ac:spMkLst>
        </pc:spChg>
        <pc:picChg chg="add del mod">
          <ac:chgData name="Deepika Vatsa" userId="f7100972-27fe-4ee6-8fb4-ec9b7931b409" providerId="ADAL" clId="{A5423A7C-59D2-441C-A32C-791671939596}" dt="2025-10-08T09:08:23.506" v="358" actId="478"/>
          <ac:picMkLst>
            <pc:docMk/>
            <pc:sldMk cId="415008481" sldId="593"/>
            <ac:picMk id="4" creationId="{9BC38E4E-2B4A-9704-6179-A7631E8FFF66}"/>
          </ac:picMkLst>
        </pc:picChg>
        <pc:picChg chg="add mod">
          <ac:chgData name="Deepika Vatsa" userId="f7100972-27fe-4ee6-8fb4-ec9b7931b409" providerId="ADAL" clId="{A5423A7C-59D2-441C-A32C-791671939596}" dt="2025-10-08T09:08:53.418" v="364" actId="1076"/>
          <ac:picMkLst>
            <pc:docMk/>
            <pc:sldMk cId="415008481" sldId="593"/>
            <ac:picMk id="5" creationId="{B6B3E462-82FA-8EA1-E587-B600E0AB302B}"/>
          </ac:picMkLst>
        </pc:pic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415008481" sldId="593"/>
            <ac:inkMk id="4" creationId="{632F25FB-DDE4-09D6-FA5E-116915258EE2}"/>
          </ac:inkMkLst>
        </pc:inkChg>
        <pc:cxnChg chg="del">
          <ac:chgData name="Deepika Vatsa" userId="f7100972-27fe-4ee6-8fb4-ec9b7931b409" providerId="ADAL" clId="{A5423A7C-59D2-441C-A32C-791671939596}" dt="2025-10-08T08:57:01.298" v="320" actId="478"/>
          <ac:cxnSpMkLst>
            <pc:docMk/>
            <pc:sldMk cId="415008481" sldId="593"/>
            <ac:cxnSpMk id="20" creationId="{42197254-CDFE-796B-1500-98F78AAE6896}"/>
          </ac:cxnSpMkLst>
        </pc:cxnChg>
        <pc:cxnChg chg="del mod">
          <ac:chgData name="Deepika Vatsa" userId="f7100972-27fe-4ee6-8fb4-ec9b7931b409" providerId="ADAL" clId="{A5423A7C-59D2-441C-A32C-791671939596}" dt="2025-10-08T08:57:01.298" v="320" actId="478"/>
          <ac:cxnSpMkLst>
            <pc:docMk/>
            <pc:sldMk cId="415008481" sldId="593"/>
            <ac:cxnSpMk id="24" creationId="{C81172A5-BAF2-E79A-4182-829F71C4A9C6}"/>
          </ac:cxnSpMkLst>
        </pc:cxn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562163225" sldId="593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2093314508" sldId="594"/>
        </pc:sldMkLst>
      </pc:sldChg>
      <pc:sldChg chg="addSp delSp add mod">
        <pc:chgData name="Deepika Vatsa" userId="f7100972-27fe-4ee6-8fb4-ec9b7931b409" providerId="ADAL" clId="{A5423A7C-59D2-441C-A32C-791671939596}" dt="2025-10-27T10:08:16.174" v="1801" actId="478"/>
        <pc:sldMkLst>
          <pc:docMk/>
          <pc:sldMk cId="3937325591" sldId="594"/>
        </pc:sldMkLst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3937325591" sldId="594"/>
            <ac:inkMk id="5" creationId="{D50DCB1C-1030-5CCC-B960-3DB5338FB0C1}"/>
          </ac:inkMkLst>
        </pc:inkChg>
        <pc:inkChg chg="add del">
          <ac:chgData name="Deepika Vatsa" userId="f7100972-27fe-4ee6-8fb4-ec9b7931b409" providerId="ADAL" clId="{A5423A7C-59D2-441C-A32C-791671939596}" dt="2025-10-27T10:08:16.174" v="1801" actId="478"/>
          <ac:inkMkLst>
            <pc:docMk/>
            <pc:sldMk cId="3937325591" sldId="594"/>
            <ac:inkMk id="6" creationId="{109E459A-8BD5-FE9A-31A3-D26CA559C737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95908878" sldId="595"/>
        </pc:sldMkLst>
      </pc:sldChg>
      <pc:sldChg chg="addSp delSp modSp add mod">
        <pc:chgData name="Deepika Vatsa" userId="f7100972-27fe-4ee6-8fb4-ec9b7931b409" providerId="ADAL" clId="{A5423A7C-59D2-441C-A32C-791671939596}" dt="2025-10-27T10:08:18.891" v="1802" actId="478"/>
        <pc:sldMkLst>
          <pc:docMk/>
          <pc:sldMk cId="2201787870" sldId="595"/>
        </pc:sldMkLst>
        <pc:spChg chg="mod">
          <ac:chgData name="Deepika Vatsa" userId="f7100972-27fe-4ee6-8fb4-ec9b7931b409" providerId="ADAL" clId="{A5423A7C-59D2-441C-A32C-791671939596}" dt="2025-10-08T09:15:49.711" v="418"/>
          <ac:spMkLst>
            <pc:docMk/>
            <pc:sldMk cId="2201787870" sldId="595"/>
            <ac:spMk id="7" creationId="{32B275E0-60C0-FB99-861A-30651F256A1A}"/>
          </ac:spMkLst>
        </pc:spChg>
        <pc:picChg chg="del">
          <ac:chgData name="Deepika Vatsa" userId="f7100972-27fe-4ee6-8fb4-ec9b7931b409" providerId="ADAL" clId="{A5423A7C-59D2-441C-A32C-791671939596}" dt="2025-10-08T09:15:52.285" v="419" actId="478"/>
          <ac:picMkLst>
            <pc:docMk/>
            <pc:sldMk cId="2201787870" sldId="595"/>
            <ac:picMk id="4" creationId="{9BC38E4E-2B4A-9704-6179-A7631E8FFF66}"/>
          </ac:picMkLst>
        </pc:picChg>
        <pc:picChg chg="add mod">
          <ac:chgData name="Deepika Vatsa" userId="f7100972-27fe-4ee6-8fb4-ec9b7931b409" providerId="ADAL" clId="{A5423A7C-59D2-441C-A32C-791671939596}" dt="2025-10-08T09:16:08.390" v="423" actId="1076"/>
          <ac:picMkLst>
            <pc:docMk/>
            <pc:sldMk cId="2201787870" sldId="595"/>
            <ac:picMk id="5" creationId="{7A28345C-0812-1243-20E7-3DBA586BAD93}"/>
          </ac:picMkLst>
        </pc:picChg>
        <pc:inkChg chg="add del">
          <ac:chgData name="Deepika Vatsa" userId="f7100972-27fe-4ee6-8fb4-ec9b7931b409" providerId="ADAL" clId="{A5423A7C-59D2-441C-A32C-791671939596}" dt="2025-10-27T10:08:18.891" v="1802" actId="478"/>
          <ac:inkMkLst>
            <pc:docMk/>
            <pc:sldMk cId="2201787870" sldId="595"/>
            <ac:inkMk id="4" creationId="{1AD17938-8E86-BCBB-CD06-106FA56F22EF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09:20:31.588" v="1799"/>
        <pc:sldMkLst>
          <pc:docMk/>
          <pc:sldMk cId="1330384818" sldId="596"/>
        </pc:sldMkLst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" creationId="{68F6A173-CB5D-DFDD-AFD9-748B66520EAE}"/>
          </ac:spMkLst>
        </pc:spChg>
        <pc:spChg chg="del">
          <ac:chgData name="Deepika Vatsa" userId="f7100972-27fe-4ee6-8fb4-ec9b7931b409" providerId="ADAL" clId="{A5423A7C-59D2-441C-A32C-791671939596}" dt="2025-10-08T09:16:46.112" v="427" actId="478"/>
          <ac:spMkLst>
            <pc:docMk/>
            <pc:sldMk cId="1330384818" sldId="596"/>
            <ac:spMk id="6" creationId="{5C5BD351-2981-831A-F105-8C38927ECAA3}"/>
          </ac:spMkLst>
        </pc:spChg>
        <pc:spChg chg="add del mod">
          <ac:chgData name="Deepika Vatsa" userId="f7100972-27fe-4ee6-8fb4-ec9b7931b409" providerId="ADAL" clId="{A5423A7C-59D2-441C-A32C-791671939596}" dt="2025-10-08T09:17:17.651" v="462" actId="20577"/>
          <ac:spMkLst>
            <pc:docMk/>
            <pc:sldMk cId="1330384818" sldId="596"/>
            <ac:spMk id="7" creationId="{32B275E0-60C0-FB99-861A-30651F256A1A}"/>
          </ac:spMkLst>
        </pc:spChg>
        <pc:spChg chg="del">
          <ac:chgData name="Deepika Vatsa" userId="f7100972-27fe-4ee6-8fb4-ec9b7931b409" providerId="ADAL" clId="{A5423A7C-59D2-441C-A32C-791671939596}" dt="2025-10-08T09:16:46.112" v="427" actId="478"/>
          <ac:spMkLst>
            <pc:docMk/>
            <pc:sldMk cId="1330384818" sldId="596"/>
            <ac:spMk id="8" creationId="{0619A52E-670E-4F67-E6B3-EF125A743A38}"/>
          </ac:spMkLst>
        </pc:spChg>
        <pc:spChg chg="del">
          <ac:chgData name="Deepika Vatsa" userId="f7100972-27fe-4ee6-8fb4-ec9b7931b409" providerId="ADAL" clId="{A5423A7C-59D2-441C-A32C-791671939596}" dt="2025-10-08T09:16:46.112" v="427" actId="478"/>
          <ac:spMkLst>
            <pc:docMk/>
            <pc:sldMk cId="1330384818" sldId="596"/>
            <ac:spMk id="11" creationId="{74FE0449-D235-0569-CB1B-C5E6B6B6E28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5" creationId="{FB9FAF7E-298E-4A41-80F0-85862251D4CA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6" creationId="{EEABBF41-2BEE-F6A0-7AF9-3FC4A5B952F6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7" creationId="{C198B0EF-0D6F-AC99-F05F-CB43302201A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8" creationId="{BC5AF26D-0C81-2D15-10A5-8962537CEA2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9" creationId="{088E4D5B-3881-B13A-129B-2C29F1EBF6D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1" creationId="{26985F3F-CD5B-FA9E-6AD6-D8579CFB261D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2" creationId="{C1A399B9-943A-D99A-A9E1-2FD8D81B9E6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3" creationId="{EC138878-1372-EA92-988F-00A41014E187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5" creationId="{B559CB07-0D40-DAA5-9229-F04DFCFCDF67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6" creationId="{F5FFFC97-0877-DB45-1CD8-7CDC99525B46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7" creationId="{07953479-00D9-F1DE-D857-8DDA556EC23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8" creationId="{CAAC760A-BD63-CCE3-CF4F-81FA97730DA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9" creationId="{DEF6B01F-B098-7D11-CFB3-2F53D42258B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0" creationId="{A62BB52D-D11C-8CBF-294C-830F403502E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1" creationId="{8067BFED-3934-BF16-9541-C3510983F2A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2" creationId="{8CCA16E8-8E50-BD78-A31D-9A0EBFD4B33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3" creationId="{04E7E4A0-BF01-3231-6DDF-0076089CC02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4" creationId="{7E6D6B86-F74A-A3D8-A12A-F70E663F762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5" creationId="{BE5A17CE-C7A5-1473-BD46-03B7A663587D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6" creationId="{B7273A44-69BC-905D-064E-C34A6AE6565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7" creationId="{E62281F0-B261-9D19-4161-2C9322A53447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8" creationId="{A2DA8F08-E85E-98DF-0394-17C87F9F577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9" creationId="{FCB4D9F5-7430-E66E-E2A3-ABAD90AB0EB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0" creationId="{001C94F5-AF3D-1CFF-B4F6-C05479C7378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1" creationId="{A89C616B-8B2A-76FC-2C00-BF0DD544661A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2" creationId="{A0DA29D4-663E-76F2-A1A7-357E98BF6542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3" creationId="{965CCF90-0477-8401-C5D6-F93E4278012B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4" creationId="{B24003D2-179E-2675-834D-5504E46AFA9E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5" creationId="{39FC0E9B-4170-AA3D-9A88-5BF3061DAB2B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6" creationId="{6B695669-0BDB-CB0D-10B9-D8D7CEBEF975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7" creationId="{050AEE39-DEAB-9C74-3F7B-51D06682609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8" creationId="{6430F771-46E7-698B-B0BD-6DD51839CD18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9" creationId="{AB1B7FDC-DFCE-275B-4EF6-92FE6ED4D02A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0" creationId="{0EE3BD3A-8C4B-D2F3-9662-152D8CD566F2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1" creationId="{52D25D98-4842-3491-2B00-B3AF4173BE4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2" creationId="{683EF07E-1213-155F-E6EA-04F4EEAE3E1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3" creationId="{7DB50B31-D6C1-4BD4-444E-3C988F5B016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4" creationId="{456F9C0B-595F-4356-F3FC-52F829B3EBD6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5" creationId="{488E865F-2F32-B565-4EAC-397DA7CB099D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6" creationId="{544395BF-E711-312E-2D2B-A1D0AB7B025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7" creationId="{44ACA932-CBA3-142A-BD77-29A38F84A3B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8" creationId="{85A79813-330C-B360-5A72-8C24DC499B2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9" creationId="{A068FE87-661D-EB94-B89A-371964D7DC65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0" creationId="{5D8E2286-9A9B-A130-4517-E4E48A47D45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1" creationId="{70FDD9A4-9CAE-D780-CA44-83D994EA75F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2" creationId="{03FAFA09-D971-BCE4-55D2-322B5D0334F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3" creationId="{74A54A5A-A221-CFE9-2304-705D749AB0B2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4" creationId="{D6B9EEE1-C85A-19C9-58F0-0123F1E2A74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5" creationId="{24ED5A6B-05B4-25DC-3D15-C13E141340C4}"/>
          </ac:spMkLst>
        </pc:spChg>
        <pc:grpChg chg="add 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4" creationId="{E2B07FA2-E161-3EE9-2FE8-C3E99D1560BC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9" creationId="{EDAD997E-9921-68CD-51C9-0FE5A638AFBF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0" creationId="{34AF56A1-8E1D-1E96-18DD-395AF11A238C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2" creationId="{9ACD3C03-8C81-2E37-64A4-D1B95CC7115E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3" creationId="{2A109A17-F37E-3FF0-DB11-49852CA24B20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4" creationId="{0D361B68-E418-D8FC-CBE4-743E720A4E8F}"/>
          </ac:grpSpMkLst>
        </pc:grp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1330384818" sldId="596"/>
            <ac:inkMk id="6" creationId="{DD54A224-163B-EDC5-73A6-C045B639B5F4}"/>
          </ac:inkMkLst>
        </pc:inkChg>
        <pc:cxnChg chg="del">
          <ac:chgData name="Deepika Vatsa" userId="f7100972-27fe-4ee6-8fb4-ec9b7931b409" providerId="ADAL" clId="{A5423A7C-59D2-441C-A32C-791671939596}" dt="2025-10-08T09:16:46.112" v="427" actId="478"/>
          <ac:cxnSpMkLst>
            <pc:docMk/>
            <pc:sldMk cId="1330384818" sldId="596"/>
            <ac:cxnSpMk id="20" creationId="{42197254-CDFE-796B-1500-98F78AAE6896}"/>
          </ac:cxnSpMkLst>
        </pc:cxnChg>
        <pc:cxnChg chg="del mod">
          <ac:chgData name="Deepika Vatsa" userId="f7100972-27fe-4ee6-8fb4-ec9b7931b409" providerId="ADAL" clId="{A5423A7C-59D2-441C-A32C-791671939596}" dt="2025-10-08T09:16:46.112" v="427" actId="478"/>
          <ac:cxnSpMkLst>
            <pc:docMk/>
            <pc:sldMk cId="1330384818" sldId="596"/>
            <ac:cxnSpMk id="24" creationId="{C81172A5-BAF2-E79A-4182-829F71C4A9C6}"/>
          </ac:cxnSpMkLst>
        </pc:cxn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673669300" sldId="596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645432103" sldId="597"/>
        </pc:sldMkLst>
      </pc:sldChg>
      <pc:sldChg chg="addSp delSp modSp add mod">
        <pc:chgData name="Deepika Vatsa" userId="f7100972-27fe-4ee6-8fb4-ec9b7931b409" providerId="ADAL" clId="{A5423A7C-59D2-441C-A32C-791671939596}" dt="2025-10-27T10:08:22.592" v="1803" actId="478"/>
        <pc:sldMkLst>
          <pc:docMk/>
          <pc:sldMk cId="3982561542" sldId="597"/>
        </pc:sldMkLst>
        <pc:spChg chg="mod">
          <ac:chgData name="Deepika Vatsa" userId="f7100972-27fe-4ee6-8fb4-ec9b7931b409" providerId="ADAL" clId="{A5423A7C-59D2-441C-A32C-791671939596}" dt="2025-10-08T10:04:37.568" v="1387" actId="20577"/>
          <ac:spMkLst>
            <pc:docMk/>
            <pc:sldMk cId="3982561542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5423A7C-59D2-441C-A32C-791671939596}" dt="2025-10-08T10:07:23.416" v="1795" actId="113"/>
          <ac:spMkLst>
            <pc:docMk/>
            <pc:sldMk cId="3982561542" sldId="597"/>
            <ac:spMk id="7" creationId="{32B275E0-60C0-FB99-861A-30651F256A1A}"/>
          </ac:spMkLst>
        </pc:spChg>
        <pc:picChg chg="del">
          <ac:chgData name="Deepika Vatsa" userId="f7100972-27fe-4ee6-8fb4-ec9b7931b409" providerId="ADAL" clId="{A5423A7C-59D2-441C-A32C-791671939596}" dt="2025-10-08T09:22:36.197" v="570" actId="478"/>
          <ac:picMkLst>
            <pc:docMk/>
            <pc:sldMk cId="3982561542" sldId="597"/>
            <ac:picMk id="5" creationId="{7A28345C-0812-1243-20E7-3DBA586BAD93}"/>
          </ac:picMkLst>
        </pc:picChg>
        <pc:inkChg chg="add del">
          <ac:chgData name="Deepika Vatsa" userId="f7100972-27fe-4ee6-8fb4-ec9b7931b409" providerId="ADAL" clId="{A5423A7C-59D2-441C-A32C-791671939596}" dt="2025-10-27T10:08:22.592" v="1803" actId="478"/>
          <ac:inkMkLst>
            <pc:docMk/>
            <pc:sldMk cId="3982561542" sldId="597"/>
            <ac:inkMk id="4" creationId="{C80D5D06-E5BF-52BE-BC89-52A323266B9E}"/>
          </ac:inkMkLst>
        </pc:inkChg>
      </pc:sldChg>
      <pc:sldChg chg="addSp delSp modSp add mod ord">
        <pc:chgData name="Deepika Vatsa" userId="f7100972-27fe-4ee6-8fb4-ec9b7931b409" providerId="ADAL" clId="{A5423A7C-59D2-441C-A32C-791671939596}" dt="2025-10-27T10:08:27.362" v="1805" actId="478"/>
        <pc:sldMkLst>
          <pc:docMk/>
          <pc:sldMk cId="146657049" sldId="598"/>
        </pc:sldMkLst>
        <pc:spChg chg="mod">
          <ac:chgData name="Deepika Vatsa" userId="f7100972-27fe-4ee6-8fb4-ec9b7931b409" providerId="ADAL" clId="{A5423A7C-59D2-441C-A32C-791671939596}" dt="2025-10-08T09:23:39.024" v="629" actId="20577"/>
          <ac:spMkLst>
            <pc:docMk/>
            <pc:sldMk cId="146657049" sldId="598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A5423A7C-59D2-441C-A32C-791671939596}" dt="2025-10-08T09:56:03.576" v="1132" actId="478"/>
          <ac:spMkLst>
            <pc:docMk/>
            <pc:sldMk cId="146657049" sldId="598"/>
            <ac:spMk id="6" creationId="{BCCC9D68-203D-EB56-2CE0-7744E3E92498}"/>
          </ac:spMkLst>
        </pc:spChg>
        <pc:spChg chg="mod">
          <ac:chgData name="Deepika Vatsa" userId="f7100972-27fe-4ee6-8fb4-ec9b7931b409" providerId="ADAL" clId="{A5423A7C-59D2-441C-A32C-791671939596}" dt="2025-10-08T09:56:26.906" v="1146" actId="20577"/>
          <ac:spMkLst>
            <pc:docMk/>
            <pc:sldMk cId="146657049" sldId="598"/>
            <ac:spMk id="7" creationId="{32B275E0-60C0-FB99-861A-30651F256A1A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9" creationId="{D1088032-BA16-AD7F-0640-79AFF9B5561B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0" creationId="{F8826566-A5DD-97E1-198D-EE160423D315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1" creationId="{AEADA85A-57EC-EF0A-1397-8693DA693F2F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2" creationId="{40B76218-05C1-5C92-C124-00A55B22E07D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3" creationId="{E4B2D657-0F26-E2F5-A8F0-A24460BD320C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4" creationId="{F0333D41-EB79-E2D7-6AB4-08D4AE0F33E1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5" creationId="{1A361680-6A7E-728C-C400-544478006FAD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6" creationId="{8DEF5E54-26C7-695D-39CF-9BD288CC5C0E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7" creationId="{1F77CD26-C83C-1190-D88C-07CCCC05880D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8" creationId="{CB7A9973-EB61-87F5-C046-EA7CA8ACE9DE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9" creationId="{FB5B569E-EFDE-B2CC-5E7B-B82113D45EF5}"/>
          </ac:spMkLst>
        </pc:spChg>
        <pc:spChg chg="add del mod">
          <ac:chgData name="Deepika Vatsa" userId="f7100972-27fe-4ee6-8fb4-ec9b7931b409" providerId="ADAL" clId="{A5423A7C-59D2-441C-A32C-791671939596}" dt="2025-10-08T09:56:03.576" v="1132" actId="478"/>
          <ac:spMkLst>
            <pc:docMk/>
            <pc:sldMk cId="146657049" sldId="598"/>
            <ac:spMk id="20" creationId="{3986DDB4-B50B-B9F4-1030-E45BCBE4078A}"/>
          </ac:spMkLst>
        </pc:spChg>
        <pc:grpChg chg="add del mod">
          <ac:chgData name="Deepika Vatsa" userId="f7100972-27fe-4ee6-8fb4-ec9b7931b409" providerId="ADAL" clId="{A5423A7C-59D2-441C-A32C-791671939596}" dt="2025-10-08T09:56:03.576" v="1132" actId="478"/>
          <ac:grpSpMkLst>
            <pc:docMk/>
            <pc:sldMk cId="146657049" sldId="598"/>
            <ac:grpSpMk id="8" creationId="{2A82078B-04EB-1000-D1BC-2EF213385000}"/>
          </ac:grpSpMkLst>
        </pc:grpChg>
        <pc:picChg chg="add mod">
          <ac:chgData name="Deepika Vatsa" userId="f7100972-27fe-4ee6-8fb4-ec9b7931b409" providerId="ADAL" clId="{A5423A7C-59D2-441C-A32C-791671939596}" dt="2025-10-08T09:31:02.780" v="963" actId="1076"/>
          <ac:picMkLst>
            <pc:docMk/>
            <pc:sldMk cId="146657049" sldId="598"/>
            <ac:picMk id="5" creationId="{A36A8062-42D0-51B0-06A1-715FB9950AB2}"/>
          </ac:picMkLst>
        </pc:picChg>
        <pc:picChg chg="add mod">
          <ac:chgData name="Deepika Vatsa" userId="f7100972-27fe-4ee6-8fb4-ec9b7931b409" providerId="ADAL" clId="{A5423A7C-59D2-441C-A32C-791671939596}" dt="2025-10-08T09:56:17.178" v="1138" actId="1035"/>
          <ac:picMkLst>
            <pc:docMk/>
            <pc:sldMk cId="146657049" sldId="598"/>
            <ac:picMk id="22" creationId="{0F46827A-E5CD-B838-872A-609415D8D066}"/>
          </ac:picMkLst>
        </pc:picChg>
        <pc:inkChg chg="add del">
          <ac:chgData name="Deepika Vatsa" userId="f7100972-27fe-4ee6-8fb4-ec9b7931b409" providerId="ADAL" clId="{A5423A7C-59D2-441C-A32C-791671939596}" dt="2025-10-27T10:08:27.362" v="1805" actId="478"/>
          <ac:inkMkLst>
            <pc:docMk/>
            <pc:sldMk cId="146657049" sldId="598"/>
            <ac:inkMk id="4" creationId="{B2AD490C-F0BF-9A2F-7A7C-E38BC9E0C8E8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267582242" sldId="598"/>
        </pc:sldMkLst>
      </pc:sldChg>
      <pc:sldChg chg="add del">
        <pc:chgData name="Deepika Vatsa" userId="f7100972-27fe-4ee6-8fb4-ec9b7931b409" providerId="ADAL" clId="{A5423A7C-59D2-441C-A32C-791671939596}" dt="2025-10-27T09:04:30.214" v="1796" actId="2696"/>
        <pc:sldMkLst>
          <pc:docMk/>
          <pc:sldMk cId="98338686" sldId="599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662555880" sldId="599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977754488" sldId="600"/>
        </pc:sldMkLst>
      </pc:sldChg>
      <pc:sldChg chg="addSp delSp modSp add mod replId">
        <pc:chgData name="Deepika Vatsa" userId="f7100972-27fe-4ee6-8fb4-ec9b7931b409" providerId="ADAL" clId="{A5423A7C-59D2-441C-A32C-791671939596}" dt="2025-10-27T10:08:24.987" v="1804" actId="478"/>
        <pc:sldMkLst>
          <pc:docMk/>
          <pc:sldMk cId="1808073059" sldId="600"/>
        </pc:sldMkLst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4" creationId="{6B9D8379-5F30-0889-62D2-E060FAEB3C29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5" creationId="{EB92E064-6B5B-8ECD-2A80-C5E4045CEB2B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6" creationId="{36A7CB1C-24B4-263F-5ABD-8B8258AE721B}"/>
          </ac:spMkLst>
        </pc:spChg>
        <pc:spChg chg="mod">
          <ac:chgData name="Deepika Vatsa" userId="f7100972-27fe-4ee6-8fb4-ec9b7931b409" providerId="ADAL" clId="{A5423A7C-59D2-441C-A32C-791671939596}" dt="2025-10-08T09:32:13.904" v="1081" actId="20577"/>
          <ac:spMkLst>
            <pc:docMk/>
            <pc:sldMk cId="1808073059" sldId="600"/>
            <ac:spMk id="7" creationId="{32B275E0-60C0-FB99-861A-30651F256A1A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9" creationId="{1D12D32C-6C21-ED70-ABA3-E13CD85575CC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10" creationId="{90E72800-8429-7C35-B87B-0447E19EA8B5}"/>
          </ac:spMkLst>
        </pc:spChg>
        <pc:inkChg chg="add del">
          <ac:chgData name="Deepika Vatsa" userId="f7100972-27fe-4ee6-8fb4-ec9b7931b409" providerId="ADAL" clId="{A5423A7C-59D2-441C-A32C-791671939596}" dt="2025-10-27T10:08:24.987" v="1804" actId="478"/>
          <ac:inkMkLst>
            <pc:docMk/>
            <pc:sldMk cId="1808073059" sldId="600"/>
            <ac:inkMk id="14" creationId="{FC11E61E-619E-263E-999F-53BF60ADC77F}"/>
          </ac:inkMkLst>
        </pc:inkChg>
        <pc:cxnChg chg="add mod">
          <ac:chgData name="Deepika Vatsa" userId="f7100972-27fe-4ee6-8fb4-ec9b7931b409" providerId="ADAL" clId="{A5423A7C-59D2-441C-A32C-791671939596}" dt="2025-10-08T09:32:08.110" v="1075" actId="1036"/>
          <ac:cxnSpMkLst>
            <pc:docMk/>
            <pc:sldMk cId="1808073059" sldId="600"/>
            <ac:cxnSpMk id="8" creationId="{4418F5DF-3805-8674-5C76-AA7038839466}"/>
          </ac:cxnSpMkLst>
        </pc:cxnChg>
        <pc:cxnChg chg="add mod">
          <ac:chgData name="Deepika Vatsa" userId="f7100972-27fe-4ee6-8fb4-ec9b7931b409" providerId="ADAL" clId="{A5423A7C-59D2-441C-A32C-791671939596}" dt="2025-10-08T09:32:08.110" v="1075" actId="1036"/>
          <ac:cxnSpMkLst>
            <pc:docMk/>
            <pc:sldMk cId="1808073059" sldId="600"/>
            <ac:cxnSpMk id="11" creationId="{385BBC9C-14EF-ACAD-67B7-554045B976F5}"/>
          </ac:cxnSpMkLst>
        </pc:cxnChg>
        <pc:cxnChg chg="add mod">
          <ac:chgData name="Deepika Vatsa" userId="f7100972-27fe-4ee6-8fb4-ec9b7931b409" providerId="ADAL" clId="{A5423A7C-59D2-441C-A32C-791671939596}" dt="2025-10-08T09:32:08.110" v="1075" actId="1036"/>
          <ac:cxnSpMkLst>
            <pc:docMk/>
            <pc:sldMk cId="1808073059" sldId="600"/>
            <ac:cxnSpMk id="12" creationId="{BAF60464-348B-CB50-D7CC-078F3CAB0A45}"/>
          </ac:cxnSpMkLst>
        </pc:cxnChg>
        <pc:cxnChg chg="add mod">
          <ac:chgData name="Deepika Vatsa" userId="f7100972-27fe-4ee6-8fb4-ec9b7931b409" providerId="ADAL" clId="{A5423A7C-59D2-441C-A32C-791671939596}" dt="2025-10-08T09:32:32.660" v="1117" actId="1036"/>
          <ac:cxnSpMkLst>
            <pc:docMk/>
            <pc:sldMk cId="1808073059" sldId="600"/>
            <ac:cxnSpMk id="13" creationId="{1D97D7F2-64D3-4C4F-C789-0174F622FBB5}"/>
          </ac:cxnSpMkLst>
        </pc:cxnChg>
      </pc:sldChg>
      <pc:sldChg chg="addSp delSp modSp add mod replId">
        <pc:chgData name="Deepika Vatsa" userId="f7100972-27fe-4ee6-8fb4-ec9b7931b409" providerId="ADAL" clId="{A5423A7C-59D2-441C-A32C-791671939596}" dt="2025-10-27T10:08:29.549" v="1806" actId="478"/>
        <pc:sldMkLst>
          <pc:docMk/>
          <pc:sldMk cId="428638964" sldId="601"/>
        </pc:sldMkLst>
        <pc:spChg chg="mod">
          <ac:chgData name="Deepika Vatsa" userId="f7100972-27fe-4ee6-8fb4-ec9b7931b409" providerId="ADAL" clId="{A5423A7C-59D2-441C-A32C-791671939596}" dt="2025-10-08T09:24:46.890" v="647" actId="20577"/>
          <ac:spMkLst>
            <pc:docMk/>
            <pc:sldMk cId="428638964" sldId="601"/>
            <ac:spMk id="2" creationId="{00000000-0000-0000-0000-000000000000}"/>
          </ac:spMkLst>
        </pc:spChg>
        <pc:spChg chg="mod">
          <ac:chgData name="Deepika Vatsa" userId="f7100972-27fe-4ee6-8fb4-ec9b7931b409" providerId="ADAL" clId="{A5423A7C-59D2-441C-A32C-791671939596}" dt="2025-10-08T09:30:43.622" v="896" actId="20577"/>
          <ac:spMkLst>
            <pc:docMk/>
            <pc:sldMk cId="428638964" sldId="601"/>
            <ac:spMk id="7" creationId="{32B275E0-60C0-FB99-861A-30651F256A1A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9" creationId="{523272AC-F15D-C48E-6428-2E7833176E2C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0" creationId="{894F7CA7-9257-9B3B-73DE-CD289DC86E07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1" creationId="{FFCE7B26-14BB-A54C-D843-6316EAF7743D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2" creationId="{D9D01381-FBAD-105B-C61F-1F74C3E9DBDF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3" creationId="{FD6EBD16-BCC3-028A-6D96-16C7C89CEDBD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4" creationId="{DAA71DF2-CF96-FF2C-D1AF-AC1A864A775D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5" creationId="{DDE85253-BAC3-E184-A64D-F481362378F1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6" creationId="{501B9832-A82F-6F92-58D1-926DFFA7E239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7" creationId="{5AFC29E6-CF6A-BBF3-7F80-6A3CF66152A9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8" creationId="{47548FB9-2663-1B5C-9C99-793E46246C00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9" creationId="{4A67626D-6C79-1930-E2EB-4873CFFAFE6A}"/>
          </ac:spMkLst>
        </pc:spChg>
        <pc:spChg chg="add del mod">
          <ac:chgData name="Deepika Vatsa" userId="f7100972-27fe-4ee6-8fb4-ec9b7931b409" providerId="ADAL" clId="{A5423A7C-59D2-441C-A32C-791671939596}" dt="2025-10-08T09:56:42.367" v="1147" actId="478"/>
          <ac:spMkLst>
            <pc:docMk/>
            <pc:sldMk cId="428638964" sldId="601"/>
            <ac:spMk id="20" creationId="{DB7C3EC1-DEEE-3AF9-629B-A652C4B0AFF7}"/>
          </ac:spMkLst>
        </pc:spChg>
        <pc:spChg chg="add del mod">
          <ac:chgData name="Deepika Vatsa" userId="f7100972-27fe-4ee6-8fb4-ec9b7931b409" providerId="ADAL" clId="{A5423A7C-59D2-441C-A32C-791671939596}" dt="2025-10-08T09:56:42.367" v="1147" actId="478"/>
          <ac:spMkLst>
            <pc:docMk/>
            <pc:sldMk cId="428638964" sldId="601"/>
            <ac:spMk id="21" creationId="{37AFD76F-471E-51EF-FDC2-1F108670CDB6}"/>
          </ac:spMkLst>
        </pc:spChg>
        <pc:grpChg chg="add del mod">
          <ac:chgData name="Deepika Vatsa" userId="f7100972-27fe-4ee6-8fb4-ec9b7931b409" providerId="ADAL" clId="{A5423A7C-59D2-441C-A32C-791671939596}" dt="2025-10-08T09:56:42.367" v="1147" actId="478"/>
          <ac:grpSpMkLst>
            <pc:docMk/>
            <pc:sldMk cId="428638964" sldId="601"/>
            <ac:grpSpMk id="8" creationId="{8F09F734-3711-CD9C-6571-D56D93E8A7BB}"/>
          </ac:grpSpMkLst>
        </pc:grpChg>
        <pc:picChg chg="del">
          <ac:chgData name="Deepika Vatsa" userId="f7100972-27fe-4ee6-8fb4-ec9b7931b409" providerId="ADAL" clId="{A5423A7C-59D2-441C-A32C-791671939596}" dt="2025-10-08T09:25:17.760" v="652" actId="478"/>
          <ac:picMkLst>
            <pc:docMk/>
            <pc:sldMk cId="428638964" sldId="601"/>
            <ac:picMk id="5" creationId="{A36A8062-42D0-51B0-06A1-715FB9950AB2}"/>
          </ac:picMkLst>
        </pc:picChg>
        <pc:picChg chg="add mod">
          <ac:chgData name="Deepika Vatsa" userId="f7100972-27fe-4ee6-8fb4-ec9b7931b409" providerId="ADAL" clId="{A5423A7C-59D2-441C-A32C-791671939596}" dt="2025-10-08T09:30:40.909" v="894" actId="1076"/>
          <ac:picMkLst>
            <pc:docMk/>
            <pc:sldMk cId="428638964" sldId="601"/>
            <ac:picMk id="6" creationId="{FDDF6ACE-F4BD-9FD5-764D-35062A43DA86}"/>
          </ac:picMkLst>
        </pc:picChg>
        <pc:picChg chg="add mod">
          <ac:chgData name="Deepika Vatsa" userId="f7100972-27fe-4ee6-8fb4-ec9b7931b409" providerId="ADAL" clId="{A5423A7C-59D2-441C-A32C-791671939596}" dt="2025-10-08T09:56:47.397" v="1155" actId="1036"/>
          <ac:picMkLst>
            <pc:docMk/>
            <pc:sldMk cId="428638964" sldId="601"/>
            <ac:picMk id="23" creationId="{960D6205-6811-5483-02F0-0849843606A3}"/>
          </ac:picMkLst>
        </pc:picChg>
        <pc:inkChg chg="add del">
          <ac:chgData name="Deepika Vatsa" userId="f7100972-27fe-4ee6-8fb4-ec9b7931b409" providerId="ADAL" clId="{A5423A7C-59D2-441C-A32C-791671939596}" dt="2025-10-27T10:08:29.549" v="1806" actId="478"/>
          <ac:inkMkLst>
            <pc:docMk/>
            <pc:sldMk cId="428638964" sldId="601"/>
            <ac:inkMk id="4" creationId="{2F122BDA-1602-7626-5F85-30B00739414A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4167924417" sldId="601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41999212" sldId="602"/>
        </pc:sldMkLst>
      </pc:sldChg>
      <pc:sldChg chg="addSp delSp modSp add mod">
        <pc:chgData name="Deepika Vatsa" userId="f7100972-27fe-4ee6-8fb4-ec9b7931b409" providerId="ADAL" clId="{A5423A7C-59D2-441C-A32C-791671939596}" dt="2025-10-27T10:08:31.550" v="1807" actId="478"/>
        <pc:sldMkLst>
          <pc:docMk/>
          <pc:sldMk cId="3298963979" sldId="602"/>
        </pc:sldMkLst>
        <pc:spChg chg="mod">
          <ac:chgData name="Deepika Vatsa" userId="f7100972-27fe-4ee6-8fb4-ec9b7931b409" providerId="ADAL" clId="{A5423A7C-59D2-441C-A32C-791671939596}" dt="2025-10-08T09:26:07.365" v="686" actId="20577"/>
          <ac:spMkLst>
            <pc:docMk/>
            <pc:sldMk cId="3298963979" sldId="602"/>
            <ac:spMk id="2" creationId="{00000000-0000-0000-0000-000000000000}"/>
          </ac:spMkLst>
        </pc:spChg>
        <pc:spChg chg="mod">
          <ac:chgData name="Deepika Vatsa" userId="f7100972-27fe-4ee6-8fb4-ec9b7931b409" providerId="ADAL" clId="{A5423A7C-59D2-441C-A32C-791671939596}" dt="2025-10-08T09:57:20.139" v="1191" actId="20577"/>
          <ac:spMkLst>
            <pc:docMk/>
            <pc:sldMk cId="3298963979" sldId="602"/>
            <ac:spMk id="7" creationId="{32B275E0-60C0-FB99-861A-30651F256A1A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9" creationId="{8ECD15DD-481B-A066-B2A2-B1BF3A88BB32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0" creationId="{A7E4825E-BDB9-80C2-7A41-42A99C4EE64D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1" creationId="{268C2706-1812-1A51-0B40-5754302DB6A7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2" creationId="{2D9DA86C-BFBD-C827-92ED-9EE0241A595A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3" creationId="{079BA5F3-96AF-C4D9-E38B-F9817A096101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4" creationId="{16D17DA1-E95C-81D6-E6BA-C39680538501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5" creationId="{02546C8B-CC09-3A7F-030A-08794A87AF42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6" creationId="{DD8C0578-95F1-C58B-9C0A-60260C3D457A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7" creationId="{D363A39F-7558-A3AB-B4A1-F4F9A987E88F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8" creationId="{133C676E-DC51-1D33-0A11-AD3DE4B850EB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9" creationId="{3A7832D9-4BE0-04E1-C72E-CABF26793CC0}"/>
          </ac:spMkLst>
        </pc:spChg>
        <pc:grpChg chg="add del mod">
          <ac:chgData name="Deepika Vatsa" userId="f7100972-27fe-4ee6-8fb4-ec9b7931b409" providerId="ADAL" clId="{A5423A7C-59D2-441C-A32C-791671939596}" dt="2025-10-08T09:57:04.770" v="1156" actId="478"/>
          <ac:grpSpMkLst>
            <pc:docMk/>
            <pc:sldMk cId="3298963979" sldId="602"/>
            <ac:grpSpMk id="8" creationId="{AB9FF4A1-FDA6-3C92-9D72-76A26FABCC45}"/>
          </ac:grpSpMkLst>
        </pc:grpChg>
        <pc:picChg chg="add mod">
          <ac:chgData name="Deepika Vatsa" userId="f7100972-27fe-4ee6-8fb4-ec9b7931b409" providerId="ADAL" clId="{A5423A7C-59D2-441C-A32C-791671939596}" dt="2025-10-08T09:30:25.318" v="879" actId="1076"/>
          <ac:picMkLst>
            <pc:docMk/>
            <pc:sldMk cId="3298963979" sldId="602"/>
            <ac:picMk id="5" creationId="{BCC18FAB-D31C-3E3E-3BC3-348496D878D1}"/>
          </ac:picMkLst>
        </pc:picChg>
        <pc:picChg chg="del">
          <ac:chgData name="Deepika Vatsa" userId="f7100972-27fe-4ee6-8fb4-ec9b7931b409" providerId="ADAL" clId="{A5423A7C-59D2-441C-A32C-791671939596}" dt="2025-10-08T09:26:31.798" v="688" actId="478"/>
          <ac:picMkLst>
            <pc:docMk/>
            <pc:sldMk cId="3298963979" sldId="602"/>
            <ac:picMk id="6" creationId="{FDDF6ACE-F4BD-9FD5-764D-35062A43DA86}"/>
          </ac:picMkLst>
        </pc:picChg>
        <pc:picChg chg="add mod">
          <ac:chgData name="Deepika Vatsa" userId="f7100972-27fe-4ee6-8fb4-ec9b7931b409" providerId="ADAL" clId="{A5423A7C-59D2-441C-A32C-791671939596}" dt="2025-10-08T09:57:09.885" v="1169" actId="1038"/>
          <ac:picMkLst>
            <pc:docMk/>
            <pc:sldMk cId="3298963979" sldId="602"/>
            <ac:picMk id="21" creationId="{E6A47BE0-76BA-1EAB-915D-E010FDE8F75E}"/>
          </ac:picMkLst>
        </pc:picChg>
        <pc:inkChg chg="add del">
          <ac:chgData name="Deepika Vatsa" userId="f7100972-27fe-4ee6-8fb4-ec9b7931b409" providerId="ADAL" clId="{A5423A7C-59D2-441C-A32C-791671939596}" dt="2025-10-27T10:08:31.550" v="1807" actId="478"/>
          <ac:inkMkLst>
            <pc:docMk/>
            <pc:sldMk cId="3298963979" sldId="602"/>
            <ac:inkMk id="4" creationId="{DD0A24AE-EA1A-8291-B8AF-EC9825CACACC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644617542" sldId="603"/>
        </pc:sldMkLst>
      </pc:sldChg>
      <pc:sldChg chg="addSp delSp modSp add mod">
        <pc:chgData name="Deepika Vatsa" userId="f7100972-27fe-4ee6-8fb4-ec9b7931b409" providerId="ADAL" clId="{A5423A7C-59D2-441C-A32C-791671939596}" dt="2025-10-27T10:08:33.909" v="1808" actId="478"/>
        <pc:sldMkLst>
          <pc:docMk/>
          <pc:sldMk cId="3668803894" sldId="603"/>
        </pc:sldMkLst>
        <pc:spChg chg="mod">
          <ac:chgData name="Deepika Vatsa" userId="f7100972-27fe-4ee6-8fb4-ec9b7931b409" providerId="ADAL" clId="{A5423A7C-59D2-441C-A32C-791671939596}" dt="2025-10-08T09:27:15.057" v="712" actId="20577"/>
          <ac:spMkLst>
            <pc:docMk/>
            <pc:sldMk cId="3668803894" sldId="603"/>
            <ac:spMk id="2" creationId="{00000000-0000-0000-0000-000000000000}"/>
          </ac:spMkLst>
        </pc:spChg>
        <pc:spChg chg="add del">
          <ac:chgData name="Deepika Vatsa" userId="f7100972-27fe-4ee6-8fb4-ec9b7931b409" providerId="ADAL" clId="{A5423A7C-59D2-441C-A32C-791671939596}" dt="2025-10-08T09:27:20.809" v="714"/>
          <ac:spMkLst>
            <pc:docMk/>
            <pc:sldMk cId="3668803894" sldId="603"/>
            <ac:spMk id="4" creationId="{65FDE049-4CAF-9310-11E0-4FBEA0996198}"/>
          </ac:spMkLst>
        </pc:spChg>
        <pc:spChg chg="mod">
          <ac:chgData name="Deepika Vatsa" userId="f7100972-27fe-4ee6-8fb4-ec9b7931b409" providerId="ADAL" clId="{A5423A7C-59D2-441C-A32C-791671939596}" dt="2025-10-08T09:33:35.634" v="1130" actId="20577"/>
          <ac:spMkLst>
            <pc:docMk/>
            <pc:sldMk cId="3668803894" sldId="603"/>
            <ac:spMk id="7" creationId="{32B275E0-60C0-FB99-861A-30651F256A1A}"/>
          </ac:spMkLst>
        </pc:spChg>
        <pc:spChg chg="add del">
          <ac:chgData name="Deepika Vatsa" userId="f7100972-27fe-4ee6-8fb4-ec9b7931b409" providerId="ADAL" clId="{A5423A7C-59D2-441C-A32C-791671939596}" dt="2025-10-08T09:27:56.274" v="722" actId="22"/>
          <ac:spMkLst>
            <pc:docMk/>
            <pc:sldMk cId="3668803894" sldId="603"/>
            <ac:spMk id="10" creationId="{B622C621-5562-A011-9C5F-AFE12D20668E}"/>
          </ac:spMkLst>
        </pc:spChg>
        <pc:picChg chg="del">
          <ac:chgData name="Deepika Vatsa" userId="f7100972-27fe-4ee6-8fb4-ec9b7931b409" providerId="ADAL" clId="{A5423A7C-59D2-441C-A32C-791671939596}" dt="2025-10-08T09:27:41.802" v="717" actId="478"/>
          <ac:picMkLst>
            <pc:docMk/>
            <pc:sldMk cId="3668803894" sldId="603"/>
            <ac:picMk id="5" creationId="{BCC18FAB-D31C-3E3E-3BC3-348496D878D1}"/>
          </ac:picMkLst>
        </pc:picChg>
        <pc:picChg chg="add mod">
          <ac:chgData name="Deepika Vatsa" userId="f7100972-27fe-4ee6-8fb4-ec9b7931b409" providerId="ADAL" clId="{A5423A7C-59D2-441C-A32C-791671939596}" dt="2025-10-08T09:27:47.839" v="720" actId="1076"/>
          <ac:picMkLst>
            <pc:docMk/>
            <pc:sldMk cId="3668803894" sldId="603"/>
            <ac:picMk id="8" creationId="{285BEB4A-0FA4-D8FC-F903-43F396C0A070}"/>
          </ac:picMkLst>
        </pc:picChg>
        <pc:inkChg chg="add del">
          <ac:chgData name="Deepika Vatsa" userId="f7100972-27fe-4ee6-8fb4-ec9b7931b409" providerId="ADAL" clId="{A5423A7C-59D2-441C-A32C-791671939596}" dt="2025-10-27T10:08:33.909" v="1808" actId="478"/>
          <ac:inkMkLst>
            <pc:docMk/>
            <pc:sldMk cId="3668803894" sldId="603"/>
            <ac:inkMk id="4" creationId="{31DF753D-E6DE-64F1-F09D-1A62C627CAD2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10:08:36.700" v="1809" actId="478"/>
        <pc:sldMkLst>
          <pc:docMk/>
          <pc:sldMk cId="517575044" sldId="604"/>
        </pc:sldMkLst>
        <pc:spChg chg="mod">
          <ac:chgData name="Deepika Vatsa" userId="f7100972-27fe-4ee6-8fb4-ec9b7931b409" providerId="ADAL" clId="{A5423A7C-59D2-441C-A32C-791671939596}" dt="2025-10-08T09:57:32.826" v="1211" actId="20577"/>
          <ac:spMkLst>
            <pc:docMk/>
            <pc:sldMk cId="517575044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5423A7C-59D2-441C-A32C-791671939596}" dt="2025-10-08T09:57:44.402" v="1212" actId="478"/>
          <ac:spMkLst>
            <pc:docMk/>
            <pc:sldMk cId="517575044" sldId="604"/>
            <ac:spMk id="7" creationId="{32B275E0-60C0-FB99-861A-30651F256A1A}"/>
          </ac:spMkLst>
        </pc:spChg>
        <pc:picChg chg="add mod">
          <ac:chgData name="Deepika Vatsa" userId="f7100972-27fe-4ee6-8fb4-ec9b7931b409" providerId="ADAL" clId="{A5423A7C-59D2-441C-A32C-791671939596}" dt="2025-10-08T09:58:00.626" v="1243" actId="1035"/>
          <ac:picMkLst>
            <pc:docMk/>
            <pc:sldMk cId="517575044" sldId="604"/>
            <ac:picMk id="5" creationId="{BB8123CC-7B48-CB8E-4A02-6C4BF5C7AE63}"/>
          </ac:picMkLst>
        </pc:picChg>
        <pc:picChg chg="del">
          <ac:chgData name="Deepika Vatsa" userId="f7100972-27fe-4ee6-8fb4-ec9b7931b409" providerId="ADAL" clId="{A5423A7C-59D2-441C-A32C-791671939596}" dt="2025-10-08T09:57:46.283" v="1213" actId="478"/>
          <ac:picMkLst>
            <pc:docMk/>
            <pc:sldMk cId="517575044" sldId="604"/>
            <ac:picMk id="8" creationId="{285BEB4A-0FA4-D8FC-F903-43F396C0A070}"/>
          </ac:picMkLst>
        </pc:picChg>
        <pc:inkChg chg="add del">
          <ac:chgData name="Deepika Vatsa" userId="f7100972-27fe-4ee6-8fb4-ec9b7931b409" providerId="ADAL" clId="{A5423A7C-59D2-441C-A32C-791671939596}" dt="2025-10-27T10:08:36.700" v="1809" actId="478"/>
          <ac:inkMkLst>
            <pc:docMk/>
            <pc:sldMk cId="517575044" sldId="604"/>
            <ac:inkMk id="4" creationId="{06CC8517-4865-F620-7153-12CF7F11DA98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957157253" sldId="604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16007616" sldId="605"/>
        </pc:sldMkLst>
      </pc:sldChg>
      <pc:sldChg chg="addSp delSp modSp add mod">
        <pc:chgData name="Deepika Vatsa" userId="f7100972-27fe-4ee6-8fb4-ec9b7931b409" providerId="ADAL" clId="{A5423A7C-59D2-441C-A32C-791671939596}" dt="2025-10-27T10:08:40.667" v="1810" actId="478"/>
        <pc:sldMkLst>
          <pc:docMk/>
          <pc:sldMk cId="1986027238" sldId="605"/>
        </pc:sldMkLst>
        <pc:picChg chg="del">
          <ac:chgData name="Deepika Vatsa" userId="f7100972-27fe-4ee6-8fb4-ec9b7931b409" providerId="ADAL" clId="{A5423A7C-59D2-441C-A32C-791671939596}" dt="2025-10-08T09:58:15.510" v="1245" actId="478"/>
          <ac:picMkLst>
            <pc:docMk/>
            <pc:sldMk cId="1986027238" sldId="605"/>
            <ac:picMk id="5" creationId="{BB8123CC-7B48-CB8E-4A02-6C4BF5C7AE63}"/>
          </ac:picMkLst>
        </pc:picChg>
        <pc:picChg chg="add mod">
          <ac:chgData name="Deepika Vatsa" userId="f7100972-27fe-4ee6-8fb4-ec9b7931b409" providerId="ADAL" clId="{A5423A7C-59D2-441C-A32C-791671939596}" dt="2025-10-08T09:58:21.121" v="1248" actId="1076"/>
          <ac:picMkLst>
            <pc:docMk/>
            <pc:sldMk cId="1986027238" sldId="605"/>
            <ac:picMk id="6" creationId="{F7E1C30A-FC9F-7B5C-53DC-4C39DD73C0EB}"/>
          </ac:picMkLst>
        </pc:picChg>
        <pc:inkChg chg="add del">
          <ac:chgData name="Deepika Vatsa" userId="f7100972-27fe-4ee6-8fb4-ec9b7931b409" providerId="ADAL" clId="{A5423A7C-59D2-441C-A32C-791671939596}" dt="2025-10-27T10:08:40.667" v="1810" actId="478"/>
          <ac:inkMkLst>
            <pc:docMk/>
            <pc:sldMk cId="1986027238" sldId="605"/>
            <ac:inkMk id="4" creationId="{13A0BE51-EEC8-8547-D875-03686A34263B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10:08:43.567" v="1811" actId="478"/>
        <pc:sldMkLst>
          <pc:docMk/>
          <pc:sldMk cId="1109936308" sldId="606"/>
        </pc:sldMkLst>
        <pc:picChg chg="add mod">
          <ac:chgData name="Deepika Vatsa" userId="f7100972-27fe-4ee6-8fb4-ec9b7931b409" providerId="ADAL" clId="{A5423A7C-59D2-441C-A32C-791671939596}" dt="2025-10-08T09:58:41.517" v="1253" actId="1076"/>
          <ac:picMkLst>
            <pc:docMk/>
            <pc:sldMk cId="1109936308" sldId="606"/>
            <ac:picMk id="5" creationId="{740E5338-B43F-920E-2DA8-4A533EAEB402}"/>
          </ac:picMkLst>
        </pc:picChg>
        <pc:picChg chg="del">
          <ac:chgData name="Deepika Vatsa" userId="f7100972-27fe-4ee6-8fb4-ec9b7931b409" providerId="ADAL" clId="{A5423A7C-59D2-441C-A32C-791671939596}" dt="2025-10-08T09:58:35.513" v="1250" actId="478"/>
          <ac:picMkLst>
            <pc:docMk/>
            <pc:sldMk cId="1109936308" sldId="606"/>
            <ac:picMk id="6" creationId="{F7E1C30A-FC9F-7B5C-53DC-4C39DD73C0EB}"/>
          </ac:picMkLst>
        </pc:picChg>
        <pc:inkChg chg="add del">
          <ac:chgData name="Deepika Vatsa" userId="f7100972-27fe-4ee6-8fb4-ec9b7931b409" providerId="ADAL" clId="{A5423A7C-59D2-441C-A32C-791671939596}" dt="2025-10-27T10:08:43.567" v="1811" actId="478"/>
          <ac:inkMkLst>
            <pc:docMk/>
            <pc:sldMk cId="1109936308" sldId="606"/>
            <ac:inkMk id="4" creationId="{2DAE3F51-8BD0-D51E-BCF5-1928FDAF399B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159525374" sldId="606"/>
        </pc:sldMkLst>
      </pc:sldChg>
      <pc:sldChg chg="addSp delSp modSp add mod">
        <pc:chgData name="Deepika Vatsa" userId="f7100972-27fe-4ee6-8fb4-ec9b7931b409" providerId="ADAL" clId="{A5423A7C-59D2-441C-A32C-791671939596}" dt="2025-10-27T10:08:45.874" v="1812" actId="478"/>
        <pc:sldMkLst>
          <pc:docMk/>
          <pc:sldMk cId="1753343126" sldId="607"/>
        </pc:sldMkLst>
        <pc:picChg chg="del">
          <ac:chgData name="Deepika Vatsa" userId="f7100972-27fe-4ee6-8fb4-ec9b7931b409" providerId="ADAL" clId="{A5423A7C-59D2-441C-A32C-791671939596}" dt="2025-10-08T09:58:56.700" v="1255" actId="478"/>
          <ac:picMkLst>
            <pc:docMk/>
            <pc:sldMk cId="1753343126" sldId="607"/>
            <ac:picMk id="5" creationId="{740E5338-B43F-920E-2DA8-4A533EAEB402}"/>
          </ac:picMkLst>
        </pc:picChg>
        <pc:picChg chg="add mod">
          <ac:chgData name="Deepika Vatsa" userId="f7100972-27fe-4ee6-8fb4-ec9b7931b409" providerId="ADAL" clId="{A5423A7C-59D2-441C-A32C-791671939596}" dt="2025-10-08T09:59:10.907" v="1276" actId="1038"/>
          <ac:picMkLst>
            <pc:docMk/>
            <pc:sldMk cId="1753343126" sldId="607"/>
            <ac:picMk id="6" creationId="{746A2129-6914-422D-D0A1-453B5E0C116B}"/>
          </ac:picMkLst>
        </pc:picChg>
        <pc:inkChg chg="add del">
          <ac:chgData name="Deepika Vatsa" userId="f7100972-27fe-4ee6-8fb4-ec9b7931b409" providerId="ADAL" clId="{A5423A7C-59D2-441C-A32C-791671939596}" dt="2025-10-27T10:08:45.874" v="1812" actId="478"/>
          <ac:inkMkLst>
            <pc:docMk/>
            <pc:sldMk cId="1753343126" sldId="607"/>
            <ac:inkMk id="4" creationId="{5E0C86F4-80F4-48F8-1F3E-5887CCDDB4BB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564807532" sldId="607"/>
        </pc:sldMkLst>
      </pc:sldChg>
      <pc:sldChg chg="addSp delSp modSp add mod">
        <pc:chgData name="Deepika Vatsa" userId="f7100972-27fe-4ee6-8fb4-ec9b7931b409" providerId="ADAL" clId="{A5423A7C-59D2-441C-A32C-791671939596}" dt="2025-10-27T10:08:48.459" v="1813" actId="478"/>
        <pc:sldMkLst>
          <pc:docMk/>
          <pc:sldMk cId="1374942358" sldId="608"/>
        </pc:sldMkLst>
        <pc:spChg chg="mod">
          <ac:chgData name="Deepika Vatsa" userId="f7100972-27fe-4ee6-8fb4-ec9b7931b409" providerId="ADAL" clId="{A5423A7C-59D2-441C-A32C-791671939596}" dt="2025-10-08T10:00:13.977" v="1286" actId="20577"/>
          <ac:spMkLst>
            <pc:docMk/>
            <pc:sldMk cId="1374942358" sldId="608"/>
            <ac:spMk id="2" creationId="{00000000-0000-0000-0000-000000000000}"/>
          </ac:spMkLst>
        </pc:spChg>
        <pc:spChg chg="add mod">
          <ac:chgData name="Deepika Vatsa" userId="f7100972-27fe-4ee6-8fb4-ec9b7931b409" providerId="ADAL" clId="{A5423A7C-59D2-441C-A32C-791671939596}" dt="2025-10-08T10:00:57.747" v="1310" actId="5793"/>
          <ac:spMkLst>
            <pc:docMk/>
            <pc:sldMk cId="1374942358" sldId="608"/>
            <ac:spMk id="5" creationId="{C814ADDB-4126-6473-029F-DC15419804BC}"/>
          </ac:spMkLst>
        </pc:spChg>
        <pc:picChg chg="del">
          <ac:chgData name="Deepika Vatsa" userId="f7100972-27fe-4ee6-8fb4-ec9b7931b409" providerId="ADAL" clId="{A5423A7C-59D2-441C-A32C-791671939596}" dt="2025-10-08T10:00:09.304" v="1278" actId="478"/>
          <ac:picMkLst>
            <pc:docMk/>
            <pc:sldMk cId="1374942358" sldId="608"/>
            <ac:picMk id="6" creationId="{746A2129-6914-422D-D0A1-453B5E0C116B}"/>
          </ac:picMkLst>
        </pc:picChg>
        <pc:inkChg chg="add del">
          <ac:chgData name="Deepika Vatsa" userId="f7100972-27fe-4ee6-8fb4-ec9b7931b409" providerId="ADAL" clId="{A5423A7C-59D2-441C-A32C-791671939596}" dt="2025-10-27T10:08:48.459" v="1813" actId="478"/>
          <ac:inkMkLst>
            <pc:docMk/>
            <pc:sldMk cId="1374942358" sldId="608"/>
            <ac:inkMk id="4" creationId="{E1251742-A519-001D-8722-07A62A937F18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10:08:51.008" v="1814" actId="478"/>
        <pc:sldMkLst>
          <pc:docMk/>
          <pc:sldMk cId="774974241" sldId="609"/>
        </pc:sldMkLst>
        <pc:spChg chg="mod">
          <ac:chgData name="Deepika Vatsa" userId="f7100972-27fe-4ee6-8fb4-ec9b7931b409" providerId="ADAL" clId="{A5423A7C-59D2-441C-A32C-791671939596}" dt="2025-10-08T10:01:24.532" v="1341" actId="20577"/>
          <ac:spMkLst>
            <pc:docMk/>
            <pc:sldMk cId="774974241" sldId="609"/>
            <ac:spMk id="2" creationId="{00000000-0000-0000-0000-000000000000}"/>
          </ac:spMkLst>
        </pc:spChg>
        <pc:spChg chg="del">
          <ac:chgData name="Deepika Vatsa" userId="f7100972-27fe-4ee6-8fb4-ec9b7931b409" providerId="ADAL" clId="{A5423A7C-59D2-441C-A32C-791671939596}" dt="2025-10-08T10:01:39.290" v="1342" actId="478"/>
          <ac:spMkLst>
            <pc:docMk/>
            <pc:sldMk cId="774974241" sldId="609"/>
            <ac:spMk id="5" creationId="{C814ADDB-4126-6473-029F-DC15419804BC}"/>
          </ac:spMkLst>
        </pc:spChg>
        <pc:picChg chg="add mod">
          <ac:chgData name="Deepika Vatsa" userId="f7100972-27fe-4ee6-8fb4-ec9b7931b409" providerId="ADAL" clId="{A5423A7C-59D2-441C-A32C-791671939596}" dt="2025-10-08T10:01:45.796" v="1345" actId="1076"/>
          <ac:picMkLst>
            <pc:docMk/>
            <pc:sldMk cId="774974241" sldId="609"/>
            <ac:picMk id="6" creationId="{AAE67B59-E2FE-3D95-82CD-98E444248324}"/>
          </ac:picMkLst>
        </pc:picChg>
        <pc:inkChg chg="add del">
          <ac:chgData name="Deepika Vatsa" userId="f7100972-27fe-4ee6-8fb4-ec9b7931b409" providerId="ADAL" clId="{A5423A7C-59D2-441C-A32C-791671939596}" dt="2025-10-27T10:08:51.008" v="1814" actId="478"/>
          <ac:inkMkLst>
            <pc:docMk/>
            <pc:sldMk cId="774974241" sldId="609"/>
            <ac:inkMk id="4" creationId="{340FE3D5-7355-2993-5DB0-9896E5588E14}"/>
          </ac:inkMkLst>
        </pc:inkChg>
      </pc:sldChg>
      <pc:sldChg chg="add del">
        <pc:chgData name="Deepika Vatsa" userId="f7100972-27fe-4ee6-8fb4-ec9b7931b409" providerId="ADAL" clId="{A5423A7C-59D2-441C-A32C-791671939596}" dt="2025-10-27T09:04:45.947" v="1797" actId="2696"/>
        <pc:sldMkLst>
          <pc:docMk/>
          <pc:sldMk cId="3056220856" sldId="610"/>
        </pc:sldMkLst>
      </pc:sldChg>
    </pc:docChg>
  </pc:docChgLst>
  <pc:docChgLst>
    <pc:chgData name="Deepika Vatsa" userId="f7100972-27fe-4ee6-8fb4-ec9b7931b409" providerId="ADAL" clId="{6239CB49-E84F-455D-9502-06F26594D634}"/>
    <pc:docChg chg="undo redo custSel addSld delSld modSld">
      <pc:chgData name="Deepika Vatsa" userId="f7100972-27fe-4ee6-8fb4-ec9b7931b409" providerId="ADAL" clId="{6239CB49-E84F-455D-9502-06F26594D634}" dt="2025-09-24T11:38:14.986" v="988"/>
      <pc:docMkLst>
        <pc:docMk/>
      </pc:docMkLst>
      <pc:sldChg chg="modSp mod">
        <pc:chgData name="Deepika Vatsa" userId="f7100972-27fe-4ee6-8fb4-ec9b7931b409" providerId="ADAL" clId="{6239CB49-E84F-455D-9502-06F26594D634}" dt="2025-09-23T05:00:24.344" v="22" actId="6549"/>
        <pc:sldMkLst>
          <pc:docMk/>
          <pc:sldMk cId="0" sldId="395"/>
        </pc:sldMkLst>
        <pc:spChg chg="mod">
          <ac:chgData name="Deepika Vatsa" userId="f7100972-27fe-4ee6-8fb4-ec9b7931b409" providerId="ADAL" clId="{6239CB49-E84F-455D-9502-06F26594D634}" dt="2025-09-23T05:00:24.344" v="22" actId="6549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6239CB49-E84F-455D-9502-06F26594D634}" dt="2025-09-24T11:38:14.986" v="988"/>
        <pc:sldMkLst>
          <pc:docMk/>
          <pc:sldMk cId="3439049211" sldId="591"/>
        </pc:sldMkLst>
        <pc:spChg chg="mod">
          <ac:chgData name="Deepika Vatsa" userId="f7100972-27fe-4ee6-8fb4-ec9b7931b409" providerId="ADAL" clId="{6239CB49-E84F-455D-9502-06F26594D634}" dt="2025-09-23T05:01:54.305" v="50" actId="2057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239CB49-E84F-455D-9502-06F26594D634}" dt="2025-09-23T05:01:57.561" v="51" actId="478"/>
          <ac:spMkLst>
            <pc:docMk/>
            <pc:sldMk cId="3439049211" sldId="59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6239CB49-E84F-455D-9502-06F26594D634}" dt="2025-09-23T05:02:06.229" v="55" actId="1076"/>
          <ac:picMkLst>
            <pc:docMk/>
            <pc:sldMk cId="3439049211" sldId="591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439049211" sldId="591"/>
            <ac:inkMk id="4" creationId="{C523678A-28E9-7F5B-8EA3-DFE9E3E1126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39897715" sldId="592"/>
        </pc:sldMkLst>
        <pc:spChg chg="mod">
          <ac:chgData name="Deepika Vatsa" userId="f7100972-27fe-4ee6-8fb4-ec9b7931b409" providerId="ADAL" clId="{6239CB49-E84F-455D-9502-06F26594D634}" dt="2025-09-23T05:02:32.249" v="66" actId="20577"/>
          <ac:spMkLst>
            <pc:docMk/>
            <pc:sldMk cId="1039897715" sldId="592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3:18.885" v="88" actId="1076"/>
          <ac:spMkLst>
            <pc:docMk/>
            <pc:sldMk cId="1039897715" sldId="592"/>
            <ac:spMk id="6" creationId="{2D96D569-F1C4-581F-A747-3ECF879181E9}"/>
          </ac:spMkLst>
        </pc:spChg>
        <pc:picChg chg="del">
          <ac:chgData name="Deepika Vatsa" userId="f7100972-27fe-4ee6-8fb4-ec9b7931b409" providerId="ADAL" clId="{6239CB49-E84F-455D-9502-06F26594D634}" dt="2025-09-23T05:02:33.830" v="67" actId="478"/>
          <ac:picMkLst>
            <pc:docMk/>
            <pc:sldMk cId="1039897715" sldId="592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39897715" sldId="592"/>
            <ac:inkMk id="4" creationId="{CFB530EA-1842-E88D-A7C6-B1F846ADEC27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562163225" sldId="593"/>
        </pc:sldMkLst>
        <pc:spChg chg="mod">
          <ac:chgData name="Deepika Vatsa" userId="f7100972-27fe-4ee6-8fb4-ec9b7931b409" providerId="ADAL" clId="{6239CB49-E84F-455D-9502-06F26594D634}" dt="2025-09-23T05:03:33.368" v="97" actId="20577"/>
          <ac:spMkLst>
            <pc:docMk/>
            <pc:sldMk cId="562163225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4:48.939" v="122" actId="20577"/>
          <ac:spMkLst>
            <pc:docMk/>
            <pc:sldMk cId="562163225" sldId="593"/>
            <ac:spMk id="6" creationId="{2D96D569-F1C4-581F-A747-3ECF879181E9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562163225" sldId="593"/>
            <ac:inkMk id="4" creationId="{1DBEC47D-F5D3-EFAA-FB6E-5423FBFEEA5E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198423911" sldId="593"/>
        </pc:sldMkLst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2093314508" sldId="594"/>
        </pc:sldMkLst>
        <pc:spChg chg="del">
          <ac:chgData name="Deepika Vatsa" userId="f7100972-27fe-4ee6-8fb4-ec9b7931b409" providerId="ADAL" clId="{6239CB49-E84F-455D-9502-06F26594D634}" dt="2025-09-23T05:05:11.136" v="124" actId="478"/>
          <ac:spMkLst>
            <pc:docMk/>
            <pc:sldMk cId="2093314508" sldId="594"/>
            <ac:spMk id="6" creationId="{2D96D569-F1C4-581F-A747-3ECF879181E9}"/>
          </ac:spMkLst>
        </pc:spChg>
        <pc:picChg chg="add mod">
          <ac:chgData name="Deepika Vatsa" userId="f7100972-27fe-4ee6-8fb4-ec9b7931b409" providerId="ADAL" clId="{6239CB49-E84F-455D-9502-06F26594D634}" dt="2025-09-23T05:05:17.800" v="127" actId="1076"/>
          <ac:picMkLst>
            <pc:docMk/>
            <pc:sldMk cId="2093314508" sldId="594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2093314508" sldId="594"/>
            <ac:inkMk id="4" creationId="{1A6CE765-C64A-ED5A-7DD8-7EC29646D713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95908878" sldId="595"/>
        </pc:sldMkLst>
        <pc:spChg chg="mod">
          <ac:chgData name="Deepika Vatsa" userId="f7100972-27fe-4ee6-8fb4-ec9b7931b409" providerId="ADAL" clId="{6239CB49-E84F-455D-9502-06F26594D634}" dt="2025-09-23T05:07:45.008" v="165" actId="20577"/>
          <ac:spMkLst>
            <pc:docMk/>
            <pc:sldMk cId="1095908878" sldId="595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7:10.493" v="155" actId="58"/>
          <ac:spMkLst>
            <pc:docMk/>
            <pc:sldMk cId="1095908878" sldId="595"/>
            <ac:spMk id="6" creationId="{A57DF021-6CBA-BB58-54F5-51C886D111EF}"/>
          </ac:spMkLst>
        </pc:spChg>
        <pc:picChg chg="del">
          <ac:chgData name="Deepika Vatsa" userId="f7100972-27fe-4ee6-8fb4-ec9b7931b409" providerId="ADAL" clId="{6239CB49-E84F-455D-9502-06F26594D634}" dt="2025-09-23T05:06:06.580" v="129" actId="478"/>
          <ac:picMkLst>
            <pc:docMk/>
            <pc:sldMk cId="1095908878" sldId="595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95908878" sldId="595"/>
            <ac:inkMk id="4" creationId="{BF25FA2D-9FB6-4A91-F6B8-CB3CD6563545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73669300" sldId="596"/>
        </pc:sldMkLst>
        <pc:spChg chg="mod">
          <ac:chgData name="Deepika Vatsa" userId="f7100972-27fe-4ee6-8fb4-ec9b7931b409" providerId="ADAL" clId="{6239CB49-E84F-455D-9502-06F26594D634}" dt="2025-09-23T05:37:19.003" v="633" actId="20577"/>
          <ac:spMkLst>
            <pc:docMk/>
            <pc:sldMk cId="3673669300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8:47.627" v="226" actId="20577"/>
          <ac:spMkLst>
            <pc:docMk/>
            <pc:sldMk cId="3673669300" sldId="596"/>
            <ac:spMk id="6" creationId="{A57DF021-6CBA-BB58-54F5-51C886D111EF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73669300" sldId="596"/>
            <ac:inkMk id="4" creationId="{7C8DC4E5-014C-B6A2-7A76-CE4C3D5BFE4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5432103" sldId="597"/>
        </pc:sldMkLst>
        <pc:spChg chg="del">
          <ac:chgData name="Deepika Vatsa" userId="f7100972-27fe-4ee6-8fb4-ec9b7931b409" providerId="ADAL" clId="{6239CB49-E84F-455D-9502-06F26594D634}" dt="2025-09-23T05:09:11.516" v="228" actId="478"/>
          <ac:spMkLst>
            <pc:docMk/>
            <pc:sldMk cId="3645432103" sldId="597"/>
            <ac:spMk id="6" creationId="{A57DF021-6CBA-BB58-54F5-51C886D111EF}"/>
          </ac:spMkLst>
        </pc:spChg>
        <pc:picChg chg="add mod">
          <ac:chgData name="Deepika Vatsa" userId="f7100972-27fe-4ee6-8fb4-ec9b7931b409" providerId="ADAL" clId="{6239CB49-E84F-455D-9502-06F26594D634}" dt="2025-09-23T05:09:18.885" v="231" actId="1076"/>
          <ac:picMkLst>
            <pc:docMk/>
            <pc:sldMk cId="3645432103" sldId="597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5432103" sldId="597"/>
            <ac:inkMk id="4" creationId="{6DA3101D-71FA-5F08-A4F5-7FADE9CADC9E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267582242" sldId="598"/>
        </pc:sldMkLst>
        <pc:spChg chg="mod">
          <ac:chgData name="Deepika Vatsa" userId="f7100972-27fe-4ee6-8fb4-ec9b7931b409" providerId="ADAL" clId="{6239CB49-E84F-455D-9502-06F26594D634}" dt="2025-09-23T05:09:36.192" v="243" actId="20577"/>
          <ac:spMkLst>
            <pc:docMk/>
            <pc:sldMk cId="1267582242" sldId="598"/>
            <ac:spMk id="2" creationId="{00000000-0000-0000-0000-000000000000}"/>
          </ac:spMkLst>
        </pc:spChg>
        <pc:spChg chg="add del">
          <ac:chgData name="Deepika Vatsa" userId="f7100972-27fe-4ee6-8fb4-ec9b7931b409" providerId="ADAL" clId="{6239CB49-E84F-455D-9502-06F26594D634}" dt="2025-09-23T05:09:41.776" v="246" actId="22"/>
          <ac:spMkLst>
            <pc:docMk/>
            <pc:sldMk cId="1267582242" sldId="598"/>
            <ac:spMk id="6" creationId="{931BB006-AE97-67D5-1919-6FD6D4E5B0BB}"/>
          </ac:spMkLst>
        </pc:spChg>
        <pc:spChg chg="add mod">
          <ac:chgData name="Deepika Vatsa" userId="f7100972-27fe-4ee6-8fb4-ec9b7931b409" providerId="ADAL" clId="{6239CB49-E84F-455D-9502-06F26594D634}" dt="2025-09-23T05:43:17.517" v="986" actId="20577"/>
          <ac:spMkLst>
            <pc:docMk/>
            <pc:sldMk cId="1267582242" sldId="598"/>
            <ac:spMk id="8" creationId="{ADD2156E-BF86-4EB0-F764-8DDE1DA3BB30}"/>
          </ac:spMkLst>
        </pc:spChg>
        <pc:spChg chg="add del">
          <ac:chgData name="Deepika Vatsa" userId="f7100972-27fe-4ee6-8fb4-ec9b7931b409" providerId="ADAL" clId="{6239CB49-E84F-455D-9502-06F26594D634}" dt="2025-09-23T05:39:26.122" v="674"/>
          <ac:spMkLst>
            <pc:docMk/>
            <pc:sldMk cId="1267582242" sldId="598"/>
            <ac:spMk id="9" creationId="{D4D3E6B4-96FF-E93B-B9E6-5F760A2113E2}"/>
          </ac:spMkLst>
        </pc:spChg>
        <pc:picChg chg="del">
          <ac:chgData name="Deepika Vatsa" userId="f7100972-27fe-4ee6-8fb4-ec9b7931b409" providerId="ADAL" clId="{6239CB49-E84F-455D-9502-06F26594D634}" dt="2025-09-23T05:09:37.923" v="244" actId="478"/>
          <ac:picMkLst>
            <pc:docMk/>
            <pc:sldMk cId="1267582242" sldId="598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267582242" sldId="598"/>
            <ac:inkMk id="4" creationId="{5DCD4186-BF64-E1C8-76B7-39320EB33812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662555880" sldId="599"/>
        </pc:sldMkLst>
        <pc:spChg chg="mod">
          <ac:chgData name="Deepika Vatsa" userId="f7100972-27fe-4ee6-8fb4-ec9b7931b409" providerId="ADAL" clId="{6239CB49-E84F-455D-9502-06F26594D634}" dt="2025-09-23T05:10:55.159" v="274" actId="20577"/>
          <ac:spMkLst>
            <pc:docMk/>
            <pc:sldMk cId="662555880" sldId="599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11:15.376" v="287" actId="5793"/>
          <ac:spMkLst>
            <pc:docMk/>
            <pc:sldMk cId="662555880" sldId="599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662555880" sldId="599"/>
            <ac:inkMk id="4" creationId="{F0AFC773-4AC8-9CBE-B979-86EA04A225CC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977754488" sldId="600"/>
        </pc:sldMkLst>
        <pc:spChg chg="mod">
          <ac:chgData name="Deepika Vatsa" userId="f7100972-27fe-4ee6-8fb4-ec9b7931b409" providerId="ADAL" clId="{6239CB49-E84F-455D-9502-06F26594D634}" dt="2025-09-23T05:18:32.930" v="306" actId="20577"/>
          <ac:spMkLst>
            <pc:docMk/>
            <pc:sldMk cId="977754488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43:30.337" v="987" actId="20577"/>
          <ac:spMkLst>
            <pc:docMk/>
            <pc:sldMk cId="977754488" sldId="600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977754488" sldId="600"/>
            <ac:inkMk id="4" creationId="{8645E977-DA97-F3C6-E96F-38162F2A0428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4167924417" sldId="601"/>
        </pc:sldMkLst>
        <pc:spChg chg="mod">
          <ac:chgData name="Deepika Vatsa" userId="f7100972-27fe-4ee6-8fb4-ec9b7931b409" providerId="ADAL" clId="{6239CB49-E84F-455D-9502-06F26594D634}" dt="2025-09-23T05:19:19.907" v="346" actId="20577"/>
          <ac:spMkLst>
            <pc:docMk/>
            <pc:sldMk cId="4167924417" sldId="601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9:28.159" v="524" actId="20577"/>
          <ac:spMkLst>
            <pc:docMk/>
            <pc:sldMk cId="4167924417" sldId="601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4167924417" sldId="601"/>
            <ac:inkMk id="4" creationId="{0A89287E-9334-5064-8E8F-305CDAC3CEED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41999212" sldId="602"/>
        </pc:sldMkLst>
        <pc:spChg chg="mod">
          <ac:chgData name="Deepika Vatsa" userId="f7100972-27fe-4ee6-8fb4-ec9b7931b409" providerId="ADAL" clId="{6239CB49-E84F-455D-9502-06F26594D634}" dt="2025-09-23T05:19:56.039" v="368" actId="20577"/>
          <ac:spMkLst>
            <pc:docMk/>
            <pc:sldMk cId="1041999212" sldId="602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0:56.568" v="385" actId="12"/>
          <ac:spMkLst>
            <pc:docMk/>
            <pc:sldMk cId="1041999212" sldId="602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41999212" sldId="602"/>
            <ac:inkMk id="4" creationId="{157DB3BD-E76B-3584-C7F2-A3BA57F5B55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4617542" sldId="603"/>
        </pc:sldMkLst>
        <pc:spChg chg="add mod">
          <ac:chgData name="Deepika Vatsa" userId="f7100972-27fe-4ee6-8fb4-ec9b7931b409" providerId="ADAL" clId="{6239CB49-E84F-455D-9502-06F26594D634}" dt="2025-09-23T05:24:33.927" v="457" actId="20577"/>
          <ac:spMkLst>
            <pc:docMk/>
            <pc:sldMk cId="3644617542" sldId="603"/>
            <ac:spMk id="7" creationId="{832FBBC9-A94E-3F4A-2A86-BE3EBF693A31}"/>
          </ac:spMkLst>
        </pc:spChg>
        <pc:spChg chg="mod">
          <ac:chgData name="Deepika Vatsa" userId="f7100972-27fe-4ee6-8fb4-ec9b7931b409" providerId="ADAL" clId="{6239CB49-E84F-455D-9502-06F26594D634}" dt="2025-09-23T05:21:58.786" v="418" actId="20577"/>
          <ac:spMkLst>
            <pc:docMk/>
            <pc:sldMk cId="3644617542" sldId="603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22:11.354" v="423" actId="14100"/>
          <ac:picMkLst>
            <pc:docMk/>
            <pc:sldMk cId="3644617542" sldId="603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4617542" sldId="603"/>
            <ac:inkMk id="4" creationId="{1FCDC588-E88D-99DB-C77D-6C8FFF2D902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957157253" sldId="604"/>
        </pc:sldMkLst>
        <pc:spChg chg="add mod">
          <ac:chgData name="Deepika Vatsa" userId="f7100972-27fe-4ee6-8fb4-ec9b7931b409" providerId="ADAL" clId="{6239CB49-E84F-455D-9502-06F26594D634}" dt="2025-09-23T05:25:43.053" v="491" actId="20577"/>
          <ac:spMkLst>
            <pc:docMk/>
            <pc:sldMk cId="1957157253" sldId="604"/>
            <ac:spMk id="6" creationId="{42189904-3A30-D33D-DCDB-DF8AD64E4848}"/>
          </ac:spMkLst>
        </pc:spChg>
        <pc:spChg chg="del">
          <ac:chgData name="Deepika Vatsa" userId="f7100972-27fe-4ee6-8fb4-ec9b7931b409" providerId="ADAL" clId="{6239CB49-E84F-455D-9502-06F26594D634}" dt="2025-09-23T05:24:52.503" v="459" actId="478"/>
          <ac:spMkLst>
            <pc:docMk/>
            <pc:sldMk cId="1957157253" sldId="604"/>
            <ac:spMk id="7" creationId="{832FBBC9-A94E-3F4A-2A86-BE3EBF693A31}"/>
          </ac:spMkLst>
        </pc:spChg>
        <pc:spChg chg="del mod">
          <ac:chgData name="Deepika Vatsa" userId="f7100972-27fe-4ee6-8fb4-ec9b7931b409" providerId="ADAL" clId="{6239CB49-E84F-455D-9502-06F26594D634}" dt="2025-09-23T05:25:06.455" v="466" actId="478"/>
          <ac:spMkLst>
            <pc:docMk/>
            <pc:sldMk cId="1957157253" sldId="604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24:53.839" v="460" actId="478"/>
          <ac:picMkLst>
            <pc:docMk/>
            <pc:sldMk cId="1957157253" sldId="604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957157253" sldId="604"/>
            <ac:inkMk id="4" creationId="{C1426D86-C313-12A2-FA7B-E47CCFCF4106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16007616" sldId="605"/>
        </pc:sldMkLst>
        <pc:spChg chg="mod">
          <ac:chgData name="Deepika Vatsa" userId="f7100972-27fe-4ee6-8fb4-ec9b7931b409" providerId="ADAL" clId="{6239CB49-E84F-455D-9502-06F26594D634}" dt="2025-09-23T05:26:20.104" v="505" actId="20577"/>
          <ac:spMkLst>
            <pc:docMk/>
            <pc:sldMk cId="1016007616" sldId="605"/>
            <ac:spMk id="6" creationId="{42189904-3A30-D33D-DCDB-DF8AD64E4848}"/>
          </ac:spMkLst>
        </pc:spChg>
        <pc:picChg chg="add mod">
          <ac:chgData name="Deepika Vatsa" userId="f7100972-27fe-4ee6-8fb4-ec9b7931b409" providerId="ADAL" clId="{6239CB49-E84F-455D-9502-06F26594D634}" dt="2025-09-23T05:27:51.105" v="507" actId="1076"/>
          <ac:picMkLst>
            <pc:docMk/>
            <pc:sldMk cId="1016007616" sldId="605"/>
            <ac:picMk id="5" creationId="{9BB5B329-15CC-504F-E3C7-77CBED5C9628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16007616" sldId="605"/>
            <ac:inkMk id="4" creationId="{32FF24A9-FC5B-BB70-821B-AC142CFC7D0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159525374" sldId="606"/>
        </pc:sldMkLst>
        <pc:spChg chg="mod">
          <ac:chgData name="Deepika Vatsa" userId="f7100972-27fe-4ee6-8fb4-ec9b7931b409" providerId="ADAL" clId="{6239CB49-E84F-455D-9502-06F26594D634}" dt="2025-09-23T05:32:35.722" v="607" actId="20577"/>
          <ac:spMkLst>
            <pc:docMk/>
            <pc:sldMk cId="3159525374" sldId="606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32:40.251" v="608" actId="1076"/>
          <ac:picMkLst>
            <pc:docMk/>
            <pc:sldMk cId="3159525374" sldId="606"/>
            <ac:picMk id="5" creationId="{3732AA7D-FE53-F982-4435-668FDD00F9CC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159525374" sldId="606"/>
            <ac:inkMk id="4" creationId="{25CA90CB-61FC-525D-233C-A589EA19AC5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564807532" sldId="607"/>
        </pc:sldMkLst>
        <pc:spChg chg="mod">
          <ac:chgData name="Deepika Vatsa" userId="f7100972-27fe-4ee6-8fb4-ec9b7931b409" providerId="ADAL" clId="{6239CB49-E84F-455D-9502-06F26594D634}" dt="2025-09-23T05:34:32.617" v="631" actId="1076"/>
          <ac:spMkLst>
            <pc:docMk/>
            <pc:sldMk cId="3564807532" sldId="607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33:08.273" v="611" actId="478"/>
          <ac:picMkLst>
            <pc:docMk/>
            <pc:sldMk cId="3564807532" sldId="607"/>
            <ac:picMk id="5" creationId="{3732AA7D-FE53-F982-4435-668FDD00F9CC}"/>
          </ac:picMkLst>
        </pc:picChg>
        <pc:picChg chg="add mod modCrop">
          <ac:chgData name="Deepika Vatsa" userId="f7100972-27fe-4ee6-8fb4-ec9b7931b409" providerId="ADAL" clId="{6239CB49-E84F-455D-9502-06F26594D634}" dt="2025-09-23T05:34:00.119" v="621" actId="14100"/>
          <ac:picMkLst>
            <pc:docMk/>
            <pc:sldMk cId="3564807532" sldId="607"/>
            <ac:picMk id="6" creationId="{0B6E03FC-F062-81B8-8786-3C1C8DC56C74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564807532" sldId="607"/>
            <ac:inkMk id="4" creationId="{3B9C988B-65A9-7181-F367-DBAE1636B181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60805478" sldId="62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948371539" sldId="62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752782814" sldId="63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75029183" sldId="63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034070740" sldId="63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82903048" sldId="63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6699416" sldId="63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746225030" sldId="63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32203484" sldId="63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7641393" sldId="63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0000702" sldId="63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97423181" sldId="63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583778159" sldId="64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25567634" sldId="64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281371514" sldId="64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16392785" sldId="64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54143070" sldId="64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731779941" sldId="64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825479687" sldId="64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536546870" sldId="64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30264224" sldId="64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272648693" sldId="6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24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Hierarchical Clustering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Hierarchical clustering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7" y="1325562"/>
            <a:ext cx="101776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Produces a set of nested clusters organized as a hierarchical tree.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Hierarchical clustering may correspond to meaningful taxonomies.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311B99-97F6-C8CB-5C16-17EDDA16C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19" y="3028890"/>
            <a:ext cx="4058216" cy="3353268"/>
          </a:xfrm>
          <a:prstGeom prst="rect">
            <a:avLst/>
          </a:prstGeom>
        </p:spPr>
      </p:pic>
      <p:pic>
        <p:nvPicPr>
          <p:cNvPr id="1026" name="Picture 2" descr="Phylogenetic Trees: Modeling Evolution – An Interactive Introduction to  Organismal and Molecular Biology, 2nd ed.">
            <a:extLst>
              <a:ext uri="{FF2B5EF4-FFF2-40B4-BE49-F238E27FC236}">
                <a16:creationId xmlns:a16="http://schemas.microsoft.com/office/drawing/2014/main" id="{8883D209-90DD-FF78-DC62-63D08C4A3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758" y="3207036"/>
            <a:ext cx="418147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9215B4-DB5C-F83E-C3B9-8E9F7CA5D909}"/>
              </a:ext>
            </a:extLst>
          </p:cNvPr>
          <p:cNvSpPr txBox="1"/>
          <p:nvPr/>
        </p:nvSpPr>
        <p:spPr>
          <a:xfrm>
            <a:off x="7946929" y="6382158"/>
            <a:ext cx="2233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Phylogeny tree</a:t>
            </a:r>
          </a:p>
        </p:txBody>
      </p:sp>
    </p:spTree>
    <p:extLst>
      <p:ext uri="{BB962C8B-B14F-4D97-AF65-F5344CB8AC3E}">
        <p14:creationId xmlns:p14="http://schemas.microsoft.com/office/powerpoint/2010/main" val="343904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Hierarchical clustering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+mj-ea"/>
                <a:cs typeface="Times New Roman" pitchFamily="18" charset="0"/>
              </a:rPr>
              <a:t>Agglomerative (Bottom-Up approach):</a:t>
            </a: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 Each data point is treated as a single cluster and then successively merge or agglomerate the pairs of clusters.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+mj-ea"/>
                <a:cs typeface="Times New Roman" pitchFamily="18" charset="0"/>
              </a:rPr>
              <a:t>Divisive (Top-down approach):</a:t>
            </a: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 All the data points are treated as one big cluster and the process of clustering involves dividing the one big cluster into various small clusters.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5BD351-2981-831A-F105-8C38927ECAA3}"/>
              </a:ext>
            </a:extLst>
          </p:cNvPr>
          <p:cNvSpPr/>
          <p:nvPr/>
        </p:nvSpPr>
        <p:spPr>
          <a:xfrm>
            <a:off x="4477541" y="4069259"/>
            <a:ext cx="3860800" cy="12192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Hierarchical Clustering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9A52E-670E-4F67-E6B3-EF125A743A38}"/>
              </a:ext>
            </a:extLst>
          </p:cNvPr>
          <p:cNvSpPr/>
          <p:nvPr/>
        </p:nvSpPr>
        <p:spPr>
          <a:xfrm>
            <a:off x="7456068" y="6122322"/>
            <a:ext cx="1665574" cy="44662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Divisive</a:t>
            </a:r>
            <a:endParaRPr lang="en-US" sz="24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FE0449-D235-0569-CB1B-C5E6B6B6E283}"/>
              </a:ext>
            </a:extLst>
          </p:cNvPr>
          <p:cNvSpPr/>
          <p:nvPr/>
        </p:nvSpPr>
        <p:spPr>
          <a:xfrm>
            <a:off x="3773357" y="6122322"/>
            <a:ext cx="2316813" cy="4725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Agglomerative </a:t>
            </a:r>
            <a:endParaRPr lang="en-US" sz="24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197254-CDFE-796B-1500-98F78AAE6896}"/>
              </a:ext>
            </a:extLst>
          </p:cNvPr>
          <p:cNvCxnSpPr>
            <a:cxnSpLocks/>
          </p:cNvCxnSpPr>
          <p:nvPr/>
        </p:nvCxnSpPr>
        <p:spPr>
          <a:xfrm flipH="1">
            <a:off x="4931764" y="5240162"/>
            <a:ext cx="554636" cy="8619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1172A5-BAF2-E79A-4182-829F71C4A9C6}"/>
              </a:ext>
            </a:extLst>
          </p:cNvPr>
          <p:cNvCxnSpPr>
            <a:cxnSpLocks/>
            <a:stCxn id="6" idx="5"/>
            <a:endCxn id="8" idx="0"/>
          </p:cNvCxnSpPr>
          <p:nvPr/>
        </p:nvCxnSpPr>
        <p:spPr>
          <a:xfrm>
            <a:off x="7772940" y="5109911"/>
            <a:ext cx="515915" cy="10124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83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Hierarchical clustering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+mj-ea"/>
                <a:cs typeface="Times New Roman" pitchFamily="18" charset="0"/>
              </a:rPr>
              <a:t>Agglomerative (Bottom-Up approach)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+mj-ea"/>
                <a:cs typeface="Times New Roman" pitchFamily="18" charset="0"/>
              </a:rPr>
              <a:t>Divisive (Top-down approach)</a:t>
            </a:r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B07FA2-E161-3EE9-2FE8-C3E99D1560BC}"/>
              </a:ext>
            </a:extLst>
          </p:cNvPr>
          <p:cNvGrpSpPr>
            <a:grpSpLocks/>
          </p:cNvGrpSpPr>
          <p:nvPr/>
        </p:nvGrpSpPr>
        <p:grpSpPr bwMode="auto">
          <a:xfrm>
            <a:off x="1710891" y="2883817"/>
            <a:ext cx="9008039" cy="3500718"/>
            <a:chOff x="1200" y="1776"/>
            <a:chExt cx="4223" cy="2343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68F6A173-CB5D-DFDD-AFD9-748B66520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DAD997E-9921-68CD-51C9-0FE5A638A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64" name="Line 7">
                <a:extLst>
                  <a:ext uri="{FF2B5EF4-FFF2-40B4-BE49-F238E27FC236}">
                    <a16:creationId xmlns:a16="http://schemas.microsoft.com/office/drawing/2014/main" id="{D6B9EEE1-C85A-19C9-58F0-0123F1E2A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65" name="Text Box 8">
                <a:extLst>
                  <a:ext uri="{FF2B5EF4-FFF2-40B4-BE49-F238E27FC236}">
                    <a16:creationId xmlns:a16="http://schemas.microsoft.com/office/drawing/2014/main" id="{24ED5A6B-05B4-25DC-3D15-C13E141340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0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4AF56A1-8E1D-1E96-18DD-395AF11A2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62" name="Line 10">
                <a:extLst>
                  <a:ext uri="{FF2B5EF4-FFF2-40B4-BE49-F238E27FC236}">
                    <a16:creationId xmlns:a16="http://schemas.microsoft.com/office/drawing/2014/main" id="{03FAFA09-D971-BCE4-55D2-322B5D033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63" name="Text Box 11">
                <a:extLst>
                  <a:ext uri="{FF2B5EF4-FFF2-40B4-BE49-F238E27FC236}">
                    <a16:creationId xmlns:a16="http://schemas.microsoft.com/office/drawing/2014/main" id="{74A54A5A-A221-CFE9-2304-705D749AB0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1</a:t>
                </a: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ACD3C03-8C81-2E37-64A4-D1B95CC711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60" name="Line 13">
                <a:extLst>
                  <a:ext uri="{FF2B5EF4-FFF2-40B4-BE49-F238E27FC236}">
                    <a16:creationId xmlns:a16="http://schemas.microsoft.com/office/drawing/2014/main" id="{5D8E2286-9A9B-A130-4517-E4E48A47D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61" name="Text Box 14">
                <a:extLst>
                  <a:ext uri="{FF2B5EF4-FFF2-40B4-BE49-F238E27FC236}">
                    <a16:creationId xmlns:a16="http://schemas.microsoft.com/office/drawing/2014/main" id="{70FDD9A4-9CAE-D780-CA44-83D994EA7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2</a:t>
                </a:r>
              </a:p>
            </p:txBody>
          </p:sp>
        </p:grpSp>
        <p:grpSp>
          <p:nvGrpSpPr>
            <p:cNvPr id="13" name="Group 15">
              <a:extLst>
                <a:ext uri="{FF2B5EF4-FFF2-40B4-BE49-F238E27FC236}">
                  <a16:creationId xmlns:a16="http://schemas.microsoft.com/office/drawing/2014/main" id="{2A109A17-F37E-3FF0-DB11-49852CA24B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58" name="Line 16">
                <a:extLst>
                  <a:ext uri="{FF2B5EF4-FFF2-40B4-BE49-F238E27FC236}">
                    <a16:creationId xmlns:a16="http://schemas.microsoft.com/office/drawing/2014/main" id="{85A79813-330C-B360-5A72-8C24DC499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59" name="Text Box 17">
                <a:extLst>
                  <a:ext uri="{FF2B5EF4-FFF2-40B4-BE49-F238E27FC236}">
                    <a16:creationId xmlns:a16="http://schemas.microsoft.com/office/drawing/2014/main" id="{A068FE87-661D-EB94-B89A-371964D7DC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3</a:t>
                </a:r>
              </a:p>
            </p:txBody>
          </p:sp>
        </p:grpSp>
        <p:grpSp>
          <p:nvGrpSpPr>
            <p:cNvPr id="14" name="Group 18">
              <a:extLst>
                <a:ext uri="{FF2B5EF4-FFF2-40B4-BE49-F238E27FC236}">
                  <a16:creationId xmlns:a16="http://schemas.microsoft.com/office/drawing/2014/main" id="{0D361B68-E418-D8FC-CBE4-743E720A4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56" name="Line 19">
                <a:extLst>
                  <a:ext uri="{FF2B5EF4-FFF2-40B4-BE49-F238E27FC236}">
                    <a16:creationId xmlns:a16="http://schemas.microsoft.com/office/drawing/2014/main" id="{544395BF-E711-312E-2D2B-A1D0AB7B0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57" name="Text Box 20">
                <a:extLst>
                  <a:ext uri="{FF2B5EF4-FFF2-40B4-BE49-F238E27FC236}">
                    <a16:creationId xmlns:a16="http://schemas.microsoft.com/office/drawing/2014/main" id="{44ACA932-CBA3-142A-BD77-29A38F84A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4</a:t>
                </a:r>
              </a:p>
            </p:txBody>
          </p:sp>
        </p:grpSp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FB9FAF7E-298E-4A41-80F0-85862251D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7" y="2508"/>
              <a:ext cx="15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EEABBF41-2BEE-F6A0-7AF9-3FC4A5B95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7" y="3108"/>
              <a:ext cx="15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d</a:t>
              </a: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C198B0EF-0D6F-AC99-F05F-CB4330220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" y="2808"/>
              <a:ext cx="15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c</a:t>
              </a: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BC5AF26D-0C81-2D15-10A5-8962537CE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" y="3408"/>
              <a:ext cx="15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e</a:t>
              </a:r>
            </a:p>
          </p:txBody>
        </p:sp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088E4D5B-3881-B13A-129B-2C29F1EBF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" y="2208"/>
              <a:ext cx="15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a</a:t>
              </a: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26985F3F-CD5B-FA9E-6AD6-D8579CFB2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C1A399B9-943A-D99A-A9E1-2FD8D81B9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EC138878-1372-EA92-988F-00A41014E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559CB07-0D40-DAA5-9229-F04DFCFCD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F5FFFC97-0877-DB45-1CD8-7CDC99525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27" name="Text Box 31">
              <a:extLst>
                <a:ext uri="{FF2B5EF4-FFF2-40B4-BE49-F238E27FC236}">
                  <a16:creationId xmlns:a16="http://schemas.microsoft.com/office/drawing/2014/main" id="{07953479-00D9-F1DE-D857-8DDA556EC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2" y="2304"/>
              <a:ext cx="25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a b</a:t>
              </a:r>
            </a:p>
          </p:txBody>
        </p:sp>
        <p:sp>
          <p:nvSpPr>
            <p:cNvPr id="28" name="Oval 32">
              <a:extLst>
                <a:ext uri="{FF2B5EF4-FFF2-40B4-BE49-F238E27FC236}">
                  <a16:creationId xmlns:a16="http://schemas.microsoft.com/office/drawing/2014/main" id="{CAAC760A-BD63-CCE3-CF4F-81FA97730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DEF6B01F-B098-7D11-CFB3-2F53D4225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3216"/>
              <a:ext cx="25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d e</a:t>
              </a:r>
            </a:p>
          </p:txBody>
        </p:sp>
        <p:sp>
          <p:nvSpPr>
            <p:cNvPr id="30" name="Oval 34">
              <a:extLst>
                <a:ext uri="{FF2B5EF4-FFF2-40B4-BE49-F238E27FC236}">
                  <a16:creationId xmlns:a16="http://schemas.microsoft.com/office/drawing/2014/main" id="{A62BB52D-D11C-8CBF-294C-830F40350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31" name="Text Box 35">
              <a:extLst>
                <a:ext uri="{FF2B5EF4-FFF2-40B4-BE49-F238E27FC236}">
                  <a16:creationId xmlns:a16="http://schemas.microsoft.com/office/drawing/2014/main" id="{8067BFED-3934-BF16-9541-C3510983F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0" y="2928"/>
              <a:ext cx="35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c d e</a:t>
              </a:r>
            </a:p>
          </p:txBody>
        </p:sp>
        <p:sp>
          <p:nvSpPr>
            <p:cNvPr id="32" name="Oval 36">
              <a:extLst>
                <a:ext uri="{FF2B5EF4-FFF2-40B4-BE49-F238E27FC236}">
                  <a16:creationId xmlns:a16="http://schemas.microsoft.com/office/drawing/2014/main" id="{8CCA16E8-8E50-BD78-A31D-9A0EBFD4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33" name="Text Box 37">
              <a:extLst>
                <a:ext uri="{FF2B5EF4-FFF2-40B4-BE49-F238E27FC236}">
                  <a16:creationId xmlns:a16="http://schemas.microsoft.com/office/drawing/2014/main" id="{04E7E4A0-BF01-3231-6DDF-0076089CC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592"/>
              <a:ext cx="567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a b c d e</a:t>
              </a:r>
            </a:p>
          </p:txBody>
        </p:sp>
        <p:sp>
          <p:nvSpPr>
            <p:cNvPr id="34" name="Oval 38">
              <a:extLst>
                <a:ext uri="{FF2B5EF4-FFF2-40B4-BE49-F238E27FC236}">
                  <a16:creationId xmlns:a16="http://schemas.microsoft.com/office/drawing/2014/main" id="{7E6D6B86-F74A-A3D8-A12A-F70E663F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SimSun" panose="02010600030101010101" pitchFamily="2" charset="-122"/>
              </a:endParaRPr>
            </a:p>
          </p:txBody>
        </p:sp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BE5A17CE-C7A5-1473-BD46-03B7A6635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B7273A44-69BC-905D-064E-C34A6AE65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37" name="Text Box 41">
              <a:extLst>
                <a:ext uri="{FF2B5EF4-FFF2-40B4-BE49-F238E27FC236}">
                  <a16:creationId xmlns:a16="http://schemas.microsoft.com/office/drawing/2014/main" id="{E62281F0-B261-9D19-4161-2C9322A53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Step 4</a:t>
              </a:r>
            </a:p>
          </p:txBody>
        </p:sp>
        <p:sp>
          <p:nvSpPr>
            <p:cNvPr id="38" name="Line 42">
              <a:extLst>
                <a:ext uri="{FF2B5EF4-FFF2-40B4-BE49-F238E27FC236}">
                  <a16:creationId xmlns:a16="http://schemas.microsoft.com/office/drawing/2014/main" id="{A2DA8F08-E85E-98DF-0394-17C87F9F5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39" name="Text Box 43">
              <a:extLst>
                <a:ext uri="{FF2B5EF4-FFF2-40B4-BE49-F238E27FC236}">
                  <a16:creationId xmlns:a16="http://schemas.microsoft.com/office/drawing/2014/main" id="{FCB4D9F5-7430-E66E-E2A3-ABAD90AB0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Step 3</a:t>
              </a:r>
            </a:p>
          </p:txBody>
        </p:sp>
        <p:sp>
          <p:nvSpPr>
            <p:cNvPr id="40" name="Line 44">
              <a:extLst>
                <a:ext uri="{FF2B5EF4-FFF2-40B4-BE49-F238E27FC236}">
                  <a16:creationId xmlns:a16="http://schemas.microsoft.com/office/drawing/2014/main" id="{001C94F5-AF3D-1CFF-B4F6-C05479C73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41" name="Text Box 45">
              <a:extLst>
                <a:ext uri="{FF2B5EF4-FFF2-40B4-BE49-F238E27FC236}">
                  <a16:creationId xmlns:a16="http://schemas.microsoft.com/office/drawing/2014/main" id="{A89C616B-8B2A-76FC-2C00-BF0DD5446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Step 2</a:t>
              </a:r>
            </a:p>
          </p:txBody>
        </p:sp>
        <p:sp>
          <p:nvSpPr>
            <p:cNvPr id="42" name="Line 46">
              <a:extLst>
                <a:ext uri="{FF2B5EF4-FFF2-40B4-BE49-F238E27FC236}">
                  <a16:creationId xmlns:a16="http://schemas.microsoft.com/office/drawing/2014/main" id="{A0DA29D4-663E-76F2-A1A7-357E98BF6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43" name="Text Box 47">
              <a:extLst>
                <a:ext uri="{FF2B5EF4-FFF2-40B4-BE49-F238E27FC236}">
                  <a16:creationId xmlns:a16="http://schemas.microsoft.com/office/drawing/2014/main" id="{965CCF90-0477-8401-C5D6-F93E42780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Step 1</a:t>
              </a:r>
            </a:p>
          </p:txBody>
        </p:sp>
        <p:sp>
          <p:nvSpPr>
            <p:cNvPr id="44" name="Line 48">
              <a:extLst>
                <a:ext uri="{FF2B5EF4-FFF2-40B4-BE49-F238E27FC236}">
                  <a16:creationId xmlns:a16="http://schemas.microsoft.com/office/drawing/2014/main" id="{B24003D2-179E-2675-834D-5504E46AF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39FC0E9B-4170-AA3D-9A88-5BF3061DA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SimSun" panose="02010600030101010101" pitchFamily="2" charset="-122"/>
                </a:rPr>
                <a:t>Step 0</a:t>
              </a:r>
            </a:p>
          </p:txBody>
        </p:sp>
        <p:sp>
          <p:nvSpPr>
            <p:cNvPr id="46" name="Line 50">
              <a:extLst>
                <a:ext uri="{FF2B5EF4-FFF2-40B4-BE49-F238E27FC236}">
                  <a16:creationId xmlns:a16="http://schemas.microsoft.com/office/drawing/2014/main" id="{6B695669-0BDB-CB0D-10B9-D8D7CEBEF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47" name="Line 51">
              <a:extLst>
                <a:ext uri="{FF2B5EF4-FFF2-40B4-BE49-F238E27FC236}">
                  <a16:creationId xmlns:a16="http://schemas.microsoft.com/office/drawing/2014/main" id="{050AEE39-DEAB-9C74-3F7B-51D0668260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48" name="Line 52">
              <a:extLst>
                <a:ext uri="{FF2B5EF4-FFF2-40B4-BE49-F238E27FC236}">
                  <a16:creationId xmlns:a16="http://schemas.microsoft.com/office/drawing/2014/main" id="{6430F771-46E7-698B-B0BD-6DD51839C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49" name="Line 53">
              <a:extLst>
                <a:ext uri="{FF2B5EF4-FFF2-40B4-BE49-F238E27FC236}">
                  <a16:creationId xmlns:a16="http://schemas.microsoft.com/office/drawing/2014/main" id="{AB1B7FDC-DFCE-275B-4EF6-92FE6ED4D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50" name="Line 54">
              <a:extLst>
                <a:ext uri="{FF2B5EF4-FFF2-40B4-BE49-F238E27FC236}">
                  <a16:creationId xmlns:a16="http://schemas.microsoft.com/office/drawing/2014/main" id="{0EE3BD3A-8C4B-D2F3-9662-152D8CD56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51" name="Line 55">
              <a:extLst>
                <a:ext uri="{FF2B5EF4-FFF2-40B4-BE49-F238E27FC236}">
                  <a16:creationId xmlns:a16="http://schemas.microsoft.com/office/drawing/2014/main" id="{52D25D98-4842-3491-2B00-B3AF4173B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52" name="Line 56">
              <a:extLst>
                <a:ext uri="{FF2B5EF4-FFF2-40B4-BE49-F238E27FC236}">
                  <a16:creationId xmlns:a16="http://schemas.microsoft.com/office/drawing/2014/main" id="{683EF07E-1213-155F-E6EA-04F4EEAE3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53" name="Line 57">
              <a:extLst>
                <a:ext uri="{FF2B5EF4-FFF2-40B4-BE49-F238E27FC236}">
                  <a16:creationId xmlns:a16="http://schemas.microsoft.com/office/drawing/2014/main" id="{7DB50B31-D6C1-4BD4-444E-3C988F5B0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54" name="Text Box 58">
              <a:extLst>
                <a:ext uri="{FF2B5EF4-FFF2-40B4-BE49-F238E27FC236}">
                  <a16:creationId xmlns:a16="http://schemas.microsoft.com/office/drawing/2014/main" id="{456F9C0B-595F-4356-F3FC-52F829B3E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824"/>
              <a:ext cx="959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SimSun" panose="02010600030101010101" pitchFamily="2" charset="-122"/>
                </a:rPr>
                <a:t>agglomerative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SimSun" panose="02010600030101010101" pitchFamily="2" charset="-122"/>
                </a:rPr>
                <a:t>(AGNES)</a:t>
              </a:r>
            </a:p>
          </p:txBody>
        </p:sp>
        <p:sp>
          <p:nvSpPr>
            <p:cNvPr id="55" name="Text Box 59">
              <a:extLst>
                <a:ext uri="{FF2B5EF4-FFF2-40B4-BE49-F238E27FC236}">
                  <a16:creationId xmlns:a16="http://schemas.microsoft.com/office/drawing/2014/main" id="{488E865F-2F32-B565-4EAC-397DA7CB0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" y="3552"/>
              <a:ext cx="657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SimSun" panose="02010600030101010101" pitchFamily="2" charset="-122"/>
                </a:rPr>
                <a:t>divisive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SimSun" panose="02010600030101010101" pitchFamily="2" charset="-122"/>
                </a:rPr>
                <a:t>(DIANA)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038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Dendogram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876300" y="2239963"/>
            <a:ext cx="49766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Hierarchical clustering can be visualized as a </a:t>
            </a:r>
            <a:r>
              <a:rPr lang="en-US" sz="2400" dirty="0" err="1">
                <a:latin typeface="+mj-lt"/>
                <a:ea typeface="+mj-ea"/>
                <a:cs typeface="Times New Roman" pitchFamily="18" charset="0"/>
              </a:rPr>
              <a:t>dendogram</a:t>
            </a: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The final cluster is the root and each data item is a leaf.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The height of the bars indicate distance between clusters.</a:t>
            </a:r>
          </a:p>
        </p:txBody>
      </p:sp>
      <p:pic>
        <p:nvPicPr>
          <p:cNvPr id="5" name="Picture 4" descr="J:\Xfer\northeastern\my_lectures\hier_animation\dendro16.tif">
            <a:extLst>
              <a:ext uri="{FF2B5EF4-FFF2-40B4-BE49-F238E27FC236}">
                <a16:creationId xmlns:a16="http://schemas.microsoft.com/office/drawing/2014/main" id="{B6B3E462-82FA-8EA1-E587-B600E0AB3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481" y="1971963"/>
            <a:ext cx="4627419" cy="3582988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0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Strengths of Hierarchical clustering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No need to assume any number of clusters.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Any desired number of clusters can be obtained by ‘cutting’ the dendrogram (hierarchical tree) at the proper level.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BC38E4E-2B4A-9704-6179-A7631E8FF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5" t="48930" r="28197" b="8752"/>
          <a:stretch>
            <a:fillRect/>
          </a:stretch>
        </p:blipFill>
        <p:spPr bwMode="auto">
          <a:xfrm>
            <a:off x="2817449" y="3207973"/>
            <a:ext cx="7100887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32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Strengths of Hierarchical clustering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A clustering of the data objects is obtained by cutting the dendrogram at the desired level, then each connected component forms a cluster</a:t>
            </a:r>
          </a:p>
        </p:txBody>
      </p:sp>
      <p:pic>
        <p:nvPicPr>
          <p:cNvPr id="5" name="Picture 2" descr="Hierarchical Clustering with Python and Scikit-Learn">
            <a:extLst>
              <a:ext uri="{FF2B5EF4-FFF2-40B4-BE49-F238E27FC236}">
                <a16:creationId xmlns:a16="http://schemas.microsoft.com/office/drawing/2014/main" id="{7A28345C-0812-1243-20E7-3DBA586BA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605" y="2447799"/>
            <a:ext cx="5385730" cy="4234459"/>
          </a:xfrm>
          <a:prstGeom prst="rect">
            <a:avLst/>
          </a:prstGeom>
          <a:noFill/>
          <a:ln w="19050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787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Agglomerative clustering algorithm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Most popular hierarchical clustering technique</a:t>
            </a:r>
          </a:p>
          <a:p>
            <a:endParaRPr lang="en-US" sz="2400" b="1" dirty="0">
              <a:latin typeface="+mj-lt"/>
            </a:endParaRPr>
          </a:p>
          <a:p>
            <a:r>
              <a:rPr lang="en-US" sz="2400" b="1" dirty="0">
                <a:latin typeface="+mj-lt"/>
                <a:ea typeface="+mj-ea"/>
                <a:cs typeface="Times New Roman" pitchFamily="18" charset="0"/>
              </a:rPr>
              <a:t>Algo: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Compute distance matrix between the input data points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Let each data point be a cluster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Repeat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Merge the two closest clusters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Update the distance matrix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Until only one cluster remains</a:t>
            </a:r>
          </a:p>
          <a:p>
            <a:endParaRPr lang="en-US" sz="2400" b="1" dirty="0">
              <a:latin typeface="+mj-lt"/>
              <a:ea typeface="+mj-ea"/>
              <a:cs typeface="Times New Roman" pitchFamily="18" charset="0"/>
            </a:endParaRPr>
          </a:p>
          <a:p>
            <a:r>
              <a:rPr lang="en-US" sz="2400" b="1" dirty="0">
                <a:latin typeface="+mj-lt"/>
                <a:ea typeface="+mj-ea"/>
                <a:cs typeface="Times New Roman" pitchFamily="18" charset="0"/>
              </a:rPr>
              <a:t>Key operation is the computation of distance between two clusters: </a:t>
            </a: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Different definition of distance between clusters lead to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398256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Linkage methods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latin typeface="+mj-lt"/>
              </a:rPr>
              <a:t>Linkage methods</a:t>
            </a:r>
            <a:r>
              <a:rPr lang="en-US" sz="2400" b="1" dirty="0">
                <a:latin typeface="+mj-lt"/>
              </a:rPr>
              <a:t> determine how the distance between clusters is calculated when merging them. These methods define the similarity (or dissimilarity) between groups of data points.</a:t>
            </a:r>
            <a:endParaRPr lang="en-US" sz="2400" b="1" dirty="0"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9D8379-5F30-0889-62D2-E060FAEB3C29}"/>
              </a:ext>
            </a:extLst>
          </p:cNvPr>
          <p:cNvSpPr/>
          <p:nvPr/>
        </p:nvSpPr>
        <p:spPr>
          <a:xfrm>
            <a:off x="4255540" y="2633864"/>
            <a:ext cx="3860800" cy="12192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Common Types of Linkage Methods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2E064-6B5B-8ECD-2A80-C5E4045CEB2B}"/>
              </a:ext>
            </a:extLst>
          </p:cNvPr>
          <p:cNvSpPr/>
          <p:nvPr/>
        </p:nvSpPr>
        <p:spPr>
          <a:xfrm>
            <a:off x="9437140" y="5106872"/>
            <a:ext cx="2540000" cy="93503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Ward-Linkage</a:t>
            </a:r>
            <a:endParaRPr lang="en-US" sz="24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A7CB1C-24B4-263F-5ABD-8B8258AE721B}"/>
              </a:ext>
            </a:extLst>
          </p:cNvPr>
          <p:cNvSpPr/>
          <p:nvPr/>
        </p:nvSpPr>
        <p:spPr>
          <a:xfrm>
            <a:off x="343940" y="5146127"/>
            <a:ext cx="2540000" cy="93503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Single-Linkage</a:t>
            </a:r>
            <a:endParaRPr lang="en-US" sz="24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18F5DF-3805-8674-5C76-AA7038839466}"/>
              </a:ext>
            </a:extLst>
          </p:cNvPr>
          <p:cNvCxnSpPr>
            <a:stCxn id="4" idx="4"/>
          </p:cNvCxnSpPr>
          <p:nvPr/>
        </p:nvCxnSpPr>
        <p:spPr>
          <a:xfrm flipH="1">
            <a:off x="1729233" y="3853064"/>
            <a:ext cx="4456707" cy="128613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D12D32C-6C21-ED70-ABA3-E13CD85575CC}"/>
              </a:ext>
            </a:extLst>
          </p:cNvPr>
          <p:cNvSpPr/>
          <p:nvPr/>
        </p:nvSpPr>
        <p:spPr>
          <a:xfrm>
            <a:off x="3341140" y="5146127"/>
            <a:ext cx="2540000" cy="93503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Complete-Linkage</a:t>
            </a:r>
            <a:endParaRPr lang="en-US" sz="24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E72800-8429-7C35-B87B-0447E19EA8B5}"/>
              </a:ext>
            </a:extLst>
          </p:cNvPr>
          <p:cNvSpPr/>
          <p:nvPr/>
        </p:nvSpPr>
        <p:spPr>
          <a:xfrm>
            <a:off x="6389140" y="5139200"/>
            <a:ext cx="2540000" cy="93503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Average-Linkage</a:t>
            </a:r>
            <a:endParaRPr lang="en-US" sz="24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5BBC9C-14EF-ACAD-67B7-554045B976F5}"/>
              </a:ext>
            </a:extLst>
          </p:cNvPr>
          <p:cNvCxnSpPr>
            <a:stCxn id="4" idx="4"/>
            <a:endCxn id="9" idx="0"/>
          </p:cNvCxnSpPr>
          <p:nvPr/>
        </p:nvCxnSpPr>
        <p:spPr>
          <a:xfrm flipH="1">
            <a:off x="4611140" y="3853065"/>
            <a:ext cx="1574800" cy="129306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F60464-348B-CB50-D7CC-078F3CAB0A45}"/>
              </a:ext>
            </a:extLst>
          </p:cNvPr>
          <p:cNvCxnSpPr>
            <a:stCxn id="4" idx="4"/>
            <a:endCxn id="10" idx="0"/>
          </p:cNvCxnSpPr>
          <p:nvPr/>
        </p:nvCxnSpPr>
        <p:spPr>
          <a:xfrm>
            <a:off x="6185940" y="3853064"/>
            <a:ext cx="1473200" cy="128613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97D7F2-64D3-4C4F-C789-0174F622FBB5}"/>
              </a:ext>
            </a:extLst>
          </p:cNvPr>
          <p:cNvCxnSpPr/>
          <p:nvPr/>
        </p:nvCxnSpPr>
        <p:spPr>
          <a:xfrm>
            <a:off x="6245900" y="3853071"/>
            <a:ext cx="4521200" cy="1253808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07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Single Linkage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Distance between two clusters = minimum distance between any pair of points (one from each cluster).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r>
              <a:rPr lang="en-US" sz="2400" dirty="0"/>
              <a:t>Can form </a:t>
            </a:r>
            <a:r>
              <a:rPr lang="en-US" sz="2400" i="1" dirty="0"/>
              <a:t>long, chain-like, skinny clusters</a:t>
            </a:r>
            <a:r>
              <a:rPr lang="en-US" sz="2400" dirty="0"/>
              <a:t> (suffers from chaining effect).</a:t>
            </a:r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A8062-42D0-51B0-06A1-715FB995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722" y="2239963"/>
            <a:ext cx="3855825" cy="8309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46827A-E5CD-B838-872A-609415D8D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111" y="3711509"/>
            <a:ext cx="5229955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Complete Linkage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Distance between clusters = </a:t>
            </a:r>
            <a:r>
              <a:rPr lang="en-US" sz="2400" i="1" dirty="0"/>
              <a:t>maximum distance</a:t>
            </a:r>
            <a:r>
              <a:rPr lang="en-US" sz="2400" dirty="0"/>
              <a:t> between any pair of points (one from each cluster).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r>
              <a:rPr lang="en-US" sz="2400" dirty="0"/>
              <a:t>Produces </a:t>
            </a:r>
            <a:r>
              <a:rPr lang="en-US" sz="2400" i="1" dirty="0"/>
              <a:t>compact and tight clusters</a:t>
            </a:r>
            <a:r>
              <a:rPr lang="en-US" sz="2400" dirty="0"/>
              <a:t>; sensitive to outliers.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F6ACE-F4BD-9FD5-764D-35062A43D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236" y="2239963"/>
            <a:ext cx="3572196" cy="7080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60D6205-6811-5483-02F0-084984360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338" y="3763425"/>
            <a:ext cx="5001323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Average Linkage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Distance = </a:t>
            </a:r>
            <a:r>
              <a:rPr lang="en-US" sz="2400" i="1" dirty="0"/>
              <a:t>average distance</a:t>
            </a:r>
            <a:r>
              <a:rPr lang="en-US" sz="2400" dirty="0"/>
              <a:t> between all pairs of points (one from each cluster).</a:t>
            </a:r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dirty="0"/>
          </a:p>
          <a:p>
            <a:r>
              <a:rPr lang="en-US" sz="2400" dirty="0"/>
              <a:t>Balances chaining and compactness, robust against noise; widely used in practice.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18FAB-D31C-3E3E-3BC3-348496D87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249" y="1937826"/>
            <a:ext cx="4441501" cy="10073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6A47BE0-76BA-1EAB-915D-E010FDE8F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738" y="3819135"/>
            <a:ext cx="5029902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63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Ward’s Method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325562"/>
            <a:ext cx="103847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Merges clusters that result in the </a:t>
            </a:r>
            <a:r>
              <a:rPr lang="en-US" sz="2400" i="1" dirty="0"/>
              <a:t>minimum increase in total within-cluster variance</a:t>
            </a:r>
          </a:p>
          <a:p>
            <a:endParaRPr lang="en-US" sz="2400" i="1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i="1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i="1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i="1" dirty="0">
              <a:latin typeface="+mj-lt"/>
              <a:ea typeface="+mj-ea"/>
              <a:cs typeface="Times New Roman" pitchFamily="18" charset="0"/>
            </a:endParaRPr>
          </a:p>
          <a:p>
            <a:endParaRPr lang="en-US" sz="2400" i="1" dirty="0">
              <a:latin typeface="+mj-lt"/>
              <a:ea typeface="+mj-ea"/>
              <a:cs typeface="Times New Roman" pitchFamily="18" charset="0"/>
            </a:endParaRPr>
          </a:p>
          <a:p>
            <a:r>
              <a:rPr lang="en-US" sz="2400" dirty="0"/>
              <a:t>Produces clusters of </a:t>
            </a:r>
            <a:r>
              <a:rPr lang="en-US" sz="2400" i="1" dirty="0"/>
              <a:t>similar size</a:t>
            </a:r>
            <a:r>
              <a:rPr lang="en-US" sz="2400" dirty="0"/>
              <a:t>; often yields the best overall structure.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Ward’s method says that the distance between two clusters: A and B, is how much the sum of squares will increase when we merge them.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Sum of the squares grows as we merge the clusters.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Times New Roman" pitchFamily="18" charset="0"/>
              </a:rPr>
              <a:t>Ward’s method keeps this growth as small as possible. </a:t>
            </a:r>
          </a:p>
          <a:p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BEB4A-0FA4-D8FC-F903-43F396C0A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09" y="2258868"/>
            <a:ext cx="4004832" cy="1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0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Single Link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B8123CC-7B48-CB8E-4A02-6C4BF5C7A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761" y="1077257"/>
            <a:ext cx="9006233" cy="567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75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Single Link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7E1C30A-FC9F-7B5C-53DC-4C39DD73C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04" y="1176023"/>
            <a:ext cx="9291000" cy="547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27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Single Link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40E5338-B43F-920E-2DA8-4A533EAE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71" y="1180369"/>
            <a:ext cx="9919058" cy="548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36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Single Link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46A2129-6914-422D-D0A1-453B5E0C1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43" y="1098269"/>
            <a:ext cx="10200314" cy="56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43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14ADDB-4126-6473-029F-DC15419804BC}"/>
              </a:ext>
            </a:extLst>
          </p:cNvPr>
          <p:cNvSpPr txBox="1"/>
          <p:nvPr/>
        </p:nvSpPr>
        <p:spPr>
          <a:xfrm>
            <a:off x="1007197" y="1674673"/>
            <a:ext cx="102654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No need to specify the number of clusters in advance.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Hierarchical structure maps nicely onto human intuition for some domains</a:t>
            </a:r>
          </a:p>
          <a:p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They do not scale well: time complexity of at least O(n 2 ), where n is the number of total objects.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Like any heuristic search algorithms, local optima are a problem.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Interpretation of results is (very) subjective. </a:t>
            </a:r>
          </a:p>
        </p:txBody>
      </p:sp>
    </p:spTree>
    <p:extLst>
      <p:ext uri="{BB962C8B-B14F-4D97-AF65-F5344CB8AC3E}">
        <p14:creationId xmlns:p14="http://schemas.microsoft.com/office/powerpoint/2010/main" val="1374942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One potential use of </a:t>
            </a:r>
            <a:r>
              <a:rPr lang="en-IN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dendogram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AE67B59-E2FE-3D95-82CD-98E44424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8" y="1152206"/>
            <a:ext cx="8166605" cy="542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74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4514</TotalTime>
  <Words>617</Words>
  <Application>Microsoft Office PowerPoint</Application>
  <PresentationFormat>Widescreen</PresentationFormat>
  <Paragraphs>121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Cambria</vt:lpstr>
      <vt:lpstr>Monotype Corsiva</vt:lpstr>
      <vt:lpstr>Tahoma</vt:lpstr>
      <vt:lpstr>Times New Roman</vt:lpstr>
      <vt:lpstr>Office 2013 - 2022 Theme</vt:lpstr>
      <vt:lpstr>PowerPoint Presentation</vt:lpstr>
      <vt:lpstr>Hierarchical clustering</vt:lpstr>
      <vt:lpstr>Types of Hierarchical clustering</vt:lpstr>
      <vt:lpstr>Types of Hierarchical clustering</vt:lpstr>
      <vt:lpstr>Dendogram</vt:lpstr>
      <vt:lpstr>Strengths of Hierarchical clustering</vt:lpstr>
      <vt:lpstr>Strengths of Hierarchical clustering</vt:lpstr>
      <vt:lpstr>Agglomerative clustering algorithm</vt:lpstr>
      <vt:lpstr>Linkage methods</vt:lpstr>
      <vt:lpstr>Single Linkage</vt:lpstr>
      <vt:lpstr>Complete Linkage</vt:lpstr>
      <vt:lpstr>Average Linkage</vt:lpstr>
      <vt:lpstr>Ward’s Method</vt:lpstr>
      <vt:lpstr>Example: Single Link</vt:lpstr>
      <vt:lpstr>Example: Single Link</vt:lpstr>
      <vt:lpstr>Example: Single Link</vt:lpstr>
      <vt:lpstr>Example: Single Link</vt:lpstr>
      <vt:lpstr>Summary</vt:lpstr>
      <vt:lpstr>One potential use of dendogram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2025-10-27T10:08:52Z</dcterms:modified>
</cp:coreProperties>
</file>