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0"/>
  </p:notesMasterIdLst>
  <p:sldIdLst>
    <p:sldId id="395" r:id="rId2"/>
    <p:sldId id="631" r:id="rId3"/>
    <p:sldId id="643" r:id="rId4"/>
    <p:sldId id="644" r:id="rId5"/>
    <p:sldId id="645" r:id="rId6"/>
    <p:sldId id="646" r:id="rId7"/>
    <p:sldId id="647" r:id="rId8"/>
    <p:sldId id="648" r:id="rId9"/>
    <p:sldId id="649" r:id="rId10"/>
    <p:sldId id="650" r:id="rId11"/>
    <p:sldId id="651" r:id="rId12"/>
    <p:sldId id="652" r:id="rId13"/>
    <p:sldId id="653" r:id="rId14"/>
    <p:sldId id="654" r:id="rId15"/>
    <p:sldId id="655" r:id="rId16"/>
    <p:sldId id="656" r:id="rId17"/>
    <p:sldId id="657" r:id="rId18"/>
    <p:sldId id="658" r:id="rId19"/>
    <p:sldId id="659" r:id="rId20"/>
    <p:sldId id="660" r:id="rId21"/>
    <p:sldId id="661" r:id="rId22"/>
    <p:sldId id="662" r:id="rId23"/>
    <p:sldId id="663" r:id="rId24"/>
    <p:sldId id="664" r:id="rId25"/>
    <p:sldId id="665" r:id="rId26"/>
    <p:sldId id="666" r:id="rId27"/>
    <p:sldId id="667" r:id="rId28"/>
    <p:sldId id="589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408150-1685-44D3-878E-F84B30B9C005}" v="173" dt="2025-08-12T05:09:29.1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ika Vatsa" userId="f7100972-27fe-4ee6-8fb4-ec9b7931b409" providerId="ADAL" clId="{6884C358-F078-41E2-B52A-C991C4377FC1}"/>
    <pc:docChg chg="undo redo custSel addSld delSld modSld">
      <pc:chgData name="Deepika Vatsa" userId="f7100972-27fe-4ee6-8fb4-ec9b7931b409" providerId="ADAL" clId="{6884C358-F078-41E2-B52A-C991C4377FC1}" dt="2025-07-23T05:24:38.241" v="3543" actId="2696"/>
      <pc:docMkLst>
        <pc:docMk/>
      </pc:docMkLst>
      <pc:sldChg chg="addSp delSp modSp mod">
        <pc:chgData name="Deepika Vatsa" userId="f7100972-27fe-4ee6-8fb4-ec9b7931b409" providerId="ADAL" clId="{6884C358-F078-41E2-B52A-C991C4377FC1}" dt="2025-07-23T05:20:50.743" v="3433"/>
        <pc:sldMkLst>
          <pc:docMk/>
          <pc:sldMk cId="0" sldId="257"/>
        </pc:sldMkLst>
        <pc:spChg chg="del">
          <ac:chgData name="Deepika Vatsa" userId="f7100972-27fe-4ee6-8fb4-ec9b7931b409" providerId="ADAL" clId="{6884C358-F078-41E2-B52A-C991C4377FC1}" dt="2025-07-22T09:46:07.314" v="366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46:19.992" v="386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2T09:46:11.087" v="367" actId="478"/>
          <ac:spMkLst>
            <pc:docMk/>
            <pc:sldMk cId="0" sldId="257"/>
            <ac:spMk id="7" creationId="{1ADD9D61-713D-4A99-56C5-830DCBC11A42}"/>
          </ac:spMkLst>
        </pc:spChg>
        <pc:spChg chg="add mod">
          <ac:chgData name="Deepika Vatsa" userId="f7100972-27fe-4ee6-8fb4-ec9b7931b409" providerId="ADAL" clId="{6884C358-F078-41E2-B52A-C991C4377FC1}" dt="2025-07-23T05:16:58.934" v="3366" actId="207"/>
          <ac:spMkLst>
            <pc:docMk/>
            <pc:sldMk cId="0" sldId="257"/>
            <ac:spMk id="8" creationId="{991BA802-3D45-4E0C-D372-BE4FFEF41DD1}"/>
          </ac:spMkLst>
        </pc:spChg>
        <pc:spChg chg="add del mod">
          <ac:chgData name="Deepika Vatsa" userId="f7100972-27fe-4ee6-8fb4-ec9b7931b409" providerId="ADAL" clId="{6884C358-F078-41E2-B52A-C991C4377FC1}" dt="2025-07-22T09:46:21.354" v="387" actId="478"/>
          <ac:spMkLst>
            <pc:docMk/>
            <pc:sldMk cId="0" sldId="257"/>
            <ac:spMk id="10" creationId="{B8D89D22-2E94-CDDE-9114-30348B772120}"/>
          </ac:spMkLst>
        </pc:spChg>
        <pc:picChg chg="add mod">
          <ac:chgData name="Deepika Vatsa" userId="f7100972-27fe-4ee6-8fb4-ec9b7931b409" providerId="ADAL" clId="{6884C358-F078-41E2-B52A-C991C4377FC1}" dt="2025-07-22T09:46:31.182" v="390" actId="1076"/>
          <ac:picMkLst>
            <pc:docMk/>
            <pc:sldMk cId="0" sldId="257"/>
            <ac:picMk id="11" creationId="{C4C88D64-41B1-3E23-255C-8D6CD72FE16B}"/>
          </ac:picMkLst>
        </pc:picChg>
        <pc:cxnChg chg="add mod">
          <ac:chgData name="Deepika Vatsa" userId="f7100972-27fe-4ee6-8fb4-ec9b7931b409" providerId="ADAL" clId="{6884C358-F078-41E2-B52A-C991C4377FC1}" dt="2025-07-23T05:20:50.743" v="3433"/>
          <ac:cxnSpMkLst>
            <pc:docMk/>
            <pc:sldMk cId="0" sldId="257"/>
            <ac:cxnSpMk id="2" creationId="{CBA55D45-5BC0-2827-B096-7BB0262967E4}"/>
          </ac:cxnSpMkLst>
        </pc:cxnChg>
        <pc:cxnChg chg="del">
          <ac:chgData name="Deepika Vatsa" userId="f7100972-27fe-4ee6-8fb4-ec9b7931b409" providerId="ADAL" clId="{6884C358-F078-41E2-B52A-C991C4377FC1}" dt="2025-07-23T05:20:50.377" v="3432" actId="478"/>
          <ac:cxnSpMkLst>
            <pc:docMk/>
            <pc:sldMk cId="0" sldId="257"/>
            <ac:cxnSpMk id="5" creationId="{D12CAC9D-CDF2-ED92-8F02-70DAC510318D}"/>
          </ac:cxnSpMkLst>
        </pc:cxnChg>
      </pc:sldChg>
      <pc:sldChg chg="addSp delSp modSp mod">
        <pc:chgData name="Deepika Vatsa" userId="f7100972-27fe-4ee6-8fb4-ec9b7931b409" providerId="ADAL" clId="{6884C358-F078-41E2-B52A-C991C4377FC1}" dt="2025-07-23T05:21:07.139" v="3444" actId="1036"/>
        <pc:sldMkLst>
          <pc:docMk/>
          <pc:sldMk cId="0" sldId="258"/>
        </pc:sldMkLst>
        <pc:spChg chg="mod">
          <ac:chgData name="Deepika Vatsa" userId="f7100972-27fe-4ee6-8fb4-ec9b7931b409" providerId="ADAL" clId="{6884C358-F078-41E2-B52A-C991C4377FC1}" dt="2025-07-23T05:21:07.139" v="3444" actId="10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58:53.373" v="693" actId="113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09:58:39.592" v="690" actId="478"/>
          <ac:spMkLst>
            <pc:docMk/>
            <pc:sldMk cId="0" sldId="258"/>
            <ac:spMk id="4" creationId="{00000000-0000-0000-0000-000000000000}"/>
          </ac:spMkLst>
        </pc:spChg>
        <pc:spChg chg="add del mod ord">
          <ac:chgData name="Deepika Vatsa" userId="f7100972-27fe-4ee6-8fb4-ec9b7931b409" providerId="ADAL" clId="{6884C358-F078-41E2-B52A-C991C4377FC1}" dt="2025-07-22T09:57:25.796" v="671" actId="478"/>
          <ac:spMkLst>
            <pc:docMk/>
            <pc:sldMk cId="0" sldId="258"/>
            <ac:spMk id="6" creationId="{BA9307D0-EBDA-93E8-6688-2F7B8C8E0E6C}"/>
          </ac:spMkLst>
        </pc:spChg>
        <pc:cxnChg chg="add mod">
          <ac:chgData name="Deepika Vatsa" userId="f7100972-27fe-4ee6-8fb4-ec9b7931b409" providerId="ADAL" clId="{6884C358-F078-41E2-B52A-C991C4377FC1}" dt="2025-07-23T05:21:02.836" v="3439"/>
          <ac:cxnSpMkLst>
            <pc:docMk/>
            <pc:sldMk cId="0" sldId="258"/>
            <ac:cxnSpMk id="4" creationId="{14743623-04A4-B42C-4A68-90F92DBBA454}"/>
          </ac:cxnSpMkLst>
        </pc:cxnChg>
        <pc:cxnChg chg="del">
          <ac:chgData name="Deepika Vatsa" userId="f7100972-27fe-4ee6-8fb4-ec9b7931b409" providerId="ADAL" clId="{6884C358-F078-41E2-B52A-C991C4377FC1}" dt="2025-07-23T05:21:02.444" v="3438" actId="478"/>
          <ac:cxnSpMkLst>
            <pc:docMk/>
            <pc:sldMk cId="0" sldId="258"/>
            <ac:cxnSpMk id="5" creationId="{7F0521BD-D115-2D03-6CC7-BFE0E882D8F6}"/>
          </ac:cxnSpMkLst>
        </pc:cxnChg>
      </pc:sldChg>
      <pc:sldChg chg="modSp del">
        <pc:chgData name="Deepika Vatsa" userId="f7100972-27fe-4ee6-8fb4-ec9b7931b409" providerId="ADAL" clId="{6884C358-F078-41E2-B52A-C991C4377FC1}" dt="2025-07-22T10:01:31.830" v="728" actId="47"/>
        <pc:sldMkLst>
          <pc:docMk/>
          <pc:sldMk cId="0" sldId="259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59"/>
            <ac:spMk id="4" creationId="{00000000-0000-0000-0000-000000000000}"/>
          </ac:spMkLst>
        </pc:spChg>
      </pc:sldChg>
      <pc:sldChg chg="modSp del mod">
        <pc:chgData name="Deepika Vatsa" userId="f7100972-27fe-4ee6-8fb4-ec9b7931b409" providerId="ADAL" clId="{6884C358-F078-41E2-B52A-C991C4377FC1}" dt="2025-07-23T05:06:18.427" v="3264" actId="2696"/>
        <pc:sldMkLst>
          <pc:docMk/>
          <pc:sldMk cId="0" sldId="262"/>
        </pc:sldMkLst>
        <pc:spChg chg="mod">
          <ac:chgData name="Deepika Vatsa" userId="f7100972-27fe-4ee6-8fb4-ec9b7931b409" providerId="ADAL" clId="{6884C358-F078-41E2-B52A-C991C4377FC1}" dt="2025-07-22T10:02:14.578" v="730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10:06:11.393" v="778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62"/>
            <ac:spMk id="4" creationId="{00000000-0000-0000-0000-000000000000}"/>
          </ac:spMkLst>
        </pc:spChg>
      </pc:sldChg>
      <pc:sldChg chg="addSp delSp modSp del mod">
        <pc:chgData name="Deepika Vatsa" userId="f7100972-27fe-4ee6-8fb4-ec9b7931b409" providerId="ADAL" clId="{6884C358-F078-41E2-B52A-C991C4377FC1}" dt="2025-07-22T10:06:14.611" v="779" actId="47"/>
        <pc:sldMkLst>
          <pc:docMk/>
          <pc:sldMk cId="0" sldId="263"/>
        </pc:sldMkLst>
        <pc:spChg chg="mod">
          <ac:chgData name="Deepika Vatsa" userId="f7100972-27fe-4ee6-8fb4-ec9b7931b409" providerId="ADAL" clId="{6884C358-F078-41E2-B52A-C991C4377FC1}" dt="2025-07-22T10:05:23.938" v="763" actId="12"/>
          <ac:spMkLst>
            <pc:docMk/>
            <pc:sldMk cId="0" sldId="263"/>
            <ac:spMk id="3" creationId="{00000000-0000-0000-0000-000000000000}"/>
          </ac:spMkLst>
        </pc:spChg>
        <pc:picChg chg="add del mod">
          <ac:chgData name="Deepika Vatsa" userId="f7100972-27fe-4ee6-8fb4-ec9b7931b409" providerId="ADAL" clId="{6884C358-F078-41E2-B52A-C991C4377FC1}" dt="2025-07-22T10:05:49.915" v="769" actId="21"/>
          <ac:picMkLst>
            <pc:docMk/>
            <pc:sldMk cId="0" sldId="263"/>
            <ac:picMk id="4" creationId="{830F81FE-6170-E751-2692-A3AADFCECC17}"/>
          </ac:picMkLst>
        </pc:picChg>
        <pc:picChg chg="del mod">
          <ac:chgData name="Deepika Vatsa" userId="f7100972-27fe-4ee6-8fb4-ec9b7931b409" providerId="ADAL" clId="{6884C358-F078-41E2-B52A-C991C4377FC1}" dt="2025-07-22T10:03:48.859" v="755" actId="478"/>
          <ac:picMkLst>
            <pc:docMk/>
            <pc:sldMk cId="0" sldId="263"/>
            <ac:picMk id="1026" creationId="{EF6DEE9D-3770-CBC7-7CDA-ABFEBECE9A8B}"/>
          </ac:picMkLst>
        </pc:picChg>
      </pc:sldChg>
      <pc:sldChg chg="del">
        <pc:chgData name="Deepika Vatsa" userId="f7100972-27fe-4ee6-8fb4-ec9b7931b409" providerId="ADAL" clId="{6884C358-F078-41E2-B52A-C991C4377FC1}" dt="2025-07-22T10:08:25.100" v="799" actId="47"/>
        <pc:sldMkLst>
          <pc:docMk/>
          <pc:sldMk cId="0" sldId="264"/>
        </pc:sldMkLst>
      </pc:sldChg>
      <pc:sldChg chg="addSp delSp modSp mod">
        <pc:chgData name="Deepika Vatsa" userId="f7100972-27fe-4ee6-8fb4-ec9b7931b409" providerId="ADAL" clId="{6884C358-F078-41E2-B52A-C991C4377FC1}" dt="2025-07-23T05:20:12.441" v="3415"/>
        <pc:sldMkLst>
          <pc:docMk/>
          <pc:sldMk cId="0" sldId="276"/>
        </pc:sldMkLst>
        <pc:spChg chg="mod">
          <ac:chgData name="Deepika Vatsa" userId="f7100972-27fe-4ee6-8fb4-ec9b7931b409" providerId="ADAL" clId="{6884C358-F078-41E2-B52A-C991C4377FC1}" dt="2025-07-23T05:15:49.357" v="3349" actId="207"/>
          <ac:spMkLst>
            <pc:docMk/>
            <pc:sldMk cId="0" sldId="276"/>
            <ac:spMk id="2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3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09:30:00.857" v="194" actId="478"/>
          <ac:spMkLst>
            <pc:docMk/>
            <pc:sldMk cId="0" sldId="276"/>
            <ac:spMk id="4" creationId="{00000000-0000-0000-0000-000000000000}"/>
          </ac:spMkLst>
        </pc:spChg>
        <pc:spChg chg="add del mod or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6" creationId="{DF1F7109-6D42-A6CD-F452-0870CFC44C57}"/>
          </ac:spMkLst>
        </pc:spChg>
        <pc:spChg chg="add 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29:47.313" v="184"/>
          <ac:spMkLst>
            <pc:docMk/>
            <pc:sldMk cId="0" sldId="276"/>
            <ac:spMk id="9" creationId="{43D22531-29B1-0753-0946-7FE02105E3BE}"/>
          </ac:spMkLst>
        </pc:spChg>
        <pc:spChg chg="add 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10" creationId="{762B94E8-9E92-C874-B94F-CA816E8E5609}"/>
          </ac:spMkLst>
        </pc:spChg>
        <pc:spChg chg="add del mod">
          <ac:chgData name="Deepika Vatsa" userId="f7100972-27fe-4ee6-8fb4-ec9b7931b409" providerId="ADAL" clId="{6884C358-F078-41E2-B52A-C991C4377FC1}" dt="2025-07-22T10:51:55.493" v="2858" actId="478"/>
          <ac:spMkLst>
            <pc:docMk/>
            <pc:sldMk cId="0" sldId="276"/>
            <ac:spMk id="12" creationId="{761C11D7-EAE4-DE47-846C-5394B9B4B7D2}"/>
          </ac:spMkLst>
        </pc:spChg>
        <pc:spChg chg="add mod">
          <ac:chgData name="Deepika Vatsa" userId="f7100972-27fe-4ee6-8fb4-ec9b7931b409" providerId="ADAL" clId="{6884C358-F078-41E2-B52A-C991C4377FC1}" dt="2025-07-22T10:58:29.586" v="3175" actId="1076"/>
          <ac:spMkLst>
            <pc:docMk/>
            <pc:sldMk cId="0" sldId="276"/>
            <ac:spMk id="13" creationId="{05B054CE-66A9-69B7-25DF-5E63A7E7226F}"/>
          </ac:spMkLst>
        </pc:spChg>
        <pc:graphicFrameChg chg="add del mod modGraphic">
          <ac:chgData name="Deepika Vatsa" userId="f7100972-27fe-4ee6-8fb4-ec9b7931b409" providerId="ADAL" clId="{6884C358-F078-41E2-B52A-C991C4377FC1}" dt="2025-07-22T10:58:21.671" v="3172" actId="478"/>
          <ac:graphicFrameMkLst>
            <pc:docMk/>
            <pc:sldMk cId="0" sldId="276"/>
            <ac:graphicFrameMk id="14" creationId="{15B9210D-0693-05A9-B8B7-394487320ED6}"/>
          </ac:graphicFrameMkLst>
        </pc:graphicFrameChg>
        <pc:cxnChg chg="add mod">
          <ac:chgData name="Deepika Vatsa" userId="f7100972-27fe-4ee6-8fb4-ec9b7931b409" providerId="ADAL" clId="{6884C358-F078-41E2-B52A-C991C4377FC1}" dt="2025-07-23T05:20:12.441" v="3415"/>
          <ac:cxnSpMkLst>
            <pc:docMk/>
            <pc:sldMk cId="0" sldId="276"/>
            <ac:cxnSpMk id="3" creationId="{A353B9D7-DA76-EC76-62EC-B68A91A5CACC}"/>
          </ac:cxnSpMkLst>
        </pc:cxnChg>
        <pc:cxnChg chg="del">
          <ac:chgData name="Deepika Vatsa" userId="f7100972-27fe-4ee6-8fb4-ec9b7931b409" providerId="ADAL" clId="{6884C358-F078-41E2-B52A-C991C4377FC1}" dt="2025-07-23T05:20:11.800" v="3414" actId="478"/>
          <ac:cxnSpMkLst>
            <pc:docMk/>
            <pc:sldMk cId="0" sldId="276"/>
            <ac:cxnSpMk id="5" creationId="{50E184E5-16FE-EBD7-7894-1DC87C936193}"/>
          </ac:cxnSpMkLst>
        </pc:cxnChg>
      </pc:sldChg>
      <pc:sldChg chg="modSp del">
        <pc:chgData name="Deepika Vatsa" userId="f7100972-27fe-4ee6-8fb4-ec9b7931b409" providerId="ADAL" clId="{6884C358-F078-41E2-B52A-C991C4377FC1}" dt="2025-07-22T09:48:52.734" v="447" actId="2696"/>
        <pc:sldMkLst>
          <pc:docMk/>
          <pc:sldMk cId="0" sldId="282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82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82"/>
            <ac:spMk id="4" creationId="{00000000-0000-0000-0000-000000000000}"/>
          </ac:spMkLst>
        </pc:spChg>
      </pc:sldChg>
      <pc:sldChg chg="add del">
        <pc:chgData name="Deepika Vatsa" userId="f7100972-27fe-4ee6-8fb4-ec9b7931b409" providerId="ADAL" clId="{6884C358-F078-41E2-B52A-C991C4377FC1}" dt="2025-07-23T05:12:37.326" v="3321" actId="47"/>
        <pc:sldMkLst>
          <pc:docMk/>
          <pc:sldMk cId="2852168949" sldId="350"/>
        </pc:sldMkLst>
      </pc:sldChg>
      <pc:sldChg chg="add del">
        <pc:chgData name="Deepika Vatsa" userId="f7100972-27fe-4ee6-8fb4-ec9b7931b409" providerId="ADAL" clId="{6884C358-F078-41E2-B52A-C991C4377FC1}" dt="2025-07-23T05:13:42.142" v="3334" actId="47"/>
        <pc:sldMkLst>
          <pc:docMk/>
          <pc:sldMk cId="178954834" sldId="363"/>
        </pc:sldMkLst>
      </pc:sldChg>
      <pc:sldChg chg="modSp mod">
        <pc:chgData name="Deepika Vatsa" userId="f7100972-27fe-4ee6-8fb4-ec9b7931b409" providerId="ADAL" clId="{6884C358-F078-41E2-B52A-C991C4377FC1}" dt="2025-07-22T09:24:57.233" v="65" actId="20577"/>
        <pc:sldMkLst>
          <pc:docMk/>
          <pc:sldMk cId="0" sldId="395"/>
        </pc:sldMkLst>
        <pc:spChg chg="mod">
          <ac:chgData name="Deepika Vatsa" userId="f7100972-27fe-4ee6-8fb4-ec9b7931b409" providerId="ADAL" clId="{6884C358-F078-41E2-B52A-C991C4377FC1}" dt="2025-07-22T09:24:57.233" v="65" actId="20577"/>
          <ac:spMkLst>
            <pc:docMk/>
            <pc:sldMk cId="0" sldId="395"/>
            <ac:spMk id="2" creationId="{00000000-0000-0000-0000-000000000000}"/>
          </ac:spMkLst>
        </pc:spChg>
      </pc:sldChg>
      <pc:sldChg chg="modSp del">
        <pc:chgData name="Deepika Vatsa" userId="f7100972-27fe-4ee6-8fb4-ec9b7931b409" providerId="ADAL" clId="{6884C358-F078-41E2-B52A-C991C4377FC1}" dt="2025-07-22T09:36:18.403" v="300" actId="47"/>
        <pc:sldMkLst>
          <pc:docMk/>
          <pc:sldMk cId="3480929016" sldId="553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3480929016" sldId="553"/>
            <ac:spMk id="4" creationId="{0A61BF14-BB4C-4FFC-7012-6231EFAFCD41}"/>
          </ac:spMkLst>
        </pc:spChg>
      </pc:sldChg>
      <pc:sldChg chg="del">
        <pc:chgData name="Deepika Vatsa" userId="f7100972-27fe-4ee6-8fb4-ec9b7931b409" providerId="ADAL" clId="{6884C358-F078-41E2-B52A-C991C4377FC1}" dt="2025-07-22T09:23:28.413" v="0" actId="47"/>
        <pc:sldMkLst>
          <pc:docMk/>
          <pc:sldMk cId="4163686748" sldId="554"/>
        </pc:sldMkLst>
      </pc:sldChg>
      <pc:sldChg chg="del">
        <pc:chgData name="Deepika Vatsa" userId="f7100972-27fe-4ee6-8fb4-ec9b7931b409" providerId="ADAL" clId="{6884C358-F078-41E2-B52A-C991C4377FC1}" dt="2025-07-22T09:23:28.413" v="0" actId="47"/>
        <pc:sldMkLst>
          <pc:docMk/>
          <pc:sldMk cId="3935020306" sldId="555"/>
        </pc:sldMkLst>
      </pc:sldChg>
      <pc:sldChg chg="modSp del">
        <pc:chgData name="Deepika Vatsa" userId="f7100972-27fe-4ee6-8fb4-ec9b7931b409" providerId="ADAL" clId="{6884C358-F078-41E2-B52A-C991C4377FC1}" dt="2025-07-22T10:01:31.830" v="728" actId="47"/>
        <pc:sldMkLst>
          <pc:docMk/>
          <pc:sldMk cId="2250760117" sldId="572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2250760117" sldId="572"/>
            <ac:spMk id="4" creationId="{AAA3C26B-3FEA-A51C-8509-EDFF58FF4F4A}"/>
          </ac:spMkLst>
        </pc:spChg>
      </pc:sldChg>
      <pc:sldChg chg="addSp delSp modSp mod">
        <pc:chgData name="Deepika Vatsa" userId="f7100972-27fe-4ee6-8fb4-ec9b7931b409" providerId="ADAL" clId="{6884C358-F078-41E2-B52A-C991C4377FC1}" dt="2025-07-23T05:21:25.243" v="3452"/>
        <pc:sldMkLst>
          <pc:docMk/>
          <pc:sldMk cId="549806327" sldId="573"/>
        </pc:sldMkLst>
        <pc:spChg chg="mod">
          <ac:chgData name="Deepika Vatsa" userId="f7100972-27fe-4ee6-8fb4-ec9b7931b409" providerId="ADAL" clId="{6884C358-F078-41E2-B52A-C991C4377FC1}" dt="2025-07-23T05:18:21.699" v="3391" actId="1035"/>
          <ac:spMkLst>
            <pc:docMk/>
            <pc:sldMk cId="549806327" sldId="573"/>
            <ac:spMk id="2" creationId="{1CD95200-E997-69E7-D60F-2B2833820E43}"/>
          </ac:spMkLst>
        </pc:spChg>
        <pc:spChg chg="mod">
          <ac:chgData name="Deepika Vatsa" userId="f7100972-27fe-4ee6-8fb4-ec9b7931b409" providerId="ADAL" clId="{6884C358-F078-41E2-B52A-C991C4377FC1}" dt="2025-07-22T10:11:40.522" v="861" actId="33524"/>
          <ac:spMkLst>
            <pc:docMk/>
            <pc:sldMk cId="549806327" sldId="573"/>
            <ac:spMk id="3" creationId="{7E3D72CB-FD10-51F1-E138-1F3205E12992}"/>
          </ac:spMkLst>
        </pc:spChg>
        <pc:picChg chg="mod modCrop">
          <ac:chgData name="Deepika Vatsa" userId="f7100972-27fe-4ee6-8fb4-ec9b7931b409" providerId="ADAL" clId="{6884C358-F078-41E2-B52A-C991C4377FC1}" dt="2025-07-22T10:11:25.482" v="856" actId="1076"/>
          <ac:picMkLst>
            <pc:docMk/>
            <pc:sldMk cId="549806327" sldId="573"/>
            <ac:picMk id="4" creationId="{F4073854-4E6C-1C34-8E9C-E284C7C1B544}"/>
          </ac:picMkLst>
        </pc:picChg>
        <pc:cxnChg chg="del">
          <ac:chgData name="Deepika Vatsa" userId="f7100972-27fe-4ee6-8fb4-ec9b7931b409" providerId="ADAL" clId="{6884C358-F078-41E2-B52A-C991C4377FC1}" dt="2025-07-23T05:21:24.872" v="3451" actId="478"/>
          <ac:cxnSpMkLst>
            <pc:docMk/>
            <pc:sldMk cId="549806327" sldId="573"/>
            <ac:cxnSpMk id="5" creationId="{2583FC77-E3AB-35E6-B60C-53A76FE8003F}"/>
          </ac:cxnSpMkLst>
        </pc:cxnChg>
        <pc:cxnChg chg="add mod">
          <ac:chgData name="Deepika Vatsa" userId="f7100972-27fe-4ee6-8fb4-ec9b7931b409" providerId="ADAL" clId="{6884C358-F078-41E2-B52A-C991C4377FC1}" dt="2025-07-23T05:21:25.243" v="3452"/>
          <ac:cxnSpMkLst>
            <pc:docMk/>
            <pc:sldMk cId="549806327" sldId="573"/>
            <ac:cxnSpMk id="6" creationId="{ABECC0BA-46D9-85A9-9BEC-69239BC9C062}"/>
          </ac:cxnSpMkLst>
        </pc:cxnChg>
      </pc:sldChg>
      <pc:sldChg chg="del">
        <pc:chgData name="Deepika Vatsa" userId="f7100972-27fe-4ee6-8fb4-ec9b7931b409" providerId="ADAL" clId="{6884C358-F078-41E2-B52A-C991C4377FC1}" dt="2025-07-22T10:12:15.086" v="862" actId="2696"/>
        <pc:sldMkLst>
          <pc:docMk/>
          <pc:sldMk cId="1030842975" sldId="574"/>
        </pc:sldMkLst>
      </pc:sldChg>
      <pc:sldChg chg="del">
        <pc:chgData name="Deepika Vatsa" userId="f7100972-27fe-4ee6-8fb4-ec9b7931b409" providerId="ADAL" clId="{6884C358-F078-41E2-B52A-C991C4377FC1}" dt="2025-07-22T10:12:15.086" v="862" actId="2696"/>
        <pc:sldMkLst>
          <pc:docMk/>
          <pc:sldMk cId="1844610887" sldId="575"/>
        </pc:sldMkLst>
      </pc:sldChg>
      <pc:sldChg chg="addSp delSp modSp mod">
        <pc:chgData name="Deepika Vatsa" userId="f7100972-27fe-4ee6-8fb4-ec9b7931b409" providerId="ADAL" clId="{6884C358-F078-41E2-B52A-C991C4377FC1}" dt="2025-07-23T05:21:29.136" v="3454"/>
        <pc:sldMkLst>
          <pc:docMk/>
          <pc:sldMk cId="810527257" sldId="576"/>
        </pc:sldMkLst>
        <pc:spChg chg="mod">
          <ac:chgData name="Deepika Vatsa" userId="f7100972-27fe-4ee6-8fb4-ec9b7931b409" providerId="ADAL" clId="{6884C358-F078-41E2-B52A-C991C4377FC1}" dt="2025-07-23T05:18:32.996" v="3393" actId="255"/>
          <ac:spMkLst>
            <pc:docMk/>
            <pc:sldMk cId="810527257" sldId="576"/>
            <ac:spMk id="2" creationId="{8C8DA422-5599-BE5B-B151-D196E8414908}"/>
          </ac:spMkLst>
        </pc:spChg>
        <pc:spChg chg="del">
          <ac:chgData name="Deepika Vatsa" userId="f7100972-27fe-4ee6-8fb4-ec9b7931b409" providerId="ADAL" clId="{6884C358-F078-41E2-B52A-C991C4377FC1}" dt="2025-07-22T10:13:31.716" v="864" actId="478"/>
          <ac:spMkLst>
            <pc:docMk/>
            <pc:sldMk cId="810527257" sldId="576"/>
            <ac:spMk id="3" creationId="{23292E8A-B934-BC7E-D793-FA32925820AA}"/>
          </ac:spMkLst>
        </pc:spChg>
        <pc:spChg chg="add del mod">
          <ac:chgData name="Deepika Vatsa" userId="f7100972-27fe-4ee6-8fb4-ec9b7931b409" providerId="ADAL" clId="{6884C358-F078-41E2-B52A-C991C4377FC1}" dt="2025-07-22T10:13:33.431" v="865" actId="478"/>
          <ac:spMkLst>
            <pc:docMk/>
            <pc:sldMk cId="810527257" sldId="576"/>
            <ac:spMk id="6" creationId="{83784901-344E-5428-88AA-7C54D084D705}"/>
          </ac:spMkLst>
        </pc:spChg>
        <pc:picChg chg="add mod">
          <ac:chgData name="Deepika Vatsa" userId="f7100972-27fe-4ee6-8fb4-ec9b7931b409" providerId="ADAL" clId="{6884C358-F078-41E2-B52A-C991C4377FC1}" dt="2025-07-22T10:13:36.274" v="867" actId="1076"/>
          <ac:picMkLst>
            <pc:docMk/>
            <pc:sldMk cId="810527257" sldId="576"/>
            <ac:picMk id="7" creationId="{D042E4FB-BDAC-1A6F-5268-672F6BAA70EC}"/>
          </ac:picMkLst>
        </pc:picChg>
        <pc:cxnChg chg="add mod">
          <ac:chgData name="Deepika Vatsa" userId="f7100972-27fe-4ee6-8fb4-ec9b7931b409" providerId="ADAL" clId="{6884C358-F078-41E2-B52A-C991C4377FC1}" dt="2025-07-23T05:21:29.136" v="3454"/>
          <ac:cxnSpMkLst>
            <pc:docMk/>
            <pc:sldMk cId="810527257" sldId="576"/>
            <ac:cxnSpMk id="3" creationId="{D70A73E4-B319-02F9-A019-8583C8BD017A}"/>
          </ac:cxnSpMkLst>
        </pc:cxnChg>
        <pc:cxnChg chg="del">
          <ac:chgData name="Deepika Vatsa" userId="f7100972-27fe-4ee6-8fb4-ec9b7931b409" providerId="ADAL" clId="{6884C358-F078-41E2-B52A-C991C4377FC1}" dt="2025-07-23T05:21:28.712" v="3453" actId="478"/>
          <ac:cxnSpMkLst>
            <pc:docMk/>
            <pc:sldMk cId="810527257" sldId="576"/>
            <ac:cxnSpMk id="5" creationId="{40F7F98D-83E9-028D-8FA0-BC9D6977408D}"/>
          </ac:cxnSpMkLst>
        </pc:cxnChg>
      </pc:sldChg>
      <pc:sldChg chg="del">
        <pc:chgData name="Deepika Vatsa" userId="f7100972-27fe-4ee6-8fb4-ec9b7931b409" providerId="ADAL" clId="{6884C358-F078-41E2-B52A-C991C4377FC1}" dt="2025-07-22T10:13:40.415" v="868" actId="47"/>
        <pc:sldMkLst>
          <pc:docMk/>
          <pc:sldMk cId="2512841971" sldId="577"/>
        </pc:sldMkLst>
      </pc:sldChg>
      <pc:sldChg chg="addSp delSp modSp mod">
        <pc:chgData name="Deepika Vatsa" userId="f7100972-27fe-4ee6-8fb4-ec9b7931b409" providerId="ADAL" clId="{6884C358-F078-41E2-B52A-C991C4377FC1}" dt="2025-07-23T05:21:46.433" v="3460" actId="14100"/>
        <pc:sldMkLst>
          <pc:docMk/>
          <pc:sldMk cId="835005002" sldId="578"/>
        </pc:sldMkLst>
        <pc:spChg chg="del mod">
          <ac:chgData name="Deepika Vatsa" userId="f7100972-27fe-4ee6-8fb4-ec9b7931b409" providerId="ADAL" clId="{6884C358-F078-41E2-B52A-C991C4377FC1}" dt="2025-07-23T05:18:44.103" v="3394" actId="478"/>
          <ac:spMkLst>
            <pc:docMk/>
            <pc:sldMk cId="835005002" sldId="578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21:46.433" v="3460" actId="14100"/>
          <ac:spMkLst>
            <pc:docMk/>
            <pc:sldMk cId="835005002" sldId="578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8:45.920" v="3395" actId="478"/>
          <ac:spMkLst>
            <pc:docMk/>
            <pc:sldMk cId="835005002" sldId="578"/>
            <ac:spMk id="6" creationId="{4E321242-3F8E-3E41-604D-15D680DFF783}"/>
          </ac:spMkLst>
        </pc:spChg>
        <pc:spChg chg="add mod">
          <ac:chgData name="Deepika Vatsa" userId="f7100972-27fe-4ee6-8fb4-ec9b7931b409" providerId="ADAL" clId="{6884C358-F078-41E2-B52A-C991C4377FC1}" dt="2025-07-23T05:18:46.673" v="3396"/>
          <ac:spMkLst>
            <pc:docMk/>
            <pc:sldMk cId="835005002" sldId="578"/>
            <ac:spMk id="7" creationId="{C86B6E8B-F1EE-EC17-42A6-8C54D5AE7919}"/>
          </ac:spMkLst>
        </pc:spChg>
        <pc:cxnChg chg="del">
          <ac:chgData name="Deepika Vatsa" userId="f7100972-27fe-4ee6-8fb4-ec9b7931b409" providerId="ADAL" clId="{6884C358-F078-41E2-B52A-C991C4377FC1}" dt="2025-07-23T05:21:33.356" v="3455" actId="478"/>
          <ac:cxnSpMkLst>
            <pc:docMk/>
            <pc:sldMk cId="835005002" sldId="578"/>
            <ac:cxnSpMk id="5" creationId="{B2627C12-E6DC-37C6-3534-91290B918037}"/>
          </ac:cxnSpMkLst>
        </pc:cxnChg>
        <pc:cxnChg chg="add mod">
          <ac:chgData name="Deepika Vatsa" userId="f7100972-27fe-4ee6-8fb4-ec9b7931b409" providerId="ADAL" clId="{6884C358-F078-41E2-B52A-C991C4377FC1}" dt="2025-07-23T05:21:33.753" v="3456"/>
          <ac:cxnSpMkLst>
            <pc:docMk/>
            <pc:sldMk cId="835005002" sldId="578"/>
            <ac:cxnSpMk id="8" creationId="{DFAC204A-2B4C-B3BD-E2C3-309FA6A4D4FE}"/>
          </ac:cxnSpMkLst>
        </pc:cxnChg>
      </pc:sldChg>
      <pc:sldChg chg="del">
        <pc:chgData name="Deepika Vatsa" userId="f7100972-27fe-4ee6-8fb4-ec9b7931b409" providerId="ADAL" clId="{6884C358-F078-41E2-B52A-C991C4377FC1}" dt="2025-07-22T10:20:38.022" v="1476" actId="47"/>
        <pc:sldMkLst>
          <pc:docMk/>
          <pc:sldMk cId="1577856654" sldId="579"/>
        </pc:sldMkLst>
      </pc:sldChg>
      <pc:sldChg chg="del">
        <pc:chgData name="Deepika Vatsa" userId="f7100972-27fe-4ee6-8fb4-ec9b7931b409" providerId="ADAL" clId="{6884C358-F078-41E2-B52A-C991C4377FC1}" dt="2025-07-22T10:23:03.818" v="1507" actId="2696"/>
        <pc:sldMkLst>
          <pc:docMk/>
          <pc:sldMk cId="858610061" sldId="580"/>
        </pc:sldMkLst>
      </pc:sldChg>
      <pc:sldChg chg="del">
        <pc:chgData name="Deepika Vatsa" userId="f7100972-27fe-4ee6-8fb4-ec9b7931b409" providerId="ADAL" clId="{6884C358-F078-41E2-B52A-C991C4377FC1}" dt="2025-07-22T10:31:42.979" v="2065" actId="47"/>
        <pc:sldMkLst>
          <pc:docMk/>
          <pc:sldMk cId="2808099838" sldId="581"/>
        </pc:sldMkLst>
      </pc:sldChg>
      <pc:sldChg chg="addSp delSp modSp mod">
        <pc:chgData name="Deepika Vatsa" userId="f7100972-27fe-4ee6-8fb4-ec9b7931b409" providerId="ADAL" clId="{6884C358-F078-41E2-B52A-C991C4377FC1}" dt="2025-07-23T05:21:56.245" v="3463" actId="14100"/>
        <pc:sldMkLst>
          <pc:docMk/>
          <pc:sldMk cId="1700069977" sldId="582"/>
        </pc:sldMkLst>
        <pc:spChg chg="del mod">
          <ac:chgData name="Deepika Vatsa" userId="f7100972-27fe-4ee6-8fb4-ec9b7931b409" providerId="ADAL" clId="{6884C358-F078-41E2-B52A-C991C4377FC1}" dt="2025-07-23T05:11:29.001" v="3295" actId="478"/>
          <ac:spMkLst>
            <pc:docMk/>
            <pc:sldMk cId="1700069977" sldId="582"/>
            <ac:spMk id="2" creationId="{3EA993F1-7D74-5A35-94E0-755C8170DDD2}"/>
          </ac:spMkLst>
        </pc:spChg>
        <pc:spChg chg="mod">
          <ac:chgData name="Deepika Vatsa" userId="f7100972-27fe-4ee6-8fb4-ec9b7931b409" providerId="ADAL" clId="{6884C358-F078-41E2-B52A-C991C4377FC1}" dt="2025-07-23T05:21:56.245" v="3463" actId="14100"/>
          <ac:spMkLst>
            <pc:docMk/>
            <pc:sldMk cId="1700069977" sldId="582"/>
            <ac:spMk id="4" creationId="{C7E4D45C-A04E-4FD8-8E36-9127F8599888}"/>
          </ac:spMkLst>
        </pc:spChg>
        <pc:spChg chg="add del mod">
          <ac:chgData name="Deepika Vatsa" userId="f7100972-27fe-4ee6-8fb4-ec9b7931b409" providerId="ADAL" clId="{6884C358-F078-41E2-B52A-C991C4377FC1}" dt="2025-07-23T05:11:31.373" v="3296" actId="478"/>
          <ac:spMkLst>
            <pc:docMk/>
            <pc:sldMk cId="1700069977" sldId="582"/>
            <ac:spMk id="6" creationId="{BC483E00-42FE-1B2D-5AB9-B054E0125187}"/>
          </ac:spMkLst>
        </pc:spChg>
        <pc:spChg chg="add del mod">
          <ac:chgData name="Deepika Vatsa" userId="f7100972-27fe-4ee6-8fb4-ec9b7931b409" providerId="ADAL" clId="{6884C358-F078-41E2-B52A-C991C4377FC1}" dt="2025-07-23T05:19:05.174" v="3403" actId="478"/>
          <ac:spMkLst>
            <pc:docMk/>
            <pc:sldMk cId="1700069977" sldId="582"/>
            <ac:spMk id="7" creationId="{77CBCD7F-8AE7-4B57-3A9F-538E17F926AC}"/>
          </ac:spMkLst>
        </pc:spChg>
        <pc:spChg chg="add del mod">
          <ac:chgData name="Deepika Vatsa" userId="f7100972-27fe-4ee6-8fb4-ec9b7931b409" providerId="ADAL" clId="{6884C358-F078-41E2-B52A-C991C4377FC1}" dt="2025-07-23T05:19:06.810" v="3404" actId="478"/>
          <ac:spMkLst>
            <pc:docMk/>
            <pc:sldMk cId="1700069977" sldId="582"/>
            <ac:spMk id="9" creationId="{DA1F278C-AFDE-7105-568A-768E46CCC33B}"/>
          </ac:spMkLst>
        </pc:spChg>
        <pc:spChg chg="add mod">
          <ac:chgData name="Deepika Vatsa" userId="f7100972-27fe-4ee6-8fb4-ec9b7931b409" providerId="ADAL" clId="{6884C358-F078-41E2-B52A-C991C4377FC1}" dt="2025-07-23T05:19:07.408" v="3405"/>
          <ac:spMkLst>
            <pc:docMk/>
            <pc:sldMk cId="1700069977" sldId="582"/>
            <ac:spMk id="10" creationId="{7124F2BA-B4C0-9D6A-F84A-5C187670E1ED}"/>
          </ac:spMkLst>
        </pc:spChg>
        <pc:cxnChg chg="del">
          <ac:chgData name="Deepika Vatsa" userId="f7100972-27fe-4ee6-8fb4-ec9b7931b409" providerId="ADAL" clId="{6884C358-F078-41E2-B52A-C991C4377FC1}" dt="2025-07-23T05:21:52.654" v="3461" actId="478"/>
          <ac:cxnSpMkLst>
            <pc:docMk/>
            <pc:sldMk cId="1700069977" sldId="582"/>
            <ac:cxnSpMk id="5" creationId="{EA92F9DF-D5D8-49B1-F8B9-EDE5C89C9DF6}"/>
          </ac:cxnSpMkLst>
        </pc:cxnChg>
        <pc:cxnChg chg="add mod">
          <ac:chgData name="Deepika Vatsa" userId="f7100972-27fe-4ee6-8fb4-ec9b7931b409" providerId="ADAL" clId="{6884C358-F078-41E2-B52A-C991C4377FC1}" dt="2025-07-23T05:21:53.350" v="3462"/>
          <ac:cxnSpMkLst>
            <pc:docMk/>
            <pc:sldMk cId="1700069977" sldId="582"/>
            <ac:cxnSpMk id="11" creationId="{C11FA30D-24D1-6FBC-D7BC-51AEC489E098}"/>
          </ac:cxnSpMkLst>
        </pc:cxnChg>
      </pc:sldChg>
      <pc:sldChg chg="del">
        <pc:chgData name="Deepika Vatsa" userId="f7100972-27fe-4ee6-8fb4-ec9b7931b409" providerId="ADAL" clId="{6884C358-F078-41E2-B52A-C991C4377FC1}" dt="2025-07-22T10:38:05.600" v="2234" actId="47"/>
        <pc:sldMkLst>
          <pc:docMk/>
          <pc:sldMk cId="591297716" sldId="583"/>
        </pc:sldMkLst>
      </pc:sldChg>
      <pc:sldChg chg="del">
        <pc:chgData name="Deepika Vatsa" userId="f7100972-27fe-4ee6-8fb4-ec9b7931b409" providerId="ADAL" clId="{6884C358-F078-41E2-B52A-C991C4377FC1}" dt="2025-07-22T10:38:24.185" v="2235" actId="47"/>
        <pc:sldMkLst>
          <pc:docMk/>
          <pc:sldMk cId="4024096756" sldId="584"/>
        </pc:sldMkLst>
      </pc:sldChg>
      <pc:sldChg chg="addSp delSp modSp mod">
        <pc:chgData name="Deepika Vatsa" userId="f7100972-27fe-4ee6-8fb4-ec9b7931b409" providerId="ADAL" clId="{6884C358-F078-41E2-B52A-C991C4377FC1}" dt="2025-07-23T05:23:45.037" v="3532" actId="1076"/>
        <pc:sldMkLst>
          <pc:docMk/>
          <pc:sldMk cId="2784952323" sldId="585"/>
        </pc:sldMkLst>
        <pc:spChg chg="mod">
          <ac:chgData name="Deepika Vatsa" userId="f7100972-27fe-4ee6-8fb4-ec9b7931b409" providerId="ADAL" clId="{6884C358-F078-41E2-B52A-C991C4377FC1}" dt="2025-07-23T05:22:56.013" v="3522" actId="1076"/>
          <ac:spMkLst>
            <pc:docMk/>
            <pc:sldMk cId="2784952323" sldId="585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23:45.037" v="3532" actId="1076"/>
          <ac:spMkLst>
            <pc:docMk/>
            <pc:sldMk cId="2784952323" sldId="585"/>
            <ac:spMk id="4" creationId="{170DDB5B-6792-55DA-AF63-9A96FA1939A3}"/>
          </ac:spMkLst>
        </pc:spChg>
        <pc:cxnChg chg="add mod">
          <ac:chgData name="Deepika Vatsa" userId="f7100972-27fe-4ee6-8fb4-ec9b7931b409" providerId="ADAL" clId="{6884C358-F078-41E2-B52A-C991C4377FC1}" dt="2025-07-23T05:22:47.005" v="3517"/>
          <ac:cxnSpMkLst>
            <pc:docMk/>
            <pc:sldMk cId="2784952323" sldId="585"/>
            <ac:cxnSpMk id="3" creationId="{6EEF62DB-73C3-BC16-B7FD-7A94B557C61B}"/>
          </ac:cxnSpMkLst>
        </pc:cxnChg>
        <pc:cxnChg chg="del">
          <ac:chgData name="Deepika Vatsa" userId="f7100972-27fe-4ee6-8fb4-ec9b7931b409" providerId="ADAL" clId="{6884C358-F078-41E2-B52A-C991C4377FC1}" dt="2025-07-23T05:22:45.556" v="3516" actId="478"/>
          <ac:cxnSpMkLst>
            <pc:docMk/>
            <pc:sldMk cId="2784952323" sldId="585"/>
            <ac:cxnSpMk id="5" creationId="{D6A26A94-065F-5020-54F4-34DABAADC81C}"/>
          </ac:cxnSpMkLst>
        </pc:cxnChg>
      </pc:sldChg>
      <pc:sldChg chg="del">
        <pc:chgData name="Deepika Vatsa" userId="f7100972-27fe-4ee6-8fb4-ec9b7931b409" providerId="ADAL" clId="{6884C358-F078-41E2-B52A-C991C4377FC1}" dt="2025-07-22T10:48:01.051" v="2641" actId="47"/>
        <pc:sldMkLst>
          <pc:docMk/>
          <pc:sldMk cId="34458836" sldId="586"/>
        </pc:sldMkLst>
      </pc:sldChg>
      <pc:sldChg chg="del">
        <pc:chgData name="Deepika Vatsa" userId="f7100972-27fe-4ee6-8fb4-ec9b7931b409" providerId="ADAL" clId="{6884C358-F078-41E2-B52A-C991C4377FC1}" dt="2025-07-22T10:48:09.429" v="2642" actId="47"/>
        <pc:sldMkLst>
          <pc:docMk/>
          <pc:sldMk cId="1852533425" sldId="587"/>
        </pc:sldMkLst>
      </pc:sldChg>
      <pc:sldChg chg="del">
        <pc:chgData name="Deepika Vatsa" userId="f7100972-27fe-4ee6-8fb4-ec9b7931b409" providerId="ADAL" clId="{6884C358-F078-41E2-B52A-C991C4377FC1}" dt="2025-07-22T10:50:58.990" v="2855" actId="47"/>
        <pc:sldMkLst>
          <pc:docMk/>
          <pc:sldMk cId="2624307318" sldId="588"/>
        </pc:sldMkLst>
      </pc:sldChg>
      <pc:sldChg chg="modSp">
        <pc:chgData name="Deepika Vatsa" userId="f7100972-27fe-4ee6-8fb4-ec9b7931b409" providerId="ADAL" clId="{6884C358-F078-41E2-B52A-C991C4377FC1}" dt="2025-07-22T09:25:41.921" v="69"/>
        <pc:sldMkLst>
          <pc:docMk/>
          <pc:sldMk cId="0" sldId="589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589"/>
            <ac:spMk id="3" creationId="{00000000-0000-0000-0000-000000000000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0:42.730" v="3429"/>
        <pc:sldMkLst>
          <pc:docMk/>
          <pc:sldMk cId="4072135879" sldId="590"/>
        </pc:sldMkLst>
        <pc:spChg chg="mod">
          <ac:chgData name="Deepika Vatsa" userId="f7100972-27fe-4ee6-8fb4-ec9b7931b409" providerId="ADAL" clId="{6884C358-F078-41E2-B52A-C991C4377FC1}" dt="2025-07-23T05:16:48.828" v="3364" actId="207"/>
          <ac:spMkLst>
            <pc:docMk/>
            <pc:sldMk cId="4072135879" sldId="590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3:36.965" v="248" actId="478"/>
          <ac:spMkLst>
            <pc:docMk/>
            <pc:sldMk cId="4072135879" sldId="590"/>
            <ac:spMk id="6" creationId="{DF1F7109-6D42-A6CD-F452-0870CFC44C57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33:41.989" v="250" actId="478"/>
          <ac:spMkLst>
            <pc:docMk/>
            <pc:sldMk cId="4072135879" sldId="590"/>
            <ac:spMk id="8" creationId="{3A42CD8B-E7C8-D2E6-CB60-EA168BDCC118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10" creationId="{762B94E8-9E92-C874-B94F-CA816E8E5609}"/>
          </ac:spMkLst>
        </pc:spChg>
        <pc:picChg chg="add mod">
          <ac:chgData name="Deepika Vatsa" userId="f7100972-27fe-4ee6-8fb4-ec9b7931b409" providerId="ADAL" clId="{6884C358-F078-41E2-B52A-C991C4377FC1}" dt="2025-07-22T09:33:58.086" v="257" actId="1076"/>
          <ac:picMkLst>
            <pc:docMk/>
            <pc:sldMk cId="4072135879" sldId="590"/>
            <ac:picMk id="9" creationId="{C356703B-A591-E735-D099-756D6F0724A1}"/>
          </ac:picMkLst>
        </pc:picChg>
        <pc:picChg chg="add mod">
          <ac:chgData name="Deepika Vatsa" userId="f7100972-27fe-4ee6-8fb4-ec9b7931b409" providerId="ADAL" clId="{6884C358-F078-41E2-B52A-C991C4377FC1}" dt="2025-07-22T09:33:59.666" v="258" actId="1076"/>
          <ac:picMkLst>
            <pc:docMk/>
            <pc:sldMk cId="4072135879" sldId="590"/>
            <ac:picMk id="11" creationId="{062F518F-DFCE-D51F-C42D-1B8DAD530657}"/>
          </ac:picMkLst>
        </pc:picChg>
        <pc:picChg chg="add mod">
          <ac:chgData name="Deepika Vatsa" userId="f7100972-27fe-4ee6-8fb4-ec9b7931b409" providerId="ADAL" clId="{6884C358-F078-41E2-B52A-C991C4377FC1}" dt="2025-07-22T09:33:56.159" v="256" actId="1076"/>
          <ac:picMkLst>
            <pc:docMk/>
            <pc:sldMk cId="4072135879" sldId="590"/>
            <ac:picMk id="12" creationId="{D688BB6C-9417-8D92-55EB-D522DC679CCF}"/>
          </ac:picMkLst>
        </pc:picChg>
        <pc:picChg chg="add mod">
          <ac:chgData name="Deepika Vatsa" userId="f7100972-27fe-4ee6-8fb4-ec9b7931b409" providerId="ADAL" clId="{6884C358-F078-41E2-B52A-C991C4377FC1}" dt="2025-07-22T09:34:03.951" v="259" actId="1076"/>
          <ac:picMkLst>
            <pc:docMk/>
            <pc:sldMk cId="4072135879" sldId="590"/>
            <ac:picMk id="13" creationId="{299DD2B6-62B2-98BD-205B-D8B8B72CDD4D}"/>
          </ac:picMkLst>
        </pc:picChg>
        <pc:cxnChg chg="add mod">
          <ac:chgData name="Deepika Vatsa" userId="f7100972-27fe-4ee6-8fb4-ec9b7931b409" providerId="ADAL" clId="{6884C358-F078-41E2-B52A-C991C4377FC1}" dt="2025-07-23T05:20:42.730" v="3429"/>
          <ac:cxnSpMkLst>
            <pc:docMk/>
            <pc:sldMk cId="4072135879" sldId="590"/>
            <ac:cxnSpMk id="3" creationId="{E868FEB9-887F-37ED-60BD-FBD1105706A2}"/>
          </ac:cxnSpMkLst>
        </pc:cxnChg>
        <pc:cxnChg chg="del">
          <ac:chgData name="Deepika Vatsa" userId="f7100972-27fe-4ee6-8fb4-ec9b7931b409" providerId="ADAL" clId="{6884C358-F078-41E2-B52A-C991C4377FC1}" dt="2025-07-23T05:20:42.313" v="3428" actId="478"/>
          <ac:cxnSpMkLst>
            <pc:docMk/>
            <pc:sldMk cId="4072135879" sldId="590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39.010" v="3427"/>
        <pc:sldMkLst>
          <pc:docMk/>
          <pc:sldMk cId="3439049211" sldId="591"/>
        </pc:sldMkLst>
        <pc:spChg chg="mod">
          <ac:chgData name="Deepika Vatsa" userId="f7100972-27fe-4ee6-8fb4-ec9b7931b409" providerId="ADAL" clId="{6884C358-F078-41E2-B52A-C991C4377FC1}" dt="2025-07-23T05:16:43.256" v="3363" actId="207"/>
          <ac:spMkLst>
            <pc:docMk/>
            <pc:sldMk cId="3439049211" sldId="591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5:45.766" v="289" actId="478"/>
          <ac:spMkLst>
            <pc:docMk/>
            <pc:sldMk cId="3439049211" sldId="591"/>
            <ac:spMk id="6" creationId="{DF1F7109-6D42-A6CD-F452-0870CFC44C57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35:51.845" v="292" actId="478"/>
          <ac:spMkLst>
            <pc:docMk/>
            <pc:sldMk cId="3439049211" sldId="591"/>
            <ac:spMk id="8" creationId="{F57D67EC-941F-047B-5B83-163A12BECBA6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10" creationId="{762B94E8-9E92-C874-B94F-CA816E8E5609}"/>
          </ac:spMkLst>
        </pc:spChg>
        <pc:spChg chg="add mod">
          <ac:chgData name="Deepika Vatsa" userId="f7100972-27fe-4ee6-8fb4-ec9b7931b409" providerId="ADAL" clId="{6884C358-F078-41E2-B52A-C991C4377FC1}" dt="2025-07-22T09:44:11.797" v="365" actId="20577"/>
          <ac:spMkLst>
            <pc:docMk/>
            <pc:sldMk cId="3439049211" sldId="591"/>
            <ac:spMk id="11" creationId="{06381CCD-359B-D8A2-1997-A5B56A02FD41}"/>
          </ac:spMkLst>
        </pc:spChg>
        <pc:cxnChg chg="add mod">
          <ac:chgData name="Deepika Vatsa" userId="f7100972-27fe-4ee6-8fb4-ec9b7931b409" providerId="ADAL" clId="{6884C358-F078-41E2-B52A-C991C4377FC1}" dt="2025-07-23T05:20:39.010" v="3427"/>
          <ac:cxnSpMkLst>
            <pc:docMk/>
            <pc:sldMk cId="3439049211" sldId="591"/>
            <ac:cxnSpMk id="3" creationId="{9FFC9232-0F3D-BF13-4461-6E51D2C9C5C7}"/>
          </ac:cxnSpMkLst>
        </pc:cxnChg>
        <pc:cxnChg chg="del">
          <ac:chgData name="Deepika Vatsa" userId="f7100972-27fe-4ee6-8fb4-ec9b7931b409" providerId="ADAL" clId="{6884C358-F078-41E2-B52A-C991C4377FC1}" dt="2025-07-23T05:20:38.614" v="3426" actId="478"/>
          <ac:cxnSpMkLst>
            <pc:docMk/>
            <pc:sldMk cId="3439049211" sldId="591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46.224" v="3431"/>
        <pc:sldMkLst>
          <pc:docMk/>
          <pc:sldMk cId="3695788924" sldId="592"/>
        </pc:sldMkLst>
        <pc:spChg chg="mod">
          <ac:chgData name="Deepika Vatsa" userId="f7100972-27fe-4ee6-8fb4-ec9b7931b409" providerId="ADAL" clId="{6884C358-F078-41E2-B52A-C991C4377FC1}" dt="2025-07-23T05:16:54.290" v="3365" actId="207"/>
          <ac:spMkLst>
            <pc:docMk/>
            <pc:sldMk cId="3695788924" sldId="592"/>
            <ac:spMk id="2" creationId="{00000000-0000-0000-0000-000000000000}"/>
          </ac:spMkLst>
        </pc:spChg>
        <pc:picChg chg="add mod">
          <ac:chgData name="Deepika Vatsa" userId="f7100972-27fe-4ee6-8fb4-ec9b7931b409" providerId="ADAL" clId="{6884C358-F078-41E2-B52A-C991C4377FC1}" dt="2025-07-22T09:47:30.119" v="427" actId="1076"/>
          <ac:picMkLst>
            <pc:docMk/>
            <pc:sldMk cId="3695788924" sldId="592"/>
            <ac:picMk id="3" creationId="{780FB1CB-F0C4-259B-45AD-974689AE136B}"/>
          </ac:picMkLst>
        </pc:picChg>
        <pc:picChg chg="del">
          <ac:chgData name="Deepika Vatsa" userId="f7100972-27fe-4ee6-8fb4-ec9b7931b409" providerId="ADAL" clId="{6884C358-F078-41E2-B52A-C991C4377FC1}" dt="2025-07-22T09:47:24.492" v="423" actId="478"/>
          <ac:picMkLst>
            <pc:docMk/>
            <pc:sldMk cId="3695788924" sldId="592"/>
            <ac:picMk id="9" creationId="{C356703B-A591-E735-D099-756D6F0724A1}"/>
          </ac:picMkLst>
        </pc:picChg>
        <pc:picChg chg="del">
          <ac:chgData name="Deepika Vatsa" userId="f7100972-27fe-4ee6-8fb4-ec9b7931b409" providerId="ADAL" clId="{6884C358-F078-41E2-B52A-C991C4377FC1}" dt="2025-07-22T09:47:25.691" v="424" actId="478"/>
          <ac:picMkLst>
            <pc:docMk/>
            <pc:sldMk cId="3695788924" sldId="592"/>
            <ac:picMk id="11" creationId="{062F518F-DFCE-D51F-C42D-1B8DAD530657}"/>
          </ac:picMkLst>
        </pc:picChg>
        <pc:picChg chg="del">
          <ac:chgData name="Deepika Vatsa" userId="f7100972-27fe-4ee6-8fb4-ec9b7931b409" providerId="ADAL" clId="{6884C358-F078-41E2-B52A-C991C4377FC1}" dt="2025-07-22T09:47:26.976" v="425" actId="478"/>
          <ac:picMkLst>
            <pc:docMk/>
            <pc:sldMk cId="3695788924" sldId="592"/>
            <ac:picMk id="12" creationId="{D688BB6C-9417-8D92-55EB-D522DC679CCF}"/>
          </ac:picMkLst>
        </pc:picChg>
        <pc:picChg chg="del">
          <ac:chgData name="Deepika Vatsa" userId="f7100972-27fe-4ee6-8fb4-ec9b7931b409" providerId="ADAL" clId="{6884C358-F078-41E2-B52A-C991C4377FC1}" dt="2025-07-22T09:47:23.157" v="422" actId="478"/>
          <ac:picMkLst>
            <pc:docMk/>
            <pc:sldMk cId="3695788924" sldId="592"/>
            <ac:picMk id="13" creationId="{299DD2B6-62B2-98BD-205B-D8B8B72CDD4D}"/>
          </ac:picMkLst>
        </pc:picChg>
        <pc:cxnChg chg="add mod">
          <ac:chgData name="Deepika Vatsa" userId="f7100972-27fe-4ee6-8fb4-ec9b7931b409" providerId="ADAL" clId="{6884C358-F078-41E2-B52A-C991C4377FC1}" dt="2025-07-23T05:20:46.224" v="3431"/>
          <ac:cxnSpMkLst>
            <pc:docMk/>
            <pc:sldMk cId="3695788924" sldId="592"/>
            <ac:cxnSpMk id="4" creationId="{3BFC784D-5408-BD0B-6DA5-62F3FD69F164}"/>
          </ac:cxnSpMkLst>
        </pc:cxnChg>
        <pc:cxnChg chg="del">
          <ac:chgData name="Deepika Vatsa" userId="f7100972-27fe-4ee6-8fb4-ec9b7931b409" providerId="ADAL" clId="{6884C358-F078-41E2-B52A-C991C4377FC1}" dt="2025-07-23T05:20:45.811" v="3430" actId="478"/>
          <ac:cxnSpMkLst>
            <pc:docMk/>
            <pc:sldMk cId="3695788924" sldId="592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54.403" v="3435"/>
        <pc:sldMkLst>
          <pc:docMk/>
          <pc:sldMk cId="1876629941" sldId="593"/>
        </pc:sldMkLst>
        <pc:spChg chg="del">
          <ac:chgData name="Deepika Vatsa" userId="f7100972-27fe-4ee6-8fb4-ec9b7931b409" providerId="ADAL" clId="{6884C358-F078-41E2-B52A-C991C4377FC1}" dt="2025-07-22T09:48:33.749" v="445" actId="478"/>
          <ac:spMkLst>
            <pc:docMk/>
            <pc:sldMk cId="1876629941" sldId="593"/>
            <ac:spMk id="4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3T05:17:03.918" v="3367" actId="207"/>
          <ac:spMkLst>
            <pc:docMk/>
            <pc:sldMk cId="1876629941" sldId="593"/>
            <ac:spMk id="8" creationId="{991BA802-3D45-4E0C-D372-BE4FFEF41DD1}"/>
          </ac:spMkLst>
        </pc:spChg>
        <pc:picChg chg="add mod">
          <ac:chgData name="Deepika Vatsa" userId="f7100972-27fe-4ee6-8fb4-ec9b7931b409" providerId="ADAL" clId="{6884C358-F078-41E2-B52A-C991C4377FC1}" dt="2025-07-22T09:48:37.216" v="446" actId="1076"/>
          <ac:picMkLst>
            <pc:docMk/>
            <pc:sldMk cId="1876629941" sldId="593"/>
            <ac:picMk id="2" creationId="{22289BA6-595C-092F-1636-E2409F3160FF}"/>
          </ac:picMkLst>
        </pc:picChg>
        <pc:picChg chg="del">
          <ac:chgData name="Deepika Vatsa" userId="f7100972-27fe-4ee6-8fb4-ec9b7931b409" providerId="ADAL" clId="{6884C358-F078-41E2-B52A-C991C4377FC1}" dt="2025-07-22T09:48:28.505" v="442" actId="478"/>
          <ac:picMkLst>
            <pc:docMk/>
            <pc:sldMk cId="1876629941" sldId="593"/>
            <ac:picMk id="11" creationId="{C4C88D64-41B1-3E23-255C-8D6CD72FE16B}"/>
          </ac:picMkLst>
        </pc:picChg>
        <pc:cxnChg chg="add mod">
          <ac:chgData name="Deepika Vatsa" userId="f7100972-27fe-4ee6-8fb4-ec9b7931b409" providerId="ADAL" clId="{6884C358-F078-41E2-B52A-C991C4377FC1}" dt="2025-07-23T05:20:54.403" v="3435"/>
          <ac:cxnSpMkLst>
            <pc:docMk/>
            <pc:sldMk cId="1876629941" sldId="593"/>
            <ac:cxnSpMk id="3" creationId="{69F5443E-C01E-3D27-219E-2E87903016D9}"/>
          </ac:cxnSpMkLst>
        </pc:cxnChg>
        <pc:cxnChg chg="del">
          <ac:chgData name="Deepika Vatsa" userId="f7100972-27fe-4ee6-8fb4-ec9b7931b409" providerId="ADAL" clId="{6884C358-F078-41E2-B52A-C991C4377FC1}" dt="2025-07-23T05:20:54.014" v="3434" actId="478"/>
          <ac:cxnSpMkLst>
            <pc:docMk/>
            <pc:sldMk cId="1876629941" sldId="593"/>
            <ac:cxnSpMk id="5" creationId="{D12CAC9D-CDF2-ED92-8F02-70DAC510318D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58.202" v="3437"/>
        <pc:sldMkLst>
          <pc:docMk/>
          <pc:sldMk cId="2583576287" sldId="594"/>
        </pc:sldMkLst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6" creationId="{306222C9-0521-EF58-FCA8-88726E3AA54A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7" creationId="{41F3D0F9-36A4-1DEC-B009-0E145E036B07}"/>
          </ac:spMkLst>
        </pc:spChg>
        <pc:spChg chg="mod">
          <ac:chgData name="Deepika Vatsa" userId="f7100972-27fe-4ee6-8fb4-ec9b7931b409" providerId="ADAL" clId="{6884C358-F078-41E2-B52A-C991C4377FC1}" dt="2025-07-23T05:17:08.699" v="3368" actId="207"/>
          <ac:spMkLst>
            <pc:docMk/>
            <pc:sldMk cId="2583576287" sldId="594"/>
            <ac:spMk id="8" creationId="{991BA802-3D45-4E0C-D372-BE4FFEF41DD1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10" creationId="{C075F099-43B8-F612-EEB7-EA60283F766E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12" creationId="{4E13DD79-D7A3-56C4-1219-626F93F20780}"/>
          </ac:spMkLst>
        </pc:spChg>
        <pc:picChg chg="del">
          <ac:chgData name="Deepika Vatsa" userId="f7100972-27fe-4ee6-8fb4-ec9b7931b409" providerId="ADAL" clId="{6884C358-F078-41E2-B52A-C991C4377FC1}" dt="2025-07-22T10:00:34.658" v="716" actId="478"/>
          <ac:picMkLst>
            <pc:docMk/>
            <pc:sldMk cId="2583576287" sldId="594"/>
            <ac:picMk id="2" creationId="{22289BA6-595C-092F-1636-E2409F3160FF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3" creationId="{236E3EE2-16FE-131B-ECBF-55568068757F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4" creationId="{9A1AD1A2-9FF8-5D81-B390-C61128637D1C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9" creationId="{8ACCF344-D431-27F4-3519-E0D1C20E073B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11" creationId="{8640DA5C-AE56-878C-7DE7-A11F9AA0475B}"/>
          </ac:picMkLst>
        </pc:picChg>
        <pc:cxnChg chg="add mod">
          <ac:chgData name="Deepika Vatsa" userId="f7100972-27fe-4ee6-8fb4-ec9b7931b409" providerId="ADAL" clId="{6884C358-F078-41E2-B52A-C991C4377FC1}" dt="2025-07-23T05:20:58.202" v="3437"/>
          <ac:cxnSpMkLst>
            <pc:docMk/>
            <pc:sldMk cId="2583576287" sldId="594"/>
            <ac:cxnSpMk id="2" creationId="{83273B41-403D-3A3C-8252-05D272C66098}"/>
          </ac:cxnSpMkLst>
        </pc:cxnChg>
        <pc:cxnChg chg="del">
          <ac:chgData name="Deepika Vatsa" userId="f7100972-27fe-4ee6-8fb4-ec9b7931b409" providerId="ADAL" clId="{6884C358-F078-41E2-B52A-C991C4377FC1}" dt="2025-07-23T05:20:57.814" v="3436" actId="478"/>
          <ac:cxnSpMkLst>
            <pc:docMk/>
            <pc:sldMk cId="2583576287" sldId="594"/>
            <ac:cxnSpMk id="5" creationId="{D12CAC9D-CDF2-ED92-8F02-70DAC510318D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13.213" v="3446"/>
        <pc:sldMkLst>
          <pc:docMk/>
          <pc:sldMk cId="3729385034" sldId="595"/>
        </pc:sldMkLst>
        <pc:spChg chg="mod">
          <ac:chgData name="Deepika Vatsa" userId="f7100972-27fe-4ee6-8fb4-ec9b7931b409" providerId="ADAL" clId="{6884C358-F078-41E2-B52A-C991C4377FC1}" dt="2025-07-23T05:17:55.758" v="3385" actId="1035"/>
          <ac:spMkLst>
            <pc:docMk/>
            <pc:sldMk cId="3729385034" sldId="595"/>
            <ac:spMk id="2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3T05:06:56.645" v="3287" actId="478"/>
          <ac:spMkLst>
            <pc:docMk/>
            <pc:sldMk cId="3729385034" sldId="595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10:05:47.046" v="768" actId="478"/>
          <ac:spMkLst>
            <pc:docMk/>
            <pc:sldMk cId="3729385034" sldId="595"/>
            <ac:spMk id="4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06:58.461" v="3288" actId="478"/>
          <ac:spMkLst>
            <pc:docMk/>
            <pc:sldMk cId="3729385034" sldId="595"/>
            <ac:spMk id="6" creationId="{595294C1-D83A-223D-E5DF-2687F4C0C4C3}"/>
          </ac:spMkLst>
        </pc:spChg>
        <pc:spChg chg="add mod">
          <ac:chgData name="Deepika Vatsa" userId="f7100972-27fe-4ee6-8fb4-ec9b7931b409" providerId="ADAL" clId="{6884C358-F078-41E2-B52A-C991C4377FC1}" dt="2025-07-23T05:07:00.405" v="3290"/>
          <ac:spMkLst>
            <pc:docMk/>
            <pc:sldMk cId="3729385034" sldId="595"/>
            <ac:spMk id="8" creationId="{07DF8378-AAD8-5F9D-5926-27ECBAD72119}"/>
          </ac:spMkLst>
        </pc:spChg>
        <pc:picChg chg="add del mod">
          <ac:chgData name="Deepika Vatsa" userId="f7100972-27fe-4ee6-8fb4-ec9b7931b409" providerId="ADAL" clId="{6884C358-F078-41E2-B52A-C991C4377FC1}" dt="2025-07-23T05:06:59.846" v="3289" actId="478"/>
          <ac:picMkLst>
            <pc:docMk/>
            <pc:sldMk cId="3729385034" sldId="595"/>
            <ac:picMk id="5" creationId="{05A945AB-0130-AB94-D6EA-8E8B4C8C69B4}"/>
          </ac:picMkLst>
        </pc:picChg>
        <pc:cxnChg chg="add mod">
          <ac:chgData name="Deepika Vatsa" userId="f7100972-27fe-4ee6-8fb4-ec9b7931b409" providerId="ADAL" clId="{6884C358-F078-41E2-B52A-C991C4377FC1}" dt="2025-07-23T05:21:13.213" v="3446"/>
          <ac:cxnSpMkLst>
            <pc:docMk/>
            <pc:sldMk cId="3729385034" sldId="595"/>
            <ac:cxnSpMk id="3" creationId="{91A758A6-68A7-3C5B-4901-273664385E64}"/>
          </ac:cxnSpMkLst>
        </pc:cxnChg>
        <pc:cxnChg chg="del">
          <ac:chgData name="Deepika Vatsa" userId="f7100972-27fe-4ee6-8fb4-ec9b7931b409" providerId="ADAL" clId="{6884C358-F078-41E2-B52A-C991C4377FC1}" dt="2025-07-23T05:21:12.833" v="3445" actId="478"/>
          <ac:cxnSpMkLst>
            <pc:docMk/>
            <pc:sldMk cId="3729385034" sldId="595"/>
            <ac:cxnSpMk id="7" creationId="{65C76CC1-B771-E13B-D742-340E1D5CAD8C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20.447" v="3450"/>
        <pc:sldMkLst>
          <pc:docMk/>
          <pc:sldMk cId="1503747669" sldId="596"/>
        </pc:sldMkLst>
        <pc:spChg chg="del">
          <ac:chgData name="Deepika Vatsa" userId="f7100972-27fe-4ee6-8fb4-ec9b7931b409" providerId="ADAL" clId="{6884C358-F078-41E2-B52A-C991C4377FC1}" dt="2025-07-23T05:18:01.094" v="3386" actId="478"/>
          <ac:spMkLst>
            <pc:docMk/>
            <pc:sldMk cId="1503747669" sldId="596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10:08:16.400" v="798" actId="27636"/>
          <ac:spMkLst>
            <pc:docMk/>
            <pc:sldMk cId="1503747669" sldId="596"/>
            <ac:spMk id="3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8:04.034" v="3387" actId="478"/>
          <ac:spMkLst>
            <pc:docMk/>
            <pc:sldMk cId="1503747669" sldId="596"/>
            <ac:spMk id="6" creationId="{F876691B-7F3C-2C15-70BC-01577E758222}"/>
          </ac:spMkLst>
        </pc:spChg>
        <pc:spChg chg="add mod">
          <ac:chgData name="Deepika Vatsa" userId="f7100972-27fe-4ee6-8fb4-ec9b7931b409" providerId="ADAL" clId="{6884C358-F078-41E2-B52A-C991C4377FC1}" dt="2025-07-23T05:18:09.803" v="3388"/>
          <ac:spMkLst>
            <pc:docMk/>
            <pc:sldMk cId="1503747669" sldId="596"/>
            <ac:spMk id="8" creationId="{FAF0F256-03EF-AA03-B292-4A3D50B362A1}"/>
          </ac:spMkLst>
        </pc:spChg>
        <pc:picChg chg="add mod">
          <ac:chgData name="Deepika Vatsa" userId="f7100972-27fe-4ee6-8fb4-ec9b7931b409" providerId="ADAL" clId="{6884C358-F078-41E2-B52A-C991C4377FC1}" dt="2025-07-22T10:08:13.823" v="796" actId="14100"/>
          <ac:picMkLst>
            <pc:docMk/>
            <pc:sldMk cId="1503747669" sldId="596"/>
            <ac:picMk id="4" creationId="{AEF005CF-B525-14E8-5F26-09F83936D256}"/>
          </ac:picMkLst>
        </pc:picChg>
        <pc:picChg chg="del">
          <ac:chgData name="Deepika Vatsa" userId="f7100972-27fe-4ee6-8fb4-ec9b7931b409" providerId="ADAL" clId="{6884C358-F078-41E2-B52A-C991C4377FC1}" dt="2025-07-22T10:07:40.420" v="793" actId="478"/>
          <ac:picMkLst>
            <pc:docMk/>
            <pc:sldMk cId="1503747669" sldId="596"/>
            <ac:picMk id="5" creationId="{05A945AB-0130-AB94-D6EA-8E8B4C8C69B4}"/>
          </ac:picMkLst>
        </pc:picChg>
        <pc:cxnChg chg="del">
          <ac:chgData name="Deepika Vatsa" userId="f7100972-27fe-4ee6-8fb4-ec9b7931b409" providerId="ADAL" clId="{6884C358-F078-41E2-B52A-C991C4377FC1}" dt="2025-07-23T05:21:20.066" v="3449" actId="478"/>
          <ac:cxnSpMkLst>
            <pc:docMk/>
            <pc:sldMk cId="1503747669" sldId="596"/>
            <ac:cxnSpMk id="7" creationId="{65C76CC1-B771-E13B-D742-340E1D5CAD8C}"/>
          </ac:cxnSpMkLst>
        </pc:cxnChg>
        <pc:cxnChg chg="add mod">
          <ac:chgData name="Deepika Vatsa" userId="f7100972-27fe-4ee6-8fb4-ec9b7931b409" providerId="ADAL" clId="{6884C358-F078-41E2-B52A-C991C4377FC1}" dt="2025-07-23T05:21:20.447" v="3450"/>
          <ac:cxnSpMkLst>
            <pc:docMk/>
            <pc:sldMk cId="1503747669" sldId="596"/>
            <ac:cxnSpMk id="9" creationId="{3A23A287-BBE3-562E-ABE0-5090EACFAE71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40.576" v="3459" actId="14100"/>
        <pc:sldMkLst>
          <pc:docMk/>
          <pc:sldMk cId="2169252664" sldId="597"/>
        </pc:sldMkLst>
        <pc:spChg chg="del">
          <ac:chgData name="Deepika Vatsa" userId="f7100972-27fe-4ee6-8fb4-ec9b7931b409" providerId="ADAL" clId="{6884C358-F078-41E2-B52A-C991C4377FC1}" dt="2025-07-23T05:18:51.798" v="3397" actId="478"/>
          <ac:spMkLst>
            <pc:docMk/>
            <pc:sldMk cId="2169252664" sldId="597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21:40.576" v="3459" actId="14100"/>
          <ac:spMkLst>
            <pc:docMk/>
            <pc:sldMk cId="2169252664" sldId="597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8:53.707" v="3398" actId="478"/>
          <ac:spMkLst>
            <pc:docMk/>
            <pc:sldMk cId="2169252664" sldId="597"/>
            <ac:spMk id="6" creationId="{53F1752F-2FDE-42D9-4D71-76064AA39AAB}"/>
          </ac:spMkLst>
        </pc:spChg>
        <pc:spChg chg="add mod">
          <ac:chgData name="Deepika Vatsa" userId="f7100972-27fe-4ee6-8fb4-ec9b7931b409" providerId="ADAL" clId="{6884C358-F078-41E2-B52A-C991C4377FC1}" dt="2025-07-23T05:18:54.461" v="3399"/>
          <ac:spMkLst>
            <pc:docMk/>
            <pc:sldMk cId="2169252664" sldId="597"/>
            <ac:spMk id="7" creationId="{3C6ACF8F-B531-BE5A-2C1D-263F00828601}"/>
          </ac:spMkLst>
        </pc:spChg>
        <pc:cxnChg chg="del">
          <ac:chgData name="Deepika Vatsa" userId="f7100972-27fe-4ee6-8fb4-ec9b7931b409" providerId="ADAL" clId="{6884C358-F078-41E2-B52A-C991C4377FC1}" dt="2025-07-23T05:21:36.683" v="3457" actId="478"/>
          <ac:cxnSpMkLst>
            <pc:docMk/>
            <pc:sldMk cId="2169252664" sldId="597"/>
            <ac:cxnSpMk id="5" creationId="{B2627C12-E6DC-37C6-3534-91290B918037}"/>
          </ac:cxnSpMkLst>
        </pc:cxnChg>
        <pc:cxnChg chg="add mod">
          <ac:chgData name="Deepika Vatsa" userId="f7100972-27fe-4ee6-8fb4-ec9b7931b409" providerId="ADAL" clId="{6884C358-F078-41E2-B52A-C991C4377FC1}" dt="2025-07-23T05:21:37.159" v="3458"/>
          <ac:cxnSpMkLst>
            <pc:docMk/>
            <pc:sldMk cId="2169252664" sldId="597"/>
            <ac:cxnSpMk id="8" creationId="{960C88F0-C429-DECE-0649-D90C3C9B4B3F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01.713" v="3413" actId="14100"/>
        <pc:sldMkLst>
          <pc:docMk/>
          <pc:sldMk cId="3506553672" sldId="598"/>
        </pc:sldMkLst>
        <pc:spChg chg="del">
          <ac:chgData name="Deepika Vatsa" userId="f7100972-27fe-4ee6-8fb4-ec9b7931b409" providerId="ADAL" clId="{6884C358-F078-41E2-B52A-C991C4377FC1}" dt="2025-07-23T05:18:58.744" v="3400" actId="478"/>
          <ac:spMkLst>
            <pc:docMk/>
            <pc:sldMk cId="3506553672" sldId="598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19:53.232" v="3412" actId="14100"/>
          <ac:spMkLst>
            <pc:docMk/>
            <pc:sldMk cId="3506553672" sldId="598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9:00.479" v="3401" actId="478"/>
          <ac:spMkLst>
            <pc:docMk/>
            <pc:sldMk cId="3506553672" sldId="598"/>
            <ac:spMk id="6" creationId="{F683307C-B106-FF61-47F6-9AF0281F23D5}"/>
          </ac:spMkLst>
        </pc:spChg>
        <pc:spChg chg="add mod">
          <ac:chgData name="Deepika Vatsa" userId="f7100972-27fe-4ee6-8fb4-ec9b7931b409" providerId="ADAL" clId="{6884C358-F078-41E2-B52A-C991C4377FC1}" dt="2025-07-23T05:19:01.147" v="3402"/>
          <ac:spMkLst>
            <pc:docMk/>
            <pc:sldMk cId="3506553672" sldId="598"/>
            <ac:spMk id="7" creationId="{E0A3D3E7-23FD-A7A2-4008-A85FD6ED147D}"/>
          </ac:spMkLst>
        </pc:spChg>
        <pc:cxnChg chg="mod">
          <ac:chgData name="Deepika Vatsa" userId="f7100972-27fe-4ee6-8fb4-ec9b7931b409" providerId="ADAL" clId="{6884C358-F078-41E2-B52A-C991C4377FC1}" dt="2025-07-23T05:20:01.713" v="3413" actId="14100"/>
          <ac:cxnSpMkLst>
            <pc:docMk/>
            <pc:sldMk cId="3506553672" sldId="598"/>
            <ac:cxnSpMk id="5" creationId="{B2627C12-E6DC-37C6-3534-91290B918037}"/>
          </ac:cxnSpMkLst>
        </pc:cxnChg>
      </pc:sldChg>
      <pc:sldChg chg="addSp delSp modSp add del mod">
        <pc:chgData name="Deepika Vatsa" userId="f7100972-27fe-4ee6-8fb4-ec9b7931b409" providerId="ADAL" clId="{6884C358-F078-41E2-B52A-C991C4377FC1}" dt="2025-07-23T05:23:59.015" v="3535" actId="47"/>
        <pc:sldMkLst>
          <pc:docMk/>
          <pc:sldMk cId="2401294685" sldId="599"/>
        </pc:sldMkLst>
        <pc:spChg chg="del">
          <ac:chgData name="Deepika Vatsa" userId="f7100972-27fe-4ee6-8fb4-ec9b7931b409" providerId="ADAL" clId="{6884C358-F078-41E2-B52A-C991C4377FC1}" dt="2025-07-23T05:14:27.661" v="3341" actId="478"/>
          <ac:spMkLst>
            <pc:docMk/>
            <pc:sldMk cId="2401294685" sldId="599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14:09.013" v="3339" actId="207"/>
          <ac:spMkLst>
            <pc:docMk/>
            <pc:sldMk cId="2401294685" sldId="599"/>
            <ac:spMk id="4" creationId="{170DDB5B-6792-55DA-AF63-9A96FA1939A3}"/>
          </ac:spMkLst>
        </pc:spChg>
        <pc:spChg chg="add del mod">
          <ac:chgData name="Deepika Vatsa" userId="f7100972-27fe-4ee6-8fb4-ec9b7931b409" providerId="ADAL" clId="{6884C358-F078-41E2-B52A-C991C4377FC1}" dt="2025-07-23T05:14:30.418" v="3342" actId="478"/>
          <ac:spMkLst>
            <pc:docMk/>
            <pc:sldMk cId="2401294685" sldId="599"/>
            <ac:spMk id="6" creationId="{4BF9E284-5898-8DDF-CE9A-3C976785F937}"/>
          </ac:spMkLst>
        </pc:spChg>
        <pc:spChg chg="add mod">
          <ac:chgData name="Deepika Vatsa" userId="f7100972-27fe-4ee6-8fb4-ec9b7931b409" providerId="ADAL" clId="{6884C358-F078-41E2-B52A-C991C4377FC1}" dt="2025-07-23T05:14:30.951" v="3343"/>
          <ac:spMkLst>
            <pc:docMk/>
            <pc:sldMk cId="2401294685" sldId="599"/>
            <ac:spMk id="7" creationId="{0119B940-AB8B-E340-E8DC-D2BDFC2C2C8E}"/>
          </ac:spMkLst>
        </pc:spChg>
      </pc:sldChg>
      <pc:sldChg chg="addSp delSp modSp add del mod">
        <pc:chgData name="Deepika Vatsa" userId="f7100972-27fe-4ee6-8fb4-ec9b7931b409" providerId="ADAL" clId="{6884C358-F078-41E2-B52A-C991C4377FC1}" dt="2025-07-23T05:24:38.241" v="3543" actId="2696"/>
        <pc:sldMkLst>
          <pc:docMk/>
          <pc:sldMk cId="3029789361" sldId="600"/>
        </pc:sldMkLst>
        <pc:spChg chg="del">
          <ac:chgData name="Deepika Vatsa" userId="f7100972-27fe-4ee6-8fb4-ec9b7931b409" providerId="ADAL" clId="{6884C358-F078-41E2-B52A-C991C4377FC1}" dt="2025-07-23T05:14:36.566" v="3344" actId="478"/>
          <ac:spMkLst>
            <pc:docMk/>
            <pc:sldMk cId="3029789361" sldId="600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14:14.965" v="3340" actId="207"/>
          <ac:spMkLst>
            <pc:docMk/>
            <pc:sldMk cId="3029789361" sldId="600"/>
            <ac:spMk id="4" creationId="{170DDB5B-6792-55DA-AF63-9A96FA1939A3}"/>
          </ac:spMkLst>
        </pc:spChg>
        <pc:spChg chg="add del mod">
          <ac:chgData name="Deepika Vatsa" userId="f7100972-27fe-4ee6-8fb4-ec9b7931b409" providerId="ADAL" clId="{6884C358-F078-41E2-B52A-C991C4377FC1}" dt="2025-07-23T05:14:38.530" v="3345" actId="478"/>
          <ac:spMkLst>
            <pc:docMk/>
            <pc:sldMk cId="3029789361" sldId="600"/>
            <ac:spMk id="6" creationId="{F02D243D-009C-3431-8226-38FDB17887B5}"/>
          </ac:spMkLst>
        </pc:spChg>
        <pc:spChg chg="add mod">
          <ac:chgData name="Deepika Vatsa" userId="f7100972-27fe-4ee6-8fb4-ec9b7931b409" providerId="ADAL" clId="{6884C358-F078-41E2-B52A-C991C4377FC1}" dt="2025-07-23T05:14:39.434" v="3346"/>
          <ac:spMkLst>
            <pc:docMk/>
            <pc:sldMk cId="3029789361" sldId="600"/>
            <ac:spMk id="7" creationId="{BC661B70-CCBE-C4A5-04AC-7FA70FCEB17A}"/>
          </ac:spMkLst>
        </pc:spChg>
      </pc:sldChg>
      <pc:sldChg chg="modSp add del mod">
        <pc:chgData name="Deepika Vatsa" userId="f7100972-27fe-4ee6-8fb4-ec9b7931b409" providerId="ADAL" clId="{6884C358-F078-41E2-B52A-C991C4377FC1}" dt="2025-07-22T10:45:47.780" v="2494" actId="47"/>
        <pc:sldMkLst>
          <pc:docMk/>
          <pc:sldMk cId="4257758956" sldId="600"/>
        </pc:sldMkLst>
        <pc:spChg chg="mod">
          <ac:chgData name="Deepika Vatsa" userId="f7100972-27fe-4ee6-8fb4-ec9b7931b409" providerId="ADAL" clId="{6884C358-F078-41E2-B52A-C991C4377FC1}" dt="2025-07-22T10:45:15.158" v="2478" actId="12"/>
          <ac:spMkLst>
            <pc:docMk/>
            <pc:sldMk cId="4257758956" sldId="600"/>
            <ac:spMk id="4" creationId="{170DDB5B-6792-55DA-AF63-9A96FA1939A3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0:34.530" v="3425"/>
        <pc:sldMkLst>
          <pc:docMk/>
          <pc:sldMk cId="3239011490" sldId="601"/>
        </pc:sldMkLst>
        <pc:spChg chg="mod">
          <ac:chgData name="Deepika Vatsa" userId="f7100972-27fe-4ee6-8fb4-ec9b7931b409" providerId="ADAL" clId="{6884C358-F078-41E2-B52A-C991C4377FC1}" dt="2025-07-23T05:16:36.510" v="3362" actId="207"/>
          <ac:spMkLst>
            <pc:docMk/>
            <pc:sldMk cId="3239011490" sldId="601"/>
            <ac:spMk id="2" creationId="{00000000-0000-0000-0000-000000000000}"/>
          </ac:spMkLst>
        </pc:spChg>
        <pc:cxnChg chg="add mod">
          <ac:chgData name="Deepika Vatsa" userId="f7100972-27fe-4ee6-8fb4-ec9b7931b409" providerId="ADAL" clId="{6884C358-F078-41E2-B52A-C991C4377FC1}" dt="2025-07-23T05:20:34.530" v="3425"/>
          <ac:cxnSpMkLst>
            <pc:docMk/>
            <pc:sldMk cId="3239011490" sldId="601"/>
            <ac:cxnSpMk id="4" creationId="{7B9879F7-3A1D-F2AB-DE14-AC3E9F018ECD}"/>
          </ac:cxnSpMkLst>
        </pc:cxnChg>
        <pc:cxnChg chg="del">
          <ac:chgData name="Deepika Vatsa" userId="f7100972-27fe-4ee6-8fb4-ec9b7931b409" providerId="ADAL" clId="{6884C358-F078-41E2-B52A-C991C4377FC1}" dt="2025-07-23T05:20:34.151" v="3424" actId="478"/>
          <ac:cxnSpMkLst>
            <pc:docMk/>
            <pc:sldMk cId="3239011490" sldId="601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20.639" v="3419"/>
        <pc:sldMkLst>
          <pc:docMk/>
          <pc:sldMk cId="2717130231" sldId="602"/>
        </pc:sldMkLst>
        <pc:spChg chg="del">
          <ac:chgData name="Deepika Vatsa" userId="f7100972-27fe-4ee6-8fb4-ec9b7931b409" providerId="ADAL" clId="{6884C358-F078-41E2-B52A-C991C4377FC1}" dt="2025-07-23T05:16:01.154" v="3352" actId="478"/>
          <ac:spMkLst>
            <pc:docMk/>
            <pc:sldMk cId="2717130231" sldId="602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6:02.768" v="3353" actId="478"/>
          <ac:spMkLst>
            <pc:docMk/>
            <pc:sldMk cId="2717130231" sldId="602"/>
            <ac:spMk id="6" creationId="{6DA9A92D-8D82-3D24-F90E-F548CACC3B08}"/>
          </ac:spMkLst>
        </pc:spChg>
        <pc:spChg chg="add mod">
          <ac:chgData name="Deepika Vatsa" userId="f7100972-27fe-4ee6-8fb4-ec9b7931b409" providerId="ADAL" clId="{6884C358-F078-41E2-B52A-C991C4377FC1}" dt="2025-07-23T05:16:25.734" v="3359"/>
          <ac:spMkLst>
            <pc:docMk/>
            <pc:sldMk cId="2717130231" sldId="602"/>
            <ac:spMk id="7" creationId="{7F4B3C9C-EE6F-0BBC-A1B2-DCB27147AC1C}"/>
          </ac:spMkLst>
        </pc:spChg>
        <pc:spChg chg="mod">
          <ac:chgData name="Deepika Vatsa" userId="f7100972-27fe-4ee6-8fb4-ec9b7931b409" providerId="ADAL" clId="{6884C358-F078-41E2-B52A-C991C4377FC1}" dt="2025-07-22T10:58:01.962" v="3168" actId="113"/>
          <ac:spMkLst>
            <pc:docMk/>
            <pc:sldMk cId="2717130231" sldId="602"/>
            <ac:spMk id="13" creationId="{05B054CE-66A9-69B7-25DF-5E63A7E7226F}"/>
          </ac:spMkLst>
        </pc:spChg>
        <pc:graphicFrameChg chg="add mod modGraphic">
          <ac:chgData name="Deepika Vatsa" userId="f7100972-27fe-4ee6-8fb4-ec9b7931b409" providerId="ADAL" clId="{6884C358-F078-41E2-B52A-C991C4377FC1}" dt="2025-07-22T10:56:57.073" v="3131" actId="20577"/>
          <ac:graphicFrameMkLst>
            <pc:docMk/>
            <pc:sldMk cId="2717130231" sldId="602"/>
            <ac:graphicFrameMk id="3" creationId="{26447246-77A9-0BA0-DDC4-AA7139BF3CBE}"/>
          </ac:graphicFrameMkLst>
        </pc:graphicFrameChg>
        <pc:graphicFrameChg chg="del">
          <ac:chgData name="Deepika Vatsa" userId="f7100972-27fe-4ee6-8fb4-ec9b7931b409" providerId="ADAL" clId="{6884C358-F078-41E2-B52A-C991C4377FC1}" dt="2025-07-22T10:56:05.332" v="3064" actId="478"/>
          <ac:graphicFrameMkLst>
            <pc:docMk/>
            <pc:sldMk cId="2717130231" sldId="602"/>
            <ac:graphicFrameMk id="14" creationId="{15B9210D-0693-05A9-B8B7-394487320ED6}"/>
          </ac:graphicFrameMkLst>
        </pc:graphicFrameChg>
        <pc:cxnChg chg="del">
          <ac:chgData name="Deepika Vatsa" userId="f7100972-27fe-4ee6-8fb4-ec9b7931b409" providerId="ADAL" clId="{6884C358-F078-41E2-B52A-C991C4377FC1}" dt="2025-07-23T05:20:20.177" v="3418" actId="478"/>
          <ac:cxnSpMkLst>
            <pc:docMk/>
            <pc:sldMk cId="2717130231" sldId="602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20.639" v="3419"/>
          <ac:cxnSpMkLst>
            <pc:docMk/>
            <pc:sldMk cId="2717130231" sldId="602"/>
            <ac:cxnSpMk id="8" creationId="{7D162270-8EA5-1790-83F3-A4F9A126E8B1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26.685" v="3421"/>
        <pc:sldMkLst>
          <pc:docMk/>
          <pc:sldMk cId="1266594393" sldId="603"/>
        </pc:sldMkLst>
        <pc:spChg chg="del">
          <ac:chgData name="Deepika Vatsa" userId="f7100972-27fe-4ee6-8fb4-ec9b7931b409" providerId="ADAL" clId="{6884C358-F078-41E2-B52A-C991C4377FC1}" dt="2025-07-23T05:16:06.563" v="3354" actId="478"/>
          <ac:spMkLst>
            <pc:docMk/>
            <pc:sldMk cId="1266594393" sldId="603"/>
            <ac:spMk id="2" creationId="{00000000-0000-0000-0000-000000000000}"/>
          </ac:spMkLst>
        </pc:spChg>
        <pc:spChg chg="add mod">
          <ac:chgData name="Deepika Vatsa" userId="f7100972-27fe-4ee6-8fb4-ec9b7931b409" providerId="ADAL" clId="{6884C358-F078-41E2-B52A-C991C4377FC1}" dt="2025-07-22T10:57:48.108" v="3164" actId="14100"/>
          <ac:spMkLst>
            <pc:docMk/>
            <pc:sldMk cId="1266594393" sldId="603"/>
            <ac:spMk id="4" creationId="{1AD143D5-787C-C1A5-C997-9EC0616525DF}"/>
          </ac:spMkLst>
        </pc:spChg>
        <pc:spChg chg="add del mod">
          <ac:chgData name="Deepika Vatsa" userId="f7100972-27fe-4ee6-8fb4-ec9b7931b409" providerId="ADAL" clId="{6884C358-F078-41E2-B52A-C991C4377FC1}" dt="2025-07-23T05:16:08.217" v="3355" actId="478"/>
          <ac:spMkLst>
            <pc:docMk/>
            <pc:sldMk cId="1266594393" sldId="603"/>
            <ac:spMk id="6" creationId="{A74DC710-992E-573C-40A0-556A16BC3A75}"/>
          </ac:spMkLst>
        </pc:spChg>
        <pc:spChg chg="add mod">
          <ac:chgData name="Deepika Vatsa" userId="f7100972-27fe-4ee6-8fb4-ec9b7931b409" providerId="ADAL" clId="{6884C358-F078-41E2-B52A-C991C4377FC1}" dt="2025-07-23T05:16:27.514" v="3360"/>
          <ac:spMkLst>
            <pc:docMk/>
            <pc:sldMk cId="1266594393" sldId="603"/>
            <ac:spMk id="7" creationId="{1B3062FA-2CD8-A930-87D2-86A160AADA8E}"/>
          </ac:spMkLst>
        </pc:spChg>
        <pc:spChg chg="mod">
          <ac:chgData name="Deepika Vatsa" userId="f7100972-27fe-4ee6-8fb4-ec9b7931b409" providerId="ADAL" clId="{6884C358-F078-41E2-B52A-C991C4377FC1}" dt="2025-07-22T10:57:56.910" v="3167" actId="113"/>
          <ac:spMkLst>
            <pc:docMk/>
            <pc:sldMk cId="1266594393" sldId="603"/>
            <ac:spMk id="13" creationId="{05B054CE-66A9-69B7-25DF-5E63A7E7226F}"/>
          </ac:spMkLst>
        </pc:spChg>
        <pc:graphicFrameChg chg="del">
          <ac:chgData name="Deepika Vatsa" userId="f7100972-27fe-4ee6-8fb4-ec9b7931b409" providerId="ADAL" clId="{6884C358-F078-41E2-B52A-C991C4377FC1}" dt="2025-07-22T10:57:41.042" v="3162" actId="478"/>
          <ac:graphicFrameMkLst>
            <pc:docMk/>
            <pc:sldMk cId="1266594393" sldId="603"/>
            <ac:graphicFrameMk id="3" creationId="{26447246-77A9-0BA0-DDC4-AA7139BF3CBE}"/>
          </ac:graphicFrameMkLst>
        </pc:graphicFrameChg>
        <pc:cxnChg chg="del">
          <ac:chgData name="Deepika Vatsa" userId="f7100972-27fe-4ee6-8fb4-ec9b7931b409" providerId="ADAL" clId="{6884C358-F078-41E2-B52A-C991C4377FC1}" dt="2025-07-23T05:20:26.229" v="3420" actId="478"/>
          <ac:cxnSpMkLst>
            <pc:docMk/>
            <pc:sldMk cId="1266594393" sldId="603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26.685" v="3421"/>
          <ac:cxnSpMkLst>
            <pc:docMk/>
            <pc:sldMk cId="1266594393" sldId="603"/>
            <ac:cxnSpMk id="8" creationId="{A1395F78-30F5-3937-9A59-67E864B7EFC0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16.708" v="3417"/>
        <pc:sldMkLst>
          <pc:docMk/>
          <pc:sldMk cId="4255891347" sldId="604"/>
        </pc:sldMkLst>
        <pc:spChg chg="del">
          <ac:chgData name="Deepika Vatsa" userId="f7100972-27fe-4ee6-8fb4-ec9b7931b409" providerId="ADAL" clId="{6884C358-F078-41E2-B52A-C991C4377FC1}" dt="2025-07-23T05:15:55.831" v="3350" actId="478"/>
          <ac:spMkLst>
            <pc:docMk/>
            <pc:sldMk cId="4255891347" sldId="604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5:57.713" v="3351" actId="478"/>
          <ac:spMkLst>
            <pc:docMk/>
            <pc:sldMk cId="4255891347" sldId="604"/>
            <ac:spMk id="4" creationId="{1E8C311E-5024-0A5C-ADB3-9DF8A67D3DAA}"/>
          </ac:spMkLst>
        </pc:spChg>
        <pc:spChg chg="add mod">
          <ac:chgData name="Deepika Vatsa" userId="f7100972-27fe-4ee6-8fb4-ec9b7931b409" providerId="ADAL" clId="{6884C358-F078-41E2-B52A-C991C4377FC1}" dt="2025-07-23T05:16:23.931" v="3358"/>
          <ac:spMkLst>
            <pc:docMk/>
            <pc:sldMk cId="4255891347" sldId="604"/>
            <ac:spMk id="6" creationId="{2026D996-90C4-3C12-B2E6-96092CF25C70}"/>
          </ac:spMkLst>
        </pc:spChg>
        <pc:spChg chg="mod">
          <ac:chgData name="Deepika Vatsa" userId="f7100972-27fe-4ee6-8fb4-ec9b7931b409" providerId="ADAL" clId="{6884C358-F078-41E2-B52A-C991C4377FC1}" dt="2025-07-22T10:58:35.306" v="3177" actId="6549"/>
          <ac:spMkLst>
            <pc:docMk/>
            <pc:sldMk cId="4255891347" sldId="604"/>
            <ac:spMk id="13" creationId="{05B054CE-66A9-69B7-25DF-5E63A7E7226F}"/>
          </ac:spMkLst>
        </pc:spChg>
        <pc:graphicFrameChg chg="mod modGraphic">
          <ac:chgData name="Deepika Vatsa" userId="f7100972-27fe-4ee6-8fb4-ec9b7931b409" providerId="ADAL" clId="{6884C358-F078-41E2-B52A-C991C4377FC1}" dt="2025-07-22T10:58:54.235" v="3183" actId="14100"/>
          <ac:graphicFrameMkLst>
            <pc:docMk/>
            <pc:sldMk cId="4255891347" sldId="604"/>
            <ac:graphicFrameMk id="14" creationId="{15B9210D-0693-05A9-B8B7-394487320ED6}"/>
          </ac:graphicFrameMkLst>
        </pc:graphicFrameChg>
        <pc:cxnChg chg="del">
          <ac:chgData name="Deepika Vatsa" userId="f7100972-27fe-4ee6-8fb4-ec9b7931b409" providerId="ADAL" clId="{6884C358-F078-41E2-B52A-C991C4377FC1}" dt="2025-07-23T05:20:16.121" v="3416" actId="478"/>
          <ac:cxnSpMkLst>
            <pc:docMk/>
            <pc:sldMk cId="4255891347" sldId="604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16.708" v="3417"/>
          <ac:cxnSpMkLst>
            <pc:docMk/>
            <pc:sldMk cId="4255891347" sldId="604"/>
            <ac:cxnSpMk id="7" creationId="{B773A36C-D68E-6E7D-095A-1EC7008C66FA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31.431" v="3423"/>
        <pc:sldMkLst>
          <pc:docMk/>
          <pc:sldMk cId="3000343820" sldId="605"/>
        </pc:sldMkLst>
        <pc:spChg chg="del">
          <ac:chgData name="Deepika Vatsa" userId="f7100972-27fe-4ee6-8fb4-ec9b7931b409" providerId="ADAL" clId="{6884C358-F078-41E2-B52A-C991C4377FC1}" dt="2025-07-23T05:16:13.022" v="3356" actId="478"/>
          <ac:spMkLst>
            <pc:docMk/>
            <pc:sldMk cId="3000343820" sldId="605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10:59:47.754" v="3207" actId="478"/>
          <ac:spMkLst>
            <pc:docMk/>
            <pc:sldMk cId="3000343820" sldId="605"/>
            <ac:spMk id="4" creationId="{1AD143D5-787C-C1A5-C997-9EC0616525DF}"/>
          </ac:spMkLst>
        </pc:spChg>
        <pc:spChg chg="add del mod">
          <ac:chgData name="Deepika Vatsa" userId="f7100972-27fe-4ee6-8fb4-ec9b7931b409" providerId="ADAL" clId="{6884C358-F078-41E2-B52A-C991C4377FC1}" dt="2025-07-23T05:16:14.811" v="3357" actId="478"/>
          <ac:spMkLst>
            <pc:docMk/>
            <pc:sldMk cId="3000343820" sldId="605"/>
            <ac:spMk id="4" creationId="{A81EBE12-917F-1A39-1B38-85449C2DC81C}"/>
          </ac:spMkLst>
        </pc:spChg>
        <pc:spChg chg="add del">
          <ac:chgData name="Deepika Vatsa" userId="f7100972-27fe-4ee6-8fb4-ec9b7931b409" providerId="ADAL" clId="{6884C358-F078-41E2-B52A-C991C4377FC1}" dt="2025-07-22T10:59:53.735" v="3211" actId="22"/>
          <ac:spMkLst>
            <pc:docMk/>
            <pc:sldMk cId="3000343820" sldId="605"/>
            <ac:spMk id="6" creationId="{254E2835-DAB1-3E5B-5251-BEF951804D79}"/>
          </ac:spMkLst>
        </pc:spChg>
        <pc:spChg chg="add mod">
          <ac:chgData name="Deepika Vatsa" userId="f7100972-27fe-4ee6-8fb4-ec9b7931b409" providerId="ADAL" clId="{6884C358-F078-41E2-B52A-C991C4377FC1}" dt="2025-07-23T05:16:30.424" v="3361"/>
          <ac:spMkLst>
            <pc:docMk/>
            <pc:sldMk cId="3000343820" sldId="605"/>
            <ac:spMk id="6" creationId="{2D09E08D-CF06-9310-2372-85E7B1DBB6F3}"/>
          </ac:spMkLst>
        </pc:spChg>
        <pc:spChg chg="add del">
          <ac:chgData name="Deepika Vatsa" userId="f7100972-27fe-4ee6-8fb4-ec9b7931b409" providerId="ADAL" clId="{6884C358-F078-41E2-B52A-C991C4377FC1}" dt="2025-07-22T10:59:55.017" v="3213" actId="22"/>
          <ac:spMkLst>
            <pc:docMk/>
            <pc:sldMk cId="3000343820" sldId="605"/>
            <ac:spMk id="8" creationId="{46282A04-E2EF-5990-7C9A-2482B8F88DE8}"/>
          </ac:spMkLst>
        </pc:spChg>
        <pc:spChg chg="add mod">
          <ac:chgData name="Deepika Vatsa" userId="f7100972-27fe-4ee6-8fb4-ec9b7931b409" providerId="ADAL" clId="{6884C358-F078-41E2-B52A-C991C4377FC1}" dt="2025-07-22T11:00:31.477" v="3250" actId="20577"/>
          <ac:spMkLst>
            <pc:docMk/>
            <pc:sldMk cId="3000343820" sldId="605"/>
            <ac:spMk id="10" creationId="{1A9471B8-64B2-EEE3-8FEC-CB7C57B99638}"/>
          </ac:spMkLst>
        </pc:spChg>
        <pc:spChg chg="mod">
          <ac:chgData name="Deepika Vatsa" userId="f7100972-27fe-4ee6-8fb4-ec9b7931b409" providerId="ADAL" clId="{6884C358-F078-41E2-B52A-C991C4377FC1}" dt="2025-07-22T10:59:19.150" v="3206" actId="20577"/>
          <ac:spMkLst>
            <pc:docMk/>
            <pc:sldMk cId="3000343820" sldId="605"/>
            <ac:spMk id="13" creationId="{05B054CE-66A9-69B7-25DF-5E63A7E7226F}"/>
          </ac:spMkLst>
        </pc:spChg>
        <pc:cxnChg chg="del">
          <ac:chgData name="Deepika Vatsa" userId="f7100972-27fe-4ee6-8fb4-ec9b7931b409" providerId="ADAL" clId="{6884C358-F078-41E2-B52A-C991C4377FC1}" dt="2025-07-23T05:20:30.996" v="3422" actId="478"/>
          <ac:cxnSpMkLst>
            <pc:docMk/>
            <pc:sldMk cId="3000343820" sldId="605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31.431" v="3423"/>
          <ac:cxnSpMkLst>
            <pc:docMk/>
            <pc:sldMk cId="3000343820" sldId="605"/>
            <ac:cxnSpMk id="7" creationId="{CB25073D-C8BF-4164-65B6-5B1D7B263018}"/>
          </ac:cxnSpMkLst>
        </pc:cxnChg>
      </pc:sldChg>
      <pc:sldChg chg="addSp delSp modSp add del mod">
        <pc:chgData name="Deepika Vatsa" userId="f7100972-27fe-4ee6-8fb4-ec9b7931b409" providerId="ADAL" clId="{6884C358-F078-41E2-B52A-C991C4377FC1}" dt="2025-07-23T05:07:03.568" v="3291" actId="2696"/>
        <pc:sldMkLst>
          <pc:docMk/>
          <pc:sldMk cId="1302649209" sldId="606"/>
        </pc:sldMkLst>
        <pc:spChg chg="mod">
          <ac:chgData name="Deepika Vatsa" userId="f7100972-27fe-4ee6-8fb4-ec9b7931b409" providerId="ADAL" clId="{6884C358-F078-41E2-B52A-C991C4377FC1}" dt="2025-07-23T05:06:38.842" v="3285" actId="1076"/>
          <ac:spMkLst>
            <pc:docMk/>
            <pc:sldMk cId="1302649209" sldId="606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3T05:06:11.168" v="3261" actId="478"/>
          <ac:spMkLst>
            <pc:docMk/>
            <pc:sldMk cId="1302649209" sldId="606"/>
            <ac:spMk id="3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06:14.218" v="3262" actId="478"/>
          <ac:spMkLst>
            <pc:docMk/>
            <pc:sldMk cId="1302649209" sldId="606"/>
            <ac:spMk id="6" creationId="{64114871-2460-BE07-A433-A6AA220B5F2C}"/>
          </ac:spMkLst>
        </pc:spChg>
        <pc:spChg chg="add mod">
          <ac:chgData name="Deepika Vatsa" userId="f7100972-27fe-4ee6-8fb4-ec9b7931b409" providerId="ADAL" clId="{6884C358-F078-41E2-B52A-C991C4377FC1}" dt="2025-07-23T05:06:14.889" v="3263"/>
          <ac:spMkLst>
            <pc:docMk/>
            <pc:sldMk cId="1302649209" sldId="606"/>
            <ac:spMk id="7" creationId="{4046B1BD-32BF-94BB-A445-155DB489242D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1:16.949" v="3448"/>
        <pc:sldMkLst>
          <pc:docMk/>
          <pc:sldMk cId="1265168596" sldId="607"/>
        </pc:sldMkLst>
        <pc:spChg chg="del">
          <ac:chgData name="Deepika Vatsa" userId="f7100972-27fe-4ee6-8fb4-ec9b7931b409" providerId="ADAL" clId="{6884C358-F078-41E2-B52A-C991C4377FC1}" dt="2025-07-23T05:17:39.628" v="3374" actId="478"/>
          <ac:spMkLst>
            <pc:docMk/>
            <pc:sldMk cId="1265168596" sldId="607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7:44.285" v="3376" actId="478"/>
          <ac:spMkLst>
            <pc:docMk/>
            <pc:sldMk cId="1265168596" sldId="607"/>
            <ac:spMk id="6" creationId="{C07E118B-1667-38AE-C2DA-C21278B87F83}"/>
          </ac:spMkLst>
        </pc:spChg>
        <pc:spChg chg="add mod">
          <ac:chgData name="Deepika Vatsa" userId="f7100972-27fe-4ee6-8fb4-ec9b7931b409" providerId="ADAL" clId="{6884C358-F078-41E2-B52A-C991C4377FC1}" dt="2025-07-23T05:17:49.187" v="3380" actId="1035"/>
          <ac:spMkLst>
            <pc:docMk/>
            <pc:sldMk cId="1265168596" sldId="607"/>
            <ac:spMk id="8" creationId="{28EA11DA-6FAE-4A30-1A45-D904D110690C}"/>
          </ac:spMkLst>
        </pc:spChg>
        <pc:cxnChg chg="del">
          <ac:chgData name="Deepika Vatsa" userId="f7100972-27fe-4ee6-8fb4-ec9b7931b409" providerId="ADAL" clId="{6884C358-F078-41E2-B52A-C991C4377FC1}" dt="2025-07-23T05:21:16.564" v="3447" actId="478"/>
          <ac:cxnSpMkLst>
            <pc:docMk/>
            <pc:sldMk cId="1265168596" sldId="607"/>
            <ac:cxnSpMk id="7" creationId="{65C76CC1-B771-E13B-D742-340E1D5CAD8C}"/>
          </ac:cxnSpMkLst>
        </pc:cxnChg>
        <pc:cxnChg chg="add mod">
          <ac:chgData name="Deepika Vatsa" userId="f7100972-27fe-4ee6-8fb4-ec9b7931b409" providerId="ADAL" clId="{6884C358-F078-41E2-B52A-C991C4377FC1}" dt="2025-07-23T05:21:16.949" v="3448"/>
          <ac:cxnSpMkLst>
            <pc:docMk/>
            <pc:sldMk cId="1265168596" sldId="607"/>
            <ac:cxnSpMk id="9" creationId="{8EEBD2E5-74AB-4847-0D3D-942182177146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2:26.150" v="3493" actId="14100"/>
        <pc:sldMkLst>
          <pc:docMk/>
          <pc:sldMk cId="3320274339" sldId="608"/>
        </pc:sldMkLst>
        <pc:spChg chg="del">
          <ac:chgData name="Deepika Vatsa" userId="f7100972-27fe-4ee6-8fb4-ec9b7931b409" providerId="ADAL" clId="{6884C358-F078-41E2-B52A-C991C4377FC1}" dt="2025-07-23T05:11:34.839" v="3297" actId="478"/>
          <ac:spMkLst>
            <pc:docMk/>
            <pc:sldMk cId="3320274339" sldId="608"/>
            <ac:spMk id="2" creationId="{3EA993F1-7D74-5A35-94E0-755C8170DDD2}"/>
          </ac:spMkLst>
        </pc:spChg>
        <pc:spChg chg="del">
          <ac:chgData name="Deepika Vatsa" userId="f7100972-27fe-4ee6-8fb4-ec9b7931b409" providerId="ADAL" clId="{6884C358-F078-41E2-B52A-C991C4377FC1}" dt="2025-07-23T05:12:10.700" v="3318" actId="478"/>
          <ac:spMkLst>
            <pc:docMk/>
            <pc:sldMk cId="3320274339" sldId="608"/>
            <ac:spMk id="4" creationId="{C7E4D45C-A04E-4FD8-8E36-9127F8599888}"/>
          </ac:spMkLst>
        </pc:spChg>
        <pc:spChg chg="add del mod">
          <ac:chgData name="Deepika Vatsa" userId="f7100972-27fe-4ee6-8fb4-ec9b7931b409" providerId="ADAL" clId="{6884C358-F078-41E2-B52A-C991C4377FC1}" dt="2025-07-23T05:11:36.519" v="3298" actId="478"/>
          <ac:spMkLst>
            <pc:docMk/>
            <pc:sldMk cId="3320274339" sldId="608"/>
            <ac:spMk id="6" creationId="{EE908AC3-623C-CC58-D78A-A0D84DBEB9D0}"/>
          </ac:spMkLst>
        </pc:spChg>
        <pc:spChg chg="add mod">
          <ac:chgData name="Deepika Vatsa" userId="f7100972-27fe-4ee6-8fb4-ec9b7931b409" providerId="ADAL" clId="{6884C358-F078-41E2-B52A-C991C4377FC1}" dt="2025-07-23T05:22:15.127" v="3486" actId="1038"/>
          <ac:spMkLst>
            <pc:docMk/>
            <pc:sldMk cId="3320274339" sldId="608"/>
            <ac:spMk id="7" creationId="{F26712D0-C7B9-7F0F-CF59-812A62A6D723}"/>
          </ac:spMkLst>
        </pc:spChg>
        <pc:spChg chg="add mod">
          <ac:chgData name="Deepika Vatsa" userId="f7100972-27fe-4ee6-8fb4-ec9b7931b409" providerId="ADAL" clId="{6884C358-F078-41E2-B52A-C991C4377FC1}" dt="2025-07-23T05:22:26.150" v="3493" actId="14100"/>
          <ac:spMkLst>
            <pc:docMk/>
            <pc:sldMk cId="3320274339" sldId="608"/>
            <ac:spMk id="8" creationId="{B7CEB9D0-5895-DF81-7B8D-8329D77D5609}"/>
          </ac:spMkLst>
        </pc:spChg>
        <pc:cxnChg chg="del">
          <ac:chgData name="Deepika Vatsa" userId="f7100972-27fe-4ee6-8fb4-ec9b7931b409" providerId="ADAL" clId="{6884C358-F078-41E2-B52A-C991C4377FC1}" dt="2025-07-23T05:22:00.981" v="3464" actId="478"/>
          <ac:cxnSpMkLst>
            <pc:docMk/>
            <pc:sldMk cId="3320274339" sldId="608"/>
            <ac:cxnSpMk id="5" creationId="{EA92F9DF-D5D8-49B1-F8B9-EDE5C89C9DF6}"/>
          </ac:cxnSpMkLst>
        </pc:cxnChg>
        <pc:cxnChg chg="add mod">
          <ac:chgData name="Deepika Vatsa" userId="f7100972-27fe-4ee6-8fb4-ec9b7931b409" providerId="ADAL" clId="{6884C358-F078-41E2-B52A-C991C4377FC1}" dt="2025-07-23T05:22:19.189" v="3491" actId="1037"/>
          <ac:cxnSpMkLst>
            <pc:docMk/>
            <pc:sldMk cId="3320274339" sldId="608"/>
            <ac:cxnSpMk id="9" creationId="{7EE1F82B-D051-1DEB-01A1-439392556DE4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2:41.271" v="3515" actId="1038"/>
        <pc:sldMkLst>
          <pc:docMk/>
          <pc:sldMk cId="2282133231" sldId="609"/>
        </pc:sldMkLst>
        <pc:spChg chg="mod">
          <ac:chgData name="Deepika Vatsa" userId="f7100972-27fe-4ee6-8fb4-ec9b7931b409" providerId="ADAL" clId="{6884C358-F078-41E2-B52A-C991C4377FC1}" dt="2025-07-23T05:22:41.271" v="3515" actId="1038"/>
          <ac:spMkLst>
            <pc:docMk/>
            <pc:sldMk cId="2282133231" sldId="609"/>
            <ac:spMk id="7" creationId="{F26712D0-C7B9-7F0F-CF59-812A62A6D723}"/>
          </ac:spMkLst>
        </pc:spChg>
        <pc:spChg chg="del">
          <ac:chgData name="Deepika Vatsa" userId="f7100972-27fe-4ee6-8fb4-ec9b7931b409" providerId="ADAL" clId="{6884C358-F078-41E2-B52A-C991C4377FC1}" dt="2025-07-23T05:13:17.945" v="3329" actId="478"/>
          <ac:spMkLst>
            <pc:docMk/>
            <pc:sldMk cId="2282133231" sldId="609"/>
            <ac:spMk id="8" creationId="{B7CEB9D0-5895-DF81-7B8D-8329D77D5609}"/>
          </ac:spMkLst>
        </pc:spChg>
        <pc:picChg chg="add mod">
          <ac:chgData name="Deepika Vatsa" userId="f7100972-27fe-4ee6-8fb4-ec9b7931b409" providerId="ADAL" clId="{6884C358-F078-41E2-B52A-C991C4377FC1}" dt="2025-07-23T05:13:18.601" v="3330"/>
          <ac:picMkLst>
            <pc:docMk/>
            <pc:sldMk cId="2282133231" sldId="609"/>
            <ac:picMk id="2" creationId="{F1D8BFBF-228E-E666-F268-C467FD154A6B}"/>
          </ac:picMkLst>
        </pc:picChg>
        <pc:cxnChg chg="add mod">
          <ac:chgData name="Deepika Vatsa" userId="f7100972-27fe-4ee6-8fb4-ec9b7931b409" providerId="ADAL" clId="{6884C358-F078-41E2-B52A-C991C4377FC1}" dt="2025-07-23T05:22:34.167" v="3495"/>
          <ac:cxnSpMkLst>
            <pc:docMk/>
            <pc:sldMk cId="2282133231" sldId="609"/>
            <ac:cxnSpMk id="3" creationId="{10749E9D-359E-22C0-D491-7608963679D2}"/>
          </ac:cxnSpMkLst>
        </pc:cxnChg>
        <pc:cxnChg chg="del">
          <ac:chgData name="Deepika Vatsa" userId="f7100972-27fe-4ee6-8fb4-ec9b7931b409" providerId="ADAL" clId="{6884C358-F078-41E2-B52A-C991C4377FC1}" dt="2025-07-23T05:22:33.727" v="3494" actId="478"/>
          <ac:cxnSpMkLst>
            <pc:docMk/>
            <pc:sldMk cId="2282133231" sldId="609"/>
            <ac:cxnSpMk id="5" creationId="{EA92F9DF-D5D8-49B1-F8B9-EDE5C89C9DF6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4:32.028" v="3542" actId="14100"/>
        <pc:sldMkLst>
          <pc:docMk/>
          <pc:sldMk cId="2610700906" sldId="610"/>
        </pc:sldMkLst>
        <pc:spChg chg="del">
          <ac:chgData name="Deepika Vatsa" userId="f7100972-27fe-4ee6-8fb4-ec9b7931b409" providerId="ADAL" clId="{6884C358-F078-41E2-B52A-C991C4377FC1}" dt="2025-07-23T05:23:30.897" v="3527" actId="478"/>
          <ac:spMkLst>
            <pc:docMk/>
            <pc:sldMk cId="2610700906" sldId="610"/>
            <ac:spMk id="4" creationId="{170DDB5B-6792-55DA-AF63-9A96FA1939A3}"/>
          </ac:spMkLst>
        </pc:spChg>
        <pc:spChg chg="add mod">
          <ac:chgData name="Deepika Vatsa" userId="f7100972-27fe-4ee6-8fb4-ec9b7931b409" providerId="ADAL" clId="{6884C358-F078-41E2-B52A-C991C4377FC1}" dt="2025-07-23T05:24:32.028" v="3542" actId="14100"/>
          <ac:spMkLst>
            <pc:docMk/>
            <pc:sldMk cId="2610700906" sldId="610"/>
            <ac:spMk id="5" creationId="{A2902FD0-49ED-CC0F-C376-EFD1A253C258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4:21.040" v="3541" actId="255"/>
        <pc:sldMkLst>
          <pc:docMk/>
          <pc:sldMk cId="565857117" sldId="611"/>
        </pc:sldMkLst>
        <pc:spChg chg="add mod">
          <ac:chgData name="Deepika Vatsa" userId="f7100972-27fe-4ee6-8fb4-ec9b7931b409" providerId="ADAL" clId="{6884C358-F078-41E2-B52A-C991C4377FC1}" dt="2025-07-23T05:24:21.040" v="3541" actId="255"/>
          <ac:spMkLst>
            <pc:docMk/>
            <pc:sldMk cId="565857117" sldId="611"/>
            <ac:spMk id="4" creationId="{253B6F8E-7D94-03FC-86B0-ACF980C6CF46}"/>
          </ac:spMkLst>
        </pc:spChg>
        <pc:spChg chg="del">
          <ac:chgData name="Deepika Vatsa" userId="f7100972-27fe-4ee6-8fb4-ec9b7931b409" providerId="ADAL" clId="{6884C358-F078-41E2-B52A-C991C4377FC1}" dt="2025-07-23T05:24:06.163" v="3536" actId="478"/>
          <ac:spMkLst>
            <pc:docMk/>
            <pc:sldMk cId="565857117" sldId="611"/>
            <ac:spMk id="5" creationId="{A2902FD0-49ED-CC0F-C376-EFD1A253C258}"/>
          </ac:spMkLst>
        </pc:spChg>
      </pc:sldChg>
      <pc:sldMasterChg chg="delSldLayout">
        <pc:chgData name="Deepika Vatsa" userId="f7100972-27fe-4ee6-8fb4-ec9b7931b409" providerId="ADAL" clId="{6884C358-F078-41E2-B52A-C991C4377FC1}" dt="2025-07-23T05:13:42.142" v="3334" actId="47"/>
        <pc:sldMasterMkLst>
          <pc:docMk/>
          <pc:sldMasterMk cId="2935578617" sldId="2147483672"/>
        </pc:sldMasterMkLst>
        <pc:sldLayoutChg chg="del">
          <pc:chgData name="Deepika Vatsa" userId="f7100972-27fe-4ee6-8fb4-ec9b7931b409" providerId="ADAL" clId="{6884C358-F078-41E2-B52A-C991C4377FC1}" dt="2025-07-23T05:13:42.142" v="3334" actId="47"/>
          <pc:sldLayoutMkLst>
            <pc:docMk/>
            <pc:sldMasterMk cId="2935578617" sldId="2147483672"/>
            <pc:sldLayoutMk cId="586807421" sldId="2147483684"/>
          </pc:sldLayoutMkLst>
        </pc:sldLayoutChg>
      </pc:sldMasterChg>
    </pc:docChg>
  </pc:docChgLst>
  <pc:docChgLst>
    <pc:chgData name="Deepika Vatsa" userId="f7100972-27fe-4ee6-8fb4-ec9b7931b409" providerId="ADAL" clId="{AC929AA0-30FE-40F5-9F14-BAD5341BE9C1}"/>
    <pc:docChg chg="undo redo custSel addSld delSld modSld sldOrd delMainMaster">
      <pc:chgData name="Deepika Vatsa" userId="f7100972-27fe-4ee6-8fb4-ec9b7931b409" providerId="ADAL" clId="{AC929AA0-30FE-40F5-9F14-BAD5341BE9C1}" dt="2025-07-23T09:47:26.324" v="1571" actId="20577"/>
      <pc:docMkLst>
        <pc:docMk/>
      </pc:docMkLst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0" sldId="257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0" sldId="258"/>
        </pc:sldMkLst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0" sldId="276"/>
        </pc:sldMkLst>
      </pc:sldChg>
      <pc:sldChg chg="modSp mod">
        <pc:chgData name="Deepika Vatsa" userId="f7100972-27fe-4ee6-8fb4-ec9b7931b409" providerId="ADAL" clId="{AC929AA0-30FE-40F5-9F14-BAD5341BE9C1}" dt="2025-07-23T05:30:40.965" v="115" actId="20577"/>
        <pc:sldMkLst>
          <pc:docMk/>
          <pc:sldMk cId="0" sldId="395"/>
        </pc:sldMkLst>
        <pc:spChg chg="mod">
          <ac:chgData name="Deepika Vatsa" userId="f7100972-27fe-4ee6-8fb4-ec9b7931b409" providerId="ADAL" clId="{AC929AA0-30FE-40F5-9F14-BAD5341BE9C1}" dt="2025-07-23T05:30:40.965" v="115" actId="20577"/>
          <ac:spMkLst>
            <pc:docMk/>
            <pc:sldMk cId="0" sldId="395"/>
            <ac:spMk id="2" creationId="{00000000-0000-0000-0000-000000000000}"/>
          </ac:spMkLst>
        </pc:spChg>
      </pc:sldChg>
      <pc:sldChg chg="delSp add del">
        <pc:chgData name="Deepika Vatsa" userId="f7100972-27fe-4ee6-8fb4-ec9b7931b409" providerId="ADAL" clId="{AC929AA0-30FE-40F5-9F14-BAD5341BE9C1}" dt="2025-07-23T05:31:24.407" v="124" actId="47"/>
        <pc:sldMkLst>
          <pc:docMk/>
          <pc:sldMk cId="287668785" sldId="560"/>
        </pc:sldMkLst>
        <pc:picChg chg="del">
          <ac:chgData name="Deepika Vatsa" userId="f7100972-27fe-4ee6-8fb4-ec9b7931b409" providerId="ADAL" clId="{AC929AA0-30FE-40F5-9F14-BAD5341BE9C1}" dt="2025-07-23T05:30:54.194" v="117" actId="21"/>
          <ac:picMkLst>
            <pc:docMk/>
            <pc:sldMk cId="287668785" sldId="560"/>
            <ac:picMk id="2050" creationId="{22B60C02-5515-4EC4-3F23-264ACAD584DC}"/>
          </ac:picMkLst>
        </pc:picChg>
      </pc:sldChg>
      <pc:sldChg chg="add del">
        <pc:chgData name="Deepika Vatsa" userId="f7100972-27fe-4ee6-8fb4-ec9b7931b409" providerId="ADAL" clId="{AC929AA0-30FE-40F5-9F14-BAD5341BE9C1}" dt="2025-07-23T05:36:45.727" v="175" actId="47"/>
        <pc:sldMkLst>
          <pc:docMk/>
          <pc:sldMk cId="2450812828" sldId="561"/>
        </pc:sldMkLst>
      </pc:sldChg>
      <pc:sldChg chg="add del">
        <pc:chgData name="Deepika Vatsa" userId="f7100972-27fe-4ee6-8fb4-ec9b7931b409" providerId="ADAL" clId="{AC929AA0-30FE-40F5-9F14-BAD5341BE9C1}" dt="2025-07-23T05:54:00.768" v="676" actId="47"/>
        <pc:sldMkLst>
          <pc:docMk/>
          <pc:sldMk cId="287564619" sldId="562"/>
        </pc:sldMkLst>
      </pc:sldChg>
      <pc:sldChg chg="add del ord">
        <pc:chgData name="Deepika Vatsa" userId="f7100972-27fe-4ee6-8fb4-ec9b7931b409" providerId="ADAL" clId="{AC929AA0-30FE-40F5-9F14-BAD5341BE9C1}" dt="2025-07-23T06:37:03.780" v="1338" actId="47"/>
        <pc:sldMkLst>
          <pc:docMk/>
          <pc:sldMk cId="1309982471" sldId="563"/>
        </pc:sldMkLst>
      </pc:sldChg>
      <pc:sldChg chg="add del">
        <pc:chgData name="Deepika Vatsa" userId="f7100972-27fe-4ee6-8fb4-ec9b7931b409" providerId="ADAL" clId="{AC929AA0-30FE-40F5-9F14-BAD5341BE9C1}" dt="2025-07-23T05:58:39.352" v="702" actId="47"/>
        <pc:sldMkLst>
          <pc:docMk/>
          <pc:sldMk cId="774750594" sldId="564"/>
        </pc:sldMkLst>
      </pc:sldChg>
      <pc:sldChg chg="add del">
        <pc:chgData name="Deepika Vatsa" userId="f7100972-27fe-4ee6-8fb4-ec9b7931b409" providerId="ADAL" clId="{AC929AA0-30FE-40F5-9F14-BAD5341BE9C1}" dt="2025-07-23T06:08:31.397" v="821" actId="47"/>
        <pc:sldMkLst>
          <pc:docMk/>
          <pc:sldMk cId="3999172815" sldId="565"/>
        </pc:sldMkLst>
      </pc:sldChg>
      <pc:sldChg chg="add del">
        <pc:chgData name="Deepika Vatsa" userId="f7100972-27fe-4ee6-8fb4-ec9b7931b409" providerId="ADAL" clId="{AC929AA0-30FE-40F5-9F14-BAD5341BE9C1}" dt="2025-07-23T06:11:54.628" v="959" actId="2696"/>
        <pc:sldMkLst>
          <pc:docMk/>
          <pc:sldMk cId="3177362686" sldId="566"/>
        </pc:sldMkLst>
      </pc:sldChg>
      <pc:sldChg chg="add del">
        <pc:chgData name="Deepika Vatsa" userId="f7100972-27fe-4ee6-8fb4-ec9b7931b409" providerId="ADAL" clId="{AC929AA0-30FE-40F5-9F14-BAD5341BE9C1}" dt="2025-07-23T06:23:07.992" v="1168" actId="47"/>
        <pc:sldMkLst>
          <pc:docMk/>
          <pc:sldMk cId="3560577388" sldId="567"/>
        </pc:sldMkLst>
      </pc:sldChg>
      <pc:sldChg chg="add del">
        <pc:chgData name="Deepika Vatsa" userId="f7100972-27fe-4ee6-8fb4-ec9b7931b409" providerId="ADAL" clId="{AC929AA0-30FE-40F5-9F14-BAD5341BE9C1}" dt="2025-07-23T06:23:55.199" v="1169" actId="47"/>
        <pc:sldMkLst>
          <pc:docMk/>
          <pc:sldMk cId="1294509964" sldId="568"/>
        </pc:sldMkLst>
      </pc:sldChg>
      <pc:sldChg chg="add del ord">
        <pc:chgData name="Deepika Vatsa" userId="f7100972-27fe-4ee6-8fb4-ec9b7931b409" providerId="ADAL" clId="{AC929AA0-30FE-40F5-9F14-BAD5341BE9C1}" dt="2025-07-23T06:42:21.688" v="1504" actId="47"/>
        <pc:sldMkLst>
          <pc:docMk/>
          <pc:sldMk cId="3878748831" sldId="569"/>
        </pc:sldMkLst>
      </pc:sldChg>
      <pc:sldChg chg="add del">
        <pc:chgData name="Deepika Vatsa" userId="f7100972-27fe-4ee6-8fb4-ec9b7931b409" providerId="ADAL" clId="{AC929AA0-30FE-40F5-9F14-BAD5341BE9C1}" dt="2025-07-23T06:27:13.380" v="1195" actId="47"/>
        <pc:sldMkLst>
          <pc:docMk/>
          <pc:sldMk cId="3075254007" sldId="570"/>
        </pc:sldMkLst>
      </pc:sldChg>
      <pc:sldChg chg="add del">
        <pc:chgData name="Deepika Vatsa" userId="f7100972-27fe-4ee6-8fb4-ec9b7931b409" providerId="ADAL" clId="{AC929AA0-30FE-40F5-9F14-BAD5341BE9C1}" dt="2025-07-23T06:29:08.930" v="1236" actId="47"/>
        <pc:sldMkLst>
          <pc:docMk/>
          <pc:sldMk cId="1114442619" sldId="571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549806327" sldId="573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810527257" sldId="576"/>
        </pc:sldMkLst>
      </pc:sldChg>
      <pc:sldChg chg="add del">
        <pc:chgData name="Deepika Vatsa" userId="f7100972-27fe-4ee6-8fb4-ec9b7931b409" providerId="ADAL" clId="{AC929AA0-30FE-40F5-9F14-BAD5341BE9C1}" dt="2025-07-23T06:30:09.001" v="1272" actId="47"/>
        <pc:sldMkLst>
          <pc:docMk/>
          <pc:sldMk cId="484703658" sldId="577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835005002" sldId="578"/>
        </pc:sldMkLst>
      </pc:sldChg>
      <pc:sldChg chg="add del">
        <pc:chgData name="Deepika Vatsa" userId="f7100972-27fe-4ee6-8fb4-ec9b7931b409" providerId="ADAL" clId="{AC929AA0-30FE-40F5-9F14-BAD5341BE9C1}" dt="2025-07-23T06:30:24.944" v="1275" actId="47"/>
        <pc:sldMkLst>
          <pc:docMk/>
          <pc:sldMk cId="1652899310" sldId="578"/>
        </pc:sldMkLst>
      </pc:sldChg>
      <pc:sldChg chg="add del">
        <pc:chgData name="Deepika Vatsa" userId="f7100972-27fe-4ee6-8fb4-ec9b7931b409" providerId="ADAL" clId="{AC929AA0-30FE-40F5-9F14-BAD5341BE9C1}" dt="2025-07-23T06:42:19.975" v="1502" actId="47"/>
        <pc:sldMkLst>
          <pc:docMk/>
          <pc:sldMk cId="23855480" sldId="579"/>
        </pc:sldMkLst>
      </pc:sldChg>
      <pc:sldChg chg="add del">
        <pc:chgData name="Deepika Vatsa" userId="f7100972-27fe-4ee6-8fb4-ec9b7931b409" providerId="ADAL" clId="{AC929AA0-30FE-40F5-9F14-BAD5341BE9C1}" dt="2025-07-23T06:42:21.516" v="1503" actId="47"/>
        <pc:sldMkLst>
          <pc:docMk/>
          <pc:sldMk cId="3638433235" sldId="580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700069977" sldId="582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784952323" sldId="585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4072135879" sldId="590"/>
        </pc:sldMkLst>
      </pc:sldChg>
      <pc:sldChg chg="modSp mod">
        <pc:chgData name="Deepika Vatsa" userId="f7100972-27fe-4ee6-8fb4-ec9b7931b409" providerId="ADAL" clId="{AC929AA0-30FE-40F5-9F14-BAD5341BE9C1}" dt="2025-07-23T05:30:11.221" v="54" actId="207"/>
        <pc:sldMkLst>
          <pc:docMk/>
          <pc:sldMk cId="3439049211" sldId="591"/>
        </pc:sldMkLst>
        <pc:spChg chg="mod">
          <ac:chgData name="Deepika Vatsa" userId="f7100972-27fe-4ee6-8fb4-ec9b7931b409" providerId="ADAL" clId="{AC929AA0-30FE-40F5-9F14-BAD5341BE9C1}" dt="2025-07-23T05:28:39.840" v="43" actId="20577"/>
          <ac:spMkLst>
            <pc:docMk/>
            <pc:sldMk cId="3439049211" sldId="591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30:11.221" v="54" actId="207"/>
          <ac:spMkLst>
            <pc:docMk/>
            <pc:sldMk cId="3439049211" sldId="591"/>
            <ac:spMk id="11" creationId="{06381CCD-359B-D8A2-1997-A5B56A02FD41}"/>
          </ac:spMkLst>
        </pc:spChg>
      </pc:sldChg>
      <pc:sldChg chg="addSp delSp modSp add mod">
        <pc:chgData name="Deepika Vatsa" userId="f7100972-27fe-4ee6-8fb4-ec9b7931b409" providerId="ADAL" clId="{AC929AA0-30FE-40F5-9F14-BAD5341BE9C1}" dt="2025-07-23T05:31:09.627" v="123" actId="1076"/>
        <pc:sldMkLst>
          <pc:docMk/>
          <pc:sldMk cId="494535748" sldId="592"/>
        </pc:sldMkLst>
        <pc:spChg chg="del">
          <ac:chgData name="Deepika Vatsa" userId="f7100972-27fe-4ee6-8fb4-ec9b7931b409" providerId="ADAL" clId="{AC929AA0-30FE-40F5-9F14-BAD5341BE9C1}" dt="2025-07-23T05:30:57.529" v="118" actId="478"/>
          <ac:spMkLst>
            <pc:docMk/>
            <pc:sldMk cId="494535748" sldId="592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5:31:09.627" v="123" actId="1076"/>
          <ac:picMkLst>
            <pc:docMk/>
            <pc:sldMk cId="494535748" sldId="592"/>
            <ac:picMk id="4" creationId="{2131E057-9C88-25D8-4E2F-DF4368344C2C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695788924" sldId="592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876629941" sldId="593"/>
        </pc:sldMkLst>
      </pc:sldChg>
      <pc:sldChg chg="modSp add mod">
        <pc:chgData name="Deepika Vatsa" userId="f7100972-27fe-4ee6-8fb4-ec9b7931b409" providerId="ADAL" clId="{AC929AA0-30FE-40F5-9F14-BAD5341BE9C1}" dt="2025-07-23T05:35:24.925" v="174" actId="20577"/>
        <pc:sldMkLst>
          <pc:docMk/>
          <pc:sldMk cId="3539443453" sldId="593"/>
        </pc:sldMkLst>
        <pc:spChg chg="mod">
          <ac:chgData name="Deepika Vatsa" userId="f7100972-27fe-4ee6-8fb4-ec9b7931b409" providerId="ADAL" clId="{AC929AA0-30FE-40F5-9F14-BAD5341BE9C1}" dt="2025-07-23T05:31:40.844" v="146" actId="5793"/>
          <ac:spMkLst>
            <pc:docMk/>
            <pc:sldMk cId="3539443453" sldId="593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35:24.925" v="174" actId="20577"/>
          <ac:spMkLst>
            <pc:docMk/>
            <pc:sldMk cId="3539443453" sldId="593"/>
            <ac:spMk id="11" creationId="{06381CCD-359B-D8A2-1997-A5B56A02FD41}"/>
          </ac:spMkLst>
        </pc:spChg>
      </pc:sldChg>
      <pc:sldChg chg="addSp modSp add mod">
        <pc:chgData name="Deepika Vatsa" userId="f7100972-27fe-4ee6-8fb4-ec9b7931b409" providerId="ADAL" clId="{AC929AA0-30FE-40F5-9F14-BAD5341BE9C1}" dt="2025-07-23T05:37:19.956" v="211" actId="1076"/>
        <pc:sldMkLst>
          <pc:docMk/>
          <pc:sldMk cId="2249137657" sldId="594"/>
        </pc:sldMkLst>
        <pc:spChg chg="mod">
          <ac:chgData name="Deepika Vatsa" userId="f7100972-27fe-4ee6-8fb4-ec9b7931b409" providerId="ADAL" clId="{AC929AA0-30FE-40F5-9F14-BAD5341BE9C1}" dt="2025-07-23T05:37:07.679" v="206" actId="20577"/>
          <ac:spMkLst>
            <pc:docMk/>
            <pc:sldMk cId="2249137657" sldId="594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5:37:19.956" v="211" actId="1076"/>
          <ac:picMkLst>
            <pc:docMk/>
            <pc:sldMk cId="2249137657" sldId="594"/>
            <ac:picMk id="1026" creationId="{4C550732-15C6-486E-6D92-A9E584061D26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583576287" sldId="594"/>
        </pc:sldMkLst>
      </pc:sldChg>
      <pc:sldChg chg="addSp delSp modSp add mod ord">
        <pc:chgData name="Deepika Vatsa" userId="f7100972-27fe-4ee6-8fb4-ec9b7931b409" providerId="ADAL" clId="{AC929AA0-30FE-40F5-9F14-BAD5341BE9C1}" dt="2025-07-23T05:53:30.210" v="675" actId="1037"/>
        <pc:sldMkLst>
          <pc:docMk/>
          <pc:sldMk cId="2043304788" sldId="595"/>
        </pc:sldMkLst>
        <pc:spChg chg="mod">
          <ac:chgData name="Deepika Vatsa" userId="f7100972-27fe-4ee6-8fb4-ec9b7931b409" providerId="ADAL" clId="{AC929AA0-30FE-40F5-9F14-BAD5341BE9C1}" dt="2025-07-23T05:40:15.192" v="227" actId="20577"/>
          <ac:spMkLst>
            <pc:docMk/>
            <pc:sldMk cId="2043304788" sldId="595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53:30.210" v="675" actId="1037"/>
          <ac:spMkLst>
            <pc:docMk/>
            <pc:sldMk cId="2043304788" sldId="595"/>
            <ac:spMk id="11" creationId="{06381CCD-359B-D8A2-1997-A5B56A02FD41}"/>
          </ac:spMkLst>
        </pc:spChg>
        <pc:picChg chg="add del mod">
          <ac:chgData name="Deepika Vatsa" userId="f7100972-27fe-4ee6-8fb4-ec9b7931b409" providerId="ADAL" clId="{AC929AA0-30FE-40F5-9F14-BAD5341BE9C1}" dt="2025-07-23T05:45:16.172" v="274" actId="478"/>
          <ac:picMkLst>
            <pc:docMk/>
            <pc:sldMk cId="2043304788" sldId="595"/>
            <ac:picMk id="2050" creationId="{532E7ECA-2966-D762-86AC-CF85DA936773}"/>
          </ac:picMkLst>
        </pc:picChg>
        <pc:picChg chg="add mod">
          <ac:chgData name="Deepika Vatsa" userId="f7100972-27fe-4ee6-8fb4-ec9b7931b409" providerId="ADAL" clId="{AC929AA0-30FE-40F5-9F14-BAD5341BE9C1}" dt="2025-07-23T05:52:40.517" v="609" actId="1076"/>
          <ac:picMkLst>
            <pc:docMk/>
            <pc:sldMk cId="2043304788" sldId="595"/>
            <ac:picMk id="2052" creationId="{92649715-A1CA-9DC4-289C-FF0198FB0C4F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729385034" sldId="595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503747669" sldId="596"/>
        </pc:sldMkLst>
      </pc:sldChg>
      <pc:sldChg chg="addSp delSp modSp add mod">
        <pc:chgData name="Deepika Vatsa" userId="f7100972-27fe-4ee6-8fb4-ec9b7931b409" providerId="ADAL" clId="{AC929AA0-30FE-40F5-9F14-BAD5341BE9C1}" dt="2025-07-23T05:52:26.438" v="607" actId="1076"/>
        <pc:sldMkLst>
          <pc:docMk/>
          <pc:sldMk cId="2365471124" sldId="596"/>
        </pc:sldMkLst>
        <pc:spChg chg="mod">
          <ac:chgData name="Deepika Vatsa" userId="f7100972-27fe-4ee6-8fb4-ec9b7931b409" providerId="ADAL" clId="{AC929AA0-30FE-40F5-9F14-BAD5341BE9C1}" dt="2025-07-23T05:52:26.438" v="607" actId="1076"/>
          <ac:spMkLst>
            <pc:docMk/>
            <pc:sldMk cId="2365471124" sldId="596"/>
            <ac:spMk id="11" creationId="{06381CCD-359B-D8A2-1997-A5B56A02FD41}"/>
          </ac:spMkLst>
        </pc:spChg>
        <pc:picChg chg="del">
          <ac:chgData name="Deepika Vatsa" userId="f7100972-27fe-4ee6-8fb4-ec9b7931b409" providerId="ADAL" clId="{AC929AA0-30FE-40F5-9F14-BAD5341BE9C1}" dt="2025-07-23T05:46:58.476" v="386" actId="478"/>
          <ac:picMkLst>
            <pc:docMk/>
            <pc:sldMk cId="2365471124" sldId="596"/>
            <ac:picMk id="2052" creationId="{92649715-A1CA-9DC4-289C-FF0198FB0C4F}"/>
          </ac:picMkLst>
        </pc:picChg>
        <pc:picChg chg="add mod">
          <ac:chgData name="Deepika Vatsa" userId="f7100972-27fe-4ee6-8fb4-ec9b7931b409" providerId="ADAL" clId="{AC929AA0-30FE-40F5-9F14-BAD5341BE9C1}" dt="2025-07-23T05:51:05.647" v="547" actId="1076"/>
          <ac:picMkLst>
            <pc:docMk/>
            <pc:sldMk cId="2365471124" sldId="596"/>
            <ac:picMk id="3074" creationId="{1FD8F825-EA11-7304-317C-BF8A7BFFF610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169252664" sldId="597"/>
        </pc:sldMkLst>
      </pc:sldChg>
      <pc:sldChg chg="modSp add mod">
        <pc:chgData name="Deepika Vatsa" userId="f7100972-27fe-4ee6-8fb4-ec9b7931b409" providerId="ADAL" clId="{AC929AA0-30FE-40F5-9F14-BAD5341BE9C1}" dt="2025-07-23T05:58:32.528" v="701" actId="6549"/>
        <pc:sldMkLst>
          <pc:docMk/>
          <pc:sldMk cId="3613863550" sldId="597"/>
        </pc:sldMkLst>
        <pc:spChg chg="mod">
          <ac:chgData name="Deepika Vatsa" userId="f7100972-27fe-4ee6-8fb4-ec9b7931b409" providerId="ADAL" clId="{AC929AA0-30FE-40F5-9F14-BAD5341BE9C1}" dt="2025-07-23T05:57:15.672" v="683" actId="20577"/>
          <ac:spMkLst>
            <pc:docMk/>
            <pc:sldMk cId="3613863550" sldId="597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58:32.528" v="701" actId="6549"/>
          <ac:spMkLst>
            <pc:docMk/>
            <pc:sldMk cId="3613863550" sldId="597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506553672" sldId="598"/>
        </pc:sldMkLst>
      </pc:sldChg>
      <pc:sldChg chg="addSp modSp add mod">
        <pc:chgData name="Deepika Vatsa" userId="f7100972-27fe-4ee6-8fb4-ec9b7931b409" providerId="ADAL" clId="{AC929AA0-30FE-40F5-9F14-BAD5341BE9C1}" dt="2025-07-23T06:04:22.203" v="745" actId="207"/>
        <pc:sldMkLst>
          <pc:docMk/>
          <pc:sldMk cId="4006034928" sldId="598"/>
        </pc:sldMkLst>
        <pc:spChg chg="mod">
          <ac:chgData name="Deepika Vatsa" userId="f7100972-27fe-4ee6-8fb4-ec9b7931b409" providerId="ADAL" clId="{AC929AA0-30FE-40F5-9F14-BAD5341BE9C1}" dt="2025-07-23T06:01:53.476" v="715" actId="20577"/>
          <ac:spMkLst>
            <pc:docMk/>
            <pc:sldMk cId="4006034928" sldId="598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04:22.203" v="745" actId="207"/>
          <ac:spMkLst>
            <pc:docMk/>
            <pc:sldMk cId="4006034928" sldId="598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03:30.379" v="722" actId="1076"/>
          <ac:picMkLst>
            <pc:docMk/>
            <pc:sldMk cId="4006034928" sldId="598"/>
            <ac:picMk id="4098" creationId="{B6B0D7CD-49AB-61CA-4335-DFE095D59382}"/>
          </ac:picMkLst>
        </pc:picChg>
      </pc:sldChg>
      <pc:sldChg chg="addSp delSp modSp add mod">
        <pc:chgData name="Deepika Vatsa" userId="f7100972-27fe-4ee6-8fb4-ec9b7931b409" providerId="ADAL" clId="{AC929AA0-30FE-40F5-9F14-BAD5341BE9C1}" dt="2025-07-23T06:07:45.714" v="820" actId="20577"/>
        <pc:sldMkLst>
          <pc:docMk/>
          <pc:sldMk cId="2158759759" sldId="599"/>
        </pc:sldMkLst>
        <pc:spChg chg="add del">
          <ac:chgData name="Deepika Vatsa" userId="f7100972-27fe-4ee6-8fb4-ec9b7931b409" providerId="ADAL" clId="{AC929AA0-30FE-40F5-9F14-BAD5341BE9C1}" dt="2025-07-23T06:06:40.388" v="783" actId="478"/>
          <ac:spMkLst>
            <pc:docMk/>
            <pc:sldMk cId="2158759759" sldId="599"/>
            <ac:spMk id="4" creationId="{140EE86F-8360-3758-2268-F5A95F9EE36A}"/>
          </ac:spMkLst>
        </pc:spChg>
        <pc:spChg chg="add del">
          <ac:chgData name="Deepika Vatsa" userId="f7100972-27fe-4ee6-8fb4-ec9b7931b409" providerId="ADAL" clId="{AC929AA0-30FE-40F5-9F14-BAD5341BE9C1}" dt="2025-07-23T06:06:51.796" v="789"/>
          <ac:spMkLst>
            <pc:docMk/>
            <pc:sldMk cId="2158759759" sldId="599"/>
            <ac:spMk id="5" creationId="{B2356F49-E233-C5F7-4A30-05B5E809EC58}"/>
          </ac:spMkLst>
        </pc:spChg>
        <pc:spChg chg="mod">
          <ac:chgData name="Deepika Vatsa" userId="f7100972-27fe-4ee6-8fb4-ec9b7931b409" providerId="ADAL" clId="{AC929AA0-30FE-40F5-9F14-BAD5341BE9C1}" dt="2025-07-23T06:07:45.714" v="820" actId="20577"/>
          <ac:spMkLst>
            <pc:docMk/>
            <pc:sldMk cId="2158759759" sldId="599"/>
            <ac:spMk id="11" creationId="{06381CCD-359B-D8A2-1997-A5B56A02FD41}"/>
          </ac:spMkLst>
        </pc:spChg>
        <pc:picChg chg="add mod modCrop">
          <ac:chgData name="Deepika Vatsa" userId="f7100972-27fe-4ee6-8fb4-ec9b7931b409" providerId="ADAL" clId="{AC929AA0-30FE-40F5-9F14-BAD5341BE9C1}" dt="2025-07-23T06:07:21.696" v="808" actId="1037"/>
          <ac:picMkLst>
            <pc:docMk/>
            <pc:sldMk cId="2158759759" sldId="599"/>
            <ac:picMk id="6" creationId="{71437D90-5128-5EA3-7313-65A287FE21F3}"/>
          </ac:picMkLst>
        </pc:picChg>
        <pc:picChg chg="del">
          <ac:chgData name="Deepika Vatsa" userId="f7100972-27fe-4ee6-8fb4-ec9b7931b409" providerId="ADAL" clId="{AC929AA0-30FE-40F5-9F14-BAD5341BE9C1}" dt="2025-07-23T06:04:33.898" v="747" actId="478"/>
          <ac:picMkLst>
            <pc:docMk/>
            <pc:sldMk cId="2158759759" sldId="599"/>
            <ac:picMk id="4098" creationId="{B6B0D7CD-49AB-61CA-4335-DFE095D59382}"/>
          </ac:picMkLst>
        </pc:picChg>
      </pc:sldChg>
      <pc:sldChg chg="modSp add mod">
        <pc:chgData name="Deepika Vatsa" userId="f7100972-27fe-4ee6-8fb4-ec9b7931b409" providerId="ADAL" clId="{AC929AA0-30FE-40F5-9F14-BAD5341BE9C1}" dt="2025-07-23T06:16:47.270" v="979" actId="12"/>
        <pc:sldMkLst>
          <pc:docMk/>
          <pc:sldMk cId="1407172059" sldId="600"/>
        </pc:sldMkLst>
        <pc:spChg chg="mod">
          <ac:chgData name="Deepika Vatsa" userId="f7100972-27fe-4ee6-8fb4-ec9b7931b409" providerId="ADAL" clId="{AC929AA0-30FE-40F5-9F14-BAD5341BE9C1}" dt="2025-07-23T06:09:20.006" v="853" actId="20577"/>
          <ac:spMkLst>
            <pc:docMk/>
            <pc:sldMk cId="1407172059" sldId="600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16:47.270" v="979" actId="12"/>
          <ac:spMkLst>
            <pc:docMk/>
            <pc:sldMk cId="1407172059" sldId="600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30:24.218" v="55" actId="47"/>
        <pc:sldMkLst>
          <pc:docMk/>
          <pc:sldMk cId="3239011490" sldId="601"/>
        </pc:sldMkLst>
      </pc:sldChg>
      <pc:sldChg chg="addSp modSp add mod">
        <pc:chgData name="Deepika Vatsa" userId="f7100972-27fe-4ee6-8fb4-ec9b7931b409" providerId="ADAL" clId="{AC929AA0-30FE-40F5-9F14-BAD5341BE9C1}" dt="2025-07-23T06:16:37.043" v="976" actId="20577"/>
        <pc:sldMkLst>
          <pc:docMk/>
          <pc:sldMk cId="3854070128" sldId="601"/>
        </pc:sldMkLst>
        <pc:spChg chg="mod">
          <ac:chgData name="Deepika Vatsa" userId="f7100972-27fe-4ee6-8fb4-ec9b7931b409" providerId="ADAL" clId="{AC929AA0-30FE-40F5-9F14-BAD5341BE9C1}" dt="2025-07-23T06:16:37.043" v="976" actId="20577"/>
          <ac:spMkLst>
            <pc:docMk/>
            <pc:sldMk cId="3854070128" sldId="601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16:04.107" v="969" actId="1076"/>
          <ac:picMkLst>
            <pc:docMk/>
            <pc:sldMk cId="3854070128" sldId="601"/>
            <ac:picMk id="6146" creationId="{66E1EC1A-96D5-0E00-533E-726B7D655EC9}"/>
          </ac:picMkLst>
        </pc:pic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2717130231" sldId="602"/>
        </pc:sldMkLst>
      </pc:sldChg>
      <pc:sldChg chg="delSp modSp add mod">
        <pc:chgData name="Deepika Vatsa" userId="f7100972-27fe-4ee6-8fb4-ec9b7931b409" providerId="ADAL" clId="{AC929AA0-30FE-40F5-9F14-BAD5341BE9C1}" dt="2025-07-23T06:22:53.809" v="1167" actId="20577"/>
        <pc:sldMkLst>
          <pc:docMk/>
          <pc:sldMk cId="3816700751" sldId="602"/>
        </pc:sldMkLst>
        <pc:spChg chg="mod">
          <ac:chgData name="Deepika Vatsa" userId="f7100972-27fe-4ee6-8fb4-ec9b7931b409" providerId="ADAL" clId="{AC929AA0-30FE-40F5-9F14-BAD5341BE9C1}" dt="2025-07-23T06:22:53.809" v="1167" actId="20577"/>
          <ac:spMkLst>
            <pc:docMk/>
            <pc:sldMk cId="3816700751" sldId="602"/>
            <ac:spMk id="11" creationId="{06381CCD-359B-D8A2-1997-A5B56A02FD41}"/>
          </ac:spMkLst>
        </pc:spChg>
        <pc:picChg chg="del">
          <ac:chgData name="Deepika Vatsa" userId="f7100972-27fe-4ee6-8fb4-ec9b7931b409" providerId="ADAL" clId="{AC929AA0-30FE-40F5-9F14-BAD5341BE9C1}" dt="2025-07-23T06:19:57.911" v="1128" actId="478"/>
          <ac:picMkLst>
            <pc:docMk/>
            <pc:sldMk cId="3816700751" sldId="602"/>
            <ac:picMk id="6146" creationId="{66E1EC1A-96D5-0E00-533E-726B7D655EC9}"/>
          </ac:picMkLst>
        </pc:pic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1266594393" sldId="603"/>
        </pc:sldMkLst>
      </pc:sldChg>
      <pc:sldChg chg="addSp delSp modSp add mod">
        <pc:chgData name="Deepika Vatsa" userId="f7100972-27fe-4ee6-8fb4-ec9b7931b409" providerId="ADAL" clId="{AC929AA0-30FE-40F5-9F14-BAD5341BE9C1}" dt="2025-07-23T06:27:21.109" v="1196" actId="207"/>
        <pc:sldMkLst>
          <pc:docMk/>
          <pc:sldMk cId="3109653638" sldId="603"/>
        </pc:sldMkLst>
        <pc:spChg chg="mod">
          <ac:chgData name="Deepika Vatsa" userId="f7100972-27fe-4ee6-8fb4-ec9b7931b409" providerId="ADAL" clId="{AC929AA0-30FE-40F5-9F14-BAD5341BE9C1}" dt="2025-07-23T06:24:40.986" v="1182" actId="20577"/>
          <ac:spMkLst>
            <pc:docMk/>
            <pc:sldMk cId="3109653638" sldId="603"/>
            <ac:spMk id="2" creationId="{00000000-0000-0000-0000-000000000000}"/>
          </ac:spMkLst>
        </pc:spChg>
        <pc:spChg chg="add mod">
          <ac:chgData name="Deepika Vatsa" userId="f7100972-27fe-4ee6-8fb4-ec9b7931b409" providerId="ADAL" clId="{AC929AA0-30FE-40F5-9F14-BAD5341BE9C1}" dt="2025-07-23T06:27:21.109" v="1196" actId="207"/>
          <ac:spMkLst>
            <pc:docMk/>
            <pc:sldMk cId="3109653638" sldId="603"/>
            <ac:spMk id="5" creationId="{828D6187-34F2-C300-952E-69BC96F18703}"/>
          </ac:spMkLst>
        </pc:spChg>
        <pc:spChg chg="del">
          <ac:chgData name="Deepika Vatsa" userId="f7100972-27fe-4ee6-8fb4-ec9b7931b409" providerId="ADAL" clId="{AC929AA0-30FE-40F5-9F14-BAD5341BE9C1}" dt="2025-07-23T06:24:44.760" v="1183" actId="478"/>
          <ac:spMkLst>
            <pc:docMk/>
            <pc:sldMk cId="3109653638" sldId="603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26:16.292" v="1188" actId="1076"/>
          <ac:picMkLst>
            <pc:docMk/>
            <pc:sldMk cId="3109653638" sldId="603"/>
            <ac:picMk id="7170" creationId="{A1AF04A7-0FA2-044D-C214-524777ECC4EB}"/>
          </ac:picMkLst>
        </pc:picChg>
      </pc:sldChg>
      <pc:sldChg chg="addSp delSp modSp add mod">
        <pc:chgData name="Deepika Vatsa" userId="f7100972-27fe-4ee6-8fb4-ec9b7931b409" providerId="ADAL" clId="{AC929AA0-30FE-40F5-9F14-BAD5341BE9C1}" dt="2025-07-23T06:29:22.447" v="1246" actId="20577"/>
        <pc:sldMkLst>
          <pc:docMk/>
          <pc:sldMk cId="649285932" sldId="604"/>
        </pc:sldMkLst>
        <pc:spChg chg="mod">
          <ac:chgData name="Deepika Vatsa" userId="f7100972-27fe-4ee6-8fb4-ec9b7931b409" providerId="ADAL" clId="{AC929AA0-30FE-40F5-9F14-BAD5341BE9C1}" dt="2025-07-23T06:29:22.447" v="1246" actId="20577"/>
          <ac:spMkLst>
            <pc:docMk/>
            <pc:sldMk cId="649285932" sldId="604"/>
            <ac:spMk id="2" creationId="{00000000-0000-0000-0000-000000000000}"/>
          </ac:spMkLst>
        </pc:spChg>
        <pc:spChg chg="del">
          <ac:chgData name="Deepika Vatsa" userId="f7100972-27fe-4ee6-8fb4-ec9b7931b409" providerId="ADAL" clId="{AC929AA0-30FE-40F5-9F14-BAD5341BE9C1}" dt="2025-07-23T06:27:54.847" v="1209" actId="478"/>
          <ac:spMkLst>
            <pc:docMk/>
            <pc:sldMk cId="649285932" sldId="604"/>
            <ac:spMk id="11" creationId="{06381CCD-359B-D8A2-1997-A5B56A02FD41}"/>
          </ac:spMkLst>
        </pc:spChg>
        <pc:graphicFrameChg chg="add mod modGraphic">
          <ac:chgData name="Deepika Vatsa" userId="f7100972-27fe-4ee6-8fb4-ec9b7931b409" providerId="ADAL" clId="{AC929AA0-30FE-40F5-9F14-BAD5341BE9C1}" dt="2025-07-23T06:28:30.079" v="1235" actId="122"/>
          <ac:graphicFrameMkLst>
            <pc:docMk/>
            <pc:sldMk cId="649285932" sldId="604"/>
            <ac:graphicFrameMk id="4" creationId="{F44C14DF-6D4A-688F-B8CE-CD66EFA6FC96}"/>
          </ac:graphicFrameMkLst>
        </pc:graphicFrame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4255891347" sldId="604"/>
        </pc:sldMkLst>
      </pc:sldChg>
      <pc:sldChg chg="modSp add mod">
        <pc:chgData name="Deepika Vatsa" userId="f7100972-27fe-4ee6-8fb4-ec9b7931b409" providerId="ADAL" clId="{AC929AA0-30FE-40F5-9F14-BAD5341BE9C1}" dt="2025-07-23T06:33:43.223" v="1306" actId="20577"/>
        <pc:sldMkLst>
          <pc:docMk/>
          <pc:sldMk cId="2666969699" sldId="605"/>
        </pc:sldMkLst>
        <pc:spChg chg="mod">
          <ac:chgData name="Deepika Vatsa" userId="f7100972-27fe-4ee6-8fb4-ec9b7931b409" providerId="ADAL" clId="{AC929AA0-30FE-40F5-9F14-BAD5341BE9C1}" dt="2025-07-23T06:29:33.883" v="1265" actId="20577"/>
          <ac:spMkLst>
            <pc:docMk/>
            <pc:sldMk cId="2666969699" sldId="605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33:43.223" v="1306" actId="20577"/>
          <ac:spMkLst>
            <pc:docMk/>
            <pc:sldMk cId="2666969699" sldId="605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3000343820" sldId="605"/>
        </pc:sldMkLst>
      </pc:sldChg>
      <pc:sldChg chg="modSp add mod">
        <pc:chgData name="Deepika Vatsa" userId="f7100972-27fe-4ee6-8fb4-ec9b7931b409" providerId="ADAL" clId="{AC929AA0-30FE-40F5-9F14-BAD5341BE9C1}" dt="2025-07-23T06:34:57.432" v="1319" actId="20577"/>
        <pc:sldMkLst>
          <pc:docMk/>
          <pc:sldMk cId="1055965943" sldId="606"/>
        </pc:sldMkLst>
        <pc:spChg chg="mod">
          <ac:chgData name="Deepika Vatsa" userId="f7100972-27fe-4ee6-8fb4-ec9b7931b409" providerId="ADAL" clId="{AC929AA0-30FE-40F5-9F14-BAD5341BE9C1}" dt="2025-07-23T06:34:57.432" v="1319" actId="20577"/>
          <ac:spMkLst>
            <pc:docMk/>
            <pc:sldMk cId="1055965943" sldId="606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265168596" sldId="607"/>
        </pc:sldMkLst>
      </pc:sldChg>
      <pc:sldChg chg="modSp add mod">
        <pc:chgData name="Deepika Vatsa" userId="f7100972-27fe-4ee6-8fb4-ec9b7931b409" providerId="ADAL" clId="{AC929AA0-30FE-40F5-9F14-BAD5341BE9C1}" dt="2025-07-23T06:35:21.314" v="1325" actId="12"/>
        <pc:sldMkLst>
          <pc:docMk/>
          <pc:sldMk cId="3928892522" sldId="607"/>
        </pc:sldMkLst>
        <pc:spChg chg="mod">
          <ac:chgData name="Deepika Vatsa" userId="f7100972-27fe-4ee6-8fb4-ec9b7931b409" providerId="ADAL" clId="{AC929AA0-30FE-40F5-9F14-BAD5341BE9C1}" dt="2025-07-23T06:35:21.314" v="1325" actId="12"/>
          <ac:spMkLst>
            <pc:docMk/>
            <pc:sldMk cId="3928892522" sldId="607"/>
            <ac:spMk id="11" creationId="{06381CCD-359B-D8A2-1997-A5B56A02FD41}"/>
          </ac:spMkLst>
        </pc:spChg>
      </pc:sldChg>
      <pc:sldChg chg="modSp add mod">
        <pc:chgData name="Deepika Vatsa" userId="f7100972-27fe-4ee6-8fb4-ec9b7931b409" providerId="ADAL" clId="{AC929AA0-30FE-40F5-9F14-BAD5341BE9C1}" dt="2025-07-23T06:36:29.475" v="1337" actId="113"/>
        <pc:sldMkLst>
          <pc:docMk/>
          <pc:sldMk cId="2914318388" sldId="608"/>
        </pc:sldMkLst>
        <pc:spChg chg="mod">
          <ac:chgData name="Deepika Vatsa" userId="f7100972-27fe-4ee6-8fb4-ec9b7931b409" providerId="ADAL" clId="{AC929AA0-30FE-40F5-9F14-BAD5341BE9C1}" dt="2025-07-23T06:36:29.475" v="1337" actId="113"/>
          <ac:spMkLst>
            <pc:docMk/>
            <pc:sldMk cId="2914318388" sldId="608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320274339" sldId="608"/>
        </pc:sldMkLst>
      </pc:sldChg>
      <pc:sldChg chg="modSp add mod">
        <pc:chgData name="Deepika Vatsa" userId="f7100972-27fe-4ee6-8fb4-ec9b7931b409" providerId="ADAL" clId="{AC929AA0-30FE-40F5-9F14-BAD5341BE9C1}" dt="2025-07-23T09:28:35.976" v="1511" actId="20577"/>
        <pc:sldMkLst>
          <pc:docMk/>
          <pc:sldMk cId="726719763" sldId="609"/>
        </pc:sldMkLst>
        <pc:spChg chg="mod">
          <ac:chgData name="Deepika Vatsa" userId="f7100972-27fe-4ee6-8fb4-ec9b7931b409" providerId="ADAL" clId="{AC929AA0-30FE-40F5-9F14-BAD5341BE9C1}" dt="2025-07-23T09:28:35.976" v="1511" actId="20577"/>
          <ac:spMkLst>
            <pc:docMk/>
            <pc:sldMk cId="726719763" sldId="609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282133231" sldId="609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610700906" sldId="610"/>
        </pc:sldMkLst>
      </pc:sldChg>
      <pc:sldChg chg="modSp add mod">
        <pc:chgData name="Deepika Vatsa" userId="f7100972-27fe-4ee6-8fb4-ec9b7931b409" providerId="ADAL" clId="{AC929AA0-30FE-40F5-9F14-BAD5341BE9C1}" dt="2025-07-23T06:39:46.112" v="1429" actId="20577"/>
        <pc:sldMkLst>
          <pc:docMk/>
          <pc:sldMk cId="3648386067" sldId="610"/>
        </pc:sldMkLst>
        <pc:spChg chg="mod">
          <ac:chgData name="Deepika Vatsa" userId="f7100972-27fe-4ee6-8fb4-ec9b7931b409" providerId="ADAL" clId="{AC929AA0-30FE-40F5-9F14-BAD5341BE9C1}" dt="2025-07-23T06:39:46.112" v="1429" actId="20577"/>
          <ac:spMkLst>
            <pc:docMk/>
            <pc:sldMk cId="3648386067" sldId="610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565857117" sldId="611"/>
        </pc:sldMkLst>
      </pc:sldChg>
      <pc:sldChg chg="modSp add mod">
        <pc:chgData name="Deepika Vatsa" userId="f7100972-27fe-4ee6-8fb4-ec9b7931b409" providerId="ADAL" clId="{AC929AA0-30FE-40F5-9F14-BAD5341BE9C1}" dt="2025-07-23T06:41:42.519" v="1501" actId="5793"/>
        <pc:sldMkLst>
          <pc:docMk/>
          <pc:sldMk cId="1440736019" sldId="611"/>
        </pc:sldMkLst>
        <pc:spChg chg="mod">
          <ac:chgData name="Deepika Vatsa" userId="f7100972-27fe-4ee6-8fb4-ec9b7931b409" providerId="ADAL" clId="{AC929AA0-30FE-40F5-9F14-BAD5341BE9C1}" dt="2025-07-23T06:40:24.433" v="1440" actId="20577"/>
          <ac:spMkLst>
            <pc:docMk/>
            <pc:sldMk cId="1440736019" sldId="611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41:42.519" v="1501" actId="5793"/>
          <ac:spMkLst>
            <pc:docMk/>
            <pc:sldMk cId="1440736019" sldId="611"/>
            <ac:spMk id="11" creationId="{06381CCD-359B-D8A2-1997-A5B56A02FD41}"/>
          </ac:spMkLst>
        </pc:spChg>
      </pc:sldChg>
      <pc:sldChg chg="modSp add mod">
        <pc:chgData name="Deepika Vatsa" userId="f7100972-27fe-4ee6-8fb4-ec9b7931b409" providerId="ADAL" clId="{AC929AA0-30FE-40F5-9F14-BAD5341BE9C1}" dt="2025-07-23T09:47:26.324" v="1571" actId="20577"/>
        <pc:sldMkLst>
          <pc:docMk/>
          <pc:sldMk cId="1106724558" sldId="612"/>
        </pc:sldMkLst>
        <pc:spChg chg="mod">
          <ac:chgData name="Deepika Vatsa" userId="f7100972-27fe-4ee6-8fb4-ec9b7931b409" providerId="ADAL" clId="{AC929AA0-30FE-40F5-9F14-BAD5341BE9C1}" dt="2025-07-23T09:47:26.324" v="1571" actId="20577"/>
          <ac:spMkLst>
            <pc:docMk/>
            <pc:sldMk cId="1106724558" sldId="612"/>
            <ac:spMk id="11" creationId="{06381CCD-359B-D8A2-1997-A5B56A02FD41}"/>
          </ac:spMkLst>
        </pc:spChg>
      </pc:sldChg>
      <pc:sldMasterChg chg="del delSldLayout">
        <pc:chgData name="Deepika Vatsa" userId="f7100972-27fe-4ee6-8fb4-ec9b7931b409" providerId="ADAL" clId="{AC929AA0-30FE-40F5-9F14-BAD5341BE9C1}" dt="2025-07-23T06:42:21.688" v="1504" actId="47"/>
        <pc:sldMasterMkLst>
          <pc:docMk/>
          <pc:sldMasterMk cId="220542818" sldId="2147483684"/>
        </pc:sldMasterMkLst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969632149" sldId="2147483685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715519172" sldId="2147483686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069285203" sldId="2147483687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3481227295" sldId="2147483688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2420472748" sldId="2147483689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187148095" sldId="2147483690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192461630" sldId="2147483691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84921356" sldId="2147483692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388528399" sldId="2147483693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2764167781" sldId="2147483694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483679427" sldId="2147483695"/>
          </pc:sldLayoutMkLst>
        </pc:sldLayoutChg>
      </pc:sldMasterChg>
    </pc:docChg>
  </pc:docChgLst>
  <pc:docChgLst>
    <pc:chgData name="Deepika Vatsa" userId="f7100972-27fe-4ee6-8fb4-ec9b7931b409" providerId="ADAL" clId="{49DE8FA7-E508-495E-ACAD-58980084EB43}"/>
    <pc:docChg chg="undo redo custSel addSld delSld modSld">
      <pc:chgData name="Deepika Vatsa" userId="f7100972-27fe-4ee6-8fb4-ec9b7931b409" providerId="ADAL" clId="{49DE8FA7-E508-495E-ACAD-58980084EB43}" dt="2025-08-11T07:58:02.963" v="2048" actId="478"/>
      <pc:docMkLst>
        <pc:docMk/>
      </pc:docMkLst>
      <pc:sldChg chg="add del">
        <pc:chgData name="Deepika Vatsa" userId="f7100972-27fe-4ee6-8fb4-ec9b7931b409" providerId="ADAL" clId="{49DE8FA7-E508-495E-ACAD-58980084EB43}" dt="2025-08-06T10:16:19.177" v="748" actId="47"/>
        <pc:sldMkLst>
          <pc:docMk/>
          <pc:sldMk cId="0" sldId="265"/>
        </pc:sldMkLst>
      </pc:sldChg>
      <pc:sldChg chg="add del">
        <pc:chgData name="Deepika Vatsa" userId="f7100972-27fe-4ee6-8fb4-ec9b7931b409" providerId="ADAL" clId="{49DE8FA7-E508-495E-ACAD-58980084EB43}" dt="2025-08-06T10:16:19.177" v="748" actId="47"/>
        <pc:sldMkLst>
          <pc:docMk/>
          <pc:sldMk cId="0" sldId="266"/>
        </pc:sldMkLst>
      </pc:sldChg>
      <pc:sldChg chg="add del">
        <pc:chgData name="Deepika Vatsa" userId="f7100972-27fe-4ee6-8fb4-ec9b7931b409" providerId="ADAL" clId="{49DE8FA7-E508-495E-ACAD-58980084EB43}" dt="2025-08-06T10:16:19.177" v="748" actId="47"/>
        <pc:sldMkLst>
          <pc:docMk/>
          <pc:sldMk cId="0" sldId="267"/>
        </pc:sldMkLst>
      </pc:sldChg>
      <pc:sldChg chg="add del">
        <pc:chgData name="Deepika Vatsa" userId="f7100972-27fe-4ee6-8fb4-ec9b7931b409" providerId="ADAL" clId="{49DE8FA7-E508-495E-ACAD-58980084EB43}" dt="2025-08-06T10:16:19.177" v="748" actId="47"/>
        <pc:sldMkLst>
          <pc:docMk/>
          <pc:sldMk cId="0" sldId="268"/>
        </pc:sldMkLst>
      </pc:sldChg>
      <pc:sldChg chg="add del">
        <pc:chgData name="Deepika Vatsa" userId="f7100972-27fe-4ee6-8fb4-ec9b7931b409" providerId="ADAL" clId="{49DE8FA7-E508-495E-ACAD-58980084EB43}" dt="2025-08-06T10:16:19.177" v="748" actId="47"/>
        <pc:sldMkLst>
          <pc:docMk/>
          <pc:sldMk cId="0" sldId="269"/>
        </pc:sldMkLst>
      </pc:sldChg>
      <pc:sldChg chg="add del">
        <pc:chgData name="Deepika Vatsa" userId="f7100972-27fe-4ee6-8fb4-ec9b7931b409" providerId="ADAL" clId="{49DE8FA7-E508-495E-ACAD-58980084EB43}" dt="2025-08-06T10:16:19.177" v="748" actId="47"/>
        <pc:sldMkLst>
          <pc:docMk/>
          <pc:sldMk cId="0" sldId="270"/>
        </pc:sldMkLst>
      </pc:sldChg>
      <pc:sldChg chg="add del">
        <pc:chgData name="Deepika Vatsa" userId="f7100972-27fe-4ee6-8fb4-ec9b7931b409" providerId="ADAL" clId="{49DE8FA7-E508-495E-ACAD-58980084EB43}" dt="2025-08-06T10:16:19.177" v="748" actId="47"/>
        <pc:sldMkLst>
          <pc:docMk/>
          <pc:sldMk cId="0" sldId="271"/>
        </pc:sldMkLst>
      </pc:sldChg>
      <pc:sldChg chg="add del">
        <pc:chgData name="Deepika Vatsa" userId="f7100972-27fe-4ee6-8fb4-ec9b7931b409" providerId="ADAL" clId="{49DE8FA7-E508-495E-ACAD-58980084EB43}" dt="2025-08-06T10:16:19.177" v="748" actId="47"/>
        <pc:sldMkLst>
          <pc:docMk/>
          <pc:sldMk cId="0" sldId="272"/>
        </pc:sldMkLst>
      </pc:sldChg>
      <pc:sldChg chg="add del">
        <pc:chgData name="Deepika Vatsa" userId="f7100972-27fe-4ee6-8fb4-ec9b7931b409" providerId="ADAL" clId="{49DE8FA7-E508-495E-ACAD-58980084EB43}" dt="2025-08-06T10:16:19.177" v="748" actId="47"/>
        <pc:sldMkLst>
          <pc:docMk/>
          <pc:sldMk cId="0" sldId="273"/>
        </pc:sldMkLst>
      </pc:sldChg>
      <pc:sldChg chg="add del">
        <pc:chgData name="Deepika Vatsa" userId="f7100972-27fe-4ee6-8fb4-ec9b7931b409" providerId="ADAL" clId="{49DE8FA7-E508-495E-ACAD-58980084EB43}" dt="2025-08-06T10:16:19.177" v="748" actId="47"/>
        <pc:sldMkLst>
          <pc:docMk/>
          <pc:sldMk cId="0" sldId="274"/>
        </pc:sldMkLst>
      </pc:sldChg>
      <pc:sldChg chg="add del">
        <pc:chgData name="Deepika Vatsa" userId="f7100972-27fe-4ee6-8fb4-ec9b7931b409" providerId="ADAL" clId="{49DE8FA7-E508-495E-ACAD-58980084EB43}" dt="2025-08-06T10:16:19.177" v="748" actId="47"/>
        <pc:sldMkLst>
          <pc:docMk/>
          <pc:sldMk cId="0" sldId="275"/>
        </pc:sldMkLst>
      </pc:sldChg>
      <pc:sldChg chg="add del">
        <pc:chgData name="Deepika Vatsa" userId="f7100972-27fe-4ee6-8fb4-ec9b7931b409" providerId="ADAL" clId="{49DE8FA7-E508-495E-ACAD-58980084EB43}" dt="2025-08-06T10:16:19.177" v="748" actId="47"/>
        <pc:sldMkLst>
          <pc:docMk/>
          <pc:sldMk cId="0" sldId="276"/>
        </pc:sldMkLst>
      </pc:sldChg>
      <pc:sldChg chg="modSp mod">
        <pc:chgData name="Deepika Vatsa" userId="f7100972-27fe-4ee6-8fb4-ec9b7931b409" providerId="ADAL" clId="{49DE8FA7-E508-495E-ACAD-58980084EB43}" dt="2025-08-01T09:29:44.238" v="20" actId="20577"/>
        <pc:sldMkLst>
          <pc:docMk/>
          <pc:sldMk cId="0" sldId="395"/>
        </pc:sldMkLst>
        <pc:spChg chg="mod">
          <ac:chgData name="Deepika Vatsa" userId="f7100972-27fe-4ee6-8fb4-ec9b7931b409" providerId="ADAL" clId="{49DE8FA7-E508-495E-ACAD-58980084EB43}" dt="2025-08-01T09:29:44.238" v="20" actId="20577"/>
          <ac:spMkLst>
            <pc:docMk/>
            <pc:sldMk cId="0" sldId="395"/>
            <ac:spMk id="2" creationId="{00000000-0000-0000-0000-000000000000}"/>
          </ac:spMkLst>
        </pc:spChg>
      </pc:sldChg>
      <pc:sldChg chg="add del">
        <pc:chgData name="Deepika Vatsa" userId="f7100972-27fe-4ee6-8fb4-ec9b7931b409" providerId="ADAL" clId="{49DE8FA7-E508-495E-ACAD-58980084EB43}" dt="2025-08-06T10:16:23.941" v="749" actId="2696"/>
        <pc:sldMkLst>
          <pc:docMk/>
          <pc:sldMk cId="384587310" sldId="590"/>
        </pc:sldMkLst>
      </pc:sldChg>
      <pc:sldChg chg="del">
        <pc:chgData name="Deepika Vatsa" userId="f7100972-27fe-4ee6-8fb4-ec9b7931b409" providerId="ADAL" clId="{49DE8FA7-E508-495E-ACAD-58980084EB43}" dt="2025-08-06T10:16:19.177" v="748" actId="47"/>
        <pc:sldMkLst>
          <pc:docMk/>
          <pc:sldMk cId="3439049211" sldId="591"/>
        </pc:sldMkLst>
      </pc:sldChg>
      <pc:sldChg chg="del">
        <pc:chgData name="Deepika Vatsa" userId="f7100972-27fe-4ee6-8fb4-ec9b7931b409" providerId="ADAL" clId="{49DE8FA7-E508-495E-ACAD-58980084EB43}" dt="2025-08-01T09:30:10.652" v="22" actId="47"/>
        <pc:sldMkLst>
          <pc:docMk/>
          <pc:sldMk cId="494535748" sldId="592"/>
        </pc:sldMkLst>
      </pc:sldChg>
      <pc:sldChg chg="del">
        <pc:chgData name="Deepika Vatsa" userId="f7100972-27fe-4ee6-8fb4-ec9b7931b409" providerId="ADAL" clId="{49DE8FA7-E508-495E-ACAD-58980084EB43}" dt="2025-08-01T09:30:10.652" v="22" actId="47"/>
        <pc:sldMkLst>
          <pc:docMk/>
          <pc:sldMk cId="3539443453" sldId="593"/>
        </pc:sldMkLst>
      </pc:sldChg>
      <pc:sldChg chg="del">
        <pc:chgData name="Deepika Vatsa" userId="f7100972-27fe-4ee6-8fb4-ec9b7931b409" providerId="ADAL" clId="{49DE8FA7-E508-495E-ACAD-58980084EB43}" dt="2025-08-01T09:30:10.652" v="22" actId="47"/>
        <pc:sldMkLst>
          <pc:docMk/>
          <pc:sldMk cId="2249137657" sldId="594"/>
        </pc:sldMkLst>
      </pc:sldChg>
      <pc:sldChg chg="del">
        <pc:chgData name="Deepika Vatsa" userId="f7100972-27fe-4ee6-8fb4-ec9b7931b409" providerId="ADAL" clId="{49DE8FA7-E508-495E-ACAD-58980084EB43}" dt="2025-08-01T09:30:10.652" v="22" actId="47"/>
        <pc:sldMkLst>
          <pc:docMk/>
          <pc:sldMk cId="2043304788" sldId="595"/>
        </pc:sldMkLst>
      </pc:sldChg>
      <pc:sldChg chg="del">
        <pc:chgData name="Deepika Vatsa" userId="f7100972-27fe-4ee6-8fb4-ec9b7931b409" providerId="ADAL" clId="{49DE8FA7-E508-495E-ACAD-58980084EB43}" dt="2025-08-01T09:30:10.652" v="22" actId="47"/>
        <pc:sldMkLst>
          <pc:docMk/>
          <pc:sldMk cId="2365471124" sldId="596"/>
        </pc:sldMkLst>
      </pc:sldChg>
      <pc:sldChg chg="del">
        <pc:chgData name="Deepika Vatsa" userId="f7100972-27fe-4ee6-8fb4-ec9b7931b409" providerId="ADAL" clId="{49DE8FA7-E508-495E-ACAD-58980084EB43}" dt="2025-08-01T09:30:10.652" v="22" actId="47"/>
        <pc:sldMkLst>
          <pc:docMk/>
          <pc:sldMk cId="3613863550" sldId="597"/>
        </pc:sldMkLst>
      </pc:sldChg>
      <pc:sldChg chg="del">
        <pc:chgData name="Deepika Vatsa" userId="f7100972-27fe-4ee6-8fb4-ec9b7931b409" providerId="ADAL" clId="{49DE8FA7-E508-495E-ACAD-58980084EB43}" dt="2025-08-01T09:30:10.652" v="22" actId="47"/>
        <pc:sldMkLst>
          <pc:docMk/>
          <pc:sldMk cId="4006034928" sldId="598"/>
        </pc:sldMkLst>
      </pc:sldChg>
      <pc:sldChg chg="del">
        <pc:chgData name="Deepika Vatsa" userId="f7100972-27fe-4ee6-8fb4-ec9b7931b409" providerId="ADAL" clId="{49DE8FA7-E508-495E-ACAD-58980084EB43}" dt="2025-08-01T09:30:10.652" v="22" actId="47"/>
        <pc:sldMkLst>
          <pc:docMk/>
          <pc:sldMk cId="2158759759" sldId="599"/>
        </pc:sldMkLst>
      </pc:sldChg>
      <pc:sldChg chg="del">
        <pc:chgData name="Deepika Vatsa" userId="f7100972-27fe-4ee6-8fb4-ec9b7931b409" providerId="ADAL" clId="{49DE8FA7-E508-495E-ACAD-58980084EB43}" dt="2025-08-01T09:30:10.652" v="22" actId="47"/>
        <pc:sldMkLst>
          <pc:docMk/>
          <pc:sldMk cId="1407172059" sldId="600"/>
        </pc:sldMkLst>
      </pc:sldChg>
      <pc:sldChg chg="del">
        <pc:chgData name="Deepika Vatsa" userId="f7100972-27fe-4ee6-8fb4-ec9b7931b409" providerId="ADAL" clId="{49DE8FA7-E508-495E-ACAD-58980084EB43}" dt="2025-08-01T09:30:10.652" v="22" actId="47"/>
        <pc:sldMkLst>
          <pc:docMk/>
          <pc:sldMk cId="3854070128" sldId="601"/>
        </pc:sldMkLst>
      </pc:sldChg>
      <pc:sldChg chg="del">
        <pc:chgData name="Deepika Vatsa" userId="f7100972-27fe-4ee6-8fb4-ec9b7931b409" providerId="ADAL" clId="{49DE8FA7-E508-495E-ACAD-58980084EB43}" dt="2025-08-01T09:30:10.652" v="22" actId="47"/>
        <pc:sldMkLst>
          <pc:docMk/>
          <pc:sldMk cId="3816700751" sldId="602"/>
        </pc:sldMkLst>
      </pc:sldChg>
      <pc:sldChg chg="del">
        <pc:chgData name="Deepika Vatsa" userId="f7100972-27fe-4ee6-8fb4-ec9b7931b409" providerId="ADAL" clId="{49DE8FA7-E508-495E-ACAD-58980084EB43}" dt="2025-08-01T09:30:10.652" v="22" actId="47"/>
        <pc:sldMkLst>
          <pc:docMk/>
          <pc:sldMk cId="3109653638" sldId="603"/>
        </pc:sldMkLst>
      </pc:sldChg>
      <pc:sldChg chg="del">
        <pc:chgData name="Deepika Vatsa" userId="f7100972-27fe-4ee6-8fb4-ec9b7931b409" providerId="ADAL" clId="{49DE8FA7-E508-495E-ACAD-58980084EB43}" dt="2025-08-01T09:30:10.652" v="22" actId="47"/>
        <pc:sldMkLst>
          <pc:docMk/>
          <pc:sldMk cId="649285932" sldId="604"/>
        </pc:sldMkLst>
      </pc:sldChg>
      <pc:sldChg chg="del">
        <pc:chgData name="Deepika Vatsa" userId="f7100972-27fe-4ee6-8fb4-ec9b7931b409" providerId="ADAL" clId="{49DE8FA7-E508-495E-ACAD-58980084EB43}" dt="2025-08-01T09:30:10.652" v="22" actId="47"/>
        <pc:sldMkLst>
          <pc:docMk/>
          <pc:sldMk cId="2666969699" sldId="605"/>
        </pc:sldMkLst>
      </pc:sldChg>
      <pc:sldChg chg="del">
        <pc:chgData name="Deepika Vatsa" userId="f7100972-27fe-4ee6-8fb4-ec9b7931b409" providerId="ADAL" clId="{49DE8FA7-E508-495E-ACAD-58980084EB43}" dt="2025-08-01T09:30:10.652" v="22" actId="47"/>
        <pc:sldMkLst>
          <pc:docMk/>
          <pc:sldMk cId="1055965943" sldId="606"/>
        </pc:sldMkLst>
      </pc:sldChg>
      <pc:sldChg chg="del">
        <pc:chgData name="Deepika Vatsa" userId="f7100972-27fe-4ee6-8fb4-ec9b7931b409" providerId="ADAL" clId="{49DE8FA7-E508-495E-ACAD-58980084EB43}" dt="2025-08-01T09:30:10.652" v="22" actId="47"/>
        <pc:sldMkLst>
          <pc:docMk/>
          <pc:sldMk cId="3928892522" sldId="607"/>
        </pc:sldMkLst>
      </pc:sldChg>
      <pc:sldChg chg="del">
        <pc:chgData name="Deepika Vatsa" userId="f7100972-27fe-4ee6-8fb4-ec9b7931b409" providerId="ADAL" clId="{49DE8FA7-E508-495E-ACAD-58980084EB43}" dt="2025-08-01T09:30:10.652" v="22" actId="47"/>
        <pc:sldMkLst>
          <pc:docMk/>
          <pc:sldMk cId="2914318388" sldId="608"/>
        </pc:sldMkLst>
      </pc:sldChg>
      <pc:sldChg chg="del">
        <pc:chgData name="Deepika Vatsa" userId="f7100972-27fe-4ee6-8fb4-ec9b7931b409" providerId="ADAL" clId="{49DE8FA7-E508-495E-ACAD-58980084EB43}" dt="2025-08-01T09:30:10.652" v="22" actId="47"/>
        <pc:sldMkLst>
          <pc:docMk/>
          <pc:sldMk cId="726719763" sldId="609"/>
        </pc:sldMkLst>
      </pc:sldChg>
      <pc:sldChg chg="del">
        <pc:chgData name="Deepika Vatsa" userId="f7100972-27fe-4ee6-8fb4-ec9b7931b409" providerId="ADAL" clId="{49DE8FA7-E508-495E-ACAD-58980084EB43}" dt="2025-08-01T09:30:10.652" v="22" actId="47"/>
        <pc:sldMkLst>
          <pc:docMk/>
          <pc:sldMk cId="3648386067" sldId="610"/>
        </pc:sldMkLst>
      </pc:sldChg>
      <pc:sldChg chg="del">
        <pc:chgData name="Deepika Vatsa" userId="f7100972-27fe-4ee6-8fb4-ec9b7931b409" providerId="ADAL" clId="{49DE8FA7-E508-495E-ACAD-58980084EB43}" dt="2025-08-01T09:30:10.652" v="22" actId="47"/>
        <pc:sldMkLst>
          <pc:docMk/>
          <pc:sldMk cId="1440736019" sldId="611"/>
        </pc:sldMkLst>
      </pc:sldChg>
      <pc:sldChg chg="del">
        <pc:chgData name="Deepika Vatsa" userId="f7100972-27fe-4ee6-8fb4-ec9b7931b409" providerId="ADAL" clId="{49DE8FA7-E508-495E-ACAD-58980084EB43}" dt="2025-08-01T09:30:10.652" v="22" actId="47"/>
        <pc:sldMkLst>
          <pc:docMk/>
          <pc:sldMk cId="1106724558" sldId="612"/>
        </pc:sldMkLst>
      </pc:sldChg>
      <pc:sldChg chg="add del">
        <pc:chgData name="Deepika Vatsa" userId="f7100972-27fe-4ee6-8fb4-ec9b7931b409" providerId="ADAL" clId="{49DE8FA7-E508-495E-ACAD-58980084EB43}" dt="2025-08-06T10:16:19.177" v="748" actId="47"/>
        <pc:sldMkLst>
          <pc:docMk/>
          <pc:sldMk cId="1541715323" sldId="613"/>
        </pc:sldMkLst>
      </pc:sldChg>
      <pc:sldChg chg="add del">
        <pc:chgData name="Deepika Vatsa" userId="f7100972-27fe-4ee6-8fb4-ec9b7931b409" providerId="ADAL" clId="{49DE8FA7-E508-495E-ACAD-58980084EB43}" dt="2025-08-06T10:16:19.177" v="748" actId="47"/>
        <pc:sldMkLst>
          <pc:docMk/>
          <pc:sldMk cId="3437106407" sldId="614"/>
        </pc:sldMkLst>
      </pc:sldChg>
      <pc:sldChg chg="add del">
        <pc:chgData name="Deepika Vatsa" userId="f7100972-27fe-4ee6-8fb4-ec9b7931b409" providerId="ADAL" clId="{49DE8FA7-E508-495E-ACAD-58980084EB43}" dt="2025-08-06T10:16:19.177" v="748" actId="47"/>
        <pc:sldMkLst>
          <pc:docMk/>
          <pc:sldMk cId="636319763" sldId="615"/>
        </pc:sldMkLst>
      </pc:sldChg>
      <pc:sldChg chg="add del">
        <pc:chgData name="Deepika Vatsa" userId="f7100972-27fe-4ee6-8fb4-ec9b7931b409" providerId="ADAL" clId="{49DE8FA7-E508-495E-ACAD-58980084EB43}" dt="2025-08-06T10:16:19.177" v="748" actId="47"/>
        <pc:sldMkLst>
          <pc:docMk/>
          <pc:sldMk cId="2614854379" sldId="616"/>
        </pc:sldMkLst>
      </pc:sldChg>
      <pc:sldChg chg="addSp delSp modSp add mod">
        <pc:chgData name="Deepika Vatsa" userId="f7100972-27fe-4ee6-8fb4-ec9b7931b409" providerId="ADAL" clId="{49DE8FA7-E508-495E-ACAD-58980084EB43}" dt="2025-08-06T11:43:38.517" v="2038"/>
        <pc:sldMkLst>
          <pc:docMk/>
          <pc:sldMk cId="4140097351" sldId="631"/>
        </pc:sldMkLst>
        <pc:spChg chg="mod">
          <ac:chgData name="Deepika Vatsa" userId="f7100972-27fe-4ee6-8fb4-ec9b7931b409" providerId="ADAL" clId="{49DE8FA7-E508-495E-ACAD-58980084EB43}" dt="2025-08-06T09:36:23.141" v="89" actId="20577"/>
          <ac:spMkLst>
            <pc:docMk/>
            <pc:sldMk cId="4140097351" sldId="631"/>
            <ac:spMk id="2" creationId="{00000000-0000-0000-0000-000000000000}"/>
          </ac:spMkLst>
        </pc:spChg>
        <pc:spChg chg="mod">
          <ac:chgData name="Deepika Vatsa" userId="f7100972-27fe-4ee6-8fb4-ec9b7931b409" providerId="ADAL" clId="{49DE8FA7-E508-495E-ACAD-58980084EB43}" dt="2025-08-06T10:55:07.811" v="2032" actId="2711"/>
          <ac:spMkLst>
            <pc:docMk/>
            <pc:sldMk cId="4140097351" sldId="631"/>
            <ac:spMk id="11" creationId="{06381CCD-359B-D8A2-1997-A5B56A02FD41}"/>
          </ac:spMkLst>
        </pc:spChg>
        <pc:picChg chg="del">
          <ac:chgData name="Deepika Vatsa" userId="f7100972-27fe-4ee6-8fb4-ec9b7931b409" providerId="ADAL" clId="{49DE8FA7-E508-495E-ACAD-58980084EB43}" dt="2025-08-06T09:30:28.527" v="43" actId="478"/>
          <ac:picMkLst>
            <pc:docMk/>
            <pc:sldMk cId="4140097351" sldId="631"/>
            <ac:picMk id="4" creationId="{64E9B5E2-5ACA-C5D4-87B6-779BB80A868F}"/>
          </ac:picMkLst>
        </pc:picChg>
        <pc:picChg chg="add del mod">
          <ac:chgData name="Deepika Vatsa" userId="f7100972-27fe-4ee6-8fb4-ec9b7931b409" providerId="ADAL" clId="{49DE8FA7-E508-495E-ACAD-58980084EB43}" dt="2025-08-06T09:38:02.295" v="167" actId="478"/>
          <ac:picMkLst>
            <pc:docMk/>
            <pc:sldMk cId="4140097351" sldId="631"/>
            <ac:picMk id="1026" creationId="{DA7ECD50-09C0-E950-7E16-D14BDFA96E60}"/>
          </ac:picMkLst>
        </pc:picChg>
        <pc:picChg chg="add del mod">
          <ac:chgData name="Deepika Vatsa" userId="f7100972-27fe-4ee6-8fb4-ec9b7931b409" providerId="ADAL" clId="{49DE8FA7-E508-495E-ACAD-58980084EB43}" dt="2025-08-06T09:38:03.741" v="168" actId="478"/>
          <ac:picMkLst>
            <pc:docMk/>
            <pc:sldMk cId="4140097351" sldId="631"/>
            <ac:picMk id="1028" creationId="{9EB38397-7677-688E-50C9-38241A8E4560}"/>
          </ac:picMkLst>
        </pc:picChg>
        <pc:inkChg chg="del">
          <ac:chgData name="Deepika Vatsa" userId="f7100972-27fe-4ee6-8fb4-ec9b7931b409" providerId="ADAL" clId="{49DE8FA7-E508-495E-ACAD-58980084EB43}" dt="2025-08-06T09:30:30.772" v="44" actId="478"/>
          <ac:inkMkLst>
            <pc:docMk/>
            <pc:sldMk cId="4140097351" sldId="631"/>
            <ac:inkMk id="5" creationId="{C4B7BF62-94CA-7A39-96A2-ACB74ABC1474}"/>
          </ac:inkMkLst>
        </pc:inkChg>
        <pc:inkChg chg="add">
          <ac:chgData name="Deepika Vatsa" userId="f7100972-27fe-4ee6-8fb4-ec9b7931b409" providerId="ADAL" clId="{49DE8FA7-E508-495E-ACAD-58980084EB43}" dt="2025-08-06T11:43:38.517" v="2038"/>
          <ac:inkMkLst>
            <pc:docMk/>
            <pc:sldMk cId="4140097351" sldId="631"/>
            <ac:inkMk id="6" creationId="{0DB0EBFB-DD28-6329-106E-49651B2DAB99}"/>
          </ac:inkMkLst>
        </pc:inkChg>
      </pc:sldChg>
      <pc:sldChg chg="addSp delSp modSp add mod">
        <pc:chgData name="Deepika Vatsa" userId="f7100972-27fe-4ee6-8fb4-ec9b7931b409" providerId="ADAL" clId="{49DE8FA7-E508-495E-ACAD-58980084EB43}" dt="2025-08-11T07:57:26.350" v="2039" actId="478"/>
        <pc:sldMkLst>
          <pc:docMk/>
          <pc:sldMk cId="1599636904" sldId="632"/>
        </pc:sldMkLst>
        <pc:spChg chg="del">
          <ac:chgData name="Deepika Vatsa" userId="f7100972-27fe-4ee6-8fb4-ec9b7931b409" providerId="ADAL" clId="{49DE8FA7-E508-495E-ACAD-58980084EB43}" dt="2025-08-06T09:36:29.538" v="90" actId="478"/>
          <ac:spMkLst>
            <pc:docMk/>
            <pc:sldMk cId="1599636904" sldId="632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49DE8FA7-E508-495E-ACAD-58980084EB43}" dt="2025-08-06T09:36:32.078" v="92" actId="478"/>
          <ac:spMkLst>
            <pc:docMk/>
            <pc:sldMk cId="1599636904" sldId="632"/>
            <ac:spMk id="5" creationId="{74993472-0BCA-645A-3C9E-9E3AE896C493}"/>
          </ac:spMkLst>
        </pc:spChg>
        <pc:spChg chg="add mod">
          <ac:chgData name="Deepika Vatsa" userId="f7100972-27fe-4ee6-8fb4-ec9b7931b409" providerId="ADAL" clId="{49DE8FA7-E508-495E-ACAD-58980084EB43}" dt="2025-08-06T09:36:30.056" v="91"/>
          <ac:spMkLst>
            <pc:docMk/>
            <pc:sldMk cId="1599636904" sldId="632"/>
            <ac:spMk id="6" creationId="{0A191B73-2A5B-B08B-C8EA-242ACAC94AC3}"/>
          </ac:spMkLst>
        </pc:spChg>
        <pc:spChg chg="add mod">
          <ac:chgData name="Deepika Vatsa" userId="f7100972-27fe-4ee6-8fb4-ec9b7931b409" providerId="ADAL" clId="{49DE8FA7-E508-495E-ACAD-58980084EB43}" dt="2025-08-06T09:39:44.265" v="255" actId="1076"/>
          <ac:spMkLst>
            <pc:docMk/>
            <pc:sldMk cId="1599636904" sldId="632"/>
            <ac:spMk id="8" creationId="{8EC78668-7651-C465-961C-037128C81F64}"/>
          </ac:spMkLst>
        </pc:spChg>
        <pc:spChg chg="del">
          <ac:chgData name="Deepika Vatsa" userId="f7100972-27fe-4ee6-8fb4-ec9b7931b409" providerId="ADAL" clId="{49DE8FA7-E508-495E-ACAD-58980084EB43}" dt="2025-08-06T09:36:03.064" v="63" actId="478"/>
          <ac:spMkLst>
            <pc:docMk/>
            <pc:sldMk cId="1599636904" sldId="632"/>
            <ac:spMk id="11" creationId="{06381CCD-359B-D8A2-1997-A5B56A02FD41}"/>
          </ac:spMkLst>
        </pc:spChg>
        <pc:picChg chg="mod">
          <ac:chgData name="Deepika Vatsa" userId="f7100972-27fe-4ee6-8fb4-ec9b7931b409" providerId="ADAL" clId="{49DE8FA7-E508-495E-ACAD-58980084EB43}" dt="2025-08-06T09:37:02.297" v="106" actId="14100"/>
          <ac:picMkLst>
            <pc:docMk/>
            <pc:sldMk cId="1599636904" sldId="632"/>
            <ac:picMk id="1026" creationId="{DA7ECD50-09C0-E950-7E16-D14BDFA96E60}"/>
          </ac:picMkLst>
        </pc:picChg>
        <pc:picChg chg="del">
          <ac:chgData name="Deepika Vatsa" userId="f7100972-27fe-4ee6-8fb4-ec9b7931b409" providerId="ADAL" clId="{49DE8FA7-E508-495E-ACAD-58980084EB43}" dt="2025-08-06T09:36:04.763" v="64" actId="478"/>
          <ac:picMkLst>
            <pc:docMk/>
            <pc:sldMk cId="1599636904" sldId="632"/>
            <ac:picMk id="1028" creationId="{9EB38397-7677-688E-50C9-38241A8E4560}"/>
          </ac:picMkLst>
        </pc:picChg>
        <pc:inkChg chg="add del">
          <ac:chgData name="Deepika Vatsa" userId="f7100972-27fe-4ee6-8fb4-ec9b7931b409" providerId="ADAL" clId="{49DE8FA7-E508-495E-ACAD-58980084EB43}" dt="2025-08-11T07:57:26.350" v="2039" actId="478"/>
          <ac:inkMkLst>
            <pc:docMk/>
            <pc:sldMk cId="1599636904" sldId="632"/>
            <ac:inkMk id="9" creationId="{F9B0DFFD-EA19-EB9E-A60D-64C5A3251CF6}"/>
          </ac:inkMkLst>
        </pc:inkChg>
      </pc:sldChg>
      <pc:sldChg chg="addSp delSp modSp add mod">
        <pc:chgData name="Deepika Vatsa" userId="f7100972-27fe-4ee6-8fb4-ec9b7931b409" providerId="ADAL" clId="{49DE8FA7-E508-495E-ACAD-58980084EB43}" dt="2025-08-11T07:57:29.262" v="2040" actId="478"/>
        <pc:sldMkLst>
          <pc:docMk/>
          <pc:sldMk cId="584481740" sldId="633"/>
        </pc:sldMkLst>
        <pc:spChg chg="del">
          <ac:chgData name="Deepika Vatsa" userId="f7100972-27fe-4ee6-8fb4-ec9b7931b409" providerId="ADAL" clId="{49DE8FA7-E508-495E-ACAD-58980084EB43}" dt="2025-08-06T09:36:35.984" v="93" actId="478"/>
          <ac:spMkLst>
            <pc:docMk/>
            <pc:sldMk cId="584481740" sldId="633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49DE8FA7-E508-495E-ACAD-58980084EB43}" dt="2025-08-06T09:36:38.992" v="94" actId="478"/>
          <ac:spMkLst>
            <pc:docMk/>
            <pc:sldMk cId="584481740" sldId="633"/>
            <ac:spMk id="5" creationId="{03419C0D-DC49-FFEA-E40A-88B07D428904}"/>
          </ac:spMkLst>
        </pc:spChg>
        <pc:spChg chg="add mod">
          <ac:chgData name="Deepika Vatsa" userId="f7100972-27fe-4ee6-8fb4-ec9b7931b409" providerId="ADAL" clId="{49DE8FA7-E508-495E-ACAD-58980084EB43}" dt="2025-08-06T09:36:39.469" v="95"/>
          <ac:spMkLst>
            <pc:docMk/>
            <pc:sldMk cId="584481740" sldId="633"/>
            <ac:spMk id="6" creationId="{DC27C3A4-E070-A2AE-22EA-6B8270443DBB}"/>
          </ac:spMkLst>
        </pc:spChg>
        <pc:spChg chg="add mod">
          <ac:chgData name="Deepika Vatsa" userId="f7100972-27fe-4ee6-8fb4-ec9b7931b409" providerId="ADAL" clId="{49DE8FA7-E508-495E-ACAD-58980084EB43}" dt="2025-08-06T09:39:38.268" v="254" actId="1076"/>
          <ac:spMkLst>
            <pc:docMk/>
            <pc:sldMk cId="584481740" sldId="633"/>
            <ac:spMk id="7" creationId="{5B342FCF-FAC6-0422-9A8B-211B67755622}"/>
          </ac:spMkLst>
        </pc:spChg>
        <pc:spChg chg="del">
          <ac:chgData name="Deepika Vatsa" userId="f7100972-27fe-4ee6-8fb4-ec9b7931b409" providerId="ADAL" clId="{49DE8FA7-E508-495E-ACAD-58980084EB43}" dt="2025-08-06T09:36:42.371" v="96" actId="478"/>
          <ac:spMkLst>
            <pc:docMk/>
            <pc:sldMk cId="584481740" sldId="633"/>
            <ac:spMk id="11" creationId="{06381CCD-359B-D8A2-1997-A5B56A02FD41}"/>
          </ac:spMkLst>
        </pc:spChg>
        <pc:picChg chg="del">
          <ac:chgData name="Deepika Vatsa" userId="f7100972-27fe-4ee6-8fb4-ec9b7931b409" providerId="ADAL" clId="{49DE8FA7-E508-495E-ACAD-58980084EB43}" dt="2025-08-06T09:36:43.850" v="97" actId="478"/>
          <ac:picMkLst>
            <pc:docMk/>
            <pc:sldMk cId="584481740" sldId="633"/>
            <ac:picMk id="1026" creationId="{DA7ECD50-09C0-E950-7E16-D14BDFA96E60}"/>
          </ac:picMkLst>
        </pc:picChg>
        <pc:picChg chg="mod">
          <ac:chgData name="Deepika Vatsa" userId="f7100972-27fe-4ee6-8fb4-ec9b7931b409" providerId="ADAL" clId="{49DE8FA7-E508-495E-ACAD-58980084EB43}" dt="2025-08-06T09:36:53.552" v="102" actId="1076"/>
          <ac:picMkLst>
            <pc:docMk/>
            <pc:sldMk cId="584481740" sldId="633"/>
            <ac:picMk id="1028" creationId="{9EB38397-7677-688E-50C9-38241A8E4560}"/>
          </ac:picMkLst>
        </pc:picChg>
        <pc:inkChg chg="add del">
          <ac:chgData name="Deepika Vatsa" userId="f7100972-27fe-4ee6-8fb4-ec9b7931b409" providerId="ADAL" clId="{49DE8FA7-E508-495E-ACAD-58980084EB43}" dt="2025-08-11T07:57:29.262" v="2040" actId="478"/>
          <ac:inkMkLst>
            <pc:docMk/>
            <pc:sldMk cId="584481740" sldId="633"/>
            <ac:inkMk id="8" creationId="{21B410E0-5495-9150-F9C6-FF5A0EAD8B46}"/>
          </ac:inkMkLst>
        </pc:inkChg>
      </pc:sldChg>
      <pc:sldChg chg="addSp delSp modSp add mod">
        <pc:chgData name="Deepika Vatsa" userId="f7100972-27fe-4ee6-8fb4-ec9b7931b409" providerId="ADAL" clId="{49DE8FA7-E508-495E-ACAD-58980084EB43}" dt="2025-08-06T11:43:38.517" v="2038"/>
        <pc:sldMkLst>
          <pc:docMk/>
          <pc:sldMk cId="2190308485" sldId="634"/>
        </pc:sldMkLst>
        <pc:spChg chg="add mod">
          <ac:chgData name="Deepika Vatsa" userId="f7100972-27fe-4ee6-8fb4-ec9b7931b409" providerId="ADAL" clId="{49DE8FA7-E508-495E-ACAD-58980084EB43}" dt="2025-08-06T10:55:14.934" v="2034" actId="20577"/>
          <ac:spMkLst>
            <pc:docMk/>
            <pc:sldMk cId="2190308485" sldId="634"/>
            <ac:spMk id="2" creationId="{EE930AA0-10C3-0C0E-64FB-9421BB3921B2}"/>
          </ac:spMkLst>
        </pc:spChg>
        <pc:spChg chg="mod">
          <ac:chgData name="Deepika Vatsa" userId="f7100972-27fe-4ee6-8fb4-ec9b7931b409" providerId="ADAL" clId="{49DE8FA7-E508-495E-ACAD-58980084EB43}" dt="2025-08-06T09:40:06.298" v="260" actId="6549"/>
          <ac:spMkLst>
            <pc:docMk/>
            <pc:sldMk cId="2190308485" sldId="634"/>
            <ac:spMk id="6" creationId="{DC27C3A4-E070-A2AE-22EA-6B8270443DBB}"/>
          </ac:spMkLst>
        </pc:spChg>
        <pc:spChg chg="del">
          <ac:chgData name="Deepika Vatsa" userId="f7100972-27fe-4ee6-8fb4-ec9b7931b409" providerId="ADAL" clId="{49DE8FA7-E508-495E-ACAD-58980084EB43}" dt="2025-08-06T09:39:57.086" v="258" actId="478"/>
          <ac:spMkLst>
            <pc:docMk/>
            <pc:sldMk cId="2190308485" sldId="634"/>
            <ac:spMk id="7" creationId="{5B342FCF-FAC6-0422-9A8B-211B67755622}"/>
          </ac:spMkLst>
        </pc:spChg>
        <pc:picChg chg="del">
          <ac:chgData name="Deepika Vatsa" userId="f7100972-27fe-4ee6-8fb4-ec9b7931b409" providerId="ADAL" clId="{49DE8FA7-E508-495E-ACAD-58980084EB43}" dt="2025-08-06T09:39:53.623" v="257" actId="478"/>
          <ac:picMkLst>
            <pc:docMk/>
            <pc:sldMk cId="2190308485" sldId="634"/>
            <ac:picMk id="1028" creationId="{9EB38397-7677-688E-50C9-38241A8E4560}"/>
          </ac:picMkLst>
        </pc:picChg>
        <pc:inkChg chg="add">
          <ac:chgData name="Deepika Vatsa" userId="f7100972-27fe-4ee6-8fb4-ec9b7931b409" providerId="ADAL" clId="{49DE8FA7-E508-495E-ACAD-58980084EB43}" dt="2025-08-06T11:43:38.517" v="2038"/>
          <ac:inkMkLst>
            <pc:docMk/>
            <pc:sldMk cId="2190308485" sldId="634"/>
            <ac:inkMk id="4" creationId="{ED329AF8-7CAC-215D-8EB4-8C6455877A61}"/>
          </ac:inkMkLst>
        </pc:inkChg>
      </pc:sldChg>
      <pc:sldChg chg="addSp delSp modSp add mod modNotesTx">
        <pc:chgData name="Deepika Vatsa" userId="f7100972-27fe-4ee6-8fb4-ec9b7931b409" providerId="ADAL" clId="{49DE8FA7-E508-495E-ACAD-58980084EB43}" dt="2025-08-11T07:57:46.449" v="2044" actId="478"/>
        <pc:sldMkLst>
          <pc:docMk/>
          <pc:sldMk cId="1665750313" sldId="635"/>
        </pc:sldMkLst>
        <pc:spChg chg="mod">
          <ac:chgData name="Deepika Vatsa" userId="f7100972-27fe-4ee6-8fb4-ec9b7931b409" providerId="ADAL" clId="{49DE8FA7-E508-495E-ACAD-58980084EB43}" dt="2025-08-06T10:21:09.992" v="779" actId="20577"/>
          <ac:spMkLst>
            <pc:docMk/>
            <pc:sldMk cId="1665750313" sldId="635"/>
            <ac:spMk id="2" creationId="{EE930AA0-10C3-0C0E-64FB-9421BB3921B2}"/>
          </ac:spMkLst>
        </pc:spChg>
        <pc:spChg chg="mod">
          <ac:chgData name="Deepika Vatsa" userId="f7100972-27fe-4ee6-8fb4-ec9b7931b409" providerId="ADAL" clId="{49DE8FA7-E508-495E-ACAD-58980084EB43}" dt="2025-08-06T09:42:47.899" v="358" actId="20577"/>
          <ac:spMkLst>
            <pc:docMk/>
            <pc:sldMk cId="1665750313" sldId="635"/>
            <ac:spMk id="6" creationId="{DC27C3A4-E070-A2AE-22EA-6B8270443DBB}"/>
          </ac:spMkLst>
        </pc:spChg>
        <pc:spChg chg="add del">
          <ac:chgData name="Deepika Vatsa" userId="f7100972-27fe-4ee6-8fb4-ec9b7931b409" providerId="ADAL" clId="{49DE8FA7-E508-495E-ACAD-58980084EB43}" dt="2025-08-06T10:04:20.230" v="624" actId="21"/>
          <ac:spMkLst>
            <pc:docMk/>
            <pc:sldMk cId="1665750313" sldId="635"/>
            <ac:spMk id="7" creationId="{59A66B06-864F-15C0-D4D1-2DB576C670E9}"/>
          </ac:spMkLst>
        </pc:spChg>
        <pc:spChg chg="add mod">
          <ac:chgData name="Deepika Vatsa" userId="f7100972-27fe-4ee6-8fb4-ec9b7931b409" providerId="ADAL" clId="{49DE8FA7-E508-495E-ACAD-58980084EB43}" dt="2025-08-06T10:19:04.036" v="758" actId="255"/>
          <ac:spMkLst>
            <pc:docMk/>
            <pc:sldMk cId="1665750313" sldId="635"/>
            <ac:spMk id="10" creationId="{07B2E911-A5C8-7DD9-1534-6A5BCEB80E5D}"/>
          </ac:spMkLst>
        </pc:spChg>
        <pc:picChg chg="add mod">
          <ac:chgData name="Deepika Vatsa" userId="f7100972-27fe-4ee6-8fb4-ec9b7931b409" providerId="ADAL" clId="{49DE8FA7-E508-495E-ACAD-58980084EB43}" dt="2025-08-06T10:02:43.528" v="622" actId="1076"/>
          <ac:picMkLst>
            <pc:docMk/>
            <pc:sldMk cId="1665750313" sldId="635"/>
            <ac:picMk id="4" creationId="{A1E86822-6C96-D531-ADFC-B512574B7A6F}"/>
          </ac:picMkLst>
        </pc:picChg>
        <pc:picChg chg="add del mod">
          <ac:chgData name="Deepika Vatsa" userId="f7100972-27fe-4ee6-8fb4-ec9b7931b409" providerId="ADAL" clId="{49DE8FA7-E508-495E-ACAD-58980084EB43}" dt="2025-08-06T10:15:11.530" v="741" actId="478"/>
          <ac:picMkLst>
            <pc:docMk/>
            <pc:sldMk cId="1665750313" sldId="635"/>
            <ac:picMk id="9" creationId="{7207CD4F-AD49-CA70-2685-28651DF3D0AD}"/>
          </ac:picMkLst>
        </pc:picChg>
        <pc:picChg chg="add del mod">
          <ac:chgData name="Deepika Vatsa" userId="f7100972-27fe-4ee6-8fb4-ec9b7931b409" providerId="ADAL" clId="{49DE8FA7-E508-495E-ACAD-58980084EB43}" dt="2025-08-06T10:22:59.415" v="963" actId="21"/>
          <ac:picMkLst>
            <pc:docMk/>
            <pc:sldMk cId="1665750313" sldId="635"/>
            <ac:picMk id="11" creationId="{8F435305-09C6-C865-DC4F-BD51B417AFCD}"/>
          </ac:picMkLst>
        </pc:picChg>
        <pc:picChg chg="add mod">
          <ac:chgData name="Deepika Vatsa" userId="f7100972-27fe-4ee6-8fb4-ec9b7931b409" providerId="ADAL" clId="{49DE8FA7-E508-495E-ACAD-58980084EB43}" dt="2025-08-06T10:23:02.925" v="964" actId="1076"/>
          <ac:picMkLst>
            <pc:docMk/>
            <pc:sldMk cId="1665750313" sldId="635"/>
            <ac:picMk id="13" creationId="{F61DEAB3-BC33-BA7B-B91B-4C145689918F}"/>
          </ac:picMkLst>
        </pc:picChg>
        <pc:picChg chg="add del">
          <ac:chgData name="Deepika Vatsa" userId="f7100972-27fe-4ee6-8fb4-ec9b7931b409" providerId="ADAL" clId="{49DE8FA7-E508-495E-ACAD-58980084EB43}" dt="2025-08-06T10:02:12.281" v="614" actId="478"/>
          <ac:picMkLst>
            <pc:docMk/>
            <pc:sldMk cId="1665750313" sldId="635"/>
            <ac:picMk id="2050" creationId="{738AC366-82E2-F9CC-B21B-BC8B05FC4184}"/>
          </ac:picMkLst>
        </pc:picChg>
        <pc:picChg chg="add del mod">
          <ac:chgData name="Deepika Vatsa" userId="f7100972-27fe-4ee6-8fb4-ec9b7931b409" providerId="ADAL" clId="{49DE8FA7-E508-495E-ACAD-58980084EB43}" dt="2025-08-06T10:14:31.928" v="739"/>
          <ac:picMkLst>
            <pc:docMk/>
            <pc:sldMk cId="1665750313" sldId="635"/>
            <ac:picMk id="2052" creationId="{8999FE73-3290-E1D5-9E61-4F09925D8E0D}"/>
          </ac:picMkLst>
        </pc:picChg>
        <pc:inkChg chg="add del">
          <ac:chgData name="Deepika Vatsa" userId="f7100972-27fe-4ee6-8fb4-ec9b7931b409" providerId="ADAL" clId="{49DE8FA7-E508-495E-ACAD-58980084EB43}" dt="2025-08-11T07:57:46.449" v="2044" actId="478"/>
          <ac:inkMkLst>
            <pc:docMk/>
            <pc:sldMk cId="1665750313" sldId="635"/>
            <ac:inkMk id="14" creationId="{EA44C6EF-A095-D179-3C38-8EFE2616E074}"/>
          </ac:inkMkLst>
        </pc:inkChg>
      </pc:sldChg>
      <pc:sldChg chg="addSp delSp modSp add mod">
        <pc:chgData name="Deepika Vatsa" userId="f7100972-27fe-4ee6-8fb4-ec9b7931b409" providerId="ADAL" clId="{49DE8FA7-E508-495E-ACAD-58980084EB43}" dt="2025-08-11T07:57:51.553" v="2045" actId="478"/>
        <pc:sldMkLst>
          <pc:docMk/>
          <pc:sldMk cId="593920427" sldId="636"/>
        </pc:sldMkLst>
        <pc:spChg chg="del">
          <ac:chgData name="Deepika Vatsa" userId="f7100972-27fe-4ee6-8fb4-ec9b7931b409" providerId="ADAL" clId="{49DE8FA7-E508-495E-ACAD-58980084EB43}" dt="2025-08-06T09:52:28.910" v="391" actId="478"/>
          <ac:spMkLst>
            <pc:docMk/>
            <pc:sldMk cId="593920427" sldId="636"/>
            <ac:spMk id="2" creationId="{EE930AA0-10C3-0C0E-64FB-9421BB3921B2}"/>
          </ac:spMkLst>
        </pc:spChg>
        <pc:spChg chg="add mod">
          <ac:chgData name="Deepika Vatsa" userId="f7100972-27fe-4ee6-8fb4-ec9b7931b409" providerId="ADAL" clId="{49DE8FA7-E508-495E-ACAD-58980084EB43}" dt="2025-08-06T10:34:38.193" v="1111" actId="1076"/>
          <ac:spMkLst>
            <pc:docMk/>
            <pc:sldMk cId="593920427" sldId="636"/>
            <ac:spMk id="4" creationId="{009313FB-39A2-997F-D984-8C0CFCA7FD88}"/>
          </ac:spMkLst>
        </pc:spChg>
        <pc:picChg chg="add mod">
          <ac:chgData name="Deepika Vatsa" userId="f7100972-27fe-4ee6-8fb4-ec9b7931b409" providerId="ADAL" clId="{49DE8FA7-E508-495E-ACAD-58980084EB43}" dt="2025-08-06T10:34:41.624" v="1112" actId="14100"/>
          <ac:picMkLst>
            <pc:docMk/>
            <pc:sldMk cId="593920427" sldId="636"/>
            <ac:picMk id="7" creationId="{0F70E2A2-CC2E-79A8-B9F4-FB242BE84FB8}"/>
          </ac:picMkLst>
        </pc:picChg>
        <pc:picChg chg="del mod">
          <ac:chgData name="Deepika Vatsa" userId="f7100972-27fe-4ee6-8fb4-ec9b7931b409" providerId="ADAL" clId="{49DE8FA7-E508-495E-ACAD-58980084EB43}" dt="2025-08-06T10:07:03.409" v="629" actId="478"/>
          <ac:picMkLst>
            <pc:docMk/>
            <pc:sldMk cId="593920427" sldId="636"/>
            <ac:picMk id="2050" creationId="{738AC366-82E2-F9CC-B21B-BC8B05FC4184}"/>
          </ac:picMkLst>
        </pc:picChg>
        <pc:inkChg chg="add del">
          <ac:chgData name="Deepika Vatsa" userId="f7100972-27fe-4ee6-8fb4-ec9b7931b409" providerId="ADAL" clId="{49DE8FA7-E508-495E-ACAD-58980084EB43}" dt="2025-08-11T07:57:51.553" v="2045" actId="478"/>
          <ac:inkMkLst>
            <pc:docMk/>
            <pc:sldMk cId="593920427" sldId="636"/>
            <ac:inkMk id="8" creationId="{94C666FF-217C-8425-9AB2-C91975E028C5}"/>
          </ac:inkMkLst>
        </pc:inkChg>
      </pc:sldChg>
      <pc:sldChg chg="addSp delSp modSp add mod">
        <pc:chgData name="Deepika Vatsa" userId="f7100972-27fe-4ee6-8fb4-ec9b7931b409" providerId="ADAL" clId="{49DE8FA7-E508-495E-ACAD-58980084EB43}" dt="2025-08-11T07:57:41.765" v="2042" actId="478"/>
        <pc:sldMkLst>
          <pc:docMk/>
          <pc:sldMk cId="3241687910" sldId="637"/>
        </pc:sldMkLst>
        <pc:spChg chg="mod">
          <ac:chgData name="Deepika Vatsa" userId="f7100972-27fe-4ee6-8fb4-ec9b7931b409" providerId="ADAL" clId="{49DE8FA7-E508-495E-ACAD-58980084EB43}" dt="2025-08-06T10:01:12.426" v="613" actId="20577"/>
          <ac:spMkLst>
            <pc:docMk/>
            <pc:sldMk cId="3241687910" sldId="637"/>
            <ac:spMk id="2" creationId="{EE930AA0-10C3-0C0E-64FB-9421BB3921B2}"/>
          </ac:spMkLst>
        </pc:spChg>
        <pc:inkChg chg="add del">
          <ac:chgData name="Deepika Vatsa" userId="f7100972-27fe-4ee6-8fb4-ec9b7931b409" providerId="ADAL" clId="{49DE8FA7-E508-495E-ACAD-58980084EB43}" dt="2025-08-11T07:57:41.765" v="2042" actId="478"/>
          <ac:inkMkLst>
            <pc:docMk/>
            <pc:sldMk cId="3241687910" sldId="637"/>
            <ac:inkMk id="4" creationId="{8A2DA161-56DE-E39C-FAF3-31B22906A0A3}"/>
          </ac:inkMkLst>
        </pc:inkChg>
      </pc:sldChg>
      <pc:sldChg chg="addSp delSp modSp add mod">
        <pc:chgData name="Deepika Vatsa" userId="f7100972-27fe-4ee6-8fb4-ec9b7931b409" providerId="ADAL" clId="{49DE8FA7-E508-495E-ACAD-58980084EB43}" dt="2025-08-11T07:57:39.203" v="2041" actId="478"/>
        <pc:sldMkLst>
          <pc:docMk/>
          <pc:sldMk cId="3622805189" sldId="638"/>
        </pc:sldMkLst>
        <pc:spChg chg="mod">
          <ac:chgData name="Deepika Vatsa" userId="f7100972-27fe-4ee6-8fb4-ec9b7931b409" providerId="ADAL" clId="{49DE8FA7-E508-495E-ACAD-58980084EB43}" dt="2025-08-06T10:55:21.774" v="2037" actId="20577"/>
          <ac:spMkLst>
            <pc:docMk/>
            <pc:sldMk cId="3622805189" sldId="638"/>
            <ac:spMk id="2" creationId="{EE930AA0-10C3-0C0E-64FB-9421BB3921B2}"/>
          </ac:spMkLst>
        </pc:spChg>
        <pc:inkChg chg="add del">
          <ac:chgData name="Deepika Vatsa" userId="f7100972-27fe-4ee6-8fb4-ec9b7931b409" providerId="ADAL" clId="{49DE8FA7-E508-495E-ACAD-58980084EB43}" dt="2025-08-11T07:57:39.203" v="2041" actId="478"/>
          <ac:inkMkLst>
            <pc:docMk/>
            <pc:sldMk cId="3622805189" sldId="638"/>
            <ac:inkMk id="4" creationId="{327395C1-11B3-583D-A291-CCF9CE926D32}"/>
          </ac:inkMkLst>
        </pc:inkChg>
      </pc:sldChg>
      <pc:sldChg chg="addSp delSp modSp add mod">
        <pc:chgData name="Deepika Vatsa" userId="f7100972-27fe-4ee6-8fb4-ec9b7931b409" providerId="ADAL" clId="{49DE8FA7-E508-495E-ACAD-58980084EB43}" dt="2025-08-11T07:57:57.124" v="2046" actId="478"/>
        <pc:sldMkLst>
          <pc:docMk/>
          <pc:sldMk cId="1198815622" sldId="639"/>
        </pc:sldMkLst>
        <pc:spChg chg="del">
          <ac:chgData name="Deepika Vatsa" userId="f7100972-27fe-4ee6-8fb4-ec9b7931b409" providerId="ADAL" clId="{49DE8FA7-E508-495E-ACAD-58980084EB43}" dt="2025-08-06T10:23:14.650" v="967" actId="478"/>
          <ac:spMkLst>
            <pc:docMk/>
            <pc:sldMk cId="1198815622" sldId="639"/>
            <ac:spMk id="4" creationId="{009313FB-39A2-997F-D984-8C0CFCA7FD88}"/>
          </ac:spMkLst>
        </pc:spChg>
        <pc:spChg chg="mod">
          <ac:chgData name="Deepika Vatsa" userId="f7100972-27fe-4ee6-8fb4-ec9b7931b409" providerId="ADAL" clId="{49DE8FA7-E508-495E-ACAD-58980084EB43}" dt="2025-08-06T10:28:17.907" v="978" actId="20577"/>
          <ac:spMkLst>
            <pc:docMk/>
            <pc:sldMk cId="1198815622" sldId="639"/>
            <ac:spMk id="6" creationId="{DC27C3A4-E070-A2AE-22EA-6B8270443DBB}"/>
          </ac:spMkLst>
        </pc:spChg>
        <pc:spChg chg="add del">
          <ac:chgData name="Deepika Vatsa" userId="f7100972-27fe-4ee6-8fb4-ec9b7931b409" providerId="ADAL" clId="{49DE8FA7-E508-495E-ACAD-58980084EB43}" dt="2025-08-06T10:28:34.315" v="980" actId="478"/>
          <ac:spMkLst>
            <pc:docMk/>
            <pc:sldMk cId="1198815622" sldId="639"/>
            <ac:spMk id="8" creationId="{3539E348-CC76-32A9-C016-DA999E5149E1}"/>
          </ac:spMkLst>
        </pc:spChg>
        <pc:spChg chg="add mod">
          <ac:chgData name="Deepika Vatsa" userId="f7100972-27fe-4ee6-8fb4-ec9b7931b409" providerId="ADAL" clId="{49DE8FA7-E508-495E-ACAD-58980084EB43}" dt="2025-08-06T10:30:53.133" v="1067" actId="20577"/>
          <ac:spMkLst>
            <pc:docMk/>
            <pc:sldMk cId="1198815622" sldId="639"/>
            <ac:spMk id="9" creationId="{15601E42-6596-C8AC-B614-51D640A5412E}"/>
          </ac:spMkLst>
        </pc:spChg>
        <pc:spChg chg="add mod">
          <ac:chgData name="Deepika Vatsa" userId="f7100972-27fe-4ee6-8fb4-ec9b7931b409" providerId="ADAL" clId="{49DE8FA7-E508-495E-ACAD-58980084EB43}" dt="2025-08-06T10:33:54.190" v="1109" actId="113"/>
          <ac:spMkLst>
            <pc:docMk/>
            <pc:sldMk cId="1198815622" sldId="639"/>
            <ac:spMk id="28" creationId="{F2076398-1260-2117-8A0D-5A76FAF6CA23}"/>
          </ac:spMkLst>
        </pc:spChg>
        <pc:grpChg chg="mod">
          <ac:chgData name="Deepika Vatsa" userId="f7100972-27fe-4ee6-8fb4-ec9b7931b409" providerId="ADAL" clId="{49DE8FA7-E508-495E-ACAD-58980084EB43}" dt="2025-08-06T10:32:25.117" v="1085"/>
          <ac:grpSpMkLst>
            <pc:docMk/>
            <pc:sldMk cId="1198815622" sldId="639"/>
            <ac:grpSpMk id="22" creationId="{7B47FB68-B4A0-F9EF-0582-8B7AAD5846C8}"/>
          </ac:grpSpMkLst>
        </pc:grpChg>
        <pc:grpChg chg="mod">
          <ac:chgData name="Deepika Vatsa" userId="f7100972-27fe-4ee6-8fb4-ec9b7931b409" providerId="ADAL" clId="{49DE8FA7-E508-495E-ACAD-58980084EB43}" dt="2025-08-06T10:32:25.117" v="1085"/>
          <ac:grpSpMkLst>
            <pc:docMk/>
            <pc:sldMk cId="1198815622" sldId="639"/>
            <ac:grpSpMk id="23" creationId="{0E525A24-A14A-1E8A-5189-C3914DD29323}"/>
          </ac:grpSpMkLst>
        </pc:grpChg>
        <pc:grpChg chg="mod">
          <ac:chgData name="Deepika Vatsa" userId="f7100972-27fe-4ee6-8fb4-ec9b7931b409" providerId="ADAL" clId="{49DE8FA7-E508-495E-ACAD-58980084EB43}" dt="2025-08-06T10:32:29.139" v="1088"/>
          <ac:grpSpMkLst>
            <pc:docMk/>
            <pc:sldMk cId="1198815622" sldId="639"/>
            <ac:grpSpMk id="26" creationId="{76A2B058-7F62-5AD6-1297-CDE624E3E84A}"/>
          </ac:grpSpMkLst>
        </pc:grpChg>
        <pc:picChg chg="add del mod">
          <ac:chgData name="Deepika Vatsa" userId="f7100972-27fe-4ee6-8fb4-ec9b7931b409" providerId="ADAL" clId="{49DE8FA7-E508-495E-ACAD-58980084EB43}" dt="2025-08-06T10:28:14.052" v="969" actId="478"/>
          <ac:picMkLst>
            <pc:docMk/>
            <pc:sldMk cId="1198815622" sldId="639"/>
            <ac:picMk id="2" creationId="{CAFCA401-BF15-86B9-0228-81117EB40504}"/>
          </ac:picMkLst>
        </pc:picChg>
        <pc:picChg chg="del">
          <ac:chgData name="Deepika Vatsa" userId="f7100972-27fe-4ee6-8fb4-ec9b7931b409" providerId="ADAL" clId="{49DE8FA7-E508-495E-ACAD-58980084EB43}" dt="2025-08-06T10:23:16.006" v="968" actId="478"/>
          <ac:picMkLst>
            <pc:docMk/>
            <pc:sldMk cId="1198815622" sldId="639"/>
            <ac:picMk id="7" creationId="{0F70E2A2-CC2E-79A8-B9F4-FB242BE84FB8}"/>
          </ac:picMkLst>
        </pc:picChg>
        <pc:picChg chg="add del mod">
          <ac:chgData name="Deepika Vatsa" userId="f7100972-27fe-4ee6-8fb4-ec9b7931b409" providerId="ADAL" clId="{49DE8FA7-E508-495E-ACAD-58980084EB43}" dt="2025-08-06T10:31:22.838" v="1073" actId="478"/>
          <ac:picMkLst>
            <pc:docMk/>
            <pc:sldMk cId="1198815622" sldId="639"/>
            <ac:picMk id="11" creationId="{93297A44-AEB0-C49C-3850-BB9B548DA560}"/>
          </ac:picMkLst>
        </pc:picChg>
        <pc:picChg chg="add mod">
          <ac:chgData name="Deepika Vatsa" userId="f7100972-27fe-4ee6-8fb4-ec9b7931b409" providerId="ADAL" clId="{49DE8FA7-E508-495E-ACAD-58980084EB43}" dt="2025-08-06T10:32:53.158" v="1091" actId="1076"/>
          <ac:picMkLst>
            <pc:docMk/>
            <pc:sldMk cId="1198815622" sldId="639"/>
            <ac:picMk id="13" creationId="{D0901A7D-5FD9-37C6-A573-A47B52A992ED}"/>
          </ac:picMkLst>
        </pc:picChg>
        <pc:inkChg chg="add">
          <ac:chgData name="Deepika Vatsa" userId="f7100972-27fe-4ee6-8fb4-ec9b7931b409" providerId="ADAL" clId="{49DE8FA7-E508-495E-ACAD-58980084EB43}" dt="2025-08-06T10:32:07.976" v="1077" actId="9405"/>
          <ac:inkMkLst>
            <pc:docMk/>
            <pc:sldMk cId="1198815622" sldId="639"/>
            <ac:inkMk id="14" creationId="{25131422-76E7-B9DC-FCD8-CF6541D871F6}"/>
          </ac:inkMkLst>
        </pc:inkChg>
        <pc:inkChg chg="add">
          <ac:chgData name="Deepika Vatsa" userId="f7100972-27fe-4ee6-8fb4-ec9b7931b409" providerId="ADAL" clId="{49DE8FA7-E508-495E-ACAD-58980084EB43}" dt="2025-08-06T10:32:16.380" v="1078" actId="9405"/>
          <ac:inkMkLst>
            <pc:docMk/>
            <pc:sldMk cId="1198815622" sldId="639"/>
            <ac:inkMk id="15" creationId="{2A7BC3EE-75F7-7F38-3D57-2592A2DC7807}"/>
          </ac:inkMkLst>
        </pc:inkChg>
        <pc:inkChg chg="add mod">
          <ac:chgData name="Deepika Vatsa" userId="f7100972-27fe-4ee6-8fb4-ec9b7931b409" providerId="ADAL" clId="{49DE8FA7-E508-495E-ACAD-58980084EB43}" dt="2025-08-06T10:32:25.117" v="1085"/>
          <ac:inkMkLst>
            <pc:docMk/>
            <pc:sldMk cId="1198815622" sldId="639"/>
            <ac:inkMk id="16" creationId="{733335C1-165A-5915-BD92-DCA9BE0D613A}"/>
          </ac:inkMkLst>
        </pc:inkChg>
        <pc:inkChg chg="add mod">
          <ac:chgData name="Deepika Vatsa" userId="f7100972-27fe-4ee6-8fb4-ec9b7931b409" providerId="ADAL" clId="{49DE8FA7-E508-495E-ACAD-58980084EB43}" dt="2025-08-06T10:32:25.117" v="1085"/>
          <ac:inkMkLst>
            <pc:docMk/>
            <pc:sldMk cId="1198815622" sldId="639"/>
            <ac:inkMk id="17" creationId="{768F77D3-E2FB-26BB-9CDE-770A0567D25D}"/>
          </ac:inkMkLst>
        </pc:inkChg>
        <pc:inkChg chg="add mod">
          <ac:chgData name="Deepika Vatsa" userId="f7100972-27fe-4ee6-8fb4-ec9b7931b409" providerId="ADAL" clId="{49DE8FA7-E508-495E-ACAD-58980084EB43}" dt="2025-08-06T10:32:25.117" v="1085"/>
          <ac:inkMkLst>
            <pc:docMk/>
            <pc:sldMk cId="1198815622" sldId="639"/>
            <ac:inkMk id="18" creationId="{470DF1F5-A0FD-BBC0-9EF6-E8AE1EE43534}"/>
          </ac:inkMkLst>
        </pc:inkChg>
        <pc:inkChg chg="add mod">
          <ac:chgData name="Deepika Vatsa" userId="f7100972-27fe-4ee6-8fb4-ec9b7931b409" providerId="ADAL" clId="{49DE8FA7-E508-495E-ACAD-58980084EB43}" dt="2025-08-06T10:32:25.117" v="1085"/>
          <ac:inkMkLst>
            <pc:docMk/>
            <pc:sldMk cId="1198815622" sldId="639"/>
            <ac:inkMk id="19" creationId="{05A020C7-3567-072E-9F43-086A8EA0A52B}"/>
          </ac:inkMkLst>
        </pc:inkChg>
        <pc:inkChg chg="add mod">
          <ac:chgData name="Deepika Vatsa" userId="f7100972-27fe-4ee6-8fb4-ec9b7931b409" providerId="ADAL" clId="{49DE8FA7-E508-495E-ACAD-58980084EB43}" dt="2025-08-06T10:32:25.117" v="1085"/>
          <ac:inkMkLst>
            <pc:docMk/>
            <pc:sldMk cId="1198815622" sldId="639"/>
            <ac:inkMk id="20" creationId="{5F056795-7C5D-50C8-C497-FA1CD8D8B6A5}"/>
          </ac:inkMkLst>
        </pc:inkChg>
        <pc:inkChg chg="add mod">
          <ac:chgData name="Deepika Vatsa" userId="f7100972-27fe-4ee6-8fb4-ec9b7931b409" providerId="ADAL" clId="{49DE8FA7-E508-495E-ACAD-58980084EB43}" dt="2025-08-06T10:32:25.117" v="1085"/>
          <ac:inkMkLst>
            <pc:docMk/>
            <pc:sldMk cId="1198815622" sldId="639"/>
            <ac:inkMk id="21" creationId="{CD0551C1-AA72-8C73-70B5-BAB92EAB829B}"/>
          </ac:inkMkLst>
        </pc:inkChg>
        <pc:inkChg chg="add mod">
          <ac:chgData name="Deepika Vatsa" userId="f7100972-27fe-4ee6-8fb4-ec9b7931b409" providerId="ADAL" clId="{49DE8FA7-E508-495E-ACAD-58980084EB43}" dt="2025-08-06T10:32:29.139" v="1088"/>
          <ac:inkMkLst>
            <pc:docMk/>
            <pc:sldMk cId="1198815622" sldId="639"/>
            <ac:inkMk id="24" creationId="{648C8D2A-55E5-FB55-5B3A-B54ABD605C61}"/>
          </ac:inkMkLst>
        </pc:inkChg>
        <pc:inkChg chg="add mod">
          <ac:chgData name="Deepika Vatsa" userId="f7100972-27fe-4ee6-8fb4-ec9b7931b409" providerId="ADAL" clId="{49DE8FA7-E508-495E-ACAD-58980084EB43}" dt="2025-08-06T10:32:29.139" v="1088"/>
          <ac:inkMkLst>
            <pc:docMk/>
            <pc:sldMk cId="1198815622" sldId="639"/>
            <ac:inkMk id="25" creationId="{975B212C-4EFD-C04D-DACF-8F72A8719FCB}"/>
          </ac:inkMkLst>
        </pc:inkChg>
        <pc:inkChg chg="add">
          <ac:chgData name="Deepika Vatsa" userId="f7100972-27fe-4ee6-8fb4-ec9b7931b409" providerId="ADAL" clId="{49DE8FA7-E508-495E-ACAD-58980084EB43}" dt="2025-08-06T10:34:02.159" v="1110" actId="9405"/>
          <ac:inkMkLst>
            <pc:docMk/>
            <pc:sldMk cId="1198815622" sldId="639"/>
            <ac:inkMk id="29" creationId="{CCF4E811-D523-9015-8C0B-2520629C3608}"/>
          </ac:inkMkLst>
        </pc:inkChg>
        <pc:inkChg chg="add del">
          <ac:chgData name="Deepika Vatsa" userId="f7100972-27fe-4ee6-8fb4-ec9b7931b409" providerId="ADAL" clId="{49DE8FA7-E508-495E-ACAD-58980084EB43}" dt="2025-08-11T07:57:57.124" v="2046" actId="478"/>
          <ac:inkMkLst>
            <pc:docMk/>
            <pc:sldMk cId="1198815622" sldId="639"/>
            <ac:inkMk id="30" creationId="{244F7BCF-9E30-69CC-7A20-497937C56E61}"/>
          </ac:inkMkLst>
        </pc:inkChg>
      </pc:sldChg>
      <pc:sldChg chg="addSp delSp modSp add mod">
        <pc:chgData name="Deepika Vatsa" userId="f7100972-27fe-4ee6-8fb4-ec9b7931b409" providerId="ADAL" clId="{49DE8FA7-E508-495E-ACAD-58980084EB43}" dt="2025-08-11T07:58:00.190" v="2047" actId="478"/>
        <pc:sldMkLst>
          <pc:docMk/>
          <pc:sldMk cId="773657219" sldId="640"/>
        </pc:sldMkLst>
        <pc:spChg chg="del">
          <ac:chgData name="Deepika Vatsa" userId="f7100972-27fe-4ee6-8fb4-ec9b7931b409" providerId="ADAL" clId="{49DE8FA7-E508-495E-ACAD-58980084EB43}" dt="2025-08-06T10:35:32.465" v="1129" actId="478"/>
          <ac:spMkLst>
            <pc:docMk/>
            <pc:sldMk cId="773657219" sldId="640"/>
            <ac:spMk id="2" creationId="{EE930AA0-10C3-0C0E-64FB-9421BB3921B2}"/>
          </ac:spMkLst>
        </pc:spChg>
        <pc:spChg chg="mod">
          <ac:chgData name="Deepika Vatsa" userId="f7100972-27fe-4ee6-8fb4-ec9b7931b409" providerId="ADAL" clId="{49DE8FA7-E508-495E-ACAD-58980084EB43}" dt="2025-08-06T10:35:29.820" v="1128" actId="20577"/>
          <ac:spMkLst>
            <pc:docMk/>
            <pc:sldMk cId="773657219" sldId="640"/>
            <ac:spMk id="6" creationId="{DC27C3A4-E070-A2AE-22EA-6B8270443DBB}"/>
          </ac:spMkLst>
        </pc:spChg>
        <pc:spChg chg="add mod">
          <ac:chgData name="Deepika Vatsa" userId="f7100972-27fe-4ee6-8fb4-ec9b7931b409" providerId="ADAL" clId="{49DE8FA7-E508-495E-ACAD-58980084EB43}" dt="2025-08-06T10:39:09.592" v="1304" actId="1035"/>
          <ac:spMkLst>
            <pc:docMk/>
            <pc:sldMk cId="773657219" sldId="640"/>
            <ac:spMk id="7" creationId="{516323DB-BB47-5627-F646-B4D382BEC237}"/>
          </ac:spMkLst>
        </pc:spChg>
        <pc:spChg chg="del">
          <ac:chgData name="Deepika Vatsa" userId="f7100972-27fe-4ee6-8fb4-ec9b7931b409" providerId="ADAL" clId="{49DE8FA7-E508-495E-ACAD-58980084EB43}" dt="2025-08-06T10:35:36.480" v="1131" actId="478"/>
          <ac:spMkLst>
            <pc:docMk/>
            <pc:sldMk cId="773657219" sldId="640"/>
            <ac:spMk id="10" creationId="{07B2E911-A5C8-7DD9-1534-6A5BCEB80E5D}"/>
          </ac:spMkLst>
        </pc:spChg>
        <pc:spChg chg="add mod">
          <ac:chgData name="Deepika Vatsa" userId="f7100972-27fe-4ee6-8fb4-ec9b7931b409" providerId="ADAL" clId="{49DE8FA7-E508-495E-ACAD-58980084EB43}" dt="2025-08-06T10:39:00.417" v="1288" actId="14100"/>
          <ac:spMkLst>
            <pc:docMk/>
            <pc:sldMk cId="773657219" sldId="640"/>
            <ac:spMk id="11" creationId="{21FA8ED5-E5E7-73C7-D2DA-C20591331BF9}"/>
          </ac:spMkLst>
        </pc:spChg>
        <pc:picChg chg="del">
          <ac:chgData name="Deepika Vatsa" userId="f7100972-27fe-4ee6-8fb4-ec9b7931b409" providerId="ADAL" clId="{49DE8FA7-E508-495E-ACAD-58980084EB43}" dt="2025-08-06T10:35:34.097" v="1130" actId="478"/>
          <ac:picMkLst>
            <pc:docMk/>
            <pc:sldMk cId="773657219" sldId="640"/>
            <ac:picMk id="4" creationId="{A1E86822-6C96-D531-ADFC-B512574B7A6F}"/>
          </ac:picMkLst>
        </pc:picChg>
        <pc:picChg chg="add mod modCrop">
          <ac:chgData name="Deepika Vatsa" userId="f7100972-27fe-4ee6-8fb4-ec9b7931b409" providerId="ADAL" clId="{49DE8FA7-E508-495E-ACAD-58980084EB43}" dt="2025-08-06T10:38:00.633" v="1189" actId="1038"/>
          <ac:picMkLst>
            <pc:docMk/>
            <pc:sldMk cId="773657219" sldId="640"/>
            <ac:picMk id="9" creationId="{F1871F75-E53E-6CDA-C6F7-997DABF01CE2}"/>
          </ac:picMkLst>
        </pc:picChg>
        <pc:picChg chg="del">
          <ac:chgData name="Deepika Vatsa" userId="f7100972-27fe-4ee6-8fb4-ec9b7931b409" providerId="ADAL" clId="{49DE8FA7-E508-495E-ACAD-58980084EB43}" dt="2025-08-06T10:35:37.941" v="1132" actId="478"/>
          <ac:picMkLst>
            <pc:docMk/>
            <pc:sldMk cId="773657219" sldId="640"/>
            <ac:picMk id="13" creationId="{F61DEAB3-BC33-BA7B-B91B-4C145689918F}"/>
          </ac:picMkLst>
        </pc:picChg>
        <pc:inkChg chg="add del">
          <ac:chgData name="Deepika Vatsa" userId="f7100972-27fe-4ee6-8fb4-ec9b7931b409" providerId="ADAL" clId="{49DE8FA7-E508-495E-ACAD-58980084EB43}" dt="2025-08-11T07:58:00.190" v="2047" actId="478"/>
          <ac:inkMkLst>
            <pc:docMk/>
            <pc:sldMk cId="773657219" sldId="640"/>
            <ac:inkMk id="12" creationId="{4635CBFF-9A42-0A1C-833D-B53FD0D2E466}"/>
          </ac:inkMkLst>
        </pc:inkChg>
      </pc:sldChg>
      <pc:sldChg chg="addSp delSp modSp add mod">
        <pc:chgData name="Deepika Vatsa" userId="f7100972-27fe-4ee6-8fb4-ec9b7931b409" providerId="ADAL" clId="{49DE8FA7-E508-495E-ACAD-58980084EB43}" dt="2025-08-11T07:58:02.963" v="2048" actId="478"/>
        <pc:sldMkLst>
          <pc:docMk/>
          <pc:sldMk cId="2792309174" sldId="641"/>
        </pc:sldMkLst>
        <pc:spChg chg="del">
          <ac:chgData name="Deepika Vatsa" userId="f7100972-27fe-4ee6-8fb4-ec9b7931b409" providerId="ADAL" clId="{49DE8FA7-E508-495E-ACAD-58980084EB43}" dt="2025-08-06T10:39:43.864" v="1308" actId="478"/>
          <ac:spMkLst>
            <pc:docMk/>
            <pc:sldMk cId="2792309174" sldId="641"/>
            <ac:spMk id="7" creationId="{516323DB-BB47-5627-F646-B4D382BEC237}"/>
          </ac:spMkLst>
        </pc:spChg>
        <pc:spChg chg="add mod">
          <ac:chgData name="Deepika Vatsa" userId="f7100972-27fe-4ee6-8fb4-ec9b7931b409" providerId="ADAL" clId="{49DE8FA7-E508-495E-ACAD-58980084EB43}" dt="2025-08-06T10:43:01.884" v="1715" actId="12"/>
          <ac:spMkLst>
            <pc:docMk/>
            <pc:sldMk cId="2792309174" sldId="641"/>
            <ac:spMk id="10" creationId="{CEB04D57-3368-08FD-6468-B74146F929B6}"/>
          </ac:spMkLst>
        </pc:spChg>
        <pc:spChg chg="del">
          <ac:chgData name="Deepika Vatsa" userId="f7100972-27fe-4ee6-8fb4-ec9b7931b409" providerId="ADAL" clId="{49DE8FA7-E508-495E-ACAD-58980084EB43}" dt="2025-08-06T10:39:40.192" v="1306" actId="478"/>
          <ac:spMkLst>
            <pc:docMk/>
            <pc:sldMk cId="2792309174" sldId="641"/>
            <ac:spMk id="11" creationId="{21FA8ED5-E5E7-73C7-D2DA-C20591331BF9}"/>
          </ac:spMkLst>
        </pc:spChg>
        <pc:picChg chg="add del mod">
          <ac:chgData name="Deepika Vatsa" userId="f7100972-27fe-4ee6-8fb4-ec9b7931b409" providerId="ADAL" clId="{49DE8FA7-E508-495E-ACAD-58980084EB43}" dt="2025-08-06T10:42:46.283" v="1680" actId="478"/>
          <ac:picMkLst>
            <pc:docMk/>
            <pc:sldMk cId="2792309174" sldId="641"/>
            <ac:picMk id="4" creationId="{D3EDF17F-F832-7889-F2FF-D221F4988899}"/>
          </ac:picMkLst>
        </pc:picChg>
        <pc:picChg chg="add mod">
          <ac:chgData name="Deepika Vatsa" userId="f7100972-27fe-4ee6-8fb4-ec9b7931b409" providerId="ADAL" clId="{49DE8FA7-E508-495E-ACAD-58980084EB43}" dt="2025-08-06T10:42:58.752" v="1714" actId="14100"/>
          <ac:picMkLst>
            <pc:docMk/>
            <pc:sldMk cId="2792309174" sldId="641"/>
            <ac:picMk id="8" creationId="{FF94E53E-AE14-EBE2-9C5F-3A884B5324D0}"/>
          </ac:picMkLst>
        </pc:picChg>
        <pc:picChg chg="del">
          <ac:chgData name="Deepika Vatsa" userId="f7100972-27fe-4ee6-8fb4-ec9b7931b409" providerId="ADAL" clId="{49DE8FA7-E508-495E-ACAD-58980084EB43}" dt="2025-08-06T10:39:41.528" v="1307" actId="478"/>
          <ac:picMkLst>
            <pc:docMk/>
            <pc:sldMk cId="2792309174" sldId="641"/>
            <ac:picMk id="9" creationId="{F1871F75-E53E-6CDA-C6F7-997DABF01CE2}"/>
          </ac:picMkLst>
        </pc:picChg>
        <pc:inkChg chg="add del">
          <ac:chgData name="Deepika Vatsa" userId="f7100972-27fe-4ee6-8fb4-ec9b7931b409" providerId="ADAL" clId="{49DE8FA7-E508-495E-ACAD-58980084EB43}" dt="2025-08-11T07:58:02.963" v="2048" actId="478"/>
          <ac:inkMkLst>
            <pc:docMk/>
            <pc:sldMk cId="2792309174" sldId="641"/>
            <ac:inkMk id="12" creationId="{B3C4BCCC-00C0-638D-0595-0472C83BAECA}"/>
          </ac:inkMkLst>
        </pc:inkChg>
      </pc:sldChg>
      <pc:sldChg chg="addSp delSp modSp add mod">
        <pc:chgData name="Deepika Vatsa" userId="f7100972-27fe-4ee6-8fb4-ec9b7931b409" providerId="ADAL" clId="{49DE8FA7-E508-495E-ACAD-58980084EB43}" dt="2025-08-11T07:57:43.918" v="2043" actId="478"/>
        <pc:sldMkLst>
          <pc:docMk/>
          <pc:sldMk cId="1648381074" sldId="642"/>
        </pc:sldMkLst>
        <pc:spChg chg="mod">
          <ac:chgData name="Deepika Vatsa" userId="f7100972-27fe-4ee6-8fb4-ec9b7931b409" providerId="ADAL" clId="{49DE8FA7-E508-495E-ACAD-58980084EB43}" dt="2025-08-06T10:54:02.121" v="2031" actId="1076"/>
          <ac:spMkLst>
            <pc:docMk/>
            <pc:sldMk cId="1648381074" sldId="642"/>
            <ac:spMk id="2" creationId="{EE930AA0-10C3-0C0E-64FB-9421BB3921B2}"/>
          </ac:spMkLst>
        </pc:spChg>
        <pc:spChg chg="mod">
          <ac:chgData name="Deepika Vatsa" userId="f7100972-27fe-4ee6-8fb4-ec9b7931b409" providerId="ADAL" clId="{49DE8FA7-E508-495E-ACAD-58980084EB43}" dt="2025-08-06T10:51:52.996" v="1725" actId="20577"/>
          <ac:spMkLst>
            <pc:docMk/>
            <pc:sldMk cId="1648381074" sldId="642"/>
            <ac:spMk id="6" creationId="{DC27C3A4-E070-A2AE-22EA-6B8270443DBB}"/>
          </ac:spMkLst>
        </pc:spChg>
        <pc:inkChg chg="add del">
          <ac:chgData name="Deepika Vatsa" userId="f7100972-27fe-4ee6-8fb4-ec9b7931b409" providerId="ADAL" clId="{49DE8FA7-E508-495E-ACAD-58980084EB43}" dt="2025-08-11T07:57:43.918" v="2043" actId="478"/>
          <ac:inkMkLst>
            <pc:docMk/>
            <pc:sldMk cId="1648381074" sldId="642"/>
            <ac:inkMk id="4" creationId="{9D1803F6-6EF4-5325-B69B-1D4EE43A4581}"/>
          </ac:inkMkLst>
        </pc:inkChg>
      </pc:sldChg>
      <pc:sldMasterChg chg="delSldLayout">
        <pc:chgData name="Deepika Vatsa" userId="f7100972-27fe-4ee6-8fb4-ec9b7931b409" providerId="ADAL" clId="{49DE8FA7-E508-495E-ACAD-58980084EB43}" dt="2025-08-06T10:16:19.177" v="748" actId="47"/>
        <pc:sldMasterMkLst>
          <pc:docMk/>
          <pc:sldMasterMk cId="2935578617" sldId="2147483672"/>
        </pc:sldMasterMkLst>
        <pc:sldLayoutChg chg="del">
          <pc:chgData name="Deepika Vatsa" userId="f7100972-27fe-4ee6-8fb4-ec9b7931b409" providerId="ADAL" clId="{49DE8FA7-E508-495E-ACAD-58980084EB43}" dt="2025-08-06T10:16:19.177" v="748" actId="47"/>
          <pc:sldLayoutMkLst>
            <pc:docMk/>
            <pc:sldMasterMk cId="2935578617" sldId="2147483672"/>
            <pc:sldLayoutMk cId="2388130512" sldId="2147483684"/>
          </pc:sldLayoutMkLst>
        </pc:sldLayoutChg>
      </pc:sldMasterChg>
    </pc:docChg>
  </pc:docChgLst>
  <pc:docChgLst>
    <pc:chgData name="Hoor Fatima" userId="8f3a0386-cde8-4824-abbb-da106ff85ca6" providerId="ADAL" clId="{EEDEA048-40A0-4102-9473-E3FCCA9E4CCF}"/>
    <pc:docChg chg="custSel addSld modSld">
      <pc:chgData name="Hoor Fatima" userId="8f3a0386-cde8-4824-abbb-da106ff85ca6" providerId="ADAL" clId="{EEDEA048-40A0-4102-9473-E3FCCA9E4CCF}" dt="2025-07-21T19:04:14.283" v="27"/>
      <pc:docMkLst>
        <pc:docMk/>
      </pc:docMkLst>
      <pc:sldChg chg="delSp modSp mod">
        <pc:chgData name="Hoor Fatima" userId="8f3a0386-cde8-4824-abbb-da106ff85ca6" providerId="ADAL" clId="{EEDEA048-40A0-4102-9473-E3FCCA9E4CCF}" dt="2025-07-21T19:03:54.910" v="26" actId="14100"/>
        <pc:sldMkLst>
          <pc:docMk/>
          <pc:sldMk cId="0" sldId="395"/>
        </pc:sldMkLst>
        <pc:spChg chg="mod">
          <ac:chgData name="Hoor Fatima" userId="8f3a0386-cde8-4824-abbb-da106ff85ca6" providerId="ADAL" clId="{EEDEA048-40A0-4102-9473-E3FCCA9E4CCF}" dt="2025-07-21T19:03:54.910" v="26" actId="14100"/>
          <ac:spMkLst>
            <pc:docMk/>
            <pc:sldMk cId="0" sldId="395"/>
            <ac:spMk id="2" creationId="{00000000-0000-0000-0000-000000000000}"/>
          </ac:spMkLst>
        </pc:spChg>
        <pc:spChg chg="del">
          <ac:chgData name="Hoor Fatima" userId="8f3a0386-cde8-4824-abbb-da106ff85ca6" providerId="ADAL" clId="{EEDEA048-40A0-4102-9473-E3FCCA9E4CCF}" dt="2025-07-21T19:03:28.832" v="6" actId="478"/>
          <ac:spMkLst>
            <pc:docMk/>
            <pc:sldMk cId="0" sldId="395"/>
            <ac:spMk id="4" creationId="{00000000-0000-0000-0000-000000000000}"/>
          </ac:spMkLst>
        </pc:spChg>
        <pc:spChg chg="del">
          <ac:chgData name="Hoor Fatima" userId="8f3a0386-cde8-4824-abbb-da106ff85ca6" providerId="ADAL" clId="{EEDEA048-40A0-4102-9473-E3FCCA9E4CCF}" dt="2025-07-21T19:03:26.127" v="5" actId="478"/>
          <ac:spMkLst>
            <pc:docMk/>
            <pc:sldMk cId="0" sldId="395"/>
            <ac:spMk id="10" creationId="{00000000-0000-0000-0000-000000000000}"/>
          </ac:spMkLst>
        </pc:spChg>
      </pc:sldChg>
      <pc:sldChg chg="add">
        <pc:chgData name="Hoor Fatima" userId="8f3a0386-cde8-4824-abbb-da106ff85ca6" providerId="ADAL" clId="{EEDEA048-40A0-4102-9473-E3FCCA9E4CCF}" dt="2025-07-21T19:04:14.283" v="27"/>
        <pc:sldMkLst>
          <pc:docMk/>
          <pc:sldMk cId="0" sldId="589"/>
        </pc:sldMkLst>
      </pc:sldChg>
    </pc:docChg>
  </pc:docChgLst>
  <pc:docChgLst>
    <pc:chgData name="Deepika Vatsa" userId="f7100972-27fe-4ee6-8fb4-ec9b7931b409" providerId="ADAL" clId="{2C408150-1685-44D3-878E-F84B30B9C005}"/>
    <pc:docChg chg="undo custSel addSld delSld modSld">
      <pc:chgData name="Deepika Vatsa" userId="f7100972-27fe-4ee6-8fb4-ec9b7931b409" providerId="ADAL" clId="{2C408150-1685-44D3-878E-F84B30B9C005}" dt="2025-08-12T05:24:35.005" v="1417" actId="113"/>
      <pc:docMkLst>
        <pc:docMk/>
      </pc:docMkLst>
      <pc:sldChg chg="modSp mod">
        <pc:chgData name="Deepika Vatsa" userId="f7100972-27fe-4ee6-8fb4-ec9b7931b409" providerId="ADAL" clId="{2C408150-1685-44D3-878E-F84B30B9C005}" dt="2025-08-11T08:26:59.414" v="13" actId="20577"/>
        <pc:sldMkLst>
          <pc:docMk/>
          <pc:sldMk cId="0" sldId="395"/>
        </pc:sldMkLst>
        <pc:spChg chg="mod">
          <ac:chgData name="Deepika Vatsa" userId="f7100972-27fe-4ee6-8fb4-ec9b7931b409" providerId="ADAL" clId="{2C408150-1685-44D3-878E-F84B30B9C005}" dt="2025-08-11T08:26:59.414" v="13" actId="20577"/>
          <ac:spMkLst>
            <pc:docMk/>
            <pc:sldMk cId="0" sldId="395"/>
            <ac:spMk id="2" creationId="{00000000-0000-0000-0000-000000000000}"/>
          </ac:spMkLst>
        </pc:spChg>
      </pc:sldChg>
      <pc:sldChg chg="addSp delSp modSp mod">
        <pc:chgData name="Deepika Vatsa" userId="f7100972-27fe-4ee6-8fb4-ec9b7931b409" providerId="ADAL" clId="{2C408150-1685-44D3-878E-F84B30B9C005}" dt="2025-08-11T09:12:24.559" v="987" actId="9405"/>
        <pc:sldMkLst>
          <pc:docMk/>
          <pc:sldMk cId="4140097351" sldId="631"/>
        </pc:sldMkLst>
        <pc:spChg chg="mod">
          <ac:chgData name="Deepika Vatsa" userId="f7100972-27fe-4ee6-8fb4-ec9b7931b409" providerId="ADAL" clId="{2C408150-1685-44D3-878E-F84B30B9C005}" dt="2025-08-11T08:27:25.122" v="31" actId="20577"/>
          <ac:spMkLst>
            <pc:docMk/>
            <pc:sldMk cId="4140097351" sldId="631"/>
            <ac:spMk id="2" creationId="{00000000-0000-0000-0000-000000000000}"/>
          </ac:spMkLst>
        </pc:spChg>
        <pc:spChg chg="mod">
          <ac:chgData name="Deepika Vatsa" userId="f7100972-27fe-4ee6-8fb4-ec9b7931b409" providerId="ADAL" clId="{2C408150-1685-44D3-878E-F84B30B9C005}" dt="2025-08-11T08:32:45.724" v="310" actId="113"/>
          <ac:spMkLst>
            <pc:docMk/>
            <pc:sldMk cId="4140097351" sldId="631"/>
            <ac:spMk id="11" creationId="{06381CCD-359B-D8A2-1997-A5B56A02FD41}"/>
          </ac:spMkLst>
        </pc:spChg>
        <pc:grpChg chg="del mod">
          <ac:chgData name="Deepika Vatsa" userId="f7100972-27fe-4ee6-8fb4-ec9b7931b409" providerId="ADAL" clId="{2C408150-1685-44D3-878E-F84B30B9C005}" dt="2025-08-11T09:11:25.740" v="958"/>
          <ac:grpSpMkLst>
            <pc:docMk/>
            <pc:sldMk cId="4140097351" sldId="631"/>
            <ac:grpSpMk id="12" creationId="{58422194-D34F-FAEB-5282-B39FE617C560}"/>
          </ac:grpSpMkLst>
        </pc:grpChg>
        <pc:grpChg chg="del mod">
          <ac:chgData name="Deepika Vatsa" userId="f7100972-27fe-4ee6-8fb4-ec9b7931b409" providerId="ADAL" clId="{2C408150-1685-44D3-878E-F84B30B9C005}" dt="2025-08-11T09:11:15.989" v="949"/>
          <ac:grpSpMkLst>
            <pc:docMk/>
            <pc:sldMk cId="4140097351" sldId="631"/>
            <ac:grpSpMk id="21" creationId="{876C56BF-BF3F-BC59-5AE4-190F1AA9E38A}"/>
          </ac:grpSpMkLst>
        </pc:grpChg>
        <pc:grpChg chg="del mod">
          <ac:chgData name="Deepika Vatsa" userId="f7100972-27fe-4ee6-8fb4-ec9b7931b409" providerId="ADAL" clId="{2C408150-1685-44D3-878E-F84B30B9C005}" dt="2025-08-11T09:11:15.989" v="949"/>
          <ac:grpSpMkLst>
            <pc:docMk/>
            <pc:sldMk cId="4140097351" sldId="631"/>
            <ac:grpSpMk id="29" creationId="{E7E55AB3-EBA8-ECC9-4D48-00A3D989D4EC}"/>
          </ac:grpSpMkLst>
        </pc:grpChg>
        <pc:grpChg chg="mod">
          <ac:chgData name="Deepika Vatsa" userId="f7100972-27fe-4ee6-8fb4-ec9b7931b409" providerId="ADAL" clId="{2C408150-1685-44D3-878E-F84B30B9C005}" dt="2025-08-11T09:11:15.989" v="949"/>
          <ac:grpSpMkLst>
            <pc:docMk/>
            <pc:sldMk cId="4140097351" sldId="631"/>
            <ac:grpSpMk id="31" creationId="{0DFEA960-74BE-D1EF-AB64-62A520941C12}"/>
          </ac:grpSpMkLst>
        </pc:grpChg>
        <pc:grpChg chg="del mod">
          <ac:chgData name="Deepika Vatsa" userId="f7100972-27fe-4ee6-8fb4-ec9b7931b409" providerId="ADAL" clId="{2C408150-1685-44D3-878E-F84B30B9C005}" dt="2025-08-11T09:11:30.096" v="967"/>
          <ac:grpSpMkLst>
            <pc:docMk/>
            <pc:sldMk cId="4140097351" sldId="631"/>
            <ac:grpSpMk id="40" creationId="{AB8C5061-3931-8082-C497-1759820A4D4C}"/>
          </ac:grpSpMkLst>
        </pc:grpChg>
        <pc:grpChg chg="del mod">
          <ac:chgData name="Deepika Vatsa" userId="f7100972-27fe-4ee6-8fb4-ec9b7931b409" providerId="ADAL" clId="{2C408150-1685-44D3-878E-F84B30B9C005}" dt="2025-08-11T09:11:33.216" v="972"/>
          <ac:grpSpMkLst>
            <pc:docMk/>
            <pc:sldMk cId="4140097351" sldId="631"/>
            <ac:grpSpMk id="49" creationId="{536B7831-B1F5-A777-3EF5-B1E0AB265E8B}"/>
          </ac:grpSpMkLst>
        </pc:grpChg>
        <pc:grpChg chg="mod">
          <ac:chgData name="Deepika Vatsa" userId="f7100972-27fe-4ee6-8fb4-ec9b7931b409" providerId="ADAL" clId="{2C408150-1685-44D3-878E-F84B30B9C005}" dt="2025-08-11T09:11:30.096" v="967"/>
          <ac:grpSpMkLst>
            <pc:docMk/>
            <pc:sldMk cId="4140097351" sldId="631"/>
            <ac:grpSpMk id="50" creationId="{8BD91218-A511-0908-FEF5-B56A3338409F}"/>
          </ac:grpSpMkLst>
        </pc:grpChg>
        <pc:grpChg chg="mod">
          <ac:chgData name="Deepika Vatsa" userId="f7100972-27fe-4ee6-8fb4-ec9b7931b409" providerId="ADAL" clId="{2C408150-1685-44D3-878E-F84B30B9C005}" dt="2025-08-11T09:11:33.216" v="972"/>
          <ac:grpSpMkLst>
            <pc:docMk/>
            <pc:sldMk cId="4140097351" sldId="631"/>
            <ac:grpSpMk id="55" creationId="{9C0D6D1A-2775-6043-4907-B557D6843109}"/>
          </ac:grpSpMkLst>
        </pc:grpChg>
        <pc:grpChg chg="mod">
          <ac:chgData name="Deepika Vatsa" userId="f7100972-27fe-4ee6-8fb4-ec9b7931b409" providerId="ADAL" clId="{2C408150-1685-44D3-878E-F84B30B9C005}" dt="2025-08-11T09:11:39.962" v="976"/>
          <ac:grpSpMkLst>
            <pc:docMk/>
            <pc:sldMk cId="4140097351" sldId="631"/>
            <ac:grpSpMk id="59" creationId="{DD3D9A32-321D-80FE-99F8-08E6D876B060}"/>
          </ac:grpSpMkLst>
        </pc:grpChg>
        <pc:picChg chg="add mod">
          <ac:chgData name="Deepika Vatsa" userId="f7100972-27fe-4ee6-8fb4-ec9b7931b409" providerId="ADAL" clId="{2C408150-1685-44D3-878E-F84B30B9C005}" dt="2025-08-11T08:32:37.241" v="307" actId="1076"/>
          <ac:picMkLst>
            <pc:docMk/>
            <pc:sldMk cId="4140097351" sldId="631"/>
            <ac:picMk id="5" creationId="{74D4B37A-DF4B-D7DA-0552-543F48F307EB}"/>
          </ac:picMkLst>
        </pc:picChg>
        <pc:inkChg chg="del">
          <ac:chgData name="Deepika Vatsa" userId="f7100972-27fe-4ee6-8fb4-ec9b7931b409" providerId="ADAL" clId="{2C408150-1685-44D3-878E-F84B30B9C005}" dt="2025-08-11T08:27:27.139" v="32" actId="478"/>
          <ac:inkMkLst>
            <pc:docMk/>
            <pc:sldMk cId="4140097351" sldId="631"/>
            <ac:inkMk id="6" creationId="{0DB0EBFB-DD28-6329-106E-49651B2DAB99}"/>
          </ac:inkMkLst>
        </pc:inkChg>
        <pc:inkChg chg="add">
          <ac:chgData name="Deepika Vatsa" userId="f7100972-27fe-4ee6-8fb4-ec9b7931b409" providerId="ADAL" clId="{2C408150-1685-44D3-878E-F84B30B9C005}" dt="2025-08-11T09:10:23.248" v="926" actId="9405"/>
          <ac:inkMkLst>
            <pc:docMk/>
            <pc:sldMk cId="4140097351" sldId="631"/>
            <ac:inkMk id="7" creationId="{63C2C2BB-F8E2-6B75-B702-6C22AC7EFA02}"/>
          </ac:inkMkLst>
        </pc:inkChg>
        <pc:inkChg chg="add">
          <ac:chgData name="Deepika Vatsa" userId="f7100972-27fe-4ee6-8fb4-ec9b7931b409" providerId="ADAL" clId="{2C408150-1685-44D3-878E-F84B30B9C005}" dt="2025-08-11T09:10:25.918" v="927" actId="9405"/>
          <ac:inkMkLst>
            <pc:docMk/>
            <pc:sldMk cId="4140097351" sldId="631"/>
            <ac:inkMk id="8" creationId="{8DEB725F-7DDB-36FD-4A26-DE457F0FA5A1}"/>
          </ac:inkMkLst>
        </pc:inkChg>
        <pc:inkChg chg="add mod">
          <ac:chgData name="Deepika Vatsa" userId="f7100972-27fe-4ee6-8fb4-ec9b7931b409" providerId="ADAL" clId="{2C408150-1685-44D3-878E-F84B30B9C005}" dt="2025-08-11T09:11:30.096" v="967"/>
          <ac:inkMkLst>
            <pc:docMk/>
            <pc:sldMk cId="4140097351" sldId="631"/>
            <ac:inkMk id="9" creationId="{798F2B66-EF57-6C88-EA4C-30061C4FCB98}"/>
          </ac:inkMkLst>
        </pc:inkChg>
        <pc:inkChg chg="add mod">
          <ac:chgData name="Deepika Vatsa" userId="f7100972-27fe-4ee6-8fb4-ec9b7931b409" providerId="ADAL" clId="{2C408150-1685-44D3-878E-F84B30B9C005}" dt="2025-08-11T09:11:30.096" v="967"/>
          <ac:inkMkLst>
            <pc:docMk/>
            <pc:sldMk cId="4140097351" sldId="631"/>
            <ac:inkMk id="10" creationId="{51D31482-8EDE-F8A5-613A-CC9D531B92AD}"/>
          </ac:inkMkLst>
        </pc:inkChg>
        <pc:inkChg chg="add mod">
          <ac:chgData name="Deepika Vatsa" userId="f7100972-27fe-4ee6-8fb4-ec9b7931b409" providerId="ADAL" clId="{2C408150-1685-44D3-878E-F84B30B9C005}" dt="2025-08-11T09:11:15.989" v="949"/>
          <ac:inkMkLst>
            <pc:docMk/>
            <pc:sldMk cId="4140097351" sldId="631"/>
            <ac:inkMk id="13" creationId="{6AB17EC6-C37E-0995-2351-1A5A8C419D83}"/>
          </ac:inkMkLst>
        </pc:inkChg>
        <pc:inkChg chg="add mod">
          <ac:chgData name="Deepika Vatsa" userId="f7100972-27fe-4ee6-8fb4-ec9b7931b409" providerId="ADAL" clId="{2C408150-1685-44D3-878E-F84B30B9C005}" dt="2025-08-11T09:11:15.989" v="949"/>
          <ac:inkMkLst>
            <pc:docMk/>
            <pc:sldMk cId="4140097351" sldId="631"/>
            <ac:inkMk id="14" creationId="{ADDEA117-3C0E-0FCC-670C-C9A33720FAC7}"/>
          </ac:inkMkLst>
        </pc:inkChg>
        <pc:inkChg chg="add mod">
          <ac:chgData name="Deepika Vatsa" userId="f7100972-27fe-4ee6-8fb4-ec9b7931b409" providerId="ADAL" clId="{2C408150-1685-44D3-878E-F84B30B9C005}" dt="2025-08-11T09:11:15.989" v="949"/>
          <ac:inkMkLst>
            <pc:docMk/>
            <pc:sldMk cId="4140097351" sldId="631"/>
            <ac:inkMk id="15" creationId="{FFC4B77A-0733-9B4E-1940-93DE7CE3E1E0}"/>
          </ac:inkMkLst>
        </pc:inkChg>
        <pc:inkChg chg="add mod">
          <ac:chgData name="Deepika Vatsa" userId="f7100972-27fe-4ee6-8fb4-ec9b7931b409" providerId="ADAL" clId="{2C408150-1685-44D3-878E-F84B30B9C005}" dt="2025-08-11T09:11:15.989" v="949"/>
          <ac:inkMkLst>
            <pc:docMk/>
            <pc:sldMk cId="4140097351" sldId="631"/>
            <ac:inkMk id="16" creationId="{0E84E9E6-02A2-16BC-43D1-449403F9FD6C}"/>
          </ac:inkMkLst>
        </pc:inkChg>
        <pc:inkChg chg="add mod">
          <ac:chgData name="Deepika Vatsa" userId="f7100972-27fe-4ee6-8fb4-ec9b7931b409" providerId="ADAL" clId="{2C408150-1685-44D3-878E-F84B30B9C005}" dt="2025-08-11T09:11:15.989" v="949"/>
          <ac:inkMkLst>
            <pc:docMk/>
            <pc:sldMk cId="4140097351" sldId="631"/>
            <ac:inkMk id="17" creationId="{6889DE19-74AD-B93A-44AC-0C3358B18950}"/>
          </ac:inkMkLst>
        </pc:inkChg>
        <pc:inkChg chg="add mod">
          <ac:chgData name="Deepika Vatsa" userId="f7100972-27fe-4ee6-8fb4-ec9b7931b409" providerId="ADAL" clId="{2C408150-1685-44D3-878E-F84B30B9C005}" dt="2025-08-11T09:11:15.989" v="949"/>
          <ac:inkMkLst>
            <pc:docMk/>
            <pc:sldMk cId="4140097351" sldId="631"/>
            <ac:inkMk id="18" creationId="{43892511-0A05-1DC1-FBBA-40DCF6DAE720}"/>
          </ac:inkMkLst>
        </pc:inkChg>
        <pc:inkChg chg="add mod">
          <ac:chgData name="Deepika Vatsa" userId="f7100972-27fe-4ee6-8fb4-ec9b7931b409" providerId="ADAL" clId="{2C408150-1685-44D3-878E-F84B30B9C005}" dt="2025-08-11T09:11:15.989" v="949"/>
          <ac:inkMkLst>
            <pc:docMk/>
            <pc:sldMk cId="4140097351" sldId="631"/>
            <ac:inkMk id="19" creationId="{041993BB-4695-5D8C-DDB6-97E01CDBA217}"/>
          </ac:inkMkLst>
        </pc:inkChg>
        <pc:inkChg chg="add mod">
          <ac:chgData name="Deepika Vatsa" userId="f7100972-27fe-4ee6-8fb4-ec9b7931b409" providerId="ADAL" clId="{2C408150-1685-44D3-878E-F84B30B9C005}" dt="2025-08-11T09:11:15.989" v="949"/>
          <ac:inkMkLst>
            <pc:docMk/>
            <pc:sldMk cId="4140097351" sldId="631"/>
            <ac:inkMk id="20" creationId="{CBB23311-8827-38B2-FF64-DF8F9E6010B1}"/>
          </ac:inkMkLst>
        </pc:inkChg>
        <pc:inkChg chg="add mod">
          <ac:chgData name="Deepika Vatsa" userId="f7100972-27fe-4ee6-8fb4-ec9b7931b409" providerId="ADAL" clId="{2C408150-1685-44D3-878E-F84B30B9C005}" dt="2025-08-11T09:11:15.989" v="949"/>
          <ac:inkMkLst>
            <pc:docMk/>
            <pc:sldMk cId="4140097351" sldId="631"/>
            <ac:inkMk id="22" creationId="{E36F8312-EB19-76EE-FEB0-F6DDBD6B5522}"/>
          </ac:inkMkLst>
        </pc:inkChg>
        <pc:inkChg chg="add mod">
          <ac:chgData name="Deepika Vatsa" userId="f7100972-27fe-4ee6-8fb4-ec9b7931b409" providerId="ADAL" clId="{2C408150-1685-44D3-878E-F84B30B9C005}" dt="2025-08-11T09:11:15.989" v="949"/>
          <ac:inkMkLst>
            <pc:docMk/>
            <pc:sldMk cId="4140097351" sldId="631"/>
            <ac:inkMk id="23" creationId="{BDEB9D8D-EB80-2BBB-98AC-0589E7F11B2F}"/>
          </ac:inkMkLst>
        </pc:inkChg>
        <pc:inkChg chg="add mod">
          <ac:chgData name="Deepika Vatsa" userId="f7100972-27fe-4ee6-8fb4-ec9b7931b409" providerId="ADAL" clId="{2C408150-1685-44D3-878E-F84B30B9C005}" dt="2025-08-11T09:11:15.989" v="949"/>
          <ac:inkMkLst>
            <pc:docMk/>
            <pc:sldMk cId="4140097351" sldId="631"/>
            <ac:inkMk id="24" creationId="{85D593D0-2995-EF15-BC7D-7759A796962F}"/>
          </ac:inkMkLst>
        </pc:inkChg>
        <pc:inkChg chg="add mod">
          <ac:chgData name="Deepika Vatsa" userId="f7100972-27fe-4ee6-8fb4-ec9b7931b409" providerId="ADAL" clId="{2C408150-1685-44D3-878E-F84B30B9C005}" dt="2025-08-11T09:11:15.989" v="949"/>
          <ac:inkMkLst>
            <pc:docMk/>
            <pc:sldMk cId="4140097351" sldId="631"/>
            <ac:inkMk id="25" creationId="{95FEA2F4-29AC-ECAD-7AAA-C5A2E55AD9B0}"/>
          </ac:inkMkLst>
        </pc:inkChg>
        <pc:inkChg chg="add mod">
          <ac:chgData name="Deepika Vatsa" userId="f7100972-27fe-4ee6-8fb4-ec9b7931b409" providerId="ADAL" clId="{2C408150-1685-44D3-878E-F84B30B9C005}" dt="2025-08-11T09:11:15.989" v="949"/>
          <ac:inkMkLst>
            <pc:docMk/>
            <pc:sldMk cId="4140097351" sldId="631"/>
            <ac:inkMk id="26" creationId="{50D36B19-357F-A266-07CE-B3C2A6BC3DEC}"/>
          </ac:inkMkLst>
        </pc:inkChg>
        <pc:inkChg chg="add mod">
          <ac:chgData name="Deepika Vatsa" userId="f7100972-27fe-4ee6-8fb4-ec9b7931b409" providerId="ADAL" clId="{2C408150-1685-44D3-878E-F84B30B9C005}" dt="2025-08-11T09:11:15.989" v="949"/>
          <ac:inkMkLst>
            <pc:docMk/>
            <pc:sldMk cId="4140097351" sldId="631"/>
            <ac:inkMk id="27" creationId="{00876AD8-7F87-FFA1-0EAA-353EA1C7600F}"/>
          </ac:inkMkLst>
        </pc:inkChg>
        <pc:inkChg chg="add mod">
          <ac:chgData name="Deepika Vatsa" userId="f7100972-27fe-4ee6-8fb4-ec9b7931b409" providerId="ADAL" clId="{2C408150-1685-44D3-878E-F84B30B9C005}" dt="2025-08-11T09:11:15.989" v="949"/>
          <ac:inkMkLst>
            <pc:docMk/>
            <pc:sldMk cId="4140097351" sldId="631"/>
            <ac:inkMk id="28" creationId="{9B1AF01C-3817-0E14-019C-4C771CEB4680}"/>
          </ac:inkMkLst>
        </pc:inkChg>
        <pc:inkChg chg="add mod">
          <ac:chgData name="Deepika Vatsa" userId="f7100972-27fe-4ee6-8fb4-ec9b7931b409" providerId="ADAL" clId="{2C408150-1685-44D3-878E-F84B30B9C005}" dt="2025-08-11T09:11:15.989" v="949"/>
          <ac:inkMkLst>
            <pc:docMk/>
            <pc:sldMk cId="4140097351" sldId="631"/>
            <ac:inkMk id="30" creationId="{481CE014-CC76-5F8B-1122-0E1F5D0E74DC}"/>
          </ac:inkMkLst>
        </pc:inkChg>
        <pc:inkChg chg="add mod">
          <ac:chgData name="Deepika Vatsa" userId="f7100972-27fe-4ee6-8fb4-ec9b7931b409" providerId="ADAL" clId="{2C408150-1685-44D3-878E-F84B30B9C005}" dt="2025-08-11T09:11:30.096" v="967"/>
          <ac:inkMkLst>
            <pc:docMk/>
            <pc:sldMk cId="4140097351" sldId="631"/>
            <ac:inkMk id="32" creationId="{8011F1C5-64A6-2D14-42A1-F0C39081792C}"/>
          </ac:inkMkLst>
        </pc:inkChg>
        <pc:inkChg chg="add mod">
          <ac:chgData name="Deepika Vatsa" userId="f7100972-27fe-4ee6-8fb4-ec9b7931b409" providerId="ADAL" clId="{2C408150-1685-44D3-878E-F84B30B9C005}" dt="2025-08-11T09:11:30.096" v="967"/>
          <ac:inkMkLst>
            <pc:docMk/>
            <pc:sldMk cId="4140097351" sldId="631"/>
            <ac:inkMk id="33" creationId="{F5314BBF-493F-1393-E897-CAABBF0575F7}"/>
          </ac:inkMkLst>
        </pc:inkChg>
        <pc:inkChg chg="add mod">
          <ac:chgData name="Deepika Vatsa" userId="f7100972-27fe-4ee6-8fb4-ec9b7931b409" providerId="ADAL" clId="{2C408150-1685-44D3-878E-F84B30B9C005}" dt="2025-08-11T09:11:30.096" v="967"/>
          <ac:inkMkLst>
            <pc:docMk/>
            <pc:sldMk cId="4140097351" sldId="631"/>
            <ac:inkMk id="34" creationId="{BA622695-9131-7538-3B56-C93E88CD4B46}"/>
          </ac:inkMkLst>
        </pc:inkChg>
        <pc:inkChg chg="add mod">
          <ac:chgData name="Deepika Vatsa" userId="f7100972-27fe-4ee6-8fb4-ec9b7931b409" providerId="ADAL" clId="{2C408150-1685-44D3-878E-F84B30B9C005}" dt="2025-08-11T09:11:30.096" v="967"/>
          <ac:inkMkLst>
            <pc:docMk/>
            <pc:sldMk cId="4140097351" sldId="631"/>
            <ac:inkMk id="35" creationId="{C7B3D9A7-C730-EBAB-D1E4-602BC632A981}"/>
          </ac:inkMkLst>
        </pc:inkChg>
        <pc:inkChg chg="add mod">
          <ac:chgData name="Deepika Vatsa" userId="f7100972-27fe-4ee6-8fb4-ec9b7931b409" providerId="ADAL" clId="{2C408150-1685-44D3-878E-F84B30B9C005}" dt="2025-08-11T09:11:30.096" v="967"/>
          <ac:inkMkLst>
            <pc:docMk/>
            <pc:sldMk cId="4140097351" sldId="631"/>
            <ac:inkMk id="36" creationId="{720015D5-8A90-994D-D65B-D4DA8C0A59A1}"/>
          </ac:inkMkLst>
        </pc:inkChg>
        <pc:inkChg chg="add mod">
          <ac:chgData name="Deepika Vatsa" userId="f7100972-27fe-4ee6-8fb4-ec9b7931b409" providerId="ADAL" clId="{2C408150-1685-44D3-878E-F84B30B9C005}" dt="2025-08-11T09:11:30.096" v="967"/>
          <ac:inkMkLst>
            <pc:docMk/>
            <pc:sldMk cId="4140097351" sldId="631"/>
            <ac:inkMk id="37" creationId="{8A158250-D428-9B72-BB2C-880A83C07879}"/>
          </ac:inkMkLst>
        </pc:inkChg>
        <pc:inkChg chg="add mod">
          <ac:chgData name="Deepika Vatsa" userId="f7100972-27fe-4ee6-8fb4-ec9b7931b409" providerId="ADAL" clId="{2C408150-1685-44D3-878E-F84B30B9C005}" dt="2025-08-11T09:11:30.096" v="967"/>
          <ac:inkMkLst>
            <pc:docMk/>
            <pc:sldMk cId="4140097351" sldId="631"/>
            <ac:inkMk id="38" creationId="{D428E01B-026A-97D3-DC11-92B65A502616}"/>
          </ac:inkMkLst>
        </pc:inkChg>
        <pc:inkChg chg="add mod">
          <ac:chgData name="Deepika Vatsa" userId="f7100972-27fe-4ee6-8fb4-ec9b7931b409" providerId="ADAL" clId="{2C408150-1685-44D3-878E-F84B30B9C005}" dt="2025-08-11T09:11:30.096" v="967"/>
          <ac:inkMkLst>
            <pc:docMk/>
            <pc:sldMk cId="4140097351" sldId="631"/>
            <ac:inkMk id="39" creationId="{D7DB30F2-1A1E-28A4-360B-CE6F6CF57D81}"/>
          </ac:inkMkLst>
        </pc:inkChg>
        <pc:inkChg chg="add mod">
          <ac:chgData name="Deepika Vatsa" userId="f7100972-27fe-4ee6-8fb4-ec9b7931b409" providerId="ADAL" clId="{2C408150-1685-44D3-878E-F84B30B9C005}" dt="2025-08-11T09:11:30.096" v="967"/>
          <ac:inkMkLst>
            <pc:docMk/>
            <pc:sldMk cId="4140097351" sldId="631"/>
            <ac:inkMk id="41" creationId="{DB4C4E2B-7B9F-5ED0-021E-E642D197973C}"/>
          </ac:inkMkLst>
        </pc:inkChg>
        <pc:inkChg chg="add mod">
          <ac:chgData name="Deepika Vatsa" userId="f7100972-27fe-4ee6-8fb4-ec9b7931b409" providerId="ADAL" clId="{2C408150-1685-44D3-878E-F84B30B9C005}" dt="2025-08-11T09:11:30.096" v="967"/>
          <ac:inkMkLst>
            <pc:docMk/>
            <pc:sldMk cId="4140097351" sldId="631"/>
            <ac:inkMk id="42" creationId="{9C437479-447C-2D3B-8F98-279905C3342E}"/>
          </ac:inkMkLst>
        </pc:inkChg>
        <pc:inkChg chg="add mod">
          <ac:chgData name="Deepika Vatsa" userId="f7100972-27fe-4ee6-8fb4-ec9b7931b409" providerId="ADAL" clId="{2C408150-1685-44D3-878E-F84B30B9C005}" dt="2025-08-11T09:11:30.096" v="967"/>
          <ac:inkMkLst>
            <pc:docMk/>
            <pc:sldMk cId="4140097351" sldId="631"/>
            <ac:inkMk id="43" creationId="{1E7E9988-6577-2715-8E3E-9E0E5416377B}"/>
          </ac:inkMkLst>
        </pc:inkChg>
        <pc:inkChg chg="add mod">
          <ac:chgData name="Deepika Vatsa" userId="f7100972-27fe-4ee6-8fb4-ec9b7931b409" providerId="ADAL" clId="{2C408150-1685-44D3-878E-F84B30B9C005}" dt="2025-08-11T09:11:33.216" v="972"/>
          <ac:inkMkLst>
            <pc:docMk/>
            <pc:sldMk cId="4140097351" sldId="631"/>
            <ac:inkMk id="44" creationId="{38803CF1-FF4F-47E4-D1F1-A746DA9F4195}"/>
          </ac:inkMkLst>
        </pc:inkChg>
        <pc:inkChg chg="add mod">
          <ac:chgData name="Deepika Vatsa" userId="f7100972-27fe-4ee6-8fb4-ec9b7931b409" providerId="ADAL" clId="{2C408150-1685-44D3-878E-F84B30B9C005}" dt="2025-08-11T09:11:33.216" v="972"/>
          <ac:inkMkLst>
            <pc:docMk/>
            <pc:sldMk cId="4140097351" sldId="631"/>
            <ac:inkMk id="45" creationId="{54AAB24B-AC07-91AA-526E-B9580ECFFD54}"/>
          </ac:inkMkLst>
        </pc:inkChg>
        <pc:inkChg chg="add mod">
          <ac:chgData name="Deepika Vatsa" userId="f7100972-27fe-4ee6-8fb4-ec9b7931b409" providerId="ADAL" clId="{2C408150-1685-44D3-878E-F84B30B9C005}" dt="2025-08-11T09:11:33.216" v="972"/>
          <ac:inkMkLst>
            <pc:docMk/>
            <pc:sldMk cId="4140097351" sldId="631"/>
            <ac:inkMk id="46" creationId="{593AD727-A140-AA88-F244-00F4E3768F7C}"/>
          </ac:inkMkLst>
        </pc:inkChg>
        <pc:inkChg chg="add mod">
          <ac:chgData name="Deepika Vatsa" userId="f7100972-27fe-4ee6-8fb4-ec9b7931b409" providerId="ADAL" clId="{2C408150-1685-44D3-878E-F84B30B9C005}" dt="2025-08-11T09:11:33.216" v="972"/>
          <ac:inkMkLst>
            <pc:docMk/>
            <pc:sldMk cId="4140097351" sldId="631"/>
            <ac:inkMk id="47" creationId="{8514C464-B062-CA91-AC40-43380BCEA313}"/>
          </ac:inkMkLst>
        </pc:inkChg>
        <pc:inkChg chg="add mod">
          <ac:chgData name="Deepika Vatsa" userId="f7100972-27fe-4ee6-8fb4-ec9b7931b409" providerId="ADAL" clId="{2C408150-1685-44D3-878E-F84B30B9C005}" dt="2025-08-11T09:11:33.216" v="972"/>
          <ac:inkMkLst>
            <pc:docMk/>
            <pc:sldMk cId="4140097351" sldId="631"/>
            <ac:inkMk id="48" creationId="{42FF3407-83CF-00E0-A2D6-A23DE9340E4D}"/>
          </ac:inkMkLst>
        </pc:inkChg>
        <pc:inkChg chg="add mod">
          <ac:chgData name="Deepika Vatsa" userId="f7100972-27fe-4ee6-8fb4-ec9b7931b409" providerId="ADAL" clId="{2C408150-1685-44D3-878E-F84B30B9C005}" dt="2025-08-11T09:11:33.216" v="972"/>
          <ac:inkMkLst>
            <pc:docMk/>
            <pc:sldMk cId="4140097351" sldId="631"/>
            <ac:inkMk id="51" creationId="{3E7BC0AD-0450-6608-E3A3-B842A8371D05}"/>
          </ac:inkMkLst>
        </pc:inkChg>
        <pc:inkChg chg="add mod">
          <ac:chgData name="Deepika Vatsa" userId="f7100972-27fe-4ee6-8fb4-ec9b7931b409" providerId="ADAL" clId="{2C408150-1685-44D3-878E-F84B30B9C005}" dt="2025-08-11T09:11:33.216" v="972"/>
          <ac:inkMkLst>
            <pc:docMk/>
            <pc:sldMk cId="4140097351" sldId="631"/>
            <ac:inkMk id="52" creationId="{B354CE0E-C640-361C-B33F-75D2E69F59DD}"/>
          </ac:inkMkLst>
        </pc:inkChg>
        <pc:inkChg chg="add mod">
          <ac:chgData name="Deepika Vatsa" userId="f7100972-27fe-4ee6-8fb4-ec9b7931b409" providerId="ADAL" clId="{2C408150-1685-44D3-878E-F84B30B9C005}" dt="2025-08-11T09:11:33.216" v="972"/>
          <ac:inkMkLst>
            <pc:docMk/>
            <pc:sldMk cId="4140097351" sldId="631"/>
            <ac:inkMk id="53" creationId="{DF4F346E-B2F2-DDDD-9DFE-83AC84B13F91}"/>
          </ac:inkMkLst>
        </pc:inkChg>
        <pc:inkChg chg="add mod">
          <ac:chgData name="Deepika Vatsa" userId="f7100972-27fe-4ee6-8fb4-ec9b7931b409" providerId="ADAL" clId="{2C408150-1685-44D3-878E-F84B30B9C005}" dt="2025-08-11T09:11:33.216" v="972"/>
          <ac:inkMkLst>
            <pc:docMk/>
            <pc:sldMk cId="4140097351" sldId="631"/>
            <ac:inkMk id="54" creationId="{EC5D8DA5-6E50-E464-C17F-A370627729FD}"/>
          </ac:inkMkLst>
        </pc:inkChg>
        <pc:inkChg chg="add">
          <ac:chgData name="Deepika Vatsa" userId="f7100972-27fe-4ee6-8fb4-ec9b7931b409" providerId="ADAL" clId="{2C408150-1685-44D3-878E-F84B30B9C005}" dt="2025-08-11T09:11:35.527" v="973" actId="9405"/>
          <ac:inkMkLst>
            <pc:docMk/>
            <pc:sldMk cId="4140097351" sldId="631"/>
            <ac:inkMk id="56" creationId="{70A0F32D-3CF2-3B92-F1F3-116739584AD1}"/>
          </ac:inkMkLst>
        </pc:inkChg>
        <pc:inkChg chg="add mod">
          <ac:chgData name="Deepika Vatsa" userId="f7100972-27fe-4ee6-8fb4-ec9b7931b409" providerId="ADAL" clId="{2C408150-1685-44D3-878E-F84B30B9C005}" dt="2025-08-11T09:11:39.962" v="976"/>
          <ac:inkMkLst>
            <pc:docMk/>
            <pc:sldMk cId="4140097351" sldId="631"/>
            <ac:inkMk id="57" creationId="{4AC5C1B5-4364-E2FE-445B-CDF324BBA29C}"/>
          </ac:inkMkLst>
        </pc:inkChg>
        <pc:inkChg chg="add mod">
          <ac:chgData name="Deepika Vatsa" userId="f7100972-27fe-4ee6-8fb4-ec9b7931b409" providerId="ADAL" clId="{2C408150-1685-44D3-878E-F84B30B9C005}" dt="2025-08-11T09:11:39.962" v="976"/>
          <ac:inkMkLst>
            <pc:docMk/>
            <pc:sldMk cId="4140097351" sldId="631"/>
            <ac:inkMk id="58" creationId="{551F729F-B778-A5B8-9211-A7C59543A9BC}"/>
          </ac:inkMkLst>
        </pc:inkChg>
        <pc:inkChg chg="add">
          <ac:chgData name="Deepika Vatsa" userId="f7100972-27fe-4ee6-8fb4-ec9b7931b409" providerId="ADAL" clId="{2C408150-1685-44D3-878E-F84B30B9C005}" dt="2025-08-11T09:11:52.007" v="977" actId="9405"/>
          <ac:inkMkLst>
            <pc:docMk/>
            <pc:sldMk cId="4140097351" sldId="631"/>
            <ac:inkMk id="60" creationId="{C72532D9-E4DA-7DE0-58B0-5DEF0418C937}"/>
          </ac:inkMkLst>
        </pc:inkChg>
        <pc:inkChg chg="add">
          <ac:chgData name="Deepika Vatsa" userId="f7100972-27fe-4ee6-8fb4-ec9b7931b409" providerId="ADAL" clId="{2C408150-1685-44D3-878E-F84B30B9C005}" dt="2025-08-11T09:11:52.864" v="978" actId="9405"/>
          <ac:inkMkLst>
            <pc:docMk/>
            <pc:sldMk cId="4140097351" sldId="631"/>
            <ac:inkMk id="61" creationId="{B3532357-5F41-1962-CC64-B22902BFE1D9}"/>
          </ac:inkMkLst>
        </pc:inkChg>
        <pc:inkChg chg="add">
          <ac:chgData name="Deepika Vatsa" userId="f7100972-27fe-4ee6-8fb4-ec9b7931b409" providerId="ADAL" clId="{2C408150-1685-44D3-878E-F84B30B9C005}" dt="2025-08-11T09:11:55.257" v="979" actId="9405"/>
          <ac:inkMkLst>
            <pc:docMk/>
            <pc:sldMk cId="4140097351" sldId="631"/>
            <ac:inkMk id="62" creationId="{9E36711C-0352-9F41-5ADE-05F9D6D4E9A8}"/>
          </ac:inkMkLst>
        </pc:inkChg>
        <pc:inkChg chg="add">
          <ac:chgData name="Deepika Vatsa" userId="f7100972-27fe-4ee6-8fb4-ec9b7931b409" providerId="ADAL" clId="{2C408150-1685-44D3-878E-F84B30B9C005}" dt="2025-08-11T09:12:02.350" v="980" actId="9405"/>
          <ac:inkMkLst>
            <pc:docMk/>
            <pc:sldMk cId="4140097351" sldId="631"/>
            <ac:inkMk id="63" creationId="{BA6900BF-2C77-B4EC-AA88-6285ACB9C57F}"/>
          </ac:inkMkLst>
        </pc:inkChg>
        <pc:inkChg chg="add">
          <ac:chgData name="Deepika Vatsa" userId="f7100972-27fe-4ee6-8fb4-ec9b7931b409" providerId="ADAL" clId="{2C408150-1685-44D3-878E-F84B30B9C005}" dt="2025-08-11T09:12:03.518" v="981" actId="9405"/>
          <ac:inkMkLst>
            <pc:docMk/>
            <pc:sldMk cId="4140097351" sldId="631"/>
            <ac:inkMk id="64" creationId="{D5C65FDD-56E9-BAF8-2C9F-2B562E66A4B3}"/>
          </ac:inkMkLst>
        </pc:inkChg>
        <pc:inkChg chg="add">
          <ac:chgData name="Deepika Vatsa" userId="f7100972-27fe-4ee6-8fb4-ec9b7931b409" providerId="ADAL" clId="{2C408150-1685-44D3-878E-F84B30B9C005}" dt="2025-08-11T09:12:04.255" v="982" actId="9405"/>
          <ac:inkMkLst>
            <pc:docMk/>
            <pc:sldMk cId="4140097351" sldId="631"/>
            <ac:inkMk id="65" creationId="{3A38EE72-0561-7ED1-D99A-1A38FDDE88A5}"/>
          </ac:inkMkLst>
        </pc:inkChg>
        <pc:inkChg chg="add">
          <ac:chgData name="Deepika Vatsa" userId="f7100972-27fe-4ee6-8fb4-ec9b7931b409" providerId="ADAL" clId="{2C408150-1685-44D3-878E-F84B30B9C005}" dt="2025-08-11T09:12:04.879" v="983" actId="9405"/>
          <ac:inkMkLst>
            <pc:docMk/>
            <pc:sldMk cId="4140097351" sldId="631"/>
            <ac:inkMk id="66" creationId="{BB46D81B-9B8C-C4ED-5822-7A491D89349E}"/>
          </ac:inkMkLst>
        </pc:inkChg>
        <pc:inkChg chg="add">
          <ac:chgData name="Deepika Vatsa" userId="f7100972-27fe-4ee6-8fb4-ec9b7931b409" providerId="ADAL" clId="{2C408150-1685-44D3-878E-F84B30B9C005}" dt="2025-08-11T09:12:23.318" v="984" actId="9405"/>
          <ac:inkMkLst>
            <pc:docMk/>
            <pc:sldMk cId="4140097351" sldId="631"/>
            <ac:inkMk id="67" creationId="{4C4F2F7A-6DE7-CB73-D313-26A00FA0B2EC}"/>
          </ac:inkMkLst>
        </pc:inkChg>
        <pc:inkChg chg="add">
          <ac:chgData name="Deepika Vatsa" userId="f7100972-27fe-4ee6-8fb4-ec9b7931b409" providerId="ADAL" clId="{2C408150-1685-44D3-878E-F84B30B9C005}" dt="2025-08-11T09:12:23.720" v="985" actId="9405"/>
          <ac:inkMkLst>
            <pc:docMk/>
            <pc:sldMk cId="4140097351" sldId="631"/>
            <ac:inkMk id="68" creationId="{B18C78A9-5AAE-0888-9A12-0C0F0D798999}"/>
          </ac:inkMkLst>
        </pc:inkChg>
        <pc:inkChg chg="add">
          <ac:chgData name="Deepika Vatsa" userId="f7100972-27fe-4ee6-8fb4-ec9b7931b409" providerId="ADAL" clId="{2C408150-1685-44D3-878E-F84B30B9C005}" dt="2025-08-11T09:12:24.138" v="986" actId="9405"/>
          <ac:inkMkLst>
            <pc:docMk/>
            <pc:sldMk cId="4140097351" sldId="631"/>
            <ac:inkMk id="69" creationId="{A3AA032A-BB1D-09B2-ED07-3CCF2C36737F}"/>
          </ac:inkMkLst>
        </pc:inkChg>
        <pc:inkChg chg="add">
          <ac:chgData name="Deepika Vatsa" userId="f7100972-27fe-4ee6-8fb4-ec9b7931b409" providerId="ADAL" clId="{2C408150-1685-44D3-878E-F84B30B9C005}" dt="2025-08-11T09:12:24.559" v="987" actId="9405"/>
          <ac:inkMkLst>
            <pc:docMk/>
            <pc:sldMk cId="4140097351" sldId="631"/>
            <ac:inkMk id="70" creationId="{10EB056B-892A-1577-C9D9-EA2072675BA5}"/>
          </ac:inkMkLst>
        </pc:inkChg>
      </pc:sldChg>
      <pc:sldChg chg="del">
        <pc:chgData name="Deepika Vatsa" userId="f7100972-27fe-4ee6-8fb4-ec9b7931b409" providerId="ADAL" clId="{2C408150-1685-44D3-878E-F84B30B9C005}" dt="2025-08-11T08:29:18.785" v="240" actId="47"/>
        <pc:sldMkLst>
          <pc:docMk/>
          <pc:sldMk cId="1599636904" sldId="632"/>
        </pc:sldMkLst>
      </pc:sldChg>
      <pc:sldChg chg="del">
        <pc:chgData name="Deepika Vatsa" userId="f7100972-27fe-4ee6-8fb4-ec9b7931b409" providerId="ADAL" clId="{2C408150-1685-44D3-878E-F84B30B9C005}" dt="2025-08-11T08:29:18.785" v="240" actId="47"/>
        <pc:sldMkLst>
          <pc:docMk/>
          <pc:sldMk cId="584481740" sldId="633"/>
        </pc:sldMkLst>
      </pc:sldChg>
      <pc:sldChg chg="del">
        <pc:chgData name="Deepika Vatsa" userId="f7100972-27fe-4ee6-8fb4-ec9b7931b409" providerId="ADAL" clId="{2C408150-1685-44D3-878E-F84B30B9C005}" dt="2025-08-11T08:29:18.785" v="240" actId="47"/>
        <pc:sldMkLst>
          <pc:docMk/>
          <pc:sldMk cId="2190308485" sldId="634"/>
        </pc:sldMkLst>
      </pc:sldChg>
      <pc:sldChg chg="del">
        <pc:chgData name="Deepika Vatsa" userId="f7100972-27fe-4ee6-8fb4-ec9b7931b409" providerId="ADAL" clId="{2C408150-1685-44D3-878E-F84B30B9C005}" dt="2025-08-11T08:29:18.785" v="240" actId="47"/>
        <pc:sldMkLst>
          <pc:docMk/>
          <pc:sldMk cId="1665750313" sldId="635"/>
        </pc:sldMkLst>
      </pc:sldChg>
      <pc:sldChg chg="del">
        <pc:chgData name="Deepika Vatsa" userId="f7100972-27fe-4ee6-8fb4-ec9b7931b409" providerId="ADAL" clId="{2C408150-1685-44D3-878E-F84B30B9C005}" dt="2025-08-11T08:29:18.785" v="240" actId="47"/>
        <pc:sldMkLst>
          <pc:docMk/>
          <pc:sldMk cId="593920427" sldId="636"/>
        </pc:sldMkLst>
      </pc:sldChg>
      <pc:sldChg chg="del">
        <pc:chgData name="Deepika Vatsa" userId="f7100972-27fe-4ee6-8fb4-ec9b7931b409" providerId="ADAL" clId="{2C408150-1685-44D3-878E-F84B30B9C005}" dt="2025-08-11T08:29:18.785" v="240" actId="47"/>
        <pc:sldMkLst>
          <pc:docMk/>
          <pc:sldMk cId="3241687910" sldId="637"/>
        </pc:sldMkLst>
      </pc:sldChg>
      <pc:sldChg chg="del">
        <pc:chgData name="Deepika Vatsa" userId="f7100972-27fe-4ee6-8fb4-ec9b7931b409" providerId="ADAL" clId="{2C408150-1685-44D3-878E-F84B30B9C005}" dt="2025-08-11T08:29:18.785" v="240" actId="47"/>
        <pc:sldMkLst>
          <pc:docMk/>
          <pc:sldMk cId="3622805189" sldId="638"/>
        </pc:sldMkLst>
      </pc:sldChg>
      <pc:sldChg chg="del">
        <pc:chgData name="Deepika Vatsa" userId="f7100972-27fe-4ee6-8fb4-ec9b7931b409" providerId="ADAL" clId="{2C408150-1685-44D3-878E-F84B30B9C005}" dt="2025-08-11T08:29:18.785" v="240" actId="47"/>
        <pc:sldMkLst>
          <pc:docMk/>
          <pc:sldMk cId="1198815622" sldId="639"/>
        </pc:sldMkLst>
      </pc:sldChg>
      <pc:sldChg chg="del">
        <pc:chgData name="Deepika Vatsa" userId="f7100972-27fe-4ee6-8fb4-ec9b7931b409" providerId="ADAL" clId="{2C408150-1685-44D3-878E-F84B30B9C005}" dt="2025-08-11T08:29:18.785" v="240" actId="47"/>
        <pc:sldMkLst>
          <pc:docMk/>
          <pc:sldMk cId="773657219" sldId="640"/>
        </pc:sldMkLst>
      </pc:sldChg>
      <pc:sldChg chg="del">
        <pc:chgData name="Deepika Vatsa" userId="f7100972-27fe-4ee6-8fb4-ec9b7931b409" providerId="ADAL" clId="{2C408150-1685-44D3-878E-F84B30B9C005}" dt="2025-08-11T08:29:18.785" v="240" actId="47"/>
        <pc:sldMkLst>
          <pc:docMk/>
          <pc:sldMk cId="2792309174" sldId="641"/>
        </pc:sldMkLst>
      </pc:sldChg>
      <pc:sldChg chg="del">
        <pc:chgData name="Deepika Vatsa" userId="f7100972-27fe-4ee6-8fb4-ec9b7931b409" providerId="ADAL" clId="{2C408150-1685-44D3-878E-F84B30B9C005}" dt="2025-08-11T08:29:18.785" v="240" actId="47"/>
        <pc:sldMkLst>
          <pc:docMk/>
          <pc:sldMk cId="1648381074" sldId="642"/>
        </pc:sldMkLst>
      </pc:sldChg>
      <pc:sldChg chg="addSp delSp modSp add mod">
        <pc:chgData name="Deepika Vatsa" userId="f7100972-27fe-4ee6-8fb4-ec9b7931b409" providerId="ADAL" clId="{2C408150-1685-44D3-878E-F84B30B9C005}" dt="2025-08-11T09:29:55.130" v="990"/>
        <pc:sldMkLst>
          <pc:docMk/>
          <pc:sldMk cId="1839586014" sldId="643"/>
        </pc:sldMkLst>
        <pc:spChg chg="mod">
          <ac:chgData name="Deepika Vatsa" userId="f7100972-27fe-4ee6-8fb4-ec9b7931b409" providerId="ADAL" clId="{2C408150-1685-44D3-878E-F84B30B9C005}" dt="2025-08-11T08:29:34.799" v="270" actId="20577"/>
          <ac:spMkLst>
            <pc:docMk/>
            <pc:sldMk cId="1839586014" sldId="643"/>
            <ac:spMk id="2" creationId="{00000000-0000-0000-0000-000000000000}"/>
          </ac:spMkLst>
        </pc:spChg>
        <pc:spChg chg="add mod">
          <ac:chgData name="Deepika Vatsa" userId="f7100972-27fe-4ee6-8fb4-ec9b7931b409" providerId="ADAL" clId="{2C408150-1685-44D3-878E-F84B30B9C005}" dt="2025-08-11T08:34:09.735" v="320" actId="1076"/>
          <ac:spMkLst>
            <pc:docMk/>
            <pc:sldMk cId="1839586014" sldId="643"/>
            <ac:spMk id="7" creationId="{20B595B6-E703-6D7D-2B6D-2F5BFA0A1AAE}"/>
          </ac:spMkLst>
        </pc:spChg>
        <pc:spChg chg="del">
          <ac:chgData name="Deepika Vatsa" userId="f7100972-27fe-4ee6-8fb4-ec9b7931b409" providerId="ADAL" clId="{2C408150-1685-44D3-878E-F84B30B9C005}" dt="2025-08-11T08:29:38.583" v="271" actId="478"/>
          <ac:spMkLst>
            <pc:docMk/>
            <pc:sldMk cId="1839586014" sldId="643"/>
            <ac:spMk id="11" creationId="{06381CCD-359B-D8A2-1997-A5B56A02FD41}"/>
          </ac:spMkLst>
        </pc:spChg>
        <pc:picChg chg="add mod">
          <ac:chgData name="Deepika Vatsa" userId="f7100972-27fe-4ee6-8fb4-ec9b7931b409" providerId="ADAL" clId="{2C408150-1685-44D3-878E-F84B30B9C005}" dt="2025-08-11T08:34:20.062" v="321" actId="1076"/>
          <ac:picMkLst>
            <pc:docMk/>
            <pc:sldMk cId="1839586014" sldId="643"/>
            <ac:picMk id="5" creationId="{CAFADAAB-D9ED-F2B6-BA0F-FEA6D8F45462}"/>
          </ac:picMkLst>
        </pc:picChg>
        <pc:inkChg chg="add">
          <ac:chgData name="Deepika Vatsa" userId="f7100972-27fe-4ee6-8fb4-ec9b7931b409" providerId="ADAL" clId="{2C408150-1685-44D3-878E-F84B30B9C005}" dt="2025-08-11T09:12:45.769" v="988" actId="9405"/>
          <ac:inkMkLst>
            <pc:docMk/>
            <pc:sldMk cId="1839586014" sldId="643"/>
            <ac:inkMk id="8" creationId="{F8DC38B2-81C2-E754-6363-92381AF5A2A4}"/>
          </ac:inkMkLst>
        </pc:inkChg>
        <pc:inkChg chg="add">
          <ac:chgData name="Deepika Vatsa" userId="f7100972-27fe-4ee6-8fb4-ec9b7931b409" providerId="ADAL" clId="{2C408150-1685-44D3-878E-F84B30B9C005}" dt="2025-08-11T09:12:46.691" v="989" actId="9405"/>
          <ac:inkMkLst>
            <pc:docMk/>
            <pc:sldMk cId="1839586014" sldId="643"/>
            <ac:inkMk id="9" creationId="{1F01EFFB-7F20-EF5A-88E6-8E0BB374062B}"/>
          </ac:inkMkLst>
        </pc:inkChg>
        <pc:inkChg chg="add">
          <ac:chgData name="Deepika Vatsa" userId="f7100972-27fe-4ee6-8fb4-ec9b7931b409" providerId="ADAL" clId="{2C408150-1685-44D3-878E-F84B30B9C005}" dt="2025-08-11T09:29:55.130" v="990"/>
          <ac:inkMkLst>
            <pc:docMk/>
            <pc:sldMk cId="1839586014" sldId="643"/>
            <ac:inkMk id="10" creationId="{705969B5-7A39-F413-A798-164813480B05}"/>
          </ac:inkMkLst>
        </pc:inkChg>
      </pc:sldChg>
      <pc:sldChg chg="addSp delSp modSp add mod">
        <pc:chgData name="Deepika Vatsa" userId="f7100972-27fe-4ee6-8fb4-ec9b7931b409" providerId="ADAL" clId="{2C408150-1685-44D3-878E-F84B30B9C005}" dt="2025-08-11T09:29:55.130" v="990"/>
        <pc:sldMkLst>
          <pc:docMk/>
          <pc:sldMk cId="3228921272" sldId="644"/>
        </pc:sldMkLst>
        <pc:spChg chg="mod">
          <ac:chgData name="Deepika Vatsa" userId="f7100972-27fe-4ee6-8fb4-ec9b7931b409" providerId="ADAL" clId="{2C408150-1685-44D3-878E-F84B30B9C005}" dt="2025-08-11T08:35:07.322" v="334" actId="1076"/>
          <ac:spMkLst>
            <pc:docMk/>
            <pc:sldMk cId="3228921272" sldId="644"/>
            <ac:spMk id="7" creationId="{20B595B6-E703-6D7D-2B6D-2F5BFA0A1AAE}"/>
          </ac:spMkLst>
        </pc:spChg>
        <pc:picChg chg="del">
          <ac:chgData name="Deepika Vatsa" userId="f7100972-27fe-4ee6-8fb4-ec9b7931b409" providerId="ADAL" clId="{2C408150-1685-44D3-878E-F84B30B9C005}" dt="2025-08-11T08:34:35.689" v="323" actId="478"/>
          <ac:picMkLst>
            <pc:docMk/>
            <pc:sldMk cId="3228921272" sldId="644"/>
            <ac:picMk id="5" creationId="{CAFADAAB-D9ED-F2B6-BA0F-FEA6D8F45462}"/>
          </ac:picMkLst>
        </pc:picChg>
        <pc:picChg chg="add mod">
          <ac:chgData name="Deepika Vatsa" userId="f7100972-27fe-4ee6-8fb4-ec9b7931b409" providerId="ADAL" clId="{2C408150-1685-44D3-878E-F84B30B9C005}" dt="2025-08-11T08:35:02.178" v="333" actId="1076"/>
          <ac:picMkLst>
            <pc:docMk/>
            <pc:sldMk cId="3228921272" sldId="644"/>
            <ac:picMk id="6" creationId="{4940AD0D-702C-A5E8-42A7-F5605D3B49C1}"/>
          </ac:picMkLst>
        </pc:picChg>
        <pc:inkChg chg="add">
          <ac:chgData name="Deepika Vatsa" userId="f7100972-27fe-4ee6-8fb4-ec9b7931b409" providerId="ADAL" clId="{2C408150-1685-44D3-878E-F84B30B9C005}" dt="2025-08-11T09:29:55.130" v="990"/>
          <ac:inkMkLst>
            <pc:docMk/>
            <pc:sldMk cId="3228921272" sldId="644"/>
            <ac:inkMk id="8" creationId="{D7C2E30B-20D4-7E35-5D16-C2BBF41A9D0D}"/>
          </ac:inkMkLst>
        </pc:inkChg>
      </pc:sldChg>
      <pc:sldChg chg="addSp delSp modSp add mod">
        <pc:chgData name="Deepika Vatsa" userId="f7100972-27fe-4ee6-8fb4-ec9b7931b409" providerId="ADAL" clId="{2C408150-1685-44D3-878E-F84B30B9C005}" dt="2025-08-11T09:29:55.130" v="990"/>
        <pc:sldMkLst>
          <pc:docMk/>
          <pc:sldMk cId="2679258206" sldId="645"/>
        </pc:sldMkLst>
        <pc:spChg chg="mod">
          <ac:chgData name="Deepika Vatsa" userId="f7100972-27fe-4ee6-8fb4-ec9b7931b409" providerId="ADAL" clId="{2C408150-1685-44D3-878E-F84B30B9C005}" dt="2025-08-11T09:01:17.058" v="925" actId="113"/>
          <ac:spMkLst>
            <pc:docMk/>
            <pc:sldMk cId="2679258206" sldId="645"/>
            <ac:spMk id="7" creationId="{20B595B6-E703-6D7D-2B6D-2F5BFA0A1AAE}"/>
          </ac:spMkLst>
        </pc:spChg>
        <pc:picChg chg="del">
          <ac:chgData name="Deepika Vatsa" userId="f7100972-27fe-4ee6-8fb4-ec9b7931b409" providerId="ADAL" clId="{2C408150-1685-44D3-878E-F84B30B9C005}" dt="2025-08-11T08:35:31.179" v="336" actId="478"/>
          <ac:picMkLst>
            <pc:docMk/>
            <pc:sldMk cId="2679258206" sldId="645"/>
            <ac:picMk id="6" creationId="{4940AD0D-702C-A5E8-42A7-F5605D3B49C1}"/>
          </ac:picMkLst>
        </pc:picChg>
        <pc:inkChg chg="add">
          <ac:chgData name="Deepika Vatsa" userId="f7100972-27fe-4ee6-8fb4-ec9b7931b409" providerId="ADAL" clId="{2C408150-1685-44D3-878E-F84B30B9C005}" dt="2025-08-11T09:29:55.130" v="990"/>
          <ac:inkMkLst>
            <pc:docMk/>
            <pc:sldMk cId="2679258206" sldId="645"/>
            <ac:inkMk id="4" creationId="{0202D0C4-1C7A-0A52-7975-C5F1E6F2CA5F}"/>
          </ac:inkMkLst>
        </pc:inkChg>
      </pc:sldChg>
      <pc:sldChg chg="addSp delSp modSp add mod">
        <pc:chgData name="Deepika Vatsa" userId="f7100972-27fe-4ee6-8fb4-ec9b7931b409" providerId="ADAL" clId="{2C408150-1685-44D3-878E-F84B30B9C005}" dt="2025-08-11T09:29:55.130" v="990"/>
        <pc:sldMkLst>
          <pc:docMk/>
          <pc:sldMk cId="2817787873" sldId="646"/>
        </pc:sldMkLst>
        <pc:spChg chg="mod">
          <ac:chgData name="Deepika Vatsa" userId="f7100972-27fe-4ee6-8fb4-ec9b7931b409" providerId="ADAL" clId="{2C408150-1685-44D3-878E-F84B30B9C005}" dt="2025-08-11T08:37:03.444" v="413" actId="20577"/>
          <ac:spMkLst>
            <pc:docMk/>
            <pc:sldMk cId="2817787873" sldId="646"/>
            <ac:spMk id="2" creationId="{00000000-0000-0000-0000-000000000000}"/>
          </ac:spMkLst>
        </pc:spChg>
        <pc:spChg chg="add mod">
          <ac:chgData name="Deepika Vatsa" userId="f7100972-27fe-4ee6-8fb4-ec9b7931b409" providerId="ADAL" clId="{2C408150-1685-44D3-878E-F84B30B9C005}" dt="2025-08-11T08:39:15.344" v="433" actId="12"/>
          <ac:spMkLst>
            <pc:docMk/>
            <pc:sldMk cId="2817787873" sldId="646"/>
            <ac:spMk id="5" creationId="{21AEFE01-1E29-C2FA-B7E8-73B9AF1BBF90}"/>
          </ac:spMkLst>
        </pc:spChg>
        <pc:spChg chg="del">
          <ac:chgData name="Deepika Vatsa" userId="f7100972-27fe-4ee6-8fb4-ec9b7931b409" providerId="ADAL" clId="{2C408150-1685-44D3-878E-F84B30B9C005}" dt="2025-08-11T08:37:06.884" v="414" actId="478"/>
          <ac:spMkLst>
            <pc:docMk/>
            <pc:sldMk cId="2817787873" sldId="646"/>
            <ac:spMk id="7" creationId="{20B595B6-E703-6D7D-2B6D-2F5BFA0A1AAE}"/>
          </ac:spMkLst>
        </pc:spChg>
        <pc:picChg chg="add mod modCrop">
          <ac:chgData name="Deepika Vatsa" userId="f7100972-27fe-4ee6-8fb4-ec9b7931b409" providerId="ADAL" clId="{2C408150-1685-44D3-878E-F84B30B9C005}" dt="2025-08-11T08:39:10.285" v="431" actId="1076"/>
          <ac:picMkLst>
            <pc:docMk/>
            <pc:sldMk cId="2817787873" sldId="646"/>
            <ac:picMk id="8" creationId="{63AF8125-742D-88A8-9D57-A33923D0393C}"/>
          </ac:picMkLst>
        </pc:picChg>
        <pc:picChg chg="add mod modCrop">
          <ac:chgData name="Deepika Vatsa" userId="f7100972-27fe-4ee6-8fb4-ec9b7931b409" providerId="ADAL" clId="{2C408150-1685-44D3-878E-F84B30B9C005}" dt="2025-08-11T08:39:11.980" v="432" actId="1076"/>
          <ac:picMkLst>
            <pc:docMk/>
            <pc:sldMk cId="2817787873" sldId="646"/>
            <ac:picMk id="10" creationId="{10F60411-6006-EC81-7E23-2EF76613143F}"/>
          </ac:picMkLst>
        </pc:picChg>
        <pc:inkChg chg="add">
          <ac:chgData name="Deepika Vatsa" userId="f7100972-27fe-4ee6-8fb4-ec9b7931b409" providerId="ADAL" clId="{2C408150-1685-44D3-878E-F84B30B9C005}" dt="2025-08-11T09:29:55.130" v="990"/>
          <ac:inkMkLst>
            <pc:docMk/>
            <pc:sldMk cId="2817787873" sldId="646"/>
            <ac:inkMk id="11" creationId="{A0C73C4D-0CA5-1CB1-AFCD-E11E40F97399}"/>
          </ac:inkMkLst>
        </pc:inkChg>
      </pc:sldChg>
      <pc:sldChg chg="addSp delSp modSp add mod">
        <pc:chgData name="Deepika Vatsa" userId="f7100972-27fe-4ee6-8fb4-ec9b7931b409" providerId="ADAL" clId="{2C408150-1685-44D3-878E-F84B30B9C005}" dt="2025-08-11T09:29:55.130" v="990"/>
        <pc:sldMkLst>
          <pc:docMk/>
          <pc:sldMk cId="3832303594" sldId="647"/>
        </pc:sldMkLst>
        <pc:spChg chg="del">
          <ac:chgData name="Deepika Vatsa" userId="f7100972-27fe-4ee6-8fb4-ec9b7931b409" providerId="ADAL" clId="{2C408150-1685-44D3-878E-F84B30B9C005}" dt="2025-08-11T08:39:53.135" v="439" actId="478"/>
          <ac:spMkLst>
            <pc:docMk/>
            <pc:sldMk cId="3832303594" sldId="647"/>
            <ac:spMk id="5" creationId="{21AEFE01-1E29-C2FA-B7E8-73B9AF1BBF90}"/>
          </ac:spMkLst>
        </pc:spChg>
        <pc:picChg chg="add mod">
          <ac:chgData name="Deepika Vatsa" userId="f7100972-27fe-4ee6-8fb4-ec9b7931b409" providerId="ADAL" clId="{2C408150-1685-44D3-878E-F84B30B9C005}" dt="2025-08-11T08:39:58.876" v="442" actId="1076"/>
          <ac:picMkLst>
            <pc:docMk/>
            <pc:sldMk cId="3832303594" sldId="647"/>
            <ac:picMk id="6" creationId="{E2EEE6C5-F047-3436-AF3E-E4893BE2E2B4}"/>
          </ac:picMkLst>
        </pc:picChg>
        <pc:picChg chg="del">
          <ac:chgData name="Deepika Vatsa" userId="f7100972-27fe-4ee6-8fb4-ec9b7931b409" providerId="ADAL" clId="{2C408150-1685-44D3-878E-F84B30B9C005}" dt="2025-08-11T08:39:47.191" v="435" actId="478"/>
          <ac:picMkLst>
            <pc:docMk/>
            <pc:sldMk cId="3832303594" sldId="647"/>
            <ac:picMk id="8" creationId="{63AF8125-742D-88A8-9D57-A33923D0393C}"/>
          </ac:picMkLst>
        </pc:picChg>
        <pc:picChg chg="del">
          <ac:chgData name="Deepika Vatsa" userId="f7100972-27fe-4ee6-8fb4-ec9b7931b409" providerId="ADAL" clId="{2C408150-1685-44D3-878E-F84B30B9C005}" dt="2025-08-11T08:39:48.641" v="436" actId="478"/>
          <ac:picMkLst>
            <pc:docMk/>
            <pc:sldMk cId="3832303594" sldId="647"/>
            <ac:picMk id="10" creationId="{10F60411-6006-EC81-7E23-2EF76613143F}"/>
          </ac:picMkLst>
        </pc:picChg>
        <pc:inkChg chg="add">
          <ac:chgData name="Deepika Vatsa" userId="f7100972-27fe-4ee6-8fb4-ec9b7931b409" providerId="ADAL" clId="{2C408150-1685-44D3-878E-F84B30B9C005}" dt="2025-08-11T09:29:55.130" v="990"/>
          <ac:inkMkLst>
            <pc:docMk/>
            <pc:sldMk cId="3832303594" sldId="647"/>
            <ac:inkMk id="7" creationId="{1240ADBF-AD43-8D9B-2169-857435CE8122}"/>
          </ac:inkMkLst>
        </pc:inkChg>
      </pc:sldChg>
      <pc:sldChg chg="addSp delSp modSp add mod">
        <pc:chgData name="Deepika Vatsa" userId="f7100972-27fe-4ee6-8fb4-ec9b7931b409" providerId="ADAL" clId="{2C408150-1685-44D3-878E-F84B30B9C005}" dt="2025-08-11T09:29:55.130" v="990"/>
        <pc:sldMkLst>
          <pc:docMk/>
          <pc:sldMk cId="902609724" sldId="648"/>
        </pc:sldMkLst>
        <pc:picChg chg="add mod">
          <ac:chgData name="Deepika Vatsa" userId="f7100972-27fe-4ee6-8fb4-ec9b7931b409" providerId="ADAL" clId="{2C408150-1685-44D3-878E-F84B30B9C005}" dt="2025-08-11T08:41:03.719" v="455" actId="1038"/>
          <ac:picMkLst>
            <pc:docMk/>
            <pc:sldMk cId="902609724" sldId="648"/>
            <ac:picMk id="5" creationId="{AD3147B5-2721-E569-8ECD-EFE467CDD77D}"/>
          </ac:picMkLst>
        </pc:picChg>
        <pc:picChg chg="del">
          <ac:chgData name="Deepika Vatsa" userId="f7100972-27fe-4ee6-8fb4-ec9b7931b409" providerId="ADAL" clId="{2C408150-1685-44D3-878E-F84B30B9C005}" dt="2025-08-11T08:40:56.396" v="444" actId="478"/>
          <ac:picMkLst>
            <pc:docMk/>
            <pc:sldMk cId="902609724" sldId="648"/>
            <ac:picMk id="6" creationId="{E2EEE6C5-F047-3436-AF3E-E4893BE2E2B4}"/>
          </ac:picMkLst>
        </pc:picChg>
        <pc:inkChg chg="add">
          <ac:chgData name="Deepika Vatsa" userId="f7100972-27fe-4ee6-8fb4-ec9b7931b409" providerId="ADAL" clId="{2C408150-1685-44D3-878E-F84B30B9C005}" dt="2025-08-11T09:29:55.130" v="990"/>
          <ac:inkMkLst>
            <pc:docMk/>
            <pc:sldMk cId="902609724" sldId="648"/>
            <ac:inkMk id="7" creationId="{EE5B8B2E-5C14-2956-63F9-0DCFB73D76B7}"/>
          </ac:inkMkLst>
        </pc:inkChg>
      </pc:sldChg>
      <pc:sldChg chg="addSp delSp modSp add mod">
        <pc:chgData name="Deepika Vatsa" userId="f7100972-27fe-4ee6-8fb4-ec9b7931b409" providerId="ADAL" clId="{2C408150-1685-44D3-878E-F84B30B9C005}" dt="2025-08-11T09:29:55.130" v="990"/>
        <pc:sldMkLst>
          <pc:docMk/>
          <pc:sldMk cId="145836649" sldId="649"/>
        </pc:sldMkLst>
        <pc:picChg chg="del">
          <ac:chgData name="Deepika Vatsa" userId="f7100972-27fe-4ee6-8fb4-ec9b7931b409" providerId="ADAL" clId="{2C408150-1685-44D3-878E-F84B30B9C005}" dt="2025-08-11T08:41:25.020" v="457" actId="478"/>
          <ac:picMkLst>
            <pc:docMk/>
            <pc:sldMk cId="145836649" sldId="649"/>
            <ac:picMk id="5" creationId="{AD3147B5-2721-E569-8ECD-EFE467CDD77D}"/>
          </ac:picMkLst>
        </pc:picChg>
        <pc:picChg chg="add mod">
          <ac:chgData name="Deepika Vatsa" userId="f7100972-27fe-4ee6-8fb4-ec9b7931b409" providerId="ADAL" clId="{2C408150-1685-44D3-878E-F84B30B9C005}" dt="2025-08-11T08:41:32.482" v="461" actId="1076"/>
          <ac:picMkLst>
            <pc:docMk/>
            <pc:sldMk cId="145836649" sldId="649"/>
            <ac:picMk id="6" creationId="{DA755EE2-681A-C881-B06E-5503C6CFCEFB}"/>
          </ac:picMkLst>
        </pc:picChg>
        <pc:inkChg chg="add">
          <ac:chgData name="Deepika Vatsa" userId="f7100972-27fe-4ee6-8fb4-ec9b7931b409" providerId="ADAL" clId="{2C408150-1685-44D3-878E-F84B30B9C005}" dt="2025-08-11T09:29:55.130" v="990"/>
          <ac:inkMkLst>
            <pc:docMk/>
            <pc:sldMk cId="145836649" sldId="649"/>
            <ac:inkMk id="7" creationId="{45780739-93CE-F894-614B-ED1E1A6C2C15}"/>
          </ac:inkMkLst>
        </pc:inkChg>
      </pc:sldChg>
      <pc:sldChg chg="addSp delSp modSp add mod">
        <pc:chgData name="Deepika Vatsa" userId="f7100972-27fe-4ee6-8fb4-ec9b7931b409" providerId="ADAL" clId="{2C408150-1685-44D3-878E-F84B30B9C005}" dt="2025-08-11T09:29:55.130" v="990"/>
        <pc:sldMkLst>
          <pc:docMk/>
          <pc:sldMk cId="3141409213" sldId="650"/>
        </pc:sldMkLst>
        <pc:spChg chg="add del">
          <ac:chgData name="Deepika Vatsa" userId="f7100972-27fe-4ee6-8fb4-ec9b7931b409" providerId="ADAL" clId="{2C408150-1685-44D3-878E-F84B30B9C005}" dt="2025-08-11T08:42:05.371" v="465" actId="22"/>
          <ac:spMkLst>
            <pc:docMk/>
            <pc:sldMk cId="3141409213" sldId="650"/>
            <ac:spMk id="5" creationId="{3808985D-9EFE-2AAB-0EF4-70F2EA0077C3}"/>
          </ac:spMkLst>
        </pc:spChg>
        <pc:spChg chg="add mod">
          <ac:chgData name="Deepika Vatsa" userId="f7100972-27fe-4ee6-8fb4-ec9b7931b409" providerId="ADAL" clId="{2C408150-1685-44D3-878E-F84B30B9C005}" dt="2025-08-11T08:45:21.379" v="527" actId="20577"/>
          <ac:spMkLst>
            <pc:docMk/>
            <pc:sldMk cId="3141409213" sldId="650"/>
            <ac:spMk id="8" creationId="{2000F020-0A07-56E9-FDC4-91E5B5C4F9C7}"/>
          </ac:spMkLst>
        </pc:spChg>
        <pc:picChg chg="del">
          <ac:chgData name="Deepika Vatsa" userId="f7100972-27fe-4ee6-8fb4-ec9b7931b409" providerId="ADAL" clId="{2C408150-1685-44D3-878E-F84B30B9C005}" dt="2025-08-11T08:42:01.680" v="463" actId="478"/>
          <ac:picMkLst>
            <pc:docMk/>
            <pc:sldMk cId="3141409213" sldId="650"/>
            <ac:picMk id="6" creationId="{DA755EE2-681A-C881-B06E-5503C6CFCEFB}"/>
          </ac:picMkLst>
        </pc:picChg>
        <pc:inkChg chg="add">
          <ac:chgData name="Deepika Vatsa" userId="f7100972-27fe-4ee6-8fb4-ec9b7931b409" providerId="ADAL" clId="{2C408150-1685-44D3-878E-F84B30B9C005}" dt="2025-08-11T09:29:55.130" v="990"/>
          <ac:inkMkLst>
            <pc:docMk/>
            <pc:sldMk cId="3141409213" sldId="650"/>
            <ac:inkMk id="9" creationId="{C64C0E12-BD39-0CAD-445E-AB79E06BB8AA}"/>
          </ac:inkMkLst>
        </pc:inkChg>
      </pc:sldChg>
      <pc:sldChg chg="addSp delSp modSp add mod">
        <pc:chgData name="Deepika Vatsa" userId="f7100972-27fe-4ee6-8fb4-ec9b7931b409" providerId="ADAL" clId="{2C408150-1685-44D3-878E-F84B30B9C005}" dt="2025-08-11T09:29:55.130" v="990"/>
        <pc:sldMkLst>
          <pc:docMk/>
          <pc:sldMk cId="1203891169" sldId="651"/>
        </pc:sldMkLst>
        <pc:spChg chg="del">
          <ac:chgData name="Deepika Vatsa" userId="f7100972-27fe-4ee6-8fb4-ec9b7931b409" providerId="ADAL" clId="{2C408150-1685-44D3-878E-F84B30B9C005}" dt="2025-08-11T08:45:47.455" v="529" actId="478"/>
          <ac:spMkLst>
            <pc:docMk/>
            <pc:sldMk cId="1203891169" sldId="651"/>
            <ac:spMk id="8" creationId="{2000F020-0A07-56E9-FDC4-91E5B5C4F9C7}"/>
          </ac:spMkLst>
        </pc:spChg>
        <pc:picChg chg="add del mod">
          <ac:chgData name="Deepika Vatsa" userId="f7100972-27fe-4ee6-8fb4-ec9b7931b409" providerId="ADAL" clId="{2C408150-1685-44D3-878E-F84B30B9C005}" dt="2025-08-11T08:46:04.708" v="533" actId="478"/>
          <ac:picMkLst>
            <pc:docMk/>
            <pc:sldMk cId="1203891169" sldId="651"/>
            <ac:picMk id="5" creationId="{4C551874-1753-7A9A-359C-2BAF466A4F68}"/>
          </ac:picMkLst>
        </pc:picChg>
        <pc:picChg chg="add mod">
          <ac:chgData name="Deepika Vatsa" userId="f7100972-27fe-4ee6-8fb4-ec9b7931b409" providerId="ADAL" clId="{2C408150-1685-44D3-878E-F84B30B9C005}" dt="2025-08-11T08:46:11.473" v="536" actId="1076"/>
          <ac:picMkLst>
            <pc:docMk/>
            <pc:sldMk cId="1203891169" sldId="651"/>
            <ac:picMk id="7" creationId="{19E471B5-1021-52DA-7AA3-CF705327830E}"/>
          </ac:picMkLst>
        </pc:picChg>
        <pc:inkChg chg="add">
          <ac:chgData name="Deepika Vatsa" userId="f7100972-27fe-4ee6-8fb4-ec9b7931b409" providerId="ADAL" clId="{2C408150-1685-44D3-878E-F84B30B9C005}" dt="2025-08-11T09:29:55.130" v="990"/>
          <ac:inkMkLst>
            <pc:docMk/>
            <pc:sldMk cId="1203891169" sldId="651"/>
            <ac:inkMk id="9" creationId="{153FAC21-B8FA-5752-1C2D-AD8F50805D32}"/>
          </ac:inkMkLst>
        </pc:inkChg>
      </pc:sldChg>
      <pc:sldChg chg="addSp delSp modSp add mod">
        <pc:chgData name="Deepika Vatsa" userId="f7100972-27fe-4ee6-8fb4-ec9b7931b409" providerId="ADAL" clId="{2C408150-1685-44D3-878E-F84B30B9C005}" dt="2025-08-11T09:29:55.130" v="990"/>
        <pc:sldMkLst>
          <pc:docMk/>
          <pc:sldMk cId="3832522389" sldId="652"/>
        </pc:sldMkLst>
        <pc:spChg chg="mod">
          <ac:chgData name="Deepika Vatsa" userId="f7100972-27fe-4ee6-8fb4-ec9b7931b409" providerId="ADAL" clId="{2C408150-1685-44D3-878E-F84B30B9C005}" dt="2025-08-11T08:50:12.486" v="607" actId="20577"/>
          <ac:spMkLst>
            <pc:docMk/>
            <pc:sldMk cId="3832522389" sldId="652"/>
            <ac:spMk id="2" creationId="{00000000-0000-0000-0000-000000000000}"/>
          </ac:spMkLst>
        </pc:spChg>
        <pc:spChg chg="add mod">
          <ac:chgData name="Deepika Vatsa" userId="f7100972-27fe-4ee6-8fb4-ec9b7931b409" providerId="ADAL" clId="{2C408150-1685-44D3-878E-F84B30B9C005}" dt="2025-08-11T08:47:12.708" v="563" actId="20577"/>
          <ac:spMkLst>
            <pc:docMk/>
            <pc:sldMk cId="3832522389" sldId="652"/>
            <ac:spMk id="5" creationId="{6D08B719-648E-1C4C-D6A9-E1BDC47686C1}"/>
          </ac:spMkLst>
        </pc:spChg>
        <pc:picChg chg="del">
          <ac:chgData name="Deepika Vatsa" userId="f7100972-27fe-4ee6-8fb4-ec9b7931b409" providerId="ADAL" clId="{2C408150-1685-44D3-878E-F84B30B9C005}" dt="2025-08-11T08:46:43.224" v="546" actId="478"/>
          <ac:picMkLst>
            <pc:docMk/>
            <pc:sldMk cId="3832522389" sldId="652"/>
            <ac:picMk id="7" creationId="{19E471B5-1021-52DA-7AA3-CF705327830E}"/>
          </ac:picMkLst>
        </pc:picChg>
        <pc:picChg chg="add del mod modCrop">
          <ac:chgData name="Deepika Vatsa" userId="f7100972-27fe-4ee6-8fb4-ec9b7931b409" providerId="ADAL" clId="{2C408150-1685-44D3-878E-F84B30B9C005}" dt="2025-08-11T08:49:59.160" v="593" actId="478"/>
          <ac:picMkLst>
            <pc:docMk/>
            <pc:sldMk cId="3832522389" sldId="652"/>
            <ac:picMk id="8" creationId="{D742DCF8-A062-266B-6304-C996B3FE4BA2}"/>
          </ac:picMkLst>
        </pc:picChg>
        <pc:picChg chg="add del mod modCrop">
          <ac:chgData name="Deepika Vatsa" userId="f7100972-27fe-4ee6-8fb4-ec9b7931b409" providerId="ADAL" clId="{2C408150-1685-44D3-878E-F84B30B9C005}" dt="2025-08-11T08:50:00.481" v="594" actId="478"/>
          <ac:picMkLst>
            <pc:docMk/>
            <pc:sldMk cId="3832522389" sldId="652"/>
            <ac:picMk id="10" creationId="{DE631D8C-4949-50DC-AF0E-CEF79007ED70}"/>
          </ac:picMkLst>
        </pc:picChg>
        <pc:picChg chg="add del mod">
          <ac:chgData name="Deepika Vatsa" userId="f7100972-27fe-4ee6-8fb4-ec9b7931b409" providerId="ADAL" clId="{2C408150-1685-44D3-878E-F84B30B9C005}" dt="2025-08-11T08:50:01.790" v="595" actId="478"/>
          <ac:picMkLst>
            <pc:docMk/>
            <pc:sldMk cId="3832522389" sldId="652"/>
            <ac:picMk id="12" creationId="{E067CAF5-6FC6-9ED8-52D0-6298C9241CAB}"/>
          </ac:picMkLst>
        </pc:picChg>
        <pc:inkChg chg="add">
          <ac:chgData name="Deepika Vatsa" userId="f7100972-27fe-4ee6-8fb4-ec9b7931b409" providerId="ADAL" clId="{2C408150-1685-44D3-878E-F84B30B9C005}" dt="2025-08-11T09:29:55.130" v="990"/>
          <ac:inkMkLst>
            <pc:docMk/>
            <pc:sldMk cId="3832522389" sldId="652"/>
            <ac:inkMk id="13" creationId="{63A8FAEC-7AA4-4402-0E9D-F2BEBCEAC2DA}"/>
          </ac:inkMkLst>
        </pc:inkChg>
      </pc:sldChg>
      <pc:sldChg chg="addSp delSp modSp add mod">
        <pc:chgData name="Deepika Vatsa" userId="f7100972-27fe-4ee6-8fb4-ec9b7931b409" providerId="ADAL" clId="{2C408150-1685-44D3-878E-F84B30B9C005}" dt="2025-08-11T09:29:55.130" v="990"/>
        <pc:sldMkLst>
          <pc:docMk/>
          <pc:sldMk cId="1692342621" sldId="653"/>
        </pc:sldMkLst>
        <pc:spChg chg="del">
          <ac:chgData name="Deepika Vatsa" userId="f7100972-27fe-4ee6-8fb4-ec9b7931b409" providerId="ADAL" clId="{2C408150-1685-44D3-878E-F84B30B9C005}" dt="2025-08-11T08:49:29.137" v="586" actId="478"/>
          <ac:spMkLst>
            <pc:docMk/>
            <pc:sldMk cId="1692342621" sldId="653"/>
            <ac:spMk id="5" creationId="{6D08B719-648E-1C4C-D6A9-E1BDC47686C1}"/>
          </ac:spMkLst>
        </pc:spChg>
        <pc:picChg chg="mod">
          <ac:chgData name="Deepika Vatsa" userId="f7100972-27fe-4ee6-8fb4-ec9b7931b409" providerId="ADAL" clId="{2C408150-1685-44D3-878E-F84B30B9C005}" dt="2025-08-11T08:49:57.038" v="592" actId="1076"/>
          <ac:picMkLst>
            <pc:docMk/>
            <pc:sldMk cId="1692342621" sldId="653"/>
            <ac:picMk id="8" creationId="{D742DCF8-A062-266B-6304-C996B3FE4BA2}"/>
          </ac:picMkLst>
        </pc:picChg>
        <pc:picChg chg="mod">
          <ac:chgData name="Deepika Vatsa" userId="f7100972-27fe-4ee6-8fb4-ec9b7931b409" providerId="ADAL" clId="{2C408150-1685-44D3-878E-F84B30B9C005}" dt="2025-08-11T08:49:55.488" v="591" actId="1076"/>
          <ac:picMkLst>
            <pc:docMk/>
            <pc:sldMk cId="1692342621" sldId="653"/>
            <ac:picMk id="10" creationId="{DE631D8C-4949-50DC-AF0E-CEF79007ED70}"/>
          </ac:picMkLst>
        </pc:picChg>
        <pc:picChg chg="mod">
          <ac:chgData name="Deepika Vatsa" userId="f7100972-27fe-4ee6-8fb4-ec9b7931b409" providerId="ADAL" clId="{2C408150-1685-44D3-878E-F84B30B9C005}" dt="2025-08-11T08:49:53.806" v="590" actId="1076"/>
          <ac:picMkLst>
            <pc:docMk/>
            <pc:sldMk cId="1692342621" sldId="653"/>
            <ac:picMk id="12" creationId="{E067CAF5-6FC6-9ED8-52D0-6298C9241CAB}"/>
          </ac:picMkLst>
        </pc:picChg>
        <pc:inkChg chg="add">
          <ac:chgData name="Deepika Vatsa" userId="f7100972-27fe-4ee6-8fb4-ec9b7931b409" providerId="ADAL" clId="{2C408150-1685-44D3-878E-F84B30B9C005}" dt="2025-08-11T09:29:55.130" v="990"/>
          <ac:inkMkLst>
            <pc:docMk/>
            <pc:sldMk cId="1692342621" sldId="653"/>
            <ac:inkMk id="4" creationId="{2397002D-32C2-EF56-CFCA-2A944BF403FB}"/>
          </ac:inkMkLst>
        </pc:inkChg>
      </pc:sldChg>
      <pc:sldChg chg="addSp delSp modSp add mod">
        <pc:chgData name="Deepika Vatsa" userId="f7100972-27fe-4ee6-8fb4-ec9b7931b409" providerId="ADAL" clId="{2C408150-1685-44D3-878E-F84B30B9C005}" dt="2025-08-11T09:29:55.130" v="990"/>
        <pc:sldMkLst>
          <pc:docMk/>
          <pc:sldMk cId="4104826736" sldId="654"/>
        </pc:sldMkLst>
        <pc:picChg chg="add mod">
          <ac:chgData name="Deepika Vatsa" userId="f7100972-27fe-4ee6-8fb4-ec9b7931b409" providerId="ADAL" clId="{2C408150-1685-44D3-878E-F84B30B9C005}" dt="2025-08-11T08:50:34.673" v="614" actId="1076"/>
          <ac:picMkLst>
            <pc:docMk/>
            <pc:sldMk cId="4104826736" sldId="654"/>
            <ac:picMk id="5" creationId="{3BB1004B-2563-8882-15A6-65DA32703F25}"/>
          </ac:picMkLst>
        </pc:picChg>
        <pc:picChg chg="del">
          <ac:chgData name="Deepika Vatsa" userId="f7100972-27fe-4ee6-8fb4-ec9b7931b409" providerId="ADAL" clId="{2C408150-1685-44D3-878E-F84B30B9C005}" dt="2025-08-11T08:50:27.886" v="610" actId="478"/>
          <ac:picMkLst>
            <pc:docMk/>
            <pc:sldMk cId="4104826736" sldId="654"/>
            <ac:picMk id="8" creationId="{D742DCF8-A062-266B-6304-C996B3FE4BA2}"/>
          </ac:picMkLst>
        </pc:picChg>
        <pc:picChg chg="del">
          <ac:chgData name="Deepika Vatsa" userId="f7100972-27fe-4ee6-8fb4-ec9b7931b409" providerId="ADAL" clId="{2C408150-1685-44D3-878E-F84B30B9C005}" dt="2025-08-11T08:50:29.120" v="611" actId="478"/>
          <ac:picMkLst>
            <pc:docMk/>
            <pc:sldMk cId="4104826736" sldId="654"/>
            <ac:picMk id="10" creationId="{DE631D8C-4949-50DC-AF0E-CEF79007ED70}"/>
          </ac:picMkLst>
        </pc:picChg>
        <pc:picChg chg="del">
          <ac:chgData name="Deepika Vatsa" userId="f7100972-27fe-4ee6-8fb4-ec9b7931b409" providerId="ADAL" clId="{2C408150-1685-44D3-878E-F84B30B9C005}" dt="2025-08-11T08:50:26.752" v="609" actId="478"/>
          <ac:picMkLst>
            <pc:docMk/>
            <pc:sldMk cId="4104826736" sldId="654"/>
            <ac:picMk id="12" creationId="{E067CAF5-6FC6-9ED8-52D0-6298C9241CAB}"/>
          </ac:picMkLst>
        </pc:picChg>
        <pc:inkChg chg="add">
          <ac:chgData name="Deepika Vatsa" userId="f7100972-27fe-4ee6-8fb4-ec9b7931b409" providerId="ADAL" clId="{2C408150-1685-44D3-878E-F84B30B9C005}" dt="2025-08-11T09:29:55.130" v="990"/>
          <ac:inkMkLst>
            <pc:docMk/>
            <pc:sldMk cId="4104826736" sldId="654"/>
            <ac:inkMk id="6" creationId="{454AC1DC-CFEB-9C73-ECE3-F472B0143A05}"/>
          </ac:inkMkLst>
        </pc:inkChg>
      </pc:sldChg>
      <pc:sldChg chg="addSp delSp modSp add mod">
        <pc:chgData name="Deepika Vatsa" userId="f7100972-27fe-4ee6-8fb4-ec9b7931b409" providerId="ADAL" clId="{2C408150-1685-44D3-878E-F84B30B9C005}" dt="2025-08-11T09:29:55.130" v="990"/>
        <pc:sldMkLst>
          <pc:docMk/>
          <pc:sldMk cId="3153785226" sldId="655"/>
        </pc:sldMkLst>
        <pc:picChg chg="del">
          <ac:chgData name="Deepika Vatsa" userId="f7100972-27fe-4ee6-8fb4-ec9b7931b409" providerId="ADAL" clId="{2C408150-1685-44D3-878E-F84B30B9C005}" dt="2025-08-11T08:50:48.234" v="616" actId="478"/>
          <ac:picMkLst>
            <pc:docMk/>
            <pc:sldMk cId="3153785226" sldId="655"/>
            <ac:picMk id="5" creationId="{3BB1004B-2563-8882-15A6-65DA32703F25}"/>
          </ac:picMkLst>
        </pc:picChg>
        <pc:picChg chg="add mod">
          <ac:chgData name="Deepika Vatsa" userId="f7100972-27fe-4ee6-8fb4-ec9b7931b409" providerId="ADAL" clId="{2C408150-1685-44D3-878E-F84B30B9C005}" dt="2025-08-11T08:50:53.065" v="619" actId="1076"/>
          <ac:picMkLst>
            <pc:docMk/>
            <pc:sldMk cId="3153785226" sldId="655"/>
            <ac:picMk id="6" creationId="{EC001D06-03AF-7E7E-0881-EDF17D23EBD6}"/>
          </ac:picMkLst>
        </pc:picChg>
        <pc:inkChg chg="add">
          <ac:chgData name="Deepika Vatsa" userId="f7100972-27fe-4ee6-8fb4-ec9b7931b409" providerId="ADAL" clId="{2C408150-1685-44D3-878E-F84B30B9C005}" dt="2025-08-11T09:29:55.130" v="990"/>
          <ac:inkMkLst>
            <pc:docMk/>
            <pc:sldMk cId="3153785226" sldId="655"/>
            <ac:inkMk id="7" creationId="{D6FE2F31-9EA2-AFF7-9E0E-B809D0F6185E}"/>
          </ac:inkMkLst>
        </pc:inkChg>
      </pc:sldChg>
      <pc:sldChg chg="addSp delSp modSp add mod">
        <pc:chgData name="Deepika Vatsa" userId="f7100972-27fe-4ee6-8fb4-ec9b7931b409" providerId="ADAL" clId="{2C408150-1685-44D3-878E-F84B30B9C005}" dt="2025-08-11T09:29:55.130" v="990"/>
        <pc:sldMkLst>
          <pc:docMk/>
          <pc:sldMk cId="2587838531" sldId="656"/>
        </pc:sldMkLst>
        <pc:spChg chg="mod">
          <ac:chgData name="Deepika Vatsa" userId="f7100972-27fe-4ee6-8fb4-ec9b7931b409" providerId="ADAL" clId="{2C408150-1685-44D3-878E-F84B30B9C005}" dt="2025-08-11T08:51:20.249" v="636" actId="20577"/>
          <ac:spMkLst>
            <pc:docMk/>
            <pc:sldMk cId="2587838531" sldId="656"/>
            <ac:spMk id="2" creationId="{00000000-0000-0000-0000-000000000000}"/>
          </ac:spMkLst>
        </pc:spChg>
        <pc:spChg chg="add mod">
          <ac:chgData name="Deepika Vatsa" userId="f7100972-27fe-4ee6-8fb4-ec9b7931b409" providerId="ADAL" clId="{2C408150-1685-44D3-878E-F84B30B9C005}" dt="2025-08-11T08:52:14.122" v="669" actId="20577"/>
          <ac:spMkLst>
            <pc:docMk/>
            <pc:sldMk cId="2587838531" sldId="656"/>
            <ac:spMk id="5" creationId="{FC8E4B3D-AD8F-99DB-B200-8BFA265EC588}"/>
          </ac:spMkLst>
        </pc:spChg>
        <pc:picChg chg="del">
          <ac:chgData name="Deepika Vatsa" userId="f7100972-27fe-4ee6-8fb4-ec9b7931b409" providerId="ADAL" clId="{2C408150-1685-44D3-878E-F84B30B9C005}" dt="2025-08-11T08:51:15.402" v="621" actId="478"/>
          <ac:picMkLst>
            <pc:docMk/>
            <pc:sldMk cId="2587838531" sldId="656"/>
            <ac:picMk id="6" creationId="{EC001D06-03AF-7E7E-0881-EDF17D23EBD6}"/>
          </ac:picMkLst>
        </pc:picChg>
        <pc:inkChg chg="add">
          <ac:chgData name="Deepika Vatsa" userId="f7100972-27fe-4ee6-8fb4-ec9b7931b409" providerId="ADAL" clId="{2C408150-1685-44D3-878E-F84B30B9C005}" dt="2025-08-11T09:29:55.130" v="990"/>
          <ac:inkMkLst>
            <pc:docMk/>
            <pc:sldMk cId="2587838531" sldId="656"/>
            <ac:inkMk id="7" creationId="{B69F7B5A-AB10-C30D-97F1-0C54F3D2B297}"/>
          </ac:inkMkLst>
        </pc:inkChg>
      </pc:sldChg>
      <pc:sldChg chg="addSp modSp add mod">
        <pc:chgData name="Deepika Vatsa" userId="f7100972-27fe-4ee6-8fb4-ec9b7931b409" providerId="ADAL" clId="{2C408150-1685-44D3-878E-F84B30B9C005}" dt="2025-08-11T09:29:55.130" v="990"/>
        <pc:sldMkLst>
          <pc:docMk/>
          <pc:sldMk cId="2093863878" sldId="657"/>
        </pc:sldMkLst>
        <pc:spChg chg="mod">
          <ac:chgData name="Deepika Vatsa" userId="f7100972-27fe-4ee6-8fb4-ec9b7931b409" providerId="ADAL" clId="{2C408150-1685-44D3-878E-F84B30B9C005}" dt="2025-08-11T08:52:56.199" v="690" actId="20577"/>
          <ac:spMkLst>
            <pc:docMk/>
            <pc:sldMk cId="2093863878" sldId="657"/>
            <ac:spMk id="2" creationId="{00000000-0000-0000-0000-000000000000}"/>
          </ac:spMkLst>
        </pc:spChg>
        <pc:spChg chg="mod">
          <ac:chgData name="Deepika Vatsa" userId="f7100972-27fe-4ee6-8fb4-ec9b7931b409" providerId="ADAL" clId="{2C408150-1685-44D3-878E-F84B30B9C005}" dt="2025-08-11T08:53:59.670" v="712" actId="12"/>
          <ac:spMkLst>
            <pc:docMk/>
            <pc:sldMk cId="2093863878" sldId="657"/>
            <ac:spMk id="5" creationId="{FC8E4B3D-AD8F-99DB-B200-8BFA265EC588}"/>
          </ac:spMkLst>
        </pc:spChg>
        <pc:picChg chg="add mod">
          <ac:chgData name="Deepika Vatsa" userId="f7100972-27fe-4ee6-8fb4-ec9b7931b409" providerId="ADAL" clId="{2C408150-1685-44D3-878E-F84B30B9C005}" dt="2025-08-11T08:53:56.954" v="711" actId="1076"/>
          <ac:picMkLst>
            <pc:docMk/>
            <pc:sldMk cId="2093863878" sldId="657"/>
            <ac:picMk id="6" creationId="{AB386FBF-FACC-3204-3AE0-D0454FD56AC6}"/>
          </ac:picMkLst>
        </pc:picChg>
        <pc:inkChg chg="add">
          <ac:chgData name="Deepika Vatsa" userId="f7100972-27fe-4ee6-8fb4-ec9b7931b409" providerId="ADAL" clId="{2C408150-1685-44D3-878E-F84B30B9C005}" dt="2025-08-11T09:29:55.130" v="990"/>
          <ac:inkMkLst>
            <pc:docMk/>
            <pc:sldMk cId="2093863878" sldId="657"/>
            <ac:inkMk id="7" creationId="{82F5DBB3-AFE9-15A1-2BF6-E0592D506AB2}"/>
          </ac:inkMkLst>
        </pc:inkChg>
      </pc:sldChg>
      <pc:sldChg chg="addSp delSp modSp add mod">
        <pc:chgData name="Deepika Vatsa" userId="f7100972-27fe-4ee6-8fb4-ec9b7931b409" providerId="ADAL" clId="{2C408150-1685-44D3-878E-F84B30B9C005}" dt="2025-08-11T09:29:55.130" v="990"/>
        <pc:sldMkLst>
          <pc:docMk/>
          <pc:sldMk cId="1801092105" sldId="658"/>
        </pc:sldMkLst>
        <pc:spChg chg="mod">
          <ac:chgData name="Deepika Vatsa" userId="f7100972-27fe-4ee6-8fb4-ec9b7931b409" providerId="ADAL" clId="{2C408150-1685-44D3-878E-F84B30B9C005}" dt="2025-08-11T08:54:16.868" v="725" actId="20577"/>
          <ac:spMkLst>
            <pc:docMk/>
            <pc:sldMk cId="1801092105" sldId="658"/>
            <ac:spMk id="2" creationId="{00000000-0000-0000-0000-000000000000}"/>
          </ac:spMkLst>
        </pc:spChg>
        <pc:spChg chg="mod">
          <ac:chgData name="Deepika Vatsa" userId="f7100972-27fe-4ee6-8fb4-ec9b7931b409" providerId="ADAL" clId="{2C408150-1685-44D3-878E-F84B30B9C005}" dt="2025-08-11T08:54:42.507" v="734" actId="113"/>
          <ac:spMkLst>
            <pc:docMk/>
            <pc:sldMk cId="1801092105" sldId="658"/>
            <ac:spMk id="5" creationId="{FC8E4B3D-AD8F-99DB-B200-8BFA265EC588}"/>
          </ac:spMkLst>
        </pc:spChg>
        <pc:picChg chg="del">
          <ac:chgData name="Deepika Vatsa" userId="f7100972-27fe-4ee6-8fb4-ec9b7931b409" providerId="ADAL" clId="{2C408150-1685-44D3-878E-F84B30B9C005}" dt="2025-08-11T08:54:44.749" v="735" actId="478"/>
          <ac:picMkLst>
            <pc:docMk/>
            <pc:sldMk cId="1801092105" sldId="658"/>
            <ac:picMk id="6" creationId="{AB386FBF-FACC-3204-3AE0-D0454FD56AC6}"/>
          </ac:picMkLst>
        </pc:picChg>
        <pc:picChg chg="add mod">
          <ac:chgData name="Deepika Vatsa" userId="f7100972-27fe-4ee6-8fb4-ec9b7931b409" providerId="ADAL" clId="{2C408150-1685-44D3-878E-F84B30B9C005}" dt="2025-08-11T08:54:53.888" v="737" actId="1076"/>
          <ac:picMkLst>
            <pc:docMk/>
            <pc:sldMk cId="1801092105" sldId="658"/>
            <ac:picMk id="7" creationId="{5A173AE6-88C1-2B21-E74F-54FB99CBED5C}"/>
          </ac:picMkLst>
        </pc:picChg>
        <pc:inkChg chg="add">
          <ac:chgData name="Deepika Vatsa" userId="f7100972-27fe-4ee6-8fb4-ec9b7931b409" providerId="ADAL" clId="{2C408150-1685-44D3-878E-F84B30B9C005}" dt="2025-08-11T09:29:55.130" v="990"/>
          <ac:inkMkLst>
            <pc:docMk/>
            <pc:sldMk cId="1801092105" sldId="658"/>
            <ac:inkMk id="8" creationId="{7856D2C8-EAF6-2875-FF98-3AAD49D694B6}"/>
          </ac:inkMkLst>
        </pc:inkChg>
      </pc:sldChg>
      <pc:sldChg chg="addSp delSp modSp add mod">
        <pc:chgData name="Deepika Vatsa" userId="f7100972-27fe-4ee6-8fb4-ec9b7931b409" providerId="ADAL" clId="{2C408150-1685-44D3-878E-F84B30B9C005}" dt="2025-08-11T09:29:55.130" v="990"/>
        <pc:sldMkLst>
          <pc:docMk/>
          <pc:sldMk cId="865682401" sldId="659"/>
        </pc:sldMkLst>
        <pc:spChg chg="mod">
          <ac:chgData name="Deepika Vatsa" userId="f7100972-27fe-4ee6-8fb4-ec9b7931b409" providerId="ADAL" clId="{2C408150-1685-44D3-878E-F84B30B9C005}" dt="2025-08-11T08:58:53.107" v="869" actId="20577"/>
          <ac:spMkLst>
            <pc:docMk/>
            <pc:sldMk cId="865682401" sldId="659"/>
            <ac:spMk id="2" creationId="{00000000-0000-0000-0000-000000000000}"/>
          </ac:spMkLst>
        </pc:spChg>
        <pc:spChg chg="add del">
          <ac:chgData name="Deepika Vatsa" userId="f7100972-27fe-4ee6-8fb4-ec9b7931b409" providerId="ADAL" clId="{2C408150-1685-44D3-878E-F84B30B9C005}" dt="2025-08-11T08:57:41.344" v="742" actId="478"/>
          <ac:spMkLst>
            <pc:docMk/>
            <pc:sldMk cId="865682401" sldId="659"/>
            <ac:spMk id="4" creationId="{6AA1FEB6-C611-1926-CCF3-901D0B5975FF}"/>
          </ac:spMkLst>
        </pc:spChg>
        <pc:spChg chg="del">
          <ac:chgData name="Deepika Vatsa" userId="f7100972-27fe-4ee6-8fb4-ec9b7931b409" providerId="ADAL" clId="{2C408150-1685-44D3-878E-F84B30B9C005}" dt="2025-08-11T08:57:35.111" v="740" actId="478"/>
          <ac:spMkLst>
            <pc:docMk/>
            <pc:sldMk cId="865682401" sldId="659"/>
            <ac:spMk id="5" creationId="{FC8E4B3D-AD8F-99DB-B200-8BFA265EC588}"/>
          </ac:spMkLst>
        </pc:spChg>
        <pc:spChg chg="add mod">
          <ac:chgData name="Deepika Vatsa" userId="f7100972-27fe-4ee6-8fb4-ec9b7931b409" providerId="ADAL" clId="{2C408150-1685-44D3-878E-F84B30B9C005}" dt="2025-08-11T09:00:40.040" v="919" actId="20577"/>
          <ac:spMkLst>
            <pc:docMk/>
            <pc:sldMk cId="865682401" sldId="659"/>
            <ac:spMk id="6" creationId="{7B78DE28-FDC1-D5A9-F617-F8D7C3322C34}"/>
          </ac:spMkLst>
        </pc:spChg>
        <pc:picChg chg="del">
          <ac:chgData name="Deepika Vatsa" userId="f7100972-27fe-4ee6-8fb4-ec9b7931b409" providerId="ADAL" clId="{2C408150-1685-44D3-878E-F84B30B9C005}" dt="2025-08-11T08:57:31.989" v="739" actId="478"/>
          <ac:picMkLst>
            <pc:docMk/>
            <pc:sldMk cId="865682401" sldId="659"/>
            <ac:picMk id="7" creationId="{5A173AE6-88C1-2B21-E74F-54FB99CBED5C}"/>
          </ac:picMkLst>
        </pc:picChg>
        <pc:picChg chg="add del">
          <ac:chgData name="Deepika Vatsa" userId="f7100972-27fe-4ee6-8fb4-ec9b7931b409" providerId="ADAL" clId="{2C408150-1685-44D3-878E-F84B30B9C005}" dt="2025-08-11T08:57:41.344" v="742" actId="478"/>
          <ac:picMkLst>
            <pc:docMk/>
            <pc:sldMk cId="865682401" sldId="659"/>
            <ac:picMk id="1026" creationId="{CB3B5DC3-4AD7-0692-1100-6C8DEAE71170}"/>
          </ac:picMkLst>
        </pc:picChg>
        <pc:inkChg chg="add">
          <ac:chgData name="Deepika Vatsa" userId="f7100972-27fe-4ee6-8fb4-ec9b7931b409" providerId="ADAL" clId="{2C408150-1685-44D3-878E-F84B30B9C005}" dt="2025-08-11T09:29:55.130" v="990"/>
          <ac:inkMkLst>
            <pc:docMk/>
            <pc:sldMk cId="865682401" sldId="659"/>
            <ac:inkMk id="8" creationId="{4CD7133E-69AC-C4FA-675C-739281D982ED}"/>
          </ac:inkMkLst>
        </pc:inkChg>
      </pc:sldChg>
      <pc:sldChg chg="addSp delSp modSp add mod">
        <pc:chgData name="Deepika Vatsa" userId="f7100972-27fe-4ee6-8fb4-ec9b7931b409" providerId="ADAL" clId="{2C408150-1685-44D3-878E-F84B30B9C005}" dt="2025-08-12T05:09:53.803" v="1039" actId="20577"/>
        <pc:sldMkLst>
          <pc:docMk/>
          <pc:sldMk cId="1218867763" sldId="660"/>
        </pc:sldMkLst>
        <pc:spChg chg="mod">
          <ac:chgData name="Deepika Vatsa" userId="f7100972-27fe-4ee6-8fb4-ec9b7931b409" providerId="ADAL" clId="{2C408150-1685-44D3-878E-F84B30B9C005}" dt="2025-08-12T05:09:53.803" v="1039" actId="20577"/>
          <ac:spMkLst>
            <pc:docMk/>
            <pc:sldMk cId="1218867763" sldId="660"/>
            <ac:spMk id="2" creationId="{00000000-0000-0000-0000-000000000000}"/>
          </ac:spMkLst>
        </pc:spChg>
        <pc:spChg chg="del">
          <ac:chgData name="Deepika Vatsa" userId="f7100972-27fe-4ee6-8fb4-ec9b7931b409" providerId="ADAL" clId="{2C408150-1685-44D3-878E-F84B30B9C005}" dt="2025-08-12T05:09:29.187" v="992" actId="478"/>
          <ac:spMkLst>
            <pc:docMk/>
            <pc:sldMk cId="1218867763" sldId="660"/>
            <ac:spMk id="6" creationId="{7B78DE28-FDC1-D5A9-F617-F8D7C3322C34}"/>
          </ac:spMkLst>
        </pc:spChg>
        <pc:picChg chg="add mod">
          <ac:chgData name="Deepika Vatsa" userId="f7100972-27fe-4ee6-8fb4-ec9b7931b409" providerId="ADAL" clId="{2C408150-1685-44D3-878E-F84B30B9C005}" dt="2025-08-12T05:09:51.639" v="1037" actId="1076"/>
          <ac:picMkLst>
            <pc:docMk/>
            <pc:sldMk cId="1218867763" sldId="660"/>
            <ac:picMk id="5" creationId="{FD076465-3124-DFB5-E496-78B2A8E9F625}"/>
          </ac:picMkLst>
        </pc:picChg>
        <pc:inkChg chg="del">
          <ac:chgData name="Deepika Vatsa" userId="f7100972-27fe-4ee6-8fb4-ec9b7931b409" providerId="ADAL" clId="{2C408150-1685-44D3-878E-F84B30B9C005}" dt="2025-08-12T05:09:31.265" v="993" actId="478"/>
          <ac:inkMkLst>
            <pc:docMk/>
            <pc:sldMk cId="1218867763" sldId="660"/>
            <ac:inkMk id="8" creationId="{4CD7133E-69AC-C4FA-675C-739281D982ED}"/>
          </ac:inkMkLst>
        </pc:inkChg>
      </pc:sldChg>
      <pc:sldChg chg="addSp delSp modSp add mod">
        <pc:chgData name="Deepika Vatsa" userId="f7100972-27fe-4ee6-8fb4-ec9b7931b409" providerId="ADAL" clId="{2C408150-1685-44D3-878E-F84B30B9C005}" dt="2025-08-12T05:11:53.430" v="1070" actId="1076"/>
        <pc:sldMkLst>
          <pc:docMk/>
          <pc:sldMk cId="579792186" sldId="661"/>
        </pc:sldMkLst>
        <pc:spChg chg="mod">
          <ac:chgData name="Deepika Vatsa" userId="f7100972-27fe-4ee6-8fb4-ec9b7931b409" providerId="ADAL" clId="{2C408150-1685-44D3-878E-F84B30B9C005}" dt="2025-08-12T05:11:35.322" v="1066" actId="20577"/>
          <ac:spMkLst>
            <pc:docMk/>
            <pc:sldMk cId="579792186" sldId="661"/>
            <ac:spMk id="2" creationId="{00000000-0000-0000-0000-000000000000}"/>
          </ac:spMkLst>
        </pc:spChg>
        <pc:picChg chg="del">
          <ac:chgData name="Deepika Vatsa" userId="f7100972-27fe-4ee6-8fb4-ec9b7931b409" providerId="ADAL" clId="{2C408150-1685-44D3-878E-F84B30B9C005}" dt="2025-08-12T05:11:48.428" v="1067" actId="478"/>
          <ac:picMkLst>
            <pc:docMk/>
            <pc:sldMk cId="579792186" sldId="661"/>
            <ac:picMk id="5" creationId="{FD076465-3124-DFB5-E496-78B2A8E9F625}"/>
          </ac:picMkLst>
        </pc:picChg>
        <pc:picChg chg="add mod">
          <ac:chgData name="Deepika Vatsa" userId="f7100972-27fe-4ee6-8fb4-ec9b7931b409" providerId="ADAL" clId="{2C408150-1685-44D3-878E-F84B30B9C005}" dt="2025-08-12T05:11:53.430" v="1070" actId="1076"/>
          <ac:picMkLst>
            <pc:docMk/>
            <pc:sldMk cId="579792186" sldId="661"/>
            <ac:picMk id="6" creationId="{053B3359-2104-876A-5FBF-057A2CF2FEE6}"/>
          </ac:picMkLst>
        </pc:picChg>
      </pc:sldChg>
      <pc:sldChg chg="addSp delSp modSp add mod">
        <pc:chgData name="Deepika Vatsa" userId="f7100972-27fe-4ee6-8fb4-ec9b7931b409" providerId="ADAL" clId="{2C408150-1685-44D3-878E-F84B30B9C005}" dt="2025-08-12T05:12:40.753" v="1082" actId="255"/>
        <pc:sldMkLst>
          <pc:docMk/>
          <pc:sldMk cId="1545391043" sldId="662"/>
        </pc:sldMkLst>
        <pc:spChg chg="add mod">
          <ac:chgData name="Deepika Vatsa" userId="f7100972-27fe-4ee6-8fb4-ec9b7931b409" providerId="ADAL" clId="{2C408150-1685-44D3-878E-F84B30B9C005}" dt="2025-08-12T05:12:40.753" v="1082" actId="255"/>
          <ac:spMkLst>
            <pc:docMk/>
            <pc:sldMk cId="1545391043" sldId="662"/>
            <ac:spMk id="8" creationId="{EF6C05B2-D7CD-D38A-5971-E8920695E68A}"/>
          </ac:spMkLst>
        </pc:spChg>
        <pc:picChg chg="add mod">
          <ac:chgData name="Deepika Vatsa" userId="f7100972-27fe-4ee6-8fb4-ec9b7931b409" providerId="ADAL" clId="{2C408150-1685-44D3-878E-F84B30B9C005}" dt="2025-08-12T05:12:15.564" v="1075" actId="1076"/>
          <ac:picMkLst>
            <pc:docMk/>
            <pc:sldMk cId="1545391043" sldId="662"/>
            <ac:picMk id="5" creationId="{31EA9A4D-4D05-552B-3F24-E3FA99D762A8}"/>
          </ac:picMkLst>
        </pc:picChg>
        <pc:picChg chg="del">
          <ac:chgData name="Deepika Vatsa" userId="f7100972-27fe-4ee6-8fb4-ec9b7931b409" providerId="ADAL" clId="{2C408150-1685-44D3-878E-F84B30B9C005}" dt="2025-08-12T05:12:10.790" v="1072" actId="478"/>
          <ac:picMkLst>
            <pc:docMk/>
            <pc:sldMk cId="1545391043" sldId="662"/>
            <ac:picMk id="6" creationId="{053B3359-2104-876A-5FBF-057A2CF2FEE6}"/>
          </ac:picMkLst>
        </pc:picChg>
      </pc:sldChg>
      <pc:sldChg chg="delSp modSp add mod">
        <pc:chgData name="Deepika Vatsa" userId="f7100972-27fe-4ee6-8fb4-ec9b7931b409" providerId="ADAL" clId="{2C408150-1685-44D3-878E-F84B30B9C005}" dt="2025-08-12T05:21:42.300" v="1326" actId="20577"/>
        <pc:sldMkLst>
          <pc:docMk/>
          <pc:sldMk cId="3895545816" sldId="663"/>
        </pc:sldMkLst>
        <pc:spChg chg="mod">
          <ac:chgData name="Deepika Vatsa" userId="f7100972-27fe-4ee6-8fb4-ec9b7931b409" providerId="ADAL" clId="{2C408150-1685-44D3-878E-F84B30B9C005}" dt="2025-08-12T05:21:42.300" v="1326" actId="20577"/>
          <ac:spMkLst>
            <pc:docMk/>
            <pc:sldMk cId="3895545816" sldId="663"/>
            <ac:spMk id="8" creationId="{EF6C05B2-D7CD-D38A-5971-E8920695E68A}"/>
          </ac:spMkLst>
        </pc:spChg>
        <pc:picChg chg="del">
          <ac:chgData name="Deepika Vatsa" userId="f7100972-27fe-4ee6-8fb4-ec9b7931b409" providerId="ADAL" clId="{2C408150-1685-44D3-878E-F84B30B9C005}" dt="2025-08-12T05:14:30.877" v="1160" actId="478"/>
          <ac:picMkLst>
            <pc:docMk/>
            <pc:sldMk cId="3895545816" sldId="663"/>
            <ac:picMk id="5" creationId="{31EA9A4D-4D05-552B-3F24-E3FA99D762A8}"/>
          </ac:picMkLst>
        </pc:picChg>
      </pc:sldChg>
      <pc:sldChg chg="addSp delSp modSp add mod">
        <pc:chgData name="Deepika Vatsa" userId="f7100972-27fe-4ee6-8fb4-ec9b7931b409" providerId="ADAL" clId="{2C408150-1685-44D3-878E-F84B30B9C005}" dt="2025-08-12T05:21:47.991" v="1339" actId="20577"/>
        <pc:sldMkLst>
          <pc:docMk/>
          <pc:sldMk cId="3045906191" sldId="664"/>
        </pc:sldMkLst>
        <pc:spChg chg="add mod">
          <ac:chgData name="Deepika Vatsa" userId="f7100972-27fe-4ee6-8fb4-ec9b7931b409" providerId="ADAL" clId="{2C408150-1685-44D3-878E-F84B30B9C005}" dt="2025-08-12T05:19:53.548" v="1275" actId="1076"/>
          <ac:spMkLst>
            <pc:docMk/>
            <pc:sldMk cId="3045906191" sldId="664"/>
            <ac:spMk id="7" creationId="{9E535A41-D8FC-CD6C-AEF4-D4B04C92F45D}"/>
          </ac:spMkLst>
        </pc:spChg>
        <pc:spChg chg="mod">
          <ac:chgData name="Deepika Vatsa" userId="f7100972-27fe-4ee6-8fb4-ec9b7931b409" providerId="ADAL" clId="{2C408150-1685-44D3-878E-F84B30B9C005}" dt="2025-08-12T05:21:47.991" v="1339" actId="20577"/>
          <ac:spMkLst>
            <pc:docMk/>
            <pc:sldMk cId="3045906191" sldId="664"/>
            <ac:spMk id="8" creationId="{EF6C05B2-D7CD-D38A-5971-E8920695E68A}"/>
          </ac:spMkLst>
        </pc:spChg>
        <pc:spChg chg="add del">
          <ac:chgData name="Deepika Vatsa" userId="f7100972-27fe-4ee6-8fb4-ec9b7931b409" providerId="ADAL" clId="{2C408150-1685-44D3-878E-F84B30B9C005}" dt="2025-08-12T05:19:00.738" v="1262" actId="22"/>
          <ac:spMkLst>
            <pc:docMk/>
            <pc:sldMk cId="3045906191" sldId="664"/>
            <ac:spMk id="10" creationId="{871A4C22-3D82-C703-D724-1E90E09A2A71}"/>
          </ac:spMkLst>
        </pc:spChg>
        <pc:spChg chg="add mod">
          <ac:chgData name="Deepika Vatsa" userId="f7100972-27fe-4ee6-8fb4-ec9b7931b409" providerId="ADAL" clId="{2C408150-1685-44D3-878E-F84B30B9C005}" dt="2025-08-12T05:19:50.412" v="1274" actId="1076"/>
          <ac:spMkLst>
            <pc:docMk/>
            <pc:sldMk cId="3045906191" sldId="664"/>
            <ac:spMk id="12" creationId="{E66585CF-E9A6-9B6E-0C89-AA0453983585}"/>
          </ac:spMkLst>
        </pc:spChg>
        <pc:picChg chg="add mod">
          <ac:chgData name="Deepika Vatsa" userId="f7100972-27fe-4ee6-8fb4-ec9b7931b409" providerId="ADAL" clId="{2C408150-1685-44D3-878E-F84B30B9C005}" dt="2025-08-12T05:19:59.109" v="1277" actId="1076"/>
          <ac:picMkLst>
            <pc:docMk/>
            <pc:sldMk cId="3045906191" sldId="664"/>
            <ac:picMk id="5" creationId="{737C15B6-D59F-3597-7628-2FDB1DF72CA8}"/>
          </ac:picMkLst>
        </pc:picChg>
        <pc:picChg chg="add mod">
          <ac:chgData name="Deepika Vatsa" userId="f7100972-27fe-4ee6-8fb4-ec9b7931b409" providerId="ADAL" clId="{2C408150-1685-44D3-878E-F84B30B9C005}" dt="2025-08-12T05:19:46.457" v="1273" actId="14100"/>
          <ac:picMkLst>
            <pc:docMk/>
            <pc:sldMk cId="3045906191" sldId="664"/>
            <ac:picMk id="14" creationId="{20382577-8D6C-8709-3B1E-09041327F205}"/>
          </ac:picMkLst>
        </pc:picChg>
      </pc:sldChg>
      <pc:sldChg chg="addSp delSp modSp add mod">
        <pc:chgData name="Deepika Vatsa" userId="f7100972-27fe-4ee6-8fb4-ec9b7931b409" providerId="ADAL" clId="{2C408150-1685-44D3-878E-F84B30B9C005}" dt="2025-08-12T05:21:55.113" v="1352" actId="20577"/>
        <pc:sldMkLst>
          <pc:docMk/>
          <pc:sldMk cId="3373084768" sldId="665"/>
        </pc:sldMkLst>
        <pc:spChg chg="add mod">
          <ac:chgData name="Deepika Vatsa" userId="f7100972-27fe-4ee6-8fb4-ec9b7931b409" providerId="ADAL" clId="{2C408150-1685-44D3-878E-F84B30B9C005}" dt="2025-08-12T05:21:20.926" v="1317" actId="113"/>
          <ac:spMkLst>
            <pc:docMk/>
            <pc:sldMk cId="3373084768" sldId="665"/>
            <ac:spMk id="6" creationId="{C5014BF8-764C-B320-CBDE-BEFE0A2B3518}"/>
          </ac:spMkLst>
        </pc:spChg>
        <pc:spChg chg="del">
          <ac:chgData name="Deepika Vatsa" userId="f7100972-27fe-4ee6-8fb4-ec9b7931b409" providerId="ADAL" clId="{2C408150-1685-44D3-878E-F84B30B9C005}" dt="2025-08-12T05:20:39.689" v="1281" actId="478"/>
          <ac:spMkLst>
            <pc:docMk/>
            <pc:sldMk cId="3373084768" sldId="665"/>
            <ac:spMk id="7" creationId="{9E535A41-D8FC-CD6C-AEF4-D4B04C92F45D}"/>
          </ac:spMkLst>
        </pc:spChg>
        <pc:spChg chg="mod">
          <ac:chgData name="Deepika Vatsa" userId="f7100972-27fe-4ee6-8fb4-ec9b7931b409" providerId="ADAL" clId="{2C408150-1685-44D3-878E-F84B30B9C005}" dt="2025-08-12T05:21:55.113" v="1352" actId="20577"/>
          <ac:spMkLst>
            <pc:docMk/>
            <pc:sldMk cId="3373084768" sldId="665"/>
            <ac:spMk id="8" creationId="{EF6C05B2-D7CD-D38A-5971-E8920695E68A}"/>
          </ac:spMkLst>
        </pc:spChg>
        <pc:spChg chg="del">
          <ac:chgData name="Deepika Vatsa" userId="f7100972-27fe-4ee6-8fb4-ec9b7931b409" providerId="ADAL" clId="{2C408150-1685-44D3-878E-F84B30B9C005}" dt="2025-08-12T05:20:42.321" v="1282" actId="478"/>
          <ac:spMkLst>
            <pc:docMk/>
            <pc:sldMk cId="3373084768" sldId="665"/>
            <ac:spMk id="12" creationId="{E66585CF-E9A6-9B6E-0C89-AA0453983585}"/>
          </ac:spMkLst>
        </pc:spChg>
        <pc:picChg chg="del">
          <ac:chgData name="Deepika Vatsa" userId="f7100972-27fe-4ee6-8fb4-ec9b7931b409" providerId="ADAL" clId="{2C408150-1685-44D3-878E-F84B30B9C005}" dt="2025-08-12T05:20:35.832" v="1279" actId="478"/>
          <ac:picMkLst>
            <pc:docMk/>
            <pc:sldMk cId="3373084768" sldId="665"/>
            <ac:picMk id="5" creationId="{737C15B6-D59F-3597-7628-2FDB1DF72CA8}"/>
          </ac:picMkLst>
        </pc:picChg>
        <pc:picChg chg="del">
          <ac:chgData name="Deepika Vatsa" userId="f7100972-27fe-4ee6-8fb4-ec9b7931b409" providerId="ADAL" clId="{2C408150-1685-44D3-878E-F84B30B9C005}" dt="2025-08-12T05:20:37.209" v="1280" actId="478"/>
          <ac:picMkLst>
            <pc:docMk/>
            <pc:sldMk cId="3373084768" sldId="665"/>
            <ac:picMk id="14" creationId="{20382577-8D6C-8709-3B1E-09041327F205}"/>
          </ac:picMkLst>
        </pc:picChg>
      </pc:sldChg>
      <pc:sldChg chg="addSp delSp modSp add mod">
        <pc:chgData name="Deepika Vatsa" userId="f7100972-27fe-4ee6-8fb4-ec9b7931b409" providerId="ADAL" clId="{2C408150-1685-44D3-878E-F84B30B9C005}" dt="2025-08-12T05:23:11.713" v="1395" actId="1076"/>
        <pc:sldMkLst>
          <pc:docMk/>
          <pc:sldMk cId="311622412" sldId="666"/>
        </pc:sldMkLst>
        <pc:spChg chg="del">
          <ac:chgData name="Deepika Vatsa" userId="f7100972-27fe-4ee6-8fb4-ec9b7931b409" providerId="ADAL" clId="{2C408150-1685-44D3-878E-F84B30B9C005}" dt="2025-08-12T05:22:58.707" v="1392" actId="478"/>
          <ac:spMkLst>
            <pc:docMk/>
            <pc:sldMk cId="311622412" sldId="666"/>
            <ac:spMk id="6" creationId="{C5014BF8-764C-B320-CBDE-BEFE0A2B3518}"/>
          </ac:spMkLst>
        </pc:spChg>
        <pc:spChg chg="mod">
          <ac:chgData name="Deepika Vatsa" userId="f7100972-27fe-4ee6-8fb4-ec9b7931b409" providerId="ADAL" clId="{2C408150-1685-44D3-878E-F84B30B9C005}" dt="2025-08-12T05:22:25.018" v="1391" actId="113"/>
          <ac:spMkLst>
            <pc:docMk/>
            <pc:sldMk cId="311622412" sldId="666"/>
            <ac:spMk id="8" creationId="{EF6C05B2-D7CD-D38A-5971-E8920695E68A}"/>
          </ac:spMkLst>
        </pc:spChg>
        <pc:picChg chg="add mod">
          <ac:chgData name="Deepika Vatsa" userId="f7100972-27fe-4ee6-8fb4-ec9b7931b409" providerId="ADAL" clId="{2C408150-1685-44D3-878E-F84B30B9C005}" dt="2025-08-12T05:23:11.713" v="1395" actId="1076"/>
          <ac:picMkLst>
            <pc:docMk/>
            <pc:sldMk cId="311622412" sldId="666"/>
            <ac:picMk id="5" creationId="{0CBBECA7-1F98-5EA3-EDCD-B3EDF15C1F74}"/>
          </ac:picMkLst>
        </pc:picChg>
      </pc:sldChg>
      <pc:sldChg chg="addSp delSp modSp add mod">
        <pc:chgData name="Deepika Vatsa" userId="f7100972-27fe-4ee6-8fb4-ec9b7931b409" providerId="ADAL" clId="{2C408150-1685-44D3-878E-F84B30B9C005}" dt="2025-08-12T05:24:35.005" v="1417" actId="113"/>
        <pc:sldMkLst>
          <pc:docMk/>
          <pc:sldMk cId="428329242" sldId="667"/>
        </pc:sldMkLst>
        <pc:spChg chg="add mod">
          <ac:chgData name="Deepika Vatsa" userId="f7100972-27fe-4ee6-8fb4-ec9b7931b409" providerId="ADAL" clId="{2C408150-1685-44D3-878E-F84B30B9C005}" dt="2025-08-12T05:24:35.005" v="1417" actId="113"/>
          <ac:spMkLst>
            <pc:docMk/>
            <pc:sldMk cId="428329242" sldId="667"/>
            <ac:spMk id="6" creationId="{5E245F76-094C-6995-AC8B-A04BAFADAF62}"/>
          </ac:spMkLst>
        </pc:spChg>
        <pc:picChg chg="del">
          <ac:chgData name="Deepika Vatsa" userId="f7100972-27fe-4ee6-8fb4-ec9b7931b409" providerId="ADAL" clId="{2C408150-1685-44D3-878E-F84B30B9C005}" dt="2025-08-12T05:23:42.794" v="1397" actId="478"/>
          <ac:picMkLst>
            <pc:docMk/>
            <pc:sldMk cId="428329242" sldId="667"/>
            <ac:picMk id="5" creationId="{0CBBECA7-1F98-5EA3-EDCD-B3EDF15C1F74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0:23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 10261,'0'0'12021,"-20"0"-10828,-64 1-134,82-1-1004,0 0 0,0 0 0,0 1 0,-1-1 0,1 1 1,0-1-1,0 1 0,0 0 0,0 0 0,0 0 0,0 0 0,0 0 0,0 1 1,-2 1-1,3-2-39,1-1-1,0 0 1,0 1 0,-1-1 0,1 1 0,0-1 0,0 0 0,0 1 0,-1-1 0,1 1 0,0-1 0,0 0-1,0 1 1,0-1 0,0 1 0,0-1 0,0 1 0,0-1 0,0 0 0,0 1 0,0-1 0,0 1 0,0-1 0,0 1-1,0-1 1,1 0 0,-1 1 0,0-1 0,0 1 0,0-1 0,1 0 0,-1 1 0,0-1 0,1 0 0,-1 1-1,0-1 1,1 0 0,-1 1 0,0-1 0,1 0 0,-1 0 0,0 0 0,1 1 0,-1-1 0,1 0 0,-1 0-1,0 0 1,1 0 0,-1 0 0,1 0 0,-1 1 0,1-1 0,29 6 128,0-1 0,0-2 1,1 0-1,53-4 0,-42 1-118,196-4 190,1 1-4215,-238 3 3879,-1 0 0,0 0 0,0 0 0,1 0 0,-1 0 0,0 0 1,0 0-1,1 0 0,-1 0 0,0 0 0,0 0 0,1 0 0,-1 0 0,0 0 0,0 0 0,0 0 0,1 1 1,-1-1-1,0 0 0,0 0 0,0 0 0,1 0 0,-1 1 0,0-1 0,0 0 0,0 0 0,0 0 0,1 1 0,-1-1 1,0 0-1,0 0 0,0 1 0,0-1 0,0 0 0,0 0 0,0 1 0,0-1 0,0 0 0,0 0 0,0 1 1,0-1-1,0 0 0,0 0 0,0 1 0,0-1 0,0 0 0,0 0 0,0 1 0,0-1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0:25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10053,'0'0'11119,"6"8"-10673,-1-4-389,0 0 1,0 0-1,0 0 1,1 0-1,-1-1 1,1 0-1,0 0 1,0-1-1,0 0 1,1 0-1,-1 0 0,1-1 1,-1 1-1,0-2 1,10 1-1,26 2 40,54-5-1,-34 0-37,103 0 28,267 11-377,-420-8 155,-7-1-50,0 0 1,0 1-1,-1-1 0,1 1 0,0 0 0,0 0 1,-1 1-1,7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06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0 9780,'0'0'13239,"-3"5"-13098,-2 13-45,0 0 0,1 1 0,1 0 0,1 0 0,1 0 0,0 0 0,3 25 0,-2-7-93,0-35-2,0 0 0,0 1 0,0-1 1,0 0-1,0 0 0,0 0 0,1 1 0,-1-1 1,1 0-1,-1 0 0,1 0 0,0 0 0,0 0 0,0 0 1,0 0-1,0 0 0,0 0 0,1 0 0,-1 0 1,1-1-1,-1 1 0,1-1 0,0 1 0,-1-1 0,4 2 1,1-1 12,1 0 0,-1 0 0,0-1 0,1 0 1,-1-1-1,0 1 0,12-2 0,-15 0-8,0 0 1,1 0-1,-1 0 1,0 0-1,0-1 0,0 0 1,0 1-1,-1-1 0,1 0 1,0 0-1,-1-1 1,1 1-1,-1-1 0,0 1 1,0-1-1,0 0 1,0 1-1,0-1 0,-1 0 1,1 0-1,1-7 0,4-6 28,0 0-1,7-31 0,-11 7 853,-3 34 219,0 28-900,-13 474 338,13-493-545,-1 40 14,-4 60-7,4-92-2,0 0 0,-2-1 0,1 1 0,-1-1 0,-1 1 0,-7 17 0,10-27 5,0 1 0,-1-1 1,1 1-1,0-1 0,0 1 1,-1-1-1,1 0 0,0 1 1,-1-1-1,0 0 0,1 0 1,-1 0-1,0 0 1,1-1-1,-1 1 0,0 0 1,0-1-1,1 1 0,-1-1 1,0 0-1,0 1 0,0-1 1,0 0-1,0 0 0,0 0 1,0 0-1,1-1 0,-1 1 1,0 0-1,0-1 0,0 1 1,0-1-1,-2-1 0,-2-1 19,-1 0 0,0 0 0,1-1 0,-1 0 0,1 0 0,-10-10 0,-191-172-1094,175 153-2233,16 7-3341,11 14 1276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06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51 545 1024,'0'0'19943,"-2"19"-19105,-2 195 914,5-135-983,-1-78-593,0-5 152,-18-189 656,16 117-890,6-260 154,-2 310-248,2-1 0,12-46 0,-14 64 0,1-1 0,1 1 0,0 0 0,0 1 0,0-1 0,1 1 0,0 0 0,1 0 0,0 0 0,13-12 0,-18 18-4,1 1 1,-1-1-1,1 1 0,-1 0 0,1 0 1,0-1-1,0 1 0,0 0 1,-1 1-1,1-1 0,0 0 0,0 0 1,0 1-1,0 0 0,0-1 1,1 1-1,-1 0 0,0 0 0,0 0 1,0 0-1,0 0 0,0 0 0,0 1 1,0-1-1,0 1 0,0-1 1,0 1-1,0 0 0,0 0 0,0 0 1,-1 0-1,1 0 0,0 0 1,0 0-1,-1 1 0,1-1 0,-1 1 1,1-1-1,-1 1 0,0-1 1,0 1-1,0 0 0,0 0 0,0-1 1,0 1-1,0 0 0,0 0 1,-1 0-1,1 0 0,-1 0 0,1 0 1,-1 0-1,0 0 0,0 1 1,0 1-1,1 10-1,0 0 0,-1-1 1,-1 1-1,0 0 0,-1 0 0,0 0 1,-1-1-1,-8 21 0,2-13-58,-1 0 0,0-1 0,-2 0 0,-19 25 0,4-10-711,-26 40-2032,28-21-4976,24-43 1750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07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14279,'0'0'7843,"-9"6"-7293,-1 1-343,0 1 0,1 0 0,0 0 0,1 1 0,-1 0 0,2 1 1,-1 0-1,2 0 0,-1 1 0,-6 15 0,-1 8-62,3 0 1,0 1-1,3 1 0,1 0 0,1 0 1,2 0-1,1 1 0,4 41 0,-2-72-140,2 0 0,-1 0 0,1 0 0,0-1 0,0 1 0,0 0 0,1 0-1,0 0 1,0-1 0,0 1 0,1-1 0,0 0 0,0 0 0,0 0 0,1 0-1,0 0 1,0-1 0,9 9 0,-7-9-274,1 1 0,0-1 1,0 0-1,1-1 0,-1 1 0,1-1 0,0-1 0,0 0 1,0 0-1,0 0 0,0-1 0,0 0 0,14-1 0,-9 0-719,31-2-4768,-20-10-1138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07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16408,'0'0'9663,"5"5"-9242,15 14-302,-2 1 1,0 0-1,-1 1 0,-1 1 0,-1 1 0,-1 0 1,-2 1-1,0 1 0,-1-1 0,-1 2 0,-2-1 1,-1 2-1,0-1 0,-2 1 0,-1-1 1,-2 1-1,0 0 0,-4 46 0,0-57-215,0-1 0,-1 0-1,-1 0 1,-1 0 0,0-1-1,-1 1 1,0-1 0,-1 0 0,-14 19-1,12-20-888,0-1-1,-1 0 1,0-1 0,0 0-1,-20 15 1,0-9-3847,1-8-3030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07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36 14759,'0'0'10316,"7"-4"-9875,3-1-403,1 1 0,0 0 1,0 0-1,0 1 0,1 1 1,17-2-1,80-2-875,-109 6 752,1 1 0,-1-1-1,0 0 1,1 0 0,-1 0 0,1 0-1,-1 1 1,0-1 0,1 0-1,-1 0 1,1 1 0,-1-1-1,0 0 1,1 1 0,-1-1-1,0 0 1,0 1 0,1-1-1,-1 0 1,0 1 0,0-1-1,0 1 1,1-1 0,-1 0-1,0 1 1,0-1 0,0 1 0,0-1-1,0 1 1,0-1 0,0 1-1,0-1 1,0 0 0,0 1-1,0-1 1,0 1 0,0-1-1,0 1 1,0-1 0,-1 0-1,1 1 1,0-1 0,0 1-1,-1-1 1,-9 23-2230,-3-11 1229,-1 0 1,1-1 0,-2-1 0,0 0 0,-21 11 0,-8 5 462,16-9 625,-27 18 1152,52-33-747,1 1 0,-1-1-1,0 1 1,1 0 0,0-1 0,0 1 0,0 0 0,-3 5 0,6-7-315,0-1 1,0 1-1,-1-1 1,1 1-1,0 0 1,0-1-1,0 1 1,-1-1-1,1 0 1,0 1-1,0-1 1,0 0-1,0 1 1,0-1-1,0 0 1,0 0-1,0 0 1,0 0-1,0 0 1,0 0-1,0 0 1,0 0-1,0 0 1,0-1-1,1 1 1,0 0 151,40 0 135,-9 1-1131,-1-1-1,54-8 1,-51 1-5035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08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8 15015,'0'0'9479,"1"-4"-8882,1 1-481,-3 9-32,-5 25 17,-13 78 65,17-91-153,0 0 0,2 0 0,0-1 1,1 1-1,6 32 0,-6-46-13,1 0 1,-1 0 0,1 1 0,0-2 0,0 1 0,0 0 0,1 0 0,-1-1 0,1 1-1,0-1 1,0 1 0,0-1 0,0 0 0,1-1 0,-1 1 0,1 0 0,0-1 0,-1 0 0,1 0-1,0 0 1,0 0 0,1-1 0,-1 0 0,0 0 0,0 0 0,1 0 0,-1 0 0,9-1-1,-7 1 4,-1 0-1,1 0 1,0-1-1,0 0 1,0 0-1,0-1 1,0 0-1,0 0 0,-1 0 1,1 0-1,0-1 1,-1 0-1,1 0 1,-1-1-1,1 0 1,-1 0-1,0 0 1,0 0-1,-1-1 0,1 0 1,-1 0-1,0 0 1,0 0-1,0-1 1,0 1-1,-1-1 1,0 0-1,0 0 1,0 0-1,0-1 0,-1 1 1,0-1-1,2-6 1,-2 5 14,1-1 0,-1 1 0,-1-1-1,1 1 1,-1-1 0,0 0 0,-1 1 0,0-1 0,0 0 0,-1 1 0,0-1 0,0 1 0,-1-1 0,0 1 0,0-1 0,-1 1-1,0 0 1,0 0 0,0 0 0,-1 0 0,0 1 0,-1-1 0,-6-7 0,4 7-48,-1 0 0,0 0 0,0 1-1,0 0 1,0 0 0,-1 1 0,0 0 0,-1 0 0,1 1 0,0 1 0,-1-1-1,0 2 1,0-1 0,0 1 0,0 1 0,0 0 0,-12 0 0,20 1-140,1-1 0,0 1 0,0 0-1,0 0 1,-1 0 0,1 0 0,0 0 0,0 0 0,0 1 0,-1-1 0,1 0 0,0 0 0,0 1 0,0-1 0,0 1-1,0-1 1,0 1 0,0 0 0,0-1 0,0 1 0,0 0 0,0 0 0,0-1 0,0 1 0,1 0 0,-1 0 0,0 0 0,0 0-1,1 0 1,-1 0 0,1 0 0,-1 0 0,1 1 0,-1-1 0,1 0 0,0 0 0,0 0 0,0 0 0,-1 2 0,0 16-4689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08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14054,'0'0'9141,"82"0"-9157,-69 0-753,0 0-1552,-2 0-2113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09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144 309 14727,'0'0'9407,"-7"12"-8385,-46 89 160,47-88-1129,1 0-1,0 1 0,1 0 0,0 0 1,1 0-1,1 0 0,-1 15 0,3-25-53,-1 0 0,1-1 0,1 1 0,-1 0 0,0-1 0,1 1 0,0 0 0,0-1 0,0 1 0,0-1 0,0 1 0,1-1 0,0 0 0,-1 0 0,4 5 0,-1-6-3,-1 1 0,0-1 0,0 0 1,1 0-1,-1-1 0,1 1 0,-1-1 0,1 0 0,0 1 0,-1-2 0,1 1 0,0 0 0,0-1 0,7 0 1,3 1-8,-1 0 0,1-1 0,0-1 1,0 0-1,-1-1 0,1-1 0,-1 0 1,16-5-1,-25 6 8,0 0 1,1 0-1,-1 0 0,-1 0 1,1-1-1,0 1 0,-1-1 1,1 0-1,-1 0 0,0 0 1,0 0-1,0-1 0,0 1 1,-1-1-1,1 0 1,-1 0-1,0 0 0,0 0 1,0 0-1,-1 0 0,1-1 1,-1 1-1,0-1 0,-1 1 1,1 0-1,-1-1 0,0 1 1,0-9-1,-1 9 4,0 0 0,0 0 0,0 1 0,0-1 0,-1 0 0,0 1 0,1-1 0,-1 1 0,-1-1 0,1 1 0,0 0 0,-1 0 0,0 0 0,-5-5 0,-52-38 35,43 34-20,-29-20 56,-47-37 181,84 61-221,-1 0 0,1-1-1,0-1 1,1 1 0,0-2-1,-9-15 1,14 21-14,1-1 1,0 1-1,0 0 0,0 0 1,1-1-1,-1 1 0,1-1 1,1 0-1,-1 1 1,1-1-1,0 1 0,0-1 1,1 0-1,-1 1 1,1-1-1,1 1 0,-1-1 1,1 1-1,0 0 0,0-1 1,0 1-1,1 0 1,0 0-1,0 1 0,0-1 1,0 1-1,1-1 1,0 1-1,0 0 0,0 0 1,0 1-1,1-1 1,-1 1-1,1 0 0,0 0 1,8-3-1,-4 2-32,1 0 0,0 0 1,0 1-1,0 1 0,1-1 0,-1 2 1,0 0-1,1 0 0,-1 0 0,1 2 0,13 1 1,-22-2 8,-1 1 0,1-1 1,-1 1-1,1 0 1,-1 0-1,1 0 1,-1 0-1,1 0 0,-1 0 1,0 0-1,0 0 1,1 1-1,-1-1 1,0 0-1,0 1 0,0-1 1,-1 1-1,1-1 1,0 1-1,0-1 1,-1 1-1,1 0 0,-1-1 1,1 1-1,-1 0 1,0-1-1,0 3 0,2 56-129,-2-44 28,-1 5-489,0 0 0,-1 0 0,-7 30 0,2-25-1638,-1 0 0,-15 30 1,-5 8-4993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10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39 113 11541,'0'0'11131,"-10"2"-10704,-18 6-232,43-5 149,76-6 397,99-19-201,37-2-384,-173 22-292,-53 2-146,-14-5-1154,-2 1 1238,1-1 0,0 0 0,0 0 0,-19-12-1,17 9 387,-1 0 0,-28-8 0,44 15-126,-1 1-1,0 0 0,1-1 0,-1 1 0,0 0 0,1 0 0,-1 1 0,0-1 0,0 0 0,1 0 0,-1 1 0,0-1 0,1 1 0,-1-1 1,1 1-1,-1 0 0,1 0 0,-1 0 0,1 0 0,-1 0 0,1 0 0,0 0 0,0 0 0,-1 0 0,1 0 0,0 1 0,0-1 1,0 1-1,0-1 0,1 1 0,-1-1 0,0 1 0,1-1 0,-1 1 0,0 0 0,1 2 0,-4 10-20,1-1-1,0 1 1,-1 24 0,2-18 258,-28 368 771,29-277-2674,1-110 1464,0-1 1,0 1-1,0-1 0,0 1 1,1-1-1,-1 1 0,0-1 1,0 1-1,0-1 0,1 0 1,-1 1-1,0-1 0,1 0 0,-1 1 1,0-1-1,1 0 0,-1 1 1,0-1-1,1 0 0,-1 0 1,1 1-1,-1-1 0,0 0 1,1 0-1,-1 0 0,1 1 1,-1-1-1,1 0 0,-1 0 0,1 0 1,-1 0-1,1 0 0,-1 0 1,1 0-1,0 0 0,20-3-3262,-21 3 3245,26-8-4856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11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4 8580,'0'0'14716,"3"-4"-13564,3 13-930,-4 4 2,0 1-1,-2 0 1,1 0 0,-2 0-1,0 0 1,-3 18 0,-25 97 175,7-29-304,17-69-89,2 1 0,2 32 0,3-71-6,1 1 0,1-1-1,0 1 1,0-1 0,0 1 0,5-5-1,-2 1-7,11-14-20,32-35 0,-45 53 34,0 1 1,1 0-1,0-1 0,0 2 1,0-1-1,1 1 1,0 0-1,0 1 1,0-1-1,0 1 0,13-3 1,-19 6-10,1-1 0,-1 1 0,1 0 0,-1 1 1,1-1-1,-1 0 0,1 0 0,-1 1 0,0-1 0,1 0 0,-1 1 1,1 0-1,-1-1 0,0 1 0,1 0 0,-1 0 0,0-1 0,0 1 0,1 0 1,-1 0-1,0 0 0,0 1 0,0-1 0,0 0 0,-1 0 0,1 1 1,1 1-1,16 45-2,-14-36-17,60 223-586,-64-234 364,0 0 0,1 0 0,-1 0 0,1 0-1,0 0 1,-1 0 0,1 0 0,0 0 0,0 0 0,0 0 0,0 0 0,-1 0 0,1-1 0,0 1-1,0 0 1,1-1 0,-1 1 0,0 0 0,0-1 0,0 0 0,0 1 0,0-1 0,1 0 0,-1 1-1,0-1 1,0 0 0,0 0 0,1 0 0,-1 0 0,0 0 0,0 0 0,3-1 0,-4 1 141,18 0-6530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11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10085,'0'0'13190,"23"0"-12502,14 0-240,0-5-224,2-2-160,-4 4 32,-6 1-192,-8 2-208,-8 0-1056,-8 0-1074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12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9428,'0'0'12166,"37"9"-11462,-3-9-688,3-5 16,0-6-32,3 1-240,-1 1-2113,-5-3-3538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12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16359,'0'0'7348,"-13"4"-6983,5-1-294,3-2-26,0 0 0,1 0-1,-1 0 1,0 1-1,1 0 1,-1 0-1,1 0 1,0 1-1,0-1 1,0 1-1,0 0 1,0 0-1,1 1 1,-1-1-1,1 1 1,0-1-1,-5 8 1,3-2 3,1 1 1,-1 0 0,2 1-1,-1-1 1,1 1 0,1-1-1,0 1 1,0 0 0,1 0 0,1-1-1,1 16 1,-1-21-53,1 0 0,-1-1 0,1 1 0,1 0 0,-1-1 0,1 1 0,0-1 0,-1 0 0,2 0 0,-1 1 0,1-1 0,-1-1 0,1 1 0,0 0 0,0-1 0,1 1 0,-1-1 0,1 0 0,0 0 0,-1 0 0,1-1 0,1 0 0,-1 1 0,0-1 0,0-1 0,1 1 0,7 1 0,-4 0 3,0-2 0,0 1 1,1-1-1,-1-1 0,1 1 0,-1-1 1,0-1-1,1 1 0,-1-2 0,1 1 0,-1-1 1,0 0-1,0-1 0,0 0 0,0 0 1,11-7-1,-14 7 3,0-1 0,-1 0 1,1 0-1,-1 0 0,0 0 1,0 0-1,0-1 0,-1 0 1,0 0-1,0 0 0,0 0 1,0-1-1,-1 1 0,0-1 1,0 1-1,0-1 0,-1 0 1,0 0-1,0 1 0,0-1 1,-1 0-1,0 0 0,-1-12 1,0 13 5,0 0 0,-1 0 0,0 1 0,0-1 0,0 0 0,0 1 0,-1 0 0,0-1 0,0 1 0,0 0 0,0 0 0,-1 1 0,1-1 0,-1 1 0,0 0 0,0 0 0,0 0 0,-1 0 0,1 1 0,-1-1 0,1 1 0,-1 0 0,-5-1 0,-5-2-26,0 0-1,0 0 1,0 2 0,-1 0-1,0 1 1,-20-1 0,26 3-50,-10 1-2698,14 8-4058,6 0-1230</inkml:trace>
  <inkml:trace contextRef="#ctx0" brushRef="#br0" timeOffset="1">571 55 18809,'0'0'3953,"16"-17"-6594,-8 17-3073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12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14503,'0'0'8876,"6"13"-7825,3 3-742,-1 0 1,2-1-1,0 0 1,24 26-1,23 22 421,59 83 0,-113-142-727,0-1 1,0 1-1,-1-1 1,0 1-1,1 0 0,-1 0 1,-1 0-1,1 0 1,-1 0-1,1 1 1,-1-1-1,0 7 1,-1-10-19,0-1 1,-1 1-1,1 0 1,0-1 0,-1 1-1,1 0 1,-1-1-1,1 1 1,-1 0-1,1-1 1,-1 1-1,0-1 1,1 1-1,-1-1 1,0 0-1,1 1 1,-1-1-1,0 1 1,0-1-1,1 0 1,-1 0 0,0 1-1,0-1 1,1 0-1,-1 0 1,0 0-1,0 0 1,0 0-1,-1 0 1,-30 1-554,26-2 316,-11 2-332,9-1-82,1 1 0,-1-1 0,0-1 0,0 1 0,1-1 0,-1-1 0,1 0 1,-1 0-1,-13-5 0,-11-15-3960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13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0 128 10389,'0'0'12005,"174"-97"-11460,-113 85-241,-3 0-240,-11 8-64,-7 1-272,-9 3-1297,-12 0-2609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15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1 957 10165,'0'0'6968,"20"-3"-6191,63-10-268,-73 11-348,0-1 0,0 0 1,-1-1-1,1 0 0,-1 0 0,0-1 0,0 0 1,0-1-1,-1 0 0,0 0 0,0-1 0,0 0 1,-1 0-1,0-1 0,10-14 0,-6 5-6,-1 0-1,0-1 1,-2 0-1,0-1 1,-1 0-1,7-25 0,-3-9-70,-1 0 0,4-96-1,-13-114 1100,-3 127 596,2 135-1767,0 0 0,0 0 0,0 0-1,0 0 1,0 0 0,0 0 0,0 0 0,0 0 0,0 0 0,0 0 0,-1 0 0,1 0 0,0 0 0,-1 1 0,1-1 0,-1 0 0,1 0 0,-1 0 0,1 1 0,-1-1 0,-1-1 0,2 2-9,-1 0 0,0 0 0,1 0 0,-1 0 0,0 0 0,0 0 0,1 0 0,-1 0 0,0 0 0,1 0 0,-1 0 0,0 1 0,1-1 1,-1 0-1,0 1 0,1-1 0,-1 0 0,0 1 0,1-1 0,-1 1 0,0 0 0,-39 42-74,28-28 113,-74 72-53,175-181 94,-78 84-77,1 0-1,1 1 1,0 0-1,25-13 1,-33 20-9,0 0 0,0 1 1,-1-1-1,1 1 0,0 0 0,1 1 1,-1-1-1,0 1 0,0 0 1,0 0-1,0 0 0,0 1 0,0-1 1,0 1-1,0 1 0,0-1 1,0 1-1,9 4 0,11 8-98,-1 1 0,0 2-1,-1 0 1,29 28 0,76 89-5030,-83-78 195,-4-1-3409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0:59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40 181 11397,'0'0'7388,"8"-22"-6300,26-69-69,-32 84-762,0 1-1,1 0 0,0 0 1,0 1-1,0-1 0,9-9 1,-1-1 1875,-11 21-2039,0-1 0,0 1 0,1 0-1,-1 0 1,1-1 0,0 1 0,1 0 0,-1-1-1,3 7 1,4 15-47,3 60 150,-3 0-1,-8 157 0,-2-105-66,-33 654 103,-48-3-48,46-288-72,37-500-111,0 0-1,0 1 0,0-1 0,0 0 1,1 0-1,-1 1 0,0-1 0,1 0 1,-1 0-1,1 0 0,-1 1 0,1-1 1,0 0-1,0 0 0,-1 0 0,1 0 1,0 0-1,0 0 0,0-1 0,0 1 1,2 1-1,32 10 13,-15-9-3,0-2 0,24-1 0,-28 0-5,294-1 94,601 6-216,-2 43-476,-751-34 630,259 59 0,-479-73-1921,21 3-660,-14-3-2325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01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3023 41 11797,'0'0'8097,"0"-1"-7882,0-1 0,0 1-1,0 0 1,0-1 0,0 1 0,0-1-1,0 1 1,0-1 0,0 1-1,-1-1 1,1 1 0,0 0-1,-1-1 1,0-1 0,-9-1-174,0 1 0,0 0 0,0 1 0,0 0 1,0 1-1,0 0 0,0 0 0,0 1 0,-19 2 0,3-2-23,24 0-19,-29-1 34,0 1 0,0 1 0,0 2-1,0 1 1,1 1 0,-1 2 0,-37 13 0,22 1 79,1 1-1,1 3 1,1 1 0,1 3 0,-72 64 0,-163 195 727,256-262-780,1 1 0,1 1 0,2 1 1,0 1-1,2 0 0,2 1 0,-12 37 0,-51 235 466,65-250-398,-6 54 106,5 1 0,4 187 0,4-74-48,2-193-171,-1 0 1,-1 0-1,-2 0 1,0-1-1,-2 0 1,-1-1-1,-2 1 1,0-2-1,-1 1 1,-2-2-1,0 0 1,-2 0-1,-1-2 1,0 0-1,-2-1 1,0 0-1,-38 29 1,32-30 3,0-1 0,-2-1 0,-1-1 0,0-1 0,-1-1-1,-51 17 1,-42 15-16,-90 29 10,38-39-30,87-21 33,32-3-26,-62 25 0,77-23 81,-1-2-1,-1-2 1,-63 9-1,-105 10 345,199-29-1128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21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11109,'0'0'7267,"0"-26"-7267,3 26-16,2 5 16,3 11-64,-3 5-608,-2 6-1281,-3 1-1232,0 0-657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21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6531,'0'0'6371,"2"106"-6163,4-87-208,-4 3-208,4 1-913,-1 3-1472,-3 3-5827</inkml:trace>
  <inkml:trace contextRef="#ctx0" brushRef="#br0" timeOffset="1">27 543 5859,'0'0'5650,"5"126"-5314,1-107-336,-1 0 16,-3 0-16,1 0-16,-3-3-256,0 3-224,0 0-720,0 0 127,0-2-112,0-1-1968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21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39 3890,'0'0'11349,"-5"50"-8836,5-67-2513,0-11-480,0-15-4947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22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456 1 13926,'0'0'7652,"-14"0"-7020,-54 0 1671,49 0-3787,-36 3 1337,1 3 0,-75 17 0,90-15 129,29-6 37,-52 12 669,56-11-457,8-1-16,33 1 86,306-22 342,-318 19-6987,-31 0 267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23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14311,'0'0'7085,"9"20"-6191,29 65 11,-34-73-717,-1 0 1,0 0 0,0 1-1,-1-1 1,0 1 0,-1-1 0,-1 1-1,0-1 1,-3 17 0,1 14 202,2-30-316,1 8-71,-2-18 275,1-11 379,-15-112-42,8 67-577,-2-69 0,14 223-890,4-5-2553,1-36-499,2-2-1964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23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7203,'0'0'12283,"0"1"-12135,0 0-1,0 0 1,0 0-1,0 0 1,0 0-1,0 0 1,0 0-1,0 0 1,0 0-1,0 0 1,0 0-1,1 0 1,-1 0 0,0 0-1,1 0 1,0 2-1,54-3-228,392-7-10995,-331 4 17895,0 4-7086,-4 0-4159,-68-1 1660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24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10005,'0'0'10436,"126"0"-9923,-105 0-1,-3 0-32,-2 0-464,0 0-16,-8 0 0,-3 0-48,-2 0-352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25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1 8948,'0'0'3607,"-25"6"-1417,-2 0-1580,-81 19 1096,25-2 5381,88-21-5707,21 0-676,38 0-657,408-4 553,-568 6-512,-123 23 0,86-9-75,86-11 3,-42 3 131,88-10-102,7-1-97,-1-1 49,1 2 1,0-1 0,-1 1-1,1 0 1,-1 0 0,1 0 0,7 2-1,10 0 10,301-10 135,-186-7-4734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26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33 8852,'0'0'11560,"-13"3"-11245,6-2-295,4-1 5,-1 0 0,0 0 0,1 1 0,-1 0 0,1-1 0,-1 1 0,1 0 0,0 1 0,-1-1 0,1 1 0,0-1 0,0 1 0,0 0 0,0 0 0,0 0 0,0 1 0,1-1 1,-1 1-1,1-1 0,-1 1 0,1 0 0,0 0 0,0 0 0,1 0 0,-1 0 0,0 0 0,1 1 0,0-1 0,-2 6 0,2-3 15,0 1 1,0-1-1,0 1 0,1 0 1,-1-1-1,2 1 0,-1 0 1,3 11-1,-2-16-36,0 1 1,0-1-1,0 0 0,0 0 1,0 0-1,1 0 0,-1 0 0,1 0 1,-1 0-1,1 0 0,0 0 1,0-1-1,0 1 0,0-1 0,0 0 1,0 1-1,0-1 0,0 0 1,1 0-1,-1 0 0,0 0 1,1-1-1,-1 1 0,0-1 0,5 1 1,1 0 32,0 1 1,1-2 0,-1 1-1,0-1 1,1 0 0,-1-1-1,0 0 1,0 0 0,0-1-1,0 0 1,0-1 0,13-5-1,-17 6 8,1-1-1,-1 0 1,-1 0-1,1 0 1,0-1-1,-1 1 1,0-1-1,0 0 1,0 1-1,0-1 1,-1-1-1,1 1 1,-1 0-1,0-1 1,0 1-1,-1-1 1,1 0-1,-1 1 1,0-1-1,0 0 0,-1 0 1,1-8-1,-1 10-15,0-1 0,0 1 0,0-1-1,0 0 1,0 1 0,-1-1-1,0 1 1,1-1 0,-1 1 0,-1-1-1,1 1 1,0 0 0,-1 0-1,0 0 1,1-1 0,-1 1 0,-4-4-1,1 3-20,1 1-1,0 0 1,-1 0 0,0 0-1,1 1 1,-1 0-1,0-1 1,0 2 0,-1-1-1,-9-2 1,-43 1-2695,57 10-2687,1 3-150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26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9236,'0'0'6371,"34"-22"-8532,-23 18-2529</inkml:trace>
  <inkml:trace contextRef="#ctx0" brushRef="#br0" timeOffset="1">0 77 9828,'111'-76'2354,"-103"83"735,5 7-1136,8 5-320,2 0-289,1 2-511,-3 3-97,-2-5 16,-9-2-480,-5-1-111,-5-2-161,0 5-33,-10-2 17,-14-3-480,-2-2-1201,-3-10-2144,0-2-1826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26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0 188 10853</inkml:trace>
  <inkml:trace contextRef="#ctx0" brushRef="#br0" timeOffset="1">0 188 10853,'100'-93'4226,"-68"74"-1969,10 0-544,11-2-465,2 5-687,-5 4-433,-8 5-128,-8 7-192,-13 0-993,-2 4-3025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27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104 292 15687,'0'0'6987,"-8"22"-5981,1-5-815,0-1-54,1 0 0,1 0 0,0 1 1,1 0-1,1 0 0,1 0 0,-1 26 1,4 31 199,1-27-204,-2 1 0,-3-1 0,-10 66 0,13-114-124,0 1 0,-1 0 0,1 0 0,0 0 0,0-1 0,0 1 0,0 0-1,-1 0 1,1 0 0,0 0 0,0-1 0,0 1 0,0 0 0,-1 0 0,1 0-1,0 0 1,0 0 0,-1 0 0,1 0 0,0 0 0,0 0 0,0 0-1,-1 0 1,1 0 0,0 0 0,0 0 0,-1 0 0,1 0 0,0 0 0,0 0-1,-1 0 1,1 0 0,0 0 0,0 0 0,0 0 0,-1 0 0,1 0 0,0 1-1,0-1 1,0 0 0,-1 0 0,1 0 0,0 0 0,0 0 0,0 1-1,0-1 1,-1 0 0,-5-24 240,-6-64-128,4 1 0,3-1 0,9-101 0,-3 164-111,0 1-6,1 0 0,1 1 0,1-1 0,1 1 0,8-24 0,-10 36-2,1 1 1,1 0-1,0 0 0,0 0 1,1 1-1,0 0 0,0 0 0,1 0 1,1 1-1,-1 0 0,1 0 1,0 1-1,11-8 0,-16 13-5,-1 0 0,1 0 1,0 0-1,0 1 0,1-1 0,-1 1 0,0-1 0,0 1 1,1 0-1,-1 0 0,1 1 0,-1-1 0,1 1 0,-1 0 1,1 0-1,-1 0 0,1 0 0,-1 0 0,1 1 0,-1-1 1,1 1-1,-1 0 0,0 0 0,5 3 0,-4-2 2,-1 1-1,0 0 0,0 0 1,0 0-1,-1 0 0,1 0 1,-1 0-1,0 1 0,0-1 1,0 1-1,0 0 0,-1 0 1,1-1-1,-1 1 0,0 0 1,0 0-1,0 0 0,-1 0 1,1 9-1,-1-4 6,1 0 0,-1 0 0,-1 0 0,0 0 0,0 0 0,-1-1 0,0 1 1,0 0-1,-7 14 0,2-10-6,0 0 1,-2-1-1,1 0 1,-2 0-1,-10 11 1,-18 20-215,-11 13-956,15-22-9083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28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8 5507,'0'0'17941,"-3"-4"-17151,3 4-775,-1 0 1,1-1-1,0 1 1,-1 0 0,1-1-1,-1 1 1,1 0-1,0 0 1,-1-1-1,1 1 1,-1 0-1,1 0 1,-1 0-1,1-1 1,-1 1 0,1 0-1,-1 0 1,1 0-1,-1 0 1,1 0-1,-1 0 1,1 0-1,-1 0 1,1 0-1,-1 0 1,1 0 0,-1 1-1,1-1 1,0 0-1,-1 0 1,1 0-1,-1 1 1,0-1-1,-18 19 392,-18 40 205,31-48-473,-11 21 31,1 1 0,2 1 0,1 0 0,2 0 0,-13 70 0,14-34-159,3 1 0,2 74 1,5-132-78,0 0-1,2 0 1,-1 0 0,1 0 0,1 0 0,0-1 0,1 1 0,1-1 0,-1 0 0,8 13 0,-8-19-326,0 0 1,0-1-1,1 1 1,-1-1 0,1 0-1,0 0 1,1 0 0,-1-1-1,1 0 1,0 0 0,0 0-1,0 0 1,1-1 0,-1-1-1,1 1 1,0-1 0,-1 0-1,1 0 1,0-1 0,9 1-1,16 0-4295,-5-2-2255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28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13910,'0'0'9026,"0"10"-8375,0 2-562,0 1 0,1-1 1,1 0-1,0 1 1,1-1-1,0 0 0,6 13 1,-7-21-88,-1 0 0,1 0 0,0 0 0,1-1 0,-1 1 0,1 0 0,-1-1 0,1 0 0,0 1 0,0-1 0,1 0 1,-1-1-1,1 1 0,-1-1 0,1 1 0,0-1 0,0 0 0,0-1 0,0 1 0,0-1 0,0 1 0,1-1 0,-1 0 1,0-1-1,1 1 0,5-1 0,-6 0 11,0 0 0,1 0 0,-1 0 0,0-1 0,0 0 0,0 0 0,0 0 0,1 0 0,-2 0 0,1-1 0,0 0 0,0 0 0,5-4 0,-3 1-4,0-1 1,-1 0-1,1 0 1,-2 0-1,1-1 0,5-10 1,0 2 55,-5 8 6,-1 1-1,1-1 0,-1 0 0,-1 0 0,1-1 0,-1 1 0,-1-1 0,4-11 0,-6 18 531,0 27-81,2 133 149,-4 168 15,-2-268-533,-2-1 0,-3 0 1,-23 83-1,27-124-87,-1-1 0,0 1 0,-17 29 0,20-42-56,1 0 0,-1 0 0,0 0 0,0 0 1,0 0-1,-1-1 0,1 1 0,-1-1 0,0 0 0,0 0 1,0-1-1,0 1 0,0-1 0,-1 0 0,1 0 0,-1 0 1,1-1-1,-9 2 0,4-2-10,1-1 0,-1 0 0,0 0-1,1-1 1,-1 0 0,0-1 0,1 0 0,-1 0 0,1-1 0,0 0 0,0 0 0,0-1-1,0 0 1,1-1 0,-1 0 0,1 0 0,0 0 0,1-1 0,-11-11 0,9 9-282,1-1-1,0 1 1,0-2 0,1 1 0,0-1 0,1 0 0,0 0-1,1-1 1,0 1 0,0-1 0,1 0 0,1 0 0,-1 0-1,2 0 1,-1-13 0,2 10-776,0 0-1,1 0 1,1 0 0,0 0 0,0 0-1,9-22 1,24-35-5348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28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14134,'0'0'10757,"12"4"-9956,-6-3-729,0 1 0,0 1 1,-1-1-1,1 1 0,-1-1 1,1 2-1,-1-1 0,0 1 1,0-1-1,0 1 0,-1 1 1,0-1-1,0 1 0,0-1 1,0 1-1,0 0 0,3 8 1,16 35 98,-1 0 0,-3 2 0,-2 1 0,-2 0 0,-2 1 0,-3 0 0,-2 1 0,-2 0 0,-2 78 0,-4-118-246,0 0 0,-1 0 1,-1 0-1,0 0 0,0 0 1,-2 0-1,1-1 0,-2 1 1,1-1-1,-2 0 0,0-1 0,0 1 1,-1-1-1,0 0 0,-1-1 1,0 0-1,-1 0 0,0 0 0,0-1 1,-1-1-1,-12 9 0,19-16-140,-12 7-1285,15-8 1326,0 0-1,-1 0 0,1 0 1,0 0-1,-1 0 0,1 0 1,0 0-1,-1 0 0,1 0 1,0-1-1,-1 1 1,1 0-1,0 0 0,0 0 1,-1 0-1,1-1 0,0 1 1,-1 0-1,1 0 0,0 0 1,0-1-1,0 1 1,-1 0-1,1-1 0,0 1 1,0 0-1,0 0 0,-1-1 1,1 1-1,0 0 0,0-1 1,0 1-1,0 0 1,0-1-1,0 1 0,0 0 1,0-1-1,0 1 0,0 0 1,0-1-1,0 1 1,0 0-1,0-1 0,0 1 1,1-1-1,-1-28-7613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29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13622,'0'0'4693,"24"-7"-2703,-22 6-1953,53-16 1205,108-19 0,-52 31-1623,-111 5 289,1 0 1,0 0 0,-1 0-1,1 0 1,-1 0-1,1 0 1,-1 0-1,1 0 1,-1 0-1,1 0 1,-1 1-1,1-1 1,-1 0-1,1 0 1,-1 1 0,1-1-1,-1 0 1,1 0-1,-1 1 1,1-1-1,-1 1 1,0-1-1,1 0 1,-1 1-1,0-1 1,1 1-1,-1-1 1,0 1-1,0-1 1,1 1 0,-1-1-1,0 1 1,0-1-1,0 1 1,0-1-1,1 1 1,-1-1-1,0 1 1,0 0-1,-8 23-2604,-3-10 1923,0 0 0,-2 0-1,0-1 1,0-1 0,-1 0 0,-24 15 0,-17 16 684,42-33 303,9-8 141,1 1 0,-1-1 0,1 1 0,-1 0 0,1 0 0,0 0 1,0 0-1,1 0 0,-1 1 0,1-1 0,-1 1 0,1 0 0,0 0 1,0 0-1,-2 7 0,7-9-102,0-1 1,-1 0-1,1 0 1,0-1-1,0 1 1,0 0 0,0-1-1,0 0 1,0 0-1,0 0 1,0 0-1,0 0 1,3-1-1,1 1 69,24-2-98,0 0 0,-1-2-1,44-10 1,33-16-3966,-75 20-769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31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0 15127,'0'0'5621,"-16"23"-5189,1-2-291,5-8-27,0-1 0,2 2 0,-1-1 0,2 1 0,0 0 0,1 1-1,0 0 1,-7 30 0,7-18 88,2 1 0,1 0 0,1 0 0,1 0 0,4 33-1,-3-59-194,1 0 0,-1 1 0,1-1 0,-1 0 0,1 0 0,0 0 0,0 1 0,0-1 0,0 0 0,0 0 0,1 0 0,-1-1 0,1 1 0,-1 0 0,1 0 0,0-1 0,-1 1 0,1-1 0,0 0 0,2 2 0,1-1 8,0 0 1,-1 0-1,1 0 0,0-1 1,0 0-1,0 0 0,0 0 1,0 0-1,6-1 0,-1 0 5,-1 0 1,1-1-1,0 0 0,-1-1 0,1 0 0,-1 0 1,1-1-1,-1 0 0,14-7 0,-13 3 7,1 1 0,-1-1 1,-1-1-1,0 0 0,0 0 0,0-1 1,-1 0-1,0 0 0,-1-1 0,0 0 0,-1-1 1,0 1-1,0-1 0,-1 0 0,-1-1 0,0 1 1,0-1-1,-1 0 0,0 0 0,-1 0 0,-1 0 1,0 0-1,-1 0 0,-1-21 0,0 29-13,0 0-1,-1 0 0,1 0 0,-1 0 0,0 0 0,0 0 1,0 0-1,0 1 0,-1-1 0,0 1 0,1 0 1,-1 0-1,0 0 0,-1 0 0,1 0 0,0 0 1,-1 1-1,0 0 0,1 0 0,-1 0 0,0 0 0,0 0 1,0 1-1,0 0 0,-1 0 0,-4-1 0,-16-4 12,0 2 1,0 1-1,-30-1 0,38 3-15,-42 1-1165,60 15-2825,1-13 3595,0 1 1,0 0 0,0 0 0,0-1 0,0 1-1,1-1 1,-1 0 0,1 0 0,0 0 0,0 0 0,0 0-1,0-1 1,0 1 0,0-1 0,3 1 0,35 15-4416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31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10597,'0'0'7379,"74"28"-7731,-56-28-1729,1 0-3842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32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12614,'0'0'6971,"23"5"-5765,71 18-294,-92-22-883,1 0 1,-1 0-1,1 0 0,-1 0 0,0 1 0,0-1 1,0 1-1,0-1 0,0 1 0,0 0 0,0 0 0,-1 0 1,1 0-1,-1 0 0,1 0 0,-1 1 0,0-1 0,0 0 1,0 1-1,0-1 0,0 1 0,0 2 0,0 3 18,0-1 0,-1 1 0,0-1 0,0 1 0,-2 10-1,0-6-11,1-3-16,-1 0 0,0-1-1,-1 1 1,0 0-1,0-1 1,-1 1 0,0-1-1,-1 0 1,-8 12-1,-61 69 80,31-41 120,42-46-193,0-1 1,0 0-1,0 1 1,0-1-1,0 1 1,0-1-1,0 1 0,1-1 1,-1 1-1,0-1 1,1 1-1,-1 0 1,1 0-1,-1 1 1,2-2-16,-1 0-1,0-1 1,0 1 0,0-1 0,1 1 0,-1 0 0,0-1 0,0 1 0,1-1 0,-1 1 0,0-1 0,1 1 0,-1-1 0,1 0 0,-1 1 0,1-1 0,-1 1 0,1-1 0,-1 0-1,1 1 1,-1-1 0,1 0 0,-1 0 0,1 1 0,0-1 0,0 0 0,7 1 40,-1 0 0,1 0 0,-1-1 0,1 0 0,9-1 0,4 0 22,29 0-144,0-2 0,96-18 0,-44-9-6195,-88 23 1070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32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10725,'0'0'7203,"0"-3"-7283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35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54 3954,'0'0'14452,"-5"-8"-13433,-15-22-155,14 15 985,8 24-69,-3 41-1714,10 194 611,-6-218-618,1-1-1,2 0 1,0 0 0,1-1 0,2 1 0,0-2 0,19 35 0,-20-47-65,1 1 1,0-2-1,0 1 1,1-1-1,0-1 1,1 0 0,0 0-1,0-1 1,1 0-1,0-1 1,0-1 0,1 0-1,0 0 1,0-1-1,0-1 1,1 0 0,19 2-1,24 3-47,1-3-1,108-3 1,-115-4 30,-32 2-34,-12-1 13,0 1 0,1-1 1,-1-1-1,1 1 0,-1-1 1,0-1-1,0 1 0,14-6 0,-20 7 38,-1 0 0,1 0 0,-1-1 0,1 1 0,0 0 0,-1-1-1,1 1 1,-1 0 0,1-1 0,-1 1 0,1-1 0,-1 1-1,1-1 1,-1 1 0,0-1 0,1 1 0,-1-1 0,0 1-1,1-1 1,-1 0 0,0 1 0,0-1 0,1 0 0,-1 1-1,0-1 1,0 0 0,0 1 0,0-1 0,0 0 0,0 1-1,0-1 1,0 0 0,0 1 0,0-1 0,0 0 0,-1 1 0,1-1-1,0 1 1,0-1 0,-1 0 0,1 1 0,0-1 0,-1 1-1,1-1 1,-1 1 0,1-1 0,-1 1 0,1-1 0,-1 1-1,1-1 1,-1 1 0,1 0 0,-1-1 0,1 1 0,-1 0-1,0-1 1,1 1 0,-2 0 0,-36-20 1,-2 11 23,31 8 51,0 0-1,0-1 0,0-1 0,1 1 0,-1-1 0,1-1 0,0 1 0,0-1 0,-8-6 0,15 9 188,17 2-184,-8 0-40,0 1 0,-1-1 0,1 2-1,-1-1 1,1 1 0,-1 0 0,0 1-1,13 8 1,56 44 44,-61-44-61,-2-2-7,0 0 0,-2 1 0,1 0 0,-1 1 0,-1 1 0,0-1 0,9 17 0,-16-23-18,0 0 0,0-1 0,-1 1 1,1 0-1,-1 1 0,-1-1 0,0 0 0,1 1 0,-2-1 1,1 0-1,-1 1 0,0-1 0,0 1 0,-1-1 0,0 1 1,0-1-1,0 0 0,-1 0 0,0 1 0,0-1 0,-4 6 1,-3 3-236,-1-1 1,0 0 0,0-1 0,-2 0-1,0 0 1,0-1 0,-20 14 0,12-10-1803,-1-1 0,-25 12 0,13-11-4337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39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190 259 12374,'0'0'3783,"-25"12"-3079,-80 44 361,100-53-972,1 0 0,0 0 0,0 1 0,0-1 0,0 1 0,1 0 0,-1 0 0,1 0 0,0 0 0,0 0 0,1 1 0,-1 0 1,1-1-1,0 1 0,-2 10 0,2-4 33,0 0 0,1 0 0,1 0 0,0 1 0,1 11 0,0 5-10,0-20-106,-1 0 0,1 0 1,0 0-1,1 0 0,0-1 1,0 1-1,1 0 1,0-1-1,0 1 0,0-1 1,1 0-1,0 0 0,1 0 1,0-1-1,0 0 0,0 1 1,1-2-1,0 1 1,0-1-1,0 0 0,0 0 1,1 0-1,0-1 0,0 0 1,0-1-1,1 0 1,-1 0-1,1 0 0,0-1 1,0 0-1,-1 0 0,1-1 1,0 0-1,16-1 0,-12 1-6,-1 0-1,1-1 1,-1-1-1,0 0 1,1-1-1,-1 0 1,0 0-1,0-1 1,0-1-1,0 0 1,-1 0-1,0-1 1,0 0-1,0-1 0,0 0 1,-1-1-1,0 0 1,0 0-1,8-10 1,-3 3 63,-1-1-1,0 0 1,-1-1 0,-1-1-1,-1 1 1,0-2 0,-1 0 0,-1 0-1,0 0 1,6-26 0,-6 6 192,-1-1-1,-2 0 1,-1 0 0,-2-47-1,-1 51-16,1-31 70,-2 62-220,0 0-1,-1 0 1,1 0-1,-1 0 1,0 0-1,0 0 0,0 0 1,-1 0-1,1 1 1,-1-1-1,-4-6 1,6 10-62,-1-1 1,1 1 0,0-1-1,-1 1 1,1-1-1,-1 1 1,0-1 0,1 1-1,-1 0 1,1-1 0,-1 1-1,0 0 1,1-1-1,-1 1 1,0 0 0,1 0-1,-1 0 1,0-1-1,1 1 1,-1 0 0,0 0-1,1 0 1,-1 0-1,0 0 1,1 0 0,-1 0-1,0 1 1,1-1-1,-1 0 1,0 0 0,1 1-1,-1-1 1,0 0 0,1 0-1,-1 1 1,0-1-1,1 1 1,-1-1 0,1 1-1,-1-1 1,1 1-1,-1-1 1,1 1 0,-1 0-1,-17 28 39,17-27-32,-15 38 29,1 0 0,2 1 0,2 0 0,2 1 0,1 0 0,3 0-1,1 1 1,2 0 0,5 61 0,-2-97-72,0 0 0,0 0 0,1 1 0,0-1-1,0 0 1,1 0 0,0-1 0,0 1 0,0-1 0,1 1-1,0-1 1,1 0 0,-1 0 0,1-1 0,0 0 0,0 1-1,1-2 1,-1 1 0,1-1 0,0 1 0,1-2 0,-1 1 0,1-1-1,-1 0 1,10 3 0,-8-3-14,0 0 1,1-1-1,-1 0 0,1-1 1,0 1-1,-1-2 1,1 1-1,0-1 0,-1 0 1,1-1-1,0 0 0,0-1 1,-1 1-1,1-2 0,-1 1 1,0-1-1,0-1 0,0 1 1,0-1-1,0-1 1,6-4-1,-4 1 0,-2 1 1,1-2-1,-1 1 0,0-1 1,-1-1-1,0 1 0,0-1 1,-1 0-1,0-1 0,6-16 1,-6 10 24,-2 0 0,1 0 1,-2 0-1,-1-1 0,0 1 1,-1-26-1,-1 42-3,0 0-1,-1-1 0,1 1 1,0 0-1,-1 0 0,1 0 1,-1 0-1,0-1 1,1 1-1,-1 0 0,0 0 1,0 0-1,0 0 1,0 1-1,0-1 0,0 0 1,0 0-1,0 0 1,0 1-1,0-1 0,0 1 1,0-1-1,0 1 0,-1-1 1,1 1-1,0 0 1,0-1-1,0 1 0,-1 0 1,1 0-1,0 0 1,-1 0-1,1 0 0,-2 0 1,-1 0-1,-1 0 0,1 1 0,0-1 0,0 1 1,0-1-1,0 1 0,0 0 0,0 1 0,0-1 0,-5 3 1,3 1-4,0 0 1,1 0 0,-1 1 0,1 0 0,0 0 0,0 0 0,1 0 0,0 0 0,0 1 0,1 0 0,0 0 0,0 0 0,-2 9 0,0 0-1,1 0-1,1 1 1,0-1-1,2 1 1,-1 17-1,3-33 3,-1 0-1,0 0 1,1 1 0,-1-1-1,1 0 1,-1 0-1,1 0 1,-1 0-1,1 0 1,0 0 0,-1 0-1,1 0 1,0 0-1,0 0 1,0-1 0,0 1-1,0 0 1,0 0-1,0-1 1,0 1 0,0-1-1,0 1 1,0-1-1,0 1 1,0-1 0,0 0-1,1 1 1,-1-1-1,0 0 1,0 0 0,0 0-1,1 0 1,-1 0-1,0 0 1,0 0 0,0 0-1,1-1 1,-1 1-1,0 0 1,2-2-1,2 2 0,-1-1 0,1 0-1,0-1 1,0 1-1,-1-1 1,1 0 0,0 0-1,7-5 1,7-14-19,-15 16 13,0 0 0,1 1 1,-1-1-1,1 1 0,0 0 1,10-6-1,-13 36-54,-2-19 59,0 3 2,0 0-1,0 0 0,1 0 0,0 0 1,1 0-1,4 11 0,-6-19 1,1 0 0,0 0 0,0-1 0,0 1 0,0 0 0,0-1 0,0 1 0,1-1 0,-1 1 0,1-1 0,-1 0 0,1 1 0,-1-1 1,1 0-1,-1 0 0,1 0 0,0 0 0,0-1 0,0 1 0,-1 0 0,1-1 0,0 1 0,0-1 0,0 0 0,0 1 0,0-1 0,0 0 0,0 0 0,0 0 0,0-1 0,0 1 0,0 0 0,0-1 0,0 1 0,-1-1 0,1 0 0,0 0 0,0 1 0,2-3 0,10-5-2,1-1 0,-2 0 0,0-1 0,0 0-1,0-1 1,-1-1 0,17-22 0,9-6-7,-29 32 6,30-28 12,-37 33-8,1 1-1,0 0 1,-1 0 0,1 0 0,0 1-1,0-1 1,0 1 0,1 0 0,-1-1-1,0 1 1,0 1 0,4-2 0,-5 3 0,-1-1 1,1 1-1,-1 0 1,1 0-1,-1-1 1,0 1-1,1 0 1,-1 0-1,0 0 1,0 1-1,1-1 1,-1 0-1,0 0 1,0 1-1,0-1 1,-1 0-1,1 1 1,0-1-1,0 1 1,-1-1-1,1 1 1,-1-1-1,1 1 1,-1 2-1,10 43 52,-8-37-46,-1 0-1,0 0 0,0 0 0,-1 0 0,-1 0 0,0 0 0,-4 19 0,4-25-6,0-1-1,-1 0 1,1 1-1,-1-1 1,0 0-1,0 0 0,0 0 1,0 0-1,-1 0 1,1-1-1,-1 1 1,1 0-1,-1-1 0,0 0 1,0 0-1,0 0 1,-1 0-1,1 0 1,0-1-1,-1 0 0,1 1 1,0-1-1,-1 0 1,-5 0-1,9-1 1,0 0 0,0 1-1,0-1 1,0 0 0,-1 0 0,1 0-1,0 0 1,0 0 0,0 0 0,0 0 0,0 0-1,0 0 1,-1 0 0,1 0 0,0 0-1,0 0 1,0 0 0,0 0 0,-1 0-1,1 0 1,0 0 0,0 0 0,0 0 0,0 0-1,0 0 1,-1 0 0,1 0 0,0 0-1,0 0 1,0 0 0,0 0 0,0-1-1,0 1 1,0 0 0,-1 0 0,1 0 0,0 0-1,0 0 1,0 0 0,0 0 0,0 0-1,0-1 1,0 1 0,0 0 0,0 0-1,0 0 1,0 0 0,0 0 0,-1-1-1,1 1 1,0 0 0,0 0 0,0 0 0,0 0-1,0 0 1,0-1 0,0 1 0,1 0-1,-1 0 1,0 0 0,0 0 0,0 0-1,0-1 1,9-12-38,19-15-18,37-30 47,99-93-36,-133 123 13,-30 28 32,-1-1 0,0 1 0,0 0-1,0 0 1,0 0 0,0 0 0,1 0-1,-1 0 1,0 0 0,0 0 0,0 0-1,0 0 1,0 0 0,1 0 0,-1 0-1,0 0 1,0 0 0,0 0 0,0 0-1,0 0 1,1 0 0,-1 0 0,0 1-1,0-1 1,0 0 0,0 0 0,0 0-1,0 0 1,0 0 0,1 0 0,-1 0-1,0 0 1,0 0 0,0 1 0,0-1-1,0 0 1,0 0 0,0 0 0,0 0-1,0 0 1,0 0 0,0 1 0,0-1-1,0 0 1,1 0 0,-1 0 0,0 0-1,0 0 1,0 1 0,0-1 0,-1 0-1,1 0 1,0 0 0,0 0 0,0 0-1,0 1 1,0-1 0,0 0 0,0 0-1,0 0 1,0 0 0,0 0 0,0 1-1,0-1 1,-1 0 0,1 1 3,0 31 100,-1-18-89,0 1 0,1 0 1,1-1-1,0 1 0,1 0 0,1-1 1,0 0-1,1 1 0,8 18 0,-7-23-1,24 54 10,-28-60-17,1 0 0,-1 0 0,0 1 0,-1-1 0,1 0 0,-1 1 0,0-1 0,0 1 0,0-1 0,0 0 0,-1 1 1,0-1-1,-2 7 0,2-9-1,-1 0 0,1-1 0,-1 1 1,1-1-1,-1 1 0,0-1 1,0 0-1,1 0 0,-1 1 0,0-1 1,0-1-1,0 1 0,0 0 1,0 0-1,-1-1 0,1 1 0,0-1 1,0 0-1,-3 0 0,-23 2-1364,7-5-3748,15-3-4,6-11-2813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39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10 8004,'0'0'13419,"3"19"-12939,14 111-66,-16-124-369,0 1 0,1-1 0,0 0 1,0 0-1,0 0 0,0 0 0,1 0 0,0-1 1,0 1-1,1-1 0,0 0 0,0 0 0,0 0 0,0 0 1,1-1-1,-1 1 0,1-1 0,0 0 0,1-1 1,-1 1-1,1-1 0,-1 0 0,1-1 0,0 1 0,0-1 1,0 0-1,0-1 0,1 0 0,-1 1 0,0-2 1,1 1-1,-1-1 0,0 0 0,1 0 0,-1-1 1,1 0-1,-1 0 0,0-1 0,0 1 0,0-1 0,0 0 1,0-1-1,0 0 0,0 0 0,-1 0 0,7-5 1,-6 3 13,0-1 0,0 1 0,-1-1 0,0 0 0,0-1 0,0 1 0,-1-1 0,0 0 0,0 0 0,-1 0 0,1-1 0,-2 1 0,1-1 1,-1 0-1,0 1 0,-1-1 0,0 0 0,0 0 0,-1 0 0,0-15 0,0 20-33,-1-1-1,1 1 1,-1 0-1,1 0 1,-1 0 0,0 0-1,0 0 1,-1 0-1,1 0 1,0 0-1,-1 1 1,0-1-1,0 0 1,0 1 0,0-1-1,0 1 1,-4-4-1,1 2 16,-1 1-1,1-1 0,-1 1 1,0 0-1,0 0 1,0 1-1,0 0 0,-8-2 1,-9-1-10,-1 2 1,0 0-1,-39 2 1,53 0-289,-1 2 1,1-1-1,0 1 0,0 1 1,-19 5-1,22-4-955,0 0 0,1 0 0,0 0 0,0 1 0,-10 7 0,-6 8-9244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52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25 10837,'0'0'10824,"-10"-5"-10213,-28-14-214,99 18 470,472 42 139,-217-21-1222,-195-8-958,72 4-7822,-129-16 1835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52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57 13782,'0'0'3228,"-23"0"-1520,-96 0 2627,123 0-3767,89-10-527,320-27 1186,-139 27-7780,-245 10 719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1:55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504 69 15271,'0'0'9351,"15"-15"-9140,46-38-163,-61 53-48,0 0 1,0 0-1,0 0 1,1 0-1,-1 0 1,0 0-1,0 1 1,0-1 0,0 0-1,0 0 1,0 0-1,0 0 1,0 0-1,0 0 1,0 0-1,0 0 1,0 0-1,0 0 1,1 0-1,-1 1 1,0-1-1,0 0 1,0 0 0,0 0-1,0 0 1,0 0-1,0 0 1,0 0-1,1 0 1,-1 0-1,0 0 1,0 0-1,0 0 1,0 0-1,0 0 1,0 0 0,0 0-1,0 0 1,1 0-1,-1 0 1,0 0-1,0 0 1,0-1-1,0 1 1,0 0-1,0 0 1,0 0-1,0 0 1,-10 17 11,-21 22 38,-59 45 222,-103 73 1,117-98-253,57-44-14,-52 38 20,70-53 132,-1-22 141,1-183 421,-1 211-704,-14 19-55,1-2 17,1 1 1,-13 31-1,24-48 30,0 0 1,1 0-1,0 0 1,0 0-1,1 0 0,0 0 1,0 1-1,0-1 0,1 0 1,0 1-1,1-1 1,0 0-1,2 13 0,-1-17-8,0 0 1,-1 0-1,1 0 0,0 0 0,0 0 1,0-1-1,1 1 0,-1-1 0,1 1 0,0-1 1,-1 0-1,1 0 0,0 0 0,0 0 0,0 0 1,0-1-1,1 0 0,3 2 0,64 16-305,-70-19 299,113 18-2008,-45-7-1969,-14-2-2367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2:02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1 244 5555,'0'0'15601,"1"-5"-15499,4-4-42,-2 12 104,3 29 353,0 60 426,-6-85-909,1 4 36,3 27 206,-3-37-258,-1 0 0,1 0-1,-1 0 1,1-1 0,-1 1 0,1 0-1,-1 0 1,1-1 0,0 1 0,-1 0-1,1-1 1,0 1 0,0-1-1,-1 1 1,1-1 0,0 1 0,0-1-1,0 1 1,0-1 0,-1 0 0,1 0-1,0 1 1,0-1 0,0 0-1,0 0 1,0 0 0,0 0 0,0 0-1,0 0 1,0 0 0,0 0 0,0-1-1,-1 1 1,1 0 0,0-1-1,0 1 1,0 0 0,1-1 0,13-6 125,0-1 1,0 0 0,-1-1 0,0 0 0,17-16-1,9-5-16,87-59-3844,198-102-1,-229 143-1861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2:03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1 176 10453,'0'0'6496,"0"-4"-5621,0-14-283,0 14 569,3 9-910,7 29 147,-9-28-350,0 1 0,1-1-1,0 1 1,0-1-1,1 0 1,0 0-1,4 7 1,-6-12-23,1 0 0,-1 0 0,0 0 0,1 0 1,-1-1-1,1 1 0,-1 0 0,1-1 0,-1 1 0,1-1 0,-1 0 1,1 1-1,-1-1 0,1 0 0,0 0 0,-1 0 0,1 0 0,-1 0 1,1 0-1,0-1 0,-1 1 0,1 0 0,-1-1 0,1 0 1,-1 1-1,1-1 0,2-1 0,39-23 557,71-69-317,7-5-4417,-81 69-1384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2:04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0 311 4098,'0'0'14636,"5"-8"-13492,17-24-389,-22 32-738,0 0 0,0 0-1,0-1 1,0 1-1,0 0 1,0 0-1,1 0 1,-1 0-1,0-1 1,0 1-1,0 0 1,0 0-1,1 0 1,-1 0-1,0 0 1,0-1-1,0 1 1,0 0-1,1 0 1,-1 0 0,0 0-1,0 0 1,0 0-1,1 0 1,-1 0-1,0 0 1,0 0-1,1 0 1,-1 0-1,0 0 1,0 0-1,0 0 1,1 0-1,-1 0 1,0 0-1,0 0 1,0 0 0,1 0-1,-1 0 1,0 0-1,0 1 1,0-1-1,1 0 1,5 12 196,0 15-90,-6-27-77,2 21 150,-1-15-162,-1 1 1,1-1-1,1 0 1,-1 1-1,4 9 1,-4-14-30,0 0 1,0-1 0,0 1-1,0-1 1,0 0 0,0 1-1,0-1 1,1 0 0,-1 0-1,0 0 1,1 0-1,-1 0 1,0 0 0,1 0-1,0 0 1,-1 0 0,1-1-1,-1 1 1,1-1 0,0 1-1,-1-1 1,1 1 0,0-1-1,0 0 1,-1 0 0,3 0-1,6-1 68,-1 0 0,1 0 0,-1-1 1,0 0-1,0-1 0,0 0 0,0 0 0,0-1 0,9-6 0,76-51-20,-50 30-34,62-41-111,50-32-1412,-52 38-2812,-42 29-868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2:04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0 311 14711,'0'0'6147,"4"-4"-5934,-3 3-209,-1 0 0,1 1 0,-1-1-1,0 1 1,1-1 0,-1 1 0,1-1 0,-1 1 0,1-1-1,-1 1 1,1 0 0,0-1 0,-1 1 0,1 0 0,0-1-1,-1 1 1,1 0 0,-1 0 0,1-1 0,0 1 0,0 0 0,-1 0-1,1 0 1,0 0 0,-1 0 0,1 0 0,0 0 0,-1 0-1,1 1 1,0-1 0,-1 0 0,1 0 0,0 0 0,-1 1 0,1-1-1,0 0 1,-1 1 0,1-1 0,0 1 0,13 33 444,-7-12-250,-6-20-175,0 1-1,-1-1 1,1 1-1,1-1 0,-1 1 1,0-1-1,1 0 1,-1 0-1,1 1 0,-1-1 1,1 0-1,0 0 1,0-1-1,0 1 1,0 0-1,0-1 0,1 1 1,-1-1-1,0 0 1,1 1-1,2 0 0,0-2 36,-1 1 0,1-1 0,-1 0 0,1 0 0,-1 0 0,1-1 0,-1 1 0,1-1 0,-1 0 0,1-1-1,-1 1 1,8-4 0,43-22 192,0-3 0,71-52 0,-8 5-482,29-6-1674,-49 31-2479,-23 11-2794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2:23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7059,'0'0'17368,"100"-47"-17272,-24 35-48,16 0-16,0 2-32,-7 8-432,-12 2-464,-12 0-737,-14 9-688,-18 15-1345,-16 5-2897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2:23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16488,'0'0'8724,"100"-17"-8612,-21 12-112,5 3 0,8-1 0,3 3-289,-3 0-991,-3 0-753,-10 8-256,-15 11-1105,-20-1-2096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2:24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17464,'0'0'4434,"171"-33"-4306,-97 31-80,3 2-96,-1 0 0,-5 0-384,-5 0-625,-6 0-1504,-10 0-1329,-21 7-4754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2:24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14887,'0'0'6467,"152"-10"-6099,-96 1-160,-1 4-208,0 3-32,-2-1 0,0 3-400,-6 0-689,-13 0-1904,-13 0-3522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2:45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14359,'0'0'5125,"33"7"-4448,-2-1-547,25 6 109,111 8 1,56-4 133,168 6-272,-389-22-116,0 0 0,-1 0 0,1 1 0,0-1 0,-1 1 0,1-1 0,0 1 0,-1 0 0,1 0 0,-1-1 0,1 1 0,-1 0-1,0 0 1,3 3 0,7 4-1937,3-3-3529,6-4-5559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09:12:46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12470,'0'0'6768,"-9"0"-6205,-17 0-268,37 0 2,62 0 136,519 6 573,-1 35-895,-523-31-96,-32-4-24,67 2 1,-102-8-102,-4 0-429,-48 0-3967,10 0-1027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1T09:13:08.0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10323 16692 750 0,'0'0'169'0,"0"0"-155"0,0 0 35 0,0 0 62 0,0 0-32 15,0 0-63-15,0 0-7 0,0 0 16 0,13-6-18 0,-7 6 5 0,4 6-1 16,0 7 16-16,12-2-9 15,-9-5-1-15,0-1-10 0,3-5-3 16,12 0-2 0,21-8 1-16,47-30 1 0,35-20-4 15,46-22-21-15,18-8-137 16,-15-2-316-16</inkml:trace>
  <inkml:trace contextRef="#ctx0" brushRef="#br0" timeOffset="1499.75">18556 16778 305 0,'0'0'291'0,"0"0"-280"0,0 0-11 0,0 0 31 0,0 0 2 0,0 0-19 15,16 0 5-15,-9 0 55 16,-4 0-5-16,7 0-34 16,-1 4-1-16,1 5-12 15,3 3 23-15,-7-3-8 16,4 4-9-16,9-1-4 16,-6-4-3-16,-7-1-13 15,4-4 10-15,-1-3-4 16,-9 0-3-16,7 0-4 15,-4 0-3-15,13 0 8 0,13-16 1 16,9-10-6 0,20-5 0-16,16 0-7 0,9-8-38 15,13-4-104-15,7 6-143 16</inkml:trace>
  <inkml:trace contextRef="#ctx0" brushRef="#br0" timeOffset="2484.88">25106 16659 848 0,'0'0'76'0,"0"0"-52"0,0 0 59 16,0 0-2-16,0 0-33 15,0 0-31-15,61 0-3 16,-29 12 3-16,-6 2 19 16,-4-4-18-16,4-1 9 15,-7-1-16-15,4-7-10 0,9-1 5 16,9 0 0-16,27-23-3 15,12-20 1-15,35-8-4 16,20-14-5-16,6-2-37 16,13-5-66-16,6 0-87 15,1 0-283-15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1T09:13:39.7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5219 6452 213 0,'0'0'444'0,"0"0"-300"0,0 0-37 0,0 0-26 16,0 0-12-16,0 0-4 16,0 0-33-16,0 0 18 15,35 47-18-15,-28-39-12 16,-1 0-8-16,-6-7 18 16,0-1-6-16,0 0 13 15,0 0-7-15,0 0 7 16,0 0-7-16,0 0 3 15,0 0 4-15,0-5 1 16,0-11-9-16,0-3-16 16,0-3-12-16,0-2 8 0,0 0-9 15,3 2 0 1,10-2 1-16,3 4 0 0,-3 5 7 16,3-4-3-16,-6 4-4 15,12 6 0-15,-9 0 8 16,0 3-6-16,12-2-3 15,-2 1 2-15,2 1-4 16,17 1 2-16,0 1-1 16,9 3 2-16,4-6-2 15,2 0 0-15,7 5 1 0,10 1-5 16,-7-4 7 0,7 3-2-16,-6-3 4 15,8 0-4-15,1 1 0 16,-6-1 0-16,6 5 0 0,9-3-1 15,-12 3 1-15,10 0 0 16,-1 0 0-16,-6 0 0 16,3-1-1-16,-6 0 0 15,6-2 1-15,-13 1 0 16,10 2 2-16,0-3-2 16,-3-2 2-16,-7 4-2 15,7-5 0-15,0 1 0 16,9 1 0-16,-6 3 0 15,-3-4 0-15,-1 3 0 16,-5-2 0-16,6 1-5 16,-4 2 5-16,4-3-1 15,9 4 1-15,13 0 0 0,-3 0-4 16,23 0 0 0,-7-3 3-16,3-1 0 0,-3 3 1 15,0-4 0-15,-6 3 2 16,2-2-3-16,1 1 1 15,-22 2-2-15,-4-3 2 16,-29 4 0-16,-6-3 0 16,-19-1 0-16,-7 3-5 15,3-4 9-15,1-1-4 16,-7 2 0-16,9-4 0 16,-5-1-1-16,5 0 7 15,-6-3-6-15,-6-1 6 0,-3-1-5 16,-4 4 3-1,1-7 0-15,-7 7 1 0,3-7-3 16,-3 4 2-16,3 2 4 16,-3 0-3-16,7 7 0 15,-7-1 6-15,0 4-3 16,3 1-2-16,-3 0-1 16,0 0-5-16,0 0 0 15,0 0-2-15,0 0-2 16,9 0-2-16,-2 1 5 15,12 11 1-15,-9 0 0 16,9 0-2-16,-6 3-1 16,-7 0 6-16,13 4-3 15,-12 1 1-15,2 0-2 16,1 1 1-16,3-3-2 0,-4-3 2 16,-2 0 1-16,2-4-1 15,1-3-4-15,0 0 4 16,-1-2-4-16,7-3 2 15,-3 0 0-15,6 1 1 16,10-1-2-16,-3 2-2 16,12-2 2-16,20-3-8 15,6 0 6-15,26 0 4 16,-10 0 1-16,13 0-1 16,0 0-2-16,-16 0 2 15,10 0-2-15,-14 0 2 0,4 0-1 16,3-3 2-16,-3-2-1 15,0 1 1-15,0 0 0 16,7 2-2-16,-1-1 2 16,13-2-3-16,-3 4 6 15,0-3-1-15,10-3-2 16,3 3 0-16,-4-2-1 16,1 1 1-16,9 0 3 15,-6 1-3-15,-4 0 0 16,7 1-3-16,0-2 3 15,10 1-3-15,6 2 0 16,-3-2 3-16,0 3 0 16,0-6 1-16,19 6-1 15,-7-2-1-15,14-2-2 0,-14 4 1 16,1-2 4-16,-7-1-2 16,-9 4 0-16,6-2 3 15,-13 1-6-15,13-3-1 16,-3 1 4-16,0 3 8 15,-4-1-7-15,-12-3-1 16,6-1 0-16,-9 2 1 16,3 2-1-16,-4-4 0 15,-5 4 2-15,-4-6-2 16,0 2 1-16,3 0 0 16,6 2-1-16,7-1-1 15,-3 2 1-15,10-1 1 16,-4-2-1-16,-3 1 0 15,-13-1-2-15,10 1 0 0,-4 0 2 16,-18-1 0-16,-1 0 0 16,-6 4-1-16,-10-2 1 15,7 3 0-15,0-1 0 16,0 1-1-16,6 0 1 16,-10 0-6-16,7 0 6 15,0-4 0-15,7 4 2 16,9 0-1-16,-4 0 1 15,1 0-1-15,-7 0-1 16,-15 0-3-16,-11 0 3 16,-12 0 0-16,-13 0-3 0,-16 0 3 15,4 0 6 1,9 0-6-16,-4 0 0 0,14 4 1 16,9-3-1-16,-10 2 0 15,7 1 0-15,-13 1 1 16,-16 1-1-16,7-5-1 15,2 2 0-15,-25 2-2 16,10-1 2-16,-4 1-1 16,4 4 2-16,0 0-1 15,-1 5 2-15,1-1-2 16,-7-1 1-16,7 3 0 16,-7 3 1-16,0-2 0 15,0 7 0-15,4-2 0 0,-7-3 2 16,0-2-2-16,0 4 0 15,0-8 1-15,0 2-2 16,9-9 3-16,-9-5-3 16,0 0 0-16,0 0-1 15,10 0 1-15,-10 0-6 16,0 0-70-16,0 0-131 16,0 0-107-16</inkml:trace>
  <inkml:trace contextRef="#ctx0" brushRef="#br0" timeOffset="1316.42">22147 5841 681 0,'0'0'210'0,"0"0"-41"0,0 0-43 0,0 0-37 0,0 0-36 0,0 0 8 16,10-54-9-16,-10 54-15 16,0 0-20-16,-16 4-1 15,-42 22-12-15,4 13 4 16,-33 4 1-16,13 8-2 16,0 5 2-16,-12 1-2 15,9 1-7-15,6-5-2 0,4-8 2 16,25-5 0-1,10-13 3-15,10-8-3 0,12-9-1 16,1-4 1-16,9-6 1 16,0 0 1-16,0 0-2 15,0 0 14-15,-7-11-9 16,7-8-1-16,-13-5 0 16,13-6-4-16,0 3 2 15,0 2 7-15,0 3-9 16,0 12 9-16,0 5 8 15,0 5-5-15,0 0-1 16,0 0-8-16,0 0-3 16,0 20-3-16,0 7 2 0,0 6-3 15,0-5 4-15,0-1 1 16,0-5-1-16,0-5 4 16,20-6-4-16,9-2 0 15,15-3-4-15,5-6 2 16,15 0 1-16,-13 0-17 15,3 0-43-15,-5 0-88 16,-5-3-113-16,-12 0-276 16</inkml:trace>
  <inkml:trace contextRef="#ctx0" brushRef="#br0" timeOffset="4117.58">26725 7885 993 0,'0'0'58'0,"0"0"10"0,0 0 7 0,0 0-1 0,0 0-49 0,0 0-25 15,0-30 0-15,0 30-15 16,0 20-59-16,0 17-93 16,0 14-277-16</inkml:trace>
  <inkml:trace contextRef="#ctx0" brushRef="#br0" timeOffset="4299.8">26741 9138 783 0,'0'0'45'0,"0"0"-45"15,-3 120 3-15,6-64-3 16,36 5-44-16,-1 14-74 15,23 6-219-15</inkml:trace>
  <inkml:trace contextRef="#ctx0" brushRef="#br0" timeOffset="4483.62">27194 10460 711 0,'0'0'167'0,"0"0"-128"0,-20 118 61 15,20-66-52-15,0 10-2 16,20 5-46-16,5-13-16 16,-2 10-5-16,2-1-62 15,-15 9-206-15,0 4 252 16</inkml:trace>
  <inkml:trace contextRef="#ctx0" brushRef="#br0" timeOffset="4632.75">27258 11981 548 0,'0'0'177'0,"-29"121"-2"16,19-68-102-1,-9-6-5-15,13-9-58 0,6 1 53 16,0-3-63-16,0-3-17 16,0 11-88-16,0 10 32 15,0 0-272-15</inkml:trace>
  <inkml:trace contextRef="#ctx0" brushRef="#br0" timeOffset="4782.76">27200 13325 943 0,'0'0'94'0,"0"0"-18"15,0 0 24-15,0 0-46 0,0 0-54 16,0 0-57-16,-64 74-200 15</inkml:trace>
  <inkml:trace contextRef="#ctx0" brushRef="#br0" timeOffset="33018.99">23279 8277 971 0,'0'0'108'0,"0"0"23"0,0 0 12 16,0 0-23-16,0 0-40 0,0 0-50 16,0 0-19-16,0 0-11 15,128-81 0-15,-41 49 0 16,15 2 0-16,1 10-23 16,3 1-94-16,-13 3-147 15,-26 7-195-15</inkml:trace>
  <inkml:trace contextRef="#ctx0" brushRef="#br0" timeOffset="33504.25">24898 9244 1013 0,'0'0'117'0,"0"0"-35"0,0 0 11 0,0 0-77 0,0 0-16 16,0 0 0-16,349-96-3 16,-249 77-17-16,-4 1-88 0,-22 1-204 15</inkml:trace>
  <inkml:trace contextRef="#ctx0" brushRef="#br0" timeOffset="34019.87">23221 10492 826 0,'0'0'111'0,"0"0"-111"0,0 0 21 0,0 0 27 0,0 0-44 16,0 0-4-16,170 0-7 15,-96 0-224-15</inkml:trace>
  <inkml:trace contextRef="#ctx0" brushRef="#br0" timeOffset="34402.56">24767 12411 1128 0,'0'0'43'15,"0"0"-10"-15,0 0 47 16,0 0 11-16,0 0-82 16,0 0-9-16,118-23-27 15,-22 8-109-15,7-5-207 16</inkml:trace>
  <inkml:trace contextRef="#ctx0" brushRef="#br0" timeOffset="35385.25">27841 8397 1012 0,'0'0'100'0,"0"0"30"0,0 0 65 0,0 0-77 16,0 0-92-16,0 0-19 15,0 27-4-15,0 21 7 16,13 11 4-16,-7 4-8 16,1-2 2-16,-1-6-6 15,1-8 4-15,12-9-6 16,10-8-3-16,-4-13 3 15,14-7 0-15,-4-10-4 16,7-3 4-16,3-26 1 0,0-10-1 16,-13-6 3-16,-7-3 0 15,-12-3-3-15,-6 1 0 16,-7 4 1 0,0 10 1-16,0 13-1 0,0 10 6 15,0 10 4-15,0 3 6 16,0 0-5-16,0 21-11 15,0 21-1-15,0 16 6 16,0 14 4-16,0 6-1 16,0 10-4-16,9-6-1 15,1-3-4-15,15-11 0 16,-2-11-5-16,6-9-19 0,9-12-34 16,7-9-90-1,13-12-96-15,6-6-137 0</inkml:trace>
  <inkml:trace contextRef="#ctx0" brushRef="#br0" timeOffset="37285.75">29470 8906 903 0,'0'0'223'0,"0"0"-30"0,0 0-24 0,0 0-66 0,0 0-45 16,0 0-15 0,-135-84-15-16,100 97-27 0,-4 20 7 15,-5 6-8-15,18 9 1 16,3-2-1-16,14-2 1 16,9-5-1-16,0-11-3 15,38-2 2-15,17-9-1 16,3-9 1-16,9-6-6 15,3-2 6-15,7 0-4 16,-3-10 1-16,-3-17-3 16,2-11 7-16,-5-4-9 15,-4-10-8-15,-6-6 4 0,-14 0 6 16,-15-2 3 0,-13-3 2-16,-16 4 2 0,0 2 2 15,0 8-1-15,-9 8 5 16,-14 10 9-16,-9 10-1 15,23 9 15-15,2 10-13 16,-12 2 2-16,0 0-18 16,-4 27 2-16,-6 12-2 15,-6 11 3-15,25 1-1 16,4 3-2-16,-4 4 0 16,10 0 2-16,0-1-2 15,0-5 0-15,26-10-1 16,29-3-2-16,-7-8 0 15,0-8 2-15,19-5-4 16,-19-9 3-16,13-5-6 16,-6-4 0-16,-7 0 4 15,3-3 3-15,4-14 0 0,-7-3-1 16,-10-2-5-16,-3-1 7 16,-12-3 5-16,-7 2-5 15,-7 0 0-15,-9 2-5 16,0-1 5-16,0 4 4 15,0-2-3-15,0 3-1 16,-9 5 0-16,-7 2 3 16,0 3-3-16,0 8 0 15,-3 0-1-15,-7 0-1 16,-3 0 2-16,3 10-2 0,4 12-2 16,-4 4 4-16,13-3 4 15,4 3-2-15,9-3-4 16,0-1 0-16,0-4 2 15,0-5-2-15,3-2 1 16,16 0 2-16,4-3-4 16,-7-1 3-16,3-4-3 15,-3-3 3-15,13 0 4 16,-10 0-3-16,7 0 1 16,-4-10-2-16,-3-6 1 15,4 1-1-15,-10-1 1 16,6 5 3-16,-6-1-4 15,-7 4 0-15,4 4 1 0,-10 3 1 16,9 1-2 0,-9 0 0-16,0 0 0 0,0 0-4 15,10 0 3-15,6 0-8 16,-3 1 9-16,6 12 0 16,-3 2 1-16,7-3 0 15,-4 3-1-15,-6-3 0 16,-1-4-1-16,-2-1 0 15,-4-5 1-15,-6-2 5 16,7 0-5-16,-4 0 0 16,7 0 2-16,9-5 6 15,10-14-6-15,9-6 3 16,4-6-3-16,0-4 4 16,9-7-6-16,-9-2 0 0,-1 8 2 15,-15 9-1-15,-7 10 1 16,-3 12-1-16,-16 5 4 15,0 0-4-15,0 0 1 16,0 0-2-16,3 0-4 16,4 16-6-16,6 5 10 15,3 6 0-15,3 2 0 16,3-1 2-16,-2-2-2 16,-4-4 2-16,6-3-2 15,-19-1-2-15,-3 2 2 16,0-4-2-16,0 1 2 15,-25 0 0-15,-11-7 2 16,1 0-2-16,3-2 0 0,16-4-2 16,3-4 1-16,13 0 1 15,0 0-2-15,0 0 2 16,0-14-4-16,39-11 0 16,-1-2 0-16,17-1 4 15,2-7 0-15,7 4-1 16,-9-2 1-16,-17 8 0 15,-9 6 1-15,-13 9-1 16,-12 5 4-16,-4 5-3 16,0 0 2-16,0 0-3 0,0 0-1 15,0 7-7 1,3 9 8-16,13 0 0 16,6 6 0-16,4-3 0 15,3 1 0-15,9-2 0 0,-3-1 0 16,-6 2 0-16,3-3 0 15,-16-1 0-15,-16-3 0 16,0 0-1-16,0 0-3 16,-32 2 4-16,-13-2-5 15,10-2 5-15,-3-2-9 16,15-3 3-16,17-1-10 16,-4-4 9-16,10 0 7 15,0 0-3-15,0-4-8 16,26-14 8-16,25-6-1 15,10-3 2-15,0-4 2 0,-6-4 0 16,5 0 0-16,-15-4-3 16,-9 3 3-16,2 7 3 15,-15 6 3-15,-11 14 5 16,-12 6 3-16,0 3 5 16,0 0-10-16,0 0-9 15,4 19-2-15,12-1 2 16,6-1 0-16,4 5 1 15,12-5 0-15,7 3 1 16,-6 6 0-16,-1-4-2 16,-9 2 0-16,-10 2 0 15,-19-5-2-15,0-2-2 16,0-1-1-16,-6-1 2 16,-42-4-3-16,-10 1-9 0,-9-2-38 15,-20-2-106-15,-25 7-137 16,-29-6-287-16</inkml:trace>
  <inkml:trace contextRef="#ctx0" brushRef="#br0" timeOffset="43171.93">27530 5524 697 0,'0'0'199'0,"0"0"-47"0,0 0-32 16,0 0-28-16,0 0-21 0,0 0 31 15,0 0-29 1,42-54 0-16,-42 54-16 0,0 0-18 16,-3 0-10-16,-42 5-23 15,-3 20-2-15,-20 10 5 16,11 10-8-16,9 4 7 16,12 1-4-16,11 1 9 15,25-5-4-15,0-4-8 16,0-3 6-16,0-9-4 15,32-6 2-15,16-4-5 16,13-5 7-16,0-9-6 16,6-6 3-16,0 0-2 15,1 0 2-15,-1-6-2 16,-13-10-1-16,-9-3 0 0,0 0-1 16,-13-2-1-16,0 0-17 15,-6 0 7-15,0-5-8 16,15-1-6-16,-5-4 7 15,-8-5-2-15,8-6 1 16,-11 3 10-16,-9-3 8 16,-9 2 1-16,-1 3 1 15,-6 9 6-15,0 12 7 16,0 6 6-16,0 10 4 16,0 0 7-16,0 0-10 15,0 7-17-15,0 21 2 16,0 6 4-16,-6 13-1 15,-7 2 0-15,3 2-3 0,4 3-2 16,6-5-3-16,0-5-1 16,0-6 0-16,29-13 0 15,0-2 0-15,-4-11-3 16,-5-7-2-16,8-5-7 16,-2 0 7-16,6 0-10 15,-9 0-16-15,2-13-40 16,1 3-64-16,-1-1-103 15,-2 1-43-15,-4 0-157 16</inkml:trace>
  <inkml:trace contextRef="#ctx0" brushRef="#br0" timeOffset="43504.67">28713 5527 682 0,'0'0'406'0,"0"0"-155"0,0 0-40 0,0 0-98 16,0 0-55-16,0 0-28 16,0-13-21-16,0 40 1 15,0 9 33-15,7 4-20 16,-1 4-4-16,0-3 1 0,-2-1-16 15,5-1-4 1,-9-7 2-16,7-4-2 0,-7-7-11 16,9-7-11-16,1-9-32 15,3 1-16-15,16-6-48 16,6 0-112-16,19 0-78 16,4 0-184-16</inkml:trace>
  <inkml:trace contextRef="#ctx0" brushRef="#br0" timeOffset="43987.24">29675 5688 695 0,'0'0'459'15,"0"0"-222"-15,0 0-49 16,0 0-90-16,0 0-50 16,0 0-28-16,-16-6-8 15,67 3-6-15,7-5 8 16,9 4-12-16,1-2 0 16,-4 0-2-16,10-2-1 15,-17 4 1-15,-12-5 0 16,-13 3-11-16,-22-5 0 15,-10 3-2-15,0-1 7 0,0-2 0 16,-3 2-2-16,-26 0 8 16,-7 1 3-16,11 4-3 15,15 0 5-15,1 4 11 16,9 0 11-16,0 0-10 16,0 0-6-16,0 0 0 15,0 0-6-15,9 0-5 16,17 4 1-16,22 14 0 15,-6 0 1-15,-10 4 3 16,-3 1-5-16,-10 3 0 16,-13-4-3-16,-6 3 0 15,0 2-13-15,-25 2-13 16,-11-2-57-16,-12 0-140 16,7-5-190-16</inkml:trace>
  <inkml:trace contextRef="#ctx0" brushRef="#br0" timeOffset="45820.18">30672 5493 555 0,'0'0'176'0,"0"0"14"0,0 0-68 0,0 0-28 16,0 0-29-16,0 0-4 16,0 0-1-16,0 0-1 15,0 0-2-15,0 0-13 16,0 0 0-16,0 0-15 16,0 0 8-16,0 0-17 15,0 0-16-15,10 0 2 16,28 0 5-16,10 0-3 15,0-3 9-15,7-2-15 0,3 1 2 16,9-4 0 0,-6 1-4-16,-3 1 0 0,15 0 3 15,-15-5-1-15,9 3-2 16,-19 0 1-16,-19 4 0 16,-13 0 0-16,-3 1 0 15,-13 3-2-15,0-1 2 16,0 1-2-16,0 0 1 15,0 0-3-15,0 0 2 16,0 0-2-16,-22 0 1 16,-1 1 1-16,-9 6-4 15,0-2 3-15,0 0 0 16,0 1 0-16,13 1-5 16,3-2 0-16,-7-1 1 0,4 1-1 15,0-3 6-15,6-2 1 16,0 0-1-16,4 0 1 15,9 0 1-15,-10 0-1 16,10 0 1-16,0 0 2 16,0 0-2-16,0 3 4 15,0-3-4-15,0 0 1 16,0 1-1-16,0 8-1 16,0 8 1-16,0 8 0 15,0 4 6-15,0 5-1 16,0 3 0-16,0 2 3 15,0 3-2-15,0 0-7 16,0-1 6-16,0-4-6 0,0-2 2 16,0-7-2-16,0-6 0 15,0-9 2-15,0-4-2 16,0-3 0-16,0-2 2 16,0-4-2-16,0 0-2 15,0 0-5-15,0 0-6 16,0 0-17-16,0 0-45 15,0 0-71-15,0 0-55 16,0-5-49-16,0-4-161 16</inkml:trace>
  <inkml:trace contextRef="#ctx0" brushRef="#br0" timeOffset="46653.31">31211 5747 573 0,'0'0'267'0,"0"0"-19"0,0 0-79 0,0 0-25 16,0 0-44-16,0 0-44 16,16-22-37-16,-16 44-6 15,0 5 12-15,0 1-15 16,0-1-6-16,9-3-3 16,11-5-1-16,2 1 1 15,4-8-1-15,3-5-1 16,9-2-3-16,-3-5 3 15,4 0 1-15,-4 0-8 0,0-5 1 16,-3-12 0-16,-3-5 3 16,-10 0 1-16,-2-2 3 15,-8 1 0-15,1 3 1 16,-7 4 25-16,3 6-3 16,-6 9 5-16,0 1 5 15,0 0-8-15,0 0-14 16,0 0-3-16,0 8-7 15,0 11 2-15,13 3 0 16,3 2-2-16,3-3-1 16,-2 0 1-16,5 0-6 15,0-5 4-15,4-1-7 0,0-4-24 16,-7-2-9 0,3-6-45-16,-6-3-19 0,0 0-50 15,0 0 20-15,-9-12 20 16,2-7 51-16,-9-4 59 15,0-1 5-15,0 6 38 16,0 3 66-16,0 6-2 16,0 1 10-16,0 4-20 15,0 4-29-15,7 0-17 16,6 0-26-16,6 0-4 16,19 0-9-16,4 12 1 15,9 3-7-15,-3 4 1 16,7-2-1-16,-7 1-2 0,-3-2-7 15,-19-1-54 1,-7-3-66-16,-16-4-57 0,3-6 0 16,-6-2-11-1,0 0-47-15,0 0-17 0,0-17 70 16,0-6 190-16,-9-1 190 16,2 2 18-16,-5 4-80 15,2 6 93-15,-6 9-77 16,10 3 1-16,-14 0-19 15,1 0-49-15,-3 11-21 16,-10 11-31-16,-10 8-6 16,10-3-4-16,0 0-14 15,9 0-1-15,11-4-6 16,-5-4-25-16,11-6-88 0,6-6-51 16,0-7-42-16,0 0-62 15,16 0 77-15,16-4-279 16</inkml:trace>
  <inkml:trace contextRef="#ctx0" brushRef="#br0" timeOffset="47304.93">32208 5979 427 0,'0'0'188'0,"0"0"-49"0,0 0-23 0,0 0-4 0,0 0-29 16,0 0-17-16,269-87-28 16,-246 72 27-16,-7 5-36 15,-7-1 7-15,-6 0 42 16,-3 7-18-16,0 0-10 15,0 4 2-15,0 0-18 16,0 0-30-16,-19 0-1 16,-3 8 2-16,-4 11-5 0,17-2-10 15,-1 0 7-15,10 0 2 16,0-7-6-16,0-1-8 16,0 0 7-16,35-4-29 15,4-1 14-15,9-4-12 16,6 0-9-16,4 0-15 15,3 0 42-15,-7-17-10 16,-9 1-13-16,-3-4 40 16,-16 2-4-16,-7 1 9 15,-13 3 10-15,-6 5 26 16,0 3 24-16,0 3-22 16,-6 3-30-16,-17 0-11 0,-2 0 4 15,-4 3-4-15,3 11-3 16,13 1 1-16,-6-2-13 15,13-1 5-15,6-3 5 16,0-4-33-16,0-1-19 16,0-4 8-16,6 0 32 15,23 0 6-15,0-15 9 16,0-6 0-16,-7-5 4 16,-15 4 5-16,2-5 3 15,1 0 25-15,-10 0-1 16,0 0 9-16,0 3 6 0,0 9-10 15,0 9-5 1,0 6 1-16,0 0-25 0,-10 0 2 16,1 13-9-1,2 13 6-15,-6 5-11 0,13 5 3 16,0 2-8-16,0 1 5 16,0 2-7-16,0-9-40 15,0-1-61-15,0-6-75 16,13-7-22-16,13-9-136 15,12-7-108-15</inkml:trace>
  <inkml:trace contextRef="#ctx0" brushRef="#br0" timeOffset="47572.14">33183 5907 429 0,'0'0'266'0,"0"0"9"0,0 0-127 0,0 0-100 0,0 0-4 0,0 0-14 0,0 24-30 15,0-9 2-15,0-4-2 16,0-6 2-16,12 3-2 16,4-5 4-16,4-3-4 15,-8 0 0-15,14 0 5 16,-7-12 16-16,1-6 37 16,-4-2-24-16,-16 0 21 15,0 4 2-15,0 0-32 0,0 5-21 16,-16 7-3-1,-23 1-1-15,-3 3-52 0,-6 0-101 16,-3 7-183 0</inkml:trace>
  <inkml:trace contextRef="#ctx0" brushRef="#br0" timeOffset="48454.6">32189 6783 744 0,'0'0'268'0,"0"0"-96"0,0 0 25 0,0 0-35 15,0 0-95-15,0 0-23 16,-154-27-35-16,138 46-5 16,6 8-3-16,10 3 8 15,0-1-8-15,0-5-1 16,35-6 0-16,13-8-1 0,1-6 1 16,-1-4 0-16,-3 0-4 15,-13-5 4-15,-16-9 1 16,-7-3-1-16,-9-3-6 15,0 0 1-15,-3 3-4 16,-32 2 2-16,9-2 7 16,7 0-3-16,6 4 1 15,7-2 1-15,6 2-3 16,0 0 3-16,0 4-5 16,28 5 4-16,-2 3 1 15,13 1-3-15,-1 0 2 16,7 4 1-16,-3 19 0 15,-17 4 2-15,1-2-2 0,-7-1 2 16,-9-9-3 0,-7 0-1-16,-3-11 3 0,0-2 1 15,0-2 4-15,0 0 1 16,0-9 1-16,10-15-3 16,6-11-4-16,16 1 2 15,-7-2 2-15,11 8-3 16,-4 2-2-16,-10 7-1 15,4 5-1-15,6 9-41 16,0 5-154-16,3 0-151 16,7 2-328-16</inkml:trace>
  <inkml:trace contextRef="#ctx0" brushRef="#br0" timeOffset="49555.08">32554 7382 736 0,'0'0'304'0,"0"0"-179"0,0 0 37 0,0 0-58 15,0 0-75-15,0 0-4 0,-29 54-10 16,26-26 11-16,-3 2-6 16,-1-7-8-16,4-10-8 15,-3-6 0-15,6-5 3 16,0-2-5-16,-13 0 43 15,6-5 7-15,4-17-35 16,-3-7-9-16,6-6 0 16,0-4-4-16,0 3 3 15,0 9-7-15,16 9 7 16,-13 10 2-16,7 8 2 16,-1 0-10-16,7 4-1 0,7 22 0 15,22 6 0-15,-10-4 4 16,13 2-4-16,0-6-2 15,0-3-1-15,0-8 2 16,-6-5-9-16,-7-7 2 16,-9-1-1-16,-4 0 9 15,-6-13 2-15,0-13 4 16,-16-5-3-16,0-1 2 16,0-3-5-16,0 6 1 15,0 2 4-15,0 7-2 16,0 13-3-16,0 2-3 15,0 5-1-15,0 0-41 0,-6 11-30 16,6 12-57 0,0-3-86-16,0-1-16 0,0-6-69 15,6-4 97 1,23-3 58-16,-3-2 148 0,-7-1 34 16,0 0 130-16,1 2-28 15,-8 1 66-15,4 4-38 16,-6 7-34-16,-10 6-58 15,16 2-14-15,-3-1-20 16,-4 2-23-16,11-4-15 16,5-4 0-16,-2-3 0 15,2-8 0-15,-15-3 0 16,9-4 1-16,1 0 0 16,-4-11 11-16,6-13-10 0,-16-3 15 15,-6-3-5-15,0 2-4 16,0 1 21-16,-6 6-14 15,-26 7-9-15,6 10-5 16,7 4 6-16,9 0-7 16,10 0 0-16,0 0-9 15,0 4 9-15,0-3-25 16,10-1 0-16,25 0-10 16,7 0 8-16,6-1 6 15,-3-17 9-15,-7-4 10 16,1-5 2-16,-1-5 3 0,-12-2 3 15,-3-3 10 1,-11 3 23-16,1 10 4 16,-13 11 22-16,0 8 8 0,0 5-7 15,0 2-41-15,0 28-17 16,0 10 19-16,0 10-6 16,0 2-10-16,0-3 0 15,0 1-10-15,16-7-1 16,-3-6-6-16,6-10-50 15,0-10-89-15,-2-10-168 16,2-7-127-16</inkml:trace>
  <inkml:trace contextRef="#ctx0" brushRef="#br0" timeOffset="49705.52">33785 7444 822 0,'0'0'267'0,"0"0"-68"0,0 0 5 0,0 0-126 0,0 0-53 15,0 0-21-15,241-58-4 16,-177 42-1-16,0 2-38 16,-16 4-136-16,-22 5-269 15</inkml:trace>
  <inkml:trace contextRef="#ctx0" brushRef="#br0" timeOffset="50705">27639 7650 590 0,'0'0'338'0,"0"0"-127"0,0 0-51 0,0 0-39 16,0 0-57-16,0 0-8 15,-231 42-30-15,193 6 6 16,9 4-10-16,10-1-5 0,19-2-10 16,0-6-1-16,0-12-5 15,35-3 6-15,16-10-7 16,17-13 0-16,12-5 0 15,-3 0 0-15,6-15 1 16,-3-14 0-16,-9-5-1 16,-13-11-8-16,-10-1 6 15,-4-5-5-15,-21-8-4 16,-1-2 11-16,-22 2 8 16,0 1-8-16,0 13 1 15,-6 13-1-15,-10 12 21 16,6 11-5-16,7 9 14 15,-10 0 6-15,-9 0-21 16,-7 25-15-16,0 13 0 16,0 14 8-16,13 5-5 0,7 6-3 15,5 2 0-15,4-7 1 16,0-4 1-16,10-8 3 16,32-12-5-16,-7-9-2 15,19-10-4-15,-15-6 5 16,-1-6 0-16,1-3-7 15,-10 0-19-15,0 0-33 16,9-16-95-16,-12 0-118 16,15 0-178-16</inkml:trace>
  <inkml:trace contextRef="#ctx0" brushRef="#br0" timeOffset="51026.53">28421 7740 861 0,'0'0'237'0,"0"0"-123"0,0 0-39 0,0 0-44 15,0 0 5-15,0 0-24 16,183 9 3-16,-167 23 2 16,-16 3 12-16,0 4-5 15,0 2-1-15,-29-2 5 16,-16-3-7-16,17-5-2 15,8-8 5-15,11-8-13 16,9-7-1-16,0-4 0 16,0-4-9-16,22 0 13 15,13 0-2-15,23 0-2 0,-13-3-5 16,3-10-3-16,10-1-2 16,0-4-12-16,-4 0-81 15,4 3-112-15,3-1-86 16,3 5-314-16</inkml:trace>
  <inkml:trace contextRef="#ctx0" brushRef="#br0" timeOffset="51454.86">29310 7816 692 0,'0'0'359'0,"0"0"-118"0,0 0-43 0,0 0-77 0,0 0-82 0,0 0-11 0,6-54-23 0,36 53 3 15,12-2 0-15,10 3 0 16,13 0-1-16,7 0 3 0,2 0 3 16,-3 0-6-16,-18 7-7 15,-17 2-8-15,-19 1 7 16,-20-2 0-16,1 0 1 16,-10 0-2-16,0 0 4 15,-10 0-2-15,-19 1 2 16,-3-3-2-16,-3 6 0 15,-10 0 0-15,7 0-36 16,-7 3-7-16,-3 3-89 16,22-3-137-16,4 1-127 15</inkml:trace>
  <inkml:trace contextRef="#ctx0" brushRef="#br0" timeOffset="52188.08">29781 7735 706 0,'0'0'229'16,"0"0"-33"-16,0 0-40 0,0 0-48 0,0 0-27 16,0 0-7-16,-19-66-37 15,19 62-2-15,19 3 0 16,16 1-26-16,4 0-3 15,9 0-4-15,6 4-2 0,4 12-3 16,-4 4 3 0,-15-1 0-16,6 5 9 0,-23-1-8 15,-6-4-1-15,-9 4-9 16,-7 0 9-16,0-3 0 16,-13 3 0-16,-26-4-1 15,1 3-8-15,-7-5-14 16,16 0-29-16,-9-2-73 15,9 2-93-15,13-7-73 16,13-3-348-16</inkml:trace>
  <inkml:trace contextRef="#ctx0" brushRef="#br0" timeOffset="53953.71">30935 7874 643 0,'0'0'150'0,"0"0"44"0,0 0-20 0,0 0-44 15,0 0 1-15,0 0-45 16,-19-102-18-16,-10 109-46 16,0 25-13-16,-13 12-4 15,14 6 7-15,15 4-8 16,13-1-1-16,0-9-6 16,13-3 3-16,41-11-1 15,10-15 0-15,4-6-5 16,-4-9-1-16,-10 0-1 15,-6-10 8-15,-16-16 1 16,-6-3-1-16,-13-5 3 16,-13-2 0-16,0 0-3 0,-26 2 5 15,-22 2-3-15,-10 8 8 16,7 3 2-16,6 6-9 16,7 4-3-16,12 3 5 15,13 4-5-15,10 4 0 16,3 0-6-16,0 0 0 15,0 0-12-15,6 0-6 16,36 0 15-16,6 0 8 16,10 0-3-16,9 0 0 15,7 0-1-15,6 7-1 16,-6 9-7-16,-4 4 4 16,-9 3-6-16,-6 4 10 0,-7 2-4 15,-26-2 4-15,-18 0-12 16,-4-5 6-16,0-7 5 15,0-4 2-15,-10-11 4 16,-6 0 3-16,-3 0 5 16,-1-15-2-16,11-8 3 15,2-4 5-15,7 0-3 16,0-1-7-16,0-2-3 16,36 0 0-16,5 6-2 15,4 4-1-15,-10 4-20 16,10 9-38-16,-3 5-100 15,-7 2-8-15,-3 0-23 16,4 2-28-16,-11 6 76 16,-2 7-78-16</inkml:trace>
  <inkml:trace contextRef="#ctx0" brushRef="#br0" timeOffset="54406.09">32009 7855 302 0,'0'0'207'0,"0"0"-58"0,0 0 62 15,0 0-89-15,0 0-14 0,0 0-38 0,0-9-7 0,-10 9-39 16,-6 0-7-16,4 0 5 16,-8 0-16-16,-8 14-6 15,8 1 1-15,1 4-1 16,9-1 3-16,10-2 8 0,0 0-22 16,0-5 8-16,0-3 2 15,4-3 1-15,15-2 1 16,7-1-1-16,-4-2 8 15,4 0-2-15,12 0-5 16,-12 0-1-16,-4 0 3 16,1-5-3-16,-1 3-2 15,0 2 1-15,4 0 1 16,-3 0-1-16,2 0 0 16,-2 0 1-16,-10 0-2 15,-1 0 0-15,8 2 4 16,-14 3-4-16,4-3 0 15,-1 0 2-15,-2 1-4 0,-4-1 3 16,10 1 1-16,-7-1 0 16,0-2-1-16,4 3-10 15,-7-3-16-15,4 0-2 16,-4 0-10-16,-3 0-13 16,10 5-46-16,-1 2-68 15,7 0-130-15,7 1-269 16</inkml:trace>
  <inkml:trace contextRef="#ctx0" brushRef="#br0" timeOffset="55087.51">32952 7998 802 0,'0'0'249'0,"0"0"-49"0,0 0-28 0,0 0-40 0,0 0-62 0,0 0-46 15,0-16-1-15,0 16-23 16,0 0 0-16,0 0 1 16,0 3-2-16,0 7 1 15,0-1 0-15,0 0-2 16,0-1-6-16,0-4 9 15,0 0-4-15,19-4 3 16,13 0 0-16,10 0-2 16,3 0 2-16,3 0-2 0,-3-4-3 15,-1-5 3 1,-2 0-2-16,-3 3 4 0,-1-8-1 16,0 9-7-16,-12-2 6 15,3 3-5-15,-13 1-5 16,3 1 1-16,-6 2-23 15,10-3-32-15,-11 3-2 16,1 0-26-16,6 0 11 16,-6 0-2-16,0 0 39 15,3 0 27-15,-3 0 15 16,6 0-5-16,-3 0 9 16,-3 3 1-16,6-1 7 15,-12 1 17-15,-7-3-1 16,12 0 35-16,-12 0-30 15,0 0-10-15,0 0-13 16,0 0 9-16,0 2-13 0,0 2-2 16,-12 4-79-16,-33 5-156 15,-13 2-333-15</inkml:trace>
  <inkml:trace contextRef="#ctx0" brushRef="#br0" timeOffset="57721.09">27973 11079 644 0,'0'0'185'0,"0"0"-20"0,0 0 45 16,0 0-46-16,0 0-43 0,0 0-22 15,-87-101-48 1,42 108-8-16,-13 27-40 0,1 15 19 16,12 9-12-16,19 0-1 15,26 0-4-15,0 0-3 16,0-8-2-16,45-6 1 15,13-13-2-15,16-11 2 16,-1-11-4-16,4-9 3 16,-9 0-11-16,-4-11 9 15,-10-20 2-15,-3-8 0 16,-6-7 1-16,-6-5 0 16,-10-5-1-16,-10-3-1 15,-9-4 1-15,-10-2 0 16,0-1 1-16,0 4 5 15,-16 11-2-15,-17 8 6 16,17 18 13-16,-6 12-10 16,3 7 8-16,19 6 14 0,-10 0-8 15,1 15-22-15,2 21-3 16,-12 13 3-16,6 15-5 16,3 3 2-16,10 3 0 15,0-2 1-15,0-5-3 16,16-6 0-16,26-9-2 15,13-9 2-15,2-8-1 16,7-5-3-16,1-10-2 16,-5-9-3-16,-2-7-3 15,-10 0-2-15,4 0 2 16,-11-14 6-16,7-9-1 16,-12-4 6-16,9-1 1 0,-10 1 0 15,-19-1-1-15,-7 5 2 16,-9 0 1-16,0 4-2 15,0 3 2-15,0 5-1 16,-9 7 0-16,-7 4-1 16,-7 0-1-16,-2 0-1 15,-7 8 1-15,3 15 1 16,-3 4 0-16,9 1 5 16,10 2-5-16,13 1-1 15,0-3 0-15,0-6-1 16,29 0 2-16,23-8-2 15,-1-4-1-15,16-8-1 16,-3-2 2-16,-3 0-14 16,-6 0-5-16,2-12-41 15,-8-1-56-15,-5-5-128 16,11-2-147-16</inkml:trace>
  <inkml:trace contextRef="#ctx0" brushRef="#br0" timeOffset="58120.62">29505 10967 715 0,'0'0'281'0,"0"0"-90"0,0 0-80 0,0 0-6 0,0 0-59 0,0 0-30 16,180-32-3-1,-158 44-12-15,-15 12 4 0,-7 4-2 16,0 2 6-16,0 2-4 15,0-1 4-15,0-1-8 16,0-3 1-16,0-3-2 16,0-2 0-16,9-5 0 15,23-2 0-15,0 0-3 16,-3-1 3-16,3-4 2 16,-19 0-2-16,-3-2 0 15,-10 1 34-15,0-1 9 16,0-2 8-16,-16-2-18 15,-23 1-21-15,1-1 0 0,-7-4-10 16,-3 7-2 0,-7-6-2-16,4 6-14 0,0 0-22 15,19-2-86-15,12 3-88 16,17-5-124-16,3-3-267 16</inkml:trace>
  <inkml:trace contextRef="#ctx0" brushRef="#br0" timeOffset="58670.8">30438 11217 539 0,'0'0'498'0,"0"0"-329"0,0 0 26 15,0 0-54-15,0 0-69 16,0 0-21-16,-26 8-41 16,59-8 2-16,15 0 3 15,13-8 2-15,12-2-9 16,1-7-7-16,-7 3 0 0,-12-1 0 15,-7 3 1 1,-16 4-2-16,-19 1 1 0,-10 3-1 16,-3 0 3-16,0-7-3 15,0 5 0-15,-22-3 0 16,-7 0 0-16,-7 0-1 16,17 0 1-16,3 4 5 15,13 1-1-15,3 4 3 16,0 0 10-16,0 0-16 15,0 0 6-15,0 0-6 16,0 0 1-16,29 0 0 16,6 3 3-16,4 9-5 15,-7 4 3-15,3 4-1 16,-3 1-1-16,-16 2-2 0,-16-1 0 16,0 4 0-16,0-6-2 15,-3 5-10-15,-32-3-15 16,-1-3-56-16,7-2-110 15,10-4-207-15</inkml:trace>
  <inkml:trace contextRef="#ctx0" brushRef="#br0" timeOffset="59637.12">31374 11134 301 0,'0'0'315'0,"0"0"-148"0,0 0-10 0,0 0 16 16,0 0-65-16,0 0 12 16,16-82 2-16,-16 81-49 15,0 1-3-15,0 0-20 16,-13 0-24-16,-31 22-13 16,-8 15-10-16,-9 12 15 15,20 3 1-15,12-2-8 16,19-1-3-16,10-5-6 15,0-7 0-15,0-5-2 16,39-7 0-16,-1-10-3 16,10-4-11-16,-3-8-8 0,3-3-4 15,0 0-18 1,0 0-39-16,10-17-41 0,-7 7-70 16,-2-4-63-16,-5 1-103 15</inkml:trace>
  <inkml:trace contextRef="#ctx0" brushRef="#br0" timeOffset="60404.74">31890 11247 627 0,'0'0'236'0,"0"0"-23"15,0 0-52-15,0 0-50 16,0 0-26-16,0 0-47 15,-250 14 2-15,212 17 0 16,9 0-35-16,16 0 2 16,13-8-4-16,0-1-2 15,0-9-1-15,0-2-1 16,26-7 1-16,-4-4 1 16,1 0 0-16,6 0-1 15,-1-9 6-15,11-13-6 16,-4-1 1-16,4 4 0 15,-20 2 2-15,3 8-3 16,-15 9-7-16,-1 0 6 16,-6 0 0-16,0 14 1 15,3 6 2-15,7 0-2 0,0-1 0 16,9-7 0-16,7 0 0 16,-4-9-2-16,4-3-2 15,12 0-2-15,-9 0 5 16,16-22-3-16,-4-10 4 15,-8-4 0-15,-5-1 1 16,-15-8 1-16,-3-3 5 16,-10-3 5-16,0-8 0 0,0 2 5 15,0 11 8 1,0 18 4-16,-3 14 7 0,-7 14 11 16,0 0-20-16,-6 7-15 15,-3 22-5-15,-7 16 0 16,7 8-3-16,16 5 1 15,3 4-5-15,0-4 1 16,0-4-2-16,39-6 0 16,5-11-2-16,5-10-10 15,5-6-2-15,-3-10-1 16,-3-11-14-16,-6 0 3 16,-10 0 3-16,7-13 8 15,-11-12 10-15,-2-4 5 16,3-3-1-16,-3 3 2 15,-14 4 0-15,8 8 2 0,-20 12 5 16,6 5 12 0,-6 0-12-16,0 0-7 0,0 13 7 15,0 14-2-15,0 3 1 16,0-3-5-16,0 0-2 16,0-3-10-16,0-3-36 15,0-4-103-15,-6-7-130 16,6-5-199-16</inkml:trace>
  <inkml:trace contextRef="#ctx0" brushRef="#br0" timeOffset="60570.67">32573 11115 747 0,'0'0'182'0,"0"0"-21"0,0 0-67 0,0 0-94 0,0 0-7 15,0 0-84-15,74 34-134 16,-42-14-160-16</inkml:trace>
  <inkml:trace contextRef="#ctx0" brushRef="#br0" timeOffset="61021.3">32573 11115 651 0,'302'100'266'15,"-302"-100"-81"-15,0 0-85 0,0 15-42 16,0 11 34-16,-13 6-36 15,-13 0-10 1,20 3-21-16,6-4-14 0,0 1-5 16,0-5-4-16,0-5-2 15,0-5 0-15,16-8 0 16,16-8 0-16,-6-1-4 16,9 0 4-16,3-5 0 15,1-14-7-15,-4-3 6 16,0 1 1-16,-9 6-1 15,-20 3-8-15,4 6 9 16,-10 6 2-16,0 0 4 16,0 0-6-16,0 0-4 15,0 6 1-15,0 7 3 16,0 1-2-16,0-1 2 0,0-1-7 16,10-4 12-1,18-1-5-15,1-7 0 0,10 0-3 16,-4 0 3-16,16-7 0 15,-15-10 3-15,-8-3 7 16,-11-3 21-16,-8 5 14 16,-9 3 30-16,0 2-36 15,0 2-22-15,-38 5-11 16,-7 6-6-16,-13 0-7 16,16 0-2-16,-12 0-49 15,-1 18-115-15,17 4-217 16,-4 2-594-16</inkml:trace>
  <inkml:trace contextRef="#ctx0" brushRef="#br0" timeOffset="62454.05">24106 12949 905 0,'0'0'70'0,"0"0"33"0,0 0 59 16,0 0-4-16,0 0-46 16,0 0-49-16,-54-12-39 15,79 12-9-15,52 8-6 16,45 7 22-16,38 1-11 16,26-2-18-16,16-5 11 15,19-5-13-15,4 1-4 16,-14-2 0-16,-21-3 7 15,-30 0-3-15,-41 0 0 16,-33 0 1-16,-31 0 2 16,-17 0-3-16,-19-3 3 15,-3-6 4-15,-16 0-1 0,0-1-5 16,0-4 7-16,-25 2-5 16,-33-3-3-16,-9 0 1 15,-17-6-1-15,1-2 4 16,16-1 6-16,12 5-9 15,23 4 11-15,16 9 12 16,16 1-5-16,0 5-7 16,0 0-2-16,0 0-10 0,39 0 4 15,31 14-4 1,10 5 0-16,-3 2 1 0,-6 5-1 16,-10-5 1-1,-10 6-1-15,-22 3 0 0,-16 1-2 16,-13 7-20-16,0 1-3 15,0 3-34-15,-39-2-54 16,-6-1-112-16,-6 2-148 16,-23-8-611-16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1T09:14:04.5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4594 7409 754 0,'0'0'134'0,"0"0"21"0,0 0-30 0,0 0-36 0,0 0-10 16,0 0 3-16,0 0-24 0,-234-5-16 15,234 5-18-15,29 0-16 16,83-4-8-16,67-6 20 16,55-7 11-16,39-1-26 15,41-5-4-15,23 2 1 16,-1 3-1-16,-21 5 3 16,-46 3-8-16,-48 7 11 15,-48 3-7-15,-38 0 0 16,-42 0-2-16,-39 0 1 15,-25 0-2-15,-10 0 3 0,-19 0-2 16,0 0-7-16,0 0-22 16,0 0-52-16,0 0-82 15,0 0-94-15,0 0-485 16</inkml:trace>
  <inkml:trace contextRef="#ctx0" brushRef="#br0" timeOffset="58671.36">16806 7246 890 0,'0'0'3'0,"0"0"34"0,0 0 49 0,0 0 35 0,0 0-44 16,0 0-41-16,0 0-28 15,-128 0-8-15,227 0 1 16,87 0 17-16,61-15 1 16,44-7-11-16,20 2 1 15,0 4-9-15,-19 4 1 16,-10 6-1-16,-57 4 11 15,-26 2-10-15,-39 0-1 16,-41 0-7-16,-23 0 7 0,-23 0 2 16,-24 0 3-16,-21 0-4 15,1 0-1-15,-13 0 0 16,3 0-2-16,4 0 2 16,6 2-13-16,16 4-69 15,3 0-109-15,6-4-195 16</inkml:trace>
  <inkml:trace contextRef="#ctx0" brushRef="#br0" timeOffset="59354.98">22990 7227 959 0,'0'0'68'0,"0"0"-8"0,0 0 51 0,0 0-19 0,0 0-62 0,0 0-18 16,4 31-5-16,127-31 54 16,32 0 2-16,33 0-45 15,16 0-13-15,2 0 5 16,1 0-5-16,-19 0-5 16,-42 0-2-16,-39 0 2 15,-35 0 1-15,-22 0-1 0,-29 0 0 16,-10 0 0-1,-9 0-8-15,-10 0-16 16,0 0-58-16,0 0-61 0,0 0-74 16,0 0-208-16</inkml:trace>
  <inkml:trace contextRef="#ctx0" brushRef="#br0" timeOffset="61921">4642 9597 593 0,'0'0'318'0,"0"0"-298"0,0 0 18 0,0 0 72 16,0 0-16-16,0 0-59 0,-151 12-26 16,151-12 9-1,0 3-13-15,39-3-3 0,63 0 14 16,65 0 22-16,45-4-5 16,38-15-11-16,16 3-14 15,6-2-6-15,-6 5 7 16,-41 2-9-16,-26 2-5 15,-52 5 3-15,-12 4 1 16,-42 0 1-16,-29 0 0 16,-10 0 4-16,-31 0-4 15,-1 0 4-15,-19 0-4 16,7 0-7-16,3 0-4 16,-7 0-22-16,-6 0-45 15,10 0-74-15,-10 0-145 16</inkml:trace>
  <inkml:trace contextRef="#ctx0" brushRef="#br0" timeOffset="66121.17">16440 9469 937 0,'0'0'31'0,"0"0"13"0,0 0 20 16,0 0 38-16,0 0 11 16,0 0-45-16,0 0-34 15,-77 0-1-15,77 0-3 16,32 0-14-16,68 0-12 15,60 0 15-15,48-1 3 16,30-11-20-16,21 1 2 0,24-4-3 16,-1 5-1-16,-19 1 3 15,-20 0-1-15,-47 5-3 16,-52-1 2-16,-41 3-2 16,-46-1 1-16,-21 3 0 15,-23 0 4-15,-13 0 0 16,0 0-8-16,0 0 4 15,0 0-23-15,0 0-21 16,0 0-24-16,0 0-61 16,0 0-41-16,-26 0-114 15,3 0-162-15</inkml:trace>
  <inkml:trace contextRef="#ctx0" brushRef="#br0" timeOffset="67171.89">22885 9461 630 0,'0'0'128'0,"0"0"-49"0,0 0 44 0,0 0-22 15,0 0 25-15,0 0-39 0,-87 0-13 16,81 0-2-16,6 0-23 15,0 0-6-15,0 0-17 16,0 0-7-16,44 0-18 16,78 0 3-16,67 0 3 15,55-5-5-15,48-1 5 16,16-3-1-16,6 2-6 16,-3-2 0-16,0-1-5 15,-3-2 5-15,-26 5-1 16,-48-1 1-16,-58 1 1 15,-67 6-1-15,-45-4-5 16,-35 2 5-16,-13 2 0 0,-13-4 5 16,-3 3-5-16,7-1 2 15,-7 2-2-15,0 1-3 16,0-3-30-16,0 3-55 16,-36 0-75-16,-8 0-104 15,2 0-206-15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1T09:15:28.5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17194 2654 813 0,'0'0'88'0,"0"0"39"0,0 0 35 0,0 0-42 16,0 0-69-16,0 0-11 15,0 0 9-15,-218 31-13 16,218-30-9-16,16 7-4 16,70 1-6-16,55 0 34 15,55-6-24-15,32-3-18 16,44 0-7-16,13 0-2 16,1 0 0-16,-1 0 4 15,-19 0 1-15,-22 0-1 16,-33 2 2-16,-28-1-6 15,-13-1-4-15,-29 0 4 16,-38 0 2-16,-29 0-2 0,-26 0 3 16,-29 0-3-16,0 0 0 15,-9 0 0-15,-10 0-4 16,0 3-15-16,0 0-11 16,0 1-73-16,0 5-111 15,0 2-87-15,0-4-320 16</inkml:trace>
  <inkml:trace contextRef="#ctx0" brushRef="#br0" timeOffset="5383.96">25302 5636 897 0,'0'0'49'0,"0"0"23"0,0 0 49 0,0 0 30 16,0 0-78-16,0 0-15 0,0 0-4 16,-48 0-5-16,48 0-13 15,0 0-8-15,0 0-11 16,38 0-13-16,81 0 4 16,60 0 15-16,39 0-20 15,36-2 0-15,2-1-1 16,14 1 4-16,-14 1-4 15,-25-2-1-15,-39 3-1 16,-51-3-2-16,-38 3 2 16,-26 0 0-16,-32 0 0 15,-13 0 1-15,-26 0-1 16,-6 0 0-16,0 0-3 0,0 0-1 16,0 0-21-16,0 0-36 15,0 0-127-15,10 0-75 16,28 0-193-1</inkml:trace>
  <inkml:trace contextRef="#ctx0" brushRef="#br0" timeOffset="5983.91">29130 5628 875 0,'0'0'105'0,"0"0"-44"0,0 0 60 0,0 0 39 0,0 0-33 0,0 0-86 15,-67 0 0-15,67 0-4 16,13 0-9-16,54 0-18 15,29 0 20-15,19 0-16 16,10 0-14-16,7 0-3 0,-23 0 3 16,-13 0 0-16,-13-3 2 15,-25 3-4-15,-23 0-4 16,-12 0-46-16,-4-5-178 16,-19-6-219-16</inkml:trace>
  <inkml:trace contextRef="#ctx0" brushRef="#br0" timeOffset="8483.94">13888 8303 614 0,'0'0'65'0,"0"0"126"0,0 0-39 0,0 0 14 0,116-120-59 16,-91 98-32-16,-9 10 6 0,-3-3-27 16,-13 8-11-1,13 4-2-15,-13 1 3 0,0 2-25 16,0 0-16-16,0 0 9 16,0 0-12-16,0 0-2 15,0 2 2-15,-13 21-4 16,-22 13 4-16,-13 11-6 15,-10 4 6-15,0 2 8 16,-6-3-8-16,16-6 2 16,3-3-2-16,16-11 0 15,4-8-2-15,12-11 2 16,3-4-1-16,10-5-3 16,0-2 8-16,0 0-4 15,0 0 5-15,0 0 3 0,0-6 5 16,0-12-11-16,-6-2-2 15,3-3-2-15,3 3 2 16,0 1 0-16,-7 2 2 16,7 5-4-16,0 3 2 15,-3 6 0-15,0 3 4 16,0 0-4-16,-7 0-8 16,7 0 1-16,-4 12-5 15,-5 13 7-15,2 7 5 16,0-1 0-16,4-4 1 15,6-1-2-15,0-6 1 16,0-4 0-16,26-4 0 16,12-2-3-16,10-1 3 15,0-7-1-15,13 1-7 0,-3-3-54 16,3 0-70-16,-7 0-132 16,4 0-159-16</inkml:trace>
  <inkml:trace contextRef="#ctx0" brushRef="#br0" timeOffset="18684.58">24811 7669 797 0,'0'0'106'0,"0"0"-35"0,0 0 38 16,0 0 15-16,0 0-59 15,0 0-18-15,0 0-13 16,-25-70-6-16,22 70-14 16,3 0-7-16,0 0-3 0,0 7-2 15,0 19 4 1,0 7 39-16,9 13-6 0,1 8-17 16,-1 8 3-16,4 3-15 15,0 5-7-15,-3-3 10 16,-7 1-13-16,3-1 0 15,-3-5-3-15,-3-8 6 16,0-9-2-16,0-9 0 16,0-9-1-16,0-9-1 15,0-6 1-15,0-11 0 16,0 1 2-16,0-2-2 16,0 0 4-16,0 0-1 0,0-2 10 15,-12-20 1 1,-24-10-8-16,8-5-6 0,-5-2 4 15,-8 0-8-15,15 7 9 16,1 5-5-16,2 5 4 16,10 9 10-16,4 6-2 15,-1 5 5-15,10 2-13 16,-6 0 1-16,6 0-4 16,-4 0-1-16,1 17-6 15,3 7 5-15,0 10-1 16,0-3 3-16,0-4-2 15,0-4 2-15,16-6 0 16,13-3-1-16,-3-5 0 16,3-5 0-16,-1-4 0 15,11 0-2-15,6 0 4 0,3-12-2 16,-3-7 4 0,0-5-3-16,-4-7-1 0,-2-3 1 15,-1 2-2-15,-2-2 0 16,-8 14-2-16,1-1-12 15,-13 7-36-15,4 3-30 16,-8 2-61-16,14 9-23 16,-4 0-116-16,10 0-230 15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1T09:16:15.1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3202 10023 987 0,'0'0'94'0,"0"0"42"0,0 0-2 0,0 0 0 16,-243 0-51-16,233 0-27 15,10 0-3-15,0 0-14 16,0 0-28-16,0 0-10 0,42 0-1 16,38 0-6-1,42-5 6-15,19-3 7 0,9-3-2 16,1-1-5 0,-19-2-2-16,-11 1 2 0,-12-1 1 15,-48 5-1-15,-22 2 1 16,-20 1-1-16,-13-1 5 15,-2 0 0-15,-4-8-1 16,0 3 0-16,-4-7-1 16,-40-1-3-16,-5-2 0 15,11-1 1-15,-7 2 0 16,7 6-1-16,18 3-3 16,14 8 1-16,-7 0 4 15,13 2-2-15,0 2 2 16,0 0-2-16,0 0 1 15,0 0-1-15,0 0-8 0,13 0 1 16,35 6 2-16,7 14 5 16,-1 0 0-16,4 6 0 15,-10 1 0-15,-3 0 3 16,-16 4-3-16,-13 5 1 16,-13 8-3-16,-3 5 2 15,0 8-20-15,-26 2-49 16,-22-1-73-16,-10-4-72 15,1-7-62-15,12-13-342 16</inkml:trace>
  <inkml:trace contextRef="#ctx0" brushRef="#br0" timeOffset="15571.01">7636 6413 37 0,'0'0'840'0,"0"0"-798"0,0 0 97 0,0 0-39 0,0 0-47 16,0 0-42-16,0 0-4 16,0 0 8-16,-22 10 8 15,80-4 61-15,15-2-21 16,33-4-19-16,22 0-16 16,26 0-3-16,26 0-11 15,25-3 5-15,10-5-18 16,3-1-1-16,-3 2 4 0,3 0-6 15,0 4 4-15,-13 2 4 16,-3 1-1-16,-16 0-5 16,-19-4 3-16,9 4-1 15,-22 0-2-15,-13 0-3 16,-10 0 3-16,-19 0 4 16,1 0-1-16,-17 5 2 15,-3 5-4-15,-7-3 0 16,-5-3 20-16,15-1-1 15,0-3-13-15,16 2 11 16,10-2 2-16,-10 0-14 16,10 0-2-16,-7 0-3 15,-15 0-1-15,-14 0 0 0,-9-7 3 16,-13 3-2 0,-3-1 7-16,-13 1-3 0,-3-2-2 15,-13 6-3-15,-12 0-1 16,-11 0 1-16,4-1 2 15,-13-3 0-15,7 4-2 16,-7 0 1-16,0 0-1 16,0 0 1-16,0 0-1 15,0 0-14-15,0 0-51 16,0 0-137-16,0 0-133 16,9 0-365-16</inkml:trace>
  <inkml:trace contextRef="#ctx0" brushRef="#br0" timeOffset="16400.8">18047 6168 745 0,'0'0'81'0,"0"0"35"0,0 0 46 0,0 0-46 15,0 0-43-15,0 0-15 0,-49 0-16 16,49 0-9-16,0 0-21 16,16 0-10-16,65 0 11 15,60 3 40-15,45 0-13 16,32-3-11-16,38 0-28 15,4 0 17-15,-4 0-17 16,-9-8 5-16,-6-2-4 16,-14 1 1-16,-38-2 5 15,-25 2-8-15,-45 6 1 16,-46-1 1-16,-28 4-2 16,-22-3 5-16,-7 2 1 15,-10 1-3-15,-6 0-1 16,0 0 1-16,0 0-3 0,0 0 0 15,0 0-56-15,-16 0-198 16,-58 0-204-16</inkml:trace>
  <inkml:trace contextRef="#ctx0" brushRef="#br0" timeOffset="35384.8">25254 9354 684 0,'0'0'170'0,"0"0"-103"0,0 0 51 0,0 0 25 0,0 0-45 15,0 0-59-15,0 0 8 16,0 0 0-16,0 0-31 16,0 0-6-16,0 0-7 15,0 0 5-15,0 0-3 16,0 0-4-16,0 0 5 16,0 0 0-16,48 0 1 15,26-10-1-15,19-9-3 16,19 0-3-16,3-7 0 15,7-3-53-15,3-8-228 16,-13-6-328-16</inkml:trace>
  <inkml:trace contextRef="#ctx0" brushRef="#br0" timeOffset="41685.74">11721 13345 642 0,'0'0'401'0,"0"0"-394"0,0 0 4 0,0 0 34 0,0 0 53 15,0 0-40-15,0 0-57 16,0-24 8-16,0 24 5 0,0 0-13 16,0 10-1-1,3 19 0-15,20 8 32 0,-7-1 9 16,-7-9-24-16,1-9-15 15,3-9 1-15,-7-9-3 16,10 0 0-16,29-8 3 16,51-43-3-16,55-36 0 15,51-26-44-15,22-14-120 16,-3-8-209-16</inkml:trace>
  <inkml:trace contextRef="#ctx0" brushRef="#br0" timeOffset="50487.01">29659 15466 723 0,'0'0'422'0,"0"0"-375"0,0 0-40 0,0 0 50 16,0 0 28-16,0 0-27 16,0 0-41-16,205 77 4 15,-170-56-5-15,-6-3 0 16,0-3-6-16,-10-6 14 15,1-3 0-15,-1-6 7 16,16 0-1-16,13-26 6 16,20-20-3-16,15-14-18 15,32-12-7-15,-6-9-8 0,16-3 0 16,4-2-3-16,-8 7-16 16,-12 7-43-16,-9 9-118 15,-42 13-131-15,-10 8-215 16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1T09:17:28.3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17370 10921 981 0,'0'0'69'0,"0"0"61"0,0 0 33 15,0 0-14-15,0 0-73 16,0 0-35-16,0 0-16 0,-176 5-6 16,192-5-16-16,48 0 4 15,13 0 10-15,22 0-13 16,-6 0 3-16,-9-6-5 15,-11-1-3-15,-9-1 2 16,-25 5-2-16,-13 0 4 16,-23 1-5-16,-3-5 2 15,0-1 0-15,-7-2 3 16,-44-4-3-16,3 1-1 16,-7-1 0-16,1 3 2 15,15 0-4-15,17 6 7 16,9 1-4-16,13 1 16 0,0 3 0 15,0 0-12 1,0 0 1-16,0 0-5 0,26 0-1 16,22 0 1-16,19 12 1 15,-12 6 5-15,-1 2-10 16,4 5 7-16,-23 0-3 16,-12 4 0-16,-11 3-1 15,-12 2-17-15,0 7-36 16,0-1-85-16,-32 2-99 15,0 4-97-15,-13 0-622 16</inkml:trace>
  <inkml:trace contextRef="#ctx0" brushRef="#br0" timeOffset="888.47">17322 13212 919 0,'0'0'103'0,"0"0"-4"0,0 0 46 0,0 0-39 0,0 0-64 16,0 0-14-16,-13 1-4 15,64 1 14-15,33-2-6 16,15 0-12-16,1 0-11 15,2 0-5-15,-15 0-4 16,-14-3 0-16,-8-3 0 16,-21 1 0-16,-18 1-4 0,-19 3 4 15,-7-4 0-15,0 2 0 16,0-3 0-16,-7-3-8 16,-41-3 6-16,-10 1 1 15,4 0 1-15,3 2 1 16,6-1 5-16,25 6 6 15,4 0 5-15,16 0 15 16,0 3 0-16,0 1-25 16,0-3 6-16,0 3-13 15,26 0 0-15,29 0 1 16,5 0 4-16,5 12-1 16,-1 7-2-16,-16 5-2 0,0 3 0 15,-19 5-1-15,-16 4 0 16,-13 3-3-16,0 4-9 15,-13 4-41-15,-35 4-87 16,-7-2-100-16,-19-1-221 16</inkml:trace>
  <inkml:trace contextRef="#ctx0" brushRef="#br0" timeOffset="17251.88">20567 18323 836 0,'0'0'121'0,"0"0"-39"0,0 0 53 0,0 0 3 16,-260 11-17-16,260-9-34 16,0-2-55-16,0 0-8 15,35 3-17-15,68 1-4 16,31-1 15-16,33 2-12 16,13-2-6-16,15 1-3 15,-2-4 1-15,-7 0 1 0,-17 5-21 16,-37 0-60-16,-23 5-76 15,-35 2-58-15,-39 0-193 16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1T09:17:51.8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29630 14176 986 0,'0'0'96'0,"0"0"-77"0,0 0 101 16,0 0-1-16,0 0-41 0,0 0-34 16,0 0-29-16,0 0-5 15,19-22 12-15,26 52 29 16,-6 1-26-16,-10-7-15 16,-4-4-1-16,-2-10-3 15,18-10-2-15,17 0 3 16,35-35-4-16,39-33 0 15,31-26 1-15,26-19-4 16,20-6-35-16,-17 10-82 16,-9 17-58-16,-42 22-145 15,-32 20-550-15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1T09:18:11.0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12724 5004 350 0,'0'0'364'0,"0"0"-274"0,0 0 8 0,0 0 33 15,0 0-59-15,0 0-66 16,0 0 11-16,16-3 5 15,33 3 27-15,11-1 10 16,1-2-16-16,26-1 20 16,6 0-34-16,29-2-14 0,9 1-4 15,20 5-3 1,9 0 1-16,20 0-5 0,-4 0 10 16,4 0-10-16,-1 0 0 15,7 0 0-15,-13 0-4 16,-3 0 0-16,6 0 2 15,4 0-1-15,0 5 1 16,-1 2 0-16,17-2 0 16,15 1-1-16,1-2 4 15,16 0-5-15,-7 0-4 16,-3 0 4-16,-3 1 0 16,-7 0 1-16,-6-1-1 15,-6 1 8-15,5-4-2 16,-8 2 1-16,-7-3-5 0,-16 0 6 15,-13 0-2 1,-19 0-4-16,-20 0 2 0,-15 0 5 16,-26 0-5-16,-19 0 1 15,-23 0 1-15,-13 0 12 16,-12 0 2-16,-4 0 6 16,-6 0-4-16,0 0-10 15,0 0-6-15,0 0-3 16,0 0-3-16,0 0-4 15,0 0-7-15,0 0-62 16,-29 7-142-16,-6 2-65 16,-13 2-265-16</inkml:trace>
  <inkml:trace contextRef="#ctx0" brushRef="#br0" timeOffset="3850.68">6043 6148 898 0,'0'0'64'0,"0"0"30"0,0 0 11 16,0 0 13-16,0 0-97 16,0 0-19-16,0 0 9 15,131 8 16-15,42-8 31 16,62 0-26-16,24 0-16 15,23-3-10-15,0-6-5 0,10 1 10 16,3 4-5-16,-32-1-5 16,-19 4 3-16,-45 1-4 15,-58 0-6-15,-48 0 2 16,-36 0 8-16,-25 0-4 16,-19 0 0-16,-13 0 0 15,0 0-1-15,0 0-2 16,0 0-40-16,0 0-106 15,0 0-94-15,0 0-353 16</inkml:trace>
  <inkml:trace contextRef="#ctx0" brushRef="#br0" timeOffset="12399.08">7636 8331 569 0,'0'0'14'0,"0"0"62"0,0 0 33 0,0 0 36 15,-275-35-7-15,227 32-53 16,22-1 15-16,-13 4-25 16,20 0 3-16,10 0-30 15,2 0-15-15,7 0-11 16,0 0 0-16,0 0-4 16,0 0 0-16,7 0-17 15,60 0 1-15,32 0-2 16,42 0 20-16,20 0-13 15,12 0 0-15,26-5-3 16,3-2 11-16,-10-2-15 16,-6 2-1-16,-13 0 1 15,-35 3 0-15,-36 4-4 0,-15 0 4 16,-32 0 0 0,-14 0 2-16,-25 0-2 0,-6 0 0 15,-10 0 3-15,0 0-3 16,0 0 7-16,0 0 4 15,0 0-6-15,0 0-5 16,0 0-2-16,0 0-29 16,-3 0-80-16,-17 0-179 15,4-10-331-15</inkml:trace>
  <inkml:trace contextRef="#ctx0" brushRef="#br0" timeOffset="13769.52">26232 8226 939 0,'0'0'40'0,"0"0"23"0,0 0 46 0,0 0 20 15,0 0-40-15,0 0-35 0,-148-12-18 16,148 11 1-16,0-2 4 16,16 1-14-16,77-6-12 15,42-4 11-15,51-4-13 16,19-2-11-16,-6-2 4 16,-10 6-5-16,-19 4-1 15,-29 2 4-15,-19 3 1 16,-29 1-10-16,-29 4 6 15,-22-2-7-15,-17 2-1 16,-15-3-7-16,-4 1-37 16,-6 2-73-16,0 0-46 15,-22 0-25-15,-71 0-204 0</inkml:trace>
  <inkml:trace contextRef="#ctx0" brushRef="#br0" timeOffset="14816.01">4001 9481 359 0,'0'0'518'0,"0"0"-415"0,0 0 20 0,0 0 14 16,0 0-74-16,0 0-54 15,-16 5-5-15,60-3 16 16,30 1 14-16,3-2-9 0,35-1-19 15,17 0 0-15,15 0-3 16,10 0 4-16,-13-1-4 16,-3-4-3-16,-23-2-11 15,4 2 8-15,-4-1-3 16,-9-3-28-16,3-3-29 16,-13 0-69-16,-12 4-55 15,9-1-183-15</inkml:trace>
  <inkml:trace contextRef="#ctx0" brushRef="#br0" timeOffset="29919.27">23497 592 666 0,'0'0'224'0,"0"0"-32"0,0 0-77 0,0 0-45 16,0 0-63-16,0 0-7 16,0 0-7-16,0 0 7 15,0 0 17-15,16 108 5 0,-6-73 8 16,-1-7-9 0,14-2-16-16,-11-3 3 0,8-8-1 15,-1-3-6-15,-6-4 0 16,16-4 0-16,-13-4 3 15,19 0 12-15,-3-11 6 16,3-5-2-16,-6-8-13 16,0 1 0-16,-10 0-5 15,-9 4 12-15,-1-2-11 16,-2 4 27-16,-7 7 8 16,0 4 0-16,0 3-7 15,0 3 2-15,0 0-19 16,0 0-11-16,0 0-6 15,0 3-9-15,0 16 7 16,0 16-4-16,0 11 9 0,9 13 7 16,1 19-5-16,0 3-2 15,-1 3 7-15,-9-3-4 16,0-12-3 0,0-10 0-16,0-13 4 0,0-15 8 15,-6-10-12-15,-4-10 8 16,4-5-6-16,-10-6 3 15,-10 0 4-15,-12 0 6 16,-10 0-3-16,-7-10-12 16,7-7 2-16,10 3-2 15,2-1-16-15,11-4-42 16,2 4-108-16,14-3-82 16,9-3-141-16</inkml:trace>
  <inkml:trace contextRef="#ctx0" brushRef="#br0" timeOffset="30315.78">24183 936 784 0,'0'0'217'0,"0"0"-105"0,0 0-38 0,0 0-26 0,0 0-29 16,253-26-13-16,-205 25-2 16,-3-2-4-16,-16 3-8 0,-10 0-70 15,-6 0-81-15,-13 14-144 16,0 14 132-16,-48 3-29 16,0 7 172-16,-10-7 28 15,23-7 169-15,3-5-20 16,16-11 3-16,16-3-28 15,0-5-26-15,0 0-14 16,0 0-20-16,0 0 9 16,35 0-8-16,23 0-28 15,-10-5-37-15,13 1 0 16,0 0-2-16,6 2-66 16,4 0-204-16,-1-1-326 0</inkml:trace>
  <inkml:trace contextRef="#ctx0" brushRef="#br0" timeOffset="31249.48">25177 990 653 0,'0'0'231'0,"0"0"-21"0,0 0-92 0,0 0-28 15,0 0-37-15,0 0-11 0,10-84-7 16,18 67-5-16,4 2-5 15,13 3 7-15,-9 5-14 16,2 3-9-16,10 4-8 16,7 0 2-16,-7 1 0 15,-3 25-1-15,-10 2-1 16,-9 6 13-16,-20 2-11 16,-3-1 14-16,-3 2-10 15,0-2-2-15,0-11 3 16,0-6-7-16,-9-9 8 15,9-6-9-15,0-3 1 16,0 0 14-16,-10 0 15 16,10-21 11-16,0-6-23 0,0-5-3 15,0-4-12-15,16-3-3 16,13 8-1-16,16 4-2 16,-16 8 0-16,-7 8 0 15,-6 10 3-15,3 1-8 16,0 0 1-16,4 5 4 15,9 17 1-15,-10-2 1 16,-2 4 1-16,2-1 2 16,-9-1-1-16,-3-3-1 15,-10-3 1-15,9-7 0 16,-9-3-1-16,13-6 0 16,-13 0 1-16,0 0 1 0,6 0 1 15,14-3 8 1,5-23 8-16,7-8-11 0,4-2-7 15,12 4 0-15,-13 5 1 16,0 12-2-16,-19 3 0 16,-9 9 0-16,2 3 1 15,4 0-1-15,3 0-7 16,3 17 5-16,7 13 3 16,-7-1-1-16,1 2 0 15,-1 5 3-15,-10-5-3 16,11-1-9-16,-20-1-11 15,9-4-46-15,1-2-85 16,-10-7-66-16,6-5-24 16,10-5-161-16</inkml:trace>
  <inkml:trace contextRef="#ctx0" brushRef="#br0" timeOffset="31698.64">26523 999 758 0,'0'0'236'0,"0"0"-90"0,0 0-51 0,0 0-67 16,0 0-8-16,0 0-9 15,180-62-5-15,-135 77 4 16,-13 12 3-16,6 3 7 0,-22 1-5 16,0-4-9-1,-12 0-6-15,-4-2 0 0,0-6 0 16,0-4 4-16,0-7-5 15,0-5 2-15,0-3 1 16,0 0 6-16,0-7 24 16,0-16-18-16,0-7 16 15,19-6-11-15,7 0-10 16,2 0 2-16,-8 4 10 16,-1 5 3-16,0 10 3 15,-9 6 11-15,-1 7-7 16,-9 4-9-16,0 0-17 15,0 5-5-15,0 21-6 16,0 5 5-16,0 5 1 16,0 1-1-16,0 0 3 15,0-4-3-15,0-5 1 16,7 2-11-16,6-10-38 0,6-2-47 16,6-6-83-16,8-3-43 15,-8-9-165-15</inkml:trace>
  <inkml:trace contextRef="#ctx0" brushRef="#br0" timeOffset="31915.26">27370 1089 821 0,'0'0'252'0,"0"0"-81"0,0 0-43 0,0 0-62 0,0 0-37 16,0 0-6-16,160-12-10 15,-86 10-1-15,-7-2-11 16,1 1-2-16,-14 3-6 16,-25-1 2-16,0 1-60 15,-20-3-76-15,-9 1-14 16,0 2-46-16,0 0-146 16</inkml:trace>
  <inkml:trace contextRef="#ctx0" brushRef="#br0" timeOffset="32154.69">27623 889 629 0,'0'0'328'15,"0"0"-112"-15,0 0-36 0,0 0-45 16,0 0-63-16,0 0-34 16,-16-18-28-16,16 44-9 15,0 10 14-15,0 9 11 16,0 2-14-16,0-1-1 15,0-1-4-15,0-3-3 16,0-3-4-16,-10-3-1 16,7-1-23-16,-3-7-88 15,6-2-37-15,0-13-137 16,29-6-292-16</inkml:trace>
  <inkml:trace contextRef="#ctx0" brushRef="#br0" timeOffset="32453.72">28585 910 560 0,'0'0'538'16,"0"0"-332"-16,0 0 3 16,0 0-98-16,0 0-77 15,0 0-18-15,-74 15-6 16,17 29-1-16,-1 5 7 15,7 5 0-15,-4 3 10 16,10-6-22-16,29-2-1 16,16-9-3-16,0-10 0 0,0-9 0 15,35-6-10 1,23-6 5-16,0-4-9 0,25-5-10 16,0 0-40-16,10-7-30 15,4-15-140-15,-14 1-37 16,0 0-413-16</inkml:trace>
  <inkml:trace contextRef="#ctx0" brushRef="#br0" timeOffset="37803.15">24212 2400 454 0,'0'0'293'0,"0"0"-193"0,0 0-7 16,0 0-51-16,272-20-31 16,-188 17-9-16,-11 3-2 0,-15 0-2 15,-23 0-16 1,-25 17-85-16,-10 12-22 0,-13 9 9 16,-57 8 80-16,6 1 36 15,-4-1 25-15,11-6 30 16,21-10 92-16,14-10-56 15,22-9 17-15,0-9-48 16,0-2 3-16,9 0 1 16,40 0-4-16,8 0 23 15,11-9-52-15,-4 0-31 0,13 0-1 16,-4 3 1 0,8 0-94-16,-8 0-204 0</inkml:trace>
  <inkml:trace contextRef="#ctx0" brushRef="#br0" timeOffset="38548.28">25716 2269 769 0,'0'0'261'0,"0"0"-37"0,0 0-39 16,0 0-86-16,0 0-65 0,0 0-34 16,35-1 6-16,-16 39 0 15,0 5 10-15,0 2-6 16,4-1-5-16,3-7-4 0,-10-10 2 15,-4-6-6-15,-2-10 1 16,6-9 2-16,-13-2 0 16,10 0 8-16,3 0-5 15,13-16 15-15,6-11-15 16,4 3 0-16,-14 3-1 16,-12 3-1-16,3 11-1 15,-16 3 0-15,0 4 0 16,0 0 0-16,13 0-2 15,0 4-12-15,9 15 14 16,7 2 2-16,3 0 2 16,0 0-4-16,13-6 0 15,-13-1-4-15,4-7 4 16,-17-2 6-16,10-5-6 0,-4 0 1 16,4-8 4-16,3-16 11 15,-16-6-12-15,-3-3 4 16,-13-3 15-16,0-2 3 15,0 4-14-15,-19 5 3 16,-10 10-14-16,7 6-2 16,-4 3 1-16,7 6-5 15,12 4-20-15,-15 0-51 16,12 19-94-16,1 12-100 16,9 1-152-16,0 3-336 15</inkml:trace>
  <inkml:trace contextRef="#ctx0" brushRef="#br0" timeOffset="38882.37">26693 2475 220 0,'0'0'639'0,"0"0"-381"0,0 0-33 0,0 0-51 0,0 0-68 16,0 0-49-1,0-21-11-15,0 21-36 0,0 0-10 16,10 21 4-16,0 9 3 16,6-1 1-16,-7 5-8 15,1-1 8-15,-7 3-8 16,-3-2-1-16,6-4-20 15,-6-7-47-15,0-3-121 16,4-9-143-16,15-9-270 16</inkml:trace>
  <inkml:trace contextRef="#ctx0" brushRef="#br0" timeOffset="39432.51">26911 2380 758 0,'0'0'288'15,"0"0"-81"-15,0 0-92 16,0 0-31-16,0 0-62 16,0 0-14-16,190-88-5 0,-139 97 3 15,-9 21-2 1,-26 7 1-16,-10 10 0 0,-6-1 6 16,0-2-9-16,-22-8-2 15,-7-7 0-15,19-13 0 16,7-10 2-16,3-6-5 15,0 0 2-15,0-2 1 16,0-20 15-16,19-8-15 16,10-6 9-16,0-3 6 15,-10 2-14-15,10 0 4 16,0 8 14-16,-13 6-5 16,-3 9 8-16,-13 10-6 0,0 4 21 15,0 0-26-15,0 7-7 16,0 16-1-16,0 8 2 15,0 5-4-15,0 5-1 16,0 4-2-16,0-4 2 16,0-3-11-16,0-3-53 15,0-11-39-15,22-9-81 16,4-7-40-16,9-8-24 16,3 0-8-16</inkml:trace>
  <inkml:trace contextRef="#ctx0" brushRef="#br0" timeOffset="39599.01">27633 2563 601 0,'0'0'288'16,"0"0"-24"-16,0 0-37 0,0 0-56 16,0 0-105-1,0 0-30-15,6-16-27 0,-6 28 2 16,0 7-13-16,7 7 2 16,2 5 0-16,-9 10-1 15,0 7-11-15,0 2-57 16,0 1-123-16,0-11-90 15,0-10-205-15</inkml:trace>
  <inkml:trace contextRef="#ctx0" brushRef="#br0" timeOffset="39931.74">28050 2604 746 0,'0'0'388'16,"0"0"-228"-16,0 0 60 15,0 0-109-15,0 0-70 16,0 0-23-16,-23-4-3 15,65 1-4-15,28-2-11 16,7 2 4-16,10-5-4 16,-1 4 0-16,-12 0-7 15,-16-1-26-15,3 0-51 16,-23 0-67-16,-19-3-72 0,-15-1-116 16,-4 2-252-16</inkml:trace>
  <inkml:trace contextRef="#ctx0" brushRef="#br0" timeOffset="40132.15">28345 2463 394 0,'0'0'492'0,"0"0"-241"16,0 0-36-16,0 0-20 15,0 0-90-15,0 0-46 16,-65-24-31-16,65 24-16 16,0 4-12-16,0 19-3 0,10 7 0 15,9 8 3 1,0 5 1-16,-9 7-1 0,0 2-1 15,-10 4-14-15,0-1-40 16,0-7-112-16,0-4-172 16,0-13-260-16</inkml:trace>
  <inkml:trace contextRef="#ctx0" brushRef="#br0" timeOffset="41115.31">29473 2502 993 0,'0'0'255'0,"0"0"-23"0,0 0-117 0,0 0-67 0,0 0-45 0,0 0 3 16,-35 52-6-16,35-5 4 15,0 4 3-15,0-6-1 16,0-5-6-16,0-6 2 16,3-11-4-16,16-11-1 15,0-8 3-15,7-4 3 16,3 0 3-16,16-26-1 15,-3-6 3-15,-4-3-7 16,-3 1 6-16,-9 9-7 16,-7 10 0-16,-16 7 2 0,7 8 7 15,-10 0-6-15,3 0-3 16,13 2-3-16,13 16-1 16,6 6 4-16,4-5 0 15,6 1 0-15,-7-3-1 16,17-8-5-16,-7-5 6 15,-3-4-3-15,-13 0-3 16,6-4 6-16,-12-19 4 16,-4-1 7-16,-15-9-3 15,-7 0 12-15,0 2 21 16,0 1-27-16,-16 10-5 16,-13 6-9-16,6 5 0 0,-2 6-2 15,5 3-6-15,8 0-29 16,-1 0-47-16,13 12-84 15,0 3-64-15,0-1 50 16,16-1-24-16,32-2 136 16,0 0 63-16,7-3 7 15,2 0 10-15,7 3 26 16,-9-1 74-16,-4 7-32 16,-6-1 20-16,-3-1-28 15,-17 10-19-15,-15 7-24 16,-10 9 10-16,0 4 3 15,-10 2 11-15,-34-4 4 16,-5-4 0-16,24-16-17 0,2-4-15 16,23-12-1-16,0-6-11 15,0-1 8-15,0 0-1 16,48 0 2-16,13-1 6 16,10-17-21-16,-1 0-1 15,-9-3-4-15,-6-2-10 16,3 4-50-16,-10-2-86 15,-13 3-97-15,0 3-72 16,-22-1-293-16</inkml:trace>
  <inkml:trace contextRef="#ctx0" brushRef="#br0" timeOffset="41514.72">31002 2664 846 0,'0'0'216'0,"0"0"-22"0,0 0 7 0,0 0-132 0,0 0-33 15,0 0-14-15,77-37-17 16,-41 53-2-16,2 12 5 16,-12 9-3-16,-13 2 1 15,-13 4-3-15,0-4-3 16,0-8-6-16,-13-5 6 16,3-13-1-16,4-8-3 15,6-5 4-15,0 0 14 16,0-13-5-16,0-18-9 15,25-8-2-15,7-7 2 16,4 1 10-16,2 0-4 16,-3 9-1-16,-12 7 21 0,-1 10 2 15,-19 10 18 1,1 7-16-16,-4 2-16 0,0 0-8 16,0 11-6-16,0 19-14 15,0 9 14-15,0 3 1 16,0 6-1-16,-4 2-4 15,1-5-34-15,3-9-42 16,0-9-100-16,0-14-97 16,0-10-86-16,23-3-56 15</inkml:trace>
  <inkml:trace contextRef="#ctx0" brushRef="#br0" timeOffset="41782.61">31586 2837 719 0,'0'0'249'16,"0"0"-41"-16,0 0-71 0,0 0-59 15,0 0-45-15,0 0-5 16,189-26-13-16,-163 44-14 16,-7 3 7-16,-19 1 1 15,0 1-4-15,0 4-2 16,-23 0 3-16,1-4-6 16,12-7 0-16,10-5-1 15,0-7 0-15,0-1 2 16,0-2 1-16,0-1-1 15,36 0 7-15,5 0 0 16,7 0-8-16,-3-1-3 0,3-8-39 16,-16-3-72-1,7 6-66-15,-10-3-181 0</inkml:trace>
  <inkml:trace contextRef="#ctx0" brushRef="#br0" timeOffset="42565.89">32461 2671 938 0,'0'0'174'0,"0"0"45"0,0 0-20 0,0 0-100 15,0 0-57-15,0 0-34 0,132-47-2 16,-55 33-4-16,3 4-4 15,-13 0-1 1,-3 6 0-16,-22-1-10 0,-13 2-50 16,-20 3-84-16,-9 0-51 15,0-1 44-15,0-3 20 16,-22-4-1-16,-17-3 135 16,14 3 17-16,-14-4 92 15,20 2 83-15,0 3-32 16,3 5 5-16,16 2-44 15,-10 0-50-15,7 0-25 16,3 0-25-16,0 5-21 0,0 21 6 16,0 9-6-1,0 15 3-15,0 9-3 0,13 14 0 16,-7 5-18-16,-6 4-54 16,0 1-125-16,0-4-203 15,0-8-586-15</inkml:trace>
  <inkml:trace contextRef="#ctx0" brushRef="#br0" timeOffset="43200.28">30929 3705 907 0,'0'0'256'0,"0"0"-55"0,0 0 8 0,0 0-111 16,0 0-87-16,0 0-11 15,-32 15 6-15,32 19-6 16,12 5 9-16,17 0-8 16,7-5 0-16,-1-5-1 0,0-7-2 15,-9-10 0 1,-1-9 2-16,4-3-7 0,10 0 7 16,-4-23-4-16,13-8 3 15,-9-1-1-15,-4 1 2 16,-3 2 9-16,-23 14-9 15,1 6 1-15,-7 6-1 16,-3 3 0-16,0 0-12 16,0 7 7-16,0 12 4 15,3 3 1-15,10 0 0 16,16-2 0-16,-3-3-2 16,-1-9 0-16,-2 0 0 0,3-8-5 15,-7 0 7 1,16 0 0-16,-6-16 5 0,-7-7 0 15,-2 0 8-15,-20 0-7 16,0-3 13-16,0 4 2 16,0 5-9-16,-29 7-12 15,6 5-5-15,4 5 0 16,-7 0-32-16,10 0-38 16,4 3-103-16,8 12-80 15,4-1-63-15,0-5-21 16,13-4-28-16</inkml:trace>
  <inkml:trace contextRef="#ctx0" brushRef="#br0" timeOffset="43499.47">31672 3766 107 0,'0'0'302'0,"0"0"-130"0,0 0-36 0,0 0 35 15,270 0-40-15,-229 0-56 0,-15 9-29 16,-3 6-3-16,-17 5 0 16,-6 2-30-16,0 2-9 15,0 3 0-15,-6 0 2 16,-17 0-6-16,10-5 1 15,0-6-1-15,13-5 2 16,0-3-2-16,0 0 0 16,26-4-5-16,-3 3 5 15,-1-5 0-15,0 1 0 16,-12 2 4-16,-4 1-1 16,-6 0 11-16,0 1 9 0,0-2-4 15,0 4-18-15,-28 0 17 16,-17-3-18-16,-3 2-15 15,16-3-61-15,-10-5-70 16,23 0-105-16,19 0-127 16</inkml:trace>
  <inkml:trace contextRef="#ctx0" brushRef="#br0" timeOffset="43866.21">32208 3864 463 0,'0'0'203'16,"0"0"34"-16,0 0-69 15,0 0-43-15,0 0-69 16,0 0-43-16,173-5 7 16,-167 25-18-16,1 2 15 15,6-1-16-15,-7-6-1 16,4 0-11-16,-4-4 11 0,4-7 3 16,-7-4-3-16,13 0 0 15,6 0 5-15,4-10 5 16,3-11 14-16,6-5 19 15,-6 6 14-15,-7 0-7 16,4 5-30-16,-16 3 31 16,-1 8-20-16,-9 2-19 15,4 2 10-15,-4 0-12 16,0 0-10-16,6 9 4 16,-3 11-4-16,7 0 7 15,-4 0-5-15,-6 3-2 16,0 2-11-16,0-3-51 0,0-2-63 15,0-3-67-15,16-7-85 16,-13-3-106-16</inkml:trace>
  <inkml:trace contextRef="#ctx0" brushRef="#br0" timeOffset="44015.25">32820 3981 567 0,'0'0'205'0,"0"0"-103"15,0 0-10-15,0 0-76 16,0 0-16-16,0 0-61 16,0-12-73-16,0 12-60 15</inkml:trace>
  <inkml:trace contextRef="#ctx0" brushRef="#br0" timeOffset="44468.21">32820 3981 581 0,'90'27'513'0,"-68"-39"-436"15,7 3 84-15,3 6-37 16,7 0-102-16,-7 3-19 16,3 0 4-16,-16 0-4 15,1 0 1-15,-20 9-4 16,0 9 1-16,0 3 6 16,0 3-7-16,-26 2-4 15,4-7 2-15,12 5-2 16,0-9 4-16,10-3-3 15,0 0-4-15,0-4 5 16,16-4-7-16,10 3-23 16,19 5 28-16,-10 5 3 0,0-2 2 15,-9 2 40-15,-20-10-41 16,-6-1 0-16,0-2 4 16,0 1 2-16,-44 0 10 15,-5 2-16-15,-5-1-5 16,-7 2-18-16,3-4-149 15,-3 2-192-15</inkml:trace>
  <inkml:trace contextRef="#ctx0" brushRef="#br0" timeOffset="45015.47">32009 4896 933 0,'0'0'158'0,"0"0"-33"0,0 0 72 0,0 0-118 16,0 0-54-16,0 0-6 16,311-66-14-16,-224 51-5 15,-23 0-1-15,-19 9-9 16,-23 0-41-16,-12-5-57 15,-10 6-37-15,0-6-37 16,-20-5-49-16,-8 4 32 16,-4-2 126-16,3 3 73 15,3 4 61-15,7-2 142 16,12 9-2-16,4 0-39 16,3 0-52-16,-3 0-5 15,3 7-37-15,0 24-12 0,0 6-1 16,0 8-29-16,0 5-20 15,0 4-4-15,0 3-4 16,13 1-61-16,0-1-164 16,-13-1-227-16,22 1-311 15</inkml:trace>
  <inkml:trace contextRef="#ctx0" brushRef="#br0" timeOffset="45165.71">32570 5372 839 0,'0'0'256'0,"0"0"-151"16,0 0 33-16,0 0-43 16,0 0-95-16,0 0-26 0,125-5-90 15,-77-1-113-15,7-2-187 16</inkml:trace>
  <inkml:trace contextRef="#ctx0" brushRef="#br0" timeOffset="45298.49">33086 5343 614 0,'0'0'195'16,"0"0"43"-16,0 0-93 16,0 0-87-16,0 0-42 15,0 0-16-15,141 0 0 0,-115 0-33 16,-10 0-146 0,23-5-327-16</inkml:trace>
  <inkml:trace contextRef="#ctx0" brushRef="#br0" timeOffset="56582.75">21916 12231 879 0,'0'0'90'0,"0"0"5"0,0 0 99 0,0 0-78 0,0 0-54 15,0 0-12-15,0 0-5 16,20-6-16-16,-20 6-6 16,0 0-13-16,0 0-10 15,0 0 6-15,-42 0-6 16,-9 0 1-16,-17 0-1 16,7 0 0-16,0 4-1 15,13 3 1-15,3-3 0 0,13 0-1 16,16 1-1-16,4-5 2 15,12 3 0-15,0-2-2 16,0 7-2-16,0 3 1 16,0 7 3-16,0 4 3 15,0 10-3-15,0 7 1 16,0 5 3-16,0 10 1 16,0 4-2-16,0 0 0 15,0 4-1-15,0 0-1 16,0 2 3-16,0-9-3 15,0 0 5-15,0-11 2 16,0-7-7-16,0-5 7 16,0-8-6-16,0-7 0 15,19-7-2-15,10-4 7 0,9-5-5 16,17-1 3 0,9 0-4-16,3 0-1 0,10 0-3 15,16-1-48-15,3-10-119 16,13 1-209-16</inkml:trace>
  <inkml:trace contextRef="#ctx0" brushRef="#br0" timeOffset="57498.54">28970 12405 814 0,'0'0'158'0,"0"0"-11"0,0 0 38 0,0 0-80 15,0 0-21-15,0 0-35 16,-13 0-17-16,16-2-15 15,45-2-4-15,16-3-2 16,20 2-2-16,-4-2-7 0,0 2 9 16,-3-1-11-1,3 1 1-15,-25 1-1 0,-14 1 0 16,-28 3 1-16,-7 0 0 16,-6 0-1-16,0 0-7 15,0 7 6-15,0 13 1 16,0 10 0-16,-16 6 5 15,-3 7-1-15,0 10-4 16,3 2 8-16,3 7-1 16,4 3-7-16,2-3 1 15,7 1 2-15,0-4-3 16,0-7 0-16,0-2 1 16,0-11-1-16,0-7 0 15,0-9 5-15,0-3-4 0,0-9-1 16,-38-4 2-16,-20-3 2 15,-16-2-4-15,-28-2-29 16,-20 0-54-16,-39 0-167 16,-21 0-364-16</inkml:trace>
  <inkml:trace contextRef="#ctx0" brushRef="#br0" timeOffset="58432.54">22208 12636 300 0,'0'0'673'0,"0"0"-525"0,0 0 62 0,0 0-85 0,0 0-91 15,0 0-31-15,10 39-1 16,-4 14 20-16,-6-1 1 15,0-3-12-15,0-8-8 16,0-8 1-16,0-12-3 16,10-11-1-16,-1-5 0 15,11-5 3-15,-14 0-1 16,13-6 10-16,4-17-1 0,2 0-7 16,-2-4-1-1,-7 1-3-15,-7 9 0 0,1 9 2 16,-10 8-2-16,0 0-7 15,0 0 3-15,16 4-17 16,-3 16 19-16,3-1 2 16,3 4-4-16,0-7 4 15,4-4-10-15,-7-5 2 16,-7-5 0-16,14-2 6 16,-4 0 2-16,-6-10 15 15,0-16 24-15,-13 2-6 16,6-3 9-16,-6 1-16 15,0 6-7-15,0 3-6 16,0 3-12-16,0 7-1 16,0 6-3-16,0 1-21 0,0 0-49 15,0 1-131 1,0 20-71-16,10 2-100 0,28-6-303 16</inkml:trace>
  <inkml:trace contextRef="#ctx0" brushRef="#br0" timeOffset="58599.16">22933 12813 850 0,'0'0'257'0,"0"0"-29"0,0 0-82 0,0 0-72 15,0 0-42-15,0 0-29 16,0 27 29-16,0 3-15 16,0 3-14-16,0 3 0 0,0 6-3 15,0-4-31 1,0-3-103-16,0-8-104 0,6-5-123 15</inkml:trace>
  <inkml:trace contextRef="#ctx0" brushRef="#br0" timeOffset="59199.16">23910 12744 920 0,'0'0'218'0,"0"0"14"16,0 0-44-16,0 0-85 16,0 0-39-16,0 0-28 15,0-53-27-15,0 67-9 16,0 17 1-16,0 8 0 15,0 3 0-15,0 5-1 16,7-9-5-16,12-6 5 16,10-6 4-16,0-10-4 15,3-5-11-15,-16-8 7 16,13-3-6-16,-4 0 7 16,4-10 3-16,13-16 1 15,-16-1 1-15,9-3-1 0,-3 5 0 16,-16 6 0-16,0 10 0 15,-13 8 0-15,-3 1 0 16,10 0-2-16,-10 0-4 16,3 10-7-16,10 12 12 15,6 0 2-15,0 0 0 16,1-2-2-16,8-3-7 16,1-7 6-16,-3-4-5 15,-7-6 1-15,0 0-2 16,-9 0 7-16,22-18 7 15,-16-7-7-15,0-4 11 16,-13-1 1-16,-3 0 3 16,0-1-1-16,0 7-4 15,-19 6-5-15,3 4-5 16,-6 9 0-16,12 5-12 0,4 0-32 16,6 0-70-16,0 19-112 15,0 3-95-15,6-2-125 16</inkml:trace>
  <inkml:trace contextRef="#ctx0" brushRef="#br0" timeOffset="59466.3">24850 12872 487 0,'0'0'144'0,"0"0"130"0,0 0-124 0,0 0-8 0,244 15-48 16,-200-7-34-16,-15 7-26 0,-16 4-16 15,-13 8-6-15,0 7 6 16,-13 2 12-16,-41 7-2 15,-1-5 2-15,7-2-8 16,10-9-16-16,18-11 12 16,11-6-9-16,9-9-7 15,0-1 12-15,0 0 0 16,48 0 23-16,19-4-20 16,-3-12-16-16,13 3-1 15,-3-4-2-15,9 4-26 16,4-1-62-16,0 2-104 15,-7 2-229-15</inkml:trace>
  <inkml:trace contextRef="#ctx0" brushRef="#br0" timeOffset="60182.4">26677 12829 573 0,'0'0'503'0,"0"0"-342"0,0 0 61 0,0 0-65 16,0 0-97-16,0 0-31 15,32-74-22-15,-22 101-7 16,0 8-1-16,-1 9 1 16,4-2 8-16,6-3-8 15,-9-5-1-15,16-7 1 16,-7-8-1-16,10-6 1 15,-10-10-4-15,7-3-4 16,-7 0-2-16,10-12 10 16,0-14 7-16,6-2-7 0,-6-2 0 15,-7 3-3 1,4 7 9-16,-13 5-6 0,-7 10 2 16,-6 2 2-16,0 3-4 15,0 0-4-15,0 0-6 16,0 19 8-16,0 2-1 15,0 4-1-15,19 1 4 16,4-4-8-16,-7-2-3 16,13-3-26-16,-7-9 6 15,4-8 0-15,-1 0 22 16,4 0 9-16,0-7-3 16,-3-13 6-16,-14-3 15 15,-2-8 10-15,-10 1-8 16,0-1 9-16,0 3-5 0,-13 1-4 15,-12 5-6-15,5 9-13 16,8 5 0-16,2 7-2 16,4 1-15-16,-4 0-26 15,10 0-92-15,0 10-71 16,0 8-122-16,29-1-27 16,9-7-134-16</inkml:trace>
  <inkml:trace contextRef="#ctx0" brushRef="#br0" timeOffset="60499.53">27585 12880 606 0,'0'0'196'0,"0"0"-38"0,0 0-20 0,0 0-12 0,0 0-65 15,0 0-23-15,154 11-38 16,-154 5 0-16,0 8 0 16,0 1 0-16,-13 2 8 15,-3-2-2-15,-4-3-6 16,20-3-5-16,0-6 4 15,0 1 1-15,0-4 0 16,29 2 0-16,0-2 0 16,6 2-1-16,-6 0 2 15,-9-4-3-15,5 4 10 16,-22-3-8-16,4 3 3 16,-7-3 0-16,0 0 2 15,-13-2 34-15,-45 7-3 0,1-8-1 16,-11 0-35-16,14 2 11 15,6-7-11-15,9 2-44 16,20-3-35-16,13 0-120 16,6 0-134-16</inkml:trace>
  <inkml:trace contextRef="#ctx0" brushRef="#br0" timeOffset="60734.71">28486 13046 86 0,'0'0'947'16,"0"0"-767"-16,0 0-39 16,0 0-84-16,0 0-22 15,0 0-33-15,-7 0-2 16,30 0-65-16,12 0-19 15,7 0-116-15,-1 0-91 16,11 0-246-16</inkml:trace>
  <inkml:trace contextRef="#ctx0" brushRef="#br0" timeOffset="60899.01">28922 13041 777 0,'0'0'196'0,"0"0"-6"16,0 0-53-16,0 0-88 0,0 0-49 15,0 0-1-15,141-14-40 16,-84 14-56-16,-2 0-112 16,-4 0 119-16,0 0-397 15</inkml:trace>
  <inkml:trace contextRef="#ctx0" brushRef="#br0" timeOffset="61031.54">29438 13012 416 0,'0'0'214'16,"0"0"16"-16,0 0-56 15,0 0 22-15,0 0-67 16,0 0-44-16,9-16-55 16,-9 16-30-16,0 0-5 15,0 0-46-15,0 0-104 0,-6 0-422 16</inkml:trace>
  <inkml:trace contextRef="#ctx0" brushRef="#br0" timeOffset="62632.13">30589 12566 622 0,'0'0'59'0,"0"0"93"0,0 0-29 16,0 0-14-16,0 0-34 0,0 0-2 15,0-41-1-15,0 38-30 16,-13 3-21-16,-22 0 8 15,-1 0-22-15,-12 0-1 16,3 0-3-16,-3 0 3 16,0 0-1-16,10 8-4 15,6-3 0-15,-10 6 0 0,13-3 0 16,7 0 0-16,-1 4 3 16,1-2-1-16,12 0 0 15,1 2 5-15,2 2-4 16,7 5-2-16,0 5 4 15,0 4 1-15,0 7 4 16,0 2 4-16,7 11-1 16,12 6-3-16,3 5 0 15,-6 4-3-15,0 7-1 16,-3 5 2-16,-6 2-3 16,-7 1 0-16,3 2 0 15,3 1 6-15,1 2-5 16,-1 12 6-16,0 4-2 0,-2 6 1 15,-4-2 17-15,0 2-18 16,0 5 0-16,0 1-6 16,0 1 2-16,0-1-5 15,0-1 3-15,0-2 3 16,0-3-5-16,0 3 5 16,-4-5-6-16,-15 4 2 15,3-8-2-15,-6-2-2 16,15-4 2-16,4-2 0 15,-3-8-2-15,6-5 3 16,0-4-2-16,0-10 0 0,0-5-1 16,0-9-2-16,0-7 2 15,6-4 4-15,17-3-4 16,9-4 0-16,-7-5 0 16,1-10-2-16,3-7 0 15,9-5 2-15,-2-5 0 16,24 0 0-16,-5-5-1 15,19-25-18-15,6-8-20 16,-6-10-51-16,9-10-133 16,-3-10-137-16,-9-16-613 15</inkml:trace>
  <inkml:trace contextRef="#ctx0" brushRef="#br0" timeOffset="63381.8">30929 13030 883 0,'0'0'77'0,"0"0"97"0,0 0-16 0,0 0-91 16,0 0-48-16,0 0 9 0,118-91-11 15,-86 91 1-15,-6 30-8 16,-26 12 13-16,0 9-15 16,0 3-2-16,-10 0-5 15,-15-9 1-15,2-10-2 16,7-15 0-16,13-9 0 16,3-11-3-16,0 0 3 15,0-7 19-15,3-22 10 16,26-15-28-16,10-5 3 15,-14-5-3-15,14 0 4 16,-17 6 14-16,-6 10-11 16,0 13 12-16,-13 11 12 15,-3 10-10-15,0 4 5 0,0 0-19 16,0 22-8-16,-3 14-5 16,-16 8 5-16,0 4 3 15,9-1-3-15,4-2 2 16,6-4-9-16,0 0 3 15,0-10-38-15,22-7-92 16,20-5-46-16,12-14-127 16,7-2-134-16</inkml:trace>
  <inkml:trace contextRef="#ctx0" brushRef="#br0" timeOffset="63565.77">31679 13166 696 0,'0'0'359'16,"0"0"-114"-16,0 0-56 15,0 0-63-15,0 0-76 16,0 0-33-16,0 1-11 16,0 28 2-16,0 3-5 15,0 10-1-15,-16 2-2 16,6 9-10-16,-12 1-36 16,-1 4-127-16,7 4-110 15,0-5-242-15</inkml:trace>
  <inkml:trace contextRef="#ctx0" brushRef="#br0" timeOffset="64098.71">30929 13933 294 0,'0'0'679'15,"0"0"-504"-15,0 0 10 16,0 0-107-16,0 0-22 16,0 0-25-16,73-103-3 15,-31 103-17-15,-7 2-11 0,-9 28 3 16,-7 6-3-16,-19 7 2 15,0 2 3-15,0-3-5 16,-9-5-2-16,-7-7 2 16,9-8 0-16,7-12 1 15,0-6-1-15,0-4 0 16,0-1 9-16,0-26-6 16,7-11-3-16,18-3 0 15,20-8 1-15,-3 7-1 16,-13 2-1-16,-4 10 1 15,-5 15 10-15,-14 6 24 16,-6 9-2-16,0 0-15 16,0 23-17-16,0 13 1 15,-6 4 6-15,-14 5 2 0,11 3-9 16,9 1 0-16,0 5-3 16,0-4-2-16,0-7-12 15,0-6-67-15,38-13-62 16,7-7 27-16,3-9-195 15,0-8-125 1</inkml:trace>
  <inkml:trace contextRef="#ctx0" brushRef="#br0" timeOffset="64449.34">31660 14192 992 0,'0'0'170'0,"0"0"-21"0,0 0-69 16,0 0-31-16,0 0-18 16,0 0-13-16,121-31 4 15,-101 50-21-15,-17 8-1 16,-3 5 3-16,0 7-3 15,-23 5 2-15,-21-4 1 16,8-4 0-16,-2-4-1 16,19-10-2-16,9-7 1 15,10-4-2-15,0-10 1 0,22-1 0 16,30 0 0-16,25 0-10 16,-4-13-33-16,8 2-67 15,-11 1-89-15,-15 8-153 16</inkml:trace>
  <inkml:trace contextRef="#ctx0" brushRef="#br0" timeOffset="65101.23">30858 14893 1020 0,'0'0'154'0,"0"0"-71"0,0 0 31 0,0 0-45 16,0 0-18-16,0 0-17 15,247-100-29-15,-212 100-4 16,-22 31-1-16,-13 9 0 15,0 8 0-15,0-2 3 16,-16 1-6-16,-6-12 10 16,2-11-7-16,17-10 0 15,3-10-2-15,0-4-3 16,0 0 5-16,0-15 16 16,0-16-15-16,23-11-2 15,25-3 9-15,-19-4-14 0,-1 0 13 16,-2 8-11-16,-7 7 9 15,1 15 4-15,-11 10 30 16,-9 7-3-16,10 2-24 16,-10 5-12-16,0 24 3 15,0 10 0-15,0 4 0 16,-13 0 4-16,13 6-5 16,0 3-2-16,0-3-1 15,0 1 0-15,0-10-56 16,19-6-100-16,13-15-20 15,7-10-173-15,6-9-515 16</inkml:trace>
  <inkml:trace contextRef="#ctx0" brushRef="#br0" timeOffset="65435.7">31701 15069 974 0,'0'0'101'0,"0"0"38"16,0 0-25-16,0 0-75 15,0 0-31-15,0 0-7 16,196 0 2-16,-196 30-3 16,0-1 3-16,0-2-3 15,0-2 1-15,0-6-1 16,0 0 1-16,0-3 2 16,19-1-3-16,10 0 0 0,16 0 2 15,-3-2-2 1,-7 1 1-16,0-5-1 0,-13 0 0 15,-5 0 0-15,-8-4 2 16,-9 6 22-16,0-2 4 16,-26 2 21-16,-22 1-14 15,-9-3-25-15,-7-2-10 16,-1 7-1-16,-11 1-27 16,5 3-140-16,0 4-154 15,23 1-308-15</inkml:trace>
  <inkml:trace contextRef="#ctx0" brushRef="#br0" timeOffset="65682.19">31352 15767 1044 0,'0'0'149'0,"0"0"-60"0,0 0 8 0,0 0-69 16,0 0-28-16,0 0-6 15,0 0-2-15,0 17-85 16,0 6-112-16,0 1-62 16,0 5-300-16</inkml:trace>
  <inkml:trace contextRef="#ctx0" brushRef="#br0" timeOffset="65832.23">31256 16210 729 0,'0'0'173'15,"0"0"-57"-15,0 0 78 16,0 0-114-16,0 0-57 16,0 0-18-16,0 25-5 15,-10-25-5-15,10 0-72 16,0 0-200-16,0-8-587 15</inkml:trace>
  <inkml:trace contextRef="#ctx0" brushRef="#br0" timeOffset="66581.89">32554 13220 943 0,'0'0'83'0,"0"0"47"0,0 0 11 0,0 0-79 16,0 0-42-16,0 0-17 15,135-61 7-15,-81 61-6 16,1 2 1-16,-7 21-2 0,3 8 8 16,-9 8-3-16,-4 4 4 15,-12 12-9-15,-13 4 4 16,-7 12-5-16,-3 5 0 16,-3 5-2-16,0 5 1 15,0 1 10-15,0 0 8 16,0 1-12-16,7 5 3 15,6 3 0-15,6 11-5 16,-9 3-4-16,6 2 0 16,-7 1 6-16,-6-2-5 15,7-3 3-15,-10-2-3 16,6-2-1-16,4-1 2 0,6 3 7 16,-13-4-9-1,7-2 7-15,-10-3 20 0,0-16-25 16,0-3 45-1,-29-9-39-15,13-15-7 0,-3-3 32 16,0-9-24-16,9-14-10 16,-13 2 0-16,4-7-2 15,-6-3 2-15,-1-7 2 16,-6-1-2-16,-16-6-2 16,-13-3-9-16,-16 1-90 15,-13 1-96-15,-25-1-117 16,-20-4-428-16</inkml:trace>
  <inkml:trace contextRef="#ctx0" brushRef="#br0" timeOffset="70432.11">29675 13563 581 0,'0'0'111'0,"0"0"7"0,0 0-20 0,0 0-36 15,0 0-29-15,0 0 49 16,0 0-28-16,0 0-2 16,0 0-5-16,0 0 0 15,0 0 3-15,0 0-8 16,10 0-2-16,6-2 2 16,-7-6-9-16,1 1-6 15,-7 3 0-15,-3 3-5 0,0 1-7 16,0 0-3-16,0 0-12 15,0 0 2-15,0 0-2 16,0 0-1-16,0 0 0 16,0 4 2-16,0 0-3 15,0 4 6-15,0-4-6 16,0-2 2-16,0-2 0 16,0 0 1-16,0 0 1 15,0 0 3-15,0 0 2 16,0 0 4-16,0 0 5 15,0 0-9-15,0-5 8 16,0 4-7-16,0-3-5 16,0 0-3-16,0 4-1 0,0 0 0 15,-3 0-10-15,-23 0-50 16,1 8-112-16,-7 8-114 16,6 9-304-16</inkml:trace>
  <inkml:trace contextRef="#ctx0" brushRef="#br0" timeOffset="81970.48">21762 13965 767 0,'0'0'80'0,"0"0"-12"0,0 0 59 0,0 0-4 0,0 0-3 15,0 0-67-15,0 0-11 16,0 0-15-16,-195-21 2 0,195 21-15 15,25 0-7-15,84 0-3 16,65-6 20-16,76-6 9 16,54-3-20-16,39-3-4 15,32-3-7-15,26 3 0 16,-13 3 5-16,-3 3-7 16,-16 1 0-16,-14 1-4 15,-12 4 3-15,-15 0 1 16,-11 3 0-16,-22 1 0 15,-35 2 2-15,-23 0-2 16,-32-4 3-16,-41 1-3 16,-46-5 2-16,-41 4-2 15,-22-2 2-15,-17 1 5 0,-19 1 5 16,-9-1 14 0,-7 1-4-16,7 0-7 0,-10-3-13 15,0 3-2-15,0 1 0 16,-39 3-92-16,-28 0-167 15,-26 9-288-15</inkml:trace>
  <inkml:trace contextRef="#ctx0" brushRef="#br0" timeOffset="87916.8">31714 11242 869 0,'0'0'98'0,"0"0"-10"0,0 0 59 0,0 0-31 0,0 0-45 0,0 0-22 15,0 0-11-15,-13-66-29 16,13 85-5-16,0 13-2 16,26 17 36-16,9 7-8 15,-3 6-14-15,-22 2 5 16,6 4-7-16,-16-2-11 0,0 0 1 16,0-6 0-1,0-3-4-15,0-7 0 0,0-10-1 16,0-13 3-16,0-6 1 15,0-12-3-15,0-4 0 16,0-5 0-16,-6 0 8 16,-11 0-4-16,-18-5 0 15,-10-21 0-15,-3-5-4 16,3-5 2-16,7-5 1 16,-10 7-2-16,25 6-2 15,1 8 0-15,3 5 1 16,15 11 1-16,4 4 7 15,0 0 3-15,0 0-11 16,0 0-3-16,0 13 0 0,0 14 2 16,0 7 1-16,4-2 0 15,34-2 1-15,-12-3 1 16,22-8-2-16,-10-10 0 16,7 1 0-16,3-10 3 15,7 0 4-15,-7 0-4 16,6-7-3-16,-2-18 0 15,5-6-2-15,-8 2 2 16,-1-7 1-16,-16 2-1 16,6-1-1-16,-12 4-4 15,3 5-17-15,-7 9-38 0,4 6-64 16,9 2-99-16,-6 4-215 16</inkml:trace>
  <inkml:trace contextRef="#ctx0" brushRef="#br0" timeOffset="90549.06">29739 13598 362 0,'0'0'206'0,"0"0"-96"0,0 0 31 0,0 0-36 16,0 0-35-16,0 0-19 15,-54-37-8-15,54 37-8 0,0 0-18 16,-10 0-4 0,10 0 30-16,0 11-25 0,0-2-3 15,0-2-13-15,0-2 7 16,0 0-8-16,0-4 6 15,0-1-1-15,0 0 9 16,10 0 26-16,6 0-23 16,-7 0 0-16,1-11-4 15,-10-4-9-15,0 10 5 16,0-5 5-16,0 9-4 16,0-2-3-16,0-2 14 15,0 5-14-15,-13 0-8 16,-9 0-4-16,12 0 4 15,-6 0 0-15,6 5 0 0,7 2-3 16,3 1 3-16,0 3-1 16,0-3 0-16,0-1-5 15,0-2 5-15,13 0 2 16,3-5 0-16,10 0 0 16,-7 0 0-16,0 0 7 15,-6-7-3-15,-7-3 3 16,-6-2 0-16,0 2-6 15,0 1 8-15,0-2-10 16,0 7 7-16,-16 4-6 16,-12 0 1-16,-1 0-2 15,9 0-1-15,-8 3 1 16,2 21-30-16,-13 5-87 0,1 2-246 16</inkml:trace>
  <inkml:trace contextRef="#ctx0" brushRef="#br0" timeOffset="93315.59">24824 3866 875 0,'0'0'83'0,"0"0"-36"0,0 0 115 0,0 0-35 0,0 0-70 16,0 0-37-16,-90-7-13 15,90 7 4-15,0 0 1 16,58 0 11-16,54 0 26 16,49-3 17-16,37-4-47 15,30 1-5-15,19 2-4 16,13-3-3-16,9 4-7 16,0-1 9-16,1-1-9 15,-17 2 7-15,-9-4-3 16,-17 2-1-16,1-2-3 15,-33 2 0-15,-15 2-2 16,-49-1 2-16,-25 1 0 0,-13-5 2 16,-10 3-2-16,-2-2 3 15,-4 2 4 1,-10-2-6-16,7 3 8 0,3-4-1 16,6 4 4-16,-12-4-9 15,-4 5 3-15,-19-4-4 16,0-1 1-16,3 3 9 15,7-4 0-15,-3-1-6 16,-1 3 2-16,-12 6-4 16,-13-3-4-16,9 3 1 0,-6-2-1 15,0 3 1 1,13 0 0-16,3 0-1 16,10 0 0-16,16 0 1 0,-1 0 0 15,1 0-1-15,-3 0 1 16,-14 3-1-16,-12 3 0 15,-16-2 0-15,0 4 0 16,-13-2 0-16,6 2-2 16,-9 0 2-16,-3 4 0 15,3 3 0-15,6 8-1 16,0 1 1-16,7 6 0 16,3 6 2-16,9 3-2 15,4 3 0-15,-10 6 0 16,-3 1 0-16,9 4 1 0,-9 1-1 15,-3 1 0 1,-4 3 1-16,-6 0-3 0,-6 5 1 16,3 10 1-16,-7 1-1 15,10 2 3-15,-3 2-1 16,6-5 0-16,-3 3 2 16,-3 0-1-16,6 5 1 15,0 0 2-15,-3-1-4 16,10-4 2-16,-3-2-3 15,-1-11-1-15,-6-4 1 16,10-15 6-16,3-3-6 16,6-14 0-16,6-4 0 15,14-6 7-15,25-5 0 16,20-2-2-16,34-9-2 0,33-1 1 16,28 0 2-16,20 0-4 15,-3 0-2-15,3 0-4 16,-26-4 3-16,-32-3-6 15,-29 2 7-15,-48-3 0 16,-6-1 2-16,-35 2-2 16,-17 0 0-16,-6 3 5 15,-6-2-5-15,-10 1 0 16,0 5-2-16,0-1-1 16,0 1-10-16,-20 0-79 15,-44 0-199-15,-19 6-430 16</inkml:trace>
  <inkml:trace contextRef="#ctx0" brushRef="#br0" timeOffset="95965.38">16290 15775 577 0,'0'0'364'0,"0"0"-226"0,0 0 47 0,0 0-64 16,0 0-18-16,0 0-77 15,0 0-8-15,-4-15-15 0,4 56 26 16,0 8 14-1,0 5-17-15,0 0-7 0,0 0-11 16,0-5-8-16,0-13 2 16,0-9-2-16,0-9-1 15,0-13 1-15,4-1 1 16,8-4-1-16,11 0 5 16,6-23 6-16,19-12-9 15,-3-5 1-15,-4 4-2 16,-5 7-1-16,-11 9 0 15,-15 10 0-15,0 9 6 16,-10-2-2-16,0 3-2 0,16 0-2 16,0 0-2-1,19 14 2-15,7 6 0 0,-7 4-1 16,10 3 1-16,-7-1 1 16,-3-6-1-16,1-4 0 15,-11-9 2-15,1-7-2 16,3 0 0-16,6-7 3 15,-3-20 4-15,7-9 4 16,-14-3 1-16,-25 3 10 16,0 0 6-16,0 1-22 15,0 7 11-15,-25 5-8 16,-14 3-5-16,10 6-4 16,7 5-2-16,6 9-13 15,-3 0-53-15,9 4-81 16,4 25-119-16,6 5-48 15,0 1-89-15</inkml:trace>
  <inkml:trace contextRef="#ctx0" brushRef="#br0" timeOffset="96216.81">17287 15931 643 0,'0'0'363'0,"0"0"-122"0,0 0-73 0,0 0-12 0,0 0-80 16,0 0-49 0,0-12-27-16,0 35-1 15,0 8 1-15,0 11 1 0,0 5-1 16,0 1 4-16,0-3-8 16,-10-6 1-16,7-8-57 15,3-4-86-15,0-8-47 16,0-11-144-16,0-5-185 15</inkml:trace>
  <inkml:trace contextRef="#ctx0" brushRef="#br0" timeOffset="96665.14">17405 16012 603 0,'0'0'336'0,"0"0"-201"0,0 0 42 16,0 0-85-1,228-124-49-15,-151 118-6 0,-29 6-16 16,-3 0 13-16,-10 5-32 16,-12 26 8-16,-11 8-9 15,-12 3 5-15,0-2-5 16,0-8-1-16,0-10 4 16,-12-10-6-16,12-9 4 15,0-3 5-15,0 0-6 16,0-15 18-16,0-13-7 15,16-11-5-15,16-3-4 16,3-3-3-16,13-2 1 16,-13 7 3-16,1 9 8 15,-14 11-3-15,-12 11 10 0,-10 6 17 16,0 3-3-16,0 0-29 16,0 9-3-16,0 16 4 15,0 8 1-15,-10 6-2 16,0 5-1-16,10 5-1 15,0-2-2-15,0-2-3 16,0-6 3-16,0-7-24 16,10-10-64-16,25-4-79 15,7-9-29-15,12-6-104 16,11-1-246-16</inkml:trace>
  <inkml:trace contextRef="#ctx0" brushRef="#br0" timeOffset="97231.85">18422 16158 1039 0,'0'0'217'0,"0"0"-43"0,0 0 0 0,0 0-101 0,0 0-46 0,0 0-20 15,-7 9 0-15,36 24 9 16,-10 3-5-16,1 3-8 16,-17-1-3-16,-3-4-4 15,0-2-26-15,3-10-80 16,0-5-100-16,13-12-150 15,7-5-289-15</inkml:trace>
  <inkml:trace contextRef="#ctx0" brushRef="#br0" timeOffset="97465.37">18912 16135 1013 0,'0'0'230'0,"0"0"-71"16,0 0-12-16,0 0-115 16,0 0-19-16,0 0-2 15,340-77-3-15,-253 69-7 16,-23 0-1-16,-19 5-10 16,-23 3-35-16,-12 0-106 15,-10 0-49-15,0 0-54 16,0-4-51-16,-23 0-105 0</inkml:trace>
  <inkml:trace contextRef="#ctx0" brushRef="#br0" timeOffset="97648.45">19345 15993 400 0,'0'0'243'0,"0"0"23"16,0 0-55-16,0 0-56 15,0 0-13-15,0 0-5 16,-135-105-25-16,129 105-55 16,6 0-10-16,0 0-38 15,0 23-6-15,0 12-1 16,0 14 2-16,10 7-4 15,-10 3 4-15,0 0-9 16,0-5 5-16,0-6-47 16,0-8-81-16,9-10-156 0,4-14-196 15</inkml:trace>
  <inkml:trace contextRef="#ctx0" brushRef="#br0" timeOffset="98782.3">22423 13294 679 0,'0'0'86'0,"0"0"39"0,0 0-63 0,0 0 1 0,0 0-18 15,0 0 78-15,67 27-68 16,23-23-2-16,22-4-12 0,23 0-13 15,6 0-7-15,-10 0-6 16,-9 0-9-16,-22 0 1 16,-30 0-3-16,-22 0-2 15,-19 0 1-15,-23 0 5 16,-6 0 17-16,0 0 13 16,-12 0-23-16,-59 1 4 15,-15 8-14-15,-23 0 1 16,-13 3 1-16,-13-6-7 15,13 0 0-15,-6 5 0 16,6-1 0-16,16 0-2 16,20 5-7-16,44-1-116 15,20-1-157-15,22-3-262 0</inkml:trace>
  <inkml:trace contextRef="#ctx0" brushRef="#br0" timeOffset="99600.77">30842 13704 694 0,'0'0'209'0,"0"0"-55"0,0 0 33 16,0 0-78-16,0 0-26 15,0 0-12-15,16-3-30 16,42-5-19-16,16 4 4 0,6-2-6 16,13 1-5-16,-10 1-13 15,10-1 9-15,-10 2-10 16,-12 3-1-16,-17 0 0 16,-6 0-3-16,-19 0-9 15,-19 0-14-15,-4 0-25 16,-6 0-98-16,0 0-61 15,-32 0-222-15</inkml:trace>
  <inkml:trace contextRef="#ctx0" brushRef="#br0" timeOffset="100565.24">24125 13585 869 0,'0'0'87'0,"0"0"2"0,0 0 87 16,0 0-79-16,0 0-33 15,0 0-34-15,-64 0 16 16,128 0 4-16,29 0-10 0,23 0 7 15,22 0-26-15,6 0-7 16,3 0-11-16,-2 0 1 16,-4 0-3-16,-16-5-1 15,-16-3 0-15,-23 2 0 16,-22-2-7-16,-9 7-48 16,-26 1-144-16,-10 0-109 15,-6 0-341-15</inkml:trace>
  <inkml:trace contextRef="#ctx0" brushRef="#br0" timeOffset="101199.2">30974 14638 880 0,'0'0'78'0,"0"0"70"0,0 0 16 0,0 0-45 16,0 0-34-16,0 0-25 16,-10 3-5-16,68-3-14 15,19 0-16-15,9 0-13 16,-15 0-12-16,2 0 0 16,-12 0 0-16,0 0 0 15,-19 0-53-15,-20 0-179 16,-22-5-205-16</inkml:trace>
  <inkml:trace contextRef="#ctx0" brushRef="#br0" timeOffset="101648.79">26373 13948 974 0,'0'0'34'0,"0"0"17"0,272-28 60 15,-160 21-72-15,10 5-22 0,-16 2-17 16,-16 0 0-16,-16 0-14 16,-13 6-4-16,-13 9-166 15,9-4-232-15</inkml:trace>
  <inkml:trace contextRef="#ctx0" brushRef="#br0" timeOffset="102182.16">31031 15605 358 0,'0'0'661'0,"0"0"-576"0,0 0 20 0,0 0 21 0,0 0-41 16,0 0 27-16,154 1-55 16,-58-1-49-16,4 0-5 0,-7 0-6 15,-7 0 1 1,-31 0-29-16,-26 0-156 0,-20 0-171 16,-9 0-557-16</inkml:trace>
  <inkml:trace contextRef="#ctx0" brushRef="#br0" timeOffset="104382.62">20118 15930 889 0,'0'0'120'0,"0"0"-57"16,0 0 177-16,0 0-100 0,0 0-46 15,0 0-20-15,-36-48-54 0,36 84-8 16,-12 18-6-16,12 13 21 16,0 6-13-16,-7-7-9 15,7-12-5-15,0-15-1 16,0-17 1-16,0-10 1 15,0-8-1-15,0-4 7 16,26 0-7-16,12-11 3 16,20-24-2-16,6-7 3 15,-9 0-4-15,-14 6 0 16,-15 12 0-16,-7 13-3 16,-9 7 3-16,-1 4 0 15,-2 0-2-15,9 8-8 16,16 15 7-16,10 1 2 0,2 2 0 15,-8-5 1-15,2-4-4 16,-9-5-4-16,0-10 1 16,-10-2 4-16,0 0 3 15,1-12 2-15,-4-17 0 16,-3-8 2-16,-13 2-1 16,0 0-2-16,0 7 5 15,0 6-5-15,-4 9 3 16,-5 9-2-16,-1 2-2 15,10 2-5-15,0 0-39 0,0 2-159 16,0 18-18 0,0 0-129-16,16-2-141 15</inkml:trace>
  <inkml:trace contextRef="#ctx0" brushRef="#br0" timeOffset="104832.02">21096 16120 570 0,'0'0'160'0,"0"0"41"0,0 0-84 16,0 0 15-16,0 0-95 0,262 42-24 0,-249-15 1 0,-13 7-2 16,0 6-5-16,-22 6-7 15,-17-3 23-15,1-8-11 16,12-11-4-16,10-9 26 16,16-10-28-16,0-5 19 15,0 0 1-15,7-5 44 0,41-17-25 16,16-8-26-1,-6-1-19-15,2-1-1 0,-8-1 1 16,2-5 0-16,-12-2-2 16,-4-5 4-16,-2-2-3 15,-7-3 1-15,-1 7 0 16,-18 9 5-16,6 11 0 16,-13 10 30-16,4 9 20 15,-7 2-8-15,0 2-36 16,0 0-10-16,0 19-1 15,0 16 0-15,0 7-2 16,0 6 4-16,0 0-2 16,0-5 0-16,0 1 1 15,0-8-1-15,0-4 0 0,12-7-1 16,-5-10 0 0,2-3-8-16,1-6-57 0,19-3-46 15,13-3-71-15,3 0-127 16,6 0-172-16</inkml:trace>
  <inkml:trace contextRef="#ctx0" brushRef="#br0" timeOffset="105083.95">22224 16038 637 0,'0'0'407'0,"0"0"-248"0,0 0 2 0,0 0-64 15,0 0-44-15,0 0-24 16,-38-43-29-16,38 43-7 16,0 0-9-16,0 4-84 15,0 14-54-15,0 7-151 16,0-1-167-16</inkml:trace>
  <inkml:trace contextRef="#ctx0" brushRef="#br0" timeOffset="105565.43">21455 16089 902 0,'0'0'146'16,"0"0"43"-16,0 0-72 16,0 0-65-16,99-126 4 15,-48 112-12-15,-3 10-15 16,-6 4-18-16,0 6-9 16,-7 28 13-16,-13 12-12 15,-22 11 0-15,0 2 6 16,-28-1-8-16,-11-6 1 0,7-19-2 15,6-12 0-15,17-12 1 16,9-9 5-16,0 0 2 16,0-7 32-16,0-24 8 15,45-14-44-15,3-10-3 16,0-8 1-16,6-3-2 16,-12 10 0-16,-13 16 0 15,-13 17 5-15,-6 13 7 16,-10 10 13-16,0 0-8 15,0 18-17-15,0 21-5 16,0 9 5-16,0 8 2 16,0 5 0-16,0 3-4 15,0-2-2-15,0-9-61 0,0-13-72 16,38-14-54 0,-9-16-44-16,6-10-52 0,4 0-111 15</inkml:trace>
  <inkml:trace contextRef="#ctx0" brushRef="#br0" timeOffset="105819.66">22301 16244 117 0,'0'0'612'0,"0"0"-378"16,0 0-28-16,0 0-57 15,0 0-65-15,0 0-24 16,173-41-16-16,-141 43-23 16,-3 23-16-16,-13 11 1 15,-16 4-3-15,0 2-1 16,0 1 5-16,-26-6-2 0,7-10-5 15,3-6 1 1,16-7 3-16,0-10 1 0,0-3 0 16,10-1-5-16,44 0 8 15,14 0 3-15,18-19-8 16,-2 1-3-16,-1-3-3 16,-9 3-30-16,-7 6-91 15,-38 4-88-15,-4 0-307 16</inkml:trace>
  <inkml:trace contextRef="#ctx0" brushRef="#br0" timeOffset="106315.83">23167 16223 925 0,'0'0'128'0,"0"0"49"0,0 0 6 0,0 0-26 0,0 0-84 15,0 0-51-15,214-50-14 16,-82 35-7-16,3-1 6 16,-14 6-6-16,-12 3-1 15,-32 7-7-15,-22 0-46 16,-33 0-122-16,-22 0-46 0,0 0-199 16,-29 0-280-16</inkml:trace>
  <inkml:trace contextRef="#ctx0" brushRef="#br0" timeOffset="106498.92">23555 15985 946 0,'0'0'140'16,"0"0"80"-16,0 0-22 15,0 0-40-15,0 0-87 16,0 0-42-16,-90-24-28 16,90 67 0-16,0 11 9 15,0 7 2-15,0 2-11 16,0 0-1-16,0 1-7 0,9 1-27 15,11-3-69 1,9-8-149-16,3-14-143 0</inkml:trace>
  <inkml:trace contextRef="#ctx0" brushRef="#br0" timeOffset="107101.35">24728 16050 1225 0,'0'0'65'16,"0"0"31"-16,0 0 63 16,0 0-119-16,0 0-39 15,0 0 16-15,-29 141 5 16,29-92-22-16,0-5 2 16,10-11-1-16,15-7 1 15,4-12 0-15,-6-6-2 0,2-8-1 16,14 0 1-16,3-13 2 15,6-19-2-15,9-4 7 16,4 0-7-16,-13 6 1 16,-3 10-1-16,-29 11 3 15,-6 9-5-15,0 0 2 16,-7 5-8-16,16 18 7 16,7 4 1-16,2-4 0 15,11-1 0-15,-1-6-1 16,10-8 2-16,-3-8-1 15,-6 0 0-15,6 0 0 16,-7-23 4-16,-9-8-2 0,-3-5 6 16,-23-5 35-1,-3 1-10-15,0 3-5 16,0 9-17-16,-3 7-11 0,-23 12 0 16,16 6 0-16,-9 3-36 15,16 6-65-15,3 15-99 16,0 9-53-16,0-3-45 15,32-3-57-15,13-5-104 16</inkml:trace>
  <inkml:trace contextRef="#ctx0" brushRef="#br0" timeOffset="107398.68">25754 16194 448 0,'0'0'212'0,"0"0"38"0,0 0-98 0,0 0-9 0,269-3-46 16,-230 3-42-16,-10 0-15 15,-20 9-21-15,-9 16-13 16,0 7 10-16,-9 1-5 0,-27 6 4 15,8-4-15 1,8-4 0-16,20-7 13 0,0-6-13 16,0-5-4-16,7 0 4 15,25-4 6-15,-3 3-6 16,9-5 5-16,-12 2-5 16,-10 3-1-16,-10-3 1 15,-6 1 2-15,0 2 10 16,-6-1 19-16,-49 0-3 15,1-3-9-15,-14-1-17 16,4-3-2-16,7 0-3 16,8 0-42-16,14-4-116 15,26 0-73-15,9 0-191 0</inkml:trace>
  <inkml:trace contextRef="#ctx0" brushRef="#br0" timeOffset="108070.55">26421 16221 863 0,'0'0'240'0,"0"0"-31"16,0 0-64-16,0 0-29 15,0 0-57-15,0 0-34 16,234-93-22-16,-224 111-3 16,-10 9 9-16,0 3-3 15,0 3-3-15,0 2 1 16,0-4-4-16,0-3 1 15,-10-2 1-15,-6-3-3 0,6-7 1 16,1-10-4-16,9-3 3 16,0-3-5-16,0 0 6 15,0 0 0-15,0-8-7 16,0-5 7-16,16 0 8 16,-7 3-8-16,-6 6 0 15,4 1-1-15,-7 3-3 16,0 0 4-16,0 0 0 15,0 0 2-15,0 0-2 16,0 0-3-16,0 0-3 0,0 4 12 16,0 4-3-1,0-1-3-15,-7-4-8 16,4 2 8-16,-3-2-2 0,6-2 2 16,0-1-1-16,0 0 2 15,0 0-1-15,0 0 7 16,0 0-7-16,0 0 0 15,16-14 2-15,13-9-1 16,6-4 8-16,7-11-9 16,-4-8 2-16,7-5 1 15,0-9-2-15,-13 6 2 16,6 7 2-16,-21 11 15 16,-8 16 24-16,-2 10-14 15,-7 10 14-15,0 0-30 16,0 0-12-16,-26 30 2 0,-19 13-4 15,-3 11 0-15,9 4-1 16,11 4 0-16,18-5 1 16,10-8-2-16,0-7-6 15,22-11-12-15,33-4-17 16,6-7-4-16,0-13-20 16,3 0-51-16,-6-7-84 15,-10 0-140-15,-3 0-292 16</inkml:trace>
  <inkml:trace contextRef="#ctx0" brushRef="#br0" timeOffset="108481.96">27303 16411 1150 0,'0'0'162'0,"0"0"22"0,0 0-48 0,0 0-105 15,0 0-4-15,0 0-14 16,160-43-10-16,-112 43-3 16,-10 0 1-16,-12 7-1 15,-16 14-1-15,-10 1-1 16,0 5 2-16,-45 1 0 16,-10 3 0-16,4-1 0 15,6-3 0-15,26-4-6 0,9-5 6 16,10-8 0-16,0 2 0 15,3-2-1-15,33 3-3 16,12 3 4-16,3 2-3 16,-9 1 6-16,3 0-3 15,-23-3 1-15,-3 3-1 16,-6-6-4-16,-13 1 4 16,0-6 5-16,-35 4-3 15,-29-1-2-15,-13-2 1 16,-3-2-1-16,12-5-17 15,11-2-105-15,18 0-116 16,30 0-138-16</inkml:trace>
  <inkml:trace contextRef="#ctx0" brushRef="#br0" timeOffset="108865.18">28216 16411 379 0,'0'0'756'0,"0"0"-696"0,0 0 14 0,0 0 14 0,295-64-60 16,-250 58-19-16,-10 2-18 16,-15-3-8-16,-11 2-29 0,-9-4-49 15,0-1-41 1,0-3 57-16,-16-2 51 0,-9-4 28 15,-8-4 1-15,17 4 70 16,4 2 75-16,5 8-26 16,-2 3-15-16,-1 6 41 15,7 0-53-15,3 0-55 16,0 4-29-16,0 25-4 16,0 15 14-16,0 5-8 15,0 8-8-15,0 3-3 16,0-1-1-16,0-3-39 15,0 1-127-15,32-13-183 16,13-3-197-16</inkml:trace>
  <inkml:trace contextRef="#ctx0" brushRef="#br0" timeOffset="108998.58">28944 16737 987 0,'0'0'185'16,"0"0"-116"-16,0 0-64 15,0 0-5-15,0 0-48 16,0 0-220-16,205-33-432 16</inkml:trace>
  <inkml:trace contextRef="#ctx0" brushRef="#br0" timeOffset="109165.6">29778 16686 653 0,'0'0'231'0,"0"0"-55"0,0 0 23 15,0 0-89-15,0 0-89 16,0 0-21-16,163-36-1 16,-89 33-66-16,19 3-134 15,22 0-52-15,7 0-5 16,6 0-268-16</inkml:trace>
  <inkml:trace contextRef="#ctx0" brushRef="#br0" timeOffset="109298.82">30897 16656 525 0,'0'0'205'15,"0"0"0"-15,0 0 2 16,0 0 5-16,0 0-39 16,0 0-49-16,54 0-72 0,-54 0-25 15,0-2-24-15,0-5-3 16,0-2-29-16,0-6-106 16,-48-6-247-16</inkml:trace>
  <inkml:trace contextRef="#ctx0" brushRef="#br0" timeOffset="111384.21">15799 15206 627 0,'0'0'114'0,"0"0"14"0,0 0 17 0,0 0 48 16,0 0-79-16,0 0-40 15,0 0 52-15,112-88-63 0,-112 88 5 16,-25 0-50 0,-43 0-17-16,-12 10-1 0,-16 12 0 15,9 3-5 1,14 6 4-16,5 0 1 0,20 0-2 16,10 5-2-16,12 5-1 15,16 4 5-15,10 7-1 16,0 9 1-16,0 5 0 15,0 2 0-15,26 8 0 16,-3 5 0-16,-17 7 0 16,-6 11 1-16,0 5-1 15,0 5 0-15,0-4 1 16,-6-13 0-16,-4-19-1 16,10-16 0-16,0-21 0 15,0-9 1-15,16-11-1 0,29-8-2 16,3-5 2-1,19-3-1-15,26 0 2 0,13-18-3 16,19-6-36-16,-6 0-126 16,22-3-176-16,16 0-507 15</inkml:trace>
  <inkml:trace contextRef="#ctx0" brushRef="#br0" timeOffset="112448.64">29332 15586 919 0,'0'0'132'0,"0"0"-15"0,0 0 2 0,0 0-11 0,0 0-82 16,0 0-6-16,308-90-10 15,-177 75 10-15,-3 3 9 16,-15 5 5-16,-20 7-21 16,-23 0-7-16,-22 0 5 15,-12 9-10-15,-17 13-1 16,-3 10 1-16,-16 12 7 15,0 10-1-15,0 10 6 16,-16 9 6-16,-3 5-1 16,-1 6-7-16,11 2 1 15,2 3-12-15,7-4 12 0,0 0-9 16,0 4 3 0,0 0 2-16,0-7-1 0,26 2-2 15,9 0-2-15,-3-8 2 16,-3-2-1-16,0-5 6 15,-3-12-7-15,-14-9-3 16,-5-6 0-16,-7-14 4 16,0-5 0-16,-32-6 3 15,-39-7-5-15,-22-3-2 16,-25-2 11-16,-46-3-11 16,-22 5-6-16,-51 6-38 15,-39 10-134-15,-32 12-173 16,-54 7-551-16</inkml:trace>
  <inkml:trace contextRef="#ctx0" brushRef="#br0" timeOffset="114818.93">15058 17361 1031 0,'0'0'78'0,"0"0"33"0,0 0 20 0,0 0 8 16,0 0-58-16,0 0-29 16,0 0-33-16,-41-87-16 15,44 117 2-15,35 10 15 16,-12 4-9-16,9-7-3 0,-12-5-2 15,2-14-4-15,-5-9-1 16,-1-6 0-16,19-3 4 16,27-12 0-16,34-33 19 15,36-23-15-15,25-9-7 16,19-8-2-16,11 11-17 16,-14 13-42-16,-22 15-112 15,-42 13-142-15,-19 7-447 16</inkml:trace>
  <inkml:trace contextRef="#ctx0" brushRef="#br0" timeOffset="119148.86">7556 8245 690 0,'0'0'48'0,"0"0"79"0,0 0 1 0,0 0 17 0,0 0-35 15,-263-37-51-15,247 37-6 16,13 0-5-16,3 0 16 16,0 0-27-16,0 0-9 15,0 0 0-15,0 0-9 16,0 0-2-16,19 0-11 16,58 0 6-16,35 0 42 15,49 0-21-15,38 0-23 16,25-5 4-16,13-3-8 0,-6 0-2 15,-19 4-2 1,-26-3-4-16,-16 4 1 0,-29 3-4 16,-29 0 10-16,-29 0-5 15,-44 0 0-15,-11 0 0 16,-15 0 2-16,-13 0 3 16,0 0 8-16,0 0 1 15,0 0 3-15,0 0-11 16,0 0-1-16,0 0-1 15,-22 0 1-15,-4 0-5 16,-6 0-33-16,3 10-54 16,10 6-65-16,13-2-145 0,6-5-258 15</inkml:trace>
  <inkml:trace contextRef="#ctx0" brushRef="#br0" timeOffset="120032.13">15741 8210 811 0,'0'0'121'16,"0"0"-72"-16,0 0 87 0,0 0 11 0,0 0-41 15,0 0-4-15,-138 34-38 16,138-34-16-16,0 0-16 15,0 0-5-15,0 0-18 0,39 0 11 16,73 1-11 0,58-1 10-16,35 0-10 0,29 0 0 15,0-1-9 1,4-9-4-16,-14-2 4 0,-16 0 0 16,-25 2 0-16,-48 1-1 15,-49 4 2-15,-31 0-1 16,-42 2 0-16,-4 1 0 15,-9 2-1-15,0 0-3 16,0 0-15-16,0 0-35 16,0 0-46-16,0 0-88 15,-16 12-39-15,-16 10-72 16,23-6-381-16</inkml:trace>
  <inkml:trace contextRef="#ctx0" brushRef="#br0" timeOffset="122015.31">25905 8361 257 0,'0'0'675'0,"0"0"-617"0,0 0 48 0,0 0 37 15,0 0-12-15,0 0-25 16,-183-19-48-16,183 19-9 15,0-4-20-15,29-3 5 16,77-4-18-16,60-6-6 16,43-6-4-16,34-3-2 15,7-1 5-15,1 5-8 16,-8 0 0-16,-9 7-1 16,-32 3 3-16,-25 3-3 15,-46 7 2-15,-32 2 0 16,-47 0-2-16,-17 0-1 0,-22 0-1 15,-7 0-1-15,-6 0-12 16,0 0-22-16,-13 0-77 16,-64 12-58-16,-19 9-154 15,-29 0-238-15</inkml:trace>
  <inkml:trace contextRef="#ctx0" brushRef="#br0" timeOffset="122917.74">5556 9510 1002 0,'0'0'2'0,"0"0"101"0,0 0 18 0,0 0 2 0,0 0-85 16,0 0-36-16,-13 24 2 15,13 3 40-15,0-6 4 16,0-3-25-16,0-10-6 15,0-8-5-15,0 0 1 16,13 0 15-16,25-16 11 16,17-21-16-16,38-11-11 0,19-12-11 15,6 0-1 1,11-2-17-16,21-2-132 0,-2 0-253 16</inkml:trace>
  <inkml:trace contextRef="#ctx0" brushRef="#br0" timeOffset="143782.31">8884 11244 775 0,'0'0'179'0,"0"0"-32"0,0 0-34 0,0 0-1 16,0 0-11-16,0 0-30 16,0 0-16-16,0 0-12 15,-132 0-12-15,132 0-12 16,29 0-16-16,48 0 5 15,41 0-4-15,46-5 12 16,25 0-10-16,20-4-6 0,12 1 2 16,22 3 0-1,1 4-2-15,-32 1 0 0,-17 0 0 16,-28 0 2-16,-52 0-2 16,-22 0 0-16,-45 0 0 15,-19 0 0-15,-19 0 2 16,-10 0-1-16,0 0-1 15,0 0-5-15,0 0 5 16,0 0-1-16,0 0-36 16,0 0-68-16,0 15-93 15,0 11 20-15,0 2-204 16</inkml:trace>
  <inkml:trace contextRef="#ctx0" brushRef="#br0" timeOffset="144702.16">16232 11369 270 0,'0'0'581'0,"0"0"-500"0,0 0 41 0,0 0-12 16,0 0 3-16,0 0-14 15,-234-14-41-15,234 14 2 16,0 0-25-16,0 0-2 16,0 0-17-16,58 0-15 0,35 0 11 15,44-1 2-15,17-6-8 16,-6 3 1-16,9-1-7 15,-3 2-2-15,-13-1 1 16,-10 1 1-16,-15-5-1 16,-33 7 1-16,-19-3-1 15,-22 0-6-15,-26 3-3 16,3 1-13-16,-6 0-51 16,-13 0-38-16,0 0-38 15,0 0-29-15,0 10-135 16,0 2-379-16</inkml:trace>
  <inkml:trace contextRef="#ctx0" brushRef="#br0" timeOffset="145584.04">22093 11369 840 0,'0'0'75'0,"0"0"23"0,0 0 34 0,0 0-13 0,0 0 29 16,0 0-60-16,-97 0-17 15,97 0-12-15,0 0-27 16,0 0-10-16,0 0-1 16,49 0-11-16,37 0-8 15,26-2 0-15,29-1 5 16,-9 3-7-16,-7 0 0 15,6 0 2-15,-6 0-2 0,-6 3-1 16,-16 3-3 0,-17 2-2-16,-19-3-14 0,-18 0-4 15,-17 0-26-15,-13-1-9 16,-19 0-17-16,9 1-39 16,-9-1-20-16,0 4-77 15,0-2-61-15,-16 0-239 16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1T09:20:45.2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26241 8524 838 0,'0'0'154'0,"0"0"-48"0,0 0-10 16,0 0-48-16,0 0-48 0,0 0-7 15,0 0-13-15,45 23-37 16,-45 19-124-16,0 15-121 16,0 12-312-16</inkml:trace>
  <inkml:trace contextRef="#ctx0" brushRef="#br0" timeOffset="166.26">26241 9510 589 0,'0'0'66'16,"0"0"32"-16,0 0-9 0,0 0 11 16,0 0-84-16,0 0-16 15,87 76-11-15,-78-46-111 16,-9 16-156-16</inkml:trace>
  <inkml:trace contextRef="#ctx0" brushRef="#br0" timeOffset="333.26">26280 10755 625 0,'0'0'71'0,"0"0"-55"0,0 0 5 16,0 0-13-16,16 127-8 15,-3-85-38-15,6 5-656 16</inkml:trace>
  <inkml:trace contextRef="#ctx0" brushRef="#br0" timeOffset="483.27">26382 12099 669 0,'0'0'5'0,"0"0"31"15,-25 137-36-15,22-101-18 16,3 7-99-16</inkml:trace>
  <inkml:trace contextRef="#ctx0" brushRef="#br0" timeOffset="633.61">26536 13143 889 0,'0'0'181'16,"0"0"-176"-16,0 0 20 16,0 0-20-16,0 0-5 15,0 0-239-15</inkml:trace>
  <inkml:trace contextRef="#ctx0" brushRef="#br0" timeOffset="9516.34">19929 10433 989 0,'0'0'82'0,"0"0"3"0,0 0 68 0,0 0-13 15,0 0-79-15,0 0-42 16,0 0 1-16,0 0 11 16,237 33-20-16,-64-33-5 15,13 0-6-15,-3-10-2 16,-4 2 2-16,-15-1-4 15,-17 4 4-15,-35 4-15 0,-35 1-16 16,-13-4-70 0,-32 4-40-16,-3 0-23 0,-13 0-142 15,4 0-418 1</inkml:trace>
  <inkml:trace contextRef="#ctx0" brushRef="#br0" timeOffset="10335.94">27921 9921 883 0,'0'0'158'0,"0"0"-95"0,0 0 78 0,0 0 36 0,0 0-73 16,0 0-50-16,-22-50-26 15,22 62-13-15,0 15 9 16,6 11 10-16,10 1-16 15,-3-3 0-15,6-5-5 16,-9-4-10-16,19-8 1 16,-7-8 3-16,4-9-7 0,12-2 2 15,39-17 3-15,23-26-1 16,34-23 0-16,23-9-4 16,23-8 2-16,19-3-8 15,19 3 2-15,-13 8-21 16,-9 12-78-16,-10 13-176 15,-42 5-252-15</inkml:trace>
  <inkml:trace contextRef="#ctx0" brushRef="#br0" timeOffset="13282.82">27671 16155 1215 0,'0'0'90'0,"0"0"-81"0,0 0 15 16,0 0 64-16,0 0-58 16,0 0-16-16,0 0-3 15,183 108-3-15,-148-92 20 16,-3-9-13-16,-6-4-1 0,0-3 12 15,18-5-1 1,8-34-2-16,22-20-18 0,12-23-3 16,30-23-2-16,9-15-11 15,19-7-59-15,16 2-46 16,7 14-109-16,-10 14-154 16</inkml:trace>
  <inkml:trace contextRef="#ctx0" brushRef="#br0" timeOffset="20432.64">23513 13062 854 0,'0'0'127'0,"0"0"-50"0,0 0 43 0,0 0 3 15,0 0-34-15,0 0-48 16,0 0-30-16,10 11 3 15,92-8 8-15,30-2 7 16,12-1-19-16,16 0-8 16,7 0 2-16,-7 0-2 0,0 0-1 15,-9 0-1 1,-19 3-5-16,-23 3 5 16,-29 0 0-16,-19-2 0 0,-29-2-1 15,-7-2-2-15,-12 0 3 16,-13 0 8-16,0 0-8 15,0 0 2-15,0 0 3 16,-67 0-1-16,-16 0-4 16,-23 3 1-16,-13 3-1 15,-16 0 2-15,-6 0-2 16,4 3 0-16,2-5 0 16,3 3 8-16,17-3-8 0,3 0 4 15,9-1 5 1,10 2-1-16,26-1 3 0,3 3 0 15,9 0-10-15,14-1 4 16,12 3 1-16,13-4-5 16,6-1 0-16,10-3-1 15,0 2 5-15,0 1 6 16,64-4-8-16,29 0 5 16,23 0-7-16,15 0 4 15,20-7 1-15,9 0-8 16,7-5 2-16,-13 3 0 15,-16 3 0-15,-20 1 1 16,-25 3-2-16,-19 2 1 16,-20 0-1-16,-15 0-2 15,-17 0-3-15,-6 0 6 0,-9 0-15 16,-7 0-25-16,0 0-45 16,-7 0-78-16,-50 4-71 15,-27 5-382-15</inkml:trace>
  <inkml:trace contextRef="#ctx0" brushRef="#br0" timeOffset="27516.09">17344 10239 1104 0,'0'0'35'0,"0"0"40"0,0 0 37 0,0 0-13 16,0 0-88-16,0 0-11 0,0 0 0 16,-9 66 9-16,34-38 9 15,-15-6-18-15,16-6 15 16,-7-7-13-16,3-7 2 15,26-2-3-15,36-2 8 16,38-37-2-16,48-17-7 16,35-21-2-16,38-13-59 15,4-8-150-15,-3-3-222 16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1T09:21:30.8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17627 2864 977 0,'0'0'26'0,"0"0"-13"0,0 0 8 0,0 0 54 15,0 0-37-15,0 0-23 0,0 0 23 16,391 0 12-16,-228 0-34 15,1-9-7-15,9-5-2 16,6-2-7-16,-9-3 1 16,10 0 0-16,-17 1-1 15,-18-2-17-15,-14 6-39 16,-19 0-82-16,-6 1-87 16,-23-1-282-16</inkml:trace>
  <inkml:trace contextRef="#ctx0" brushRef="#br0" timeOffset="784.18">23215 2967 954 0,'0'0'47'0,"0"0"12"0,0 0 34 0,0 0 17 16,0 0-33-16,0 0-50 16,90 0-26-16,44-10-1 15,14-2 0-15,22 1 0 16,19 3 0-16,0 1-3 16,6 4-32-16,-5 0-95 15,-27-1-91-15,-22-9-205 16</inkml:trace>
  <inkml:trace contextRef="#ctx0" brushRef="#br0" timeOffset="5883.36">9589 5020 731 0,'0'0'40'0,"0"0"43"0,0 0-12 0,0 0 0 0,0 0-19 16,0 0-25-16,0 0 32 16,-167 5-2-16,167-5-8 15,0 0 2-15,0 0-28 16,0 0-15-16,0 0 3 15,39 0-4-15,50 0 2 16,43 0 4-16,31 0-2 0,7 0-5 16,10 0-4-16,-13 0-2 15,-1 0 1-15,-2 0-1 16,-17 0 0-16,-12 0 2 16,-20 0-2-16,-31 0 0 15,-14 2-1-15,-22-1 1 16,-16 2-1-16,-25-3 2 15,-7 0-1-15,9 1 1 16,-9-1-1-16,0 0-1 16,0 4 1-16,0-4-2 15,0 1-5-15,0 2-49 16,0-3-74-16,0 0-118 0,0 0-323 16</inkml:trace>
  <inkml:trace contextRef="#ctx0" brushRef="#br0" timeOffset="6866.71">15789 5081 478 0,'0'0'223'0,"0"0"-86"16,0 0-29-16,0 0 1 0,0 0 39 16,0 0-71-16,-19 4-32 15,19-1-11-15,0-3-2 16,0 0-1-16,0 0-14 16,0 0-4-16,87 0 2 15,60 0-3-15,46 0 0 0,31-3-9 16,10-1-3-1,3-1 2-15,-12 0-2 0,-7 1 1 16,-10 1-1-16,-19-2 0 16,-22 2 1-16,-26 1-1 15,-25 0-6-15,-23-1 6 16,-20 1 6-16,-5-1-5 16,-14-1-1-16,-9 1 0 15,-3 2-2-15,-17-3 5 16,-15 0-3-16,3 3 14 15,-13-1-10-15,0-1 1 16,3 3-2-16,-3-2-3 0,0 2 0 16,0 0-8-16,0 0-16 15,0-4-96-15,0-3-70 16,-3-5-209-16</inkml:trace>
  <inkml:trace contextRef="#ctx0" brushRef="#br0" timeOffset="25652.07">16232 6078 898 0,'0'0'63'0,"0"0"-15"0,0 0 56 16,0 0 28-16,0 0-88 15,0 0-26-15,0 0 27 16,256 4 9-16,-124-4-20 16,25 0 7-16,29 0-12 0,19 0-14 15,10-10-9 1,9 1-6-16,1 0-4 0,-7 1 4 16,-19 4 3-1,-33 0-3-15,-25 2-1 0,-38 1 1 16,-10 1 8-16,-26 0-8 15,-9 0 0-15,-4 0-7 16,-15 0 12-16,-4 0-8 16,-12 0 3-16,-1 0 0 15,-9 0 7-15,-4 0-6 16,-9 0-2-16,0 0-9 16,0 0-14-16,0 0-25 15,0 0-61-15,-9-7-94 16,-26 2-237-16</inkml:trace>
  <inkml:trace contextRef="#ctx0" brushRef="#br0" timeOffset="27605.59">6456 7547 1096 0,'0'0'17'0,"0"0"21"0,0 0 17 0,0 0 34 0,0 0-21 15,0 0-52-15,65 0-12 16,60-10 0-16,32-6 6 0,-3-3 0 15,-7 5 0 1,-31 2-8-16,-14 0-2 0,-9 7 0 16,-13 2-12-16,-16 1-27 15,-9 2-90-15,-26-5-190 16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1T09:22:17.5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15292 6670 574 0,'0'0'141'0,"0"0"46"0,0 0-69 0,0 0-34 0,0 0-26 16,0 0-34-16,0 0 16 15,0 0-23-15,0 0-15 16,0 0 17-16,0 7 2 16,0 5-1-16,0-7 1 15,10 5-12-15,-3-3-5 16,-1-1-2-16,-3-3 18 15,-3-3-8-15,0 0-9 16,0 0 23-16,3 0-4 16,-3 0 4-16,20 0-12 15,-1-4 12-15,-3-15-15 0,19-1-11 16,-3 1-8 0,-6 0-22-16,6 3-96 0,-16 2-42 15,16 2-95-15,-6 4-304 16</inkml:trace>
  <inkml:trace contextRef="#ctx0" brushRef="#br0" timeOffset="3416">15360 8641 802 0,'0'0'67'0,"0"0"50"0,0 0 3 0,0 0-20 0,0 0-58 15,0 0-13-15,0 0 4 16,6 0-3-16,4 0 7 15,-10 0-12-15,0 0-8 16,0 0-10-16,0 0-2 16,0 2 0-16,16 1-5 15,0 2 3-15,-3-4 0 16,0 2 1-16,-4-3-4 0,7 0 0 16,3 0 8-16,10 0 1 15,16-18-8-15,3-7-1 16,0-4 0-16,10-3-1 15,0 1-88-15,-4-2-111 16,-15 1-148-16</inkml:trace>
  <inkml:trace contextRef="#ctx0" brushRef="#br0" timeOffset="6682.16">31894 6621 610 0,'0'0'349'0,"0"0"-346"0,0 0 8 0,0 0 40 0,0 0 45 16,0 0-67-1,0 0-17-15,-4 0 11 0,20 0 21 16,17 0-13-16,11 0-11 16,-2-13 5-16,0-8 5 15,3-5-25-15,3-2 3 16,0-2-8-16,10-2-5 15,-4 3-34-15,-6 4-67 16,-9 3-114-16,-14 3-335 16</inkml:trace>
  <inkml:trace contextRef="#ctx0" brushRef="#br0" timeOffset="7315.92">32429 7843 1021 0,'0'0'0'0,"0"0"-19"0,0 0 19 0,0 0 19 0,0 0 26 16,0 0-24-16,-16 17-18 16,16-12 37-16,26-4-19 15,-7-1 3-15,10 0 6 16,9 0 4-16,7-11-14 15,13-11-20-15,3 0 0 16,9-5-5-16,7 1-102 0,10-1-91 16,-17 4-444-16</inkml:trace>
  <inkml:trace contextRef="#ctx0" brushRef="#br0" timeOffset="8898.93">23955 15730 797 0,'0'0'22'0,"0"0"-13"0,0 0-9 0,0 0 1 0,0 0-1 15,263-121-10-15,-189 108-75 16,-13 8-40-16,-26 5-273 15</inkml:trace>
  <inkml:trace contextRef="#ctx0" brushRef="#br0" timeOffset="9282.86">23449 16384 900 0,'0'0'200'0,"0"0"-180"0,0 0-13 16,0 0-4-16,0 0 17 15,0 0-15-15,205-63-5 16,-80 36-27-16,-3 0-129 15,-10 0-227-15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1T09:22:37.8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2157 12403 812 0,'0'0'87'0,"0"0"19"0,0 0-41 16,0 0-30-16,0 0-5 0,269-42-9 15,-144 25-7-15,17-6 16 16,11 1-16-16,-8-4-1 15,-7 9 0-15,-29 1-8 16,-29 7-3-16,-29 4 7 16,-29 4-3-16,-15 1-3 15,-7-3 3-15,0-2 11 16,0-6 55-16,0-8-17 16,-32-1-45-16,-10-7-4 15,-6 1 3-15,3 4 2 16,-3 5 6-16,19 4 13 0,4 3-5 15,5 6 15 1,17-1-14-16,-3 5-19 0,6-3 15 16,0 3-20-16,0 0-2 15,0 0-9-15,45 8 8 16,12 9 0-16,14-3 1 16,-10 9 0-16,-4 1 1 15,-8 1-1-15,-14 6-1 16,-16 1 1-16,-19 6-4 15,0 2 3-15,0 5 1 16,-19 2-19-16,-16 4-39 16,-4-5-86-16,10 0-48 0,0-11-69 15,10-9-358 1</inkml:trace>
  <inkml:trace contextRef="#ctx0" brushRef="#br0" timeOffset="3890.72">19210 9371 448 0,'0'0'262'0,"0"0"-129"0,0 0 3 0,0 0-12 16,0 0-44-16,0 0 10 15,0 0-35-15,-192 0 13 16,189 0-42-16,3 0 6 16,0 0-20-16,0 0-5 15,9 0-5-15,62 0 3 16,48 1 33-16,50-1 16 15,49 0-30-15,42 0-7 16,29 0-10-16,-1-1 5 16,14-6-12-16,-20 0 0 0,-19-2 2 15,-20 2 0 1,-44 0-2-16,-32 3-8 0,-45 1 8 16,-36 1 1-16,-31 2 8 15,-20-3-8-15,-9 3 0 16,-20-1-1-16,4 1 1 15,-1-3 8-15,-9 2-6 16,10 1 0-16,-10 0-3 16,0 0-2-16,0 0-33 15,0 0-100-15,-35 0-108 16,-45 0-359-16</inkml:trace>
  <inkml:trace contextRef="#ctx0" brushRef="#br0" timeOffset="4623.72">19486 10453 685 0,'0'0'154'0,"0"0"-93"0,0 0 80 15,0 0-15-15,0 0-23 0,0 0-33 16,-167-48 13-16,167 48-39 16,0 0-8-16,0 0-28 15,81 0 0-15,44 0 13 16,64 0 14-16,26 0-13 15,31 0-15-15,-2 0 6 16,-10-3-1-16,0 0-11 16,-32 2 5-16,-19-3-6 15,-32 0 2-15,-36 0-1 16,-22 0-1-16,-19-1 1 0,-7 2-1 16,-9-4 7-1,3 0-6-15,-10 0-1 0,-3 0 3 16,0 1-3-1,-9-5-7-15,-14 5 5 0,-6 4-24 16,-15 0-28-16,-4 2-72 16,0 0-66-16,0 7-60 15,-23 11-148-15</inkml:trace>
  <inkml:trace contextRef="#ctx0" brushRef="#br0" timeOffset="5258.03">20204 11721 346 0,'0'0'556'0,"0"0"-457"0,0 0 29 0,-288 55 31 0,256-47-39 16,22-5-59-16,10-2-15 0,0 4-16 15,74 2-15 1,60 0 32-16,24-3 0 0,34-4-38 16,3 0-7-16,1 0-2 15,-7 0 3-15,-3 0-2 16,-32 0-1-16,-13 0 0 16,-38-4 0-16,-20 0 0 15,-16 1 0-15,-28 1 0 16,-4 0-7-16,-9-3 4 15,-13 1-5-15,3 1-16 16,-13 0-27-16,10 3-37 16,-13 0-45-16,0 3-40 15,-13 20-36-15,-35 8-363 16</inkml:trace>
  <inkml:trace contextRef="#ctx0" brushRef="#br0" timeOffset="5840.41">19874 13212 1169 0,'0'0'93'0,"0"0"-68"0,0 0 39 0,0 0 48 0,0 0-29 0,0 0-42 15,-19-6-35-15,150 6 24 16,39 0-3-16,39 0-17 15,12 0-9-15,-22 0 3 16,-4 0-4-16,-31 0 0 16,-23 3 2-16,-23 1-2 15,-31 3 0-15,-23-3 0 16,-22-1 0-16,-7-2 0 16,-13 3-4-16,-6-4 0 15,-6 1-12-15,12 2-16 16,-15 0-33-16,3 1-54 15,-4 4-48-15,-6 4-109 0,0 3-266 16</inkml:trace>
  <inkml:trace contextRef="#ctx0" brushRef="#br0" timeOffset="6225.29">20458 14439 1171 0,'0'0'51'0,"0"0"-41"0,0 0-10 0,0 0 102 0,0 0-25 0,282 45-49 15,-141-42-7-15,22 1-15 16,1 1 20-16,-1-5-15 16,-15 0-9-16,-7 0 3 15,-26 0-4-15,-25 0-2 16,-29 0-2-16,-16-7-27 15,-10-4-30-15,-3-10-91 0,-13-8-98 16,7-17-412-16</inkml:trace>
  <inkml:trace contextRef="#ctx0" brushRef="#br0" timeOffset="12340.61">20201 7986 721 0,'0'0'163'0,"0"0"-1"0,0 0-25 16,0 0-38-16,0 0-38 0,0 0-9 15,0 0-7-15,39-45-17 16,-39 45-10-16,0 0-14 16,0 0 1-16,0 3-4 15,0 15 1-15,0 7 2 16,0 9 10-16,-10 4-7 16,-19 5 1-16,-6 2-7 15,-4-4 6-15,-6 1-7 16,20-5 0-16,-7-8 1 15,16-6 0-15,3-8-1 16,3-6 0-16,10-5-1 16,0-4 1-16,0 0 0 15,0 0 4-15,0 0 11 16,0-5 9-16,0-14 2 16,0-5-20-16,0 2-3 0,0 2 4 15,0 3-2-15,0 4-2 16,0 12 1-16,0 1 8 15,-9 0-12-15,9 0-4 16,0 14-8-16,0 8 11 16,0 4 1-16,0-3-2 15,0 0 1-15,25-5 1 16,7-8 0-16,-3-2-4 16,6-4 2-16,4-4 2 15,9 0 0-15,7 0-2 16,2-14-3-16,1-11-26 15,6 6-67-15,0-1-61 0,10 1-90 16,3 4-250-16</inkml:trace>
  <inkml:trace contextRef="#ctx0" brushRef="#br0" timeOffset="13007.47">22913 7963 731 0,'0'0'123'0,"0"0"40"0,0 0 14 16,0 0-53-16,0 0-41 16,0 0-43-16,10-46-40 15,-10 65-2-15,-22 18 2 16,-14 3 22-16,7 8 2 0,1-2-17 15,2 1-4-15,3-5-2 16,7-3-1-16,7-12 0 16,9-8 0-16,-10-8 0 15,10-7 0-15,0-4 3 16,0 0-3-16,0 0 2 16,0-3 15-16,0-13-9 15,0-4-6-15,0 7 1 16,0 3-2-16,0 2 2 15,0 8 3-15,0 0 0 16,0 0-6-16,-3 0-13 16,-7 18 4-16,7 5-1 15,-3-1 10-15,6-3 10 0,0 1-10 16,0-6-2 0,6-1 0-16,20-6 2 0,-1 1 0 15,8-8 3-15,2 0-2 16,3 0 0-16,1-5 0 15,-4-8-2-15,-16-1-6 16,7 1-4-16,-13-4-38 16,-4 7-75-16,1 1-25 15,-10 1-147-15,0 4-296 16</inkml:trace>
  <inkml:trace contextRef="#ctx0" brushRef="#br0" timeOffset="14808.22">17511 9116 819 0,'0'0'97'0,"0"0"45"0,0 0-34 0,0 0 5 16,0 0-36-16,0 0-14 0,-96 0-19 15,96 0-15-15,0 0-2 16,0 0-5-16,0 0-10 15,0 0 0-15,13 0-5 16,51 0-1-16,42 0 7 16,22-5 5-16,3-9-10 15,4 1-8-15,-20-1 4 16,-18 1-1-16,-20 1-3 16,-29 6 0-16,-29 2 1 15,-9 0 0-15,-10 4 2 16,0 0 6-16,0-4-9 15,-17-2 13-15,-34-6-13 0,-13-1-1 16,0-2-1-16,-3-1 1 16,12 5 2-16,7-5 0 15,10 11-1-15,28 0 0 16,0 0 2-16,10 2 0 16,0 3 4-16,0 0-3 15,0 0 2-15,0 0-5 16,0 0 0-16,0 0-4 15,39 0 0-15,19 0 4 16,-4 0 0-16,4 0 1 16,-13 3-1-16,-17 8 0 15,-8 5-1-15,-1 3-4 16,-13 6 3-16,-6 4-6 0,0 6-23 16,-6 11-33-16,-42 1-60 15,3 7-71-15,-22 2-104 16,-1 1-229-16</inkml:trace>
  <inkml:trace contextRef="#ctx0" brushRef="#br0" timeOffset="20690.46">29101 8683 465 0,'0'0'96'0,"0"0"5"0,0 0 56 0,0 0-40 15,0 0-18-15,0 0 6 16,244-115-16-16,-244 109-16 16,0 4 9-16,0 0-9 15,0 2-21-15,0 0-16 16,0 0-20-16,0 0-10 0,-45 0-2 15,-16 10-3-15,-22 14 6 16,-10 3-2-16,-10 5-4 16,7-4 2-16,-7 3 4 15,1 0-6-15,-1-8 1 16,17-1-1-16,5-8 1 16,24-3 2-16,9-5-2 15,19-1 0-15,10-1-1 16,19-3-1-16,0-1 5 15,0 3-3-15,0-3 3 16,0 0 0-16,0 0 2 16,0-5 2-16,0-13-9 15,9-3-7-15,26-1 3 0,-6 3 4 16,0-4-1 0,3 3 0-16,-6 1 1 0,3 4-1 15,-10 3 0-15,0 7 1 16,-19 0 1-16,7 5 0 15,-7 0-1-15,0 0 0 16,0 0 0-16,0 0 2 16,0 0-2-16,0 0-2 15,0 0 1-15,0 0-6 16,0 0 6-16,0 0-6 16,-7 15 6-16,-25 7 1 15,-3 4 0-15,9 1-1 16,-12 0 0-16,15-4 2 15,4-1 0-15,9-3-1 0,4 1 0 16,6-5-1-16,0-1 0 16,0 2-4-16,6-5 4 15,23 1 1-15,10-4 0 16,2 0-3-16,-5-2-3 16,9-5-12-16,-4 3-35 15,4-4-42-15,3 0-51 16,-3 0-88-16,-16 0-188 15</inkml:trace>
  <inkml:trace contextRef="#ctx0" brushRef="#br0" timeOffset="23282.25">17434 9112 689 0,'0'0'120'0,"0"0"-27"0,0 0 48 16,0 0-35-16,0 0-4 15,0 0-36-15,0 0 14 0,-125 5-16 16,125-5-9-1,0 0-10-15,0 0-32 0,0 0 1 16,42 0-10-16,35 0-3 16,19 0 8-16,13 0-3 15,6 0-2-15,-2 0 2 16,-8-9-6-16,-21 3 0 16,-11-3 0-16,-24 1 1 15,-14 7 0-15,-26-3-1 16,1 1 2-16,-10 3 0 15,0-2-1-15,0 1-1 16,0-3 3-16,0 1 6 16,0-1-3-16,0-1 0 15,-10-3-6-15,-25-2 0 16,-13-2 0-16,0 2-1 16,10 0 1-16,-1-7 1 15,4 7-1-15,6-2 1 0,10 5 0 16,9 3 2-16,4 1 1 15,2 3 10-15,4 0-6 16,0 0-4-16,0 0-4 16,0 0 0-16,0 0-2 15,0 0-5-15,29 0 6 16,29 9 1-16,-10 1 0 16,7 5 2-16,-7 0-1 15,-10-1-2-15,-3 3 1 16,-2-2 0-16,-8 2-2 0,-15 0 2 15,3 0 0-15,-13-2-3 16,0-2-1-16,0 2 4 16,0 4-6-16,-23 4-6 15,-15-2-24-15,-10 9-49 16,-7 1-51-16,-3 1-64 16,-3 1-103-16,1-6-217 15</inkml:trace>
  <inkml:trace contextRef="#ctx0" brushRef="#br0" timeOffset="25157.12">17344 10274 830 0,'0'0'91'0,"0"0"55"0,0 0-4 0,0 0-29 0,0 0-24 16,0 0-28-16,-57-4-14 16,57 4 5-16,0 0-21 15,0 0-11-15,48-1-2 16,45-8-14-16,35-3 0 15,13 2 5-15,-6-4-7 16,-13 5-2-16,-13 2 1 16,-13-1-2-16,-29 2 3 15,-12 0-2-15,-33 2 0 16,-12 1 0-16,-1 1-1 16,-9 2 0-16,0-3 0 0,0 0 1 15,0-8-1-15,-32-4-6 16,-9-4 5-16,-4 2-3 15,-10-5 5-15,1 1 0 16,15 6 0-16,4 0 0 16,16 7 3-16,9 4-3 15,10 1 0-15,0 3-3 16,0 0 2-16,0 0-5 16,0 0-3-16,16 0 1 15,32 0 8-15,16 3 0 16,4 8-1-16,-1 2 2 15,-13 5-1-15,-5 3 0 0,-17 1 0 16,-16 5-2-16,-16 0-2 16,0 5 3-16,0 4-3 15,-39 0-21-15,-6 8-52 16,-16-2-48-16,0 2-49 16,1 1-115-16,5-1-210 15</inkml:trace>
  <inkml:trace contextRef="#ctx0" brushRef="#br0" timeOffset="25974.47">17351 11215 772 0,'0'0'122'0,"0"0"-34"0,0 0 56 16,0 0 0-16,0 0-65 15,0 0 22-15,-180 15-8 16,180-15-25-16,0 0-22 16,0 0-27-16,0 0-9 15,13 0 1-15,61 0-8 16,28 0 3-16,23-3-6 16,13-4 6-16,-3-5-5 0,-13 3-1 15,-4 0 0 1,-21 4 2-16,-30 1 0 0,-22 3-2 15,-26-3 0-15,-19 4-3 16,0 0 2-16,0 0-1 16,0-3-4-16,0-1 1 15,-35-2-1-15,-13-8 2 16,-10 1 2-16,13-5-2 16,-3 3 2-16,0-1 0 15,9 2 4-15,11 2-1 16,2 6 0-16,16 2 0 15,7 4 0-15,3 0 6 0,0 0-2 16,0 0-5-16,0 0 0 16,0 0 0-16,35 0-5 15,7 10 5-15,-3 7 1 16,9-3-1-16,-10 4 2 16,-12 4-4-16,-7 0 2 15,-9 0-3-15,-10 2 3 16,0 2-6-16,0 1-13 15,-29 0-28-15,-19 4-87 16,0 1-55-16,-1-1-168 16,8 1-472-16</inkml:trace>
  <inkml:trace contextRef="#ctx0" brushRef="#br0" timeOffset="26757.46">17402 12361 742 0,'0'0'156'0,"0"0"-57"0,0 0 46 0,0 0 6 0,0 0-76 15,0 0-6-15,-147 26-32 16,147-26 3-16,0 0 2 16,0 0-20-16,0 0-7 0,12 1-7 15,62-1 8-15,35 0 6 16,19 0-17-16,10 0 1 15,13-5-4-15,-16-3-1 16,-4 5-1-16,-38-3 1 16,-29 6-2-16,-32 0 0 15,-13 0-2-15,-15 0 1 16,-4 0-2-16,0 0 5 16,0-2-4-16,0-1 3 15,-36-2-3-15,1-7 3 16,-23 1 0-16,10-1-5 15,0 1 10-15,13 0-2 0,13 2-3 16,9 2 3-16,10 3 10 16,-4-2-2-16,7 5 4 15,0 1-9-15,0-4-6 16,0 4 8-16,23 0-8 16,9 0 0-16,22 0 0 15,-12 0 1-15,3 5-1 16,-7 12 0-16,-15-1-1 15,-11 4 1-15,1 5-1 16,-13 2-1-16,0 5-5 16,0 0 3-16,-32 3-33 15,3 0-99-15,-6-4-85 16,13-4-208-16</inkml:trace>
  <inkml:trace contextRef="#ctx0" brushRef="#br0" timeOffset="27660.62">17107 14022 494 0,'0'0'539'0,"0"0"-468"0,0 0 33 0,0 0 7 16,0 0-31-16,0 0-27 16,-122 2-28-16,122-2-3 15,0 0-8-15,29 0-1 16,35 0 1-16,20 0-4 15,12 0-7-15,16 0-2 0,3-6 3 16,4-2-4-16,-3 4-4 16,-24-3 4-16,-5 5 0 15,-20-5 3 1,-31 4-6-16,-11 3 3 0,-12 0 0 16,-13 0 0-16,0 0 0 15,0-4 0-15,0 0 0 16,0-5 0-16,-22-2-4 15,-4-5 3-15,-12-2 2 16,5-1-1-16,-2 2 0 16,6 3 3-16,10 2 14 15,6 3 2-15,0 5 6 16,13-1 1-16,0 5-9 0,0 0-2 16,0 0-11-1,0 0-1-15,0 0-1 0,17 0-2 16,21 5 0-1,10 8 0-15,-9 5 1 0,9 3 0 16,-10 3 0-16,-12 3-1 16,-7 6 0-16,-19 3 0 15,0 2 0-15,0 6-5 16,-29 5-18-16,-19-2-62 16,-16-1-132-16,9-9-36 15,4-7-451-15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1T09:23:11.6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28303 7950 880 0,'0'0'173'0,"0"0"-90"0,0 0 68 16,0 0-60-16,0 0-54 15,0 0-27-15,0 0 13 16,0 0 5-16,86 59 10 15,-60-43-7-15,0-5-11 16,3-7-6-16,12-4-1 16,20 0 1-16,19-24 1 0,23-21 2 15,19-12-13 1,16-9-4-16,3 2-1 0,3 3-15 16,-6 12-35-16,-10 13-101 15,-25 9-51-15,-17 15-181 16</inkml:trace>
  <inkml:trace contextRef="#ctx0" brushRef="#br0" timeOffset="800.34">28431 11808 663 0,'0'0'444'0,"0"0"-331"0,0 0 40 16,0 0 5-16,0 0-103 16,0 0-52-16,13 42 23 15,16-6-11-15,0-9-12 16,6-9 3-16,7-7-5 0,-7-8-1 16,23-3 13-16,15-22-7 15,20-23 15-15,10-10-6 16,12-4-14-16,-3 1-1 15,-9 5-5-15,3 7-29 16,-23 10-65-16,-9 13-144 16,-26 11-203-16</inkml:trace>
  <inkml:trace contextRef="#ctx0" brushRef="#br0" timeOffset="1349.91">28813 13561 931 0,'0'0'183'0,"0"0"-55"0,0 0 14 0,0 0-69 15,0 0-64-15,0 0-6 16,6 19 29-16,20 1-25 16,-7 6 2-16,3-5 12 15,-6-7-10-15,4-6-3 16,12-8-5-16,0 0 9 15,16-3-4-15,16-28 8 16,13-11 3-16,9-14-16 0,30-3-2 16,-7-8-2-16,3 1-2 15,-3 8-21-15,-16 7-68 16,-10 8-80-16,-9 5-79 16,-6 2-260-16</inkml:trace>
  <inkml:trace contextRef="#ctx0" brushRef="#br0" timeOffset="5350.51">27524 16534 971 0,'0'0'211'0,"0"0"-191"0,0 0-18 0,0 0 93 15,0 0-25-15,0 0-56 16,0 0 7-16,115 20 23 16,-73 3-6-16,-4 0-9 15,1 1-7-15,-1 2-11 16,-2-8 8-16,-8-5-5 15,11-6-12-15,-1-7 6 16,17 0-7-16,22-37-1 16,25-22 11-16,30-29-9 0,19-12-2 15,28-10-14 1,7 1-38-16,13 2-84 0,-13 10-131 16,-32 15-315-16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1T09:23:25.7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19008 6268 997 0,'0'0'65'0,"0"0"24"0,0 0 38 0,0 0-20 15,0 0-58-15,0 0-48 16,0 0 3-16,-6-1 8 16,28 17 12-16,10 6 15 15,-6-6-21-15,-7-8-3 16,7-4-3-16,-10-4 7 0,6 0-13 16,11 0 20-16,27-11-10 15,17-25 8-15,29-13-8 16,16-8-14-16,0-2-1 15,29 0-1-15,6-3-8 16,16 4-22 0,3 5-63-16,-12 13-79 0,-17 8-75 15,-15 3-162-15</inkml:trace>
  <inkml:trace contextRef="#ctx0" brushRef="#br0" timeOffset="1604.04">4029 8067 846 0,'0'0'69'0,"0"0"-16"16,0 0 41-16,0 0 31 0,0 0-42 0,0 0-73 15,-189 21-2-15,189-16-1 0,68 0 26 16,47 0 1-16,42-5 0 15,68 0 1-15,12 0-18 16,16 0-9-16,13 0-8 16,-19-5-2-16,-13 2 2 15,-32-4-1-15,-38 5-1 16,-46-1 4-16,-50 3-4 16,-33 0 1-16,-22 0 1 15,-4 0 0-15,-9 0 7 16,0 0-3-16,0 0-2 15,0 0-2-15,0 0-7 0,0 0-34 16,0 5-60-16,10 10-92 16,38 2-216-16</inkml:trace>
  <inkml:trace contextRef="#ctx0" brushRef="#br0" timeOffset="2266.01">9355 8374 614 0,'0'0'113'0,"0"0"43"0,0 0-25 0,0 0 6 16,0 0-28-16,-253-32-49 15,246 32 3-15,7 0-32 16,0 0 3-16,0 0-11 15,3 0-20-15,61 0 0 16,55 0 9-16,51 0 12 16,26 0-18-16,25 1-2 15,-29 3-4-15,-3 1 0 16,-22 0-5-16,-23-2 5 16,-12-3 0-16,-39 0 10 15,-16 0-9-15,-39 0-1 0,-12 0 5 16,-17 0 1-16,-9 0 6 15,0 0-2-15,0 0-1 16,0 0 0-16,0 0-9 16,0 0 2-16,0 0-7 15,0 0-13-15,-9 0-89 16,-10 0-87-16,12 0-234 16</inkml:trace>
  <inkml:trace contextRef="#ctx0" brushRef="#br0" timeOffset="6298.96">18819 8222 787 0,'0'0'124'0,"0"0"-27"0,0 0 59 16,0 0-53-16,0 0-12 0,0 0-37 15,-83-4 27-15,83 4-24 16,0 0-29-16,0 0-7 16,35-4-4-16,71-5-17 15,54-1-3-15,45-4 3 16,33 5 6-16,2-2-6 16,7 7 4-16,-3 3-1 15,-20-4-3-15,-38 5-5 16,-42 0 5-16,-41 0-8 15,-36 0 7-15,-12 0 1 16,-23 0 0-16,-23 0 2 16,-2-2-2-16,-7 2 1 15,0-2-3-15,0 2 4 16,0-2-4-16,0 2-14 16,0 0-49-16,6 0-80 0,-3-3-39 15,17-6-223-15</inkml:trace>
  <inkml:trace contextRef="#ctx0" brushRef="#br0" timeOffset="8666.44">3767 10174 603 0,'0'0'104'0,"0"0"42"0,0 0-30 16,0 0 40-16,0 0-74 15,0 0-15-15,0 0-29 16,-161 0 1-16,161 0-15 15,0 0-1-15,0 0-5 16,42 0-14-16,25 0 1 16,33 0 25-16,28 0-12 15,32 0-6-15,23 0-12 0,32 0 0 16,12 0 4 0,7-1-1-16,-25-2-3 0,-33 3-3 15,-16-3 3-15,-38 3 0 16,-9-2 0-16,-24 2 1 15,-28 0 0-15,-3-3-1 16,-23 2 0-16,-16-2 3 16,-6 2 1-16,-13 1-1 15,0 0 3-15,0 0-5 16,0 0-1-16,0 0-16 16,0 0-72-16,-22 0-49 15,-13 5-205-15,6 6-371 16</inkml:trace>
  <inkml:trace contextRef="#ctx0" brushRef="#br0" timeOffset="13216.29">11753 10095 559 0,'0'0'92'0,"0"0"42"0,0 0 18 16,0 0-29-16,-273-36-8 16,219 36-25-16,12 0-12 15,7 0-14-15,16 0 9 0,19 0-23 16,0 0-15 0,0 0-27-16,0 0 7 0,29 0-6 15,83 0-7-15,77 0 13 16,64 0-3-16,52-9 5 15,22-4-16-15,-7 2 2 16,-21 0-3-16,-27 7-2 16,-35 0 1-16,-47 0 1 15,-43 1 0-15,-41 3 1 16,-48 0-1-16,-20 0 0 16,-22 0 1-16,-16 0-8 15,0-1 8-15,0 1-1 16,0-3 7-16,0-2-7 15,0-2-30-15,0 3-120 0,0-4-144 16,-10-7-223-16</inkml:trace>
  <inkml:trace contextRef="#ctx0" brushRef="#br0" timeOffset="17549.78">25998 10321 601 0,'0'0'192'0,"0"0"-69"0,0 0-15 0,0 0 31 16,0 0-17-16,0 0-34 16,0 0-7-16,-141 0-19 15,141 0-20-15,54 0-21 16,68 0-9-16,54 0 0 15,36-2-10-15,15-11 3 16,24 3-3-16,-5-4-1 16,-8 2 0-16,-17 2-1 15,-19 1-6-15,-16 0-2 16,-45 3-9-16,-58 1-1 16,-44 5-48-16,-39 0-71 15,0 0-82-15,-36 0-224 0</inkml:trace>
  <inkml:trace contextRef="#ctx0" brushRef="#br0" timeOffset="18366.59">6242 11332 1090 0,'0'0'67'0,"0"0"-12"0,0 0-26 0,0 0 27 16,0 0 0-16,0 0-48 15,122 18-4-15,28-6 0 16,27-1 1-16,21-2-5 16,20-5 1-16,10-1-6 0,-13-3 11 15,-26 0-7-15,-32 0 1 16,-38 0 0-16,-49 0-6 15,-31 0 3-15,-23 0-53 16,-16 0-48-16,0 0-121 16,0 0-145-16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1T09:23:57.4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7194 7068 829 0,'0'0'113'0,"0"0"-38"0,0 0 41 0,0 0-17 15,0 0-28-15,0 0-34 16,0 0-8-16,-189 13-17 16,262-13-9-16,88 0 17 15,54 0 14-15,67-9-9 16,48-9-11-16,42 2-8 0,3 3 2 15,0 2-8-15,-22 3 0 16,-26 4 0-16,-45 4 0 16,-48 0-5-16,-61 0 5 15,-48 0 2-15,-42 0-2 16,-15 4 2-16,-33 1-3 16,-12-5 4-16,-14 3-6 15,-9-3 6-15,0 0-6 16,0 0-6-16,0 0-40 15,0 0-169-15,0 0-161 16</inkml:trace>
  <inkml:trace contextRef="#ctx0" brushRef="#br0" timeOffset="13516.38">6017 8991 757 0,'0'0'133'0,"0"0"6"0,0 0-11 0,-275 0-15 0,236 0-53 16,26 0 16-16,10 0-29 15,3 0-17-15,0 0-20 16,0 0-10-16,0 0 0 15,35 9 0-15,52 4 5 16,28 0 20-16,49-8 1 16,25 3-11-16,39-8-6 15,38 1-8-15,22-1 16 16,33 0-7-16,-1 0 13 16,27 0-9-16,-4 0 1 15,-7-1 0-15,1-3-11 16,-36 0-3-16,-9 1-1 15,-19 3 5-15,-26-1-4 0,-36 1 0 16,-25-1-1 0,-45-2 15-16,-45 1-3 0,-44-1-1 15,-27 1-7-15,-12 2 7 16,-13 0-2-16,0 0-4 16,0 0 2-16,0 0-4 15,0 0-2-15,0 0-1 16,0 0 0-16,0 0-6 15,0 0-66-15,0 0-87 16,0 0-145-16,7 0-111 16</inkml:trace>
  <inkml:trace contextRef="#ctx0" brushRef="#br0" timeOffset="15016.84">17267 9102 542 0,'0'0'420'0,"0"0"-369"0,0 0 69 0,0 0 36 0,0 0-40 16,0 0-88-16,-73-1-9 16,143 1-6-16,71 0-4 15,71 0 40-15,51-8-4 16,29-1-36-16,19 0 4 15,6 0-4-15,-6 0 1 16,-13 0-1-16,-41 4-7 16,-30 1 3-16,-57 4-4 0,-58 0 0 15,-47 0-2-15,-27 0-4 16,-22 0 5-16,-13 0 13 16,-3 0-5-16,0 0-6 15,0 0 5-15,0 0-5 16,0 0-4-16,0 0 2 15,0 0-38-15,0 0-92 16,0 0-86-16,-22 0-298 16</inkml:trace>
  <inkml:trace contextRef="#ctx0" brushRef="#br0" timeOffset="16783.18">26382 9244 877 0,'0'0'98'0,"0"0"-11"0,0 0 49 16,-263-3 14-16,219 3-52 0,24 0-26 16,17 0-25-16,3 0-22 15,0 0-19-15,0 0 12 16,87 0-10-16,35 0 16 15,54 0-13-15,35 0 5 0,30 0-15 16,15 0-1 0,7-4 0-16,0-4 1 0,0 3 3 15,-26 0-4 1,-38 3 1-16,-58-1-3 0,-61 2-2 16,-41-2 4-16,-26 3 0 15,-13 0-2-15,0 0 2 16,0 0-3-16,0 0-18 15,0 0-9-15,-4 0-28 16,-31 0-71-16,-32 4-28 16,16 4-89-16,-10-6-182 15</inkml:trace>
  <inkml:trace contextRef="#ctx0" brushRef="#br0" timeOffset="18299.68">5347 10340 828 0,'0'0'97'0,"0"0"34"16,0 0-3-16,0 0-12 0,0 0-15 15,0 0-33-15,0 0-24 16,-170 0-6-16,170 0-14 16,0 0 3-16,0 0-20 15,0 0-7-15,19 0-2 16,65 0 0-16,38 0 2 15,38 0 14-15,29 0-5 0,29 0-6 16,-3 0 4-16,9 0-7 16,-25 0 0-16,-29 1 2 15,-29 2 2-15,-38-1-3 16,-46 2 0-16,-15 1-1 16,-35-2-1-16,-1-2 1 15,-6-1 1-15,0 0 2 16,0 1-3-16,0-1-1 15,0 0-2-15,0 3-2 16,0-3-22-16,0 4-47 16,0-3-88-16,0-1-92 15,-6 0-269-15</inkml:trace>
  <inkml:trace contextRef="#ctx0" brushRef="#br0" timeOffset="22190.01">14174 10317 918 0,'0'0'83'0,"0"0"49"0,0 0-20 0,0 0 28 16,0 0-30-16,0 0-44 16,-174-27-40-16,174 27-11 15,23 0-1-15,73 0-4 16,42 0 11-16,32 0 13 16,16 4-27-16,-7-1-1 0,1 5-6 15,-10-4 2-15,-13 0-1 16,-22-4-1-16,-17 0 2 15,-28 0-2-15,-16 0-8 16,-20 0-4-16,-15 0-21 16,-14 0-14-16,-15 0-45 15,-10 0-41-15,0 0-33 16,-26 0-84-16,-54 0-565 16</inkml:trace>
  <inkml:trace contextRef="#ctx0" brushRef="#br0" timeOffset="24683.3">24462 13452 666 0,'0'0'186'0,"0"0"-123"16,0 0 75-16,0 0 34 0,0 0-53 16,0 0-38-16,0 0-12 15,189-94 5-15,-189 94-30 16,0 0-26-16,0 0-9 15,0 0-1-15,0 0-5 16,-6 2-3-16,-49 18 0 16,-35 7 6-16,-31 7-3 15,-30 4 0-15,-16 2-3 16,-16 7 3-16,1-2-6 16,18-7 2-16,23-4 0 15,35-7 0-15,26-9-1 16,22-4 2-16,20-10 3 15,28-4-3-15,10 0 0 0,0 0 1 16,0 0 0-16,0 0 7 16,0-3-6-16,0-15-1 15,0-6-1-15,10-3-2 16,19-1 1-16,0-6 1 16,9 3 0-16,-12 4-1 15,9 4 1-15,-16 7 0 16,-6 7 0-16,-13 7 0 15,0 2 4-15,0 0-4 16,0 0 1-16,0 0-1 16,0 0 0-16,0 2 0 15,0 23-2-15,-13 12 2 16,-22 10 0-16,0 3 0 16,6 0 2-16,10-6-2 0,9-5 3 15,10-7-3-15,0-5 0 16,0-5 0-16,22-7 0 15,20-4 0-15,16-7 0 16,9-4-4-16,17 0 4 16,9 0-1-16,3-3-48 15,6-9-80-15,-9-3-122 16,0-1-302-16</inkml:trace>
  <inkml:trace contextRef="#ctx0" brushRef="#br0" timeOffset="25986.23">26027 12763 255 0,'0'0'682'0,"0"0"-528"0,0 0 24 0,0 0-64 16,0 0-25-16,0 0-56 15,0 0-22-15,-254-61 10 16,158 99 18-16,29 4-14 0,9 1-12 15,23-3 0 1,35-2-8-16,0-7 2 0,64-1 1 16,32-4-8-16,45-5-2 15,13 0 2-15,-13 0 2 16,-22 2-2-16,-36-1 2 16,-44 3-2-16,-36-2 0 15,-3 4 0-15,-42-2 6 16,-48 1-3-16,-9 0 5 15,-4-9-5-15,7-6 1 16,26-3 1-16,12-8 1 16,29 0-5-16,23 0-1 15,6 0 0-15,0-5-6 0,0-16-49 16,67-6-44 0,7 0-43-16,19-5-11 0,0 4-20 15,12-5-37-15,-12 0-14 16,-9 2 107-16,-7-1 117 15,-20 5 70-15,-12 6 163 16,-13 10-51-16,-19 7-59 16,-3 4-3-16,-1 0-41 15,7 15-36-15,0 12 15 16,1 3-14-16,-5-3-22 16,-5 0-21-16,-7 0-1 15,9-4-3-15,-9-6-96 0,0-5-146 16,0-5-294-1</inkml:trace>
  <inkml:trace contextRef="#ctx0" brushRef="#br0" timeOffset="26149.79">26536 12557 697 0,'0'0'232'0,"0"0"-71"0,0 0-60 0,0 0-101 0,0 0-43 0,0 0-95 0,42 79-328 16</inkml:trace>
  <inkml:trace contextRef="#ctx0" brushRef="#br0" timeOffset="27666.6">27341 13038 953 0,'0'0'179'16,"0"0"22"-16,0 0-34 16,0-128-74-16,-6 106-27 15,-33 6-26-15,-9 9-23 16,0 7-2-16,-7 0-11 15,-9 22-4-15,7 9-1 0,18 2-2 16,13-1 2-16,14-3-3 16,12-6-4-16,0-8-5 15,38-3-1-15,10-9-2 16,-3-3-11-16,3 0 12 16,0 0 10-16,-3-16 3 15,-6-10 1-15,-1-1 2 16,-12 3-2-16,-13 6 4 15,-4 6 0-15,-9 9 8 16,0 3 10-16,0 3-21 16,0 27-1-16,0 15 1 15,0 15 11-15,0 20 0 16,0 18-4-16,0 18 4 16,19 16 17-16,7 4-17 0,0 3 7 15,3-11-3-15,-7-16 2 16,-12-26-1-16,-10-24-16 15,0-21 9-15,0-24-3 16,-13-17 2-16,-32 0 11 16,-22-27 4-16,-7-22-15 15,7-14-3-15,6-12-5 16,13-6 3-16,9-12-3 16,20-1 0-16,19-2-1 15,0-5 1-15,25 8-1 0,40 3 1 16,5 9 0-1,23 9-5-15,0 9-3 0,3 15 4 16,-6 19-5 0,-23 13 4-16,-9 16 0 15,-10 0-5-15,-3 9 4 0,-16 21 1 16,3 3 1-16,-19-1-3 16,-4-3 5-16,-5-6 0 15,-4-9 2-15,0-5-4 16,0-8 3-16,0-1 2 15,6 0-1-15,7-9 8 16,13-18-6-16,12-6-2 16,13-3 0-16,1 4-1 15,-4 7-6-15,-3 7 7 16,-17 11-1-16,4 7-2 16,-6 0 1-16,19 0-5 0,-7 23 5 15,-5 0 2-15,2-2 0 16,6-2 1-16,-15-5-1 15,-3-3 0-15,-7-7 0 16,-7-4-1-16,10 0 7 16,14-2-6-16,-1-22 3 15,12 1-3-15,-5 0 0 16,-4 5 1-16,-12 9 0 16,-7 4-1-16,-7 5 0 15,1 0-6-15,12 2-2 16,4 16 8-16,3 6 0 15,0-5-3-15,3 0-12 16,-7-6-33-16,1-1 9 0,-7-10-19 16,-3-2-1-16,4 0 13 15,2-5 27-15,7-21 19 16,6-5-1-16,10 0 1 16,-13-1 7-16,3 5-6 15,-9 8 23-15,-13 7 2 16,-4 9-11-16,-9 3 4 15,10 0-13-15,-10 5-6 16,6 22 0-16,7 5 0 16,7 1 0-16,2 2 0 15,4-7 7-15,-1-4-7 0,17-9-11 16,-10-8 5 0,7-5 3-16,-7-2 2 0,9 0 1 15,-9-24 0-15,-3-6 5 16,-13-3 0-16,-16-3 3 15,0-2 7-15,0 3 20 16,-48 3-19-16,-16 9 7 16,6 8-19-16,-15 11 1 15,18 4-3-15,7 0 1 16,9 0-3-16,20 4-3 16,19 7-10-16,0 2 1 15,0-1-18-15,10-1-34 0,48-4-1 16,9-2-11-1,-3-5 10-15,13 0 31 0,-7 0-6 16,1-17 26-16,-10-1 11 16,0-1 4-16,-16 2 2 15,-7 7 19-15,-9 7 31 16,-19 3 18-16,3 0-22 16,-7 25-2-16,4 11 10 15,-10 9-32-15,0 5-5 16,0-2-11-16,0-6-8 15,0-1 0-15,0-12-4 16,0-6-67-16,-4-8-90 16,-5-15-109-16,9 0-227 15</inkml:trace>
  <inkml:trace contextRef="#ctx0" brushRef="#br0" timeOffset="27818.8">29932 12686 148 0,'0'0'819'0,"0"0"-651"0,0 0-32 0,0 0-58 0,0 0-76 16,0 0-2-16,25-11-11 15,23 57-87-15,7 4-152 16,2-4-161-16</inkml:trace>
  <inkml:trace contextRef="#ctx0" brushRef="#br0" timeOffset="28205.95">30663 12960 592 0,'0'0'289'16,"0"0"-111"-16,0 0 9 0,0 0-44 16,0 0-21-16,0 0-43 15,-90-88-36-15,3 99-27 16,-9 24-6-16,13 7-9 16,15 6 1-16,20-3-2 15,32-6 0-15,16-6-2 16,0-11-1-16,39-10-16 15,25-10-3-15,10-2-26 16,-1-9 14-16,-2-23 20 16,-7-8-8-16,-16-10 18 15,-10-8 1-15,-15-11 3 0,-23-8 2 16,0-13 14 0,-13-4 16-16,-29 9 3 0,4 21 8 15,3 30 18-15,25 25 2 16,-9 9-16-16,-7 24-44 15,7 29-2-15,9 18 5 16,10 13-6-16,0 6 1 16,0 3-2-16,26 0 0 15,6-5-25-15,7-6-41 16,5-4-44-16,4-6-141 16,-12-5-100-16,-1-1-92 15</inkml:trace>
  <inkml:trace contextRef="#ctx0" brushRef="#br0" timeOffset="29635.72">27572 14814 878 0,'0'0'117'0,"0"0"24"0,0 0 25 0,0 0-39 15,0 0-51-15,0 0-27 16,80-84-9-16,-13 33-11 0,1-10 11 15,-1-13-12-15,-16-6-10 16,-19-3-4-16,-22-2-6 16,-10 4 7-16,0 10 2 15,-39 12-8-15,-2 20 4 16,-4 17 6-16,16 16 6 16,-6 6-6-16,-23 20-19 15,-9 42 0-15,6 22-1 16,13 18 0-16,25-3 0 15,23-2 1-15,0-16 0 16,39-13 0-16,38-16-2 16,19-14-3-16,3-14-10 15,-6-13-13-15,-6-11 6 16,-10 0-2-16,-7-26 14 16,-2-12 0-16,-11-8-4 0,-9 4 7 15,-12 1 7-15,-14 11-1 16,-15 13 2-16,-4 10-1 15,-3 7 0-15,0 0-2 16,0 16-11-16,0 11 12 16,0 4 1-16,0 0 0 15,0 0 0-15,25-9-1 16,20-6 1-16,-3-7 0 16,3-9 1-16,3 0 3 15,0-2-4-15,-9-21 3 0,2-6 1 16,-22-5-4-1,-15 1 10-15,-4 0-10 0,0 4 10 16,-48 7-1-16,3 2-6 16,-7 13 6-16,-2 4-9 15,9 3-8-15,16 0 7 16,-3 5-17-16,16 11-45 16,16 2-73-16,0 0-53 15,10-4-41-15,51-6-10 16,-1-6 30-16,24-2 44 15,-1 0 73-15,-3-5 77 16,1-12 16-16,-1-6 152 16,-16-6-1-16,-10 0 29 15,-15 3-43-15,-30 10 21 16,-9 4-33-16,0 7-26 0,-9 5-40 16,-36 0-48-16,-3 9-11 15,0 12-2-15,12-2 2 16,17-1 8-16,19 1-8 15,0-3 0-15,0-3-6 16,7 1 5-16,28-1 1 16,3 1-3-16,1 4-3 15,-1 3 4-15,1 6 2 16,6 4-7-16,-4 8 7 16,1 12 7-16,-4 13-2 15,4 15 34-15,-13 11 9 16,0 1 31-16,-23-2-32 0,-6-15-16 15,0-22 6 1,0-13-15-16,-29-18-18 0,-9-17 13 16,-7-4-10-16,-3-4 13 15,-7-31-5-15,7-17-7 16,10-16-6-16,9-9 2 16,19-15-4-16,10-2 0 15,0 4-2-15,29 1 4 16,29 6-4-16,6 5-4 15,3 16 1-15,7 12-3 16,-16 20-3-16,0 15 7 16,-13 13 3-16,-7 2-5 15,0 15 4-15,1 20-1 16,-20 3-2-16,-3 2 5 16,-3-4 0-16,-13-6 0 0,0-7-1 15,0-7-3-15,0-5-21 16,0-7-20-16,0-1-29 15,0-3-98-15,0 0-109 16,-19-23-156-16</inkml:trace>
  <inkml:trace contextRef="#ctx0" brushRef="#br0" timeOffset="29966.29">29601 14121 785 0,'0'0'243'15,"0"0"-43"-15,0 0-80 0,0 0-86 0,0 0-34 0,0 0-39 0,39-31-68 16,-4 41-124-16,4-6-47 16,2-1-9-16,4-3 29 15,-10 0 258-15,4-3 156 16,3-7 66-16,-17 1-1 16,-9 4-32-16,-6 5-15 15,-1 0-28-15,4 10-76 16,-10 21 14-16,-3 17-19 15,0 6-16-15,0 9-21 16,4 0-27-16,5 1 7 16,11-5-6-16,5-6-1 15,14-10-1-15,2-16-10 16,4-13-2-16,3-13-18 0,4-1-21 16,-11-3-57-16,-2-25-34 15,-7-4-213-15</inkml:trace>
  <inkml:trace contextRef="#ctx0" brushRef="#br0" timeOffset="30150.79">29771 14389 806 0,'0'0'242'0,"0"0"-12"16,0 0-86-16,0 0-38 15,0 0-85-15,0 0-18 16,122-46 2-16,-67 35-5 0,9 2-16 15,6 1-51 1,-6-2-97-16,4-4-206 0</inkml:trace>
  <inkml:trace contextRef="#ctx0" brushRef="#br0" timeOffset="30616.39">31528 12420 116 0,'0'0'747'0,"0"0"-571"16,0 0 55-16,0 0-53 15,0-114-46-15,0 114-63 0,0 0-41 16,0 24-22-16,-29 30-5 15,-9 28 32-15,-17 22-3 16,10 17-8-16,4 14-13 16,-14 5 0-16,10-2-7 15,4-14-2 1,5-16 1-16,8-19-1 0,12-19 0 16,9-19-4-16,7-13-18 15,0-17-25-15,0-9-36 16,0-9-100-16,0-3-152 15,3 0-506-15</inkml:trace>
  <inkml:trace contextRef="#ctx0" brushRef="#br0" timeOffset="35903">20284 15454 421 0,'0'0'215'0,"0"0"-64"0,0 0-16 0,0 0-35 16,0 0-10-16,0 0-20 16,0 0 1-16,0 0-25 15,0 0-11-15,0 0-10 16,0 0 0-16,0 0-9 16,32 0 13-16,4 0-8 15,2 0-21-15,4 0 6 16,0 0-12-16,-4 0 6 15,7 0-37-15,-13 0-33 16,6 0-81-16,1 0-108 16,-7 0-318-16</inkml:trace>
  <inkml:trace contextRef="#ctx0" brushRef="#br0" timeOffset="36550.18">21105 15493 703 0,'0'0'202'0,"0"0"-51"0,0 0-34 15,0 0-24-15,0 0-60 0,0 0 2 0,35-8-23 16,10 4-4-16,7-1 5 16,25 3-13-16,-4-1-11 15,20 1-80-15,-6 2-334 16</inkml:trace>
  <inkml:trace contextRef="#ctx0" brushRef="#br0" timeOffset="39367.46">18415 607 656 0,'0'0'311'0,"0"0"-93"0,0 0-73 0,0 0-9 16,0 0-44-16,0 0-10 0,0 0-45 16,7-81-14-16,-7 81-12 15,0 17-8-15,3 15 3 16,10 12-5-16,-10 7 15 15,0 6-4-15,-3 2-1 16,0-6-10-16,0-6-1 16,7-12 8-16,-4-9-8 15,6-10 1-15,-2-12-7 16,-4-4 12-16,7 0-6 16,-1 0 0-16,7-20 11 15,13-9-1-15,6-7-5 16,-6 1-10-16,0 8 12 15,-10 7-7-15,4 9 0 16,-23 3 0-16,0 8-5 0,0 0 3 16,0 0 1-16,0 0-1 15,6 0-7-15,13 8-1 16,4 15 10-16,9 0 3 16,-3 0-3-16,16-3-5 15,-10-10 5-15,0-1 6 16,0-9-6-16,4 0-1 15,-4-3 1-15,7-20 4 16,-17-4-3-16,-15-4 9 16,9-1-6-16,-19-2 3 0,0 2-4 15,0 9 5 1,0 4-8-16,-6 6-4 0,-17 7 4 16,4 1-7-16,-6 5-27 15,2 0-67-15,4 2-123 16,3 13-90-16,16 6-117 15</inkml:trace>
  <inkml:trace contextRef="#ctx0" brushRef="#br0" timeOffset="39583.68">19223 741 688 0,'0'0'260'0,"0"0"-97"0,0 0-55 0,0 0-62 0,0 0 35 15,0 0-29-15,48 115-24 16,-48-82 4 0,0 3-30-16,0 6-4 15,0-6-16-15,0-4-60 0,0-11-106 16,0-13-144-16,0-8-427 16</inkml:trace>
  <inkml:trace contextRef="#ctx0" brushRef="#br0" timeOffset="40166.71">19505 724 886 0,'0'0'252'16,"0"0"-58"-16,0 0-65 16,0 0-59-16,0 0-30 15,0 0-23-15,13-9-11 16,19 9-4-16,7 0-2 15,-7 20 0-15,-7 4 1 16,-5 10-1-16,-20 3-1 0,0 0 1 16,0-3 0-16,-7-3 2 15,-6-16-2-15,4-7 0 16,9-3-8-16,0-5 6 16,0 0 1-16,0 0 1 15,0-20-1-15,0-5 0 16,22-7 0-16,13 1-3 15,1 3 2-15,-7-6 2 16,-1 10-1-16,-8 4 1 16,-20 9 0-16,9 8 0 0,-9 2 12 15,0 1 7 1,0 0-4-16,0 0-15 0,0 15-6 16,0 7 6-16,-9 5 5 15,9 8-2-15,-7-3 2 16,7 3-3-16,0-4-2 15,0-4-1-15,0-4-14 16,0-2-42-16,26-11-103 16,3-1-37-16,9-6-103 15,-2-3-332-15</inkml:trace>
  <inkml:trace contextRef="#ctx0" brushRef="#br0" timeOffset="40383.32">20175 901 898 0,'0'0'227'0,"0"0"-43"0,0 0-87 0,0 0-32 0,0 0-46 0,0 0 1 0,-9 20 4 16,9 4 16-16,0 3-31 16,0 2 3-16,0 5-9 15,0-1-3-15,0 3-1 16,0-6-67-16,0-3-166 15,0-9-155-15</inkml:trace>
  <inkml:trace contextRef="#ctx0" brushRef="#br0" timeOffset="40633.36">20464 957 915 0,'0'0'218'16,"0"0"4"-16,0 0-47 16,0 0-114-16,0 0-29 15,0 0-32-15,202-52-4 16,-141 44 2-16,-10-1 2 16,-16 7-2-16,1-2-25 15,-14 4-31-15,-12-3-71 16,-10 3-13-16,0-1-34 0,0-6-43 15,-20 2-38 1,-8-3-32-16</inkml:trace>
  <inkml:trace contextRef="#ctx0" brushRef="#br0" timeOffset="40817.28">20464 957 243 0,'237'-154'296'15,"-256"137"-90"-15,3 2 23 16,3 3-54-16,3 7-27 16,10 2-39-16,0 3 11 15,0 0-47-15,0 0-30 16,0 0-28-16,0 11-14 15,0 13 3-15,0 14 3 16,0 0 2-16,10 10-7 16,-10 2-1-16,0 1-1 0,0 0-7 15,0-9-68 1,0-5-125-16,0-13-48 0,0-10-248 16</inkml:trace>
  <inkml:trace contextRef="#ctx0" brushRef="#br0" timeOffset="41416.61">21371 712 1042 0,'0'0'268'0,"0"0"-42"16,0 0-99-16,0 0-104 15,0 0-17-15,0 0-6 16,-32 38 0-16,26 5 15 16,6 3-14-16,0 1 5 15,0-8-3-15,0-4-2 16,6-16-1-16,13-7-1 15,1-7-6-15,9-5 7 16,9 0 4-16,7-14-4 16,13-17 1-16,3-5 2 15,-17 3-3-15,-18 7 0 0,0 10-5 16,-17 11 11-16,-9 4-11 16,0 1 9-16,0 0-8 15,0 0-2-15,0 22 4 16,4 8 2-16,12 2 1 15,3-2-1-15,0-4-1 16,3-9-1-16,4-7-3 16,0-8-7-16,3-2 8 15,-1 0 4-15,5-19 8 16,-8-8-3-16,-2-6-5 16,-17-8 13-16,-6-2 17 15,0 3-1-15,0 3-16 0,-19 11 5 16,0 8-10-16,3 9-8 15,-7 3 0 1,13 6-8-16,1 0-41 0,2 0-87 16,-2 19-101-16,9 4-135 15,0-1-230-15</inkml:trace>
  <inkml:trace contextRef="#ctx0" brushRef="#br0" timeOffset="41687.81">22170 856 657 0,'0'0'154'0,"0"0"60"0,0 0-9 0,0 0-128 0,0 0-43 0,0 0-16 0,214 104-5 15,-204-65-6-15,-10-1-1 16,-10 2-2-16,-25-1-4 16,-3-7 3-16,9-15 8 15,16-5 8-15,13-9 4 16,0-3 12-16,0 0-3 15,0 0 1-15,42 0 0 16,12-10-20-16,23-12-8 16,-3-4-5-16,-7 2-14 15,-9-3-51-15,-4 1-83 16,-9 7-112-16,-13-2-146 16</inkml:trace>
  <inkml:trace contextRef="#ctx0" brushRef="#br0" timeOffset="42099.44">22897 763 687 0,'0'0'254'0,"0"0"-83"15,0 0 45-15,0 0-142 16,0 0 12-16,0 0-38 16,212-12-22-16,-183 46-17 15,-10 5-7-15,-13-1 0 16,-2 1 4-16,-4-3-6 15,0-10-1-15,0-13 1 16,0-10 0-16,0-3 1 16,6 0-1-16,4 0 9 0,3-3 6 15,6-26-12-15,16-5-2 16,-6-5-1-16,6-4 0 16,-3 5 5-16,-9 3-1 15,-11 9 10-15,-2 13 7 16,-10 8 25-16,0 5-6 15,0 0-20-15,0 0-19 16,0 9-1-16,0 12-6 16,0 11 6-16,0 0-2 15,0 3 4-15,0 0-4 16,0-4-17-16,0-7-49 16,0-6-58-16,0-2-90 15,29-11-99-15,6-5-125 16</inkml:trace>
  <inkml:trace contextRef="#ctx0" brushRef="#br0" timeOffset="42385.4">23635 897 825 0,'0'0'199'15,"0"0"43"-15,0 0-142 16,0 0-47-16,0 0 8 16,0 0-40-16,189-26-8 15,-163 34-11-15,-14 10-2 16,-12 10 2-16,0 2-2 15,-9-1 0-15,-30 4 6 16,14-9-4-16,-7-3 0 16,22-6-2-16,7-5 0 0,3-8-2 15,0 3-3-15,0-5 5 16,3 0 10-16,39 0-6 16,9 0-3-16,7-10-1 15,-10-6-19-15,9 0-86 16,-2-4-25-16,12 5-131 15,-9 1-75-15,6 7-54 16</inkml:trace>
  <inkml:trace contextRef="#ctx0" brushRef="#br0" timeOffset="42650.02">24379 824 1025 0,'0'0'192'0,"0"0"37"15,0 0-38-15,0 0-143 16,0 0-30-16,0 0-10 16,150-26-7-16,-63 23 6 15,-13 1-7-15,-10-1-8 16,-16 2 3-16,-10-3-29 15,-6-4-58-15,-19-1-101 16,-6-1-67-16,-7-2-167 16,0 1-201-16</inkml:trace>
  <inkml:trace contextRef="#ctx0" brushRef="#br0" timeOffset="42850.49">24783 673 531 0,'0'0'331'0,"0"0"-47"0,0 0-80 15,0 0-22-15,0 0-84 16,0 0-38-16,-45-16-14 15,45 16-28-15,0 9-14 16,0 21-4-16,-4 11 3 16,1 8 0-16,0 4-2 15,-7 1-1-15,7 0 0 16,-3-5-2-16,-7-8-24 16,7-7-51-16,-1-7-151 15,7-9-158-15,0-13-634 16</inkml:trace>
  <inkml:trace contextRef="#ctx0" brushRef="#br0" timeOffset="43617.99">25988 633 994 0,'0'0'267'0,"0"0"-41"0,0 0-69 0,0 0-111 16,0 0-46-16,0 0-7 0,0 63 7 15,0-9 9-15,0 3-8 16,0-6 2-16,0-4-2 16,0-19 1-16,0-10-2 15,0-12 0-15,0-6-1 16,0 0 1-16,10-10 0 15,25-19 2-15,13-7-1 16,10 6 0-16,-23 8 0 0,-3 9-1 16,-26 9-1-1,4 4 1-15,0 0 0 0,-1 14-11 16,30 11 11-16,-4 5 8 16,7-6-8-16,3-5 0 15,-4-4-10-15,-5-13 10 16,-1-2 3-16,-6-2-3 15,6-25 0-15,-13-4 7 16,-6-8 2-16,-16-4 11 16,0 1 21-16,0 3-4 15,-16 3-15-15,-12 10 0 16,-1 11-17-16,9 6-5 16,-8 6-1-16,-8 3-10 15,4 0-36-15,0 24-60 0,19 7-113 16,13 3-83-1,0-2-197-15</inkml:trace>
  <inkml:trace contextRef="#ctx0" brushRef="#br0" timeOffset="43983.42">26825 844 271 0,'0'0'459'0,"0"0"-216"0,0 0-29 0,0 0-104 0,0 0-54 16,282 0-4-16,-237 3-28 15,-26 12-8-15,-9 9-11 16,-10 3-5-16,0 7 0 16,0-2 0-16,-10 0 4 15,-9-3-3-15,12-12-1 0,-2-2-1 16,9 2-3-16,0-8 3 16,0 0 1-16,13 3 0 15,9-5 1-15,7 5-1 16,-7 0 3-16,-2-1-3 15,-4-4 2-15,-16-2 1 16,0-1-2-16,0-1 20 16,0 2 5-16,-26 5 22 15,-25-3-6-15,-13-3-34 16,15 1-8-16,-5-4-12 16,6-1-24-16,22 0-97 15,13 0-12-15,13-3-164 16,0-18-320-16</inkml:trace>
  <inkml:trace contextRef="#ctx0" brushRef="#br0" timeOffset="44367.11">27700 813 836 0,'0'0'226'0,"0"0"-5"15,0 0-148-15,0 0-17 16,0 0-2-16,0 0-21 15,132 144-19-15,-132-107-8 16,0-6 2-16,0-11-8 16,-10-3 1-16,10-8 1 15,-10-8-1-15,10-1-1 0,0 0 0 16,0 0 3-16,29-16 3 16,16-14-3-16,3-6 1 15,0-3-4-15,-9 6 0 16,2 3 26-16,-28 9 13 15,0 10 10-15,-13 7-6 16,0 4-1-16,0 0-32 16,0 0-6-16,0 10-4 15,0 16-6-15,0 10 6 16,-10 3 1-16,7 1-1 16,-6-2-7-16,9-2-31 15,0-6-72-15,0-11-97 0,22-8-118 16,23-10-141-16</inkml:trace>
  <inkml:trace contextRef="#ctx0" brushRef="#br0" timeOffset="44704.28">28396 1026 768 0,'0'0'263'0,"0"0"-8"16,0 0-139-16,0 0-41 15,0 0-43-15,0 0-25 16,176-35-3-16,-157 43-8 15,-6 10 3-15,-13 2 1 16,0 2 2-16,0-1-2 16,0-2 12-16,0 3-12 0,0-6 0 15,0 0 2 1,0 4-2-16,0-8 0 0,0 5-1 16,7-4-3-16,2-1 4 15,-2-3 8-15,-7-3-8 16,0-2-4-16,0 1 4 15,0 4 5-15,-13 0 1 16,-29 3 18-16,-9-3-1 16,3 0-21-16,16-3-1 15,-4-3-1-15,20-3-27 16,7 0-96-16,9 0-20 16,0-16-220-16,25-4-297 0</inkml:trace>
  <inkml:trace contextRef="#ctx0" brushRef="#br0" timeOffset="45066.86">29037 982 920 0,'0'0'171'16,"0"0"23"-16,0 0-59 16,0 0-34-16,279-19-88 15,-212 8-1-15,7 1-12 16,-23-4 0-16,-15 4-22 15,-20-2-14-15,-10-1-42 16,-6-1 0-16,0-3-45 0,0 2 26 16,-22-2 27-1,-4-1 32-15,-3 1 38 0,16 0 37 16,-6 7 56-16,9 4 26 16,4 2-11-16,3 4 16 15,3 0-42-15,0 0-25 16,0 0-21-16,0 18-35 15,0 14 13-15,0 7-5 16,0 2-7-16,0 3-1 16,0-4-1-16,0-3-60 15,0-2-196-15,22-17-146 16,26-3-330-16</inkml:trace>
  <inkml:trace contextRef="#ctx0" brushRef="#br0" timeOffset="45233.08">30098 1107 938 0,'0'0'212'16,"0"0"-26"-16,0 0-78 15,0 0-106-15,0 0-2 16,0 0-4-16,199-35-8 16,-132 30-42-16,4 2-150 15,9 3-49-15,26 0-628 16</inkml:trace>
  <inkml:trace contextRef="#ctx0" brushRef="#br0" timeOffset="45550.31">31169 1064 407 0,'0'0'403'15,"0"0"-252"-15,0 0 91 16,0 0-88-16,0 0 1 16,0 0-74-16,116 0-41 15,-91 0-25-15,-6 0-14 16,4 0-1-16,12 0-22 15,4 3-37-15,28 2-59 16,13 0-41-16,19 2 49 16,26-2-130-16,1 1-5 15,-14-2 93-15,-23 4-62 16,-28-4 214-16,-38-1 8 16,-14-1 263-16,-9-2 2 0,0 3-66 15,0-3 2 1,0 0-71-16,0 0-1 0,0 0-54 15,0 0-48-15,0 0-24 16,0 0-11-16,0 0-1 16,0 0-53-16,0 0-221 15,0 0-412-15</inkml:trace>
  <inkml:trace contextRef="#ctx0" brushRef="#br0" timeOffset="52484.84">20906 15605 752 0,'0'0'240'0,"0"0"-166"0,0 0 126 0,0 0-71 16,0 0-18 0,0 0-47-16,0 0 3 0,-192 10-15 15,192-10-18-15,0 0-11 16,0 0-4-16,0 0-11 15,0 0-8-15,61 3 4 16,35-1-2-16,36-2 0 16,18 0 0-16,11 0-2 15,-1-5-5-15,-9-4 4 16,-23 0-4-16,-32 3-13 16,-22 0-4-16,-26 3-13 15,-13 0-39-15,-12 3-126 16,-23 0-86-16,0 0-282 15</inkml:trace>
  <inkml:trace contextRef="#ctx0" brushRef="#br0" timeOffset="58483.47">10891 15954 1074 0,'0'0'109'0,"0"0"-33"0,0 0 127 0,0 0-74 16,0 0-83-16,0 0-23 15,0 0-6-15,25-45-13 0,-6 87-1 16,-3 22 25 0,-6 10-8-16,-10 6-1 0,0-5-1 15,0-8-15-15,0-10 4 16,13-14-7-16,-13-5 0 16,6-14 1-16,-2-10 0 15,5-7-1-15,-6-7 2 16,-3 0 2-16,0 0 5 15,0-18 23-15,0-20-7 16,-3-17-24-16,-16-17 4 16,19-9-5-16,0-12 0 15,0 0 0-15,0 6 1 0,19 9-1 16,16 17-3 0,4 8 3-16,-1 17-1 0,-2 13 1 15,-14 11-3-15,-3 9 3 16,7 3-7-16,3 0-1 15,9 22 8-15,-19 13-3 16,-12 9 3-16,-7 5-8 16,0 2 8-16,-45 2 1 15,-13-3-1-15,13-7 0 16,13-7-8-16,13-13-26 16,6-12-11-16,13-7-28 15,0-4-80-15,0 0-63 16,52 0-55-16,5 0-167 15</inkml:trace>
  <inkml:trace contextRef="#ctx0" brushRef="#br0" timeOffset="58886.6">11981 15438 845 0,'0'0'142'0,"0"0"70"0,0 0-16 0,0 0-66 0,0 0-52 15,0 0-25-15,-84-73-32 16,52 104-7-16,-13 22 2 16,-12 22 17-16,8 13-11 15,-5 14-8-15,16 7-2 16,21 2-5-16,-2-7-6 16,19-7 0-16,0-14-1 15,45-15 0-15,22-11-7 16,7-16-5-16,16-7-36 15,9-14-14-15,17-9-115 0,2-11-82 16,7 0-272 0</inkml:trace>
  <inkml:trace contextRef="#ctx0" brushRef="#br0" timeOffset="59850.64">21794 15336 762 0,'0'0'198'0,"0"0"-142"0,0 0 27 0,0 0-17 16,0 0-66-16,0 0-4 16,16-7-51-16,-16 7-111 0,0 0-157 15</inkml:trace>
  <inkml:trace contextRef="#ctx0" brushRef="#br0" timeOffset="59999.88">21794 15336 723 0,'-134'76'177'0,"134"-76"-63"16,0 0-6-16,0 0-74 15,0 0-29-15,0 0-10 16,-16 0-31-16,-3 2-118 15,3 6-115-15,-7-4-108 16</inkml:trace>
  <inkml:trace contextRef="#ctx0" brushRef="#br0" timeOffset="60150.12">21544 15449 463 0,'0'0'208'16,"0"0"-112"-16,0 0 66 15,0 0-96-15,0 0-37 16,0 0-29-16,0 0-4 15,0 0-49-15,0 0-169 16,10 0-183-16</inkml:trace>
  <inkml:trace contextRef="#ctx0" brushRef="#br0" timeOffset="60299.96">21544 15449 480 0,'109'0'250'0,"-109"0"-167"0,0 0 40 15,0 0-43-15,0 0-76 16,0 0 5-16,0 0-9 16,0 0-79-16,0 0-209 15,0 0-300-15</inkml:trace>
  <inkml:trace contextRef="#ctx0" brushRef="#br0" timeOffset="60484.93">21724 15449 762 0,'0'0'174'0,"0"0"-75"16,0 0 48-16,0 0-58 15,0 0-43-15,0 0-9 16,3-3-37-16,7 3 5 16,6-2-12-16,13 0-46 15,9 2-151-15,20-3-225 16</inkml:trace>
  <inkml:trace contextRef="#ctx0" brushRef="#br0" timeOffset="60683.21">22548 15390 574 0,'0'0'237'0,"0"0"-112"15,0 0 13-15,0 0-6 16,0 0-41-16,0 0-30 15,61-12-46-15,-55 12-15 16,-6 0-5-16,0 0 5 16,0 0-19-16,0 0-94 15,0 0-134-15,0 0-103 16</inkml:trace>
  <inkml:trace contextRef="#ctx0" brushRef="#br0" timeOffset="63383.58">12083 15899 847 0,'0'0'119'0,"0"0"-27"0,0 0 123 0,0 0-113 15,0 0-44-15,0 0-5 16,0 0-34-16,10-17-19 0,-4 46 3 16,7 6 25-16,-3 3-19 15,12-7-4-15,-9-2-2 16,9-11-2-16,4-2-1 16,3-6 0-16,0-9 2 15,-7-1-1-15,4 0 2 16,9-12 2-16,-3-14 10 15,-6-5-12-15,-17-1-2 16,4 2 5-16,-13 6-1 16,0 8 3-16,0 7 19 15,0 9 12-15,0 0-29 16,0 0 4-16,0 0-14 0,0 32-5 16,0 15 5-16,0 21 4 15,0 16 3-15,0 6-4 16,0 5-3-16,0-1 0 15,-13-9 3-15,4-8 2 16,-4-14 2-16,-13-12-3 16,7-15 17-16,-10-13-8 15,4-7-4-15,5-12 3 16,1-2-4-16,-10-2 6 16,0 0-8-16,-6 0-6 15,-3-9-13-15,-1-9-15 16,20-7-47-16,9-4-70 15,10-5-103-15,10-3-132 0</inkml:trace>
  <inkml:trace contextRef="#ctx0" brushRef="#br0" timeOffset="63732.97">12740 16182 485 0,'0'0'485'0,"0"0"-354"0,0 0 47 0,0 0-90 0,0 0-42 16,0 0-10-16,254-30-28 15,-197 29-8-15,-8 1-3 0,-14 0-24 16,-13 0-48 0,-12 0-113-16,-10 16-26 0,-3 8-85 15,-52 8 83 1,-12-1 124-16,9 1 92 0,-6-2 153 15,29-13 54-15,15-3-12 16,11-9-37-16,9-4-51 16,0-1-3-16,6 0-35 15,33 0 20-15,15 0-10 16,7-10-58-16,6-3-21 16,-2 0-9-16,12-2 9 15,-7 2-92-15,1-1-137 16,-20 1-262-16</inkml:trace>
  <inkml:trace contextRef="#ctx0" brushRef="#br0" timeOffset="64032.82">13680 15918 1038 0,'0'0'234'0,"0"0"17"16,0 0-107-16,0 0-99 15,0 0-23-15,0 0 2 16,-7 31-21-16,7 8 36 0,10 7-11 16,3 3-24-1,-7 0-3-15,1 1 0 0,-7 0-1 16,3-10 0-16,-3-3-44 15,10-13-54-15,9-9-85 16,-3-6-79-16,16-9-213 16</inkml:trace>
  <inkml:trace contextRef="#ctx0" brushRef="#br0" timeOffset="64334.91">13981 15660 740 0,'0'0'482'16,"0"0"-320"-16,0 0 77 16,0 0-136-16,0 0-36 15,0 0-50-15,-45-78-7 16,55 97-9-16,48 20-1 15,15 11 15-15,4 13-1 16,-3 7-12-16,-7 10-2 16,-22 5 0-16,-16 4-1 15,-29 3-1-15,0-4-17 16,-29-7-36-16,-25-8-53 16,-20-7-98-16,-19-4-121 0,-22-5-295 15</inkml:trace>
  <inkml:trace contextRef="#ctx0" brushRef="#br0" timeOffset="66316.73">15411 16365 995 0,'0'0'114'0,"0"0"19"0,0 0 12 0,0 0-70 15,0 0-56-15,0 0-13 16,116-9 10-16,-46 5-16 16,-9-1 0-16,-3 2-8 15,-4 3-50-15,-15 0-79 16,-17 0-124-16,-22 16-160 16</inkml:trace>
  <inkml:trace contextRef="#ctx0" brushRef="#br0" timeOffset="66467.06">15527 16561 520 0,'0'0'293'0,"0"0"-229"16,0 0 143-16,0 0-19 16,0 0-105-16,0 0-2 15,121 5-32-15,-47-5-38 16,-7 0-8-16,7 0-3 16,-6 0-40-16,-11 0-137 15,-9 0-253-15</inkml:trace>
  <inkml:trace contextRef="#ctx0" brushRef="#br0" timeOffset="73266.66">17171 16882 164 0,'0'0'769'0,"0"0"-685"0,0 0 59 0,0 0 1 0,0 0-27 16,-253-4-41-16,247 4-19 16,6 0-2-16,0 0-17 15,0 0-26-15,0 0 3 16,0 0 0-16,64 0-13 16,29 0 10-16,57 0 9 15,20 0-21-15,32 0 5 16,10-12-5-16,3 3 0 15,-26 3 2-15,-29 0 0 16,-35 5-1-16,-35-3-1 16,-32 4 0-16,-13 0-3 0,-26 0 3 15,-10 0 1-15,-2 0 0 16,-7 0-1-16,0 0 4 16,0 0-2-16,0 0 1 15,0 0-1-15,0 0-2 16,0 0-4-16,0 0-30 15,0 0-66-15,-32-1-148 16,3-3-93-16,29-6-334 16</inkml:trace>
  <inkml:trace contextRef="#ctx0" brushRef="#br0" timeOffset="74152.88">17255 16344 840 0,'0'0'96'16,"0"0"48"-16,0 0 32 0,0 0-41 0,0 0-31 16,0 0-31-16,-61-72-45 0,41 84-28 15,1 20 0-15,0 16 6 16,6 10 8-16,7 0-8 16,6 0-1-16,0-11-5 15,38-9 3-15,17-11-1 16,22-9-1-16,-13-12 3 15,19-3-3-15,-16-3-1 16,7-6 4-16,-16-21-4 16,-4-9 3-16,-21-6-3 15,-14-3 2-15,-19-3 6 16,0-2 0-16,-52 2-8 16,-18 10 4-16,-17 6 0 0,1 9-4 15,2 7 8-15,11 9-8 16,5 5-2-16,20 2-6 15,13 0-50-15,16 15-79 16,19 11-93-16,0-3-83 16,35-1-294-16</inkml:trace>
  <inkml:trace contextRef="#ctx0" brushRef="#br0" timeOffset="74566.57">18377 16433 963 0,'0'0'181'0,"0"0"-50"0,0 0 78 0,0 0-56 15,0 0-83-15,0 0-24 16,-96 8-14-16,96-8-11 16,48 4-11-16,38-3 8 0,17 3 9 15,19-4-6 1,19 0-15-16,-7 0-4 0,-12 0 4 16,-16 0-4-16,-35 0-2 15,-27 0-1-15,-21 0 1 16,-20 0-1-16,-3 0-4 15,0 0 4-15,0 0-7 16,0 0-14-16,0 0-19 16,0 0-37-16,0 0-43 15,-3 5-125-15,-10 0-38 16,13-2-220-16</inkml:trace>
  <inkml:trace contextRef="#ctx0" brushRef="#br0" timeOffset="74883.87">19861 16237 649 0,'0'0'502'0,"0"0"-334"16,0 0 29-16,0 0-51 15,0 0-73-15,0 0-14 16,-54-63-19-16,54 63-19 16,0 0-9-16,0 8-8 15,0 16-4-15,0 14 6 0,0 7 4 16,0 4-7 0,19 8-2-16,0 3-1 0,4 1 0 15,-7 4-3-15,9-2-24 16,-12 5-60-16,-13-4-62 15,0 0-183-15,0-8-353 16</inkml:trace>
  <inkml:trace contextRef="#ctx0" brushRef="#br0" timeOffset="79384.37">13109 16917 954 0,'0'0'117'0,"0"0"-77"0,0 0 96 0,0 0 9 0,0 0-75 16,0 0-38-16,0 0-6 15,29-16-12-15,-19 26-11 16,6 12 2-16,3 5 37 16,0-1-19-16,4-5 4 15,-7-6-12-15,0-6-7 0,-7-4-5 16,1-5 4-16,-1 0 0 16,24-5 3-16,21-28 7 15,42-17-17-15,42-19 3 16,22-9-3-16,10-6-70 15,13 5-157-15,-35 6-216 16</inkml:trace>
  <inkml:trace contextRef="#ctx0" brushRef="#br0" timeOffset="111418.7">30316 13823 954 0,'0'0'137'0,"0"0"-12"0,0 0 38 0,0 0-52 0,0 0-37 15,0 0-43-15,0 0-11 16,36 13 10-16,-17 5-7 16,-3 0-4-16,-3-6 4 15,-1-3-6-15,4-8-3 16,13-1-11-16,19 0 5 0,20-28 0 15,15-22-6-15,39-14-1 16,29-10-1-16,25-6-11 16,48 1-80-16,10 6-129 15,-22 10-217-15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1T09:25:31.9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3061 5958 254 0,'0'0'406'0,"0"0"-229"0,0 0-10 0,0 0-52 16,0 0-13-16,0 0-37 16,0 0-14-16,0 0 9 0,-54 11-20 15,54-11 6 1,0 0-21-16,0 0-1 0,16 0-4 16,48 0-2-16,13 0 17 15,29 0-15-15,3 0-15 16,19 0 15-16,0 0-11 15,-6 0-5-15,9 0-1 16,-9-4-2-16,10 1 4 16,9-1 0-16,0 1-2 15,13-2-1-15,-4-2-1 16,8 2 1-16,-8 1 1 16,-15 0-3-16,-4 0-3 15,-2 1 3-15,5-1 0 16,17 0-4-16,12-7 4 15,11 5 1-15,-5 0 1 16,5-2 0-16,-21 5-1 0,-18 2 1 16,-32-2 0-16,-20 3-1 15,-35 0-1-15,-22 0 2 16,-13 0 4-16,-4 0 9 16,-9 0 3-16,0 0-7 15,0 0-5-15,0 0 8 16,0 0-11-16,0 0-2 15,0 0-1-15,0 0 2 16,0 0-2-16,0 0-2 16,0 0-9-16,-9 0-25 15,-4 0-49-15,-3 0-65 16,16 0-95-16,0 0-137 16</inkml:trace>
  <inkml:trace contextRef="#ctx0" brushRef="#br0" timeOffset="1082.67">10041 6006 314 0,'0'0'285'0,"0"0"-132"0,0 0-8 0,0 0-21 0,0 0-16 16,-263 0-3-16,228 0-32 15,6 0 23-15,10 0-30 16,9 0 2-16,10 0-13 15,0 0-15-15,0 0-12 16,0 0-17-16,19 0 0 16,65 0-9-16,47 0 3 15,52 0 10-15,28 0-3 16,14 0-2-16,12-14-7 16,-3 4-1-16,-13-3-1 15,-31 1 0-15,-43 3 5 16,-16 3-4-16,-28-2-2 15,0 0 1-15,-10 5-1 16,-13-1 0-16,-6 4 3 0,-20 0-3 16,-9 0 0-1,-10 0 2-15,-9 0 2 0,-10 0-1 16,-7 0 4-16,-9 0-7 16,0 0 2-16,0 0-1 15,0 0-1-15,0 0 0 16,0 0-3-16,0 0-4 15,0 0-33-15,0 0-49 16,0 0-97-16,0 0-100 16,0 0-239-16</inkml:trace>
  <inkml:trace contextRef="#ctx0" brushRef="#br0" timeOffset="10568.92">23064 5977 853 0,'0'0'94'0,"0"0"2"0,-308 47 32 15,219-30-17-15,40-4-55 16,24-5-20-16,12-2 2 16,13-5-25-16,0 3 1 0,13 1 10 15,61 2 47-15,57-3-25 16,39-4-7-16,25 0-19 16,23 0-15-16,26-4-1 15,16-3 7-15,0-2-3 16,-26 5-8-16,-26 1-1 15,-61-1 1-15,-34 1 4 16,-43 3-4-16,-22 0-8 16,-22 0 8-16,-7 0 4 15,-19 0 2-15,7-1 2 16,-7 1-7-16,0-3 12 16,0 2-12-16,0 1-1 15,0-4-5-15,0 3-1 16,0 1-21-16,0 0-40 0,16 0-92 15,0 0-145-15,19 0-158 16</inkml:trace>
  <inkml:trace contextRef="#ctx0" brushRef="#br0" timeOffset="11717.77">6392 7188 792 0,'0'0'126'0,"0"0"-71"0,0 0 62 0,0 0 3 0,0 0-56 15,0 0-51-15,48 24 46 16,61-17 26-16,42-7-27 15,38 0-21-15,36 0-13 16,15 0-9-16,10 0-6 16,-3 0 2-16,-32 0-8 15,-26 0-3-15,-38 0 0 16,-49 0 5-16,-28 0-4 16,-45 0-1-16,-16 0 0 15,-7 0 0-15,-6 0 0 0,0 0 6 16,0 0-4-1,0 0-2-15,0 0 0 0,0 2-13 16,0 4-62-16,0 6-76 16,0 2-73-16,0-9-248 15</inkml:trace>
  <inkml:trace contextRef="#ctx0" brushRef="#br0" timeOffset="12650.24">11830 7236 433 0,'0'0'83'0,"0"0"29"0,0 0 9 0,-269 3 5 15,172 6-15-15,-8 0 6 16,2 1-29-16,-3 7-4 16,-3-4 14-16,16 4-19 15,3-3-23-15,17-4 8 0,34-1-23 16,14-5-13-1,21 1-18-15,4-2-2 0,0 0-2 16,13 3 0-16,90 3-5 16,67-3 25-16,70-2-5 15,52-4-4-15,48 0-17 16,28 0 4-16,8 0-1 16,2 0-3-16,-41 0 2 15,-46-1-6-15,-34-3 7 16,-81 0-11-16,-44 4 15 15,-59-4-14-15,-31 3 7 16,-32-4 0-16,-4 3 6 16,0-1-5-16,-2 2 2 0,-4-2-2 15,0 0-1-15,0-2 0 16,-4 1-21-16,-56 3-32 16,-17 1-129-16,-7 0-202 15</inkml:trace>
  <inkml:trace contextRef="#ctx0" brushRef="#br0" timeOffset="24016.39">10717 7316 643 0,'0'0'246'0,"0"0"-168"0,0 0 38 16,0 0 30-16,0 0-48 15,0 0-45-15,0 0-20 0,-121 13 22 16,121-6-23-16,57 4-19 15,55-2 63-15,58-3-39 16,39-6-8-16,31 0-4 16,17 0-17-16,6 0-1 15,9 0 0-15,-9 0-1 16,-16 0-5-16,-23-6-2 16,-34 0 1-16,-24 2-4 15,-41-1 4-15,-22 0 7 16,-39 1-6-16,-16 0-1 15,-19 0 0-15,-16 0 8 16,-7 3 8-16,-6-2 1 16,0 3-8-16,0-2 0 0,0-1-9 15,10 3 0-15,-10 0-11 16,0 0-39-16,0 0-120 16,16 0-253-16</inkml:trace>
  <inkml:trace contextRef="#ctx0" brushRef="#br0" timeOffset="25666.52">22327 10559 726 0,'0'0'80'0,"0"0"72"0,0 0-3 0,0 0-6 0,224-122-62 16,-195 107-20-16,-10 9 23 15,-16 3-11-15,-3 3-23 16,0 0-6-16,0 0-31 16,0 0 6-16,0 9-5 15,-35 22-9-15,-32 13-4 0,-20 10 13 16,-15 9-3-1,-17 4-11-15,-6 4 0 0,0-5 1 16,13-7 0-16,28-10 7 16,7-12-8-16,29-6 0 15,13-11 0-15,13-9 0 16,12-7 0-16,4 0 1 16,6-4-1-16,0 0 1 15,0 0 1-15,0 0 4 16,0-7-5-16,0-9 11 15,0-9-12-15,0-7 2 16,0-1-4-16,0-1 2 16,0 2-8-16,0 2 8 0,6 7 7 15,0 8-7 1,-2 6 0-16,-4 6 0 0,0 3-1 16,0 0-2-16,0 0 2 15,0 5 1-15,0 17-5 16,0 10-3-16,0 9 16 15,-20-1-2-15,4-3-6 16,16-5 2-16,0-5-1 16,0-8 1-16,16 0-2 15,26-7 0-15,13-8 0 16,18-1-5-16,14-3 5 16,15 0 0-16,4 0-23 0,-3-11-98 15,-7 1-131 1,-13-3-377-16</inkml:trace>
  <inkml:trace contextRef="#ctx0" brushRef="#br0" timeOffset="28765.92">24353 7267 822 0,'0'0'80'0,"0"0"43"0,0 0 34 0,-266 0-7 16,218 0-50-16,19 0-27 16,10 0 2-16,12 0-34 0,7 0-14 15,0 0-1-15,19 0-15 16,65 0-1-16,50 0-8 16,52 0 16-16,20 0-17 15,5-5 0-15,23-9-1 16,16 1-2-16,-3 4 2 15,-13-1 0-15,-38 3 2 16,-42 6-2-16,-61-4 2 16,-20 5-3-16,-28-3 2 15,-22 0-2-15,-14 0-3 16,4 1-10-16,-13-1-29 16,0 3-61-16,0 0-131 0,-41 0-146 15</inkml:trace>
  <inkml:trace contextRef="#ctx0" brushRef="#br0" timeOffset="38949.05">30419 812 819 0,'0'0'227'0,"0"0"-62"0,0 0-25 0,0 0-23 0,0 0-35 15,0 0-24-15,0 0-37 16,0 0-8-16,0-54-9 16,0 81-4-16,16 5 10 15,13 13 15-15,-7 11-5 0,4 2-8 16,-10 1 0 0,-13-3-7-16,7-1-1 0,-10-10-1 15,0-3-3 1,0-6 0-16,0-5-18 0,0-4-39 15,0-1-74-15,0-1-105 16,0 0-138-16</inkml:trace>
  <inkml:trace contextRef="#ctx0" brushRef="#br0" timeOffset="39583.33">30656 2140 893 0,'0'0'234'0,"0"0"-61"0,0 0-62 0,0 0-56 0,0 0-55 16,0 0-10-16,7 11-23 15,2 27 6-15,1 16-74 16,-10 12-140-16,0 10-177 16</inkml:trace>
  <inkml:trace contextRef="#ctx0" brushRef="#br0" timeOffset="39749.42">30682 3163 624 0,'0'0'164'15,"0"0"-56"-15,0 0-22 16,0 0-53-16,0 0-30 16,0 131-3-16,0-78-22 15,13 10-149-15,-7 7-75 16</inkml:trace>
  <inkml:trace contextRef="#ctx0" brushRef="#br0" timeOffset="39899.24">30727 4092 536 0,'0'0'103'0,"3"117"78"0,6-68-20 16,-9-10-38 0,10-9-51-16,3-3-45 0,-7-10-27 15,1 0 2-15,-4 4-2 16,-3 6-69-16,0 8-164 16,0 16-93-16</inkml:trace>
  <inkml:trace contextRef="#ctx0" brushRef="#br0" timeOffset="40049">30929 5415 762 0,'0'0'116'16,"0"0"58"-16,0 0-29 0,0 0-67 16,0 0-50-1,0 0-18-15,25 66-10 0,-25-66-83 16,0 0-199-16</inkml:trace>
  <inkml:trace contextRef="#ctx0" brushRef="#br0" timeOffset="40432.75">30714 6363 984 0,'0'0'223'15,"0"0"-12"-15,0 0-28 16,0 0-83-16,0 0-49 16,0 0-14-16,-7-90-25 15,7 117-9-15,20 13 7 16,-1 15-6-16,-10 2-4 16,-9 1-3-16,7-7-29 0,-1-8-69 15,20-11-85-15,3-14-73 16,9-6-82-16,7-12-323 15</inkml:trace>
  <inkml:trace contextRef="#ctx0" brushRef="#br0" timeOffset="40699.54">31115 6413 845 0,'0'0'202'16,"0"0"-2"-16,0 0-62 15,0 0-78-15,0 0-19 16,0 0-1-16,-58 121-18 15,58-82-7-15,0-4-11 0,0-7-3 16,22-6 3 0,14-10-1-16,12-5 4 0,0-7-5 15,-13 0 3-15,4-15 9 16,-20-12 15-16,-13-7 21 16,-6 3-17-16,0-2-1 15,-19 3-14-15,-26 7-18 16,-9 10-1-16,5 4-3 15,11 9-5-15,19 0-68 16,3 0-124-16,16 9-256 16</inkml:trace>
  <inkml:trace contextRef="#ctx0" brushRef="#br0" timeOffset="40999.25">31772 6492 142 0,'0'0'1048'0,"0"0"-808"16,0 0-29-16,0 0-95 16,0 0-70-16,0 0-17 15,96-4-2-15,-9-1 5 16,22 1-9-16,-4-6-14 15,-8 3-4-15,-14-1-5 16,-9 3 0-16,-26 0 0 0,-13-1-1 16,-6 1-24-16,-16-2-20 15,-7 1-35-15,-6-6-31 16,0-1-154-16,0-7-170 16</inkml:trace>
  <inkml:trace contextRef="#ctx0" brushRef="#br0" timeOffset="41432.75">31493 5524 531 0,'0'0'618'0,"0"0"-348"0,0 0-83 0,0 0-80 0,0 0-73 15,0 0-23-15,160 0-5 16,-57-5-2-16,-1-2-4 16,1 0 0-16,-10-1-18 15,-23 3-72-15,-5-2-129 16,-8-5-155-16,-5-3-673 15</inkml:trace>
  <inkml:trace contextRef="#ctx0" brushRef="#br0" timeOffset="41966.28">31406 4413 1026 0,'0'0'231'0,"0"0"11"0,0 0-62 16,0 0-74-16,0 0-45 15,0 0-19-15,-19 11-28 16,112-11 0-16,22-11 6 16,17-1-11-16,-10 1-6 0,-7-1-3 15,-12 4-4 1,-20-1 1-16,-25-1-12 0,-13 3-26 15,-16 1-29-15,-13-1-52 16,-4 0-72-16,-8 0-124 16,-4-6-235-16</inkml:trace>
  <inkml:trace contextRef="#ctx0" brushRef="#br0" timeOffset="42432.28">31406 3534 154 0,'0'0'885'0,"0"0"-687"0,0 0 16 0,0 0-25 16,0 0-99-16,0 0-21 15,-19 12-26-15,54-12-25 16,36 0-2-16,31-3-6 16,17-3-9-16,9-5 4 15,-15 6-5-15,-20-2-1 16,-17 4 0-16,-24-1-2 16,-20 0-12-16,0-4-17 15,-26 5-27-15,1-2-5 16,-7-2-20-16,0-1-96 15,0-2-76-15,-26-7-268 16</inkml:trace>
  <inkml:trace contextRef="#ctx0" brushRef="#br0" timeOffset="42899.57">31461 2828 657 0,'0'0'419'0,"0"0"-190"0,0 0-17 0,0 0-62 0,0 0-86 16,0 0-39-16,61 0-7 15,32-14-3-15,19 2-3 16,3 1-11-16,-12 3 0 15,0-4 0-15,-1 1-1 0,-25-1 0 16,-13 3 0-16,-19 3 0 16,-22 1 0-16,-23 2-3 15,0 3-14 1,0 0-27-16,0 0-31 0,-13-4-49 16,-32 0-174-16,-13-5-139 15</inkml:trace>
  <inkml:trace contextRef="#ctx0" brushRef="#br0" timeOffset="43299.24">31483 2062 989 0,'0'0'157'0,"0"0"35"15,0 0 33-15,0 0-118 16,0 0-56-16,0 0-21 15,80 2-15-15,13-2 16 16,23-8-15-16,9-8-8 0,-7-4-5 16,-9 5 1-16,-35-2-4 15,-19 3 4-15,-10 5-4 16,-26 2-3-16,-10 0 1 16,-9 3-16-16,0-5-26 15,0-3-45-15,0-2-63 16,-25-3-184-16,-10-6-264 15</inkml:trace>
  <inkml:trace contextRef="#ctx0" brushRef="#br0" timeOffset="43599.36">31150 1192 915 0,'0'0'188'0,"0"0"-7"16,0 0-4-16,0 0-67 15,0 0-73-15,0 0-18 16,106 0 2-16,-10 0 17 16,13-1-19-16,3-5-11 15,-6 1 6-15,0 0-9 16,-23 0-5-16,-28 0-1 15,-23 1 1-15,-4 1-3 0,-12 3 1 16,10-1-45 0,-3 1-128-16,5 0-157 0,-2 0-257 15</inkml:trace>
  <inkml:trace contextRef="#ctx0" brushRef="#br0" timeOffset="43916.64">32855 1083 697 0,'0'0'199'0,"0"0"-85"0,0 0-114 0,0 0 0 16,0 0-43-16,0 0-41 15,-3 85-99-15,3-41 17 16,-6 7-186-16</inkml:trace>
  <inkml:trace contextRef="#ctx0" brushRef="#br0" timeOffset="44082.46">32782 2829 109 0,'0'0'141'0,"0"136"-141"16,6-72-39-16</inkml:trace>
  <inkml:trace contextRef="#ctx0" brushRef="#br0" timeOffset="44432.4">33420 6956 505 0,'0'0'161'0,"0"0"-6"15,0 0 22-15,0 0-78 16,0 0-99-16,0 0-71 15,-52-62-382-15</inkml:trace>
  <inkml:trace contextRef="#ctx0" brushRef="#br0" timeOffset="46916.27">32650 999 835 0,'0'0'246'0,"0"0"-63"0,0 0-28 0,0 0-64 16,0 0-57-16,0 0-29 0,0 0-4 16,-115 117 9-16,96-65 7 15,12-2-10-15,7-10 0 16,0-8-7-16,0-10 1 16,26-8 4-16,19-9-2 15,-4-5 0-15,8 0 11 16,5-19-9-16,-15-8 15 15,-4-7-7-15,-16 1 4 16,-19-5 3-16,0 4-8 16,0 2 7-16,-35 7 6 15,-7 4-19-15,-9 10-1 16,3 2-4-16,-10 5-2 0,10 4-8 16,13 0-53-1,12 15-97-15,14 10-141 0,9 1-204 16</inkml:trace>
  <inkml:trace contextRef="#ctx0" brushRef="#br0" timeOffset="47115.28">33234 1161 110 0,'0'0'859'15,"0"0"-606"-15,0 0-57 16,0 0-49-16,0 0-91 15,0 0-29-15,0 4-23 16,0-4-3-16,0 0-1 16,0 0-65-16,0 0-174 0,0 0-96 15,0 0-84-15</inkml:trace>
  <inkml:trace contextRef="#ctx0" brushRef="#br0" timeOffset="47416.15">33234 1161 178 0,'211'-152'789'16,"-207"148"-596"-16,8 0-42 16,14 4-38-16,13-2-61 15,15 2-14-15,-6 0 6 16,-9 19-10-16,-11 16-28 16,-28 7 7-16,0 11-4 0,-12 5 2 15,-43 1-8 1,-12-7 7-16,9-7 3 0,20-14-7 15,18-11-4-15,14-8-1 16,6-7 0-16,0-3 0 16,0-2 0-16,48 0 4 15,0 0-3-15,7 0 12 16,-1-7-14-16,-3-5-16 16,1 4-27-16,-14 4-148 15,1 4-130-15,-20 0-484 16</inkml:trace>
  <inkml:trace contextRef="#ctx0" brushRef="#br0" timeOffset="47882.62">32663 1851 382 0,'0'0'598'0,"0"0"-345"0,0 0-61 0,0 0-47 15,0 0-86-15,0 0-43 16,-45-20-16-16,45 50-6 16,0 4 6-16,0 0 2 15,23-2 2-15,12-7-4 16,10-7 0-16,3-9-4 16,3-9 2-16,4 0 2 15,-20-3 0-15,7-19 2 16,-17-4 4-16,1-2-2 15,-26-2 4-15,0 1-5 0,0 4 4 16,-32 5-6-16,-7 6-1 16,4 7 0-16,-7 7-13 15,7 0-70-15,6 0-113 16,10 5-97-16,10 12-204 16</inkml:trace>
  <inkml:trace contextRef="#ctx0" brushRef="#br0" timeOffset="48015.7">33054 1885 695 0,'0'0'261'0,"0"0"-102"16,0 0-110-16,0 0-49 0,0 0-68 16,0 0-128-16,74 0-326 15</inkml:trace>
  <inkml:trace contextRef="#ctx0" brushRef="#br0" timeOffset="48367.21">33054 1885 403 0,'292'-98'505'16,"-270"96"-338"-16,4-1-68 16,9 1-35-16,-3 2-24 15,-6 0 7-15,-3 0-21 16,-17 12-23-16,0 10-3 0,-6 3 19 15,0 4-7 1,0-2-7-16,0 1 6 0,-9-4-11 16,6 0 0-16,3-2 3 15,0 2-3-15,0-1-1 16,0-4-1-16,16 3 1 16,12-6 1-16,-12-4 1 15,0 3 0-15,1-7 1 16,-14 0 1-16,-3 3-3 15,0-5 6-15,-3 3 7 16,-46-3 13-16,-2 4-16 16,-13-3-8-16,-13 2-4 15,-6-1-19-15,-4 4-122 16,7 8-109-16,13 2-267 0</inkml:trace>
  <inkml:trace contextRef="#ctx0" brushRef="#br0" timeOffset="48816.99">32554 2590 959 0,'0'0'285'0,"0"0"-58"0,0 0-92 0,0 0-108 0,0 0-27 16,0 0 0-16,-19 95 6 15,19-50-1-15,0 3-4 16,29-5 1-16,6-14-2 15,-3-11 0-15,7-11-3 16,-4-7-4-16,3 0 7 16,1-10 0-16,-17-18 2 15,-9-7 4-15,-13-3-2 16,0 2 1-16,0 5 9 16,-29 5 11-16,-9 9-24 0,-1 6 3 15,-2 8-8-15,12 3 1 16,-3 0-54-16,3 14-100 15,3 11-125-15,26 2-197 16</inkml:trace>
  <inkml:trace contextRef="#ctx0" brushRef="#br0" timeOffset="48966.33">32958 2739 611 0,'0'0'407'0,"0"0"-214"16,0 0-43-16,0 0-81 15,0 0-69-15,0 0-4 16,80-18-68-16,-54 18-163 0,3 0-215 16</inkml:trace>
  <inkml:trace contextRef="#ctx0" brushRef="#br0" timeOffset="49283.84">33346 2589 609 0,'0'0'330'0,"0"0"-111"16,0 0-16-16,0 0-91 15,0 0-100-15,0 0-11 16,22 54 16-16,-9-26-17 16,7-1 0-16,5-1 0 15,4-11 0-15,-7-5-19 16,4-10 2-16,-7 0-3 0,1 0 3 16,-1-12 17-16,10-13 4 15,-4-4 10-15,4-2 25 16,3 6 18-16,-25 3-14 15,5 17 14-15,-12 5-12 16,0 0-7-16,0 0-34 16,0 13 0-16,7 9-8 15,-1 13 8-15,-6 5 0 16,0 10-4-16,0 7-40 16,0 6-26-16,0 5-114 15,-32 0-31-15,-16 4-179 16</inkml:trace>
  <inkml:trace contextRef="#ctx0" brushRef="#br0" timeOffset="49781.78">32580 3498 328 0,'0'0'746'0,"0"0"-491"0,0 0-67 0,0 0-98 0,0 0-85 16,0 0 1-16,-58 60-7 15,58-21 2-15,0-3 1 16,0-6-1-16,13-12-1 16,25-6-4-16,7-9 4 15,3-3-8-15,-3 0 6 16,-13-15-1-16,-3-9 3 0,-13-3 0 15,-16-6 5-15,0 1 8 16,0 4 10-16,-35 2-2 16,-4 9-12-1,1 6-9-15,12 5-1 0,4 6-3 16,3 0-27-16,6 3-89 16,-3 16-90-16,16 4-118 15,0 3-208-15</inkml:trace>
  <inkml:trace contextRef="#ctx0" brushRef="#br0" timeOffset="49916.61">32993 3611 531 0,'0'0'377'0,"0"0"-184"16,0 0-14-16,0 0-102 0,0 0-69 16,0 0-8-16,119 0-72 15,-84 0-165-15,10 0-259 16</inkml:trace>
  <inkml:trace contextRef="#ctx0" brushRef="#br0" timeOffset="50366.51">33477 3558 733 0,'0'0'320'0,"0"0"-134"16,0 0 12-16,0 0-91 15,0 0-53-15,0 0-52 16,-12 24-2-16,-14 3 20 15,7 5-14-15,0 4-3 0,19-5-3 16,0-3 0-16,0-5 2 16,9-8-6-16,30-9-6 15,9-6-9-15,-3 0-13 16,-1 0 3-16,-11-17 26 16,-8-2-2-16,-12-5 2 15,-7-1 5-15,-6-5-6 16,0-4 8-16,-44-1-3 15,-14 0 13-15,-6-1 1 16,6 5 4-16,3-1 9 16,17 2-10-16,12 1-1 15,14 0-7-15,12 0 10 16,0 2-16-16,0 3-4 16,19 4 0-16,10 12 0 0,-1 3-8 15,-11 5 4-15,11 0-2 16,-8 6 5-16,5 21-10 15,-12 7 7-15,-13 7 2 16,0 4-2-16,0 5-13 16,-42 5-53-16,-2-1-126 15,-1-3-42-15,9-2-272 16</inkml:trace>
  <inkml:trace contextRef="#ctx0" brushRef="#br0" timeOffset="50948.92">32666 4329 901 0,'0'0'268'0,"0"0"-66"0,0 0-20 0,0 0-132 0,0 0-46 16,0 0-3-16,-70 68 8 15,67-21-7-15,3 0-1 16,0-6 0-16,9-11-1 15,30-16 4-15,-4-3-4 0,0-11 0 16,-6 0-2 0,0-12 2-16,-16-18 13 0,-7-2-11 15,-6 0 1-15,0 0 14 16,-16 7-10-16,-22 2-2 16,-7 10-1-16,-3 8 0 15,3 5-8-15,3 0-1 16,4 7-50-16,12 13-129 15,23-1-137-15,3 3-218 16</inkml:trace>
  <inkml:trace contextRef="#ctx0" brushRef="#br0" timeOffset="51016.47">32666 4329 718 0</inkml:trace>
  <inkml:trace contextRef="#ctx0" brushRef="#br0" timeOffset="51100.88">32666 4329 718 0,'218'135'445'0,"-218"-136"-204"0,0-6-74 0,0 7-97 15,0 0-63-15,0 0-7 16,7 0-7-16,6 0-91 16,6 0-133-16,6 7-109 15,4-2-236-15</inkml:trace>
  <inkml:trace contextRef="#ctx0" brushRef="#br0" timeOffset="51301.16">33269 4282 712 0,'0'0'349'0,"0"0"-85"0,0 0-23 16,0 0-139-16,0 0-66 15,0 0-29-15,0 26 1 16,0 17 3-16,0 11-11 16,0 9 6-16,0 5-6 15,0 2 0-15,-10-2-50 16,10-7-95-16,-6-4-144 15,6-10-203-15</inkml:trace>
  <inkml:trace contextRef="#ctx0" brushRef="#br0" timeOffset="51849.35">32458 5379 873 0,'0'0'294'0,"0"0"-29"0,0 0-94 0,0 0-86 0,0 0-66 15,0 0-19-15,-29 20 3 16,29 14-1-16,0-1 1 15,0-2 0-15,32-5-3 16,16-8 0-16,-3-6 1 16,10-10-4-16,-14-2 3 15,-2 0 0-15,-7-14-3 0,-10-13 3 16,-6-5 0-16,-16-4 8 16,0 1-6-16,0 4 10 15,-25 6-12-15,-30 10 4 16,4 9 4-16,3 3-8 15,-4 3-5-15,24 0-8 16,-4 18-46-16,16 8-111 16,6 2-141-16,10 2-225 15</inkml:trace>
  <inkml:trace contextRef="#ctx0" brushRef="#br0" timeOffset="51998.71">32929 5496 917 0,'0'0'169'16,"0"0"45"-16,0 0-85 16,0 0-92-16,0 0-37 15,0 0-3-15,32 0-93 16,0 0-129-16,0 0-214 0</inkml:trace>
  <inkml:trace contextRef="#ctx0" brushRef="#br0" timeOffset="52182.87">33285 5343 268 0,'0'0'783'0,"0"0"-587"16,0 0 14-16,0 0-67 0,0 0-101 15,0 0-28 1,0 54 30-16,0-9-18 0,0 5-19 16,0 4-5-1,0 0-4-15,-16-5-20 0,6-12-66 16,10-13-167-16,0-14-107 15,0-10-390-15</inkml:trace>
  <inkml:trace contextRef="#ctx0" brushRef="#br0" timeOffset="52432.57">33461 5438 519 0,'0'0'509'0,"0"0"-388"15,0 0 65-15,0 0-38 16,0 0-75-16,0 0-45 15,174-31-19-15,-165 70 9 16,-9 8-13-16,-6 10-3 16,-46 2 0-16,-8 3-2 15,8-4-5-15,17-13 5 0,6-11-2 16,29-20 1-16,0-6 0 16,0-8 0-16,45 0-6 15,22-12 2-15,14-11-12 16,-1-3-78-16,-3-1-54 15,-13 9-122-15,-16 7-180 16</inkml:trace>
  <inkml:trace contextRef="#ctx0" brushRef="#br0" timeOffset="53050.33">32689 6336 948 0,'0'0'260'0,"0"0"-54"0,0 0-55 0,0 0-108 16,0 0-32-16,0 0 9 0,-61 124-5 16,61-85-14-1,0-8 0-15,0-6-1 0,22-11 0 16,17-10 6-16,6-4-12 15,-10 0 12-15,0-9 1 16,-9-17 1-16,-4-5-4 16,-12-7-2-16,-10-1 0 15,0 0 3-15,0 8-4 16,-32 8 2-16,0 8 6 16,3 8-9-16,-6 7-2 15,-10 0-25-15,13 17-40 16,-4 11-115-16,14 8-152 15,16 1-244-15</inkml:trace>
  <inkml:trace contextRef="#ctx0" brushRef="#br0" timeOffset="53235.15">33064 6555 1019 0,'0'0'144'16,"0"0"89"-16,0 0-60 15,0 0-134-15,0 0-24 16,0 0-15-16,26-6-41 16,-23 6-154-16,6 4-76 15,1 12-252-15</inkml:trace>
  <inkml:trace contextRef="#ctx0" brushRef="#br0" timeOffset="53549.56">33477 6396 66 0,'0'0'697'0,"0"0"-434"16,0 0-64-16,0 0-90 15,0 0-51-15,0 0-51 16,-169 0 19-16,140 24-26 16,9-4 0-16,20 0-4 15,0-9 0-15,0 1 3 16,0-6-16-16,26 0 2 15,9 2-3-15,-3 0 8 0,-3 9 4 16,-9 1 0-16,8 5 4 16,-8 0 2-1,-4 6 38-15,-7 0-3 0,-9 2-18 16,0 4-3-16,0-3-6 16,0 3-8-16,-6 1 0 15,-13 0-16-15,-1 4-82 16,1 4-86-16,-16-2-240 15,6 6-223-15</inkml:trace>
  <inkml:trace contextRef="#ctx0" brushRef="#br0" timeOffset="56899.63">31163 7341 642 0,'0'0'58'0,"0"0"23"0,0 0 59 0,0 0-15 16,0 0-51-16,0 0-24 16,-189 33 14-16,124-20-5 15,4 0-36-15,-12-4 19 16,-7-4-1-16,-7 2 4 16,0-7-15-16,-15 0 11 0,-10 0-4 15,-20 0-18 1,-2-16-3-16,-14 1 0 15,-3-2-13-15,7-9 9 0,19-1-1 16,6-11 3 0,17-5 6-16,18-8 5 0,14-11-20 15,15-3 11-15,17-1-3 16,19 1-7-16,19 2-4 16,0 5-2-16,0-3 2 15,51 7 3-15,23-1-5 16,22-4 2-16,13 5-2 15,3 2 0-15,13 1-2 16,-3 9 2-16,9 3 0 16,-5 7 2-16,-8 8-1 15,-12 5 1-15,-3 3-2 0,-7 2 0 16,6-3 0 0,14 2 0-16,-7 0 2 0,19 5-4 15,-9 4 3-15,9-2-5 16,0 4 4-16,0-2 0 15,10-2 2-15,3-1 2 16,0-3 1-16,-6 9-6 16,-4-1 1-16,-6 0-3 15,-15 4 2-15,-8 0 1 16,-6 0-3-16,0 0 2 16,17 0 2-16,-11 0-3 15,7 0 4-15,-9 0-2 16,-1 0 0-16,-12 0-1 15,2 0 1-15,-12 0 0 16,-6 0 0-16,-1 0-2 16,1 0 2-16,3 0 3 0,12 0-3 15,-12 0 2-15,3 0-2 16,-7 0-1-16,-18 8 0 16,-7 3 2-16,-7 2 1 15,4-2-2-15,-17 8 1 16,1-2-1-16,9 7 2 15,-3-2 0-15,-9 4-2 16,-7 1 2-16,0 4-1 16,-3 4 0-16,-13 7-1 15,0 0 0-15,0 9-1 16,-29-3 1-16,-10 5 1 16,-9 1-1-16,-16 0-1 0,13-3 1 15,0-4 3-15,-1 0-2 16,4-5-1-16,-13 0 0 15,4-3-1-15,-8-5 1 16,-2-5 4-16,-19-2-3 16,-7-3-1-16,-20 0-2 15,-18 0 2-15,-20-3 3 16,-12 0-3-16,-14 0 6 16,1-3-5-16,-13-3-1 15,0-2 0-15,-7-5 0 16,7-4 1-16,9-2-1 15,11-2 0-15,-1 0 6 0,-10 0 6 16,-15 0-1-16,-30 0 1 16,14 0-8-16,15 0-3 15,29 0 3-15,26 0-4 16,16 0 0-16,3 0-25 16,-3 0-69-16,-13 6-194 15,-32 11-363-15</inkml:trace>
  <inkml:trace contextRef="#ctx0" brushRef="#br0" timeOffset="65400.43">9486 11396 725 0,'0'0'228'0,"0"0"-43"0,0 0-43 0,0 0-27 0,0 0-15 15,0 0-34-15,0 0-13 16,0 0-10-16,-102 10-13 16,102-10 3-16,0 0-14 15,0 0 6-15,0 0-13 16,38 0-7-16,10 0 2 15,23 0-1-15,6 0-4 0,9 0 0 16,-12-2-2 0,0 2 2-16,-26-3-2 0,-10 2-2 15,-9 1 2-15,-19 0 0 16,-1 0-1-16,-9 0 1 16,0 0 0-16,0 0 1 15,0 0-1-15,0 0 4 16,-19 0-4-16,-39 0 3 15,-6 4-1-15,-22 4-1 16,9 1 0-16,-3-3-1 16,0 3 1-16,3-2-1 15,-4-2 2-15,37 1-1 16,11-2-1-16,17-4 0 16,16 0 0-16,-3 0 0 15,3 0 0-15,0 0 1 0,0 0-1 16,0 0-4-16,0 0 2 15,19 0-9-15,30 0 10 16,15 0 0-16,6-6 1 16,-2-3 0-16,-17-1-6 15,-3 4-9-15,-13 2-27 16,-12 4-24-16,2 0-72 16,-5 0-99-16,-1 0-94 15,0 2-454-15</inkml:trace>
  <inkml:trace contextRef="#ctx0" brushRef="#br0" timeOffset="67166.1">10842 11364 603 0,'0'0'206'0,"0"0"-46"0,0 0-42 0,0 0-34 0,0 0-20 16,0 0-14-16,-3 0-10 16,3-2 0-16,0 2-2 15,0 0-7-15,0 0-3 16,0 0 11-16,0 0-16 15,0 0 10-15,0 0-18 16,0 0-14-16,0 0 9 16,0 0 0-16,-6 0-8 15,6 0 3-15,0 0-4 16,0 0-1-16,0 0 0 0,0 0-1 16,0 0 8-1,0 0-13-15,0 0 10 0,0 0-5 16,0 0 2-16,0 0-2 15,0 0 0-15,0 0 1 16,0 0 0-16,0 0 2 16,0 0 0-16,0 0-2 15,0 0 0-15,0 0 1 16,0 0-5-16,0 0 9 16,0 0-7-16,0 0 3 15,0 0-1-15,0 0 1 16,0 0 2-16,0 0-3 0,0 0 0 15,0 0-2 1,-10 0 0-16,10 0 2 0,0 0 0 16,0 0 2-16,0 0-3 15,0 0 1-15,-3 0 0 16,3 0-1-16,0 0 1 16,0 0-3-16,0 0 6 15,0 0-6-15,0 0 2 16,0 0-1-16,0 0-5 15,-6 0 3-15,6 0-3 16,0 0-5-16,0 0-16 16,0 0-6-16,0 0 6 15,0 0-27-15,0 0-11 16,0 0 2-16,0 0-8 16,0 0-20-16,-7 0-19 0,-15 0-37 15,2 0-32 1,4 7-140-16</inkml:trace>
  <inkml:trace contextRef="#ctx0" brushRef="#br0" timeOffset="74165.82">19403 937 1009 0,'0'0'48'0,"0"0"37"0,0 0 66 0,0 0-51 16,0 0-53-16,0 0-36 16,0 0 31-16,141-102-31 15,-93 111-10-15,-3 25 10 16,-16 3-2-16,-10 11 13 16,-13 0-12-16,-6 0-5 15,0-5 0-15,-16-11-5 16,7-13 3-16,2-7 3 0,7-9-6 15,0-3 1 1,0 0 9-16,0-10 5 0,7-17-5 16,21-10-8-16,5-12 0 15,-8 3 2-15,1-1-6 16,-4 8 4-16,-6 5-2 16,-6 7 0-16,-10 6 0 15,0 14 0-15,0 0 2 16,0 7 5-16,0 0-7 15,0 13-9-15,0 13-1 16,0 12 8-16,-19 15 2 16,-1 1 0-16,20 4 1 15,0-1 5-15,0-9-6 16,0-8-2-16,0-6-9 0,20-12-52 16,25-1-97-16,-4-12-59 15,7-4-61-15,13-5-321 16</inkml:trace>
  <inkml:trace contextRef="#ctx0" brushRef="#br0" timeOffset="74348.87">20284 1200 755 0,'0'0'190'0,"0"0"-44"0,0 0-20 0,0 0-46 0,0 0-1 15,0 0 4-15,0 99-39 16,0-71-29-16,0 7-9 15,0-7-5-15,0-2-1 0,0-8-30 16,0-9-112-16,-9-9-99 16,2 0-206-16</inkml:trace>
  <inkml:trace contextRef="#ctx0" brushRef="#br0" timeOffset="74498.75">20156 909 870 0,'0'0'248'0,"0"0"-54"16,0 0-67-16,0 0-73 15,0 0-54-15,0 0-3 16,-29-21-94-16,29 30-171 16,0 12-215-16</inkml:trace>
  <inkml:trace contextRef="#ctx0" brushRef="#br0" timeOffset="75298.78">20409 576 173 0,'0'0'568'16,"0"0"-378"-16,0 0-41 15,0 0-12-15,-153-143-59 16,88 119-24-16,-8-3-24 0,5 7 40 16,-9 2-44-16,-3 4-2 15,-6 8 13-15,-11 6-24 16,-2 0-6-16,-20 0 5 15,-9 15-10-15,6 12-2 16,1 9 0-16,2 7-1 16,4 10 0-16,9 7 0 15,22 6 1-15,17 2 0 16,22 8 6-16,23 8-6 16,15 11 0-16,7 2 0 15,0 2 0-15,16-9-1 16,42-3 1-16,9-2 0 15,7-1 4-15,13-2-2 0,-4-8-1 16,13-1 1 0,10-11-2-16,-7-6 0 0,10-14 0 15,10-9 3-15,-7-15-3 16,16-12 0-16,14-6-5 16,2-1 10-16,-3-26-7 15,-3-14 3-15,-23-7-2 16,1-6 1-16,-17-9-1 15,-12-5-4-15,-23-5 5 16,-26-4 7-16,1-8 1 16,-33-9 0-16,-6-8 21 15,0-2-1-15,-45 5 10 0,-22 9-14 16,-23 11-13 0,-22 17-3-16,-29 14-6 0,-13 15-2 15,-19 11-11-15,-32 11-43 16,-20 11-107-16,-38 0-326 15</inkml:trace>
  <inkml:trace contextRef="#ctx0" brushRef="#br0" timeOffset="78649.42">17934 12942 1050 0,'0'0'108'0,"0"0"61"0,0 0 27 0,0 0-75 15,0 0-83-15,0 0-10 0,0 0 1 16,-35 14-15 0,70-14-6-16,49 0-1 0,12 0-5 15,6 0-2-15,11-17 0 16,2-3-34-16,7-7-22 16,9-1-134-16,-28-7-155 15,-16 8-328-15</inkml:trace>
  <inkml:trace contextRef="#ctx0" brushRef="#br0" timeOffset="87732.35">16495 11161 649 0,'0'0'193'0,"0"0"-166"0,0 0 53 15,0 0 45-15,0 0-51 0,0 0-62 16,0 0-12 0,0 0 0-16,0-16-147 0,9 7-688 15</inkml:trace>
  <inkml:trace contextRef="#ctx0" brushRef="#br0" timeOffset="92965.77">16806 13259 608 0,'0'0'253'0,"0"0"-216"0,0 0-9 0,0 0 60 0,0 0-12 15,0 0-41-15,0 0-9 0,0 0 11 16,-177 18 10-16,168-14-7 15,6-3-13-15,-4 3-2 16,7-3 8-16,0 2-8 16,0 4-14-16,10 1-3 15,35 1 0-15,28 3 12 16,20-3-6-16,36-8-7 16,18 3 8-16,23-4 1 15,29 0-9-15,9 0-6 16,7-5 4-16,0-1-2 15,0 2 0-15,-7-4-3 16,-19 5 0-16,-9 2 1 0,-33 1 1 16,-22 0-2-16,-19 0 0 15,-39 0 0-15,-15 0 2 16,-17 0 0-16,-3 0 4 16,-22 0 3-16,2 0 4 15,-8 0-1-15,-4 0 0 16,0 0-3-16,0 0-4 15,0 0-4-15,0 0-1 16,0 0-37-16,-4-4-131 16,-50 4-235-16</inkml:trace>
  <inkml:trace contextRef="#ctx0" brushRef="#br0" timeOffset="98016.99">21051 9461 758 0,'0'0'131'0,"0"0"-94"0,0 0 105 0,0 0 24 0,0 0-84 15,0 0-34-15,0 0 18 16,25-81 5-16,-25 81-46 16,0 0-14-16,0 4-1 15,-9 15-4-15,-36 16 0 16,-23 13 7-16,-5 8-6 0,-14 11-1 15,-6 6-6 1,-3 0 1-16,-3-2 0 16,12-4-1-16,7-14 3 0,25-8-3 15,11-16 4-15,15-11-7 16,22-11 6-16,7-7-3 16,0 0 0-16,0 0 10 15,0-11 0-15,0-16-4 16,0-8-4-16,26-10-4 15,12 1 2-15,-12 2-1 16,3 2-4-16,-7 2 4 16,4 7 1-16,-13 5 0 15,3 9 0-15,-7 10 0 16,-9 7 0-16,0 0-3 16,0 0 3-16,0 10 1 15,0 18-1-15,-9 8 1 16,-7 6 1-16,3-3 4 0,13-5-1 15,0-5-5-15,0-4 0 16,38-6 2-16,1-11-2 16,9 0 0-16,13-8 0 15,6 0-1-15,1 0-20 16,15-8-50-16,-3-2-117 16,-6-7-205-16</inkml:trace>
  <inkml:trace contextRef="#ctx0" brushRef="#br0" timeOffset="102683.93">25132 10367 916 0,'0'0'85'0,"0"0"-4"0,0 0 99 0,0 0-43 15,0 0-32-15,0 0-34 16,0 0-35-16,0-50-24 16,0 86-11-16,0 16 27 15,10 14 13-15,15 9-28 16,-12 5 2-16,6-5-10 16,-9-9-2-16,6-6 0 15,-6-13-3-15,2-13-3 16,-12-11 1-16,7-13 2 0,-7-3 0 15,0-7 4-15,0 0-2 16,0 0 5-16,0-8 5 16,0-30-7-16,-29-19-3 15,-19-11 0-15,-16-16 0 16,0-9-4-16,3-1 4 16,13-5-2-16,16 1 0 15,32 5-2-15,0 11 2 16,16 12-3-16,48 11 2 15,6 14-4-15,10 10 3 16,4 10-1-16,-7 15 1 0,-13 10-6 16,-3 0 8-16,-13 13-5 15,-13 21 1-15,-25 13 4 16,-10 7-3-16,0 9-1 16,-36 9-5-16,-34-6-9 15,-1 1-24-15,4-5-34 16,9-14-62-16,17-8-20 15,25-16-64-15,16-7-143 16</inkml:trace>
  <inkml:trace contextRef="#ctx0" brushRef="#br0" timeOffset="103398.66">26254 9732 950 0,'0'0'151'0,"0"0"-84"0,0 0 88 0,0 0 9 0,0 0-110 16,0 0-43-16,-106 66 24 15,58 4 10-15,16 30-14 16,-13 12-10-16,20 14-3 15,-1-4-8-15,13-10-9 0,13-15-2 16,0-12 5 0,26-15-7-16,16-15 3 0,12-14-19 15,13-11-2-15,7-9-27 16,9-15-53-16,7-6-67 16,-10 0-71-16,-3 0-140 15</inkml:trace>
  <inkml:trace contextRef="#ctx0" brushRef="#br0" timeOffset="106149.82">26523 10062 610 0,'0'0'79'0,"0"0"62"0,0 0-51 16,0 0-39-16,0 0-40 0,0 0 0 15,0 0 13-15,-9-8-1 16,9 8 4-16,0-1-7 15,0 1 12-15,0 0-11 16,0 0 12-16,0 0 5 16,0 0-1-16,0 0-12 15,0 0-5-15,0 0-1 16,0 0 15-16,0 0 14 16,0 0-10-16,0 0-9 15,0 0-8-15,0 16-7 0,0 19 0 16,0 6 37-16,0 3-27 15,0-2-10-15,0-7-10 16,9-4-4-16,11-2 1 16,-1-11-1-16,7-4-5 15,-7-9 5-15,6-5-1 16,-2 0-2-16,6 0 3 16,0-19 0-16,-4-6 0 15,-6-4 1-15,-2-3-1 16,-11 2 1-16,-6 2 0 15,6 4 3-15,-6 10 8 16,0 10 2-16,0 4 17 0,0 0-7 16,0 27-13-16,0 21 7 15,0 13-6-15,0 16 0 16,10 8-2-16,19 10-4 16,16 7-3-16,-16 0 0 15,-10-6-3-15,-10-11 1 16,-9-9 0-16,0-17 0 15,-6-16-2-15,-23-20 4 16,-3-11-3-16,-3-12 9 16,-13 0-7-16,-4 0-2 15,-15-22-8-15,0-10-13 16,12-3-32-16,7-6-39 16,16-4-135-16,26-5-98 15,6-4-280-15</inkml:trace>
  <inkml:trace contextRef="#ctx0" brushRef="#br0" timeOffset="106333.02">27174 10524 902 0,'0'0'227'0,"0"0"-39"0,0 0-50 0,58 115-53 15,-32-83-58-15,3-5-6 16,-20-5-21-16,7-4-1 15,-13-4-36-15,-3-7-112 16,0-4-102-16,0-3-145 16</inkml:trace>
  <inkml:trace contextRef="#ctx0" brushRef="#br0" timeOffset="106482.62">27184 10080 896 0,'0'0'217'15,"0"0"5"-15,0 0-86 16,0 0-83-16,0 0-53 16,0 0-12-16,-51-21-126 15,51 51-87-15,16 12-297 16</inkml:trace>
  <inkml:trace contextRef="#ctx0" brushRef="#br0" timeOffset="106749.75">27646 10422 866 0,'0'0'260'15,"0"0"-49"-15,0 0-36 16,0 0-83-16,0 0-58 15,0 0-17-15,51-5-11 0,10 0-5 16,-7-2-1-16,1 0-29 16,-17 7-86-16,-15 0-78 15,-17 0-52-15,-6 7-93 16,-9 17-133-16</inkml:trace>
  <inkml:trace contextRef="#ctx0" brushRef="#br0" timeOffset="106866.24">27646 10422 382 0,'80'147'256'16,"-90"-135"-48"-16,7-10-39 15,3-2-37-15,0 0-22 16,6 0-36-16,33 0-26 16,-4-5-31-16,4-4-17 15,5 0-6-15,1 0-89 16,-13 3-220-16,13-2-411 16</inkml:trace>
  <inkml:trace contextRef="#ctx0" brushRef="#br0" timeOffset="107166.77">28303 10224 1178 0,'0'0'143'0,"0"0"7"16,0 0 47-16,0 0-99 15,0 0-61-15,0 0-14 0,-7 4 0 16,7 34-13 0,0 10 5-16,0 1-14 0,7 5 5 15,-7 0-6-15,0-1-12 16,0-5-19-16,0-10-42 16,0-10-33-16,0-12-54 15,0-8-98-15,0-8-97 16,35 0-406-16</inkml:trace>
  <inkml:trace contextRef="#ctx0" brushRef="#br0" timeOffset="107466.06">28649 10263 927 0,'0'0'168'0,"0"0"46"15,0 0-45-15,0 0-111 0,0 0-46 16,0 0 0-16,-93 87 2 15,58-52-13-15,6-4-1 16,10-7 2-16,16-3-4 16,3-3 2-16,0-6-2 15,0 0 2-15,28-1-3 16,4 2 0-16,10-3-1 16,0 2 0-16,-4 0 0 15,7 3 0-15,3 0 2 16,-19 1 1-16,0-1-3 15,-3 2-3-15,-7 1-34 16,-3-4-24-16,-3-1-17 0,-13-5-127 16,0-4-123-16</inkml:trace>
  <inkml:trace contextRef="#ctx0" brushRef="#br0" timeOffset="107732.35">29076 9795 1243 0,'0'0'113'16,"0"0"75"-16,0 0-45 16,0 0-107-16,0 0-18 15,0 0 21-15,291 178-14 0,-201-78-17 16,-23 6 2-16,-22 0-3 15,-32-6-6-15,-13-10-2 16,-22-5-10-16,-62-4-37 16,-38-3-28-16,-15-6-50 15,-14-12-92-15,-3-7-158 16</inkml:trace>
  <inkml:trace contextRef="#ctx0" brushRef="#br0" timeOffset="108549.32">30182 9741 750 0,'0'0'47'16,"-74"-115"-11"-16,35 61 108 15,-9 1-28-15,-16 6-69 16,0 2-2-16,-23-1 7 16,-18 4-4-16,-24 1 9 15,-31-2-30-15,-26 5 11 0,-35-1 2 16,-39 4-34-16,-44 8 1 15,-33 5 0-15,-3 12-5 16,4 10 1-16,9 0-3 16,16 0-1-16,19 24 1 15,26 6 18-15,12 3 0 16,14 6 2-16,9 11-17 16,7 11 3-16,6 16-12 15,9 13 12-15,4 11-4 16,6 7-2-16,13 17 0 15,7 13-2-15,28 9 3 16,39 4-2-16,25 3 1 0,33-5 0 16,35 1 1-1,19-1 3-15,19-7-3 0,64-7-1 16,39-6 3-16,38-9 0 16,30-12-3-16,44-7-2 15,22-16 1-15,17-11-1 16,34-13 1-16,14-10-2 15,22-9-2-15,13-19-3 16,0-14-2-16,28-9-6 16,4-9-8-16,13-30-26 15,-13-14 30-15,0-11 9 16,-6-12-1-16,-14-9 11 16,-31-5 0-16,-36-3 1 15,-44 0 0-15,-42-3 2 16,-26-5 1-16,-10-14 6 0,-18-7 7 15,-20-12 18-15,-26-2-11 16,-32-10 16-16,-25-10-6 16,-45-3 3-16,-13-7-4 15,-51 8-13-15,-74 11 8 16,-45 22-27-16,-55 22-4 16,-50 22 3-16,-72 29-16 15,-66 25-42-15,-68 25-108 16,-74 2-168-16,-38 42-682 15</inkml:trace>
  <inkml:trace contextRef="#ctx0" brushRef="#br0" timeOffset="133105.01">18181 12809 567 0,'0'0'365'0,"0"0"-207"0,0 0-4 16,0 0-16-16,0 0-29 15,0 0-44-15,0 0 2 0,-96 2-23 16,96-2-12 0,0 2-10-16,0-2-7 0,0 3-5 15,10 2-8-15,44-4 4 16,4 2-3-16,16-2-2 15,-7 6-1-15,10-6-2 16,-10-1-21-16,-12 0-53 16,-17 0-80-16,1 0-70 15,-14 0-47-15,4 0-173 16</inkml:trace>
  <inkml:trace contextRef="#ctx0" brushRef="#br0" timeOffset="133533.04">19149 12892 836 0,'0'0'208'0,"0"0"-52"0,0 0 17 0,0 0-18 0,0 0-74 16,0 0-49-16,-77 0-3 16,100 0-9-16,41 0-6 15,13 0 8-15,22 0-20 16,-2 0 5-16,12 0-7 16,-4-4-9-16,-18-1-22 15,-13 2-87-15,-26 2-141 16,-10-2-176-16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1T09:27:39.5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21615 5742 835 0,'0'0'24'0,"0"0"-11"0,0 0 86 0,0 0 29 0,0 0-47 15,0 0-39-15,0 0 16 16,0 0 12-16,-125-17-11 15,125 17-11-15,0-1-28 16,0 1-1-16,29 0-1 16,57 0-6-16,55 0 37 15,55 0-8-15,57 0-20 16,26 0-12-16,10 0-8 16,-1 0 10-16,-12 0-10 15,0 0 5-15,-10 9 1 0,-13-5 7 16,-22 4-12-16,-55-6 4 15,-47 2-6-15,-49-1 2 16,-32-1 1-16,-10-1 11 16,-12-1 0-16,-7 0-4 15,-9 0 4-15,-10 0 0 16,0 0-1-16,0 0-6 16,0 0-4-16,0 0 2 15,0 0-5-15,0 0-1 16,0 0-42-16,-48-1-164 15,-26-22-465-15</inkml:trace>
  <inkml:trace contextRef="#ctx0" brushRef="#br0" timeOffset="12066.66">21451 3092 824 0,'0'0'249'0,"0"0"-61"0,0 0-34 16,0 0-56-16,0 0-36 0,0 0-29 15,0 0-11-15,16-54-18 16,-9 81-2-16,2 20 19 16,1 12 8-16,-10 17-7 15,0 14-12-15,0 5 1 16,0-1-8-16,0-6 8 15,0-14-7-15,0-13-4 16,0-13 1-16,0-17-2 16,0-13 1-16,0-9 0 15,0-8 0-15,0-1 1 16,0 0 8-16,-13-1 10 16,0-22-9-16,-19-7-9 0,4-1-2 15,-1 3 2-15,3 5 1 16,13 7 0-16,0 8 3 15,1 8 11-15,12 0-6 16,0 0-10-16,0 0-7 16,0 21-8-16,0 11 15 15,0 4 2-15,0-1-2 16,0-6 0-16,25 0 2 16,7-7-1-16,-16-9-1 15,20-4-2-15,-17-6 2 16,10-3 0-16,0 0 0 15,19-16 8-15,0-11-8 16,0-8-2-16,-3 3-31 16,-7-3-31-16,-3 6-62 0,-3 5-104 15,-6 6-88-15,19 4-225 16</inkml:trace>
  <inkml:trace contextRef="#ctx0" brushRef="#br0" timeOffset="12782.88">22849 3270 642 0,'0'0'392'0,"0"0"-157"0,0 0-62 0,0 0-47 15,0 0-67-15,0 0-58 16,-41-26-1-16,60 61 0 0,19 14 5 16,-2 10 11-16,-8 11 13 15,-8-1-10-15,-1 2-18 16,-9-10 3-16,-4-10 4 16,0-9-8-16,1-13-4 15,-7-11 4-15,0-11 2 16,6-2-2-16,-6-5 4 15,0 0 8-15,0 0 1 16,0-13 1-16,-9-9 2 16,-27 1 2-16,11 3-8 15,5 6 3-15,8 0 6 16,2 8-4-16,4 4-3 16,6 0 3-16,0 0-12 0,0 0-6 15,0 9-8-15,0 10 5 16,0 8 3-16,0 0 3 15,12-1 3-15,14-5-2 16,-10-3-2-16,19-7 1 16,-6-3-2-16,-6-4 1 15,15-4-4-15,-12 0 4 16,19-9 1-16,-13-14-1 16,6-3-7-16,-22 3 4 15,-6-3-10-15,-1 2-11 16,1 3-14-16,-10 3-28 15,0 6-59-15,10 9-86 0,2 0-108 16,4 3-408 0</inkml:trace>
  <inkml:trace contextRef="#ctx0" brushRef="#br0" timeOffset="13566.52">24869 3177 704 0,'0'0'269'0,"0"0"-72"16,0 0-21-16,0 0-35 0,0 0-51 0,0 0-15 15,-67-108-34-15,67 108-18 16,0 0-14-16,0 8-9 16,0 23-6-16,0 15 6 15,0 16 3-15,0 5 2 16,22 10 1-16,-9 4-5 16,-10-6-1-16,7-7 3 15,-10-11-1-15,0-13-2 16,0-9 0-16,0-12-2 15,0-12 2-15,0-2 0 16,0-6 0-16,0-3 0 16,0 0 4-16,0 0 11 15,0-15 4-15,-10-9-19 16,-28 1 5-16,3-4-1 16,2 0 6-16,5 4 3 15,-8 2-7-15,24 7 6 16,-5 7 0-16,11 7 5 0,6 0-12 15,0 0-5-15,0 0-1 16,0 19-9-16,0 8 4 16,0 5 6-16,0 0 0 15,6-3 1-15,14-4-1 16,15-4-1-16,0-6-1 16,-9-3 0-16,16-8 0 15,-10-4 1-15,9 0-2 16,4 0 3-16,3-21-1 15,-3-8-5-15,-10 2-13 0,-12-2-22 16,-7 2-3-16,-6 4-48 16,-10 8-80-16,0 1-164 15,0 7-344-15</inkml:trace>
  <inkml:trace contextRef="#ctx0" brushRef="#br0" timeOffset="17316.93">5600 7774 958 0,'0'0'122'0,"0"0"51"0,0 0-45 0,0 0-5 0,0 0-83 16,0 0-29-16,0 0-10 16,103-2 4-16,57 2 14 15,49 0 5-15,34-2-7 16,4-7-14-16,-22 0-1 15,-7 2 0-15,-52 2-1 16,-34 0-1-16,-39 5 5 16,-35 0-10-16,-17 0-14 0,-34 0-131 15,-7 0-132-15,0 10-208 16</inkml:trace>
  <inkml:trace contextRef="#ctx0" brushRef="#br0" timeOffset="21633.42">12109 7503 632 0,'0'0'160'16,"0"0"7"-16,0 0-52 0,0 0-35 0,0 0-19 16,0 0-18-16,0 0-5 15,0 0-1-15,-26 4-7 16,26-4-2-16,0 0-4 0,0 0-4 15,0 0-11 1,61 0-7-16,19 0-1 0,23 0 14 16,22 0-6-16,-10 0-9 15,-9 0-6-15,-10 0 6 16,0 0 2-16,-12-4-2 16,-17-4 0-16,-12 3-1 15,-17 0-6-15,-15 0-19 16,-17 4-87-16,0-2-23 15,-2 3-59-15,-4-5-181 16</inkml:trace>
  <inkml:trace contextRef="#ctx0" brushRef="#br0" timeOffset="24933.47">16880 7421 679 0,'0'0'245'0,"0"0"-74"0,0 0-69 0,0 0-5 0,0 0-8 15,0 0-32-15,-103 0-7 16,103 0 3-16,0 0-18 15,0-4-13-15,0 1-11 16,0 3 5-16,29 0-16 16,28 0 3-16,17 0 0 15,32-1-3-15,13-3 0 16,15-4 1-16,14 2-1 16,-7-2 0-16,-16-1 0 15,-23 4-2-15,-15-2-5 0,-42 3-5 16,-7-2-11-16,-22 5-7 15,-16-3 2-15,0 3-10 16,0-2-33-16,0 2-17 16,-25-2-13-16,-23 1-65 15,9 2-121-15,4 0-209 16</inkml:trace>
  <inkml:trace contextRef="#ctx0" brushRef="#br0" timeOffset="27484.89">21705 7726 702 0,'0'0'138'0,"0"0"1"0,0 0-37 16,0 0 15-16,0 0-29 0,0 0-47 16,-90 0 0-16,90 0 3 15,0 0-5-15,29 0-38 16,45 0 8-16,28 0 12 15,20 0-5-15,13 0-14 16,12 0-2-16,-6-3 1 16,10 3 1-16,-20 0 0 15,-15-1-2-15,-27 1 2 16,-18 0-5-16,-36 0-10 16,-3 0-15-16,-19 0-61 15,-10 0-55-15,-3 0-34 16,0 0-135-16</inkml:trace>
  <inkml:trace contextRef="#ctx0" brushRef="#br0" timeOffset="35150.49">20794 8970 830 0,'0'0'188'0,"0"0"-26"0,0 0-43 16,0 0 1-16,0 0-60 16,0 0-34-16,0 0-5 15,0-24-20-15,0 28-1 16,13 11 0-16,3 9 9 0,3-1 2 15,7-4 16-15,-7 0-17 16,0-7 1-16,-6-4-3 16,3-4-5-16,-3-4 1 15,13 0 5-15,-1 0 12 16,27-20-7-16,28-16 6 16,6-12-17-16,7-6-3 15,4-1 0-15,-4 1-6 16,12 4-32-16,-15 7-70 15,-10 8-80-15,0 8-69 16,-12 7-178-16</inkml:trace>
  <inkml:trace contextRef="#ctx0" brushRef="#br0" timeOffset="39986.24">20316 9925 686 0,'0'0'165'0,"0"0"5"0,0 0-33 0,0 0-18 15,0 0-41-15,0 0-11 16,0 0-8-16,36-19-14 15,-36 19-11-15,0 0-13 16,0 0 3-16,0 0-19 16,0 0 6-16,0 0-6 15,0 0-2-15,3 0-3 16,7 0-1-16,9 0 1 16,-13 4 1-16,13 7-1 0,4 2-2 15,-7 4 1-15,0 0 2 16,3-1-1-16,4 3 0 15,-4-7 1-15,-13 3-1 16,13-7 4-16,-19-1-8 16,7-2 3-16,3-2 1 15,-1-3 1-15,14 0 3 16,2 0 5-16,23-19-1 16,20-12-8-16,5-15 4 15,11-4 0-15,9 1-4 16,-13 1 0-16,13 6 0 15,-19 3 2-15,-10 11-2 0,-13 2 0 16,-6 8 0-16,-16 4 0 16,-10 6-1-16,0 3 0 15,-19 3-2-15,0 2-4 16,0 0-9-16,0 0-23 16,0 0-74-16,0 0-67 15,0 7-20-15,0 9-142 16,-13-1-311-16</inkml:trace>
  <inkml:trace contextRef="#ctx0" brushRef="#br0" timeOffset="42999.98">21913 7520 292 0,'0'0'378'0,"0"0"-232"0,0 0 6 0,-272 27-36 16,195-10-27-16,25 2-11 16,20-7-13-16,19-7-11 15,13 0-1-15,0-5-18 16,16 1-7-16,68-1 25 16,44 0 13-16,26 0-24 15,26-7-26-15,9-9-10 0,3 1-1 16,0-2-4-1,-2 0 5-15,-24 4-6 0,-25 2 0 16,-35 4 4-16,-39-1-4 16,-31 4-1-16,-20 4-1 15,-16 0 3-15,0 0-1 16,0 0 0-16,0 0 0 16,-48 0-11-16,-32 0-15 15,-26 0-68-15,-16 12-103 16,6 5-63-16,-2 0-307 15</inkml:trace>
  <inkml:trace contextRef="#ctx0" brushRef="#br0" timeOffset="44257.48">8441 11538 772 0,'0'0'89'15,"0"0"1"-15,0 0-2 0,0 0 36 0,0 0-45 0,0 0-36 16,-51 5 3-16,51-5 0 16,0 0-5-16,0 0 0 15,0 0-18-15,25 0-12 16,49 0-8-16,22 0 18 15,23-3-11-15,-4-5 1 16,-2 0-11-16,-11 0-9 16,-25 0 9-16,-19 6 0 15,-32-2 1-15,-7 4-1 16,-19 0 4-16,0 0-2 16,0 0-1-16,0 0-2 0,0 0-6 15,0 0-15-15,0 0-38 16,0 0-83-16,0 0-68 15,0 0-226-15</inkml:trace>
  <inkml:trace contextRef="#ctx0" brushRef="#br0" timeOffset="45300.39">10765 11565 786 0,'0'0'93'0,"0"0"-9"0,0 0-1 0,0 0 24 16,0 0-40-16,0 0-47 15,-6 5 12-15,6-5 6 16,0 0-10-16,0 0-3 15,0 0-3-15,0 1 4 16,16 7 0-16,51-4-9 16,42 0 39-16,45-1-23 15,32-3-10-15,23 0-5 16,38 0-12-16,9 0 1 16,26 0 2-16,16 0-9 15,10 0 5-15,3 0 0 0,-6-4-4 16,-23-8 5-1,0 6-8-15,-13-3 4 0,-31 3 4 16,-14 1-5 0,-35 1 0-16,-41 3 2 0,-43 1 5 15,-34 0-6-15,-39 0 0 16,-13 0 1-16,-19 0 5 16,10 0 3-16,-10 0 0 15,0 0-3-15,0 0 20 16,0 0-24-16,0 0 2 15,-16-5-6-15,-23 3-1 16,-31-1-25-16,-30 3-60 16,-18 0-157-16,-10 0-167 15</inkml:trace>
  <inkml:trace contextRef="#ctx0" brushRef="#br0" timeOffset="47120.27">20355 11193 536 0,'0'0'127'0,"0"0"-22"0,0 0 8 0,0 0 25 0,0 0-27 0,0 0-59 15,0-71-3-15,0 71-11 16,0 0-8-16,0 0-7 15,0 0-15-15,0 12 6 16,0 3 15-16,16 4-3 16,-3-3-9-16,3-1 3 15,0-3-10-15,3-3 9 16,4-2-5-16,-14 0-4 16,17-6 3-16,-7-1 3 15,19 0 5-15,17-9-2 16,6-21-10-16,19-7 6 0,-3-8-11 15,3-1 4 1,-9 2-8-16,-7 0-1 0,-6 5 1 16,-1 6 1-16,-12 3-1 15,-13 10 0-15,-16 4 1 16,3 5-1-16,-12 4 0 16,-1 6-1-16,-3-2-29 15,7 3-27-15,-7 0-91 16,4 0-107-16,-7 3-186 15</inkml:trace>
  <inkml:trace contextRef="#ctx0" brushRef="#br0" timeOffset="52617.12">20316 8436 723 0,'0'0'146'0,"0"0"-5"0,0 0-4 0,0 0-68 16,0 0-15-16,0 0-29 16,0 0-4-16,196-98-2 0,-151 98-5 15,-3 0-9-15,-4 17-4 16,-3 10 6-16,-9 10 5 16,-10 7 0-16,-16 10-1 15,0 9 13-15,0 8-23 16,-13 10 10-16,-16 4-8 15,-6 8 2 1,6-2 7-16,7-5-11 0,3-6 1 16,2-10 7-16,17-12-5 15,0-1 4-15,0-7-3 16,10-2 1-16,19-5-3 16,3-1 0-16,0-8 2 15,7 0-5-15,-1-2-2 16,-3-10 2-16,-6-1-4 15,-16-10 4-15,-7-6 0 16,4-2-1-16,-10-3-1 0,0 0 2 16,0 0 3-16,0-3-3 15,0-2 2-15,0 0 5 16,-16 5-7-16,-6 0-2 16,-1 8 2-16,-9 19 6 15,-6 21 0-15,-11 11-3 16,21 13 35-16,-8 18-18 15,17 8 2-15,9 10-12 16,10 4 2-16,-9 8-1 16,9 8-2-16,0 4-7 15,0 6-1-15,0-2 0 16,9-9 4-16,14-14-5 0,-10-6 8 16,0-14-7-16,-13-14 3 15,0-15 4-15,0-21-7 16,0-16 0-16,0-14 3 15,-13-5 2-15,-13-5 1 16,-3-3 12-16,-6 0-2 16,-3 0-17-16,5 0 2 15,-2-9-2-15,10-2 0 16,-8-4-2-16,5 3-16 16,15-4-23-16,-3-5-46 15,16 0-125-15,0-6-49 0,0-3-194 16</inkml:trace>
  <inkml:trace contextRef="#ctx0" brushRef="#br0" timeOffset="69266.53">11311 13522 707 0,'0'0'174'0,"0"0"-64"0,0 0 12 0,0 0-1 15,0 0-42-15,0 0-8 16,0 0-14-16,0 0-21 16,-129 4 3-16,129-4-18 15,0 4-11-15,16-3 9 16,52 2 17-16,15 0-8 16,23-3-11-16,22 0-6 0,13 0 2 15,10 0-6 1,3 0 1-16,3 0-5 0,3-6 3 15,-19-3-6-15,0 1 1 16,-19 0-1-16,-35 1-4 16,-14 0 4-16,-25 3 0 15,-12 3-1-15,-14 1 0 16,-12-4-5-16,-1 3 2 16,-9-2-8-16,0 3-9 15,0 0-44-15,0 0-33 16,0 0-63-16,0 8 1 15,-9 5-76-15,-1-3-140 0</inkml:trace>
  <inkml:trace contextRef="#ctx0" brushRef="#br0" timeOffset="70616.14">19242 13593 805 0,'0'0'119'0,"0"0"-31"0,0 0 28 0,0 0-20 0,0 0-43 16,0 0-26-16,-6-3 7 15,70 3 17-15,36 0 25 16,25 0-32-16,44 0-18 15,30 0-15-15,6-5 6 16,23 0-9-16,13-6-7 0,15 0 7 16,26-2-6-1,32-5-2-15,13-5 0 0,4-2-3 16,-1 1 4-16,-3-3-1 16,-29 5 1-16,-25 0 6 15,-23 5-7-15,-39 3 0 16,-31 2-2-16,-30 6 2 15,-53 0 7-15,-43 2-7 16,-25 0 0-16,-13 4-5 16,-16-3 5-16,0 2 0 15,0 1 11-15,0-3-10 16,0 3-1-16,0 0 0 16,-10 0-2-16,-34 0-14 0,8 3-76 15,4 9-94-15,16-5-85 16,16 1-460-16</inkml:trace>
  <inkml:trace contextRef="#ctx0" brushRef="#br0" timeOffset="73150.3">11121 14699 862 0,'0'0'125'0,"0"0"-87"15,0 0 53-15,0 0 34 0,-266 5-45 16,250-5-33-16,16 0-5 16,0 0-12-16,61 0 12 15,58-4 14-15,44-11 0 16,26-7-29-16,13-1-17 15,7 2 6-15,-1 4-9 16,7 1 1-16,-16 7-2 0,-23 3-2 16,-44 0-4-16,-43 4-7 15,-25 2 7-15,-28 0 0 16,-7-3 0-16,-17 2 0 16,-5 1 0-16,-7 0 0 15,0 0 0-15,6 0-7 16,-6 0-13-16,0 0-57 15,13 6-93-15,-3 11-46 16,28-8-178-16</inkml:trace>
  <inkml:trace contextRef="#ctx0" brushRef="#br0" timeOffset="74467.55">19967 14568 363 0,'0'0'370'0,"0"0"-282"0,0 0 57 0,0 0-11 16,0 0-48-16,0 0-13 15,-135-12-18-15,129 12 8 16,-4 0-18-16,10 0-5 16,0 0-8-16,0 0-5 15,0 0-6-15,0 0-12 16,36 0 1-16,31 0 13 15,35 3 14-15,33-3-19 16,16 0-6-16,22 0 0 16,0-12-8-16,7-3-4 15,-4-1-2-15,-13 2 0 0,-5 1 4 16,-5-1-1 0,-2 5-1-16,-10 3 0 0,-6-2-1 15,-7 7 3-15,4 1-3 16,9-3 1-16,0 3-1 15,9-3 1-15,4-3 2 16,3 2-2-16,10-6 0 16,-7 1 3-16,7 1 1 15,-13-3-4-15,-7 0 0 16,-2 3 1-16,-4 0-1 16,0 0 0-16,-16 1 1 15,-32 2 3-15,-19 4-4 16,-26 1-7-16,-13 0 5 0,-16 0 1 15,7 0 1-15,-13 0 2 16,-7 0-2-16,-3 0 0 16,-3 0-1-16,0 0 1 15,0 0-4-15,0 0 0 16,0 0-2-16,0 0-34 16,-19 9-77-16,-29 9-122 15,-6 0-158-15</inkml:trace>
  <inkml:trace contextRef="#ctx0" brushRef="#br0" timeOffset="78452.47">8252 15702 883 0,'0'0'71'0,"0"0"-22"0,0 0-6 0,0 0 64 0,0 0 2 16,0 0-68-16,-74 4-22 16,74-4 5-16,0 2-8 15,0 3 0-15,48-1 6 16,68-3 39-16,50-1 1 15,43 0-34-15,25 0-16 0,10-10-6 16,18-7-4 0,1 4 4-16,-6-1-6 0,-23 1 0 15,-19 7 1-15,-36 1-1 16,-35 5-1-16,-25 0 1 16,-32 0-1-16,-23 0 1 15,-26 0-2-15,-6 0 2 16,-16 0 0-16,-6 0 2 15,-10 4-2-15,6-4 0 16,-6 1 1-16,0-1-1 16,0 0 0-16,4 2-8 15,15 5-50-15,19 2-66 16,23 5-64-16,19-1-66 16,4-5-193-16</inkml:trace>
  <inkml:trace contextRef="#ctx0" brushRef="#br0" timeOffset="80018.03">19146 15811 755 0,'0'0'127'0,"0"0"-50"0,0 0 3 0,0 0 36 16,0 0-38-16,0 0-38 15,0 0-19-15,0 0 11 16,0 0 9-16,0 0 0 15,0 0-16-15,13 0-3 0,42 0 5 16,38 0 5 0,22-1-10-16,7-5-21 0,19 3 8 15,19-4-8 1,7 2 3-16,6-1-4 0,-6 2 1 16,-13 0 3-16,-33 4-4 15,-18 0-4-15,-20 0 3 16,-25 0 1-16,-19 0-1 15,-14 0 1-15,-12 0-1 16,-13 0 1-16,0 0 1 16,0 0-1-16,0 0 2 15,0 0 0-15,0 0 1 0,0 0-3 16,0 0 1 0,0 0 0-16,0 0-1 15,0 0-6-15,0 0-45 0,0 0-67 16,-13 0-32-16,-16 12-54 15,-6-1-166-15,13-8-285 16</inkml:trace>
  <inkml:trace contextRef="#ctx0" brushRef="#br0" timeOffset="81749.11">22487 8514 615 0,'0'0'48'0,"0"0"123"0,0 0-41 0,0 0-66 0,0 0-35 16,0 0-15-16,-29-5 18 16,-6 8 3-16,-13 11 15 15,-7 7-18-15,-31 0 2 16,-17 9-1-16,-22 0 9 15,-22 3-19-15,-11 1-13 16,-24 4 0-16,-4 1 3 16,-7 2-8-16,7-1 17 0,17-5-12 15,37-7 5-15,39-7-10 16,29-8 6-16,32-5-4 16,13-4-2-16,12-4 4 15,7 0-7-15,0 0 3 16,0 0 7-16,0 0 4 15,0 0 6-15,0 0-7 16,20-7 0-16,15-10-15 16,3-6 0-16,30-8-3 15,-1-1-1-15,13-7 4 16,-13-1-5-16,7 4-1 16,-26 5 2-16,-3 4 3 15,-16 4 2-15,-16 8-2 0,-13 6 3 16,0 2-2-16,0 4 5 15,0 2-5-15,0 1 0 16,0 0 0-16,-13 0 0 16,-32 0-2-16,-3 8-2 15,-7 15 1-15,1 7 1 16,-13 3 0-16,9 9 2 16,10 0 0-16,3 0 9 15,16-3-18-15,19 0 18 16,-9 0-10-16,13-1 2 15,6-7-1-15,0-1 0 16,0-6-3-16,25-3 2 0,14-3-5 16,9-5 6-16,13-2-2 15,10-4 2-15,2-3 1 16,4-4 0-16,3 0-2 16,-3 0-4-16,19 0-35 15,-3 0-98-15,0 0-71 16,-16 0-181-16,0 0-358 15</inkml:trace>
  <inkml:trace contextRef="#ctx0" brushRef="#br0" timeOffset="82650.89">25677 15397 481 0,'0'0'19'0,"0"0"9"0,0 0 32 15,0 0 14-15,0 0 8 16,-263 101 10-16,199-74-19 0,6 0 4 16,-12-1 18-16,6-6-7 15,12 0 6-15,14-10-5 16,15-2-16-16,14-7 0 16,9 2-16-16,0-3-25 15,0 0-2-15,86 0 0 16,65-3-15-16,57-14-2 15,27-5-9-15,8 2-4 16,14-1 0-16,-4 1-2 16,-9 0 6-16,-20 4-5 15,-44 1 1-15,-49 6-1 16,-38 6 1-16,-45 3-1 0,-19 0 0 16,-16 0-1-16,-13 0 0 15,0 0-3 1,0 0-11-16,0 0-26 0,-48 0-40 15,-39 0-86-15,-28 0-88 16,-23 2-183-16</inkml:trace>
  <inkml:trace contextRef="#ctx0" brushRef="#br0" timeOffset="83468.47">2911 16882 788 0,'0'0'163'16,"0"0"-84"-16,0 0 40 0,0 0 28 0,0 0-41 0,0 0-60 15,-29 7-17-15,106-7 15 16,35 0 2-16,55-2-20 15,22-14-15-15,0 2-8 16,19-3 1-16,-9 5-3 16,-32 5-1-16,-17 3-8 15,-44 4-17-15,-26 0-48 16,-41 4-84-16,-36 10-40 16,-3-4-104-16,-13 0-524 15</inkml:trace>
  <inkml:trace contextRef="#ctx0" brushRef="#br0" timeOffset="89583.36">19787 10045 806 0,'0'0'67'0,"0"0"-5"0,0 0 20 0,0 0 23 16,0 0-65-16,0 0-30 15,0 0-4-15,0 0 5 16,0 0-1-16,0 0-5 16,0 0-3-16,0 0 0 0,0 2-2 15,0 5-30-15,0 7-92 16,0 2-139-16,0 1-349 16</inkml:trace>
  <inkml:trace contextRef="#ctx0" brushRef="#br0" timeOffset="93449.55">21926 8698 753 0,'0'0'111'0,"0"0"-92"0,0 0 108 16,0 0 6-16,0 0-34 15,0 0-53-15,0 0-12 16,0 8 34-16,0-8-23 16,0 3 6-16,0-3-9 15,0 0-8-15,0 0-19 16,0 0 4-16,0 0 4 15,16 0-10-15,71-4-7 0,34-14 25 16,56-8-23 0,21 2-8-16,11-6-4 0,-4 3 4 15,0 3 1-15,-22 0 2 16,-26 6-2-16,-45 8 2 16,-35 0-3-16,-29 9-1 15,-25-2 1-15,-20 3-1 16,-3 0 1-16,0 0-2 15,0 0 0-15,0 0-1 16,-3 0-3-16,-42 0-13 16,-19 0-18-16,-13 9-23 15,-7 0-61-15,-9 0-58 16,-3-2-81-16,-6-5-149 16</inkml:trace>
  <inkml:trace contextRef="#ctx0" brushRef="#br0" timeOffset="93899.68">22516 8388 833 0,'0'0'40'0,"0"0"41"0,0 0 34 0,0 0 41 0,0 0-56 0,0 0-41 15,45-72-27-15,-45 72-17 0,0 0-4 16,0 0-3-16,0 19 1 0,-36 8 7 16,-15 11 3-16,-39 2-11 15,-12 2 0-15,-4 5-5 16,-3-5 1-16,26-3 6 16,12-6-10-16,23-8 2 15,22-6 6-15,7-8-5 16,19-4-2-16,0-2 0 15,0 7 3-15,74 2 4 16,19-1 10-16,13-1-2 16,19-1-7-16,-7 1-6 15,-2-1 0-15,-14-3 3 16,-15 2-5-16,-13-3 1 0,-26-1-4 16,-13-2 2-16,-25 1-1 15,-1-5 0-15,-9 3-3 16,0-3-23-16,0 3-77 15,0 5-136-15,-19 0-122 16,-16 0-412-16</inkml:trace>
  <inkml:trace contextRef="#ctx0" brushRef="#br0" timeOffset="95618.4">22195 8241 864 0,'0'0'37'0,"0"0"-17"0,0 0 75 0,0 0 36 0,0 0-95 16,0 0-36-16,10-14 4 15,3 40 0-15,3 2 9 16,-7 6 15-16,-9 6-13 16,0 2 13-16,-35 8-15 15,-32 2 4-15,-10 2-13 16,-3-5 2-16,-1-3-1 16,24-11-5-16,5-4 1 15,20-8 3-15,16-3-4 16,4-9 2-16,5-7 10 0,7 3-5 15,0-5-1 1,19 5 4-16,36 0 9 0,19-3 16 16,12 4-10-1,17-7-25-15,-10 6 5 0,-7-2 0 16,-2 1-6 0,-17 2 2-16,0-1 6 0,-22-1-4 15,-3-1-3-15,-20-3 0 16,-12 1-8-16,-7 2 8 15,-3-2 0-15,0 0 3 16,0-3 1-16,0 1-4 16,0-1 0-16,0 0 4 0,0 0-4 15,0 0 0 1,-3 0-11-16,-29 0 2 0,-16 0-5 16,6-1 4-1,4-6 9-15,2-2 0 0,11-2 1 16,-7-5 0-16,6-2 0 15,7-5 1-15,9-2-1 16,4-7-2-16,6 0 2 16,0-2 1-16,0 1-1 15,13 3 0-15,19-1 0 16,6 0 0-16,7 3 0 16,-7 1-7-16,11 1 7 15,-5 2 9-15,1-1-9 16,3 3 0-16,-9-1 0 15,-1 4-7-15,-12 0 7 0,-13 7 8 16,-4 5-7-16,-9 6-1 16,0-3 1-16,0 4 10 15,-19 0-11-15,-48 0 2 16,-16 5-3-16,-23 16 1 16,-3 1-1-16,-7 5 1 15,20 0 0-15,6 7-5 16,17-6 5-16,2-4 9 15,17 1-8-15,5-2 0 16,24-2 0-16,12-2-1 16,7 4-1-16,6-2 1 15,0 1 0-15,0-2 1 0,28 1-1 16,17 2 1 0,-6-3-2-16,9 0 2 0,6-1 2 15,-5 5-3-15,-1-1 0 16,3 0 0-16,-9-3 0 15,6 2-7-15,0-5 8 16,-3 1-1-16,-10-2 7 16,-6-5-7-16,9 1 0 15,1-4 0-15,-10-4 0 16,6-2 0-16,10-2 6 16,-7 0-5-16,-9 0 7 15,-10 0-8-15,-9 0-1 16,0 0-3-16,-10 0 4 15,0 0 5-15,0 0-5 16,0 0-2-16,0 0 2 0,0 0-5 16,0 0 1-16,-26 0 3 15,-22 5-3-15,-20-4 4 16,1 2-10-16,-16-3-2 16,-4 1-8-16,-9-1-4 15,-3 0 17-15,12 0 5 16,7 0 0-16,19-9 0 15,6-13 4-15,20-5 0 16,13-1-1-16,15-7-1 16,7 2-1-16,0 1-1 15,0 1 2-15,26 1 0 16,22 3-1-16,10 0-3 0,6 0 3 16,10 3 1-16,-7 4-1 15,7 1-1-15,-13-1 0 16,-7 5 1-16,-9-1 0 15,-13 5-1-15,-16 2 0 16,-16 5 2-16,0 4 0 16,0 0 0-16,0 0-4 15,-16 0 3-15,-32 0 1 16,-10 1-2-16,1 19 8 16,-1-2-6-16,7 3 0 15,3 6 5-15,6 6-3 16,7 0 3-16,9 4 1 15,13 1-5-15,13 2-1 16,0-3 1-16,0-6-1 16,3-4 0-16,42-6-3 0,3-7 3 15,10-4 3-15,6-3-3 16,3-3 0-16,4-4-2 16,-4 0 2-16,-9 0-18 15,0-11-47-15,-10-2-74 16,-23-2-169-16,-15 1-392 15</inkml:trace>
  <inkml:trace contextRef="#ctx0" brushRef="#br0" timeOffset="100337.95">5751 9875 699 0,'0'0'285'0,"0"0"-268"0,0 0 103 0,0 0 25 0,0 0-33 15,-250 42-63-15,250-42-1 16,0 0 15-16,0 0-24 15,48-11-5-15,52-19-22 0,41-9-8 16,38 0-4-16,-2 0-2 16,-8-1 2-16,5-1 0 15,-27-1 0-15,-6 5 0 16,-32 5 1-16,-29 7 3 16,-32 10-7-16,-22 3 3 15,-13 5-1-15,-13 0 1 16,0-1 0-16,0 1 0 15,-32 0-2-15,-16 0-6 16,-13 0 5-16,-7 4 3 16,1 2-2-16,13 1 2 15,15 0 0-15,17 0 0 16,6 0 2-16,16 0-2 16,0 0 0-16,0 0 0 0,0 0-2 15,0 0-2-15,16-2 4 16,25-3 1-16,14 3-1 15,9 0 0-15,-6 2 0 16,-10 0 1-16,-10 0-1 16,-12 0-4-16,-4 2 3 15,-9 20-14-15,-13 12-24 16,0 19-86-16,-35 10-65 16,-45 6-67-16,-16 6-248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7309F-D4B8-452D-BC77-DEB69A8603D9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A75701-B17A-4AA0-909E-FBEBBC4DE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027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6BDB1-8E0A-45C9-A0E9-4C66032D1CF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25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256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34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310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794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43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14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245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32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982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76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570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3D751-62FC-4A0B-831A-83C45D595346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578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.png"/><Relationship Id="rId21" Type="http://schemas.openxmlformats.org/officeDocument/2006/relationships/customXml" Target="../ink/ink10.xml"/><Relationship Id="rId42" Type="http://schemas.openxmlformats.org/officeDocument/2006/relationships/image" Target="../media/image21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4.png"/><Relationship Id="rId84" Type="http://schemas.openxmlformats.org/officeDocument/2006/relationships/image" Target="../media/image42.png"/><Relationship Id="rId89" Type="http://schemas.openxmlformats.org/officeDocument/2006/relationships/customXml" Target="../ink/ink44.xml"/><Relationship Id="rId16" Type="http://schemas.openxmlformats.org/officeDocument/2006/relationships/image" Target="../media/image8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6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29.png"/><Relationship Id="rId74" Type="http://schemas.openxmlformats.org/officeDocument/2006/relationships/image" Target="../media/image37.png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5" Type="http://schemas.openxmlformats.org/officeDocument/2006/relationships/customXml" Target="../ink/ink2.xml"/><Relationship Id="rId90" Type="http://schemas.openxmlformats.org/officeDocument/2006/relationships/image" Target="../media/image45.png"/><Relationship Id="rId95" Type="http://schemas.openxmlformats.org/officeDocument/2006/relationships/customXml" Target="../ink/ink47.xml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4.png"/><Relationship Id="rId64" Type="http://schemas.openxmlformats.org/officeDocument/2006/relationships/image" Target="../media/image32.png"/><Relationship Id="rId69" Type="http://schemas.openxmlformats.org/officeDocument/2006/relationships/customXml" Target="../ink/ink34.xml"/><Relationship Id="rId80" Type="http://schemas.openxmlformats.org/officeDocument/2006/relationships/image" Target="../media/image40.png"/><Relationship Id="rId85" Type="http://schemas.openxmlformats.org/officeDocument/2006/relationships/customXml" Target="../ink/ink42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19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54.png"/><Relationship Id="rId54" Type="http://schemas.openxmlformats.org/officeDocument/2006/relationships/image" Target="../media/image27.png"/><Relationship Id="rId70" Type="http://schemas.openxmlformats.org/officeDocument/2006/relationships/image" Target="../media/image35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36" Type="http://schemas.openxmlformats.org/officeDocument/2006/relationships/image" Target="../media/image18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6" Type="http://schemas.openxmlformats.org/officeDocument/2006/relationships/image" Target="../media/image53.png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44" Type="http://schemas.openxmlformats.org/officeDocument/2006/relationships/image" Target="../media/image22.png"/><Relationship Id="rId52" Type="http://schemas.openxmlformats.org/officeDocument/2006/relationships/image" Target="../media/image26.png"/><Relationship Id="rId60" Type="http://schemas.openxmlformats.org/officeDocument/2006/relationships/image" Target="../media/image30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39.png"/><Relationship Id="rId81" Type="http://schemas.openxmlformats.org/officeDocument/2006/relationships/customXml" Target="../ink/ink40.xml"/><Relationship Id="rId86" Type="http://schemas.openxmlformats.org/officeDocument/2006/relationships/image" Target="../media/image43.png"/><Relationship Id="rId94" Type="http://schemas.openxmlformats.org/officeDocument/2006/relationships/image" Target="../media/image47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7.png"/><Relationship Id="rId50" Type="http://schemas.openxmlformats.org/officeDocument/2006/relationships/image" Target="../media/image25.png"/><Relationship Id="rId55" Type="http://schemas.openxmlformats.org/officeDocument/2006/relationships/customXml" Target="../ink/ink27.xml"/><Relationship Id="rId76" Type="http://schemas.openxmlformats.org/officeDocument/2006/relationships/image" Target="../media/image38.png"/><Relationship Id="rId97" Type="http://schemas.openxmlformats.org/officeDocument/2006/relationships/customXml" Target="../ink/ink48.xml"/><Relationship Id="rId104" Type="http://schemas.openxmlformats.org/officeDocument/2006/relationships/image" Target="../media/image52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" Type="http://schemas.openxmlformats.org/officeDocument/2006/relationships/image" Target="../media/image1.png"/><Relationship Id="rId29" Type="http://schemas.openxmlformats.org/officeDocument/2006/relationships/customXml" Target="../ink/ink14.xml"/><Relationship Id="rId24" Type="http://schemas.openxmlformats.org/officeDocument/2006/relationships/image" Target="../media/image12.png"/><Relationship Id="rId40" Type="http://schemas.openxmlformats.org/officeDocument/2006/relationships/image" Target="../media/image20.png"/><Relationship Id="rId45" Type="http://schemas.openxmlformats.org/officeDocument/2006/relationships/customXml" Target="../ink/ink22.xml"/><Relationship Id="rId66" Type="http://schemas.openxmlformats.org/officeDocument/2006/relationships/image" Target="../media/image33.png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9" Type="http://schemas.openxmlformats.org/officeDocument/2006/relationships/customXml" Target="../ink/ink9.xml"/><Relationship Id="rId14" Type="http://schemas.openxmlformats.org/officeDocument/2006/relationships/image" Target="../media/image7.png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56" Type="http://schemas.openxmlformats.org/officeDocument/2006/relationships/image" Target="../media/image28.png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105" Type="http://schemas.openxmlformats.org/officeDocument/2006/relationships/customXml" Target="../ink/ink52.xml"/><Relationship Id="rId8" Type="http://schemas.openxmlformats.org/officeDocument/2006/relationships/image" Target="../media/image4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98" Type="http://schemas.openxmlformats.org/officeDocument/2006/relationships/image" Target="../media/image49.png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3.png"/><Relationship Id="rId67" Type="http://schemas.openxmlformats.org/officeDocument/2006/relationships/customXml" Target="../ink/ink33.xml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88" Type="http://schemas.openxmlformats.org/officeDocument/2006/relationships/image" Target="../media/image4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customXml" Target="../ink/ink55.xml"/><Relationship Id="rId7" Type="http://schemas.openxmlformats.org/officeDocument/2006/relationships/customXml" Target="../ink/ink57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customXml" Target="../ink/ink56.xml"/><Relationship Id="rId4" Type="http://schemas.openxmlformats.org/officeDocument/2006/relationships/image" Target="../media/image5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8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customXml" Target="../ink/ink59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customXml" Target="../ink/ink6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1.xm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2.xml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3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customXml" Target="../ink/ink6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5.xml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customXml" Target="../ink/ink6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customXml" Target="../ink/ink67.xml"/><Relationship Id="rId4" Type="http://schemas.openxmlformats.org/officeDocument/2006/relationships/image" Target="../media/image7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8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9.xml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customXml" Target="../ink/ink7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1.xml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2.xml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customXml" Target="../ink/ink7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1524000" y="1371600"/>
            <a:ext cx="9144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946179" y="408087"/>
            <a:ext cx="1000074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CSET301 – AI-ML</a:t>
            </a:r>
          </a:p>
          <a:p>
            <a:pPr algn="ctr"/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Lecture 7</a:t>
            </a:r>
            <a:r>
              <a:rPr lang="en-US" sz="4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Multi-Class Logistic Regression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ctr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415"/>
    </mc:Choice>
    <mc:Fallback xmlns="">
      <p:transition advTm="241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Binary classifiers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381CCD-359B-D8A2-1997-A5B56A02FD41}"/>
              </a:ext>
            </a:extLst>
          </p:cNvPr>
          <p:cNvSpPr txBox="1"/>
          <p:nvPr/>
        </p:nvSpPr>
        <p:spPr>
          <a:xfrm>
            <a:off x="876300" y="2274838"/>
            <a:ext cx="455351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Binary Logistic regression classifies target variable in one of the two classes 0 or 1.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i="0" dirty="0"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srgbClr val="001D35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Sometimes we have multiple output/target labels – </a:t>
            </a: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001D35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Multi class classification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4D4B37A-DF4B-D7DA-0552-543F48F30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9067" y="314792"/>
            <a:ext cx="3302833" cy="57743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3C2C2BB-F8E2-6B75-B702-6C22AC7EFA02}"/>
                  </a:ext>
                </a:extLst>
              </p14:cNvPr>
              <p14:cNvContentPartPr/>
              <p14:nvPr/>
            </p14:nvContentPartPr>
            <p14:xfrm>
              <a:off x="2908363" y="3065288"/>
              <a:ext cx="267120" cy="18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3C2C2BB-F8E2-6B75-B702-6C22AC7EFA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99723" y="3056648"/>
                <a:ext cx="28476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DEB725F-7DDB-36FD-4A26-DE457F0FA5A1}"/>
                  </a:ext>
                </a:extLst>
              </p14:cNvPr>
              <p14:cNvContentPartPr/>
              <p14:nvPr/>
            </p14:nvContentPartPr>
            <p14:xfrm>
              <a:off x="3593083" y="3521048"/>
              <a:ext cx="348480" cy="24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DEB725F-7DDB-36FD-4A26-DE457F0FA5A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84443" y="3512048"/>
                <a:ext cx="366120" cy="4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0DFEA960-74BE-D1EF-AB64-62A520941C12}"/>
              </a:ext>
            </a:extLst>
          </p:cNvPr>
          <p:cNvGrpSpPr/>
          <p:nvPr/>
        </p:nvGrpSpPr>
        <p:grpSpPr>
          <a:xfrm>
            <a:off x="5876563" y="2859368"/>
            <a:ext cx="1810080" cy="881640"/>
            <a:chOff x="5876563" y="2859368"/>
            <a:chExt cx="1810080" cy="88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AB17EC6-C37E-0995-2351-1A5A8C419D83}"/>
                    </a:ext>
                  </a:extLst>
                </p14:cNvPr>
                <p14:cNvContentPartPr/>
                <p14:nvPr/>
              </p14:nvContentPartPr>
              <p14:xfrm>
                <a:off x="5906083" y="2995808"/>
                <a:ext cx="151200" cy="317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AB17EC6-C37E-0995-2351-1A5A8C419D8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897443" y="2986808"/>
                  <a:ext cx="1688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DDEA117-3C0E-0FCC-670C-C9A33720FAC7}"/>
                    </a:ext>
                  </a:extLst>
                </p14:cNvPr>
                <p14:cNvContentPartPr/>
                <p14:nvPr/>
              </p14:nvContentPartPr>
              <p14:xfrm>
                <a:off x="5876563" y="2859368"/>
                <a:ext cx="71640" cy="308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DDEA117-3C0E-0FCC-670C-C9A33720FAC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67923" y="2850728"/>
                  <a:ext cx="892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FC4B77A-0733-9B4E-1940-93DE7CE3E1E0}"/>
                    </a:ext>
                  </a:extLst>
                </p14:cNvPr>
                <p14:cNvContentPartPr/>
                <p14:nvPr/>
              </p14:nvContentPartPr>
              <p14:xfrm>
                <a:off x="5962963" y="2936768"/>
                <a:ext cx="90360" cy="228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FC4B77A-0733-9B4E-1940-93DE7CE3E1E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53963" y="2928128"/>
                  <a:ext cx="1080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E84E9E6-02A2-16BC-43D1-449403F9FD6C}"/>
                    </a:ext>
                  </a:extLst>
                </p14:cNvPr>
                <p14:cNvContentPartPr/>
                <p14:nvPr/>
              </p14:nvContentPartPr>
              <p14:xfrm>
                <a:off x="6124243" y="2961608"/>
                <a:ext cx="73440" cy="283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E84E9E6-02A2-16BC-43D1-449403F9FD6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15243" y="2952608"/>
                  <a:ext cx="910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889DE19-74AD-B93A-44AC-0C3358B18950}"/>
                    </a:ext>
                  </a:extLst>
                </p14:cNvPr>
                <p14:cNvContentPartPr/>
                <p14:nvPr/>
              </p14:nvContentPartPr>
              <p14:xfrm>
                <a:off x="6397483" y="3098048"/>
                <a:ext cx="97200" cy="82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889DE19-74AD-B93A-44AC-0C3358B1895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388483" y="3089048"/>
                  <a:ext cx="1148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3892511-0A05-1DC1-FBBA-40DCF6DAE720}"/>
                    </a:ext>
                  </a:extLst>
                </p14:cNvPr>
                <p14:cNvContentPartPr/>
                <p14:nvPr/>
              </p14:nvContentPartPr>
              <p14:xfrm>
                <a:off x="6693403" y="3038288"/>
                <a:ext cx="101160" cy="131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3892511-0A05-1DC1-FBBA-40DCF6DAE72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84763" y="3029648"/>
                  <a:ext cx="1188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41993BB-4695-5D8C-DDB6-97E01CDBA217}"/>
                    </a:ext>
                  </a:extLst>
                </p14:cNvPr>
                <p14:cNvContentPartPr/>
                <p14:nvPr/>
              </p14:nvContentPartPr>
              <p14:xfrm>
                <a:off x="6893923" y="3090488"/>
                <a:ext cx="4284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41993BB-4695-5D8C-DDB6-97E01CDBA21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884923" y="3081488"/>
                  <a:ext cx="60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BB23311-8827-38B2-FF64-DF8F9E6010B1}"/>
                    </a:ext>
                  </a:extLst>
                </p14:cNvPr>
                <p14:cNvContentPartPr/>
                <p14:nvPr/>
              </p14:nvContentPartPr>
              <p14:xfrm>
                <a:off x="6972043" y="2938208"/>
                <a:ext cx="121320" cy="226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BB23311-8827-38B2-FF64-DF8F9E6010B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963403" y="2929208"/>
                  <a:ext cx="1389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36F8312-EB19-76EE-FEB0-F6DDBD6B5522}"/>
                    </a:ext>
                  </a:extLst>
                </p14:cNvPr>
                <p14:cNvContentPartPr/>
                <p14:nvPr/>
              </p14:nvContentPartPr>
              <p14:xfrm>
                <a:off x="6321523" y="3432848"/>
                <a:ext cx="208800" cy="231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36F8312-EB19-76EE-FEB0-F6DDBD6B552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312883" y="3423848"/>
                  <a:ext cx="2264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DEB9D8D-EB80-2BBB-98AC-0589E7F11B2F}"/>
                    </a:ext>
                  </a:extLst>
                </p14:cNvPr>
                <p14:cNvContentPartPr/>
                <p14:nvPr/>
              </p14:nvContentPartPr>
              <p14:xfrm>
                <a:off x="6521323" y="3518888"/>
                <a:ext cx="133200" cy="222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DEB9D8D-EB80-2BBB-98AC-0589E7F11B2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512683" y="3509888"/>
                  <a:ext cx="1508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5D593D0-2995-EF15-BC7D-7759A796962F}"/>
                    </a:ext>
                  </a:extLst>
                </p14:cNvPr>
                <p14:cNvContentPartPr/>
                <p14:nvPr/>
              </p14:nvContentPartPr>
              <p14:xfrm>
                <a:off x="6699523" y="3645608"/>
                <a:ext cx="86760" cy="6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5D593D0-2995-EF15-BC7D-7759A796962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690883" y="3636608"/>
                  <a:ext cx="1044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5FEA2F4-29AC-ECAD-7AAA-C5A2E55AD9B0}"/>
                    </a:ext>
                  </a:extLst>
                </p14:cNvPr>
                <p14:cNvContentPartPr/>
                <p14:nvPr/>
              </p14:nvContentPartPr>
              <p14:xfrm>
                <a:off x="6708163" y="3695648"/>
                <a:ext cx="93240" cy="17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5FEA2F4-29AC-ECAD-7AAA-C5A2E55AD9B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699163" y="3687008"/>
                  <a:ext cx="1108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0D36B19-357F-A266-07CE-B3C2A6BC3DEC}"/>
                    </a:ext>
                  </a:extLst>
                </p14:cNvPr>
                <p14:cNvContentPartPr/>
                <p14:nvPr/>
              </p14:nvContentPartPr>
              <p14:xfrm>
                <a:off x="6918763" y="3616448"/>
                <a:ext cx="214200" cy="109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0D36B19-357F-A266-07CE-B3C2A6BC3DE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910123" y="3607448"/>
                  <a:ext cx="2318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0876AD8-7F87-FFA1-0EAA-353EA1C7600F}"/>
                    </a:ext>
                  </a:extLst>
                </p14:cNvPr>
                <p14:cNvContentPartPr/>
                <p14:nvPr/>
              </p14:nvContentPartPr>
              <p14:xfrm>
                <a:off x="7210363" y="3577928"/>
                <a:ext cx="99720" cy="143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0876AD8-7F87-FFA1-0EAA-353EA1C7600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201723" y="3569288"/>
                  <a:ext cx="117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B1AF01C-3817-0E14-019C-4C771CEB4680}"/>
                    </a:ext>
                  </a:extLst>
                </p14:cNvPr>
                <p14:cNvContentPartPr/>
                <p14:nvPr/>
              </p14:nvContentPartPr>
              <p14:xfrm>
                <a:off x="7224763" y="3539768"/>
                <a:ext cx="154800" cy="46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B1AF01C-3817-0E14-019C-4C771CEB468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15763" y="3530768"/>
                  <a:ext cx="1724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81CE014-CC76-5F8B-1122-0E1F5D0E74DC}"/>
                    </a:ext>
                  </a:extLst>
                </p14:cNvPr>
                <p14:cNvContentPartPr/>
                <p14:nvPr/>
              </p14:nvContentPartPr>
              <p14:xfrm>
                <a:off x="7385683" y="3323408"/>
                <a:ext cx="300960" cy="344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81CE014-CC76-5F8B-1122-0E1F5D0E74D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377043" y="3314768"/>
                  <a:ext cx="318600" cy="36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BD91218-A511-0908-FEF5-B56A3338409F}"/>
              </a:ext>
            </a:extLst>
          </p:cNvPr>
          <p:cNvGrpSpPr/>
          <p:nvPr/>
        </p:nvGrpSpPr>
        <p:grpSpPr>
          <a:xfrm>
            <a:off x="5594683" y="1209128"/>
            <a:ext cx="1427400" cy="1048320"/>
            <a:chOff x="5594683" y="1209128"/>
            <a:chExt cx="1427400" cy="104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98F2B66-EF57-6C88-EA4C-30061C4FCB98}"/>
                    </a:ext>
                  </a:extLst>
                </p14:cNvPr>
                <p14:cNvContentPartPr/>
                <p14:nvPr/>
              </p14:nvContentPartPr>
              <p14:xfrm>
                <a:off x="5852083" y="1209128"/>
                <a:ext cx="1028160" cy="1043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98F2B66-EF57-6C88-EA4C-30061C4FCB9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843083" y="1200488"/>
                  <a:ext cx="1045800" cy="10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1D31482-8EDE-F8A5-613A-CC9D531B92AD}"/>
                    </a:ext>
                  </a:extLst>
                </p14:cNvPr>
                <p14:cNvContentPartPr/>
                <p14:nvPr/>
              </p14:nvContentPartPr>
              <p14:xfrm>
                <a:off x="5846683" y="1237208"/>
                <a:ext cx="1088640" cy="1020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1D31482-8EDE-F8A5-613A-CC9D531B92A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837683" y="1228568"/>
                  <a:ext cx="1106280" cy="10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011F1C5-64A6-2D14-42A1-F0C39081792C}"/>
                    </a:ext>
                  </a:extLst>
                </p14:cNvPr>
                <p14:cNvContentPartPr/>
                <p14:nvPr/>
              </p14:nvContentPartPr>
              <p14:xfrm>
                <a:off x="6506203" y="1676408"/>
                <a:ext cx="9000" cy="45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011F1C5-64A6-2D14-42A1-F0C39081792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497203" y="1667768"/>
                  <a:ext cx="266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5314BBF-493F-1393-E897-CAABBF0575F7}"/>
                    </a:ext>
                  </a:extLst>
                </p14:cNvPr>
                <p14:cNvContentPartPr/>
                <p14:nvPr/>
              </p14:nvContentPartPr>
              <p14:xfrm>
                <a:off x="6515563" y="1789808"/>
                <a:ext cx="17280" cy="306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5314BBF-493F-1393-E897-CAABBF0575F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506923" y="1781168"/>
                  <a:ext cx="349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A622695-9131-7538-3B56-C93E88CD4B46}"/>
                    </a:ext>
                  </a:extLst>
                </p14:cNvPr>
                <p14:cNvContentPartPr/>
                <p14:nvPr/>
              </p14:nvContentPartPr>
              <p14:xfrm>
                <a:off x="6530683" y="2097608"/>
                <a:ext cx="2160" cy="32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A622695-9131-7538-3B56-C93E88CD4B4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522043" y="2088968"/>
                  <a:ext cx="19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7B3D9A7-C730-EBAB-D1E4-602BC632A981}"/>
                    </a:ext>
                  </a:extLst>
                </p14:cNvPr>
                <p14:cNvContentPartPr/>
                <p14:nvPr/>
              </p14:nvContentPartPr>
              <p14:xfrm>
                <a:off x="5836963" y="1460768"/>
                <a:ext cx="164520" cy="23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7B3D9A7-C730-EBAB-D1E4-602BC632A98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827963" y="1452128"/>
                  <a:ext cx="1821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20015D5-8A90-994D-D65B-D4DA8C0A59A1}"/>
                    </a:ext>
                  </a:extLst>
                </p14:cNvPr>
                <p14:cNvContentPartPr/>
                <p14:nvPr/>
              </p14:nvContentPartPr>
              <p14:xfrm>
                <a:off x="5660563" y="1420808"/>
                <a:ext cx="24120" cy="121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20015D5-8A90-994D-D65B-D4DA8C0A59A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651923" y="1411808"/>
                  <a:ext cx="417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A158250-D428-9B72-BB2C-880A83C07879}"/>
                    </a:ext>
                  </a:extLst>
                </p14:cNvPr>
                <p14:cNvContentPartPr/>
                <p14:nvPr/>
              </p14:nvContentPartPr>
              <p14:xfrm>
                <a:off x="6505843" y="1509368"/>
                <a:ext cx="322200" cy="7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A158250-D428-9B72-BB2C-880A83C0787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497203" y="1500728"/>
                  <a:ext cx="3398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428E01B-026A-97D3-DC11-92B65A502616}"/>
                    </a:ext>
                  </a:extLst>
                </p14:cNvPr>
                <p14:cNvContentPartPr/>
                <p14:nvPr/>
              </p14:nvContentPartPr>
              <p14:xfrm>
                <a:off x="6945043" y="1512968"/>
                <a:ext cx="77040" cy="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428E01B-026A-97D3-DC11-92B65A50261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936403" y="1503968"/>
                  <a:ext cx="94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7DB30F2-1A1E-28A4-360B-CE6F6CF57D81}"/>
                    </a:ext>
                  </a:extLst>
                </p14:cNvPr>
                <p14:cNvContentPartPr/>
                <p14:nvPr/>
              </p14:nvContentPartPr>
              <p14:xfrm>
                <a:off x="6400003" y="1726808"/>
                <a:ext cx="210960" cy="47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7DB30F2-1A1E-28A4-360B-CE6F6CF57D8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391003" y="1718168"/>
                  <a:ext cx="2286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B4C4E2B-7B9F-5ED0-021E-E642D197973C}"/>
                    </a:ext>
                  </a:extLst>
                </p14:cNvPr>
                <p14:cNvContentPartPr/>
                <p14:nvPr/>
              </p14:nvContentPartPr>
              <p14:xfrm>
                <a:off x="5594683" y="1832648"/>
                <a:ext cx="83520" cy="78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B4C4E2B-7B9F-5ED0-021E-E642D197973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585683" y="1823648"/>
                  <a:ext cx="1011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C437479-447C-2D3B-8F98-279905C3342E}"/>
                    </a:ext>
                  </a:extLst>
                </p14:cNvPr>
                <p14:cNvContentPartPr/>
                <p14:nvPr/>
              </p14:nvContentPartPr>
              <p14:xfrm>
                <a:off x="5713843" y="1815368"/>
                <a:ext cx="92160" cy="84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C437479-447C-2D3B-8F98-279905C3342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704843" y="1806728"/>
                  <a:ext cx="1098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E7E9988-6577-2715-8E3E-9E0E5416377B}"/>
                    </a:ext>
                  </a:extLst>
                </p14:cNvPr>
                <p14:cNvContentPartPr/>
                <p14:nvPr/>
              </p14:nvContentPartPr>
              <p14:xfrm>
                <a:off x="5713843" y="1775408"/>
                <a:ext cx="161640" cy="67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E7E9988-6577-2715-8E3E-9E0E5416377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704843" y="1766768"/>
                  <a:ext cx="17928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C0D6D1A-2775-6043-4907-B557D6843109}"/>
              </a:ext>
            </a:extLst>
          </p:cNvPr>
          <p:cNvGrpSpPr/>
          <p:nvPr/>
        </p:nvGrpSpPr>
        <p:grpSpPr>
          <a:xfrm>
            <a:off x="5999683" y="3960968"/>
            <a:ext cx="1306800" cy="556200"/>
            <a:chOff x="5999683" y="3960968"/>
            <a:chExt cx="1306800" cy="55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8803CF1-FF4F-47E4-D1F1-A746DA9F4195}"/>
                    </a:ext>
                  </a:extLst>
                </p14:cNvPr>
                <p14:cNvContentPartPr/>
                <p14:nvPr/>
              </p14:nvContentPartPr>
              <p14:xfrm>
                <a:off x="5999683" y="3979688"/>
                <a:ext cx="92520" cy="294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8803CF1-FF4F-47E4-D1F1-A746DA9F419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990683" y="3971048"/>
                  <a:ext cx="1101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4AAB24B-AC07-91AA-526E-B9580ECFFD54}"/>
                    </a:ext>
                  </a:extLst>
                </p14:cNvPr>
                <p14:cNvContentPartPr/>
                <p14:nvPr/>
              </p14:nvContentPartPr>
              <p14:xfrm>
                <a:off x="6119203" y="3960968"/>
                <a:ext cx="81000" cy="317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4AAB24B-AC07-91AA-526E-B9580ECFFD5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110563" y="3951968"/>
                  <a:ext cx="986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93AD727-A140-AA88-F244-00F4E3768F7C}"/>
                    </a:ext>
                  </a:extLst>
                </p14:cNvPr>
                <p14:cNvContentPartPr/>
                <p14:nvPr/>
              </p14:nvContentPartPr>
              <p14:xfrm>
                <a:off x="6219643" y="4154648"/>
                <a:ext cx="150120" cy="362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93AD727-A140-AA88-F244-00F4E3768F7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211003" y="4145648"/>
                  <a:ext cx="16776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514C464-B062-CA91-AC40-43380BCEA313}"/>
                    </a:ext>
                  </a:extLst>
                </p14:cNvPr>
                <p14:cNvContentPartPr/>
                <p14:nvPr/>
              </p14:nvContentPartPr>
              <p14:xfrm>
                <a:off x="6416203" y="4046288"/>
                <a:ext cx="86760" cy="336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514C464-B062-CA91-AC40-43380BCEA31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407203" y="4037288"/>
                  <a:ext cx="1044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2FF3407-83CF-00E0-A2D6-A23DE9340E4D}"/>
                    </a:ext>
                  </a:extLst>
                </p14:cNvPr>
                <p14:cNvContentPartPr/>
                <p14:nvPr/>
              </p14:nvContentPartPr>
              <p14:xfrm>
                <a:off x="6559123" y="4223408"/>
                <a:ext cx="176760" cy="94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2FF3407-83CF-00E0-A2D6-A23DE9340E4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550483" y="4214768"/>
                  <a:ext cx="194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E7BC0AD-0450-6608-E3A3-B842A8371D05}"/>
                    </a:ext>
                  </a:extLst>
                </p14:cNvPr>
                <p14:cNvContentPartPr/>
                <p14:nvPr/>
              </p14:nvContentPartPr>
              <p14:xfrm>
                <a:off x="6866923" y="4233848"/>
                <a:ext cx="121320" cy="163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E7BC0AD-0450-6608-E3A3-B842A8371D0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857923" y="4224848"/>
                  <a:ext cx="1389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354CE0E-C640-361C-B33F-75D2E69F59DD}"/>
                    </a:ext>
                  </a:extLst>
                </p14:cNvPr>
                <p14:cNvContentPartPr/>
                <p14:nvPr/>
              </p14:nvContentPartPr>
              <p14:xfrm>
                <a:off x="7000843" y="4301888"/>
                <a:ext cx="40320" cy="10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354CE0E-C640-361C-B33F-75D2E69F59D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992203" y="4293248"/>
                  <a:ext cx="579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F4F346E-B2F2-DDDD-9DFE-83AC84B13F91}"/>
                    </a:ext>
                  </a:extLst>
                </p14:cNvPr>
                <p14:cNvContentPartPr/>
                <p14:nvPr/>
              </p14:nvContentPartPr>
              <p14:xfrm>
                <a:off x="7144483" y="4243208"/>
                <a:ext cx="162000" cy="149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F4F346E-B2F2-DDDD-9DFE-83AC84B13F9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135483" y="4234208"/>
                  <a:ext cx="1796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C5D8DA5-6E50-E464-C17F-A370627729FD}"/>
                    </a:ext>
                  </a:extLst>
                </p14:cNvPr>
                <p14:cNvContentPartPr/>
                <p14:nvPr/>
              </p14:nvContentPartPr>
              <p14:xfrm>
                <a:off x="7070323" y="4340408"/>
                <a:ext cx="360" cy="1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C5D8DA5-6E50-E464-C17F-A370627729F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061323" y="4331408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70A0F32D-3CF2-3B92-F1F3-116739584AD1}"/>
                  </a:ext>
                </a:extLst>
              </p14:cNvPr>
              <p14:cNvContentPartPr/>
              <p14:nvPr/>
            </p14:nvContentPartPr>
            <p14:xfrm>
              <a:off x="6528523" y="4689608"/>
              <a:ext cx="313200" cy="4089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70A0F32D-3CF2-3B92-F1F3-116739584AD1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519523" y="4680968"/>
                <a:ext cx="330840" cy="42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DD3D9A32-321D-80FE-99F8-08E6D876B060}"/>
              </a:ext>
            </a:extLst>
          </p:cNvPr>
          <p:cNvGrpSpPr/>
          <p:nvPr/>
        </p:nvGrpSpPr>
        <p:grpSpPr>
          <a:xfrm>
            <a:off x="7053043" y="4845848"/>
            <a:ext cx="736200" cy="276120"/>
            <a:chOff x="7053043" y="4845848"/>
            <a:chExt cx="736200" cy="27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AC5C1B5-4364-E2FE-445B-CDF324BBA29C}"/>
                    </a:ext>
                  </a:extLst>
                </p14:cNvPr>
                <p14:cNvContentPartPr/>
                <p14:nvPr/>
              </p14:nvContentPartPr>
              <p14:xfrm>
                <a:off x="7053043" y="4845848"/>
                <a:ext cx="533520" cy="276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AC5C1B5-4364-E2FE-445B-CDF324BBA29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044403" y="4836848"/>
                  <a:ext cx="55116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51F729F-B778-A5B8-9211-A7C59543A9BC}"/>
                    </a:ext>
                  </a:extLst>
                </p14:cNvPr>
                <p14:cNvContentPartPr/>
                <p14:nvPr/>
              </p14:nvContentPartPr>
              <p14:xfrm>
                <a:off x="7654963" y="4979048"/>
                <a:ext cx="134280" cy="104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51F729F-B778-A5B8-9211-A7C59543A9B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646323" y="4970048"/>
                  <a:ext cx="151920" cy="12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72532D9-E4DA-7DE0-58B0-5DEF0418C937}"/>
                  </a:ext>
                </a:extLst>
              </p14:cNvPr>
              <p14:cNvContentPartPr/>
              <p14:nvPr/>
            </p14:nvContentPartPr>
            <p14:xfrm>
              <a:off x="1662763" y="4531928"/>
              <a:ext cx="464400" cy="324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72532D9-E4DA-7DE0-58B0-5DEF0418C937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654123" y="4522928"/>
                <a:ext cx="48204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3532357-5F41-1962-CC64-B22902BFE1D9}"/>
                  </a:ext>
                </a:extLst>
              </p14:cNvPr>
              <p14:cNvContentPartPr/>
              <p14:nvPr/>
            </p14:nvContentPartPr>
            <p14:xfrm>
              <a:off x="3037603" y="4606448"/>
              <a:ext cx="293400" cy="208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3532357-5F41-1962-CC64-B22902BFE1D9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028963" y="4597448"/>
                <a:ext cx="3110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E36711C-0352-9F41-5ADE-05F9D6D4E9A8}"/>
                  </a:ext>
                </a:extLst>
              </p14:cNvPr>
              <p14:cNvContentPartPr/>
              <p14:nvPr/>
            </p14:nvContentPartPr>
            <p14:xfrm>
              <a:off x="11340643" y="1841288"/>
              <a:ext cx="210600" cy="1969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E36711C-0352-9F41-5ADE-05F9D6D4E9A8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1331643" y="1832648"/>
                <a:ext cx="22824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A6900BF-2C77-B4EC-AA88-6285ACB9C57F}"/>
                  </a:ext>
                </a:extLst>
              </p14:cNvPr>
              <p14:cNvContentPartPr/>
              <p14:nvPr/>
            </p14:nvContentPartPr>
            <p14:xfrm>
              <a:off x="8598163" y="3606368"/>
              <a:ext cx="270360" cy="1540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A6900BF-2C77-B4EC-AA88-6285ACB9C57F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8589523" y="3597368"/>
                <a:ext cx="28800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D5C65FDD-56E9-BAF8-2C9F-2B562E66A4B3}"/>
                  </a:ext>
                </a:extLst>
              </p14:cNvPr>
              <p14:cNvContentPartPr/>
              <p14:nvPr/>
            </p14:nvContentPartPr>
            <p14:xfrm>
              <a:off x="9448483" y="3667568"/>
              <a:ext cx="143640" cy="918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D5C65FDD-56E9-BAF8-2C9F-2B562E66A4B3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9439843" y="3658928"/>
                <a:ext cx="16128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3A38EE72-0561-7ED1-D99A-1A38FDDE88A5}"/>
                  </a:ext>
                </a:extLst>
              </p14:cNvPr>
              <p14:cNvContentPartPr/>
              <p14:nvPr/>
            </p14:nvContentPartPr>
            <p14:xfrm>
              <a:off x="10169203" y="3688088"/>
              <a:ext cx="276120" cy="1443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3A38EE72-0561-7ED1-D99A-1A38FDDE88A5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160203" y="3679088"/>
                <a:ext cx="2937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BB46D81B-9B8C-C4ED-5822-7A491D89349E}"/>
                  </a:ext>
                </a:extLst>
              </p14:cNvPr>
              <p14:cNvContentPartPr/>
              <p14:nvPr/>
            </p14:nvContentPartPr>
            <p14:xfrm>
              <a:off x="11045083" y="3699248"/>
              <a:ext cx="298800" cy="1454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BB46D81B-9B8C-C4ED-5822-7A491D89349E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1036083" y="3690248"/>
                <a:ext cx="31644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4C4F2F7A-6DE7-CB73-D313-26A00FA0B2EC}"/>
                  </a:ext>
                </a:extLst>
              </p14:cNvPr>
              <p14:cNvContentPartPr/>
              <p14:nvPr/>
            </p14:nvContentPartPr>
            <p14:xfrm>
              <a:off x="10097923" y="4658288"/>
              <a:ext cx="241200" cy="302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4C4F2F7A-6DE7-CB73-D313-26A00FA0B2EC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0089283" y="4649648"/>
                <a:ext cx="2588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B18C78A9-5AAE-0888-9A12-0C0F0D798999}"/>
                  </a:ext>
                </a:extLst>
              </p14:cNvPr>
              <p14:cNvContentPartPr/>
              <p14:nvPr/>
            </p14:nvContentPartPr>
            <p14:xfrm>
              <a:off x="10069483" y="5226368"/>
              <a:ext cx="295200" cy="165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B18C78A9-5AAE-0888-9A12-0C0F0D798999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10060843" y="5217368"/>
                <a:ext cx="31284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A3AA032A-BB1D-09B2-ED07-3CCF2C36737F}"/>
                  </a:ext>
                </a:extLst>
              </p14:cNvPr>
              <p14:cNvContentPartPr/>
              <p14:nvPr/>
            </p14:nvContentPartPr>
            <p14:xfrm>
              <a:off x="10199443" y="5580968"/>
              <a:ext cx="243000" cy="133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A3AA032A-BB1D-09B2-ED07-3CCF2C36737F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0190443" y="5572328"/>
                <a:ext cx="26064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0EB056B-892A-1577-C9D9-EA2072675BA5}"/>
                  </a:ext>
                </a:extLst>
              </p14:cNvPr>
              <p14:cNvContentPartPr/>
              <p14:nvPr/>
            </p14:nvContentPartPr>
            <p14:xfrm>
              <a:off x="10195483" y="5975168"/>
              <a:ext cx="190080" cy="104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0EB056B-892A-1577-C9D9-EA2072675BA5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0186843" y="5966168"/>
                <a:ext cx="207720" cy="2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0097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Multi-Class Classification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AFADAAB-D9ED-F2B6-BA0F-FEA6D8F45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410" y="2533174"/>
            <a:ext cx="7735380" cy="34104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B595B6-E703-6D7D-2B6D-2F5BFA0A1AAE}"/>
              </a:ext>
            </a:extLst>
          </p:cNvPr>
          <p:cNvSpPr txBox="1"/>
          <p:nvPr/>
        </p:nvSpPr>
        <p:spPr>
          <a:xfrm>
            <a:off x="1007197" y="1135462"/>
            <a:ext cx="105155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Multiclass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refers to the setting when there are &gt; 2 possible class labels.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8DC38B2-81C2-E754-6363-92381AF5A2A4}"/>
                  </a:ext>
                </a:extLst>
              </p14:cNvPr>
              <p14:cNvContentPartPr/>
              <p14:nvPr/>
            </p14:nvContentPartPr>
            <p14:xfrm>
              <a:off x="5874043" y="1644008"/>
              <a:ext cx="350280" cy="39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8DC38B2-81C2-E754-6363-92381AF5A2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65043" y="1635368"/>
                <a:ext cx="36792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F01EFFB-7F20-EF5A-88E6-8E0BB374062B}"/>
                  </a:ext>
                </a:extLst>
              </p14:cNvPr>
              <p14:cNvContentPartPr/>
              <p14:nvPr/>
            </p14:nvContentPartPr>
            <p14:xfrm>
              <a:off x="8617243" y="1685768"/>
              <a:ext cx="531360" cy="259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F01EFFB-7F20-EF5A-88E6-8E0BB374062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08243" y="1677128"/>
                <a:ext cx="5490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05969B5-7A39-F413-A798-164813480B05}"/>
                  </a:ext>
                </a:extLst>
              </p14:cNvPr>
              <p14:cNvContentPartPr/>
              <p14:nvPr/>
            </p14:nvContentPartPr>
            <p14:xfrm>
              <a:off x="3716280" y="5849280"/>
              <a:ext cx="5788800" cy="218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05969B5-7A39-F413-A798-164813480B0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06920" y="5839920"/>
                <a:ext cx="5807520" cy="23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9586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Multi-Class Classification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0B595B6-E703-6D7D-2B6D-2F5BFA0A1AAE}"/>
              </a:ext>
            </a:extLst>
          </p:cNvPr>
          <p:cNvSpPr txBox="1"/>
          <p:nvPr/>
        </p:nvSpPr>
        <p:spPr>
          <a:xfrm>
            <a:off x="1546844" y="1325563"/>
            <a:ext cx="10177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possible to create multiclass classifiers out of binary classifiers.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40AD0D-702C-A5E8-42A7-F5605D3B4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147" y="2239963"/>
            <a:ext cx="7427516" cy="28891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7C2E30B-20D4-7E35-5D16-C2BBF41A9D0D}"/>
                  </a:ext>
                </a:extLst>
              </p14:cNvPr>
              <p14:cNvContentPartPr/>
              <p14:nvPr/>
            </p14:nvContentPartPr>
            <p14:xfrm>
              <a:off x="1878840" y="1949400"/>
              <a:ext cx="10443600" cy="2874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7C2E30B-20D4-7E35-5D16-C2BBF41A9D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69480" y="1940040"/>
                <a:ext cx="10462320" cy="289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8921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Multi-Class Classification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0B595B6-E703-6D7D-2B6D-2F5BFA0A1AAE}"/>
              </a:ext>
            </a:extLst>
          </p:cNvPr>
          <p:cNvSpPr txBox="1"/>
          <p:nvPr/>
        </p:nvSpPr>
        <p:spPr>
          <a:xfrm>
            <a:off x="1007197" y="1325563"/>
            <a:ext cx="1017760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strategies used:</a:t>
            </a:r>
          </a:p>
          <a:p>
            <a:pPr algn="l"/>
            <a:endParaRPr lang="en-US" sz="240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vs All: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training a binary classifier for each class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vs One: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trains a binary classifier for every pair of classes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202D0C4-1C7A-0A52-7975-C5F1E6F2CA5F}"/>
                  </a:ext>
                </a:extLst>
              </p14:cNvPr>
              <p14:cNvContentPartPr/>
              <p14:nvPr/>
            </p14:nvContentPartPr>
            <p14:xfrm>
              <a:off x="1569600" y="2575080"/>
              <a:ext cx="7846560" cy="885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202D0C4-1C7A-0A52-7975-C5F1E6F2CA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60240" y="2565720"/>
                <a:ext cx="7865280" cy="90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9258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Multi-Class Classification: One vs All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1AEFE01-1E29-C2FA-B7E8-73B9AF1BBF90}"/>
              </a:ext>
            </a:extLst>
          </p:cNvPr>
          <p:cNvSpPr txBox="1"/>
          <p:nvPr/>
        </p:nvSpPr>
        <p:spPr>
          <a:xfrm>
            <a:off x="1007196" y="1505635"/>
            <a:ext cx="9965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classifier predicts whether the instance belongs to the target class or not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AF8125-742D-88A8-9D57-A33923D039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511"/>
          <a:stretch/>
        </p:blipFill>
        <p:spPr>
          <a:xfrm>
            <a:off x="447950" y="3041849"/>
            <a:ext cx="5145880" cy="26768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F60411-6006-EC81-7E23-2EF7661314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252"/>
          <a:stretch/>
        </p:blipFill>
        <p:spPr>
          <a:xfrm>
            <a:off x="6598170" y="3032323"/>
            <a:ext cx="5145880" cy="26864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0C73C4D-0CA5-1CB1-AFCD-E11E40F97399}"/>
                  </a:ext>
                </a:extLst>
              </p14:cNvPr>
              <p14:cNvContentPartPr/>
              <p14:nvPr/>
            </p14:nvContentPartPr>
            <p14:xfrm>
              <a:off x="4875120" y="955440"/>
              <a:ext cx="5937480" cy="2147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0C73C4D-0CA5-1CB1-AFCD-E11E40F973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65760" y="946080"/>
                <a:ext cx="5956200" cy="216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7787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Multi-Class Classification: One vs All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2EEE6C5-F047-3436-AF3E-E4893BE2E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140" y="1566494"/>
            <a:ext cx="8630945" cy="466115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240ADBF-AD43-8D9B-2169-857435CE8122}"/>
                  </a:ext>
                </a:extLst>
              </p14:cNvPr>
              <p14:cNvContentPartPr/>
              <p14:nvPr/>
            </p14:nvContentPartPr>
            <p14:xfrm>
              <a:off x="1061640" y="2201760"/>
              <a:ext cx="10157400" cy="3418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240ADBF-AD43-8D9B-2169-857435CE81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2280" y="2192400"/>
                <a:ext cx="10176120" cy="343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2303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Multi-Class Classification: One vs All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D3147B5-2721-E569-8ECD-EFE467CDD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964" y="1768841"/>
            <a:ext cx="8691992" cy="470390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E5B8B2E-5C14-2956-63F9-0DCFB73D76B7}"/>
                  </a:ext>
                </a:extLst>
              </p14:cNvPr>
              <p14:cNvContentPartPr/>
              <p14:nvPr/>
            </p14:nvContentPartPr>
            <p14:xfrm>
              <a:off x="6189840" y="3886920"/>
              <a:ext cx="1737360" cy="2738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E5B8B2E-5C14-2956-63F9-0DCFB73D76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80480" y="3877560"/>
                <a:ext cx="1756080" cy="275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2609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Multi-Class Classification: One vs All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A755EE2-681A-C881-B06E-5503C6CFC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375" y="1706418"/>
            <a:ext cx="8312903" cy="44770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5780739-93CE-F894-614B-ED1E1A6C2C15}"/>
                  </a:ext>
                </a:extLst>
              </p14:cNvPr>
              <p14:cNvContentPartPr/>
              <p14:nvPr/>
            </p14:nvContentPartPr>
            <p14:xfrm>
              <a:off x="10666800" y="4866840"/>
              <a:ext cx="608760" cy="270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5780739-93CE-F894-614B-ED1E1A6C2C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57440" y="4857480"/>
                <a:ext cx="627480" cy="28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836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Multi-Class Classification: One vs All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00F020-0A07-56E9-FDC4-91E5B5C4F9C7}"/>
              </a:ext>
            </a:extLst>
          </p:cNvPr>
          <p:cNvSpPr txBox="1"/>
          <p:nvPr/>
        </p:nvSpPr>
        <p:spPr>
          <a:xfrm>
            <a:off x="1022187" y="1381058"/>
            <a:ext cx="1015958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only using the final binary prediction of each classifier, consider the score associated with the prediction.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score for the linear classifiers can be seen as the dot product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24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with whichever one-vs-all classifier has the highest score (highest confidence in prediction)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64C0E12-BD39-0CAD-445E-AB79E06BB8AA}"/>
                  </a:ext>
                </a:extLst>
              </p14:cNvPr>
              <p14:cNvContentPartPr/>
              <p14:nvPr/>
            </p14:nvContentPartPr>
            <p14:xfrm>
              <a:off x="1434600" y="213120"/>
              <a:ext cx="10556640" cy="60825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64C0E12-BD39-0CAD-445E-AB79E06BB8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25240" y="203760"/>
                <a:ext cx="10575360" cy="610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1409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Multi-Class Classification: One vs All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9E471B5-1021-52DA-7AA3-CF7053278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106" y="1471340"/>
            <a:ext cx="8909788" cy="47495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53FAC21-B8FA-5752-1C2D-AD8F50805D32}"/>
                  </a:ext>
                </a:extLst>
              </p14:cNvPr>
              <p14:cNvContentPartPr/>
              <p14:nvPr/>
            </p14:nvContentPartPr>
            <p14:xfrm>
              <a:off x="6240600" y="3068640"/>
              <a:ext cx="4514400" cy="2795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53FAC21-B8FA-5752-1C2D-AD8F50805D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31240" y="3059280"/>
                <a:ext cx="4533120" cy="281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3891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Multi-Class Classification: One vs One / All-Pairs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D08B719-648E-1C4C-D6A9-E1BDC47686C1}"/>
              </a:ext>
            </a:extLst>
          </p:cNvPr>
          <p:cNvSpPr txBox="1"/>
          <p:nvPr/>
        </p:nvSpPr>
        <p:spPr>
          <a:xfrm>
            <a:off x="1007197" y="1367136"/>
            <a:ext cx="101005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 a binary classifier for every pair of classes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Whichever class “wins” more pairwise classifications will be the final prediction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3A8FAEC-7AA4-4402-0E9D-F2BEBCEAC2DA}"/>
                  </a:ext>
                </a:extLst>
              </p14:cNvPr>
              <p14:cNvContentPartPr/>
              <p14:nvPr/>
            </p14:nvContentPartPr>
            <p14:xfrm>
              <a:off x="2324160" y="969840"/>
              <a:ext cx="6612840" cy="1747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3A8FAEC-7AA4-4402-0E9D-F2BEBCEAC2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14800" y="960480"/>
                <a:ext cx="6631560" cy="176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2522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Multi-Class Classification: One vs One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D742DCF8-A062-266B-6304-C996B3FE4B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6"/>
          <a:stretch/>
        </p:blipFill>
        <p:spPr>
          <a:xfrm>
            <a:off x="183056" y="1572339"/>
            <a:ext cx="5791626" cy="26673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631D8C-4949-50DC-AF0E-CEF79007ED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45"/>
          <a:stretch/>
        </p:blipFill>
        <p:spPr>
          <a:xfrm>
            <a:off x="6295446" y="1483729"/>
            <a:ext cx="5746188" cy="26768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67CAF5-6FC6-9ED8-52D0-6298C9241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575" y="4318794"/>
            <a:ext cx="5734850" cy="24101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397002D-32C2-EF56-CFCA-2A944BF403FB}"/>
                  </a:ext>
                </a:extLst>
              </p14:cNvPr>
              <p14:cNvContentPartPr/>
              <p14:nvPr/>
            </p14:nvContentPartPr>
            <p14:xfrm>
              <a:off x="5505120" y="2295360"/>
              <a:ext cx="6372720" cy="3603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397002D-32C2-EF56-CFCA-2A944BF403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95760" y="2286000"/>
                <a:ext cx="6391440" cy="362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2342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Multi-Class Classification: One vs One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BB1004B-2563-8882-15A6-65DA32703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591" y="1499634"/>
            <a:ext cx="8960817" cy="42341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54AC1DC-CFEB-9C73-ECE3-F472B0143A05}"/>
                  </a:ext>
                </a:extLst>
              </p14:cNvPr>
              <p14:cNvContentPartPr/>
              <p14:nvPr/>
            </p14:nvContentPartPr>
            <p14:xfrm>
              <a:off x="776520" y="2850120"/>
              <a:ext cx="9788040" cy="2368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54AC1DC-CFEB-9C73-ECE3-F472B0143A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7160" y="2840760"/>
                <a:ext cx="9806760" cy="238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4826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Multi-Class Classification: One vs One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C001D06-03AF-7E7E-0881-EDF17D23E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137" y="1334120"/>
            <a:ext cx="8747725" cy="50212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6FE2F31-9EA2-AFF7-9E0E-B809D0F6185E}"/>
                  </a:ext>
                </a:extLst>
              </p14:cNvPr>
              <p14:cNvContentPartPr/>
              <p14:nvPr/>
            </p14:nvContentPartPr>
            <p14:xfrm>
              <a:off x="9908640" y="2735640"/>
              <a:ext cx="900720" cy="3272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6FE2F31-9EA2-AFF7-9E0E-B809D0F618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99280" y="2726280"/>
                <a:ext cx="919440" cy="329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3785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Multi-Class Classification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C8E4B3D-AD8F-99DB-B200-8BFA265EC588}"/>
              </a:ext>
            </a:extLst>
          </p:cNvPr>
          <p:cNvSpPr txBox="1"/>
          <p:nvPr/>
        </p:nvSpPr>
        <p:spPr>
          <a:xfrm>
            <a:off x="946254" y="1693650"/>
            <a:ext cx="101764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approaches can work reasonably well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pairs is faster to train; one-vs-rest is faster at making predictions</a:t>
            </a:r>
          </a:p>
          <a:p>
            <a:pPr algn="l"/>
            <a:endParaRPr lang="en-US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one-vs-all by default when you give more than two classes to a binary classifier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69F7B5A-AB10-C30D-97F1-0C54F3D2B297}"/>
                  </a:ext>
                </a:extLst>
              </p14:cNvPr>
              <p14:cNvContentPartPr/>
              <p14:nvPr/>
            </p14:nvContentPartPr>
            <p14:xfrm>
              <a:off x="1298160" y="2083680"/>
              <a:ext cx="8874000" cy="2016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69F7B5A-AB10-C30D-97F1-0C54F3D2B2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8800" y="2074320"/>
                <a:ext cx="8892720" cy="203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7838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Logistic Regression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C8E4B3D-AD8F-99DB-B200-8BFA265EC588}"/>
              </a:ext>
            </a:extLst>
          </p:cNvPr>
          <p:cNvSpPr txBox="1"/>
          <p:nvPr/>
        </p:nvSpPr>
        <p:spPr>
          <a:xfrm>
            <a:off x="946254" y="1693650"/>
            <a:ext cx="101764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ogistic regression can handle multiple classes without having to combine different binary classifiers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logistic regression used the logistic function to give the probability that an instance belonged to the positive class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386FBF-FACC-3204-3AE0-D0454FD56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283" y="4678507"/>
            <a:ext cx="4229690" cy="97168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2F5DBB3-AFE9-15A1-2BF6-E0592D506AB2}"/>
                  </a:ext>
                </a:extLst>
              </p14:cNvPr>
              <p14:cNvContentPartPr/>
              <p14:nvPr/>
            </p14:nvContentPartPr>
            <p14:xfrm>
              <a:off x="1863720" y="189360"/>
              <a:ext cx="9734760" cy="5943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2F5DBB3-AFE9-15A1-2BF6-E0592D506A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54360" y="180000"/>
                <a:ext cx="9753480" cy="596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3863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Multinomial Logistic Regression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C8E4B3D-AD8F-99DB-B200-8BFA265EC588}"/>
              </a:ext>
            </a:extLst>
          </p:cNvPr>
          <p:cNvSpPr txBox="1"/>
          <p:nvPr/>
        </p:nvSpPr>
        <p:spPr>
          <a:xfrm>
            <a:off x="946254" y="1693650"/>
            <a:ext cx="101764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Multinomial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 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logistic regression uses a similar but more general function 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(the </a:t>
            </a:r>
            <a:r>
              <a:rPr lang="en-US" sz="2400" b="1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24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function)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probability of </a:t>
            </a:r>
            <a:r>
              <a:rPr lang="en-US" sz="24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73AE6-88C1-2B21-E74F-54FB99CBE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696" y="3429000"/>
            <a:ext cx="3991532" cy="14575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856D2C8-EAF6-2875-FF98-3AAD49D694B6}"/>
                  </a:ext>
                </a:extLst>
              </p14:cNvPr>
              <p14:cNvContentPartPr/>
              <p14:nvPr/>
            </p14:nvContentPartPr>
            <p14:xfrm>
              <a:off x="1082520" y="116640"/>
              <a:ext cx="11251440" cy="4686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856D2C8-EAF6-2875-FF98-3AAD49D694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3160" y="107280"/>
                <a:ext cx="11270160" cy="470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1092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Softmax</a:t>
            </a:r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function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3">
            <a:extLst>
              <a:ext uri="{FF2B5EF4-FFF2-40B4-BE49-F238E27FC236}">
                <a16:creationId xmlns:a16="http://schemas.microsoft.com/office/drawing/2014/main" id="{7B78DE28-FDC1-D5A9-F617-F8D7C3322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197" y="1425461"/>
            <a:ext cx="10177606" cy="47028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Let's say output scores</a:t>
            </a:r>
            <a:r>
              <a:rPr kumimoji="0" lang="en-US" altLang="en-US" sz="2400" b="0" i="0" u="none" strike="noStrike" cap="none" normalizeH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image classification task: [2.0, 1.0, 0.1]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Exponentiate: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e^2.0 ≈ 7.39, e^1.0 ≈ 2.72, e^0.1 ≈ 1.11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Normalize: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7.39 / (7.39 + 2.72 + 1.11) ≈ 0.657, </a:t>
            </a:r>
          </a:p>
          <a:p>
            <a:pPr lvl="3" defTabSz="914400"/>
            <a:r>
              <a:rPr lang="en-US" altLang="en-US" sz="2400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2.72 / (7.39 + 2.72 + 1.11) ≈ 0.243, </a:t>
            </a:r>
          </a:p>
          <a:p>
            <a:pPr lvl="3" defTabSz="914400"/>
            <a:r>
              <a:rPr lang="en-US" altLang="en-US" sz="2400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1.11 / (7.39 + 2.72 + 1.11) ≈ 0.100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lang="en-US" altLang="en-US" sz="2400" dirty="0">
              <a:solidFill>
                <a:srgbClr val="001D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of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would be [0.657, 0.243, 0.100], representing the probabilities of the image being classified as each of the three classes. The model is most confident that the image is of the first class, with a probability of 65.7%. 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CD7133E-69AC-C4FA-675C-739281D982ED}"/>
                  </a:ext>
                </a:extLst>
              </p14:cNvPr>
              <p14:cNvContentPartPr/>
              <p14:nvPr/>
            </p14:nvContentPartPr>
            <p14:xfrm>
              <a:off x="1037520" y="1093680"/>
              <a:ext cx="8838000" cy="4986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CD7133E-69AC-C4FA-675C-739281D982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8160" y="1084320"/>
                <a:ext cx="8856720" cy="500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5682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Binary vs Multinomial Logistic regression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D076465-3124-DFB5-E496-78B2A8E9F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864" y="1497681"/>
            <a:ext cx="7904599" cy="517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867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 Label Classification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53B3359-2104-876A-5FBF-057A2CF2F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519" y="1828801"/>
            <a:ext cx="8619081" cy="404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92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 Label Classification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1EA9A4D-4D05-552B-3F24-E3FA99D76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969" y="3083822"/>
            <a:ext cx="8275494" cy="32869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6C05B2-D7CD-D38A-5971-E8920695E68A}"/>
              </a:ext>
            </a:extLst>
          </p:cNvPr>
          <p:cNvSpPr txBox="1"/>
          <p:nvPr/>
        </p:nvSpPr>
        <p:spPr>
          <a:xfrm>
            <a:off x="1007196" y="1558361"/>
            <a:ext cx="103847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Multi-label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refers to the setting when there &gt; 1 label you want to predict.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391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 Label Classification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F6C05B2-D7CD-D38A-5971-E8920695E68A}"/>
              </a:ext>
            </a:extLst>
          </p:cNvPr>
          <p:cNvSpPr txBox="1"/>
          <p:nvPr/>
        </p:nvSpPr>
        <p:spPr>
          <a:xfrm>
            <a:off x="1007197" y="1325563"/>
            <a:ext cx="1038470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idea: </a:t>
            </a: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two separate classifiers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predicts Sex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predicts color</a:t>
            </a: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But, two independent classifiers might output combinations of labels that don’t make sense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Calico cats are almost always female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your classifiers predict male and calico, this is probably wrong</a:t>
            </a:r>
          </a:p>
          <a:p>
            <a:pPr algn="l"/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Also, there might be correlations between the classes that you could help classification if you had a way to combine the two classifiers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Orange cats are more often male (~80% of the time)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your classifier(s) believed the cat was orange, this would increase the belief that it is male (or vice versa)</a:t>
            </a:r>
          </a:p>
        </p:txBody>
      </p:sp>
    </p:spTree>
    <p:extLst>
      <p:ext uri="{BB962C8B-B14F-4D97-AF65-F5344CB8AC3E}">
        <p14:creationId xmlns:p14="http://schemas.microsoft.com/office/powerpoint/2010/main" val="3895545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 Label Classification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F6C05B2-D7CD-D38A-5971-E8920695E68A}"/>
              </a:ext>
            </a:extLst>
          </p:cNvPr>
          <p:cNvSpPr txBox="1"/>
          <p:nvPr/>
        </p:nvSpPr>
        <p:spPr>
          <a:xfrm>
            <a:off x="1007197" y="1325563"/>
            <a:ext cx="103847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idea: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 one classifier first, use its output as a feature in the other.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C15B6-D59F-3597-7628-2FDB1DF72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364" y="1871454"/>
            <a:ext cx="5316600" cy="24599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535A41-D8FC-CD6C-AEF4-D4B04C92F45D}"/>
              </a:ext>
            </a:extLst>
          </p:cNvPr>
          <p:cNvSpPr txBox="1"/>
          <p:nvPr/>
        </p:nvSpPr>
        <p:spPr>
          <a:xfrm>
            <a:off x="800100" y="2598003"/>
            <a:ext cx="47782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First train a classifier to predict color: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6585CF-E9A6-9B6E-0C89-AA0453983585}"/>
              </a:ext>
            </a:extLst>
          </p:cNvPr>
          <p:cNvSpPr txBox="1"/>
          <p:nvPr/>
        </p:nvSpPr>
        <p:spPr>
          <a:xfrm>
            <a:off x="693295" y="4932272"/>
            <a:ext cx="47782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train a classifier to predict sex, using the predicted color as an additional feature.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0382577-8D6C-8709-3B1E-09041327F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364" y="4513119"/>
            <a:ext cx="5982199" cy="211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906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 Label Classification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F6C05B2-D7CD-D38A-5971-E8920695E68A}"/>
              </a:ext>
            </a:extLst>
          </p:cNvPr>
          <p:cNvSpPr txBox="1"/>
          <p:nvPr/>
        </p:nvSpPr>
        <p:spPr>
          <a:xfrm>
            <a:off x="1007197" y="1325563"/>
            <a:ext cx="103847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idea: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 one classifier first, use its output as a feature in the other.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014BF8-764C-B320-CBDE-BEFE0A2B3518}"/>
              </a:ext>
            </a:extLst>
          </p:cNvPr>
          <p:cNvSpPr txBox="1"/>
          <p:nvPr/>
        </p:nvSpPr>
        <p:spPr>
          <a:xfrm>
            <a:off x="1007196" y="2742961"/>
            <a:ext cx="101904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this approach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first classifier is wrong, you’ll have an incorrect feature value.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“pipeline” approach where one classifier informs the other, rather than both informing each other simultaneously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0847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 Label Classification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F6C05B2-D7CD-D38A-5971-E8920695E68A}"/>
              </a:ext>
            </a:extLst>
          </p:cNvPr>
          <p:cNvSpPr txBox="1"/>
          <p:nvPr/>
        </p:nvSpPr>
        <p:spPr>
          <a:xfrm>
            <a:off x="1007197" y="1325563"/>
            <a:ext cx="103847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idea: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reat combinations of classes as their own “classes”, then do single-label classification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BBECA7-1F98-5EA3-EDCD-B3EDF15C1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36" y="2903939"/>
            <a:ext cx="8431727" cy="331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22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 Label Classification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F6C05B2-D7CD-D38A-5971-E8920695E68A}"/>
              </a:ext>
            </a:extLst>
          </p:cNvPr>
          <p:cNvSpPr txBox="1"/>
          <p:nvPr/>
        </p:nvSpPr>
        <p:spPr>
          <a:xfrm>
            <a:off x="1007197" y="1325563"/>
            <a:ext cx="103847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idea: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reat combinations of classes as their own “classes”, then do single-label classification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245F76-094C-6995-AC8B-A04BAFADAF62}"/>
              </a:ext>
            </a:extLst>
          </p:cNvPr>
          <p:cNvSpPr txBox="1"/>
          <p:nvPr/>
        </p:nvSpPr>
        <p:spPr>
          <a:xfrm>
            <a:off x="1016387" y="2854781"/>
            <a:ext cx="102354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way you can learn that “Calico + Male” is very unlikely, etc.</a:t>
            </a:r>
          </a:p>
          <a:p>
            <a:pPr algn="l"/>
            <a:endParaRPr lang="en-US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classes are learned independently: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classifier has no idea that “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Tuxedo+Male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and “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Tuxedo+Female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are both the same color and therefore probably have similar feature weights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292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 rot="20995170">
            <a:off x="2045159" y="2362983"/>
            <a:ext cx="7793037" cy="146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11100" b="1" i="1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Thank You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638</TotalTime>
  <Words>820</Words>
  <Application>Microsoft Office PowerPoint</Application>
  <PresentationFormat>Widescreen</PresentationFormat>
  <Paragraphs>93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Aptos</vt:lpstr>
      <vt:lpstr>Arial</vt:lpstr>
      <vt:lpstr>Calibri</vt:lpstr>
      <vt:lpstr>Calibri Light</vt:lpstr>
      <vt:lpstr>Monotype Corsiva</vt:lpstr>
      <vt:lpstr>Times New Roman</vt:lpstr>
      <vt:lpstr>Office 2013 - 2022 Theme</vt:lpstr>
      <vt:lpstr>PowerPoint Presentation</vt:lpstr>
      <vt:lpstr>Binary classifiers</vt:lpstr>
      <vt:lpstr>Multi-Class Classification</vt:lpstr>
      <vt:lpstr>Multi-Class Classification</vt:lpstr>
      <vt:lpstr>Multi-Class Classification</vt:lpstr>
      <vt:lpstr>Multi-Class Classification: One vs All</vt:lpstr>
      <vt:lpstr>Multi-Class Classification: One vs All</vt:lpstr>
      <vt:lpstr>Multi-Class Classification: One vs All</vt:lpstr>
      <vt:lpstr>Multi-Class Classification: One vs All</vt:lpstr>
      <vt:lpstr>Multi-Class Classification: One vs All</vt:lpstr>
      <vt:lpstr>Multi-Class Classification: One vs All</vt:lpstr>
      <vt:lpstr>Multi-Class Classification: One vs One / All-Pairs</vt:lpstr>
      <vt:lpstr>Multi-Class Classification: One vs One</vt:lpstr>
      <vt:lpstr>Multi-Class Classification: One vs One</vt:lpstr>
      <vt:lpstr>Multi-Class Classification: One vs One</vt:lpstr>
      <vt:lpstr>Multi-Class Classification</vt:lpstr>
      <vt:lpstr>Logistic Regression</vt:lpstr>
      <vt:lpstr>Multinomial Logistic Regression</vt:lpstr>
      <vt:lpstr>Softmax function</vt:lpstr>
      <vt:lpstr>Binary vs Multinomial Logistic regression</vt:lpstr>
      <vt:lpstr>Multi Label Classification</vt:lpstr>
      <vt:lpstr>Multi Label Classification</vt:lpstr>
      <vt:lpstr>Multi Label Classification</vt:lpstr>
      <vt:lpstr>Multi Label Classification</vt:lpstr>
      <vt:lpstr>Multi Label Classification</vt:lpstr>
      <vt:lpstr>Multi Label Classification</vt:lpstr>
      <vt:lpstr>Multi Label Classification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Hoor Fatima</dc:creator>
  <cp:lastModifiedBy>Deepika Vatsa</cp:lastModifiedBy>
  <cp:revision>1</cp:revision>
  <dcterms:created xsi:type="dcterms:W3CDTF">2025-07-21T17:24:10Z</dcterms:created>
  <dcterms:modified xsi:type="dcterms:W3CDTF">2025-08-12T05:24:35Z</dcterms:modified>
</cp:coreProperties>
</file>